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2c9124eb0c6ebd53c22c3d55135101d76c56c8f4.png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/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914400" y="914400"/>
            <a:ext cx="5486400" cy="5486400"/>
            <a:chOff x="914400" y="914400"/>
            <a:chExt cx="5486400" cy="5486400"/>
          </a:xfrm>
        </p:grpSpPr>
        <p:sp>
          <p:nvSpPr>
            <p:cNvPr id="4" name="rc3"/>
            <p:cNvSpPr/>
            <p:nvPr/>
          </p:nvSpPr>
          <p:spPr>
            <a:xfrm>
              <a:off x="914400" y="914400"/>
              <a:ext cx="5486400" cy="5486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g4"/>
            <p:cNvSpPr/>
            <p:nvPr/>
          </p:nvSpPr>
          <p:spPr>
            <a:xfrm>
              <a:off x="2499417" y="3261335"/>
              <a:ext cx="2102" cy="5647"/>
            </a:xfrm>
            <a:custGeom>
              <a:avLst/>
              <a:pathLst>
                <a:path w="2102" h="5647">
                  <a:moveTo>
                    <a:pt x="2060" y="4790"/>
                  </a:moveTo>
                  <a:lnTo>
                    <a:pt x="2102" y="5647"/>
                  </a:lnTo>
                  <a:lnTo>
                    <a:pt x="1529" y="5188"/>
                  </a:lnTo>
                  <a:lnTo>
                    <a:pt x="764" y="3357"/>
                  </a:lnTo>
                  <a:lnTo>
                    <a:pt x="0" y="1983"/>
                  </a:lnTo>
                  <a:lnTo>
                    <a:pt x="188" y="503"/>
                  </a:lnTo>
                  <a:lnTo>
                    <a:pt x="382" y="0"/>
                  </a:lnTo>
                  <a:lnTo>
                    <a:pt x="1147" y="1373"/>
                  </a:lnTo>
                  <a:lnTo>
                    <a:pt x="1904" y="3948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g5"/>
            <p:cNvSpPr/>
            <p:nvPr/>
          </p:nvSpPr>
          <p:spPr>
            <a:xfrm>
              <a:off x="4110404" y="2497720"/>
              <a:ext cx="177762" cy="267845"/>
            </a:xfrm>
            <a:custGeom>
              <a:avLst/>
              <a:pathLst>
                <a:path w="177762" h="267845">
                  <a:moveTo>
                    <a:pt x="177762" y="36190"/>
                  </a:moveTo>
                  <a:lnTo>
                    <a:pt x="177131" y="36385"/>
                  </a:lnTo>
                  <a:lnTo>
                    <a:pt x="176232" y="35672"/>
                  </a:lnTo>
                  <a:lnTo>
                    <a:pt x="175882" y="34594"/>
                  </a:lnTo>
                  <a:lnTo>
                    <a:pt x="175730" y="34444"/>
                  </a:lnTo>
                  <a:lnTo>
                    <a:pt x="175018" y="35154"/>
                  </a:lnTo>
                  <a:lnTo>
                    <a:pt x="173661" y="36043"/>
                  </a:lnTo>
                  <a:lnTo>
                    <a:pt x="171355" y="38374"/>
                  </a:lnTo>
                  <a:lnTo>
                    <a:pt x="171405" y="38976"/>
                  </a:lnTo>
                  <a:lnTo>
                    <a:pt x="172908" y="41344"/>
                  </a:lnTo>
                  <a:lnTo>
                    <a:pt x="173259" y="42129"/>
                  </a:lnTo>
                  <a:lnTo>
                    <a:pt x="173444" y="42380"/>
                  </a:lnTo>
                  <a:lnTo>
                    <a:pt x="172082" y="43517"/>
                  </a:lnTo>
                  <a:lnTo>
                    <a:pt x="169166" y="46082"/>
                  </a:lnTo>
                  <a:lnTo>
                    <a:pt x="167243" y="48184"/>
                  </a:lnTo>
                  <a:lnTo>
                    <a:pt x="166786" y="48262"/>
                  </a:lnTo>
                  <a:lnTo>
                    <a:pt x="165625" y="47380"/>
                  </a:lnTo>
                  <a:lnTo>
                    <a:pt x="163914" y="46330"/>
                  </a:lnTo>
                  <a:lnTo>
                    <a:pt x="163454" y="46350"/>
                  </a:lnTo>
                  <a:lnTo>
                    <a:pt x="159496" y="46531"/>
                  </a:lnTo>
                  <a:lnTo>
                    <a:pt x="155864" y="46919"/>
                  </a:lnTo>
                  <a:lnTo>
                    <a:pt x="154346" y="47419"/>
                  </a:lnTo>
                  <a:lnTo>
                    <a:pt x="151538" y="47910"/>
                  </a:lnTo>
                  <a:lnTo>
                    <a:pt x="149769" y="48070"/>
                  </a:lnTo>
                  <a:lnTo>
                    <a:pt x="148640" y="48885"/>
                  </a:lnTo>
                  <a:lnTo>
                    <a:pt x="147404" y="49954"/>
                  </a:lnTo>
                  <a:lnTo>
                    <a:pt x="146118" y="50647"/>
                  </a:lnTo>
                  <a:lnTo>
                    <a:pt x="145166" y="50873"/>
                  </a:lnTo>
                  <a:lnTo>
                    <a:pt x="144017" y="51873"/>
                  </a:lnTo>
                  <a:lnTo>
                    <a:pt x="143263" y="53857"/>
                  </a:lnTo>
                  <a:lnTo>
                    <a:pt x="141105" y="56799"/>
                  </a:lnTo>
                  <a:lnTo>
                    <a:pt x="139890" y="58220"/>
                  </a:lnTo>
                  <a:lnTo>
                    <a:pt x="139278" y="59823"/>
                  </a:lnTo>
                  <a:lnTo>
                    <a:pt x="138584" y="59979"/>
                  </a:lnTo>
                  <a:lnTo>
                    <a:pt x="137400" y="59686"/>
                  </a:lnTo>
                  <a:lnTo>
                    <a:pt x="136480" y="61423"/>
                  </a:lnTo>
                  <a:lnTo>
                    <a:pt x="135460" y="63918"/>
                  </a:lnTo>
                  <a:lnTo>
                    <a:pt x="133601" y="67525"/>
                  </a:lnTo>
                  <a:lnTo>
                    <a:pt x="132618" y="68985"/>
                  </a:lnTo>
                  <a:lnTo>
                    <a:pt x="132027" y="71340"/>
                  </a:lnTo>
                  <a:lnTo>
                    <a:pt x="132461" y="72564"/>
                  </a:lnTo>
                  <a:lnTo>
                    <a:pt x="133974" y="74400"/>
                  </a:lnTo>
                  <a:lnTo>
                    <a:pt x="134649" y="76124"/>
                  </a:lnTo>
                  <a:lnTo>
                    <a:pt x="135019" y="77497"/>
                  </a:lnTo>
                  <a:lnTo>
                    <a:pt x="135711" y="81017"/>
                  </a:lnTo>
                  <a:lnTo>
                    <a:pt x="136148" y="84477"/>
                  </a:lnTo>
                  <a:lnTo>
                    <a:pt x="136802" y="85975"/>
                  </a:lnTo>
                  <a:lnTo>
                    <a:pt x="136992" y="88515"/>
                  </a:lnTo>
                  <a:lnTo>
                    <a:pt x="137155" y="90079"/>
                  </a:lnTo>
                  <a:lnTo>
                    <a:pt x="136802" y="91187"/>
                  </a:lnTo>
                  <a:lnTo>
                    <a:pt x="136475" y="92425"/>
                  </a:lnTo>
                  <a:lnTo>
                    <a:pt x="136475" y="93597"/>
                  </a:lnTo>
                  <a:lnTo>
                    <a:pt x="136867" y="94805"/>
                  </a:lnTo>
                  <a:lnTo>
                    <a:pt x="137212" y="95875"/>
                  </a:lnTo>
                  <a:lnTo>
                    <a:pt x="137400" y="96725"/>
                  </a:lnTo>
                  <a:lnTo>
                    <a:pt x="137168" y="97680"/>
                  </a:lnTo>
                  <a:lnTo>
                    <a:pt x="136475" y="99136"/>
                  </a:lnTo>
                  <a:lnTo>
                    <a:pt x="136124" y="100622"/>
                  </a:lnTo>
                  <a:lnTo>
                    <a:pt x="135359" y="103110"/>
                  </a:lnTo>
                  <a:lnTo>
                    <a:pt x="134162" y="104803"/>
                  </a:lnTo>
                  <a:lnTo>
                    <a:pt x="133373" y="106041"/>
                  </a:lnTo>
                  <a:lnTo>
                    <a:pt x="132530" y="108647"/>
                  </a:lnTo>
                  <a:lnTo>
                    <a:pt x="131141" y="111541"/>
                  </a:lnTo>
                  <a:lnTo>
                    <a:pt x="130553" y="113964"/>
                  </a:lnTo>
                  <a:lnTo>
                    <a:pt x="129945" y="115293"/>
                  </a:lnTo>
                  <a:lnTo>
                    <a:pt x="129319" y="116010"/>
                  </a:lnTo>
                  <a:lnTo>
                    <a:pt x="129483" y="117313"/>
                  </a:lnTo>
                  <a:lnTo>
                    <a:pt x="130027" y="118942"/>
                  </a:lnTo>
                  <a:lnTo>
                    <a:pt x="130924" y="120765"/>
                  </a:lnTo>
                  <a:lnTo>
                    <a:pt x="130884" y="123608"/>
                  </a:lnTo>
                  <a:lnTo>
                    <a:pt x="130842" y="125652"/>
                  </a:lnTo>
                  <a:lnTo>
                    <a:pt x="130870" y="128128"/>
                  </a:lnTo>
                  <a:lnTo>
                    <a:pt x="130380" y="130213"/>
                  </a:lnTo>
                  <a:lnTo>
                    <a:pt x="127873" y="132217"/>
                  </a:lnTo>
                  <a:lnTo>
                    <a:pt x="125474" y="133091"/>
                  </a:lnTo>
                  <a:lnTo>
                    <a:pt x="122534" y="133146"/>
                  </a:lnTo>
                  <a:lnTo>
                    <a:pt x="121423" y="132830"/>
                  </a:lnTo>
                  <a:lnTo>
                    <a:pt x="120533" y="132392"/>
                  </a:lnTo>
                  <a:lnTo>
                    <a:pt x="117339" y="130151"/>
                  </a:lnTo>
                  <a:lnTo>
                    <a:pt x="116042" y="131467"/>
                  </a:lnTo>
                  <a:lnTo>
                    <a:pt x="115776" y="134706"/>
                  </a:lnTo>
                  <a:lnTo>
                    <a:pt x="118103" y="139959"/>
                  </a:lnTo>
                  <a:lnTo>
                    <a:pt x="119059" y="142888"/>
                  </a:lnTo>
                  <a:lnTo>
                    <a:pt x="120115" y="147795"/>
                  </a:lnTo>
                  <a:lnTo>
                    <a:pt x="120910" y="150326"/>
                  </a:lnTo>
                  <a:lnTo>
                    <a:pt x="120626" y="152691"/>
                  </a:lnTo>
                  <a:lnTo>
                    <a:pt x="118517" y="155377"/>
                  </a:lnTo>
                  <a:lnTo>
                    <a:pt x="116418" y="157907"/>
                  </a:lnTo>
                  <a:lnTo>
                    <a:pt x="113748" y="158432"/>
                  </a:lnTo>
                  <a:lnTo>
                    <a:pt x="112070" y="159335"/>
                  </a:lnTo>
                  <a:lnTo>
                    <a:pt x="111253" y="160638"/>
                  </a:lnTo>
                  <a:lnTo>
                    <a:pt x="110655" y="166171"/>
                  </a:lnTo>
                  <a:lnTo>
                    <a:pt x="110056" y="168197"/>
                  </a:lnTo>
                  <a:lnTo>
                    <a:pt x="110066" y="170606"/>
                  </a:lnTo>
                  <a:lnTo>
                    <a:pt x="109500" y="173336"/>
                  </a:lnTo>
                  <a:lnTo>
                    <a:pt x="108642" y="175102"/>
                  </a:lnTo>
                  <a:lnTo>
                    <a:pt x="108043" y="177969"/>
                  </a:lnTo>
                  <a:lnTo>
                    <a:pt x="108230" y="183409"/>
                  </a:lnTo>
                  <a:lnTo>
                    <a:pt x="108510" y="192647"/>
                  </a:lnTo>
                  <a:lnTo>
                    <a:pt x="107370" y="195564"/>
                  </a:lnTo>
                  <a:lnTo>
                    <a:pt x="106089" y="198508"/>
                  </a:lnTo>
                  <a:lnTo>
                    <a:pt x="104736" y="200608"/>
                  </a:lnTo>
                  <a:lnTo>
                    <a:pt x="103447" y="201588"/>
                  </a:lnTo>
                  <a:lnTo>
                    <a:pt x="102378" y="201227"/>
                  </a:lnTo>
                  <a:lnTo>
                    <a:pt x="101531" y="199407"/>
                  </a:lnTo>
                  <a:lnTo>
                    <a:pt x="101032" y="197880"/>
                  </a:lnTo>
                  <a:lnTo>
                    <a:pt x="100099" y="196602"/>
                  </a:lnTo>
                  <a:lnTo>
                    <a:pt x="99149" y="196863"/>
                  </a:lnTo>
                  <a:lnTo>
                    <a:pt x="98194" y="198034"/>
                  </a:lnTo>
                  <a:lnTo>
                    <a:pt x="96671" y="197645"/>
                  </a:lnTo>
                  <a:lnTo>
                    <a:pt x="95364" y="196472"/>
                  </a:lnTo>
                  <a:lnTo>
                    <a:pt x="94711" y="196602"/>
                  </a:lnTo>
                  <a:lnTo>
                    <a:pt x="94330" y="197775"/>
                  </a:lnTo>
                  <a:lnTo>
                    <a:pt x="92936" y="200295"/>
                  </a:lnTo>
                  <a:lnTo>
                    <a:pt x="89514" y="204130"/>
                  </a:lnTo>
                  <a:lnTo>
                    <a:pt x="88118" y="204409"/>
                  </a:lnTo>
                  <a:lnTo>
                    <a:pt x="87519" y="205363"/>
                  </a:lnTo>
                  <a:lnTo>
                    <a:pt x="87758" y="206934"/>
                  </a:lnTo>
                  <a:lnTo>
                    <a:pt x="88369" y="208215"/>
                  </a:lnTo>
                  <a:lnTo>
                    <a:pt x="89435" y="209123"/>
                  </a:lnTo>
                  <a:lnTo>
                    <a:pt x="89490" y="210166"/>
                  </a:lnTo>
                  <a:lnTo>
                    <a:pt x="88547" y="211080"/>
                  </a:lnTo>
                  <a:lnTo>
                    <a:pt x="87744" y="212124"/>
                  </a:lnTo>
                  <a:lnTo>
                    <a:pt x="85972" y="213396"/>
                  </a:lnTo>
                  <a:lnTo>
                    <a:pt x="83929" y="213892"/>
                  </a:lnTo>
                  <a:lnTo>
                    <a:pt x="81815" y="213151"/>
                  </a:lnTo>
                  <a:lnTo>
                    <a:pt x="80726" y="211457"/>
                  </a:lnTo>
                  <a:lnTo>
                    <a:pt x="79450" y="211298"/>
                  </a:lnTo>
                  <a:lnTo>
                    <a:pt x="78278" y="212538"/>
                  </a:lnTo>
                  <a:lnTo>
                    <a:pt x="77069" y="214581"/>
                  </a:lnTo>
                  <a:lnTo>
                    <a:pt x="75747" y="218968"/>
                  </a:lnTo>
                  <a:lnTo>
                    <a:pt x="75397" y="219739"/>
                  </a:lnTo>
                  <a:lnTo>
                    <a:pt x="75039" y="220430"/>
                  </a:lnTo>
                  <a:lnTo>
                    <a:pt x="74182" y="221376"/>
                  </a:lnTo>
                  <a:lnTo>
                    <a:pt x="72945" y="222923"/>
                  </a:lnTo>
                  <a:lnTo>
                    <a:pt x="72325" y="226156"/>
                  </a:lnTo>
                  <a:lnTo>
                    <a:pt x="71585" y="231915"/>
                  </a:lnTo>
                  <a:lnTo>
                    <a:pt x="71758" y="235015"/>
                  </a:lnTo>
                  <a:lnTo>
                    <a:pt x="71814" y="240389"/>
                  </a:lnTo>
                  <a:lnTo>
                    <a:pt x="71522" y="244162"/>
                  </a:lnTo>
                  <a:lnTo>
                    <a:pt x="70987" y="246639"/>
                  </a:lnTo>
                  <a:lnTo>
                    <a:pt x="71094" y="248592"/>
                  </a:lnTo>
                  <a:lnTo>
                    <a:pt x="71911" y="250807"/>
                  </a:lnTo>
                  <a:lnTo>
                    <a:pt x="71585" y="252241"/>
                  </a:lnTo>
                  <a:lnTo>
                    <a:pt x="70898" y="253846"/>
                  </a:lnTo>
                  <a:lnTo>
                    <a:pt x="70229" y="254736"/>
                  </a:lnTo>
                  <a:lnTo>
                    <a:pt x="67571" y="256411"/>
                  </a:lnTo>
                  <a:lnTo>
                    <a:pt x="63926" y="258704"/>
                  </a:lnTo>
                  <a:lnTo>
                    <a:pt x="61517" y="260174"/>
                  </a:lnTo>
                  <a:lnTo>
                    <a:pt x="57932" y="262358"/>
                  </a:lnTo>
                  <a:lnTo>
                    <a:pt x="56883" y="262895"/>
                  </a:lnTo>
                  <a:lnTo>
                    <a:pt x="54704" y="263093"/>
                  </a:lnTo>
                  <a:lnTo>
                    <a:pt x="53574" y="262757"/>
                  </a:lnTo>
                  <a:lnTo>
                    <a:pt x="52046" y="262669"/>
                  </a:lnTo>
                  <a:lnTo>
                    <a:pt x="49795" y="262747"/>
                  </a:lnTo>
                  <a:lnTo>
                    <a:pt x="48224" y="263342"/>
                  </a:lnTo>
                  <a:lnTo>
                    <a:pt x="46649" y="264448"/>
                  </a:lnTo>
                  <a:lnTo>
                    <a:pt x="45489" y="265824"/>
                  </a:lnTo>
                  <a:lnTo>
                    <a:pt x="44821" y="267186"/>
                  </a:lnTo>
                  <a:lnTo>
                    <a:pt x="44583" y="267845"/>
                  </a:lnTo>
                  <a:lnTo>
                    <a:pt x="43007" y="266719"/>
                  </a:lnTo>
                  <a:lnTo>
                    <a:pt x="38029" y="264712"/>
                  </a:lnTo>
                  <a:lnTo>
                    <a:pt x="24566" y="267361"/>
                  </a:lnTo>
                  <a:lnTo>
                    <a:pt x="23293" y="266857"/>
                  </a:lnTo>
                  <a:lnTo>
                    <a:pt x="18697" y="263754"/>
                  </a:lnTo>
                  <a:lnTo>
                    <a:pt x="12780" y="259757"/>
                  </a:lnTo>
                  <a:lnTo>
                    <a:pt x="9115" y="257283"/>
                  </a:lnTo>
                  <a:lnTo>
                    <a:pt x="4412" y="254054"/>
                  </a:lnTo>
                  <a:lnTo>
                    <a:pt x="7630" y="246083"/>
                  </a:lnTo>
                  <a:lnTo>
                    <a:pt x="10438" y="239130"/>
                  </a:lnTo>
                  <a:lnTo>
                    <a:pt x="13249" y="232167"/>
                  </a:lnTo>
                  <a:lnTo>
                    <a:pt x="16022" y="225295"/>
                  </a:lnTo>
                  <a:lnTo>
                    <a:pt x="16351" y="222891"/>
                  </a:lnTo>
                  <a:lnTo>
                    <a:pt x="16393" y="218185"/>
                  </a:lnTo>
                  <a:lnTo>
                    <a:pt x="15663" y="211899"/>
                  </a:lnTo>
                  <a:lnTo>
                    <a:pt x="14491" y="209029"/>
                  </a:lnTo>
                  <a:lnTo>
                    <a:pt x="10621" y="207870"/>
                  </a:lnTo>
                  <a:lnTo>
                    <a:pt x="7712" y="206999"/>
                  </a:lnTo>
                  <a:lnTo>
                    <a:pt x="4545" y="206049"/>
                  </a:lnTo>
                  <a:lnTo>
                    <a:pt x="4133" y="205697"/>
                  </a:lnTo>
                  <a:lnTo>
                    <a:pt x="3774" y="200809"/>
                  </a:lnTo>
                  <a:lnTo>
                    <a:pt x="3930" y="198626"/>
                  </a:lnTo>
                  <a:lnTo>
                    <a:pt x="3723" y="194409"/>
                  </a:lnTo>
                  <a:lnTo>
                    <a:pt x="3753" y="191161"/>
                  </a:lnTo>
                  <a:lnTo>
                    <a:pt x="4214" y="185817"/>
                  </a:lnTo>
                  <a:lnTo>
                    <a:pt x="4239" y="183410"/>
                  </a:lnTo>
                  <a:lnTo>
                    <a:pt x="2772" y="173050"/>
                  </a:lnTo>
                  <a:lnTo>
                    <a:pt x="1959" y="167307"/>
                  </a:lnTo>
                  <a:lnTo>
                    <a:pt x="1120" y="161382"/>
                  </a:lnTo>
                  <a:lnTo>
                    <a:pt x="939" y="159494"/>
                  </a:lnTo>
                  <a:lnTo>
                    <a:pt x="923" y="157158"/>
                  </a:lnTo>
                  <a:lnTo>
                    <a:pt x="2866" y="151671"/>
                  </a:lnTo>
                  <a:lnTo>
                    <a:pt x="3469" y="150480"/>
                  </a:lnTo>
                  <a:lnTo>
                    <a:pt x="4609" y="147749"/>
                  </a:lnTo>
                  <a:lnTo>
                    <a:pt x="5321" y="146302"/>
                  </a:lnTo>
                  <a:lnTo>
                    <a:pt x="5197" y="145305"/>
                  </a:lnTo>
                  <a:lnTo>
                    <a:pt x="3957" y="144722"/>
                  </a:lnTo>
                  <a:lnTo>
                    <a:pt x="2083" y="144672"/>
                  </a:lnTo>
                  <a:lnTo>
                    <a:pt x="1086" y="143846"/>
                  </a:lnTo>
                  <a:lnTo>
                    <a:pt x="309" y="142351"/>
                  </a:lnTo>
                  <a:lnTo>
                    <a:pt x="2" y="140194"/>
                  </a:lnTo>
                  <a:lnTo>
                    <a:pt x="509" y="136351"/>
                  </a:lnTo>
                  <a:lnTo>
                    <a:pt x="0" y="128881"/>
                  </a:lnTo>
                  <a:lnTo>
                    <a:pt x="1042" y="125192"/>
                  </a:lnTo>
                  <a:lnTo>
                    <a:pt x="1936" y="122605"/>
                  </a:lnTo>
                  <a:lnTo>
                    <a:pt x="4981" y="122243"/>
                  </a:lnTo>
                  <a:lnTo>
                    <a:pt x="3926" y="119330"/>
                  </a:lnTo>
                  <a:lnTo>
                    <a:pt x="3416" y="117639"/>
                  </a:lnTo>
                  <a:lnTo>
                    <a:pt x="3089" y="117150"/>
                  </a:lnTo>
                  <a:lnTo>
                    <a:pt x="2968" y="116368"/>
                  </a:lnTo>
                  <a:lnTo>
                    <a:pt x="3130" y="115586"/>
                  </a:lnTo>
                  <a:lnTo>
                    <a:pt x="3906" y="115293"/>
                  </a:lnTo>
                  <a:lnTo>
                    <a:pt x="4437" y="114316"/>
                  </a:lnTo>
                  <a:lnTo>
                    <a:pt x="5293" y="112948"/>
                  </a:lnTo>
                  <a:lnTo>
                    <a:pt x="5743" y="112361"/>
                  </a:lnTo>
                  <a:lnTo>
                    <a:pt x="5825" y="110700"/>
                  </a:lnTo>
                  <a:lnTo>
                    <a:pt x="6232" y="109527"/>
                  </a:lnTo>
                  <a:lnTo>
                    <a:pt x="6844" y="108061"/>
                  </a:lnTo>
                  <a:lnTo>
                    <a:pt x="7333" y="106399"/>
                  </a:lnTo>
                  <a:lnTo>
                    <a:pt x="7212" y="104446"/>
                  </a:lnTo>
                  <a:lnTo>
                    <a:pt x="7661" y="102100"/>
                  </a:lnTo>
                  <a:lnTo>
                    <a:pt x="7865" y="100634"/>
                  </a:lnTo>
                  <a:lnTo>
                    <a:pt x="8192" y="99363"/>
                  </a:lnTo>
                  <a:lnTo>
                    <a:pt x="7906" y="97507"/>
                  </a:lnTo>
                  <a:lnTo>
                    <a:pt x="7661" y="95943"/>
                  </a:lnTo>
                  <a:lnTo>
                    <a:pt x="7579" y="94086"/>
                  </a:lnTo>
                  <a:lnTo>
                    <a:pt x="8069" y="93597"/>
                  </a:lnTo>
                  <a:lnTo>
                    <a:pt x="8681" y="92913"/>
                  </a:lnTo>
                  <a:lnTo>
                    <a:pt x="8804" y="91447"/>
                  </a:lnTo>
                  <a:lnTo>
                    <a:pt x="9130" y="89590"/>
                  </a:lnTo>
                  <a:lnTo>
                    <a:pt x="9375" y="88124"/>
                  </a:lnTo>
                  <a:lnTo>
                    <a:pt x="9782" y="86951"/>
                  </a:lnTo>
                  <a:lnTo>
                    <a:pt x="9823" y="85780"/>
                  </a:lnTo>
                  <a:lnTo>
                    <a:pt x="9578" y="83825"/>
                  </a:lnTo>
                  <a:lnTo>
                    <a:pt x="10599" y="83532"/>
                  </a:lnTo>
                  <a:lnTo>
                    <a:pt x="11006" y="84607"/>
                  </a:lnTo>
                  <a:lnTo>
                    <a:pt x="11550" y="86005"/>
                  </a:lnTo>
                  <a:lnTo>
                    <a:pt x="13043" y="88603"/>
                  </a:lnTo>
                  <a:lnTo>
                    <a:pt x="14008" y="89358"/>
                  </a:lnTo>
                  <a:lnTo>
                    <a:pt x="15227" y="89739"/>
                  </a:lnTo>
                  <a:lnTo>
                    <a:pt x="16723" y="89383"/>
                  </a:lnTo>
                  <a:lnTo>
                    <a:pt x="17921" y="88898"/>
                  </a:lnTo>
                  <a:lnTo>
                    <a:pt x="18486" y="89022"/>
                  </a:lnTo>
                  <a:lnTo>
                    <a:pt x="19791" y="90913"/>
                  </a:lnTo>
                  <a:lnTo>
                    <a:pt x="21315" y="93565"/>
                  </a:lnTo>
                  <a:lnTo>
                    <a:pt x="21805" y="94738"/>
                  </a:lnTo>
                  <a:lnTo>
                    <a:pt x="22032" y="96545"/>
                  </a:lnTo>
                  <a:lnTo>
                    <a:pt x="22483" y="97086"/>
                  </a:lnTo>
                  <a:lnTo>
                    <a:pt x="23456" y="95300"/>
                  </a:lnTo>
                  <a:lnTo>
                    <a:pt x="24397" y="94705"/>
                  </a:lnTo>
                  <a:lnTo>
                    <a:pt x="25264" y="95044"/>
                  </a:lnTo>
                  <a:lnTo>
                    <a:pt x="26219" y="95243"/>
                  </a:lnTo>
                  <a:lnTo>
                    <a:pt x="27176" y="94588"/>
                  </a:lnTo>
                  <a:lnTo>
                    <a:pt x="27603" y="94115"/>
                  </a:lnTo>
                  <a:lnTo>
                    <a:pt x="29273" y="91801"/>
                  </a:lnTo>
                  <a:lnTo>
                    <a:pt x="30782" y="90042"/>
                  </a:lnTo>
                  <a:lnTo>
                    <a:pt x="31724" y="88960"/>
                  </a:lnTo>
                  <a:lnTo>
                    <a:pt x="32064" y="85347"/>
                  </a:lnTo>
                  <a:lnTo>
                    <a:pt x="32498" y="83294"/>
                  </a:lnTo>
                  <a:lnTo>
                    <a:pt x="33119" y="82095"/>
                  </a:lnTo>
                  <a:lnTo>
                    <a:pt x="32886" y="80613"/>
                  </a:lnTo>
                  <a:lnTo>
                    <a:pt x="32629" y="79476"/>
                  </a:lnTo>
                  <a:lnTo>
                    <a:pt x="32365" y="77941"/>
                  </a:lnTo>
                  <a:lnTo>
                    <a:pt x="32629" y="77129"/>
                  </a:lnTo>
                  <a:lnTo>
                    <a:pt x="33233" y="76766"/>
                  </a:lnTo>
                  <a:lnTo>
                    <a:pt x="34747" y="76768"/>
                  </a:lnTo>
                  <a:lnTo>
                    <a:pt x="37405" y="75150"/>
                  </a:lnTo>
                  <a:lnTo>
                    <a:pt x="39621" y="73535"/>
                  </a:lnTo>
                  <a:lnTo>
                    <a:pt x="41668" y="72219"/>
                  </a:lnTo>
                  <a:lnTo>
                    <a:pt x="42601" y="72001"/>
                  </a:lnTo>
                  <a:lnTo>
                    <a:pt x="43484" y="72226"/>
                  </a:lnTo>
                  <a:lnTo>
                    <a:pt x="43888" y="71842"/>
                  </a:lnTo>
                  <a:lnTo>
                    <a:pt x="43999" y="70585"/>
                  </a:lnTo>
                  <a:lnTo>
                    <a:pt x="44502" y="69254"/>
                  </a:lnTo>
                  <a:lnTo>
                    <a:pt x="45640" y="68183"/>
                  </a:lnTo>
                  <a:lnTo>
                    <a:pt x="47783" y="65903"/>
                  </a:lnTo>
                  <a:lnTo>
                    <a:pt x="49671" y="62517"/>
                  </a:lnTo>
                  <a:lnTo>
                    <a:pt x="50347" y="59949"/>
                  </a:lnTo>
                  <a:lnTo>
                    <a:pt x="50800" y="56198"/>
                  </a:lnTo>
                  <a:lnTo>
                    <a:pt x="51686" y="50416"/>
                  </a:lnTo>
                  <a:lnTo>
                    <a:pt x="52658" y="44075"/>
                  </a:lnTo>
                  <a:lnTo>
                    <a:pt x="53020" y="41283"/>
                  </a:lnTo>
                  <a:lnTo>
                    <a:pt x="53438" y="39132"/>
                  </a:lnTo>
                  <a:lnTo>
                    <a:pt x="55107" y="37315"/>
                  </a:lnTo>
                  <a:lnTo>
                    <a:pt x="56811" y="36004"/>
                  </a:lnTo>
                  <a:lnTo>
                    <a:pt x="59451" y="35743"/>
                  </a:lnTo>
                  <a:lnTo>
                    <a:pt x="62553" y="35613"/>
                  </a:lnTo>
                  <a:lnTo>
                    <a:pt x="63207" y="32149"/>
                  </a:lnTo>
                  <a:lnTo>
                    <a:pt x="63617" y="29211"/>
                  </a:lnTo>
                  <a:lnTo>
                    <a:pt x="64133" y="27695"/>
                  </a:lnTo>
                  <a:lnTo>
                    <a:pt x="64884" y="26462"/>
                  </a:lnTo>
                  <a:lnTo>
                    <a:pt x="65145" y="26217"/>
                  </a:lnTo>
                  <a:lnTo>
                    <a:pt x="66819" y="28021"/>
                  </a:lnTo>
                  <a:lnTo>
                    <a:pt x="69382" y="30779"/>
                  </a:lnTo>
                  <a:lnTo>
                    <a:pt x="72367" y="32156"/>
                  </a:lnTo>
                  <a:lnTo>
                    <a:pt x="73867" y="32848"/>
                  </a:lnTo>
                  <a:lnTo>
                    <a:pt x="74489" y="32737"/>
                  </a:lnTo>
                  <a:lnTo>
                    <a:pt x="78258" y="32063"/>
                  </a:lnTo>
                  <a:lnTo>
                    <a:pt x="81234" y="33141"/>
                  </a:lnTo>
                  <a:lnTo>
                    <a:pt x="82797" y="36085"/>
                  </a:lnTo>
                  <a:lnTo>
                    <a:pt x="84330" y="36842"/>
                  </a:lnTo>
                  <a:lnTo>
                    <a:pt x="85835" y="35411"/>
                  </a:lnTo>
                  <a:lnTo>
                    <a:pt x="86767" y="35155"/>
                  </a:lnTo>
                  <a:lnTo>
                    <a:pt x="87128" y="36072"/>
                  </a:lnTo>
                  <a:lnTo>
                    <a:pt x="87880" y="36460"/>
                  </a:lnTo>
                  <a:lnTo>
                    <a:pt x="89022" y="36320"/>
                  </a:lnTo>
                  <a:lnTo>
                    <a:pt x="89675" y="37131"/>
                  </a:lnTo>
                  <a:lnTo>
                    <a:pt x="89750" y="37946"/>
                  </a:lnTo>
                  <a:lnTo>
                    <a:pt x="89837" y="38894"/>
                  </a:lnTo>
                  <a:lnTo>
                    <a:pt x="90681" y="41137"/>
                  </a:lnTo>
                  <a:lnTo>
                    <a:pt x="92206" y="43861"/>
                  </a:lnTo>
                  <a:lnTo>
                    <a:pt x="93560" y="44518"/>
                  </a:lnTo>
                  <a:lnTo>
                    <a:pt x="95341" y="42398"/>
                  </a:lnTo>
                  <a:lnTo>
                    <a:pt x="95944" y="42648"/>
                  </a:lnTo>
                  <a:lnTo>
                    <a:pt x="96238" y="41961"/>
                  </a:lnTo>
                  <a:lnTo>
                    <a:pt x="96420" y="40422"/>
                  </a:lnTo>
                  <a:lnTo>
                    <a:pt x="97499" y="38972"/>
                  </a:lnTo>
                  <a:lnTo>
                    <a:pt x="99468" y="37614"/>
                  </a:lnTo>
                  <a:lnTo>
                    <a:pt x="100585" y="36402"/>
                  </a:lnTo>
                  <a:lnTo>
                    <a:pt x="100981" y="35399"/>
                  </a:lnTo>
                  <a:lnTo>
                    <a:pt x="101649" y="35115"/>
                  </a:lnTo>
                  <a:lnTo>
                    <a:pt x="102374" y="35411"/>
                  </a:lnTo>
                  <a:lnTo>
                    <a:pt x="102889" y="35036"/>
                  </a:lnTo>
                  <a:lnTo>
                    <a:pt x="103071" y="34086"/>
                  </a:lnTo>
                  <a:lnTo>
                    <a:pt x="103279" y="33672"/>
                  </a:lnTo>
                  <a:lnTo>
                    <a:pt x="103648" y="33340"/>
                  </a:lnTo>
                  <a:lnTo>
                    <a:pt x="103976" y="33167"/>
                  </a:lnTo>
                  <a:lnTo>
                    <a:pt x="104576" y="33430"/>
                  </a:lnTo>
                  <a:lnTo>
                    <a:pt x="105681" y="35160"/>
                  </a:lnTo>
                  <a:lnTo>
                    <a:pt x="107287" y="38357"/>
                  </a:lnTo>
                  <a:lnTo>
                    <a:pt x="108332" y="39832"/>
                  </a:lnTo>
                  <a:lnTo>
                    <a:pt x="108814" y="39579"/>
                  </a:lnTo>
                  <a:lnTo>
                    <a:pt x="109430" y="38601"/>
                  </a:lnTo>
                  <a:lnTo>
                    <a:pt x="110178" y="36895"/>
                  </a:lnTo>
                  <a:lnTo>
                    <a:pt x="110366" y="34440"/>
                  </a:lnTo>
                  <a:lnTo>
                    <a:pt x="109990" y="31235"/>
                  </a:lnTo>
                  <a:lnTo>
                    <a:pt x="110248" y="28653"/>
                  </a:lnTo>
                  <a:lnTo>
                    <a:pt x="111136" y="26692"/>
                  </a:lnTo>
                  <a:lnTo>
                    <a:pt x="112786" y="25481"/>
                  </a:lnTo>
                  <a:lnTo>
                    <a:pt x="115194" y="25022"/>
                  </a:lnTo>
                  <a:lnTo>
                    <a:pt x="116671" y="25297"/>
                  </a:lnTo>
                  <a:lnTo>
                    <a:pt x="117218" y="26305"/>
                  </a:lnTo>
                  <a:lnTo>
                    <a:pt x="117956" y="26865"/>
                  </a:lnTo>
                  <a:lnTo>
                    <a:pt x="118882" y="26975"/>
                  </a:lnTo>
                  <a:lnTo>
                    <a:pt x="119732" y="25823"/>
                  </a:lnTo>
                  <a:lnTo>
                    <a:pt x="120507" y="23409"/>
                  </a:lnTo>
                  <a:lnTo>
                    <a:pt x="120550" y="20418"/>
                  </a:lnTo>
                  <a:lnTo>
                    <a:pt x="119864" y="16853"/>
                  </a:lnTo>
                  <a:lnTo>
                    <a:pt x="120052" y="15719"/>
                  </a:lnTo>
                  <a:lnTo>
                    <a:pt x="120350" y="15223"/>
                  </a:lnTo>
                  <a:lnTo>
                    <a:pt x="121269" y="13934"/>
                  </a:lnTo>
                  <a:lnTo>
                    <a:pt x="122559" y="11256"/>
                  </a:lnTo>
                  <a:lnTo>
                    <a:pt x="123803" y="7812"/>
                  </a:lnTo>
                  <a:lnTo>
                    <a:pt x="125003" y="3604"/>
                  </a:lnTo>
                  <a:lnTo>
                    <a:pt x="126485" y="999"/>
                  </a:lnTo>
                  <a:lnTo>
                    <a:pt x="128249" y="0"/>
                  </a:lnTo>
                  <a:lnTo>
                    <a:pt x="130387" y="1138"/>
                  </a:lnTo>
                  <a:lnTo>
                    <a:pt x="132901" y="4415"/>
                  </a:lnTo>
                  <a:lnTo>
                    <a:pt x="133849" y="8455"/>
                  </a:lnTo>
                  <a:lnTo>
                    <a:pt x="133233" y="13252"/>
                  </a:lnTo>
                  <a:lnTo>
                    <a:pt x="133180" y="15896"/>
                  </a:lnTo>
                  <a:lnTo>
                    <a:pt x="133691" y="16386"/>
                  </a:lnTo>
                  <a:lnTo>
                    <a:pt x="134552" y="16254"/>
                  </a:lnTo>
                  <a:lnTo>
                    <a:pt x="135763" y="15498"/>
                  </a:lnTo>
                  <a:lnTo>
                    <a:pt x="136555" y="15461"/>
                  </a:lnTo>
                  <a:lnTo>
                    <a:pt x="136928" y="16142"/>
                  </a:lnTo>
                  <a:lnTo>
                    <a:pt x="136905" y="17497"/>
                  </a:lnTo>
                  <a:lnTo>
                    <a:pt x="136483" y="19524"/>
                  </a:lnTo>
                  <a:lnTo>
                    <a:pt x="135976" y="25219"/>
                  </a:lnTo>
                  <a:lnTo>
                    <a:pt x="135663" y="30150"/>
                  </a:lnTo>
                  <a:lnTo>
                    <a:pt x="135355" y="35002"/>
                  </a:lnTo>
                  <a:lnTo>
                    <a:pt x="135086" y="39266"/>
                  </a:lnTo>
                  <a:lnTo>
                    <a:pt x="135566" y="42589"/>
                  </a:lnTo>
                  <a:lnTo>
                    <a:pt x="136294" y="47611"/>
                  </a:lnTo>
                  <a:lnTo>
                    <a:pt x="137116" y="50927"/>
                  </a:lnTo>
                  <a:lnTo>
                    <a:pt x="137957" y="51990"/>
                  </a:lnTo>
                  <a:lnTo>
                    <a:pt x="138798" y="52371"/>
                  </a:lnTo>
                  <a:lnTo>
                    <a:pt x="139641" y="52068"/>
                  </a:lnTo>
                  <a:lnTo>
                    <a:pt x="141368" y="49936"/>
                  </a:lnTo>
                  <a:lnTo>
                    <a:pt x="143978" y="45974"/>
                  </a:lnTo>
                  <a:lnTo>
                    <a:pt x="146511" y="43540"/>
                  </a:lnTo>
                  <a:lnTo>
                    <a:pt x="150196" y="42176"/>
                  </a:lnTo>
                  <a:lnTo>
                    <a:pt x="151425" y="37931"/>
                  </a:lnTo>
                  <a:lnTo>
                    <a:pt x="153134" y="35129"/>
                  </a:lnTo>
                  <a:lnTo>
                    <a:pt x="157028" y="30964"/>
                  </a:lnTo>
                  <a:lnTo>
                    <a:pt x="159148" y="29375"/>
                  </a:lnTo>
                  <a:lnTo>
                    <a:pt x="160363" y="29097"/>
                  </a:lnTo>
                  <a:lnTo>
                    <a:pt x="161885" y="29854"/>
                  </a:lnTo>
                  <a:lnTo>
                    <a:pt x="162229" y="30116"/>
                  </a:lnTo>
                  <a:lnTo>
                    <a:pt x="162532" y="30315"/>
                  </a:lnTo>
                  <a:lnTo>
                    <a:pt x="163315" y="30661"/>
                  </a:lnTo>
                  <a:lnTo>
                    <a:pt x="163478" y="31931"/>
                  </a:lnTo>
                  <a:lnTo>
                    <a:pt x="163274" y="33300"/>
                  </a:lnTo>
                  <a:lnTo>
                    <a:pt x="162430" y="34430"/>
                  </a:lnTo>
                  <a:lnTo>
                    <a:pt x="162167" y="35306"/>
                  </a:lnTo>
                  <a:lnTo>
                    <a:pt x="162487" y="35962"/>
                  </a:lnTo>
                  <a:lnTo>
                    <a:pt x="163673" y="36186"/>
                  </a:lnTo>
                  <a:lnTo>
                    <a:pt x="166131" y="34668"/>
                  </a:lnTo>
                  <a:lnTo>
                    <a:pt x="167722" y="33691"/>
                  </a:lnTo>
                  <a:lnTo>
                    <a:pt x="168825" y="33300"/>
                  </a:lnTo>
                  <a:lnTo>
                    <a:pt x="169274" y="32029"/>
                  </a:lnTo>
                  <a:lnTo>
                    <a:pt x="169967" y="30759"/>
                  </a:lnTo>
                  <a:lnTo>
                    <a:pt x="171070" y="30661"/>
                  </a:lnTo>
                  <a:lnTo>
                    <a:pt x="172253" y="31345"/>
                  </a:lnTo>
                  <a:lnTo>
                    <a:pt x="173232" y="31736"/>
                  </a:lnTo>
                  <a:lnTo>
                    <a:pt x="174900" y="31378"/>
                  </a:lnTo>
                  <a:lnTo>
                    <a:pt x="175778" y="32485"/>
                  </a:lnTo>
                  <a:lnTo>
                    <a:pt x="177011" y="34585"/>
                  </a:lnTo>
                  <a:lnTo>
                    <a:pt x="177565" y="35884"/>
                  </a:lnTo>
                  <a:close/>
                </a:path>
              </a:pathLst>
            </a:custGeom>
            <a:solidFill>
              <a:srgbClr val="FFF4F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g6"/>
            <p:cNvSpPr/>
            <p:nvPr/>
          </p:nvSpPr>
          <p:spPr>
            <a:xfrm>
              <a:off x="3508928" y="3807085"/>
              <a:ext cx="151824" cy="359450"/>
            </a:xfrm>
            <a:custGeom>
              <a:avLst/>
              <a:pathLst>
                <a:path w="151824" h="359450">
                  <a:moveTo>
                    <a:pt x="150834" y="148235"/>
                  </a:moveTo>
                  <a:lnTo>
                    <a:pt x="151103" y="152108"/>
                  </a:lnTo>
                  <a:lnTo>
                    <a:pt x="151372" y="157484"/>
                  </a:lnTo>
                  <a:lnTo>
                    <a:pt x="151564" y="161351"/>
                  </a:lnTo>
                  <a:lnTo>
                    <a:pt x="151759" y="163079"/>
                  </a:lnTo>
                  <a:lnTo>
                    <a:pt x="151824" y="164002"/>
                  </a:lnTo>
                  <a:lnTo>
                    <a:pt x="151609" y="165001"/>
                  </a:lnTo>
                  <a:lnTo>
                    <a:pt x="151429" y="167321"/>
                  </a:lnTo>
                  <a:lnTo>
                    <a:pt x="151085" y="169376"/>
                  </a:lnTo>
                  <a:lnTo>
                    <a:pt x="150890" y="170813"/>
                  </a:lnTo>
                  <a:lnTo>
                    <a:pt x="151049" y="173447"/>
                  </a:lnTo>
                  <a:lnTo>
                    <a:pt x="150920" y="177227"/>
                  </a:lnTo>
                  <a:lnTo>
                    <a:pt x="150783" y="181215"/>
                  </a:lnTo>
                  <a:lnTo>
                    <a:pt x="150741" y="185053"/>
                  </a:lnTo>
                  <a:lnTo>
                    <a:pt x="151204" y="191936"/>
                  </a:lnTo>
                  <a:lnTo>
                    <a:pt x="151141" y="194048"/>
                  </a:lnTo>
                  <a:lnTo>
                    <a:pt x="150566" y="197640"/>
                  </a:lnTo>
                  <a:lnTo>
                    <a:pt x="150130" y="200370"/>
                  </a:lnTo>
                  <a:lnTo>
                    <a:pt x="149848" y="203536"/>
                  </a:lnTo>
                  <a:lnTo>
                    <a:pt x="149797" y="205184"/>
                  </a:lnTo>
                  <a:lnTo>
                    <a:pt x="150854" y="209850"/>
                  </a:lnTo>
                  <a:lnTo>
                    <a:pt x="150791" y="210782"/>
                  </a:lnTo>
                  <a:lnTo>
                    <a:pt x="149983" y="211070"/>
                  </a:lnTo>
                  <a:lnTo>
                    <a:pt x="149313" y="211151"/>
                  </a:lnTo>
                  <a:lnTo>
                    <a:pt x="146754" y="211151"/>
                  </a:lnTo>
                  <a:lnTo>
                    <a:pt x="143087" y="211151"/>
                  </a:lnTo>
                  <a:lnTo>
                    <a:pt x="139420" y="211151"/>
                  </a:lnTo>
                  <a:lnTo>
                    <a:pt x="135753" y="211151"/>
                  </a:lnTo>
                  <a:lnTo>
                    <a:pt x="132380" y="211151"/>
                  </a:lnTo>
                  <a:lnTo>
                    <a:pt x="129154" y="211151"/>
                  </a:lnTo>
                  <a:lnTo>
                    <a:pt x="126308" y="211151"/>
                  </a:lnTo>
                  <a:lnTo>
                    <a:pt x="126309" y="215757"/>
                  </a:lnTo>
                  <a:lnTo>
                    <a:pt x="126310" y="225239"/>
                  </a:lnTo>
                  <a:lnTo>
                    <a:pt x="126310" y="234724"/>
                  </a:lnTo>
                  <a:lnTo>
                    <a:pt x="126313" y="244206"/>
                  </a:lnTo>
                  <a:lnTo>
                    <a:pt x="126314" y="253688"/>
                  </a:lnTo>
                  <a:lnTo>
                    <a:pt x="126315" y="263171"/>
                  </a:lnTo>
                  <a:lnTo>
                    <a:pt x="126316" y="272653"/>
                  </a:lnTo>
                  <a:lnTo>
                    <a:pt x="126318" y="282135"/>
                  </a:lnTo>
                  <a:lnTo>
                    <a:pt x="126319" y="291617"/>
                  </a:lnTo>
                  <a:lnTo>
                    <a:pt x="126319" y="298456"/>
                  </a:lnTo>
                  <a:lnTo>
                    <a:pt x="127065" y="307535"/>
                  </a:lnTo>
                  <a:lnTo>
                    <a:pt x="128428" y="317415"/>
                  </a:lnTo>
                  <a:lnTo>
                    <a:pt x="128961" y="318330"/>
                  </a:lnTo>
                  <a:lnTo>
                    <a:pt x="130333" y="320145"/>
                  </a:lnTo>
                  <a:lnTo>
                    <a:pt x="132238" y="323856"/>
                  </a:lnTo>
                  <a:lnTo>
                    <a:pt x="133306" y="326666"/>
                  </a:lnTo>
                  <a:lnTo>
                    <a:pt x="135477" y="331543"/>
                  </a:lnTo>
                  <a:lnTo>
                    <a:pt x="138363" y="337762"/>
                  </a:lnTo>
                  <a:lnTo>
                    <a:pt x="141149" y="343337"/>
                  </a:lnTo>
                  <a:lnTo>
                    <a:pt x="143605" y="348248"/>
                  </a:lnTo>
                  <a:lnTo>
                    <a:pt x="139750" y="349968"/>
                  </a:lnTo>
                  <a:lnTo>
                    <a:pt x="134269" y="352415"/>
                  </a:lnTo>
                  <a:lnTo>
                    <a:pt x="130569" y="354066"/>
                  </a:lnTo>
                  <a:lnTo>
                    <a:pt x="126085" y="356066"/>
                  </a:lnTo>
                  <a:lnTo>
                    <a:pt x="123094" y="357324"/>
                  </a:lnTo>
                  <a:lnTo>
                    <a:pt x="119373" y="358888"/>
                  </a:lnTo>
                  <a:lnTo>
                    <a:pt x="118779" y="358853"/>
                  </a:lnTo>
                  <a:lnTo>
                    <a:pt x="117781" y="357774"/>
                  </a:lnTo>
                  <a:lnTo>
                    <a:pt x="115629" y="357560"/>
                  </a:lnTo>
                  <a:lnTo>
                    <a:pt x="113097" y="359046"/>
                  </a:lnTo>
                  <a:lnTo>
                    <a:pt x="111088" y="359450"/>
                  </a:lnTo>
                  <a:lnTo>
                    <a:pt x="109602" y="358769"/>
                  </a:lnTo>
                  <a:lnTo>
                    <a:pt x="108152" y="357465"/>
                  </a:lnTo>
                  <a:lnTo>
                    <a:pt x="106738" y="355540"/>
                  </a:lnTo>
                  <a:lnTo>
                    <a:pt x="104287" y="354839"/>
                  </a:lnTo>
                  <a:lnTo>
                    <a:pt x="100800" y="355361"/>
                  </a:lnTo>
                  <a:lnTo>
                    <a:pt x="97438" y="354986"/>
                  </a:lnTo>
                  <a:lnTo>
                    <a:pt x="94203" y="353711"/>
                  </a:lnTo>
                  <a:lnTo>
                    <a:pt x="91887" y="353209"/>
                  </a:lnTo>
                  <a:lnTo>
                    <a:pt x="90492" y="353480"/>
                  </a:lnTo>
                  <a:lnTo>
                    <a:pt x="88997" y="353062"/>
                  </a:lnTo>
                  <a:lnTo>
                    <a:pt x="87401" y="351962"/>
                  </a:lnTo>
                  <a:lnTo>
                    <a:pt x="86070" y="350098"/>
                  </a:lnTo>
                  <a:lnTo>
                    <a:pt x="84467" y="346162"/>
                  </a:lnTo>
                  <a:lnTo>
                    <a:pt x="83214" y="342402"/>
                  </a:lnTo>
                  <a:lnTo>
                    <a:pt x="82890" y="341865"/>
                  </a:lnTo>
                  <a:lnTo>
                    <a:pt x="82493" y="341291"/>
                  </a:lnTo>
                  <a:lnTo>
                    <a:pt x="82100" y="341121"/>
                  </a:lnTo>
                  <a:lnTo>
                    <a:pt x="78551" y="341020"/>
                  </a:lnTo>
                  <a:lnTo>
                    <a:pt x="75177" y="340924"/>
                  </a:lnTo>
                  <a:lnTo>
                    <a:pt x="73245" y="340919"/>
                  </a:lnTo>
                  <a:lnTo>
                    <a:pt x="68525" y="340901"/>
                  </a:lnTo>
                  <a:lnTo>
                    <a:pt x="63804" y="340884"/>
                  </a:lnTo>
                  <a:lnTo>
                    <a:pt x="59082" y="340867"/>
                  </a:lnTo>
                  <a:lnTo>
                    <a:pt x="54361" y="340850"/>
                  </a:lnTo>
                  <a:lnTo>
                    <a:pt x="49640" y="340832"/>
                  </a:lnTo>
                  <a:lnTo>
                    <a:pt x="44918" y="340818"/>
                  </a:lnTo>
                  <a:lnTo>
                    <a:pt x="40197" y="340800"/>
                  </a:lnTo>
                  <a:lnTo>
                    <a:pt x="35475" y="340783"/>
                  </a:lnTo>
                  <a:lnTo>
                    <a:pt x="32968" y="340774"/>
                  </a:lnTo>
                  <a:lnTo>
                    <a:pt x="30637" y="341072"/>
                  </a:lnTo>
                  <a:lnTo>
                    <a:pt x="28065" y="341401"/>
                  </a:lnTo>
                  <a:lnTo>
                    <a:pt x="27694" y="341262"/>
                  </a:lnTo>
                  <a:lnTo>
                    <a:pt x="27084" y="340806"/>
                  </a:lnTo>
                  <a:lnTo>
                    <a:pt x="26667" y="339978"/>
                  </a:lnTo>
                  <a:lnTo>
                    <a:pt x="25283" y="337840"/>
                  </a:lnTo>
                  <a:lnTo>
                    <a:pt x="24078" y="336218"/>
                  </a:lnTo>
                  <a:lnTo>
                    <a:pt x="22441" y="333491"/>
                  </a:lnTo>
                  <a:lnTo>
                    <a:pt x="21383" y="330502"/>
                  </a:lnTo>
                  <a:lnTo>
                    <a:pt x="20492" y="329549"/>
                  </a:lnTo>
                  <a:lnTo>
                    <a:pt x="18912" y="329010"/>
                  </a:lnTo>
                  <a:lnTo>
                    <a:pt x="17725" y="328482"/>
                  </a:lnTo>
                  <a:lnTo>
                    <a:pt x="16758" y="328363"/>
                  </a:lnTo>
                  <a:lnTo>
                    <a:pt x="15056" y="329774"/>
                  </a:lnTo>
                  <a:lnTo>
                    <a:pt x="13773" y="331168"/>
                  </a:lnTo>
                  <a:lnTo>
                    <a:pt x="12859" y="332516"/>
                  </a:lnTo>
                  <a:lnTo>
                    <a:pt x="11272" y="334062"/>
                  </a:lnTo>
                  <a:lnTo>
                    <a:pt x="9934" y="335603"/>
                  </a:lnTo>
                  <a:lnTo>
                    <a:pt x="7603" y="335401"/>
                  </a:lnTo>
                  <a:lnTo>
                    <a:pt x="7100" y="335624"/>
                  </a:lnTo>
                  <a:lnTo>
                    <a:pt x="5803" y="335523"/>
                  </a:lnTo>
                  <a:lnTo>
                    <a:pt x="4581" y="334181"/>
                  </a:lnTo>
                  <a:lnTo>
                    <a:pt x="3342" y="334299"/>
                  </a:lnTo>
                  <a:lnTo>
                    <a:pt x="1967" y="336013"/>
                  </a:lnTo>
                  <a:lnTo>
                    <a:pt x="0" y="336683"/>
                  </a:lnTo>
                  <a:lnTo>
                    <a:pt x="456" y="325515"/>
                  </a:lnTo>
                  <a:lnTo>
                    <a:pt x="936" y="320575"/>
                  </a:lnTo>
                  <a:lnTo>
                    <a:pt x="948" y="314671"/>
                  </a:lnTo>
                  <a:lnTo>
                    <a:pt x="665" y="299368"/>
                  </a:lnTo>
                  <a:lnTo>
                    <a:pt x="325" y="297268"/>
                  </a:lnTo>
                  <a:lnTo>
                    <a:pt x="96" y="294803"/>
                  </a:lnTo>
                  <a:lnTo>
                    <a:pt x="1315" y="292925"/>
                  </a:lnTo>
                  <a:lnTo>
                    <a:pt x="1935" y="291490"/>
                  </a:lnTo>
                  <a:lnTo>
                    <a:pt x="2774" y="288954"/>
                  </a:lnTo>
                  <a:lnTo>
                    <a:pt x="3369" y="285399"/>
                  </a:lnTo>
                  <a:lnTo>
                    <a:pt x="4074" y="277556"/>
                  </a:lnTo>
                  <a:lnTo>
                    <a:pt x="6631" y="259509"/>
                  </a:lnTo>
                  <a:lnTo>
                    <a:pt x="7846" y="241826"/>
                  </a:lnTo>
                  <a:lnTo>
                    <a:pt x="9386" y="233446"/>
                  </a:lnTo>
                  <a:lnTo>
                    <a:pt x="9963" y="224059"/>
                  </a:lnTo>
                  <a:lnTo>
                    <a:pt x="14247" y="211942"/>
                  </a:lnTo>
                  <a:lnTo>
                    <a:pt x="15303" y="204494"/>
                  </a:lnTo>
                  <a:lnTo>
                    <a:pt x="17517" y="200844"/>
                  </a:lnTo>
                  <a:lnTo>
                    <a:pt x="20655" y="196951"/>
                  </a:lnTo>
                  <a:lnTo>
                    <a:pt x="22888" y="190028"/>
                  </a:lnTo>
                  <a:lnTo>
                    <a:pt x="23969" y="185232"/>
                  </a:lnTo>
                  <a:lnTo>
                    <a:pt x="25201" y="176041"/>
                  </a:lnTo>
                  <a:lnTo>
                    <a:pt x="25188" y="166444"/>
                  </a:lnTo>
                  <a:lnTo>
                    <a:pt x="25967" y="153631"/>
                  </a:lnTo>
                  <a:lnTo>
                    <a:pt x="25796" y="149946"/>
                  </a:lnTo>
                  <a:lnTo>
                    <a:pt x="24629" y="144848"/>
                  </a:lnTo>
                  <a:lnTo>
                    <a:pt x="24412" y="141197"/>
                  </a:lnTo>
                  <a:lnTo>
                    <a:pt x="23327" y="137613"/>
                  </a:lnTo>
                  <a:lnTo>
                    <a:pt x="22167" y="134906"/>
                  </a:lnTo>
                  <a:lnTo>
                    <a:pt x="21623" y="130073"/>
                  </a:lnTo>
                  <a:lnTo>
                    <a:pt x="19609" y="122443"/>
                  </a:lnTo>
                  <a:lnTo>
                    <a:pt x="19058" y="117356"/>
                  </a:lnTo>
                  <a:lnTo>
                    <a:pt x="18093" y="113706"/>
                  </a:lnTo>
                  <a:lnTo>
                    <a:pt x="17939" y="109198"/>
                  </a:lnTo>
                  <a:lnTo>
                    <a:pt x="17431" y="104440"/>
                  </a:lnTo>
                  <a:lnTo>
                    <a:pt x="16447" y="99733"/>
                  </a:lnTo>
                  <a:lnTo>
                    <a:pt x="15492" y="94346"/>
                  </a:lnTo>
                  <a:lnTo>
                    <a:pt x="15492" y="92661"/>
                  </a:lnTo>
                  <a:lnTo>
                    <a:pt x="16087" y="90629"/>
                  </a:lnTo>
                  <a:lnTo>
                    <a:pt x="16655" y="89962"/>
                  </a:lnTo>
                  <a:lnTo>
                    <a:pt x="16463" y="90984"/>
                  </a:lnTo>
                  <a:lnTo>
                    <a:pt x="16085" y="92193"/>
                  </a:lnTo>
                  <a:lnTo>
                    <a:pt x="16174" y="93128"/>
                  </a:lnTo>
                  <a:lnTo>
                    <a:pt x="19940" y="83683"/>
                  </a:lnTo>
                  <a:lnTo>
                    <a:pt x="20178" y="81837"/>
                  </a:lnTo>
                  <a:lnTo>
                    <a:pt x="20052" y="79770"/>
                  </a:lnTo>
                  <a:lnTo>
                    <a:pt x="20031" y="77243"/>
                  </a:lnTo>
                  <a:lnTo>
                    <a:pt x="20181" y="74302"/>
                  </a:lnTo>
                  <a:lnTo>
                    <a:pt x="16631" y="56881"/>
                  </a:lnTo>
                  <a:lnTo>
                    <a:pt x="13811" y="40678"/>
                  </a:lnTo>
                  <a:lnTo>
                    <a:pt x="13331" y="32492"/>
                  </a:lnTo>
                  <a:lnTo>
                    <a:pt x="9603" y="21723"/>
                  </a:lnTo>
                  <a:lnTo>
                    <a:pt x="8132" y="14722"/>
                  </a:lnTo>
                  <a:lnTo>
                    <a:pt x="7295" y="9814"/>
                  </a:lnTo>
                  <a:lnTo>
                    <a:pt x="6666" y="7952"/>
                  </a:lnTo>
                  <a:lnTo>
                    <a:pt x="6903" y="7015"/>
                  </a:lnTo>
                  <a:lnTo>
                    <a:pt x="7864" y="6769"/>
                  </a:lnTo>
                  <a:lnTo>
                    <a:pt x="10000" y="5635"/>
                  </a:lnTo>
                  <a:lnTo>
                    <a:pt x="12926" y="4394"/>
                  </a:lnTo>
                  <a:lnTo>
                    <a:pt x="15630" y="1549"/>
                  </a:lnTo>
                  <a:lnTo>
                    <a:pt x="16351" y="285"/>
                  </a:lnTo>
                  <a:lnTo>
                    <a:pt x="17785" y="31"/>
                  </a:lnTo>
                  <a:lnTo>
                    <a:pt x="19244" y="787"/>
                  </a:lnTo>
                  <a:lnTo>
                    <a:pt x="19785" y="242"/>
                  </a:lnTo>
                  <a:lnTo>
                    <a:pt x="20094" y="196"/>
                  </a:lnTo>
                  <a:lnTo>
                    <a:pt x="23519" y="193"/>
                  </a:lnTo>
                  <a:lnTo>
                    <a:pt x="24944" y="0"/>
                  </a:lnTo>
                  <a:lnTo>
                    <a:pt x="27585" y="60"/>
                  </a:lnTo>
                  <a:lnTo>
                    <a:pt x="29254" y="294"/>
                  </a:lnTo>
                  <a:lnTo>
                    <a:pt x="30204" y="614"/>
                  </a:lnTo>
                  <a:lnTo>
                    <a:pt x="32769" y="1108"/>
                  </a:lnTo>
                  <a:lnTo>
                    <a:pt x="35968" y="995"/>
                  </a:lnTo>
                  <a:lnTo>
                    <a:pt x="37097" y="735"/>
                  </a:lnTo>
                  <a:lnTo>
                    <a:pt x="41292" y="571"/>
                  </a:lnTo>
                  <a:lnTo>
                    <a:pt x="45434" y="403"/>
                  </a:lnTo>
                  <a:lnTo>
                    <a:pt x="49160" y="256"/>
                  </a:lnTo>
                  <a:lnTo>
                    <a:pt x="53272" y="288"/>
                  </a:lnTo>
                  <a:lnTo>
                    <a:pt x="56419" y="308"/>
                  </a:lnTo>
                  <a:lnTo>
                    <a:pt x="57853" y="1330"/>
                  </a:lnTo>
                  <a:lnTo>
                    <a:pt x="59157" y="3269"/>
                  </a:lnTo>
                  <a:lnTo>
                    <a:pt x="59750" y="5026"/>
                  </a:lnTo>
                  <a:lnTo>
                    <a:pt x="60032" y="5803"/>
                  </a:lnTo>
                  <a:lnTo>
                    <a:pt x="60421" y="7664"/>
                  </a:lnTo>
                  <a:lnTo>
                    <a:pt x="61133" y="9133"/>
                  </a:lnTo>
                  <a:lnTo>
                    <a:pt x="61386" y="11412"/>
                  </a:lnTo>
                  <a:lnTo>
                    <a:pt x="61179" y="14503"/>
                  </a:lnTo>
                  <a:lnTo>
                    <a:pt x="61283" y="18217"/>
                  </a:lnTo>
                  <a:lnTo>
                    <a:pt x="61697" y="22554"/>
                  </a:lnTo>
                  <a:lnTo>
                    <a:pt x="62563" y="27107"/>
                  </a:lnTo>
                  <a:lnTo>
                    <a:pt x="63875" y="31877"/>
                  </a:lnTo>
                  <a:lnTo>
                    <a:pt x="64447" y="35663"/>
                  </a:lnTo>
                  <a:lnTo>
                    <a:pt x="64277" y="38468"/>
                  </a:lnTo>
                  <a:lnTo>
                    <a:pt x="64681" y="41435"/>
                  </a:lnTo>
                  <a:lnTo>
                    <a:pt x="65656" y="44557"/>
                  </a:lnTo>
                  <a:lnTo>
                    <a:pt x="66369" y="46210"/>
                  </a:lnTo>
                  <a:lnTo>
                    <a:pt x="66783" y="47460"/>
                  </a:lnTo>
                  <a:lnTo>
                    <a:pt x="67893" y="52247"/>
                  </a:lnTo>
                  <a:lnTo>
                    <a:pt x="69945" y="59888"/>
                  </a:lnTo>
                  <a:lnTo>
                    <a:pt x="71484" y="65619"/>
                  </a:lnTo>
                  <a:lnTo>
                    <a:pt x="72021" y="66303"/>
                  </a:lnTo>
                  <a:lnTo>
                    <a:pt x="72808" y="66058"/>
                  </a:lnTo>
                  <a:lnTo>
                    <a:pt x="74479" y="65486"/>
                  </a:lnTo>
                  <a:lnTo>
                    <a:pt x="76136" y="65377"/>
                  </a:lnTo>
                  <a:lnTo>
                    <a:pt x="77317" y="66557"/>
                  </a:lnTo>
                  <a:lnTo>
                    <a:pt x="77791" y="66355"/>
                  </a:lnTo>
                  <a:lnTo>
                    <a:pt x="79572" y="64081"/>
                  </a:lnTo>
                  <a:lnTo>
                    <a:pt x="81341" y="63386"/>
                  </a:lnTo>
                  <a:lnTo>
                    <a:pt x="83190" y="62448"/>
                  </a:lnTo>
                  <a:lnTo>
                    <a:pt x="84152" y="61484"/>
                  </a:lnTo>
                  <a:lnTo>
                    <a:pt x="85272" y="61487"/>
                  </a:lnTo>
                  <a:lnTo>
                    <a:pt x="88294" y="63322"/>
                  </a:lnTo>
                  <a:lnTo>
                    <a:pt x="88863" y="63420"/>
                  </a:lnTo>
                  <a:lnTo>
                    <a:pt x="91309" y="63420"/>
                  </a:lnTo>
                  <a:lnTo>
                    <a:pt x="93754" y="62390"/>
                  </a:lnTo>
                  <a:lnTo>
                    <a:pt x="94113" y="54706"/>
                  </a:lnTo>
                  <a:lnTo>
                    <a:pt x="94135" y="53185"/>
                  </a:lnTo>
                  <a:lnTo>
                    <a:pt x="94723" y="50296"/>
                  </a:lnTo>
                  <a:lnTo>
                    <a:pt x="95470" y="47780"/>
                  </a:lnTo>
                  <a:lnTo>
                    <a:pt x="95563" y="45373"/>
                  </a:lnTo>
                  <a:lnTo>
                    <a:pt x="95519" y="42087"/>
                  </a:lnTo>
                  <a:lnTo>
                    <a:pt x="96060" y="38096"/>
                  </a:lnTo>
                  <a:lnTo>
                    <a:pt x="97697" y="34925"/>
                  </a:lnTo>
                  <a:lnTo>
                    <a:pt x="100348" y="33424"/>
                  </a:lnTo>
                  <a:lnTo>
                    <a:pt x="101857" y="33133"/>
                  </a:lnTo>
                  <a:lnTo>
                    <a:pt x="104234" y="32241"/>
                  </a:lnTo>
                  <a:lnTo>
                    <a:pt x="107839" y="31341"/>
                  </a:lnTo>
                  <a:lnTo>
                    <a:pt x="109170" y="31462"/>
                  </a:lnTo>
                  <a:lnTo>
                    <a:pt x="109277" y="31912"/>
                  </a:lnTo>
                  <a:lnTo>
                    <a:pt x="108514" y="37426"/>
                  </a:lnTo>
                  <a:lnTo>
                    <a:pt x="108501" y="39230"/>
                  </a:lnTo>
                  <a:lnTo>
                    <a:pt x="108779" y="41051"/>
                  </a:lnTo>
                  <a:lnTo>
                    <a:pt x="109389" y="42035"/>
                  </a:lnTo>
                  <a:lnTo>
                    <a:pt x="113129" y="42144"/>
                  </a:lnTo>
                  <a:lnTo>
                    <a:pt x="116577" y="42248"/>
                  </a:lnTo>
                  <a:lnTo>
                    <a:pt x="120532" y="42595"/>
                  </a:lnTo>
                  <a:lnTo>
                    <a:pt x="123496" y="42854"/>
                  </a:lnTo>
                  <a:lnTo>
                    <a:pt x="123874" y="43126"/>
                  </a:lnTo>
                  <a:lnTo>
                    <a:pt x="124175" y="43538"/>
                  </a:lnTo>
                  <a:lnTo>
                    <a:pt x="124614" y="46268"/>
                  </a:lnTo>
                  <a:lnTo>
                    <a:pt x="124515" y="51606"/>
                  </a:lnTo>
                  <a:lnTo>
                    <a:pt x="123854" y="59401"/>
                  </a:lnTo>
                  <a:lnTo>
                    <a:pt x="124111" y="66684"/>
                  </a:lnTo>
                  <a:lnTo>
                    <a:pt x="125284" y="73457"/>
                  </a:lnTo>
                  <a:lnTo>
                    <a:pt x="125400" y="83865"/>
                  </a:lnTo>
                  <a:lnTo>
                    <a:pt x="124987" y="90075"/>
                  </a:lnTo>
                  <a:lnTo>
                    <a:pt x="124464" y="97904"/>
                  </a:lnTo>
                  <a:lnTo>
                    <a:pt x="124263" y="106777"/>
                  </a:lnTo>
                  <a:lnTo>
                    <a:pt x="124799" y="110485"/>
                  </a:lnTo>
                  <a:lnTo>
                    <a:pt x="125934" y="114366"/>
                  </a:lnTo>
                  <a:lnTo>
                    <a:pt x="127668" y="118421"/>
                  </a:lnTo>
                  <a:lnTo>
                    <a:pt x="129008" y="123676"/>
                  </a:lnTo>
                  <a:lnTo>
                    <a:pt x="129956" y="130131"/>
                  </a:lnTo>
                  <a:lnTo>
                    <a:pt x="130300" y="134197"/>
                  </a:lnTo>
                  <a:lnTo>
                    <a:pt x="130044" y="135870"/>
                  </a:lnTo>
                  <a:lnTo>
                    <a:pt x="130063" y="138773"/>
                  </a:lnTo>
                  <a:lnTo>
                    <a:pt x="130357" y="142903"/>
                  </a:lnTo>
                  <a:lnTo>
                    <a:pt x="130029" y="145641"/>
                  </a:lnTo>
                  <a:lnTo>
                    <a:pt x="129080" y="146986"/>
                  </a:lnTo>
                  <a:lnTo>
                    <a:pt x="128764" y="148841"/>
                  </a:lnTo>
                  <a:lnTo>
                    <a:pt x="129242" y="152399"/>
                  </a:lnTo>
                  <a:lnTo>
                    <a:pt x="129359" y="155628"/>
                  </a:lnTo>
                  <a:lnTo>
                    <a:pt x="129735" y="156860"/>
                  </a:lnTo>
                  <a:lnTo>
                    <a:pt x="130009" y="157761"/>
                  </a:lnTo>
                  <a:lnTo>
                    <a:pt x="130455" y="157894"/>
                  </a:lnTo>
                  <a:lnTo>
                    <a:pt x="131417" y="156736"/>
                  </a:lnTo>
                  <a:lnTo>
                    <a:pt x="132567" y="154587"/>
                  </a:lnTo>
                  <a:lnTo>
                    <a:pt x="133491" y="153675"/>
                  </a:lnTo>
                  <a:lnTo>
                    <a:pt x="134793" y="153790"/>
                  </a:lnTo>
                  <a:lnTo>
                    <a:pt x="136622" y="154396"/>
                  </a:lnTo>
                  <a:lnTo>
                    <a:pt x="139849" y="154621"/>
                  </a:lnTo>
                  <a:lnTo>
                    <a:pt x="140842" y="154235"/>
                  </a:lnTo>
                  <a:lnTo>
                    <a:pt x="143846" y="151329"/>
                  </a:lnTo>
                  <a:lnTo>
                    <a:pt x="144633" y="151118"/>
                  </a:lnTo>
                  <a:lnTo>
                    <a:pt x="145818" y="151392"/>
                  </a:lnTo>
                  <a:lnTo>
                    <a:pt x="147501" y="152249"/>
                  </a:lnTo>
                  <a:lnTo>
                    <a:pt x="149198" y="152428"/>
                  </a:lnTo>
                  <a:lnTo>
                    <a:pt x="150028" y="151528"/>
                  </a:lnTo>
                  <a:lnTo>
                    <a:pt x="150104" y="150353"/>
                  </a:lnTo>
                  <a:lnTo>
                    <a:pt x="150368" y="148818"/>
                  </a:lnTo>
                  <a:close/>
                </a:path>
              </a:pathLst>
            </a:custGeom>
            <a:solidFill>
              <a:srgbClr val="EAF3E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g7"/>
            <p:cNvSpPr/>
            <p:nvPr/>
          </p:nvSpPr>
          <p:spPr>
            <a:xfrm>
              <a:off x="3512325" y="3764940"/>
              <a:ext cx="13011" cy="39293"/>
            </a:xfrm>
            <a:custGeom>
              <a:avLst/>
              <a:pathLst>
                <a:path w="13011" h="39293">
                  <a:moveTo>
                    <a:pt x="2410" y="39293"/>
                  </a:moveTo>
                  <a:lnTo>
                    <a:pt x="2229" y="38503"/>
                  </a:lnTo>
                  <a:lnTo>
                    <a:pt x="1691" y="35571"/>
                  </a:lnTo>
                  <a:lnTo>
                    <a:pt x="1995" y="32792"/>
                  </a:lnTo>
                  <a:lnTo>
                    <a:pt x="2322" y="30711"/>
                  </a:lnTo>
                  <a:lnTo>
                    <a:pt x="1959" y="26472"/>
                  </a:lnTo>
                  <a:lnTo>
                    <a:pt x="1137" y="22701"/>
                  </a:lnTo>
                  <a:lnTo>
                    <a:pt x="266" y="17914"/>
                  </a:lnTo>
                  <a:lnTo>
                    <a:pt x="0" y="17002"/>
                  </a:lnTo>
                  <a:lnTo>
                    <a:pt x="730" y="15461"/>
                  </a:lnTo>
                  <a:lnTo>
                    <a:pt x="1835" y="12079"/>
                  </a:lnTo>
                  <a:lnTo>
                    <a:pt x="2294" y="10333"/>
                  </a:lnTo>
                  <a:lnTo>
                    <a:pt x="3573" y="9946"/>
                  </a:lnTo>
                  <a:lnTo>
                    <a:pt x="4051" y="8723"/>
                  </a:lnTo>
                  <a:lnTo>
                    <a:pt x="4388" y="6761"/>
                  </a:lnTo>
                  <a:lnTo>
                    <a:pt x="4518" y="5621"/>
                  </a:lnTo>
                  <a:lnTo>
                    <a:pt x="5961" y="4686"/>
                  </a:lnTo>
                  <a:lnTo>
                    <a:pt x="7691" y="3021"/>
                  </a:lnTo>
                  <a:lnTo>
                    <a:pt x="8651" y="1206"/>
                  </a:lnTo>
                  <a:lnTo>
                    <a:pt x="9623" y="49"/>
                  </a:lnTo>
                  <a:lnTo>
                    <a:pt x="10239" y="0"/>
                  </a:lnTo>
                  <a:lnTo>
                    <a:pt x="10645" y="479"/>
                  </a:lnTo>
                  <a:lnTo>
                    <a:pt x="11760" y="3630"/>
                  </a:lnTo>
                  <a:lnTo>
                    <a:pt x="12706" y="5624"/>
                  </a:lnTo>
                  <a:lnTo>
                    <a:pt x="13011" y="6082"/>
                  </a:lnTo>
                  <a:lnTo>
                    <a:pt x="12820" y="6564"/>
                  </a:lnTo>
                  <a:lnTo>
                    <a:pt x="11464" y="7872"/>
                  </a:lnTo>
                  <a:lnTo>
                    <a:pt x="10011" y="9092"/>
                  </a:lnTo>
                  <a:lnTo>
                    <a:pt x="8100" y="14079"/>
                  </a:lnTo>
                  <a:lnTo>
                    <a:pt x="7130" y="16237"/>
                  </a:lnTo>
                  <a:lnTo>
                    <a:pt x="6850" y="16774"/>
                  </a:lnTo>
                  <a:lnTo>
                    <a:pt x="5977" y="17966"/>
                  </a:lnTo>
                  <a:lnTo>
                    <a:pt x="5344" y="18987"/>
                  </a:lnTo>
                  <a:lnTo>
                    <a:pt x="5366" y="19553"/>
                  </a:lnTo>
                  <a:lnTo>
                    <a:pt x="5787" y="20205"/>
                  </a:lnTo>
                  <a:lnTo>
                    <a:pt x="6219" y="21275"/>
                  </a:lnTo>
                  <a:lnTo>
                    <a:pt x="6177" y="29422"/>
                  </a:lnTo>
                  <a:lnTo>
                    <a:pt x="5989" y="37435"/>
                  </a:lnTo>
                  <a:lnTo>
                    <a:pt x="5752" y="38113"/>
                  </a:lnTo>
                  <a:lnTo>
                    <a:pt x="4537" y="38379"/>
                  </a:lnTo>
                  <a:lnTo>
                    <a:pt x="2923" y="38933"/>
                  </a:lnTo>
                  <a:close/>
                </a:path>
              </a:pathLst>
            </a:custGeom>
            <a:solidFill>
              <a:srgbClr val="EAF3E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g8"/>
            <p:cNvSpPr/>
            <p:nvPr/>
          </p:nvSpPr>
          <p:spPr>
            <a:xfrm>
              <a:off x="2584638" y="3094217"/>
              <a:ext cx="2226" cy="2905"/>
            </a:xfrm>
            <a:custGeom>
              <a:avLst/>
              <a:pathLst>
                <a:path w="2226" h="2905">
                  <a:moveTo>
                    <a:pt x="1959" y="1416"/>
                  </a:moveTo>
                  <a:lnTo>
                    <a:pt x="0" y="2905"/>
                  </a:lnTo>
                  <a:lnTo>
                    <a:pt x="82" y="2051"/>
                  </a:lnTo>
                  <a:lnTo>
                    <a:pt x="1653" y="0"/>
                  </a:lnTo>
                  <a:lnTo>
                    <a:pt x="2226" y="145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g9"/>
            <p:cNvSpPr/>
            <p:nvPr/>
          </p:nvSpPr>
          <p:spPr>
            <a:xfrm>
              <a:off x="3601940" y="2373864"/>
              <a:ext cx="21599" cy="88482"/>
            </a:xfrm>
            <a:custGeom>
              <a:avLst/>
              <a:pathLst>
                <a:path w="21599" h="88482">
                  <a:moveTo>
                    <a:pt x="9665" y="2975"/>
                  </a:moveTo>
                  <a:lnTo>
                    <a:pt x="10153" y="3643"/>
                  </a:lnTo>
                  <a:lnTo>
                    <a:pt x="11168" y="6562"/>
                  </a:lnTo>
                  <a:lnTo>
                    <a:pt x="11844" y="9130"/>
                  </a:lnTo>
                  <a:lnTo>
                    <a:pt x="13173" y="10021"/>
                  </a:lnTo>
                  <a:lnTo>
                    <a:pt x="13914" y="11021"/>
                  </a:lnTo>
                  <a:lnTo>
                    <a:pt x="14866" y="12545"/>
                  </a:lnTo>
                  <a:lnTo>
                    <a:pt x="15328" y="14079"/>
                  </a:lnTo>
                  <a:lnTo>
                    <a:pt x="15976" y="18759"/>
                  </a:lnTo>
                  <a:lnTo>
                    <a:pt x="16051" y="21586"/>
                  </a:lnTo>
                  <a:lnTo>
                    <a:pt x="15863" y="22878"/>
                  </a:lnTo>
                  <a:lnTo>
                    <a:pt x="15701" y="23213"/>
                  </a:lnTo>
                  <a:lnTo>
                    <a:pt x="15110" y="27819"/>
                  </a:lnTo>
                  <a:lnTo>
                    <a:pt x="15251" y="30166"/>
                  </a:lnTo>
                  <a:lnTo>
                    <a:pt x="15246" y="31711"/>
                  </a:lnTo>
                  <a:lnTo>
                    <a:pt x="14745" y="32322"/>
                  </a:lnTo>
                  <a:lnTo>
                    <a:pt x="14412" y="33291"/>
                  </a:lnTo>
                  <a:lnTo>
                    <a:pt x="14952" y="37129"/>
                  </a:lnTo>
                  <a:lnTo>
                    <a:pt x="14886" y="38764"/>
                  </a:lnTo>
                  <a:lnTo>
                    <a:pt x="14910" y="40640"/>
                  </a:lnTo>
                  <a:lnTo>
                    <a:pt x="15883" y="44918"/>
                  </a:lnTo>
                  <a:lnTo>
                    <a:pt x="16458" y="46241"/>
                  </a:lnTo>
                  <a:lnTo>
                    <a:pt x="16972" y="46873"/>
                  </a:lnTo>
                  <a:lnTo>
                    <a:pt x="17628" y="50811"/>
                  </a:lnTo>
                  <a:lnTo>
                    <a:pt x="18018" y="51494"/>
                  </a:lnTo>
                  <a:lnTo>
                    <a:pt x="19614" y="51120"/>
                  </a:lnTo>
                  <a:lnTo>
                    <a:pt x="20395" y="51557"/>
                  </a:lnTo>
                  <a:lnTo>
                    <a:pt x="20705" y="52491"/>
                  </a:lnTo>
                  <a:lnTo>
                    <a:pt x="20775" y="53130"/>
                  </a:lnTo>
                  <a:lnTo>
                    <a:pt x="20670" y="55335"/>
                  </a:lnTo>
                  <a:lnTo>
                    <a:pt x="21066" y="57034"/>
                  </a:lnTo>
                  <a:lnTo>
                    <a:pt x="21599" y="58782"/>
                  </a:lnTo>
                  <a:lnTo>
                    <a:pt x="21597" y="59851"/>
                  </a:lnTo>
                  <a:lnTo>
                    <a:pt x="21240" y="61596"/>
                  </a:lnTo>
                  <a:lnTo>
                    <a:pt x="20601" y="63635"/>
                  </a:lnTo>
                  <a:lnTo>
                    <a:pt x="19755" y="64417"/>
                  </a:lnTo>
                  <a:lnTo>
                    <a:pt x="18823" y="65081"/>
                  </a:lnTo>
                  <a:lnTo>
                    <a:pt x="18378" y="66664"/>
                  </a:lnTo>
                  <a:lnTo>
                    <a:pt x="18151" y="68347"/>
                  </a:lnTo>
                  <a:lnTo>
                    <a:pt x="17734" y="69596"/>
                  </a:lnTo>
                  <a:lnTo>
                    <a:pt x="17476" y="70963"/>
                  </a:lnTo>
                  <a:lnTo>
                    <a:pt x="17081" y="73760"/>
                  </a:lnTo>
                  <a:lnTo>
                    <a:pt x="16988" y="74775"/>
                  </a:lnTo>
                  <a:lnTo>
                    <a:pt x="16357" y="75801"/>
                  </a:lnTo>
                  <a:lnTo>
                    <a:pt x="15380" y="76220"/>
                  </a:lnTo>
                  <a:lnTo>
                    <a:pt x="14504" y="76306"/>
                  </a:lnTo>
                  <a:lnTo>
                    <a:pt x="13911" y="76782"/>
                  </a:lnTo>
                  <a:lnTo>
                    <a:pt x="13611" y="77736"/>
                  </a:lnTo>
                  <a:lnTo>
                    <a:pt x="13053" y="78508"/>
                  </a:lnTo>
                  <a:lnTo>
                    <a:pt x="12715" y="78851"/>
                  </a:lnTo>
                  <a:lnTo>
                    <a:pt x="12718" y="79698"/>
                  </a:lnTo>
                  <a:lnTo>
                    <a:pt x="13124" y="81476"/>
                  </a:lnTo>
                  <a:lnTo>
                    <a:pt x="13585" y="82919"/>
                  </a:lnTo>
                  <a:lnTo>
                    <a:pt x="13595" y="84076"/>
                  </a:lnTo>
                  <a:lnTo>
                    <a:pt x="13368" y="84398"/>
                  </a:lnTo>
                  <a:lnTo>
                    <a:pt x="12654" y="84252"/>
                  </a:lnTo>
                  <a:lnTo>
                    <a:pt x="12502" y="84679"/>
                  </a:lnTo>
                  <a:lnTo>
                    <a:pt x="12425" y="85969"/>
                  </a:lnTo>
                  <a:lnTo>
                    <a:pt x="12233" y="87074"/>
                  </a:lnTo>
                  <a:lnTo>
                    <a:pt x="11939" y="87748"/>
                  </a:lnTo>
                  <a:lnTo>
                    <a:pt x="11428" y="88482"/>
                  </a:lnTo>
                  <a:lnTo>
                    <a:pt x="10493" y="88243"/>
                  </a:lnTo>
                  <a:lnTo>
                    <a:pt x="9613" y="87134"/>
                  </a:lnTo>
                  <a:lnTo>
                    <a:pt x="9154" y="86793"/>
                  </a:lnTo>
                  <a:lnTo>
                    <a:pt x="8892" y="86830"/>
                  </a:lnTo>
                  <a:lnTo>
                    <a:pt x="8822" y="84123"/>
                  </a:lnTo>
                  <a:lnTo>
                    <a:pt x="8442" y="82018"/>
                  </a:lnTo>
                  <a:lnTo>
                    <a:pt x="7048" y="76957"/>
                  </a:lnTo>
                  <a:lnTo>
                    <a:pt x="2516" y="72040"/>
                  </a:lnTo>
                  <a:lnTo>
                    <a:pt x="1449" y="69826"/>
                  </a:lnTo>
                  <a:lnTo>
                    <a:pt x="980" y="67969"/>
                  </a:lnTo>
                  <a:lnTo>
                    <a:pt x="513" y="66215"/>
                  </a:lnTo>
                  <a:lnTo>
                    <a:pt x="961" y="66166"/>
                  </a:lnTo>
                  <a:lnTo>
                    <a:pt x="1405" y="66610"/>
                  </a:lnTo>
                  <a:lnTo>
                    <a:pt x="1972" y="67143"/>
                  </a:lnTo>
                  <a:lnTo>
                    <a:pt x="2202" y="66266"/>
                  </a:lnTo>
                  <a:lnTo>
                    <a:pt x="1957" y="64348"/>
                  </a:lnTo>
                  <a:lnTo>
                    <a:pt x="789" y="59862"/>
                  </a:lnTo>
                  <a:lnTo>
                    <a:pt x="701" y="58629"/>
                  </a:lnTo>
                  <a:lnTo>
                    <a:pt x="1273" y="54879"/>
                  </a:lnTo>
                  <a:lnTo>
                    <a:pt x="2228" y="50666"/>
                  </a:lnTo>
                  <a:lnTo>
                    <a:pt x="2164" y="45561"/>
                  </a:lnTo>
                  <a:lnTo>
                    <a:pt x="2460" y="41710"/>
                  </a:lnTo>
                  <a:lnTo>
                    <a:pt x="2131" y="39210"/>
                  </a:lnTo>
                  <a:lnTo>
                    <a:pt x="1973" y="36144"/>
                  </a:lnTo>
                  <a:lnTo>
                    <a:pt x="2674" y="32068"/>
                  </a:lnTo>
                  <a:lnTo>
                    <a:pt x="3271" y="31059"/>
                  </a:lnTo>
                  <a:lnTo>
                    <a:pt x="3640" y="29771"/>
                  </a:lnTo>
                  <a:lnTo>
                    <a:pt x="3663" y="25425"/>
                  </a:lnTo>
                  <a:lnTo>
                    <a:pt x="2314" y="23396"/>
                  </a:lnTo>
                  <a:lnTo>
                    <a:pt x="761" y="23014"/>
                  </a:lnTo>
                  <a:lnTo>
                    <a:pt x="800" y="21544"/>
                  </a:lnTo>
                  <a:lnTo>
                    <a:pt x="992" y="19212"/>
                  </a:lnTo>
                  <a:lnTo>
                    <a:pt x="882" y="18436"/>
                  </a:lnTo>
                  <a:lnTo>
                    <a:pt x="996" y="17104"/>
                  </a:lnTo>
                  <a:lnTo>
                    <a:pt x="619" y="15325"/>
                  </a:lnTo>
                  <a:lnTo>
                    <a:pt x="0" y="14047"/>
                  </a:lnTo>
                  <a:lnTo>
                    <a:pt x="596" y="11780"/>
                  </a:lnTo>
                  <a:lnTo>
                    <a:pt x="1467" y="9043"/>
                  </a:lnTo>
                  <a:lnTo>
                    <a:pt x="2276" y="6872"/>
                  </a:lnTo>
                  <a:lnTo>
                    <a:pt x="3256" y="4609"/>
                  </a:lnTo>
                  <a:lnTo>
                    <a:pt x="3909" y="2438"/>
                  </a:lnTo>
                  <a:lnTo>
                    <a:pt x="4612" y="572"/>
                  </a:lnTo>
                  <a:lnTo>
                    <a:pt x="5216" y="0"/>
                  </a:lnTo>
                  <a:lnTo>
                    <a:pt x="5517" y="396"/>
                  </a:lnTo>
                  <a:lnTo>
                    <a:pt x="5677" y="1211"/>
                  </a:lnTo>
                  <a:lnTo>
                    <a:pt x="5640" y="3628"/>
                  </a:lnTo>
                  <a:lnTo>
                    <a:pt x="5846" y="4462"/>
                  </a:lnTo>
                  <a:lnTo>
                    <a:pt x="6263" y="5075"/>
                  </a:lnTo>
                  <a:lnTo>
                    <a:pt x="7146" y="4775"/>
                  </a:lnTo>
                  <a:lnTo>
                    <a:pt x="8124" y="4174"/>
                  </a:lnTo>
                  <a:lnTo>
                    <a:pt x="9440" y="289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g10"/>
            <p:cNvSpPr/>
            <p:nvPr/>
          </p:nvSpPr>
          <p:spPr>
            <a:xfrm>
              <a:off x="3615728" y="1858914"/>
              <a:ext cx="2633" cy="1868"/>
            </a:xfrm>
            <a:custGeom>
              <a:avLst/>
              <a:pathLst>
                <a:path w="2633" h="1868">
                  <a:moveTo>
                    <a:pt x="2633" y="1011"/>
                  </a:moveTo>
                  <a:lnTo>
                    <a:pt x="2535" y="1712"/>
                  </a:lnTo>
                  <a:lnTo>
                    <a:pt x="1528" y="1868"/>
                  </a:lnTo>
                  <a:lnTo>
                    <a:pt x="1105" y="1245"/>
                  </a:lnTo>
                  <a:lnTo>
                    <a:pt x="163" y="1323"/>
                  </a:lnTo>
                  <a:lnTo>
                    <a:pt x="0" y="1011"/>
                  </a:lnTo>
                  <a:lnTo>
                    <a:pt x="390" y="389"/>
                  </a:lnTo>
                  <a:lnTo>
                    <a:pt x="1137" y="0"/>
                  </a:lnTo>
                  <a:lnTo>
                    <a:pt x="2112" y="155"/>
                  </a:lnTo>
                  <a:close/>
                </a:path>
              </a:pathLst>
            </a:custGeom>
            <a:solidFill>
              <a:srgbClr val="FFFBF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g11"/>
            <p:cNvSpPr/>
            <p:nvPr/>
          </p:nvSpPr>
          <p:spPr>
            <a:xfrm>
              <a:off x="3604882" y="1853855"/>
              <a:ext cx="1831" cy="3280"/>
            </a:xfrm>
            <a:custGeom>
              <a:avLst/>
              <a:pathLst>
                <a:path w="1831" h="3280">
                  <a:moveTo>
                    <a:pt x="1767" y="1741"/>
                  </a:moveTo>
                  <a:lnTo>
                    <a:pt x="1831" y="2403"/>
                  </a:lnTo>
                  <a:lnTo>
                    <a:pt x="1359" y="2237"/>
                  </a:lnTo>
                  <a:lnTo>
                    <a:pt x="996" y="2464"/>
                  </a:lnTo>
                  <a:lnTo>
                    <a:pt x="750" y="3280"/>
                  </a:lnTo>
                  <a:lnTo>
                    <a:pt x="215" y="2987"/>
                  </a:lnTo>
                  <a:lnTo>
                    <a:pt x="0" y="1818"/>
                  </a:lnTo>
                  <a:lnTo>
                    <a:pt x="398" y="66"/>
                  </a:lnTo>
                  <a:lnTo>
                    <a:pt x="1354" y="0"/>
                  </a:lnTo>
                  <a:close/>
                </a:path>
              </a:pathLst>
            </a:custGeom>
            <a:solidFill>
              <a:srgbClr val="FFFBF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g12"/>
            <p:cNvSpPr/>
            <p:nvPr/>
          </p:nvSpPr>
          <p:spPr>
            <a:xfrm>
              <a:off x="3606773" y="1849136"/>
              <a:ext cx="7238" cy="9576"/>
            </a:xfrm>
            <a:custGeom>
              <a:avLst/>
              <a:pathLst>
                <a:path w="7238" h="9576">
                  <a:moveTo>
                    <a:pt x="3915" y="1614"/>
                  </a:moveTo>
                  <a:lnTo>
                    <a:pt x="4293" y="1623"/>
                  </a:lnTo>
                  <a:lnTo>
                    <a:pt x="4462" y="1373"/>
                  </a:lnTo>
                  <a:lnTo>
                    <a:pt x="5122" y="1548"/>
                  </a:lnTo>
                  <a:lnTo>
                    <a:pt x="6115" y="2692"/>
                  </a:lnTo>
                  <a:lnTo>
                    <a:pt x="6315" y="3311"/>
                  </a:lnTo>
                  <a:lnTo>
                    <a:pt x="7000" y="3628"/>
                  </a:lnTo>
                  <a:lnTo>
                    <a:pt x="7238" y="4270"/>
                  </a:lnTo>
                  <a:lnTo>
                    <a:pt x="6447" y="6272"/>
                  </a:lnTo>
                  <a:lnTo>
                    <a:pt x="5957" y="6309"/>
                  </a:lnTo>
                  <a:lnTo>
                    <a:pt x="5592" y="6055"/>
                  </a:lnTo>
                  <a:lnTo>
                    <a:pt x="4947" y="6274"/>
                  </a:lnTo>
                  <a:lnTo>
                    <a:pt x="4569" y="6652"/>
                  </a:lnTo>
                  <a:lnTo>
                    <a:pt x="4443" y="7485"/>
                  </a:lnTo>
                  <a:lnTo>
                    <a:pt x="4463" y="9226"/>
                  </a:lnTo>
                  <a:lnTo>
                    <a:pt x="1573" y="9576"/>
                  </a:lnTo>
                  <a:lnTo>
                    <a:pt x="909" y="9066"/>
                  </a:lnTo>
                  <a:lnTo>
                    <a:pt x="0" y="5106"/>
                  </a:lnTo>
                  <a:lnTo>
                    <a:pt x="180" y="4083"/>
                  </a:lnTo>
                  <a:lnTo>
                    <a:pt x="792" y="3647"/>
                  </a:lnTo>
                  <a:lnTo>
                    <a:pt x="1317" y="3553"/>
                  </a:lnTo>
                  <a:lnTo>
                    <a:pt x="1394" y="5686"/>
                  </a:lnTo>
                  <a:lnTo>
                    <a:pt x="2164" y="5474"/>
                  </a:lnTo>
                  <a:lnTo>
                    <a:pt x="2405" y="4068"/>
                  </a:lnTo>
                  <a:lnTo>
                    <a:pt x="2459" y="3079"/>
                  </a:lnTo>
                  <a:lnTo>
                    <a:pt x="2251" y="2579"/>
                  </a:lnTo>
                  <a:lnTo>
                    <a:pt x="1728" y="2193"/>
                  </a:lnTo>
                  <a:lnTo>
                    <a:pt x="1425" y="1529"/>
                  </a:lnTo>
                  <a:lnTo>
                    <a:pt x="1860" y="461"/>
                  </a:lnTo>
                  <a:lnTo>
                    <a:pt x="2665" y="0"/>
                  </a:lnTo>
                  <a:lnTo>
                    <a:pt x="3359" y="1426"/>
                  </a:lnTo>
                  <a:close/>
                </a:path>
              </a:pathLst>
            </a:custGeom>
            <a:solidFill>
              <a:srgbClr val="FFFBF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g13"/>
            <p:cNvSpPr/>
            <p:nvPr/>
          </p:nvSpPr>
          <p:spPr>
            <a:xfrm>
              <a:off x="3381479" y="2374018"/>
              <a:ext cx="4015" cy="6153"/>
            </a:xfrm>
            <a:custGeom>
              <a:avLst/>
              <a:pathLst>
                <a:path w="4015" h="6153">
                  <a:moveTo>
                    <a:pt x="3593" y="4119"/>
                  </a:moveTo>
                  <a:lnTo>
                    <a:pt x="3253" y="4315"/>
                  </a:lnTo>
                  <a:lnTo>
                    <a:pt x="2117" y="5518"/>
                  </a:lnTo>
                  <a:lnTo>
                    <a:pt x="1471" y="5940"/>
                  </a:lnTo>
                  <a:lnTo>
                    <a:pt x="880" y="6153"/>
                  </a:lnTo>
                  <a:lnTo>
                    <a:pt x="419" y="6065"/>
                  </a:lnTo>
                  <a:lnTo>
                    <a:pt x="163" y="5360"/>
                  </a:lnTo>
                  <a:lnTo>
                    <a:pt x="190" y="4281"/>
                  </a:lnTo>
                  <a:lnTo>
                    <a:pt x="87" y="3307"/>
                  </a:lnTo>
                  <a:lnTo>
                    <a:pt x="0" y="2787"/>
                  </a:lnTo>
                  <a:lnTo>
                    <a:pt x="166" y="1383"/>
                  </a:lnTo>
                  <a:lnTo>
                    <a:pt x="543" y="621"/>
                  </a:lnTo>
                  <a:lnTo>
                    <a:pt x="1067" y="0"/>
                  </a:lnTo>
                  <a:lnTo>
                    <a:pt x="1891" y="228"/>
                  </a:lnTo>
                  <a:lnTo>
                    <a:pt x="3640" y="1131"/>
                  </a:lnTo>
                  <a:lnTo>
                    <a:pt x="4005" y="1973"/>
                  </a:lnTo>
                  <a:lnTo>
                    <a:pt x="4015" y="2540"/>
                  </a:lnTo>
                  <a:lnTo>
                    <a:pt x="3691" y="3459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g14"/>
            <p:cNvSpPr/>
            <p:nvPr/>
          </p:nvSpPr>
          <p:spPr>
            <a:xfrm>
              <a:off x="4025860" y="2917242"/>
              <a:ext cx="3623" cy="3645"/>
            </a:xfrm>
            <a:custGeom>
              <a:avLst/>
              <a:pathLst>
                <a:path w="3623" h="3645">
                  <a:moveTo>
                    <a:pt x="3620" y="2415"/>
                  </a:moveTo>
                  <a:lnTo>
                    <a:pt x="3623" y="3415"/>
                  </a:lnTo>
                  <a:lnTo>
                    <a:pt x="2367" y="3126"/>
                  </a:lnTo>
                  <a:lnTo>
                    <a:pt x="2031" y="3645"/>
                  </a:lnTo>
                  <a:lnTo>
                    <a:pt x="1003" y="3357"/>
                  </a:lnTo>
                  <a:lnTo>
                    <a:pt x="0" y="2634"/>
                  </a:lnTo>
                  <a:lnTo>
                    <a:pt x="680" y="1422"/>
                  </a:lnTo>
                  <a:lnTo>
                    <a:pt x="2459" y="0"/>
                  </a:lnTo>
                  <a:lnTo>
                    <a:pt x="3199" y="1294"/>
                  </a:lnTo>
                  <a:close/>
                </a:path>
              </a:pathLst>
            </a:custGeom>
            <a:solidFill>
              <a:srgbClr val="FFF9F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g15"/>
            <p:cNvSpPr/>
            <p:nvPr/>
          </p:nvSpPr>
          <p:spPr>
            <a:xfrm>
              <a:off x="4012876" y="2913760"/>
              <a:ext cx="930" cy="2820"/>
            </a:xfrm>
            <a:custGeom>
              <a:avLst/>
              <a:pathLst>
                <a:path w="930" h="2820">
                  <a:moveTo>
                    <a:pt x="427" y="2605"/>
                  </a:moveTo>
                  <a:lnTo>
                    <a:pt x="219" y="2820"/>
                  </a:lnTo>
                  <a:lnTo>
                    <a:pt x="0" y="1226"/>
                  </a:lnTo>
                  <a:lnTo>
                    <a:pt x="16" y="721"/>
                  </a:lnTo>
                  <a:lnTo>
                    <a:pt x="582" y="0"/>
                  </a:lnTo>
                  <a:lnTo>
                    <a:pt x="930" y="1304"/>
                  </a:lnTo>
                  <a:close/>
                </a:path>
              </a:pathLst>
            </a:custGeom>
            <a:solidFill>
              <a:srgbClr val="FFF9F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g16"/>
            <p:cNvSpPr/>
            <p:nvPr/>
          </p:nvSpPr>
          <p:spPr>
            <a:xfrm>
              <a:off x="4020387" y="2912747"/>
              <a:ext cx="3139" cy="4671"/>
            </a:xfrm>
            <a:custGeom>
              <a:avLst/>
              <a:pathLst>
                <a:path w="3139" h="4671">
                  <a:moveTo>
                    <a:pt x="1743" y="4504"/>
                  </a:moveTo>
                  <a:lnTo>
                    <a:pt x="831" y="4671"/>
                  </a:lnTo>
                  <a:lnTo>
                    <a:pt x="0" y="3549"/>
                  </a:lnTo>
                  <a:lnTo>
                    <a:pt x="1747" y="2051"/>
                  </a:lnTo>
                  <a:lnTo>
                    <a:pt x="2220" y="1376"/>
                  </a:lnTo>
                  <a:lnTo>
                    <a:pt x="2733" y="0"/>
                  </a:lnTo>
                  <a:lnTo>
                    <a:pt x="3139" y="1177"/>
                  </a:lnTo>
                  <a:lnTo>
                    <a:pt x="2690" y="3047"/>
                  </a:lnTo>
                  <a:lnTo>
                    <a:pt x="2365" y="3846"/>
                  </a:lnTo>
                  <a:close/>
                </a:path>
              </a:pathLst>
            </a:custGeom>
            <a:solidFill>
              <a:srgbClr val="FFF9F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g17"/>
            <p:cNvSpPr/>
            <p:nvPr/>
          </p:nvSpPr>
          <p:spPr>
            <a:xfrm>
              <a:off x="4034502" y="2909931"/>
              <a:ext cx="1612" cy="2452"/>
            </a:xfrm>
            <a:custGeom>
              <a:avLst/>
              <a:pathLst>
                <a:path w="1612" h="2452">
                  <a:moveTo>
                    <a:pt x="1612" y="1878"/>
                  </a:moveTo>
                  <a:lnTo>
                    <a:pt x="1503" y="2452"/>
                  </a:lnTo>
                  <a:lnTo>
                    <a:pt x="1155" y="2400"/>
                  </a:lnTo>
                  <a:lnTo>
                    <a:pt x="283" y="1878"/>
                  </a:lnTo>
                  <a:lnTo>
                    <a:pt x="0" y="1043"/>
                  </a:lnTo>
                  <a:lnTo>
                    <a:pt x="544" y="51"/>
                  </a:lnTo>
                  <a:lnTo>
                    <a:pt x="784" y="0"/>
                  </a:lnTo>
                  <a:lnTo>
                    <a:pt x="1132" y="1043"/>
                  </a:lnTo>
                  <a:close/>
                </a:path>
              </a:pathLst>
            </a:custGeom>
            <a:solidFill>
              <a:srgbClr val="FFF9F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g18"/>
            <p:cNvSpPr/>
            <p:nvPr/>
          </p:nvSpPr>
          <p:spPr>
            <a:xfrm>
              <a:off x="4000365" y="2863781"/>
              <a:ext cx="59473" cy="101846"/>
            </a:xfrm>
            <a:custGeom>
              <a:avLst/>
              <a:pathLst>
                <a:path w="59473" h="101846">
                  <a:moveTo>
                    <a:pt x="58361" y="12336"/>
                  </a:moveTo>
                  <a:lnTo>
                    <a:pt x="59170" y="14738"/>
                  </a:lnTo>
                  <a:lnTo>
                    <a:pt x="59286" y="31022"/>
                  </a:lnTo>
                  <a:lnTo>
                    <a:pt x="59473" y="32177"/>
                  </a:lnTo>
                  <a:lnTo>
                    <a:pt x="59040" y="32352"/>
                  </a:lnTo>
                  <a:lnTo>
                    <a:pt x="58555" y="33593"/>
                  </a:lnTo>
                  <a:lnTo>
                    <a:pt x="57991" y="35502"/>
                  </a:lnTo>
                  <a:lnTo>
                    <a:pt x="57211" y="36488"/>
                  </a:lnTo>
                  <a:lnTo>
                    <a:pt x="56592" y="37605"/>
                  </a:lnTo>
                  <a:lnTo>
                    <a:pt x="56000" y="38989"/>
                  </a:lnTo>
                  <a:lnTo>
                    <a:pt x="55473" y="39282"/>
                  </a:lnTo>
                  <a:lnTo>
                    <a:pt x="54789" y="37524"/>
                  </a:lnTo>
                  <a:lnTo>
                    <a:pt x="54319" y="35731"/>
                  </a:lnTo>
                  <a:lnTo>
                    <a:pt x="54434" y="35343"/>
                  </a:lnTo>
                  <a:lnTo>
                    <a:pt x="54763" y="35214"/>
                  </a:lnTo>
                  <a:lnTo>
                    <a:pt x="54891" y="34290"/>
                  </a:lnTo>
                  <a:lnTo>
                    <a:pt x="54692" y="32945"/>
                  </a:lnTo>
                  <a:lnTo>
                    <a:pt x="54230" y="32441"/>
                  </a:lnTo>
                  <a:lnTo>
                    <a:pt x="53646" y="32397"/>
                  </a:lnTo>
                  <a:lnTo>
                    <a:pt x="53090" y="32998"/>
                  </a:lnTo>
                  <a:lnTo>
                    <a:pt x="52499" y="34184"/>
                  </a:lnTo>
                  <a:lnTo>
                    <a:pt x="52164" y="35460"/>
                  </a:lnTo>
                  <a:lnTo>
                    <a:pt x="52114" y="38025"/>
                  </a:lnTo>
                  <a:lnTo>
                    <a:pt x="52269" y="40912"/>
                  </a:lnTo>
                  <a:lnTo>
                    <a:pt x="52265" y="42312"/>
                  </a:lnTo>
                  <a:lnTo>
                    <a:pt x="51940" y="44052"/>
                  </a:lnTo>
                  <a:lnTo>
                    <a:pt x="51824" y="46614"/>
                  </a:lnTo>
                  <a:lnTo>
                    <a:pt x="52054" y="48597"/>
                  </a:lnTo>
                  <a:lnTo>
                    <a:pt x="52267" y="49778"/>
                  </a:lnTo>
                  <a:lnTo>
                    <a:pt x="52287" y="50775"/>
                  </a:lnTo>
                  <a:lnTo>
                    <a:pt x="51734" y="53941"/>
                  </a:lnTo>
                  <a:lnTo>
                    <a:pt x="52214" y="54532"/>
                  </a:lnTo>
                  <a:lnTo>
                    <a:pt x="53804" y="54755"/>
                  </a:lnTo>
                  <a:lnTo>
                    <a:pt x="54269" y="56897"/>
                  </a:lnTo>
                  <a:lnTo>
                    <a:pt x="54589" y="58365"/>
                  </a:lnTo>
                  <a:lnTo>
                    <a:pt x="54502" y="59239"/>
                  </a:lnTo>
                  <a:lnTo>
                    <a:pt x="53379" y="59888"/>
                  </a:lnTo>
                  <a:lnTo>
                    <a:pt x="51959" y="60607"/>
                  </a:lnTo>
                  <a:lnTo>
                    <a:pt x="50941" y="60399"/>
                  </a:lnTo>
                  <a:lnTo>
                    <a:pt x="49106" y="61367"/>
                  </a:lnTo>
                  <a:lnTo>
                    <a:pt x="48126" y="62852"/>
                  </a:lnTo>
                  <a:lnTo>
                    <a:pt x="48414" y="63781"/>
                  </a:lnTo>
                  <a:lnTo>
                    <a:pt x="48754" y="64495"/>
                  </a:lnTo>
                  <a:lnTo>
                    <a:pt x="48906" y="66459"/>
                  </a:lnTo>
                  <a:lnTo>
                    <a:pt x="48620" y="69249"/>
                  </a:lnTo>
                  <a:lnTo>
                    <a:pt x="48099" y="71959"/>
                  </a:lnTo>
                  <a:lnTo>
                    <a:pt x="47452" y="75332"/>
                  </a:lnTo>
                  <a:lnTo>
                    <a:pt x="46704" y="79212"/>
                  </a:lnTo>
                  <a:lnTo>
                    <a:pt x="45680" y="85048"/>
                  </a:lnTo>
                  <a:lnTo>
                    <a:pt x="44812" y="89634"/>
                  </a:lnTo>
                  <a:lnTo>
                    <a:pt x="44717" y="92938"/>
                  </a:lnTo>
                  <a:lnTo>
                    <a:pt x="44740" y="95093"/>
                  </a:lnTo>
                  <a:lnTo>
                    <a:pt x="44639" y="99404"/>
                  </a:lnTo>
                  <a:lnTo>
                    <a:pt x="43819" y="101773"/>
                  </a:lnTo>
                  <a:lnTo>
                    <a:pt x="43632" y="101846"/>
                  </a:lnTo>
                  <a:lnTo>
                    <a:pt x="42654" y="101560"/>
                  </a:lnTo>
                  <a:lnTo>
                    <a:pt x="42324" y="101465"/>
                  </a:lnTo>
                  <a:lnTo>
                    <a:pt x="41388" y="101190"/>
                  </a:lnTo>
                  <a:lnTo>
                    <a:pt x="39938" y="100766"/>
                  </a:lnTo>
                  <a:lnTo>
                    <a:pt x="38054" y="100215"/>
                  </a:lnTo>
                  <a:lnTo>
                    <a:pt x="35826" y="99563"/>
                  </a:lnTo>
                  <a:lnTo>
                    <a:pt x="33339" y="98836"/>
                  </a:lnTo>
                  <a:lnTo>
                    <a:pt x="30679" y="98058"/>
                  </a:lnTo>
                  <a:lnTo>
                    <a:pt x="27934" y="97256"/>
                  </a:lnTo>
                  <a:lnTo>
                    <a:pt x="25188" y="96452"/>
                  </a:lnTo>
                  <a:lnTo>
                    <a:pt x="22528" y="95675"/>
                  </a:lnTo>
                  <a:lnTo>
                    <a:pt x="20040" y="94947"/>
                  </a:lnTo>
                  <a:lnTo>
                    <a:pt x="17813" y="94295"/>
                  </a:lnTo>
                  <a:lnTo>
                    <a:pt x="15929" y="93746"/>
                  </a:lnTo>
                  <a:lnTo>
                    <a:pt x="14477" y="93320"/>
                  </a:lnTo>
                  <a:lnTo>
                    <a:pt x="13543" y="93046"/>
                  </a:lnTo>
                  <a:lnTo>
                    <a:pt x="13213" y="92951"/>
                  </a:lnTo>
                  <a:lnTo>
                    <a:pt x="12175" y="92646"/>
                  </a:lnTo>
                  <a:lnTo>
                    <a:pt x="11614" y="91046"/>
                  </a:lnTo>
                  <a:lnTo>
                    <a:pt x="10935" y="89111"/>
                  </a:lnTo>
                  <a:lnTo>
                    <a:pt x="10257" y="87175"/>
                  </a:lnTo>
                  <a:lnTo>
                    <a:pt x="9577" y="85239"/>
                  </a:lnTo>
                  <a:lnTo>
                    <a:pt x="8899" y="83304"/>
                  </a:lnTo>
                  <a:lnTo>
                    <a:pt x="8220" y="81369"/>
                  </a:lnTo>
                  <a:lnTo>
                    <a:pt x="7541" y="79433"/>
                  </a:lnTo>
                  <a:lnTo>
                    <a:pt x="6862" y="77498"/>
                  </a:lnTo>
                  <a:lnTo>
                    <a:pt x="6183" y="75562"/>
                  </a:lnTo>
                  <a:lnTo>
                    <a:pt x="5504" y="73627"/>
                  </a:lnTo>
                  <a:lnTo>
                    <a:pt x="4826" y="71691"/>
                  </a:lnTo>
                  <a:lnTo>
                    <a:pt x="4146" y="69754"/>
                  </a:lnTo>
                  <a:lnTo>
                    <a:pt x="3468" y="67819"/>
                  </a:lnTo>
                  <a:lnTo>
                    <a:pt x="2788" y="65885"/>
                  </a:lnTo>
                  <a:lnTo>
                    <a:pt x="2110" y="63948"/>
                  </a:lnTo>
                  <a:lnTo>
                    <a:pt x="1431" y="62012"/>
                  </a:lnTo>
                  <a:lnTo>
                    <a:pt x="751" y="60077"/>
                  </a:lnTo>
                  <a:lnTo>
                    <a:pt x="298" y="58782"/>
                  </a:lnTo>
                  <a:lnTo>
                    <a:pt x="46" y="57320"/>
                  </a:lnTo>
                  <a:lnTo>
                    <a:pt x="0" y="53491"/>
                  </a:lnTo>
                  <a:lnTo>
                    <a:pt x="0" y="52655"/>
                  </a:lnTo>
                  <a:lnTo>
                    <a:pt x="457" y="51112"/>
                  </a:lnTo>
                  <a:lnTo>
                    <a:pt x="676" y="52215"/>
                  </a:lnTo>
                  <a:lnTo>
                    <a:pt x="1186" y="53711"/>
                  </a:lnTo>
                  <a:lnTo>
                    <a:pt x="2053" y="53346"/>
                  </a:lnTo>
                  <a:lnTo>
                    <a:pt x="2458" y="53595"/>
                  </a:lnTo>
                  <a:lnTo>
                    <a:pt x="2755" y="58903"/>
                  </a:lnTo>
                  <a:lnTo>
                    <a:pt x="3391" y="60790"/>
                  </a:lnTo>
                  <a:lnTo>
                    <a:pt x="4167" y="61545"/>
                  </a:lnTo>
                  <a:lnTo>
                    <a:pt x="6789" y="61966"/>
                  </a:lnTo>
                  <a:lnTo>
                    <a:pt x="8422" y="61253"/>
                  </a:lnTo>
                  <a:lnTo>
                    <a:pt x="11637" y="57787"/>
                  </a:lnTo>
                  <a:lnTo>
                    <a:pt x="13325" y="56542"/>
                  </a:lnTo>
                  <a:lnTo>
                    <a:pt x="17991" y="56759"/>
                  </a:lnTo>
                  <a:lnTo>
                    <a:pt x="21733" y="58203"/>
                  </a:lnTo>
                  <a:lnTo>
                    <a:pt x="27559" y="59059"/>
                  </a:lnTo>
                  <a:lnTo>
                    <a:pt x="28690" y="58835"/>
                  </a:lnTo>
                  <a:lnTo>
                    <a:pt x="31831" y="56053"/>
                  </a:lnTo>
                  <a:lnTo>
                    <a:pt x="33760" y="53597"/>
                  </a:lnTo>
                  <a:lnTo>
                    <a:pt x="34905" y="52892"/>
                  </a:lnTo>
                  <a:lnTo>
                    <a:pt x="35662" y="50526"/>
                  </a:lnTo>
                  <a:lnTo>
                    <a:pt x="36161" y="47440"/>
                  </a:lnTo>
                  <a:lnTo>
                    <a:pt x="36603" y="45422"/>
                  </a:lnTo>
                  <a:lnTo>
                    <a:pt x="37168" y="44460"/>
                  </a:lnTo>
                  <a:lnTo>
                    <a:pt x="37707" y="42753"/>
                  </a:lnTo>
                  <a:lnTo>
                    <a:pt x="38137" y="39969"/>
                  </a:lnTo>
                  <a:lnTo>
                    <a:pt x="39221" y="37164"/>
                  </a:lnTo>
                  <a:lnTo>
                    <a:pt x="43556" y="30333"/>
                  </a:lnTo>
                  <a:lnTo>
                    <a:pt x="46091" y="24565"/>
                  </a:lnTo>
                  <a:lnTo>
                    <a:pt x="46315" y="22704"/>
                  </a:lnTo>
                  <a:lnTo>
                    <a:pt x="47693" y="19906"/>
                  </a:lnTo>
                  <a:lnTo>
                    <a:pt x="48797" y="16843"/>
                  </a:lnTo>
                  <a:lnTo>
                    <a:pt x="53960" y="8101"/>
                  </a:lnTo>
                  <a:lnTo>
                    <a:pt x="54996" y="4495"/>
                  </a:lnTo>
                  <a:lnTo>
                    <a:pt x="55606" y="454"/>
                  </a:lnTo>
                  <a:lnTo>
                    <a:pt x="55678" y="162"/>
                  </a:lnTo>
                  <a:lnTo>
                    <a:pt x="56123" y="0"/>
                  </a:lnTo>
                  <a:lnTo>
                    <a:pt x="56752" y="611"/>
                  </a:lnTo>
                  <a:lnTo>
                    <a:pt x="56814" y="3634"/>
                  </a:lnTo>
                  <a:lnTo>
                    <a:pt x="56587" y="6491"/>
                  </a:lnTo>
                  <a:lnTo>
                    <a:pt x="56560" y="9516"/>
                  </a:lnTo>
                  <a:lnTo>
                    <a:pt x="56470" y="11158"/>
                  </a:lnTo>
                  <a:lnTo>
                    <a:pt x="56951" y="12506"/>
                  </a:lnTo>
                  <a:lnTo>
                    <a:pt x="57764" y="13083"/>
                  </a:lnTo>
                  <a:lnTo>
                    <a:pt x="58122" y="13014"/>
                  </a:lnTo>
                  <a:close/>
                </a:path>
              </a:pathLst>
            </a:custGeom>
            <a:solidFill>
              <a:srgbClr val="FFF9F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19"/>
            <p:cNvSpPr/>
            <p:nvPr/>
          </p:nvSpPr>
          <p:spPr>
            <a:xfrm>
              <a:off x="4057648" y="2886367"/>
              <a:ext cx="953" cy="2806"/>
            </a:xfrm>
            <a:custGeom>
              <a:avLst/>
              <a:pathLst>
                <a:path w="953" h="2806">
                  <a:moveTo>
                    <a:pt x="0" y="2674"/>
                  </a:moveTo>
                  <a:lnTo>
                    <a:pt x="366" y="2806"/>
                  </a:lnTo>
                  <a:lnTo>
                    <a:pt x="879" y="2017"/>
                  </a:lnTo>
                  <a:lnTo>
                    <a:pt x="953" y="744"/>
                  </a:lnTo>
                  <a:lnTo>
                    <a:pt x="824" y="86"/>
                  </a:lnTo>
                  <a:lnTo>
                    <a:pt x="292" y="0"/>
                  </a:lnTo>
                  <a:lnTo>
                    <a:pt x="73" y="1096"/>
                  </a:lnTo>
                  <a:close/>
                </a:path>
              </a:pathLst>
            </a:custGeom>
            <a:solidFill>
              <a:srgbClr val="FFF9F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0"/>
            <p:cNvSpPr/>
            <p:nvPr/>
          </p:nvSpPr>
          <p:spPr>
            <a:xfrm>
              <a:off x="2564927" y="5250882"/>
              <a:ext cx="11622" cy="5505"/>
            </a:xfrm>
            <a:custGeom>
              <a:avLst/>
              <a:pathLst>
                <a:path w="11622" h="5505">
                  <a:moveTo>
                    <a:pt x="2568" y="0"/>
                  </a:moveTo>
                  <a:lnTo>
                    <a:pt x="3930" y="683"/>
                  </a:lnTo>
                  <a:lnTo>
                    <a:pt x="6624" y="170"/>
                  </a:lnTo>
                  <a:lnTo>
                    <a:pt x="8045" y="161"/>
                  </a:lnTo>
                  <a:lnTo>
                    <a:pt x="8667" y="403"/>
                  </a:lnTo>
                  <a:lnTo>
                    <a:pt x="8945" y="773"/>
                  </a:lnTo>
                  <a:lnTo>
                    <a:pt x="10802" y="199"/>
                  </a:lnTo>
                  <a:lnTo>
                    <a:pt x="11622" y="262"/>
                  </a:lnTo>
                  <a:lnTo>
                    <a:pt x="11411" y="1529"/>
                  </a:lnTo>
                  <a:lnTo>
                    <a:pt x="9700" y="2790"/>
                  </a:lnTo>
                  <a:lnTo>
                    <a:pt x="8995" y="2256"/>
                  </a:lnTo>
                  <a:lnTo>
                    <a:pt x="5360" y="2371"/>
                  </a:lnTo>
                  <a:lnTo>
                    <a:pt x="3751" y="3667"/>
                  </a:lnTo>
                  <a:lnTo>
                    <a:pt x="3068" y="3655"/>
                  </a:lnTo>
                  <a:lnTo>
                    <a:pt x="1480" y="5505"/>
                  </a:lnTo>
                  <a:lnTo>
                    <a:pt x="319" y="4337"/>
                  </a:lnTo>
                  <a:lnTo>
                    <a:pt x="0" y="3260"/>
                  </a:lnTo>
                  <a:lnTo>
                    <a:pt x="840" y="1728"/>
                  </a:lnTo>
                  <a:lnTo>
                    <a:pt x="1631" y="1696"/>
                  </a:lnTo>
                  <a:lnTo>
                    <a:pt x="2171" y="1079"/>
                  </a:lnTo>
                  <a:close/>
                </a:path>
              </a:pathLst>
            </a:custGeom>
            <a:solidFill>
              <a:srgbClr val="FFF4F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1"/>
            <p:cNvSpPr/>
            <p:nvPr/>
          </p:nvSpPr>
          <p:spPr>
            <a:xfrm>
              <a:off x="2516852" y="5189905"/>
              <a:ext cx="42871" cy="70311"/>
            </a:xfrm>
            <a:custGeom>
              <a:avLst/>
              <a:pathLst>
                <a:path w="42871" h="70311">
                  <a:moveTo>
                    <a:pt x="0" y="65036"/>
                  </a:moveTo>
                  <a:lnTo>
                    <a:pt x="70" y="58365"/>
                  </a:lnTo>
                  <a:lnTo>
                    <a:pt x="165" y="49387"/>
                  </a:lnTo>
                  <a:lnTo>
                    <a:pt x="184" y="41377"/>
                  </a:lnTo>
                  <a:lnTo>
                    <a:pt x="204" y="33574"/>
                  </a:lnTo>
                  <a:lnTo>
                    <a:pt x="224" y="25494"/>
                  </a:lnTo>
                  <a:lnTo>
                    <a:pt x="243" y="17411"/>
                  </a:lnTo>
                  <a:lnTo>
                    <a:pt x="265" y="8772"/>
                  </a:lnTo>
                  <a:lnTo>
                    <a:pt x="287" y="0"/>
                  </a:lnTo>
                  <a:lnTo>
                    <a:pt x="1012" y="1249"/>
                  </a:lnTo>
                  <a:lnTo>
                    <a:pt x="3880" y="7312"/>
                  </a:lnTo>
                  <a:lnTo>
                    <a:pt x="4627" y="9790"/>
                  </a:lnTo>
                  <a:lnTo>
                    <a:pt x="5097" y="12682"/>
                  </a:lnTo>
                  <a:lnTo>
                    <a:pt x="3951" y="10844"/>
                  </a:lnTo>
                  <a:lnTo>
                    <a:pt x="2740" y="11897"/>
                  </a:lnTo>
                  <a:lnTo>
                    <a:pt x="2143" y="13626"/>
                  </a:lnTo>
                  <a:lnTo>
                    <a:pt x="1634" y="15501"/>
                  </a:lnTo>
                  <a:lnTo>
                    <a:pt x="1637" y="16820"/>
                  </a:lnTo>
                  <a:lnTo>
                    <a:pt x="2032" y="17974"/>
                  </a:lnTo>
                  <a:lnTo>
                    <a:pt x="3209" y="18978"/>
                  </a:lnTo>
                  <a:lnTo>
                    <a:pt x="6072" y="19319"/>
                  </a:lnTo>
                  <a:lnTo>
                    <a:pt x="6282" y="19691"/>
                  </a:lnTo>
                  <a:lnTo>
                    <a:pt x="7955" y="26931"/>
                  </a:lnTo>
                  <a:lnTo>
                    <a:pt x="8797" y="28547"/>
                  </a:lnTo>
                  <a:lnTo>
                    <a:pt x="9774" y="29831"/>
                  </a:lnTo>
                  <a:lnTo>
                    <a:pt x="12032" y="33522"/>
                  </a:lnTo>
                  <a:lnTo>
                    <a:pt x="14198" y="37507"/>
                  </a:lnTo>
                  <a:lnTo>
                    <a:pt x="16769" y="41284"/>
                  </a:lnTo>
                  <a:lnTo>
                    <a:pt x="19543" y="44187"/>
                  </a:lnTo>
                  <a:lnTo>
                    <a:pt x="22064" y="46389"/>
                  </a:lnTo>
                  <a:lnTo>
                    <a:pt x="24471" y="49079"/>
                  </a:lnTo>
                  <a:lnTo>
                    <a:pt x="27039" y="52844"/>
                  </a:lnTo>
                  <a:lnTo>
                    <a:pt x="29832" y="55577"/>
                  </a:lnTo>
                  <a:lnTo>
                    <a:pt x="32831" y="57510"/>
                  </a:lnTo>
                  <a:lnTo>
                    <a:pt x="35861" y="59121"/>
                  </a:lnTo>
                  <a:lnTo>
                    <a:pt x="40523" y="58492"/>
                  </a:lnTo>
                  <a:lnTo>
                    <a:pt x="41971" y="58668"/>
                  </a:lnTo>
                  <a:lnTo>
                    <a:pt x="42871" y="59851"/>
                  </a:lnTo>
                  <a:lnTo>
                    <a:pt x="41966" y="63123"/>
                  </a:lnTo>
                  <a:lnTo>
                    <a:pt x="40810" y="65755"/>
                  </a:lnTo>
                  <a:lnTo>
                    <a:pt x="39266" y="66840"/>
                  </a:lnTo>
                  <a:lnTo>
                    <a:pt x="37635" y="67238"/>
                  </a:lnTo>
                  <a:lnTo>
                    <a:pt x="36161" y="67186"/>
                  </a:lnTo>
                  <a:lnTo>
                    <a:pt x="34690" y="66701"/>
                  </a:lnTo>
                  <a:lnTo>
                    <a:pt x="33310" y="66978"/>
                  </a:lnTo>
                  <a:lnTo>
                    <a:pt x="31991" y="68083"/>
                  </a:lnTo>
                  <a:lnTo>
                    <a:pt x="30617" y="68632"/>
                  </a:lnTo>
                  <a:lnTo>
                    <a:pt x="29201" y="68704"/>
                  </a:lnTo>
                  <a:lnTo>
                    <a:pt x="27820" y="69639"/>
                  </a:lnTo>
                  <a:lnTo>
                    <a:pt x="26432" y="70311"/>
                  </a:lnTo>
                  <a:lnTo>
                    <a:pt x="24994" y="69754"/>
                  </a:lnTo>
                  <a:lnTo>
                    <a:pt x="21258" y="67143"/>
                  </a:lnTo>
                  <a:lnTo>
                    <a:pt x="18832" y="66519"/>
                  </a:lnTo>
                  <a:lnTo>
                    <a:pt x="10611" y="65481"/>
                  </a:lnTo>
                  <a:lnTo>
                    <a:pt x="7972" y="64883"/>
                  </a:lnTo>
                  <a:lnTo>
                    <a:pt x="5344" y="63971"/>
                  </a:lnTo>
                  <a:lnTo>
                    <a:pt x="3967" y="63934"/>
                  </a:lnTo>
                  <a:lnTo>
                    <a:pt x="2001" y="64523"/>
                  </a:lnTo>
                  <a:lnTo>
                    <a:pt x="426" y="64450"/>
                  </a:lnTo>
                  <a:close/>
                </a:path>
              </a:pathLst>
            </a:custGeom>
            <a:solidFill>
              <a:srgbClr val="FFF4F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g22"/>
            <p:cNvSpPr/>
            <p:nvPr/>
          </p:nvSpPr>
          <p:spPr>
            <a:xfrm>
              <a:off x="2597804" y="4789031"/>
              <a:ext cx="2801" cy="4392"/>
            </a:xfrm>
            <a:custGeom>
              <a:avLst/>
              <a:pathLst>
                <a:path w="2801" h="4392">
                  <a:moveTo>
                    <a:pt x="2680" y="2530"/>
                  </a:moveTo>
                  <a:lnTo>
                    <a:pt x="2801" y="4392"/>
                  </a:lnTo>
                  <a:lnTo>
                    <a:pt x="2159" y="4172"/>
                  </a:lnTo>
                  <a:lnTo>
                    <a:pt x="634" y="2383"/>
                  </a:lnTo>
                  <a:lnTo>
                    <a:pt x="119" y="706"/>
                  </a:lnTo>
                  <a:lnTo>
                    <a:pt x="0" y="0"/>
                  </a:lnTo>
                  <a:lnTo>
                    <a:pt x="1559" y="767"/>
                  </a:lnTo>
                  <a:lnTo>
                    <a:pt x="2293" y="1460"/>
                  </a:lnTo>
                  <a:close/>
                </a:path>
              </a:pathLst>
            </a:custGeom>
            <a:solidFill>
              <a:srgbClr val="FFF4F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g23"/>
            <p:cNvSpPr/>
            <p:nvPr/>
          </p:nvSpPr>
          <p:spPr>
            <a:xfrm>
              <a:off x="2456103" y="4278314"/>
              <a:ext cx="245657" cy="902844"/>
            </a:xfrm>
            <a:custGeom>
              <a:avLst/>
              <a:pathLst>
                <a:path w="245657" h="902844">
                  <a:moveTo>
                    <a:pt x="134816" y="12740"/>
                  </a:moveTo>
                  <a:lnTo>
                    <a:pt x="135128" y="13562"/>
                  </a:lnTo>
                  <a:lnTo>
                    <a:pt x="135124" y="14416"/>
                  </a:lnTo>
                  <a:lnTo>
                    <a:pt x="136166" y="16165"/>
                  </a:lnTo>
                  <a:lnTo>
                    <a:pt x="138252" y="18811"/>
                  </a:lnTo>
                  <a:lnTo>
                    <a:pt x="140206" y="23930"/>
                  </a:lnTo>
                  <a:lnTo>
                    <a:pt x="142027" y="31525"/>
                  </a:lnTo>
                  <a:lnTo>
                    <a:pt x="143737" y="37135"/>
                  </a:lnTo>
                  <a:lnTo>
                    <a:pt x="145335" y="40762"/>
                  </a:lnTo>
                  <a:lnTo>
                    <a:pt x="146804" y="43325"/>
                  </a:lnTo>
                  <a:lnTo>
                    <a:pt x="148142" y="44822"/>
                  </a:lnTo>
                  <a:lnTo>
                    <a:pt x="148858" y="46034"/>
                  </a:lnTo>
                  <a:lnTo>
                    <a:pt x="148950" y="46966"/>
                  </a:lnTo>
                  <a:lnTo>
                    <a:pt x="150204" y="48903"/>
                  </a:lnTo>
                  <a:lnTo>
                    <a:pt x="152617" y="51843"/>
                  </a:lnTo>
                  <a:lnTo>
                    <a:pt x="154143" y="54781"/>
                  </a:lnTo>
                  <a:lnTo>
                    <a:pt x="154782" y="57712"/>
                  </a:lnTo>
                  <a:lnTo>
                    <a:pt x="157165" y="60739"/>
                  </a:lnTo>
                  <a:lnTo>
                    <a:pt x="161292" y="63856"/>
                  </a:lnTo>
                  <a:lnTo>
                    <a:pt x="164293" y="65345"/>
                  </a:lnTo>
                  <a:lnTo>
                    <a:pt x="166167" y="65204"/>
                  </a:lnTo>
                  <a:lnTo>
                    <a:pt x="168855" y="67697"/>
                  </a:lnTo>
                  <a:lnTo>
                    <a:pt x="172358" y="72816"/>
                  </a:lnTo>
                  <a:lnTo>
                    <a:pt x="174495" y="76368"/>
                  </a:lnTo>
                  <a:lnTo>
                    <a:pt x="175266" y="78345"/>
                  </a:lnTo>
                  <a:lnTo>
                    <a:pt x="177557" y="81548"/>
                  </a:lnTo>
                  <a:lnTo>
                    <a:pt x="183273" y="88176"/>
                  </a:lnTo>
                  <a:lnTo>
                    <a:pt x="185796" y="89838"/>
                  </a:lnTo>
                  <a:lnTo>
                    <a:pt x="186990" y="91353"/>
                  </a:lnTo>
                  <a:lnTo>
                    <a:pt x="187699" y="93278"/>
                  </a:lnTo>
                  <a:lnTo>
                    <a:pt x="188399" y="93864"/>
                  </a:lnTo>
                  <a:lnTo>
                    <a:pt x="189088" y="93117"/>
                  </a:lnTo>
                  <a:lnTo>
                    <a:pt x="190524" y="93806"/>
                  </a:lnTo>
                  <a:lnTo>
                    <a:pt x="192704" y="95936"/>
                  </a:lnTo>
                  <a:lnTo>
                    <a:pt x="194408" y="98513"/>
                  </a:lnTo>
                  <a:lnTo>
                    <a:pt x="196602" y="104186"/>
                  </a:lnTo>
                  <a:lnTo>
                    <a:pt x="197302" y="106451"/>
                  </a:lnTo>
                  <a:lnTo>
                    <a:pt x="197599" y="108480"/>
                  </a:lnTo>
                  <a:lnTo>
                    <a:pt x="197493" y="110266"/>
                  </a:lnTo>
                  <a:lnTo>
                    <a:pt x="196825" y="112173"/>
                  </a:lnTo>
                  <a:lnTo>
                    <a:pt x="195595" y="114196"/>
                  </a:lnTo>
                  <a:lnTo>
                    <a:pt x="195234" y="115079"/>
                  </a:lnTo>
                  <a:lnTo>
                    <a:pt x="195205" y="115933"/>
                  </a:lnTo>
                  <a:lnTo>
                    <a:pt x="194892" y="117639"/>
                  </a:lnTo>
                  <a:lnTo>
                    <a:pt x="193871" y="121280"/>
                  </a:lnTo>
                  <a:lnTo>
                    <a:pt x="193612" y="122974"/>
                  </a:lnTo>
                  <a:lnTo>
                    <a:pt x="193557" y="124224"/>
                  </a:lnTo>
                  <a:lnTo>
                    <a:pt x="192910" y="125594"/>
                  </a:lnTo>
                  <a:lnTo>
                    <a:pt x="191191" y="128125"/>
                  </a:lnTo>
                  <a:lnTo>
                    <a:pt x="190836" y="129354"/>
                  </a:lnTo>
                  <a:lnTo>
                    <a:pt x="190751" y="130676"/>
                  </a:lnTo>
                  <a:lnTo>
                    <a:pt x="190534" y="131461"/>
                  </a:lnTo>
                  <a:lnTo>
                    <a:pt x="190299" y="131790"/>
                  </a:lnTo>
                  <a:lnTo>
                    <a:pt x="189968" y="133114"/>
                  </a:lnTo>
                  <a:lnTo>
                    <a:pt x="189702" y="135302"/>
                  </a:lnTo>
                  <a:lnTo>
                    <a:pt x="189676" y="138112"/>
                  </a:lnTo>
                  <a:lnTo>
                    <a:pt x="189889" y="141541"/>
                  </a:lnTo>
                  <a:lnTo>
                    <a:pt x="189847" y="142646"/>
                  </a:lnTo>
                  <a:lnTo>
                    <a:pt x="189467" y="143237"/>
                  </a:lnTo>
                  <a:lnTo>
                    <a:pt x="189254" y="144031"/>
                  </a:lnTo>
                  <a:lnTo>
                    <a:pt x="189178" y="145632"/>
                  </a:lnTo>
                  <a:lnTo>
                    <a:pt x="188855" y="146804"/>
                  </a:lnTo>
                  <a:lnTo>
                    <a:pt x="188288" y="147548"/>
                  </a:lnTo>
                  <a:lnTo>
                    <a:pt x="188078" y="148405"/>
                  </a:lnTo>
                  <a:lnTo>
                    <a:pt x="188227" y="149372"/>
                  </a:lnTo>
                  <a:lnTo>
                    <a:pt x="187809" y="150330"/>
                  </a:lnTo>
                  <a:lnTo>
                    <a:pt x="186824" y="151274"/>
                  </a:lnTo>
                  <a:lnTo>
                    <a:pt x="186220" y="152647"/>
                  </a:lnTo>
                  <a:lnTo>
                    <a:pt x="185998" y="154451"/>
                  </a:lnTo>
                  <a:lnTo>
                    <a:pt x="185449" y="156061"/>
                  </a:lnTo>
                  <a:lnTo>
                    <a:pt x="184574" y="157484"/>
                  </a:lnTo>
                  <a:lnTo>
                    <a:pt x="184289" y="159374"/>
                  </a:lnTo>
                  <a:lnTo>
                    <a:pt x="184744" y="162868"/>
                  </a:lnTo>
                  <a:lnTo>
                    <a:pt x="190131" y="161659"/>
                  </a:lnTo>
                  <a:lnTo>
                    <a:pt x="194525" y="162935"/>
                  </a:lnTo>
                  <a:lnTo>
                    <a:pt x="199720" y="166299"/>
                  </a:lnTo>
                  <a:lnTo>
                    <a:pt x="203168" y="167471"/>
                  </a:lnTo>
                  <a:lnTo>
                    <a:pt x="204869" y="166455"/>
                  </a:lnTo>
                  <a:lnTo>
                    <a:pt x="206130" y="166600"/>
                  </a:lnTo>
                  <a:lnTo>
                    <a:pt x="206952" y="167901"/>
                  </a:lnTo>
                  <a:lnTo>
                    <a:pt x="208056" y="168169"/>
                  </a:lnTo>
                  <a:lnTo>
                    <a:pt x="209442" y="167405"/>
                  </a:lnTo>
                  <a:lnTo>
                    <a:pt x="210587" y="167996"/>
                  </a:lnTo>
                  <a:lnTo>
                    <a:pt x="211493" y="169944"/>
                  </a:lnTo>
                  <a:lnTo>
                    <a:pt x="212315" y="169459"/>
                  </a:lnTo>
                  <a:lnTo>
                    <a:pt x="213055" y="166545"/>
                  </a:lnTo>
                  <a:lnTo>
                    <a:pt x="213905" y="164418"/>
                  </a:lnTo>
                  <a:lnTo>
                    <a:pt x="214863" y="163079"/>
                  </a:lnTo>
                  <a:lnTo>
                    <a:pt x="216057" y="162672"/>
                  </a:lnTo>
                  <a:lnTo>
                    <a:pt x="217486" y="163203"/>
                  </a:lnTo>
                  <a:lnTo>
                    <a:pt x="218627" y="164274"/>
                  </a:lnTo>
                  <a:lnTo>
                    <a:pt x="219479" y="165884"/>
                  </a:lnTo>
                  <a:lnTo>
                    <a:pt x="220409" y="165838"/>
                  </a:lnTo>
                  <a:lnTo>
                    <a:pt x="221417" y="164132"/>
                  </a:lnTo>
                  <a:lnTo>
                    <a:pt x="221900" y="162092"/>
                  </a:lnTo>
                  <a:lnTo>
                    <a:pt x="221857" y="159714"/>
                  </a:lnTo>
                  <a:lnTo>
                    <a:pt x="222257" y="158012"/>
                  </a:lnTo>
                  <a:lnTo>
                    <a:pt x="223098" y="156987"/>
                  </a:lnTo>
                  <a:lnTo>
                    <a:pt x="223666" y="155599"/>
                  </a:lnTo>
                  <a:lnTo>
                    <a:pt x="223962" y="153854"/>
                  </a:lnTo>
                  <a:lnTo>
                    <a:pt x="224960" y="152786"/>
                  </a:lnTo>
                  <a:lnTo>
                    <a:pt x="226660" y="152402"/>
                  </a:lnTo>
                  <a:lnTo>
                    <a:pt x="227550" y="151545"/>
                  </a:lnTo>
                  <a:lnTo>
                    <a:pt x="227627" y="150212"/>
                  </a:lnTo>
                  <a:lnTo>
                    <a:pt x="228131" y="148986"/>
                  </a:lnTo>
                  <a:lnTo>
                    <a:pt x="229059" y="147866"/>
                  </a:lnTo>
                  <a:lnTo>
                    <a:pt x="229694" y="146469"/>
                  </a:lnTo>
                  <a:lnTo>
                    <a:pt x="230036" y="144790"/>
                  </a:lnTo>
                  <a:lnTo>
                    <a:pt x="230598" y="143734"/>
                  </a:lnTo>
                  <a:lnTo>
                    <a:pt x="231381" y="143304"/>
                  </a:lnTo>
                  <a:lnTo>
                    <a:pt x="232250" y="139777"/>
                  </a:lnTo>
                  <a:lnTo>
                    <a:pt x="233204" y="133155"/>
                  </a:lnTo>
                  <a:lnTo>
                    <a:pt x="233769" y="124201"/>
                  </a:lnTo>
                  <a:lnTo>
                    <a:pt x="233967" y="111504"/>
                  </a:lnTo>
                  <a:lnTo>
                    <a:pt x="234930" y="111515"/>
                  </a:lnTo>
                  <a:lnTo>
                    <a:pt x="235378" y="112456"/>
                  </a:lnTo>
                  <a:lnTo>
                    <a:pt x="236089" y="112950"/>
                  </a:lnTo>
                  <a:lnTo>
                    <a:pt x="236837" y="111876"/>
                  </a:lnTo>
                  <a:lnTo>
                    <a:pt x="237472" y="111380"/>
                  </a:lnTo>
                  <a:lnTo>
                    <a:pt x="238481" y="111336"/>
                  </a:lnTo>
                  <a:lnTo>
                    <a:pt x="239023" y="110130"/>
                  </a:lnTo>
                  <a:lnTo>
                    <a:pt x="239659" y="109937"/>
                  </a:lnTo>
                  <a:lnTo>
                    <a:pt x="240096" y="110592"/>
                  </a:lnTo>
                  <a:lnTo>
                    <a:pt x="240518" y="111380"/>
                  </a:lnTo>
                  <a:lnTo>
                    <a:pt x="241415" y="111559"/>
                  </a:lnTo>
                  <a:lnTo>
                    <a:pt x="242125" y="113619"/>
                  </a:lnTo>
                  <a:lnTo>
                    <a:pt x="242910" y="114245"/>
                  </a:lnTo>
                  <a:lnTo>
                    <a:pt x="243243" y="116609"/>
                  </a:lnTo>
                  <a:lnTo>
                    <a:pt x="243748" y="122836"/>
                  </a:lnTo>
                  <a:lnTo>
                    <a:pt x="244690" y="126503"/>
                  </a:lnTo>
                  <a:lnTo>
                    <a:pt x="245623" y="130682"/>
                  </a:lnTo>
                  <a:lnTo>
                    <a:pt x="245657" y="132546"/>
                  </a:lnTo>
                  <a:lnTo>
                    <a:pt x="245134" y="134427"/>
                  </a:lnTo>
                  <a:lnTo>
                    <a:pt x="245045" y="137126"/>
                  </a:lnTo>
                  <a:lnTo>
                    <a:pt x="244719" y="143725"/>
                  </a:lnTo>
                  <a:lnTo>
                    <a:pt x="244611" y="146152"/>
                  </a:lnTo>
                  <a:lnTo>
                    <a:pt x="244934" y="147808"/>
                  </a:lnTo>
                  <a:lnTo>
                    <a:pt x="245056" y="150117"/>
                  </a:lnTo>
                  <a:lnTo>
                    <a:pt x="244547" y="152939"/>
                  </a:lnTo>
                  <a:lnTo>
                    <a:pt x="243564" y="157158"/>
                  </a:lnTo>
                  <a:lnTo>
                    <a:pt x="242608" y="158295"/>
                  </a:lnTo>
                  <a:lnTo>
                    <a:pt x="242365" y="158341"/>
                  </a:lnTo>
                  <a:lnTo>
                    <a:pt x="241072" y="160782"/>
                  </a:lnTo>
                  <a:lnTo>
                    <a:pt x="240163" y="161697"/>
                  </a:lnTo>
                  <a:lnTo>
                    <a:pt x="239637" y="161079"/>
                  </a:lnTo>
                  <a:lnTo>
                    <a:pt x="239035" y="162138"/>
                  </a:lnTo>
                  <a:lnTo>
                    <a:pt x="238357" y="164868"/>
                  </a:lnTo>
                  <a:lnTo>
                    <a:pt x="237532" y="166095"/>
                  </a:lnTo>
                  <a:lnTo>
                    <a:pt x="236037" y="166773"/>
                  </a:lnTo>
                  <a:lnTo>
                    <a:pt x="235591" y="167093"/>
                  </a:lnTo>
                  <a:lnTo>
                    <a:pt x="234719" y="166998"/>
                  </a:lnTo>
                  <a:lnTo>
                    <a:pt x="233973" y="167679"/>
                  </a:lnTo>
                  <a:lnTo>
                    <a:pt x="233350" y="169139"/>
                  </a:lnTo>
                  <a:lnTo>
                    <a:pt x="232686" y="169681"/>
                  </a:lnTo>
                  <a:lnTo>
                    <a:pt x="231978" y="169315"/>
                  </a:lnTo>
                  <a:lnTo>
                    <a:pt x="231336" y="169849"/>
                  </a:lnTo>
                  <a:lnTo>
                    <a:pt x="230761" y="171286"/>
                  </a:lnTo>
                  <a:lnTo>
                    <a:pt x="230427" y="172844"/>
                  </a:lnTo>
                  <a:lnTo>
                    <a:pt x="230335" y="174518"/>
                  </a:lnTo>
                  <a:lnTo>
                    <a:pt x="229771" y="175658"/>
                  </a:lnTo>
                  <a:lnTo>
                    <a:pt x="228734" y="176266"/>
                  </a:lnTo>
                  <a:lnTo>
                    <a:pt x="228376" y="177109"/>
                  </a:lnTo>
                  <a:lnTo>
                    <a:pt x="228439" y="178281"/>
                  </a:lnTo>
                  <a:lnTo>
                    <a:pt x="227975" y="179193"/>
                  </a:lnTo>
                  <a:lnTo>
                    <a:pt x="226219" y="180139"/>
                  </a:lnTo>
                  <a:lnTo>
                    <a:pt x="224952" y="181827"/>
                  </a:lnTo>
                  <a:lnTo>
                    <a:pt x="224170" y="184245"/>
                  </a:lnTo>
                  <a:lnTo>
                    <a:pt x="223345" y="185769"/>
                  </a:lnTo>
                  <a:lnTo>
                    <a:pt x="222041" y="186704"/>
                  </a:lnTo>
                  <a:lnTo>
                    <a:pt x="220275" y="189160"/>
                  </a:lnTo>
                  <a:lnTo>
                    <a:pt x="220022" y="190677"/>
                  </a:lnTo>
                  <a:lnTo>
                    <a:pt x="220694" y="192077"/>
                  </a:lnTo>
                  <a:lnTo>
                    <a:pt x="220935" y="193321"/>
                  </a:lnTo>
                  <a:lnTo>
                    <a:pt x="220747" y="194406"/>
                  </a:lnTo>
                  <a:lnTo>
                    <a:pt x="220195" y="194553"/>
                  </a:lnTo>
                  <a:lnTo>
                    <a:pt x="219281" y="193759"/>
                  </a:lnTo>
                  <a:lnTo>
                    <a:pt x="218629" y="193595"/>
                  </a:lnTo>
                  <a:lnTo>
                    <a:pt x="218238" y="194062"/>
                  </a:lnTo>
                  <a:lnTo>
                    <a:pt x="218055" y="194937"/>
                  </a:lnTo>
                  <a:lnTo>
                    <a:pt x="218076" y="196227"/>
                  </a:lnTo>
                  <a:lnTo>
                    <a:pt x="217749" y="197101"/>
                  </a:lnTo>
                  <a:lnTo>
                    <a:pt x="217074" y="197565"/>
                  </a:lnTo>
                  <a:lnTo>
                    <a:pt x="216645" y="198630"/>
                  </a:lnTo>
                  <a:lnTo>
                    <a:pt x="216465" y="200292"/>
                  </a:lnTo>
                  <a:lnTo>
                    <a:pt x="215618" y="202387"/>
                  </a:lnTo>
                  <a:lnTo>
                    <a:pt x="214104" y="204912"/>
                  </a:lnTo>
                  <a:lnTo>
                    <a:pt x="212909" y="208317"/>
                  </a:lnTo>
                  <a:lnTo>
                    <a:pt x="212035" y="212597"/>
                  </a:lnTo>
                  <a:lnTo>
                    <a:pt x="211014" y="215410"/>
                  </a:lnTo>
                  <a:lnTo>
                    <a:pt x="209845" y="216758"/>
                  </a:lnTo>
                  <a:lnTo>
                    <a:pt x="209041" y="218677"/>
                  </a:lnTo>
                  <a:lnTo>
                    <a:pt x="208601" y="221167"/>
                  </a:lnTo>
                  <a:lnTo>
                    <a:pt x="207355" y="225025"/>
                  </a:lnTo>
                  <a:lnTo>
                    <a:pt x="205305" y="230254"/>
                  </a:lnTo>
                  <a:lnTo>
                    <a:pt x="203445" y="233841"/>
                  </a:lnTo>
                  <a:lnTo>
                    <a:pt x="201775" y="235789"/>
                  </a:lnTo>
                  <a:lnTo>
                    <a:pt x="200837" y="237988"/>
                  </a:lnTo>
                  <a:lnTo>
                    <a:pt x="200630" y="240438"/>
                  </a:lnTo>
                  <a:lnTo>
                    <a:pt x="199547" y="243228"/>
                  </a:lnTo>
                  <a:lnTo>
                    <a:pt x="197590" y="246362"/>
                  </a:lnTo>
                  <a:lnTo>
                    <a:pt x="197034" y="247776"/>
                  </a:lnTo>
                  <a:lnTo>
                    <a:pt x="196579" y="248933"/>
                  </a:lnTo>
                  <a:lnTo>
                    <a:pt x="196516" y="250944"/>
                  </a:lnTo>
                  <a:lnTo>
                    <a:pt x="195753" y="253587"/>
                  </a:lnTo>
                  <a:lnTo>
                    <a:pt x="194291" y="256860"/>
                  </a:lnTo>
                  <a:lnTo>
                    <a:pt x="193781" y="259690"/>
                  </a:lnTo>
                  <a:lnTo>
                    <a:pt x="194447" y="263266"/>
                  </a:lnTo>
                  <a:lnTo>
                    <a:pt x="194545" y="267597"/>
                  </a:lnTo>
                  <a:lnTo>
                    <a:pt x="194255" y="269337"/>
                  </a:lnTo>
                  <a:lnTo>
                    <a:pt x="193610" y="269926"/>
                  </a:lnTo>
                  <a:lnTo>
                    <a:pt x="193463" y="271043"/>
                  </a:lnTo>
                  <a:lnTo>
                    <a:pt x="193811" y="272693"/>
                  </a:lnTo>
                  <a:lnTo>
                    <a:pt x="193832" y="274860"/>
                  </a:lnTo>
                  <a:lnTo>
                    <a:pt x="193524" y="277547"/>
                  </a:lnTo>
                  <a:lnTo>
                    <a:pt x="192845" y="280623"/>
                  </a:lnTo>
                  <a:lnTo>
                    <a:pt x="191796" y="284086"/>
                  </a:lnTo>
                  <a:lnTo>
                    <a:pt x="191543" y="286400"/>
                  </a:lnTo>
                  <a:lnTo>
                    <a:pt x="192088" y="287566"/>
                  </a:lnTo>
                  <a:lnTo>
                    <a:pt x="192356" y="288801"/>
                  </a:lnTo>
                  <a:lnTo>
                    <a:pt x="192345" y="290114"/>
                  </a:lnTo>
                  <a:lnTo>
                    <a:pt x="192122" y="292016"/>
                  </a:lnTo>
                  <a:lnTo>
                    <a:pt x="191685" y="294506"/>
                  </a:lnTo>
                  <a:lnTo>
                    <a:pt x="191025" y="296356"/>
                  </a:lnTo>
                  <a:lnTo>
                    <a:pt x="190141" y="297562"/>
                  </a:lnTo>
                  <a:lnTo>
                    <a:pt x="189875" y="299085"/>
                  </a:lnTo>
                  <a:lnTo>
                    <a:pt x="190228" y="300927"/>
                  </a:lnTo>
                  <a:lnTo>
                    <a:pt x="190278" y="302848"/>
                  </a:lnTo>
                  <a:lnTo>
                    <a:pt x="190024" y="304842"/>
                  </a:lnTo>
                  <a:lnTo>
                    <a:pt x="190174" y="306787"/>
                  </a:lnTo>
                  <a:lnTo>
                    <a:pt x="190730" y="308680"/>
                  </a:lnTo>
                  <a:lnTo>
                    <a:pt x="190689" y="310836"/>
                  </a:lnTo>
                  <a:lnTo>
                    <a:pt x="189725" y="315262"/>
                  </a:lnTo>
                  <a:lnTo>
                    <a:pt x="189493" y="317989"/>
                  </a:lnTo>
                  <a:lnTo>
                    <a:pt x="190098" y="329670"/>
                  </a:lnTo>
                  <a:lnTo>
                    <a:pt x="189730" y="331307"/>
                  </a:lnTo>
                  <a:lnTo>
                    <a:pt x="189118" y="333188"/>
                  </a:lnTo>
                  <a:lnTo>
                    <a:pt x="188396" y="333324"/>
                  </a:lnTo>
                  <a:lnTo>
                    <a:pt x="187568" y="332998"/>
                  </a:lnTo>
                  <a:lnTo>
                    <a:pt x="186970" y="334169"/>
                  </a:lnTo>
                  <a:lnTo>
                    <a:pt x="186595" y="339323"/>
                  </a:lnTo>
                  <a:lnTo>
                    <a:pt x="185455" y="350479"/>
                  </a:lnTo>
                  <a:lnTo>
                    <a:pt x="185661" y="353125"/>
                  </a:lnTo>
                  <a:lnTo>
                    <a:pt x="186573" y="357419"/>
                  </a:lnTo>
                  <a:lnTo>
                    <a:pt x="186908" y="360154"/>
                  </a:lnTo>
                  <a:lnTo>
                    <a:pt x="187160" y="362218"/>
                  </a:lnTo>
                  <a:lnTo>
                    <a:pt x="187365" y="366125"/>
                  </a:lnTo>
                  <a:lnTo>
                    <a:pt x="186834" y="367885"/>
                  </a:lnTo>
                  <a:lnTo>
                    <a:pt x="186343" y="368194"/>
                  </a:lnTo>
                  <a:lnTo>
                    <a:pt x="185723" y="369175"/>
                  </a:lnTo>
                  <a:lnTo>
                    <a:pt x="186455" y="373939"/>
                  </a:lnTo>
                  <a:lnTo>
                    <a:pt x="187038" y="376132"/>
                  </a:lnTo>
                  <a:lnTo>
                    <a:pt x="188711" y="380619"/>
                  </a:lnTo>
                  <a:lnTo>
                    <a:pt x="195125" y="386855"/>
                  </a:lnTo>
                  <a:lnTo>
                    <a:pt x="197787" y="390532"/>
                  </a:lnTo>
                  <a:lnTo>
                    <a:pt x="200800" y="395541"/>
                  </a:lnTo>
                  <a:lnTo>
                    <a:pt x="202442" y="400683"/>
                  </a:lnTo>
                  <a:lnTo>
                    <a:pt x="202587" y="404922"/>
                  </a:lnTo>
                  <a:lnTo>
                    <a:pt x="200180" y="411256"/>
                  </a:lnTo>
                  <a:lnTo>
                    <a:pt x="199914" y="416575"/>
                  </a:lnTo>
                  <a:lnTo>
                    <a:pt x="200408" y="420312"/>
                  </a:lnTo>
                  <a:lnTo>
                    <a:pt x="201278" y="423780"/>
                  </a:lnTo>
                  <a:lnTo>
                    <a:pt x="203608" y="428290"/>
                  </a:lnTo>
                  <a:lnTo>
                    <a:pt x="205323" y="429938"/>
                  </a:lnTo>
                  <a:lnTo>
                    <a:pt x="207639" y="429759"/>
                  </a:lnTo>
                  <a:lnTo>
                    <a:pt x="208035" y="431017"/>
                  </a:lnTo>
                  <a:lnTo>
                    <a:pt x="208273" y="432123"/>
                  </a:lnTo>
                  <a:lnTo>
                    <a:pt x="208641" y="441247"/>
                  </a:lnTo>
                  <a:lnTo>
                    <a:pt x="208595" y="444675"/>
                  </a:lnTo>
                  <a:lnTo>
                    <a:pt x="207914" y="447821"/>
                  </a:lnTo>
                  <a:lnTo>
                    <a:pt x="203465" y="462260"/>
                  </a:lnTo>
                  <a:lnTo>
                    <a:pt x="199664" y="471073"/>
                  </a:lnTo>
                  <a:lnTo>
                    <a:pt x="198288" y="475938"/>
                  </a:lnTo>
                  <a:lnTo>
                    <a:pt x="197798" y="481150"/>
                  </a:lnTo>
                  <a:lnTo>
                    <a:pt x="196581" y="483631"/>
                  </a:lnTo>
                  <a:lnTo>
                    <a:pt x="189997" y="491498"/>
                  </a:lnTo>
                  <a:lnTo>
                    <a:pt x="179779" y="498516"/>
                  </a:lnTo>
                  <a:lnTo>
                    <a:pt x="171523" y="502160"/>
                  </a:lnTo>
                  <a:lnTo>
                    <a:pt x="169647" y="503387"/>
                  </a:lnTo>
                  <a:lnTo>
                    <a:pt x="156373" y="507398"/>
                  </a:lnTo>
                  <a:lnTo>
                    <a:pt x="153804" y="507960"/>
                  </a:lnTo>
                  <a:lnTo>
                    <a:pt x="150464" y="507602"/>
                  </a:lnTo>
                  <a:lnTo>
                    <a:pt x="147753" y="508133"/>
                  </a:lnTo>
                  <a:lnTo>
                    <a:pt x="144725" y="507040"/>
                  </a:lnTo>
                  <a:lnTo>
                    <a:pt x="142023" y="505779"/>
                  </a:lnTo>
                  <a:lnTo>
                    <a:pt x="140513" y="502651"/>
                  </a:lnTo>
                  <a:lnTo>
                    <a:pt x="138718" y="502261"/>
                  </a:lnTo>
                  <a:lnTo>
                    <a:pt x="138228" y="503822"/>
                  </a:lnTo>
                  <a:lnTo>
                    <a:pt x="139102" y="507816"/>
                  </a:lnTo>
                  <a:lnTo>
                    <a:pt x="138677" y="512618"/>
                  </a:lnTo>
                  <a:lnTo>
                    <a:pt x="139207" y="515356"/>
                  </a:lnTo>
                  <a:lnTo>
                    <a:pt x="140268" y="515904"/>
                  </a:lnTo>
                  <a:lnTo>
                    <a:pt x="141288" y="517321"/>
                  </a:lnTo>
                  <a:lnTo>
                    <a:pt x="142186" y="519214"/>
                  </a:lnTo>
                  <a:lnTo>
                    <a:pt x="140635" y="519411"/>
                  </a:lnTo>
                  <a:lnTo>
                    <a:pt x="141237" y="520920"/>
                  </a:lnTo>
                  <a:lnTo>
                    <a:pt x="141901" y="521806"/>
                  </a:lnTo>
                  <a:lnTo>
                    <a:pt x="141827" y="524963"/>
                  </a:lnTo>
                  <a:lnTo>
                    <a:pt x="141225" y="532558"/>
                  </a:lnTo>
                  <a:lnTo>
                    <a:pt x="139715" y="534185"/>
                  </a:lnTo>
                  <a:lnTo>
                    <a:pt x="139308" y="534624"/>
                  </a:lnTo>
                  <a:lnTo>
                    <a:pt x="138851" y="536260"/>
                  </a:lnTo>
                  <a:lnTo>
                    <a:pt x="137890" y="543526"/>
                  </a:lnTo>
                  <a:lnTo>
                    <a:pt x="137579" y="548235"/>
                  </a:lnTo>
                  <a:lnTo>
                    <a:pt x="137992" y="551274"/>
                  </a:lnTo>
                  <a:lnTo>
                    <a:pt x="139809" y="557651"/>
                  </a:lnTo>
                  <a:lnTo>
                    <a:pt x="139124" y="561789"/>
                  </a:lnTo>
                  <a:lnTo>
                    <a:pt x="137974" y="564040"/>
                  </a:lnTo>
                  <a:lnTo>
                    <a:pt x="133001" y="568660"/>
                  </a:lnTo>
                  <a:lnTo>
                    <a:pt x="131014" y="570507"/>
                  </a:lnTo>
                  <a:lnTo>
                    <a:pt x="127882" y="571771"/>
                  </a:lnTo>
                  <a:lnTo>
                    <a:pt x="122836" y="571987"/>
                  </a:lnTo>
                  <a:lnTo>
                    <a:pt x="120970" y="571699"/>
                  </a:lnTo>
                  <a:lnTo>
                    <a:pt x="116649" y="567497"/>
                  </a:lnTo>
                  <a:lnTo>
                    <a:pt x="113437" y="564975"/>
                  </a:lnTo>
                  <a:lnTo>
                    <a:pt x="110500" y="562967"/>
                  </a:lnTo>
                  <a:lnTo>
                    <a:pt x="107643" y="561763"/>
                  </a:lnTo>
                  <a:lnTo>
                    <a:pt x="108052" y="561157"/>
                  </a:lnTo>
                  <a:lnTo>
                    <a:pt x="108243" y="560072"/>
                  </a:lnTo>
                  <a:lnTo>
                    <a:pt x="107440" y="559460"/>
                  </a:lnTo>
                  <a:lnTo>
                    <a:pt x="106854" y="559328"/>
                  </a:lnTo>
                  <a:lnTo>
                    <a:pt x="104972" y="561512"/>
                  </a:lnTo>
                  <a:lnTo>
                    <a:pt x="104183" y="563740"/>
                  </a:lnTo>
                  <a:lnTo>
                    <a:pt x="103955" y="565699"/>
                  </a:lnTo>
                  <a:lnTo>
                    <a:pt x="103917" y="570388"/>
                  </a:lnTo>
                  <a:lnTo>
                    <a:pt x="104251" y="574322"/>
                  </a:lnTo>
                  <a:lnTo>
                    <a:pt x="105604" y="584017"/>
                  </a:lnTo>
                  <a:lnTo>
                    <a:pt x="105742" y="589284"/>
                  </a:lnTo>
                  <a:lnTo>
                    <a:pt x="105100" y="595926"/>
                  </a:lnTo>
                  <a:lnTo>
                    <a:pt x="105997" y="599831"/>
                  </a:lnTo>
                  <a:lnTo>
                    <a:pt x="107087" y="601597"/>
                  </a:lnTo>
                  <a:lnTo>
                    <a:pt x="109537" y="603340"/>
                  </a:lnTo>
                  <a:lnTo>
                    <a:pt x="110488" y="604528"/>
                  </a:lnTo>
                  <a:lnTo>
                    <a:pt x="111533" y="604338"/>
                  </a:lnTo>
                  <a:lnTo>
                    <a:pt x="111854" y="604800"/>
                  </a:lnTo>
                  <a:lnTo>
                    <a:pt x="111700" y="605657"/>
                  </a:lnTo>
                  <a:lnTo>
                    <a:pt x="111084" y="607333"/>
                  </a:lnTo>
                  <a:lnTo>
                    <a:pt x="111123" y="609108"/>
                  </a:lnTo>
                  <a:lnTo>
                    <a:pt x="112981" y="609633"/>
                  </a:lnTo>
                  <a:lnTo>
                    <a:pt x="114904" y="609275"/>
                  </a:lnTo>
                  <a:lnTo>
                    <a:pt x="116924" y="608491"/>
                  </a:lnTo>
                  <a:lnTo>
                    <a:pt x="117401" y="607258"/>
                  </a:lnTo>
                  <a:lnTo>
                    <a:pt x="117414" y="604679"/>
                  </a:lnTo>
                  <a:lnTo>
                    <a:pt x="115048" y="604226"/>
                  </a:lnTo>
                  <a:lnTo>
                    <a:pt x="115349" y="603265"/>
                  </a:lnTo>
                  <a:lnTo>
                    <a:pt x="117142" y="602217"/>
                  </a:lnTo>
                  <a:lnTo>
                    <a:pt x="119491" y="600497"/>
                  </a:lnTo>
                  <a:lnTo>
                    <a:pt x="120692" y="600180"/>
                  </a:lnTo>
                  <a:lnTo>
                    <a:pt x="121507" y="601334"/>
                  </a:lnTo>
                  <a:lnTo>
                    <a:pt x="122059" y="602390"/>
                  </a:lnTo>
                  <a:lnTo>
                    <a:pt x="122736" y="605169"/>
                  </a:lnTo>
                  <a:lnTo>
                    <a:pt x="123155" y="608828"/>
                  </a:lnTo>
                  <a:lnTo>
                    <a:pt x="123173" y="613232"/>
                  </a:lnTo>
                  <a:lnTo>
                    <a:pt x="122891" y="617375"/>
                  </a:lnTo>
                  <a:lnTo>
                    <a:pt x="122556" y="618850"/>
                  </a:lnTo>
                  <a:lnTo>
                    <a:pt x="121964" y="620610"/>
                  </a:lnTo>
                  <a:lnTo>
                    <a:pt x="117740" y="622855"/>
                  </a:lnTo>
                  <a:lnTo>
                    <a:pt x="116557" y="622269"/>
                  </a:lnTo>
                  <a:lnTo>
                    <a:pt x="115455" y="619141"/>
                  </a:lnTo>
                  <a:lnTo>
                    <a:pt x="115109" y="615907"/>
                  </a:lnTo>
                  <a:lnTo>
                    <a:pt x="114167" y="613725"/>
                  </a:lnTo>
                  <a:lnTo>
                    <a:pt x="112149" y="611988"/>
                  </a:lnTo>
                  <a:lnTo>
                    <a:pt x="110142" y="612519"/>
                  </a:lnTo>
                  <a:lnTo>
                    <a:pt x="108149" y="615526"/>
                  </a:lnTo>
                  <a:lnTo>
                    <a:pt x="106191" y="616504"/>
                  </a:lnTo>
                  <a:lnTo>
                    <a:pt x="105497" y="619240"/>
                  </a:lnTo>
                  <a:lnTo>
                    <a:pt x="110405" y="623675"/>
                  </a:lnTo>
                  <a:lnTo>
                    <a:pt x="112720" y="624907"/>
                  </a:lnTo>
                  <a:lnTo>
                    <a:pt x="113475" y="624864"/>
                  </a:lnTo>
                  <a:lnTo>
                    <a:pt x="114231" y="625447"/>
                  </a:lnTo>
                  <a:lnTo>
                    <a:pt x="113533" y="627091"/>
                  </a:lnTo>
                  <a:lnTo>
                    <a:pt x="112835" y="628113"/>
                  </a:lnTo>
                  <a:lnTo>
                    <a:pt x="109343" y="630370"/>
                  </a:lnTo>
                  <a:lnTo>
                    <a:pt x="107804" y="631945"/>
                  </a:lnTo>
                  <a:lnTo>
                    <a:pt x="106007" y="635038"/>
                  </a:lnTo>
                  <a:lnTo>
                    <a:pt x="103488" y="641791"/>
                  </a:lnTo>
                  <a:lnTo>
                    <a:pt x="102715" y="643263"/>
                  </a:lnTo>
                  <a:lnTo>
                    <a:pt x="102329" y="644980"/>
                  </a:lnTo>
                  <a:lnTo>
                    <a:pt x="102069" y="649634"/>
                  </a:lnTo>
                  <a:lnTo>
                    <a:pt x="102885" y="657353"/>
                  </a:lnTo>
                  <a:lnTo>
                    <a:pt x="102023" y="660588"/>
                  </a:lnTo>
                  <a:lnTo>
                    <a:pt x="102552" y="664178"/>
                  </a:lnTo>
                  <a:lnTo>
                    <a:pt x="102252" y="666573"/>
                  </a:lnTo>
                  <a:lnTo>
                    <a:pt x="101371" y="670018"/>
                  </a:lnTo>
                  <a:lnTo>
                    <a:pt x="97838" y="675458"/>
                  </a:lnTo>
                  <a:lnTo>
                    <a:pt x="97212" y="679440"/>
                  </a:lnTo>
                  <a:lnTo>
                    <a:pt x="98436" y="681786"/>
                  </a:lnTo>
                  <a:lnTo>
                    <a:pt x="98355" y="683838"/>
                  </a:lnTo>
                  <a:lnTo>
                    <a:pt x="97947" y="685693"/>
                  </a:lnTo>
                  <a:lnTo>
                    <a:pt x="96479" y="685673"/>
                  </a:lnTo>
                  <a:lnTo>
                    <a:pt x="91143" y="684421"/>
                  </a:lnTo>
                  <a:lnTo>
                    <a:pt x="89198" y="686455"/>
                  </a:lnTo>
                  <a:lnTo>
                    <a:pt x="87398" y="688937"/>
                  </a:lnTo>
                  <a:lnTo>
                    <a:pt x="86907" y="690126"/>
                  </a:lnTo>
                  <a:lnTo>
                    <a:pt x="86270" y="690867"/>
                  </a:lnTo>
                  <a:lnTo>
                    <a:pt x="82600" y="692189"/>
                  </a:lnTo>
                  <a:lnTo>
                    <a:pt x="81872" y="693066"/>
                  </a:lnTo>
                  <a:lnTo>
                    <a:pt x="77970" y="702519"/>
                  </a:lnTo>
                  <a:lnTo>
                    <a:pt x="76300" y="708380"/>
                  </a:lnTo>
                  <a:lnTo>
                    <a:pt x="74281" y="714128"/>
                  </a:lnTo>
                  <a:lnTo>
                    <a:pt x="73751" y="716564"/>
                  </a:lnTo>
                  <a:lnTo>
                    <a:pt x="73636" y="719940"/>
                  </a:lnTo>
                  <a:lnTo>
                    <a:pt x="73917" y="722976"/>
                  </a:lnTo>
                  <a:lnTo>
                    <a:pt x="74197" y="725218"/>
                  </a:lnTo>
                  <a:lnTo>
                    <a:pt x="74900" y="728095"/>
                  </a:lnTo>
                  <a:lnTo>
                    <a:pt x="76379" y="731376"/>
                  </a:lnTo>
                  <a:lnTo>
                    <a:pt x="83903" y="744734"/>
                  </a:lnTo>
                  <a:lnTo>
                    <a:pt x="85464" y="745899"/>
                  </a:lnTo>
                  <a:lnTo>
                    <a:pt x="93507" y="747331"/>
                  </a:lnTo>
                  <a:lnTo>
                    <a:pt x="95295" y="749192"/>
                  </a:lnTo>
                  <a:lnTo>
                    <a:pt x="96339" y="752147"/>
                  </a:lnTo>
                  <a:lnTo>
                    <a:pt x="96721" y="754752"/>
                  </a:lnTo>
                  <a:lnTo>
                    <a:pt x="96261" y="761355"/>
                  </a:lnTo>
                  <a:lnTo>
                    <a:pt x="95781" y="763418"/>
                  </a:lnTo>
                  <a:lnTo>
                    <a:pt x="94892" y="765291"/>
                  </a:lnTo>
                  <a:lnTo>
                    <a:pt x="92988" y="767706"/>
                  </a:lnTo>
                  <a:lnTo>
                    <a:pt x="90710" y="768990"/>
                  </a:lnTo>
                  <a:lnTo>
                    <a:pt x="91362" y="769902"/>
                  </a:lnTo>
                  <a:lnTo>
                    <a:pt x="92288" y="769772"/>
                  </a:lnTo>
                  <a:lnTo>
                    <a:pt x="94301" y="768990"/>
                  </a:lnTo>
                  <a:lnTo>
                    <a:pt x="95171" y="769772"/>
                  </a:lnTo>
                  <a:lnTo>
                    <a:pt x="95833" y="772369"/>
                  </a:lnTo>
                  <a:lnTo>
                    <a:pt x="94573" y="773423"/>
                  </a:lnTo>
                  <a:lnTo>
                    <a:pt x="94188" y="774681"/>
                  </a:lnTo>
                  <a:lnTo>
                    <a:pt x="93277" y="776600"/>
                  </a:lnTo>
                  <a:lnTo>
                    <a:pt x="88635" y="784226"/>
                  </a:lnTo>
                  <a:lnTo>
                    <a:pt x="86131" y="786506"/>
                  </a:lnTo>
                  <a:lnTo>
                    <a:pt x="83830" y="789562"/>
                  </a:lnTo>
                  <a:lnTo>
                    <a:pt x="80741" y="792658"/>
                  </a:lnTo>
                  <a:lnTo>
                    <a:pt x="79533" y="794436"/>
                  </a:lnTo>
                  <a:lnTo>
                    <a:pt x="77900" y="798170"/>
                  </a:lnTo>
                  <a:lnTo>
                    <a:pt x="75395" y="802233"/>
                  </a:lnTo>
                  <a:lnTo>
                    <a:pt x="72698" y="810948"/>
                  </a:lnTo>
                  <a:lnTo>
                    <a:pt x="72589" y="812642"/>
                  </a:lnTo>
                  <a:lnTo>
                    <a:pt x="72981" y="813770"/>
                  </a:lnTo>
                  <a:lnTo>
                    <a:pt x="71481" y="829038"/>
                  </a:lnTo>
                  <a:lnTo>
                    <a:pt x="70957" y="830833"/>
                  </a:lnTo>
                  <a:lnTo>
                    <a:pt x="69871" y="832749"/>
                  </a:lnTo>
                  <a:lnTo>
                    <a:pt x="67012" y="835908"/>
                  </a:lnTo>
                  <a:lnTo>
                    <a:pt x="65635" y="836298"/>
                  </a:lnTo>
                  <a:lnTo>
                    <a:pt x="63816" y="834469"/>
                  </a:lnTo>
                  <a:lnTo>
                    <a:pt x="62789" y="832555"/>
                  </a:lnTo>
                  <a:lnTo>
                    <a:pt x="61785" y="829277"/>
                  </a:lnTo>
                  <a:lnTo>
                    <a:pt x="60572" y="825895"/>
                  </a:lnTo>
                  <a:lnTo>
                    <a:pt x="60509" y="827104"/>
                  </a:lnTo>
                  <a:lnTo>
                    <a:pt x="60931" y="829159"/>
                  </a:lnTo>
                  <a:lnTo>
                    <a:pt x="60645" y="831309"/>
                  </a:lnTo>
                  <a:lnTo>
                    <a:pt x="57543" y="832284"/>
                  </a:lnTo>
                  <a:lnTo>
                    <a:pt x="56722" y="833297"/>
                  </a:lnTo>
                  <a:lnTo>
                    <a:pt x="59522" y="832844"/>
                  </a:lnTo>
                  <a:lnTo>
                    <a:pt x="61431" y="833487"/>
                  </a:lnTo>
                  <a:lnTo>
                    <a:pt x="62238" y="834275"/>
                  </a:lnTo>
                  <a:lnTo>
                    <a:pt x="62964" y="835908"/>
                  </a:lnTo>
                  <a:lnTo>
                    <a:pt x="63604" y="837874"/>
                  </a:lnTo>
                  <a:lnTo>
                    <a:pt x="63066" y="838961"/>
                  </a:lnTo>
                  <a:lnTo>
                    <a:pt x="61537" y="839862"/>
                  </a:lnTo>
                  <a:lnTo>
                    <a:pt x="59557" y="841515"/>
                  </a:lnTo>
                  <a:lnTo>
                    <a:pt x="57217" y="844505"/>
                  </a:lnTo>
                  <a:lnTo>
                    <a:pt x="55917" y="847956"/>
                  </a:lnTo>
                  <a:lnTo>
                    <a:pt x="55357" y="850438"/>
                  </a:lnTo>
                  <a:lnTo>
                    <a:pt x="54725" y="855444"/>
                  </a:lnTo>
                  <a:lnTo>
                    <a:pt x="54557" y="858751"/>
                  </a:lnTo>
                  <a:lnTo>
                    <a:pt x="53568" y="861296"/>
                  </a:lnTo>
                  <a:lnTo>
                    <a:pt x="52045" y="863588"/>
                  </a:lnTo>
                  <a:lnTo>
                    <a:pt x="52129" y="864110"/>
                  </a:lnTo>
                  <a:lnTo>
                    <a:pt x="53163" y="862938"/>
                  </a:lnTo>
                  <a:lnTo>
                    <a:pt x="53989" y="862569"/>
                  </a:lnTo>
                  <a:lnTo>
                    <a:pt x="54699" y="865622"/>
                  </a:lnTo>
                  <a:lnTo>
                    <a:pt x="55659" y="871725"/>
                  </a:lnTo>
                  <a:lnTo>
                    <a:pt x="56105" y="875950"/>
                  </a:lnTo>
                  <a:lnTo>
                    <a:pt x="56034" y="877205"/>
                  </a:lnTo>
                  <a:lnTo>
                    <a:pt x="55750" y="878925"/>
                  </a:lnTo>
                  <a:lnTo>
                    <a:pt x="53779" y="879340"/>
                  </a:lnTo>
                  <a:lnTo>
                    <a:pt x="52021" y="879288"/>
                  </a:lnTo>
                  <a:lnTo>
                    <a:pt x="50726" y="880027"/>
                  </a:lnTo>
                  <a:lnTo>
                    <a:pt x="51422" y="880789"/>
                  </a:lnTo>
                  <a:lnTo>
                    <a:pt x="52607" y="880518"/>
                  </a:lnTo>
                  <a:lnTo>
                    <a:pt x="54247" y="882327"/>
                  </a:lnTo>
                  <a:lnTo>
                    <a:pt x="56069" y="881557"/>
                  </a:lnTo>
                  <a:lnTo>
                    <a:pt x="56898" y="882766"/>
                  </a:lnTo>
                  <a:lnTo>
                    <a:pt x="57496" y="883874"/>
                  </a:lnTo>
                  <a:lnTo>
                    <a:pt x="60285" y="892692"/>
                  </a:lnTo>
                  <a:lnTo>
                    <a:pt x="62720" y="898143"/>
                  </a:lnTo>
                  <a:lnTo>
                    <a:pt x="63951" y="901378"/>
                  </a:lnTo>
                  <a:lnTo>
                    <a:pt x="63339" y="902844"/>
                  </a:lnTo>
                  <a:lnTo>
                    <a:pt x="63121" y="900887"/>
                  </a:lnTo>
                  <a:lnTo>
                    <a:pt x="61532" y="900383"/>
                  </a:lnTo>
                  <a:lnTo>
                    <a:pt x="59984" y="899855"/>
                  </a:lnTo>
                  <a:lnTo>
                    <a:pt x="57401" y="898455"/>
                  </a:lnTo>
                  <a:lnTo>
                    <a:pt x="53925" y="896328"/>
                  </a:lnTo>
                  <a:lnTo>
                    <a:pt x="50443" y="896328"/>
                  </a:lnTo>
                  <a:lnTo>
                    <a:pt x="47676" y="894533"/>
                  </a:lnTo>
                  <a:lnTo>
                    <a:pt x="44620" y="892548"/>
                  </a:lnTo>
                  <a:lnTo>
                    <a:pt x="38172" y="892372"/>
                  </a:lnTo>
                  <a:lnTo>
                    <a:pt x="32491" y="892251"/>
                  </a:lnTo>
                  <a:lnTo>
                    <a:pt x="26672" y="892127"/>
                  </a:lnTo>
                  <a:lnTo>
                    <a:pt x="22947" y="892049"/>
                  </a:lnTo>
                  <a:lnTo>
                    <a:pt x="20454" y="891997"/>
                  </a:lnTo>
                  <a:lnTo>
                    <a:pt x="19807" y="891247"/>
                  </a:lnTo>
                  <a:lnTo>
                    <a:pt x="20024" y="888771"/>
                  </a:lnTo>
                  <a:lnTo>
                    <a:pt x="19100" y="886947"/>
                  </a:lnTo>
                  <a:lnTo>
                    <a:pt x="17760" y="884742"/>
                  </a:lnTo>
                  <a:lnTo>
                    <a:pt x="16131" y="883178"/>
                  </a:lnTo>
                  <a:lnTo>
                    <a:pt x="15322" y="881086"/>
                  </a:lnTo>
                  <a:lnTo>
                    <a:pt x="14420" y="878737"/>
                  </a:lnTo>
                  <a:lnTo>
                    <a:pt x="14929" y="876654"/>
                  </a:lnTo>
                  <a:lnTo>
                    <a:pt x="15709" y="871589"/>
                  </a:lnTo>
                  <a:lnTo>
                    <a:pt x="15725" y="869356"/>
                  </a:lnTo>
                  <a:lnTo>
                    <a:pt x="15018" y="867792"/>
                  </a:lnTo>
                  <a:lnTo>
                    <a:pt x="14801" y="865576"/>
                  </a:lnTo>
                  <a:lnTo>
                    <a:pt x="15018" y="864534"/>
                  </a:lnTo>
                  <a:lnTo>
                    <a:pt x="15657" y="863743"/>
                  </a:lnTo>
                  <a:lnTo>
                    <a:pt x="16041" y="860105"/>
                  </a:lnTo>
                  <a:lnTo>
                    <a:pt x="15741" y="856538"/>
                  </a:lnTo>
                  <a:lnTo>
                    <a:pt x="15252" y="853355"/>
                  </a:lnTo>
                  <a:lnTo>
                    <a:pt x="14606" y="851950"/>
                  </a:lnTo>
                  <a:lnTo>
                    <a:pt x="13772" y="851283"/>
                  </a:lnTo>
                  <a:lnTo>
                    <a:pt x="13159" y="851159"/>
                  </a:lnTo>
                  <a:lnTo>
                    <a:pt x="11795" y="852345"/>
                  </a:lnTo>
                  <a:lnTo>
                    <a:pt x="9534" y="852051"/>
                  </a:lnTo>
                  <a:lnTo>
                    <a:pt x="8765" y="852507"/>
                  </a:lnTo>
                  <a:lnTo>
                    <a:pt x="7659" y="853788"/>
                  </a:lnTo>
                  <a:lnTo>
                    <a:pt x="6094" y="855675"/>
                  </a:lnTo>
                  <a:lnTo>
                    <a:pt x="5223" y="855023"/>
                  </a:lnTo>
                  <a:lnTo>
                    <a:pt x="4957" y="853006"/>
                  </a:lnTo>
                  <a:lnTo>
                    <a:pt x="4376" y="851254"/>
                  </a:lnTo>
                  <a:lnTo>
                    <a:pt x="4006" y="849711"/>
                  </a:lnTo>
                  <a:lnTo>
                    <a:pt x="3727" y="847171"/>
                  </a:lnTo>
                  <a:lnTo>
                    <a:pt x="3264" y="843902"/>
                  </a:lnTo>
                  <a:lnTo>
                    <a:pt x="2340" y="840038"/>
                  </a:lnTo>
                  <a:lnTo>
                    <a:pt x="925" y="836910"/>
                  </a:lnTo>
                  <a:lnTo>
                    <a:pt x="845" y="834102"/>
                  </a:lnTo>
                  <a:lnTo>
                    <a:pt x="584" y="830576"/>
                  </a:lnTo>
                  <a:lnTo>
                    <a:pt x="1306" y="827136"/>
                  </a:lnTo>
                  <a:lnTo>
                    <a:pt x="885" y="824285"/>
                  </a:lnTo>
                  <a:lnTo>
                    <a:pt x="0" y="820883"/>
                  </a:lnTo>
                  <a:lnTo>
                    <a:pt x="272" y="817365"/>
                  </a:lnTo>
                  <a:lnTo>
                    <a:pt x="1142" y="815409"/>
                  </a:lnTo>
                  <a:lnTo>
                    <a:pt x="1415" y="812933"/>
                  </a:lnTo>
                  <a:lnTo>
                    <a:pt x="5441" y="812543"/>
                  </a:lnTo>
                  <a:lnTo>
                    <a:pt x="5273" y="809213"/>
                  </a:lnTo>
                  <a:lnTo>
                    <a:pt x="5943" y="806521"/>
                  </a:lnTo>
                  <a:lnTo>
                    <a:pt x="6695" y="804083"/>
                  </a:lnTo>
                  <a:lnTo>
                    <a:pt x="7336" y="802972"/>
                  </a:lnTo>
                  <a:lnTo>
                    <a:pt x="8771" y="802002"/>
                  </a:lnTo>
                  <a:lnTo>
                    <a:pt x="10461" y="800594"/>
                  </a:lnTo>
                  <a:lnTo>
                    <a:pt x="11414" y="798978"/>
                  </a:lnTo>
                  <a:lnTo>
                    <a:pt x="11869" y="797538"/>
                  </a:lnTo>
                  <a:lnTo>
                    <a:pt x="12148" y="795671"/>
                  </a:lnTo>
                  <a:lnTo>
                    <a:pt x="12220" y="793686"/>
                  </a:lnTo>
                  <a:lnTo>
                    <a:pt x="11943" y="789455"/>
                  </a:lnTo>
                  <a:lnTo>
                    <a:pt x="12258" y="788157"/>
                  </a:lnTo>
                  <a:lnTo>
                    <a:pt x="13303" y="786443"/>
                  </a:lnTo>
                  <a:lnTo>
                    <a:pt x="15073" y="784919"/>
                  </a:lnTo>
                  <a:lnTo>
                    <a:pt x="15835" y="780879"/>
                  </a:lnTo>
                  <a:lnTo>
                    <a:pt x="15399" y="777362"/>
                  </a:lnTo>
                  <a:lnTo>
                    <a:pt x="14417" y="774580"/>
                  </a:lnTo>
                  <a:lnTo>
                    <a:pt x="13168" y="773322"/>
                  </a:lnTo>
                  <a:lnTo>
                    <a:pt x="13059" y="770456"/>
                  </a:lnTo>
                  <a:lnTo>
                    <a:pt x="13623" y="767732"/>
                  </a:lnTo>
                  <a:lnTo>
                    <a:pt x="14359" y="764818"/>
                  </a:lnTo>
                  <a:lnTo>
                    <a:pt x="15236" y="761465"/>
                  </a:lnTo>
                  <a:lnTo>
                    <a:pt x="15181" y="759118"/>
                  </a:lnTo>
                  <a:lnTo>
                    <a:pt x="15959" y="757748"/>
                  </a:lnTo>
                  <a:lnTo>
                    <a:pt x="18174" y="754689"/>
                  </a:lnTo>
                  <a:lnTo>
                    <a:pt x="18936" y="751694"/>
                  </a:lnTo>
                  <a:lnTo>
                    <a:pt x="19715" y="750880"/>
                  </a:lnTo>
                  <a:lnTo>
                    <a:pt x="20623" y="750519"/>
                  </a:lnTo>
                  <a:lnTo>
                    <a:pt x="20678" y="748825"/>
                  </a:lnTo>
                  <a:lnTo>
                    <a:pt x="20015" y="747146"/>
                  </a:lnTo>
                  <a:lnTo>
                    <a:pt x="19907" y="745034"/>
                  </a:lnTo>
                  <a:lnTo>
                    <a:pt x="19985" y="742693"/>
                  </a:lnTo>
                  <a:lnTo>
                    <a:pt x="20188" y="739574"/>
                  </a:lnTo>
                  <a:lnTo>
                    <a:pt x="21222" y="738402"/>
                  </a:lnTo>
                  <a:lnTo>
                    <a:pt x="22748" y="735869"/>
                  </a:lnTo>
                  <a:lnTo>
                    <a:pt x="23156" y="734259"/>
                  </a:lnTo>
                  <a:lnTo>
                    <a:pt x="23211" y="732103"/>
                  </a:lnTo>
                  <a:lnTo>
                    <a:pt x="22766" y="727653"/>
                  </a:lnTo>
                  <a:lnTo>
                    <a:pt x="22386" y="724462"/>
                  </a:lnTo>
                  <a:lnTo>
                    <a:pt x="22194" y="723285"/>
                  </a:lnTo>
                  <a:lnTo>
                    <a:pt x="21497" y="721120"/>
                  </a:lnTo>
                  <a:lnTo>
                    <a:pt x="20984" y="719755"/>
                  </a:lnTo>
                  <a:lnTo>
                    <a:pt x="21804" y="718047"/>
                  </a:lnTo>
                  <a:lnTo>
                    <a:pt x="23344" y="716249"/>
                  </a:lnTo>
                  <a:lnTo>
                    <a:pt x="23997" y="713644"/>
                  </a:lnTo>
                  <a:lnTo>
                    <a:pt x="23398" y="711427"/>
                  </a:lnTo>
                  <a:lnTo>
                    <a:pt x="22527" y="710256"/>
                  </a:lnTo>
                  <a:lnTo>
                    <a:pt x="22256" y="706868"/>
                  </a:lnTo>
                  <a:lnTo>
                    <a:pt x="22582" y="702568"/>
                  </a:lnTo>
                  <a:lnTo>
                    <a:pt x="23235" y="701264"/>
                  </a:lnTo>
                  <a:lnTo>
                    <a:pt x="25520" y="700612"/>
                  </a:lnTo>
                  <a:lnTo>
                    <a:pt x="25738" y="698396"/>
                  </a:lnTo>
                  <a:lnTo>
                    <a:pt x="27480" y="695271"/>
                  </a:lnTo>
                  <a:lnTo>
                    <a:pt x="27425" y="692272"/>
                  </a:lnTo>
                  <a:lnTo>
                    <a:pt x="26318" y="690434"/>
                  </a:lnTo>
                  <a:lnTo>
                    <a:pt x="25234" y="687468"/>
                  </a:lnTo>
                  <a:lnTo>
                    <a:pt x="24432" y="684848"/>
                  </a:lnTo>
                  <a:lnTo>
                    <a:pt x="21766" y="683413"/>
                  </a:lnTo>
                  <a:lnTo>
                    <a:pt x="18936" y="682631"/>
                  </a:lnTo>
                  <a:lnTo>
                    <a:pt x="18556" y="680156"/>
                  </a:lnTo>
                  <a:lnTo>
                    <a:pt x="18664" y="678721"/>
                  </a:lnTo>
                  <a:lnTo>
                    <a:pt x="19981" y="679301"/>
                  </a:lnTo>
                  <a:lnTo>
                    <a:pt x="22130" y="678796"/>
                  </a:lnTo>
                  <a:lnTo>
                    <a:pt x="23749" y="678678"/>
                  </a:lnTo>
                  <a:lnTo>
                    <a:pt x="24875" y="678430"/>
                  </a:lnTo>
                  <a:lnTo>
                    <a:pt x="26173" y="678069"/>
                  </a:lnTo>
                  <a:lnTo>
                    <a:pt x="27371" y="679114"/>
                  </a:lnTo>
                  <a:lnTo>
                    <a:pt x="28568" y="678462"/>
                  </a:lnTo>
                  <a:lnTo>
                    <a:pt x="29057" y="674552"/>
                  </a:lnTo>
                  <a:lnTo>
                    <a:pt x="29819" y="672468"/>
                  </a:lnTo>
                  <a:lnTo>
                    <a:pt x="29928" y="670512"/>
                  </a:lnTo>
                  <a:lnTo>
                    <a:pt x="29167" y="668951"/>
                  </a:lnTo>
                  <a:lnTo>
                    <a:pt x="27771" y="668469"/>
                  </a:lnTo>
                  <a:lnTo>
                    <a:pt x="21671" y="667234"/>
                  </a:lnTo>
                  <a:lnTo>
                    <a:pt x="21486" y="665670"/>
                  </a:lnTo>
                  <a:lnTo>
                    <a:pt x="21539" y="663047"/>
                  </a:lnTo>
                  <a:lnTo>
                    <a:pt x="21769" y="660369"/>
                  </a:lnTo>
                  <a:lnTo>
                    <a:pt x="21766" y="659047"/>
                  </a:lnTo>
                  <a:lnTo>
                    <a:pt x="22323" y="657884"/>
                  </a:lnTo>
                  <a:lnTo>
                    <a:pt x="22953" y="655454"/>
                  </a:lnTo>
                  <a:lnTo>
                    <a:pt x="23398" y="653833"/>
                  </a:lnTo>
                  <a:lnTo>
                    <a:pt x="22955" y="651729"/>
                  </a:lnTo>
                  <a:lnTo>
                    <a:pt x="21983" y="648621"/>
                  </a:lnTo>
                  <a:lnTo>
                    <a:pt x="22691" y="647187"/>
                  </a:lnTo>
                  <a:lnTo>
                    <a:pt x="22748" y="645476"/>
                  </a:lnTo>
                  <a:lnTo>
                    <a:pt x="22527" y="643802"/>
                  </a:lnTo>
                  <a:lnTo>
                    <a:pt x="21518" y="641941"/>
                  </a:lnTo>
                  <a:lnTo>
                    <a:pt x="20623" y="639370"/>
                  </a:lnTo>
                  <a:lnTo>
                    <a:pt x="20623" y="636634"/>
                  </a:lnTo>
                  <a:lnTo>
                    <a:pt x="21669" y="635907"/>
                  </a:lnTo>
                  <a:lnTo>
                    <a:pt x="22364" y="635070"/>
                  </a:lnTo>
                  <a:lnTo>
                    <a:pt x="22527" y="633376"/>
                  </a:lnTo>
                  <a:lnTo>
                    <a:pt x="22147" y="631293"/>
                  </a:lnTo>
                  <a:lnTo>
                    <a:pt x="20702" y="630658"/>
                  </a:lnTo>
                  <a:lnTo>
                    <a:pt x="18775" y="629377"/>
                  </a:lnTo>
                  <a:lnTo>
                    <a:pt x="18187" y="628303"/>
                  </a:lnTo>
                  <a:lnTo>
                    <a:pt x="17643" y="626070"/>
                  </a:lnTo>
                  <a:lnTo>
                    <a:pt x="18048" y="619768"/>
                  </a:lnTo>
                  <a:lnTo>
                    <a:pt x="17846" y="615970"/>
                  </a:lnTo>
                  <a:lnTo>
                    <a:pt x="17677" y="613869"/>
                  </a:lnTo>
                  <a:lnTo>
                    <a:pt x="18149" y="612253"/>
                  </a:lnTo>
                  <a:lnTo>
                    <a:pt x="18791" y="610799"/>
                  </a:lnTo>
                  <a:lnTo>
                    <a:pt x="18486" y="607408"/>
                  </a:lnTo>
                  <a:lnTo>
                    <a:pt x="17913" y="605631"/>
                  </a:lnTo>
                  <a:lnTo>
                    <a:pt x="18115" y="604257"/>
                  </a:lnTo>
                  <a:lnTo>
                    <a:pt x="18656" y="602884"/>
                  </a:lnTo>
                  <a:lnTo>
                    <a:pt x="19128" y="601187"/>
                  </a:lnTo>
                  <a:lnTo>
                    <a:pt x="19533" y="600783"/>
                  </a:lnTo>
                  <a:lnTo>
                    <a:pt x="20140" y="601752"/>
                  </a:lnTo>
                  <a:lnTo>
                    <a:pt x="21168" y="601184"/>
                  </a:lnTo>
                  <a:lnTo>
                    <a:pt x="22400" y="599813"/>
                  </a:lnTo>
                  <a:lnTo>
                    <a:pt x="22535" y="598197"/>
                  </a:lnTo>
                  <a:lnTo>
                    <a:pt x="22288" y="595886"/>
                  </a:lnTo>
                  <a:lnTo>
                    <a:pt x="21369" y="590077"/>
                  </a:lnTo>
                  <a:lnTo>
                    <a:pt x="20545" y="586485"/>
                  </a:lnTo>
                  <a:lnTo>
                    <a:pt x="20714" y="585192"/>
                  </a:lnTo>
                  <a:lnTo>
                    <a:pt x="21040" y="583830"/>
                  </a:lnTo>
                  <a:lnTo>
                    <a:pt x="20781" y="578890"/>
                  </a:lnTo>
                  <a:lnTo>
                    <a:pt x="20862" y="575906"/>
                  </a:lnTo>
                  <a:lnTo>
                    <a:pt x="20922" y="567107"/>
                  </a:lnTo>
                  <a:lnTo>
                    <a:pt x="21017" y="564103"/>
                  </a:lnTo>
                  <a:lnTo>
                    <a:pt x="20174" y="561036"/>
                  </a:lnTo>
                  <a:lnTo>
                    <a:pt x="20288" y="558156"/>
                  </a:lnTo>
                  <a:lnTo>
                    <a:pt x="20884" y="556055"/>
                  </a:lnTo>
                  <a:lnTo>
                    <a:pt x="21443" y="553213"/>
                  </a:lnTo>
                  <a:lnTo>
                    <a:pt x="21861" y="550694"/>
                  </a:lnTo>
                  <a:lnTo>
                    <a:pt x="22299" y="549563"/>
                  </a:lnTo>
                  <a:lnTo>
                    <a:pt x="23041" y="548997"/>
                  </a:lnTo>
                  <a:lnTo>
                    <a:pt x="23210" y="547624"/>
                  </a:lnTo>
                  <a:lnTo>
                    <a:pt x="22873" y="546573"/>
                  </a:lnTo>
                  <a:lnTo>
                    <a:pt x="21911" y="544937"/>
                  </a:lnTo>
                  <a:lnTo>
                    <a:pt x="21692" y="542937"/>
                  </a:lnTo>
                  <a:lnTo>
                    <a:pt x="21894" y="541402"/>
                  </a:lnTo>
                  <a:lnTo>
                    <a:pt x="22367" y="540513"/>
                  </a:lnTo>
                  <a:lnTo>
                    <a:pt x="23098" y="540522"/>
                  </a:lnTo>
                  <a:lnTo>
                    <a:pt x="23649" y="538332"/>
                  </a:lnTo>
                  <a:lnTo>
                    <a:pt x="23805" y="535625"/>
                  </a:lnTo>
                  <a:lnTo>
                    <a:pt x="23919" y="534373"/>
                  </a:lnTo>
                  <a:lnTo>
                    <a:pt x="23497" y="532791"/>
                  </a:lnTo>
                  <a:lnTo>
                    <a:pt x="23191" y="529060"/>
                  </a:lnTo>
                  <a:lnTo>
                    <a:pt x="22906" y="526939"/>
                  </a:lnTo>
                  <a:lnTo>
                    <a:pt x="23244" y="526050"/>
                  </a:lnTo>
                  <a:lnTo>
                    <a:pt x="23716" y="525727"/>
                  </a:lnTo>
                  <a:lnTo>
                    <a:pt x="24546" y="526226"/>
                  </a:lnTo>
                  <a:lnTo>
                    <a:pt x="25133" y="525970"/>
                  </a:lnTo>
                  <a:lnTo>
                    <a:pt x="25235" y="524838"/>
                  </a:lnTo>
                  <a:lnTo>
                    <a:pt x="25302" y="523627"/>
                  </a:lnTo>
                  <a:lnTo>
                    <a:pt x="25524" y="522801"/>
                  </a:lnTo>
                  <a:lnTo>
                    <a:pt x="26047" y="520057"/>
                  </a:lnTo>
                  <a:lnTo>
                    <a:pt x="26607" y="516655"/>
                  </a:lnTo>
                  <a:lnTo>
                    <a:pt x="26738" y="514254"/>
                  </a:lnTo>
                  <a:lnTo>
                    <a:pt x="26539" y="507744"/>
                  </a:lnTo>
                  <a:lnTo>
                    <a:pt x="26835" y="506249"/>
                  </a:lnTo>
                  <a:lnTo>
                    <a:pt x="27432" y="504884"/>
                  </a:lnTo>
                  <a:lnTo>
                    <a:pt x="28264" y="503600"/>
                  </a:lnTo>
                  <a:lnTo>
                    <a:pt x="29356" y="502535"/>
                  </a:lnTo>
                  <a:lnTo>
                    <a:pt x="30715" y="501003"/>
                  </a:lnTo>
                  <a:lnTo>
                    <a:pt x="32387" y="500440"/>
                  </a:lnTo>
                  <a:lnTo>
                    <a:pt x="33062" y="498744"/>
                  </a:lnTo>
                  <a:lnTo>
                    <a:pt x="33534" y="496481"/>
                  </a:lnTo>
                  <a:lnTo>
                    <a:pt x="33670" y="494623"/>
                  </a:lnTo>
                  <a:lnTo>
                    <a:pt x="33028" y="493330"/>
                  </a:lnTo>
                  <a:lnTo>
                    <a:pt x="32185" y="491795"/>
                  </a:lnTo>
                  <a:lnTo>
                    <a:pt x="31784" y="487922"/>
                  </a:lnTo>
                  <a:lnTo>
                    <a:pt x="31566" y="484350"/>
                  </a:lnTo>
                  <a:lnTo>
                    <a:pt x="31442" y="479837"/>
                  </a:lnTo>
                  <a:lnTo>
                    <a:pt x="30603" y="475958"/>
                  </a:lnTo>
                  <a:lnTo>
                    <a:pt x="29722" y="471595"/>
                  </a:lnTo>
                  <a:lnTo>
                    <a:pt x="29486" y="467717"/>
                  </a:lnTo>
                  <a:lnTo>
                    <a:pt x="29781" y="465593"/>
                  </a:lnTo>
                  <a:lnTo>
                    <a:pt x="30127" y="462223"/>
                  </a:lnTo>
                  <a:lnTo>
                    <a:pt x="29755" y="460690"/>
                  </a:lnTo>
                  <a:lnTo>
                    <a:pt x="29317" y="457943"/>
                  </a:lnTo>
                  <a:lnTo>
                    <a:pt x="29773" y="455791"/>
                  </a:lnTo>
                  <a:lnTo>
                    <a:pt x="30329" y="452449"/>
                  </a:lnTo>
                  <a:lnTo>
                    <a:pt x="30262" y="450752"/>
                  </a:lnTo>
                  <a:lnTo>
                    <a:pt x="29823" y="446712"/>
                  </a:lnTo>
                  <a:lnTo>
                    <a:pt x="29419" y="444450"/>
                  </a:lnTo>
                  <a:lnTo>
                    <a:pt x="29823" y="442026"/>
                  </a:lnTo>
                  <a:lnTo>
                    <a:pt x="30465" y="439764"/>
                  </a:lnTo>
                  <a:lnTo>
                    <a:pt x="30971" y="438552"/>
                  </a:lnTo>
                  <a:lnTo>
                    <a:pt x="30886" y="436601"/>
                  </a:lnTo>
                  <a:lnTo>
                    <a:pt x="31105" y="434997"/>
                  </a:lnTo>
                  <a:lnTo>
                    <a:pt x="32062" y="433920"/>
                  </a:lnTo>
                  <a:lnTo>
                    <a:pt x="32961" y="431929"/>
                  </a:lnTo>
                  <a:lnTo>
                    <a:pt x="33602" y="431687"/>
                  </a:lnTo>
                  <a:lnTo>
                    <a:pt x="34378" y="431687"/>
                  </a:lnTo>
                  <a:lnTo>
                    <a:pt x="34884" y="431121"/>
                  </a:lnTo>
                  <a:lnTo>
                    <a:pt x="35087" y="429586"/>
                  </a:lnTo>
                  <a:lnTo>
                    <a:pt x="35222" y="427889"/>
                  </a:lnTo>
                  <a:lnTo>
                    <a:pt x="36456" y="425783"/>
                  </a:lnTo>
                  <a:lnTo>
                    <a:pt x="37178" y="423846"/>
                  </a:lnTo>
                  <a:lnTo>
                    <a:pt x="38494" y="423442"/>
                  </a:lnTo>
                  <a:lnTo>
                    <a:pt x="39135" y="421345"/>
                  </a:lnTo>
                  <a:lnTo>
                    <a:pt x="39149" y="418649"/>
                  </a:lnTo>
                  <a:lnTo>
                    <a:pt x="39000" y="415931"/>
                  </a:lnTo>
                  <a:lnTo>
                    <a:pt x="39439" y="412780"/>
                  </a:lnTo>
                  <a:lnTo>
                    <a:pt x="38951" y="407973"/>
                  </a:lnTo>
                  <a:lnTo>
                    <a:pt x="39000" y="405427"/>
                  </a:lnTo>
                  <a:lnTo>
                    <a:pt x="38494" y="403327"/>
                  </a:lnTo>
                  <a:lnTo>
                    <a:pt x="38595" y="401064"/>
                  </a:lnTo>
                  <a:lnTo>
                    <a:pt x="38325" y="399610"/>
                  </a:lnTo>
                  <a:lnTo>
                    <a:pt x="37561" y="399070"/>
                  </a:lnTo>
                  <a:lnTo>
                    <a:pt x="37279" y="397267"/>
                  </a:lnTo>
                  <a:lnTo>
                    <a:pt x="37650" y="396378"/>
                  </a:lnTo>
                  <a:lnTo>
                    <a:pt x="38372" y="395694"/>
                  </a:lnTo>
                  <a:lnTo>
                    <a:pt x="39278" y="394312"/>
                  </a:lnTo>
                  <a:lnTo>
                    <a:pt x="39957" y="387660"/>
                  </a:lnTo>
                  <a:lnTo>
                    <a:pt x="40279" y="385687"/>
                  </a:lnTo>
                  <a:lnTo>
                    <a:pt x="40591" y="383309"/>
                  </a:lnTo>
                  <a:lnTo>
                    <a:pt x="40552" y="382077"/>
                  </a:lnTo>
                  <a:lnTo>
                    <a:pt x="40987" y="380299"/>
                  </a:lnTo>
                  <a:lnTo>
                    <a:pt x="41530" y="377598"/>
                  </a:lnTo>
                  <a:lnTo>
                    <a:pt x="42387" y="374987"/>
                  </a:lnTo>
                  <a:lnTo>
                    <a:pt x="42878" y="373189"/>
                  </a:lnTo>
                  <a:lnTo>
                    <a:pt x="43353" y="370765"/>
                  </a:lnTo>
                  <a:lnTo>
                    <a:pt x="43488" y="369311"/>
                  </a:lnTo>
                  <a:lnTo>
                    <a:pt x="44095" y="368586"/>
                  </a:lnTo>
                  <a:lnTo>
                    <a:pt x="44792" y="368399"/>
                  </a:lnTo>
                  <a:lnTo>
                    <a:pt x="45613" y="367940"/>
                  </a:lnTo>
                  <a:lnTo>
                    <a:pt x="45951" y="367051"/>
                  </a:lnTo>
                  <a:lnTo>
                    <a:pt x="45890" y="365756"/>
                  </a:lnTo>
                  <a:lnTo>
                    <a:pt x="45839" y="362893"/>
                  </a:lnTo>
                  <a:lnTo>
                    <a:pt x="45592" y="358348"/>
                  </a:lnTo>
                  <a:lnTo>
                    <a:pt x="45434" y="352484"/>
                  </a:lnTo>
                  <a:lnTo>
                    <a:pt x="45579" y="348632"/>
                  </a:lnTo>
                  <a:lnTo>
                    <a:pt x="46120" y="344754"/>
                  </a:lnTo>
                  <a:lnTo>
                    <a:pt x="46626" y="342653"/>
                  </a:lnTo>
                  <a:lnTo>
                    <a:pt x="46491" y="341037"/>
                  </a:lnTo>
                  <a:lnTo>
                    <a:pt x="46356" y="339259"/>
                  </a:lnTo>
                  <a:lnTo>
                    <a:pt x="45411" y="338290"/>
                  </a:lnTo>
                  <a:lnTo>
                    <a:pt x="44512" y="339130"/>
                  </a:lnTo>
                  <a:lnTo>
                    <a:pt x="43885" y="338896"/>
                  </a:lnTo>
                  <a:lnTo>
                    <a:pt x="43083" y="336836"/>
                  </a:lnTo>
                  <a:lnTo>
                    <a:pt x="42847" y="334654"/>
                  </a:lnTo>
                  <a:lnTo>
                    <a:pt x="42981" y="331664"/>
                  </a:lnTo>
                  <a:lnTo>
                    <a:pt x="43610" y="329800"/>
                  </a:lnTo>
                  <a:lnTo>
                    <a:pt x="43859" y="327463"/>
                  </a:lnTo>
                  <a:lnTo>
                    <a:pt x="43488" y="326736"/>
                  </a:lnTo>
                  <a:lnTo>
                    <a:pt x="42697" y="325183"/>
                  </a:lnTo>
                  <a:lnTo>
                    <a:pt x="41946" y="319825"/>
                  </a:lnTo>
                  <a:lnTo>
                    <a:pt x="42037" y="315262"/>
                  </a:lnTo>
                  <a:lnTo>
                    <a:pt x="41294" y="314050"/>
                  </a:lnTo>
                  <a:lnTo>
                    <a:pt x="40949" y="310484"/>
                  </a:lnTo>
                  <a:lnTo>
                    <a:pt x="40181" y="309205"/>
                  </a:lnTo>
                  <a:lnTo>
                    <a:pt x="39877" y="306539"/>
                  </a:lnTo>
                  <a:lnTo>
                    <a:pt x="39641" y="303792"/>
                  </a:lnTo>
                  <a:lnTo>
                    <a:pt x="39742" y="302577"/>
                  </a:lnTo>
                  <a:lnTo>
                    <a:pt x="40540" y="302242"/>
                  </a:lnTo>
                  <a:lnTo>
                    <a:pt x="40991" y="300075"/>
                  </a:lnTo>
                  <a:lnTo>
                    <a:pt x="40653" y="298860"/>
                  </a:lnTo>
                  <a:lnTo>
                    <a:pt x="40046" y="297810"/>
                  </a:lnTo>
                  <a:lnTo>
                    <a:pt x="39270" y="297891"/>
                  </a:lnTo>
                  <a:lnTo>
                    <a:pt x="38575" y="296653"/>
                  </a:lnTo>
                  <a:lnTo>
                    <a:pt x="37644" y="291467"/>
                  </a:lnTo>
                  <a:lnTo>
                    <a:pt x="36909" y="288602"/>
                  </a:lnTo>
                  <a:lnTo>
                    <a:pt x="37141" y="284421"/>
                  </a:lnTo>
                  <a:lnTo>
                    <a:pt x="37285" y="281154"/>
                  </a:lnTo>
                  <a:lnTo>
                    <a:pt x="37602" y="278361"/>
                  </a:lnTo>
                  <a:lnTo>
                    <a:pt x="37718" y="276162"/>
                  </a:lnTo>
                  <a:lnTo>
                    <a:pt x="38292" y="275109"/>
                  </a:lnTo>
                  <a:lnTo>
                    <a:pt x="38831" y="275596"/>
                  </a:lnTo>
                  <a:lnTo>
                    <a:pt x="39337" y="275354"/>
                  </a:lnTo>
                  <a:lnTo>
                    <a:pt x="39804" y="273562"/>
                  </a:lnTo>
                  <a:lnTo>
                    <a:pt x="40316" y="272445"/>
                  </a:lnTo>
                  <a:lnTo>
                    <a:pt x="40282" y="271556"/>
                  </a:lnTo>
                  <a:lnTo>
                    <a:pt x="39979" y="270587"/>
                  </a:lnTo>
                  <a:lnTo>
                    <a:pt x="39834" y="268890"/>
                  </a:lnTo>
                  <a:lnTo>
                    <a:pt x="40191" y="266870"/>
                  </a:lnTo>
                  <a:lnTo>
                    <a:pt x="40806" y="262239"/>
                  </a:lnTo>
                  <a:lnTo>
                    <a:pt x="41737" y="257140"/>
                  </a:lnTo>
                  <a:lnTo>
                    <a:pt x="42138" y="255235"/>
                  </a:lnTo>
                  <a:lnTo>
                    <a:pt x="42037" y="253619"/>
                  </a:lnTo>
                  <a:lnTo>
                    <a:pt x="42239" y="252892"/>
                  </a:lnTo>
                  <a:lnTo>
                    <a:pt x="42871" y="253700"/>
                  </a:lnTo>
                  <a:lnTo>
                    <a:pt x="44669" y="252811"/>
                  </a:lnTo>
                  <a:lnTo>
                    <a:pt x="45276" y="250549"/>
                  </a:lnTo>
                  <a:lnTo>
                    <a:pt x="45512" y="248529"/>
                  </a:lnTo>
                  <a:lnTo>
                    <a:pt x="46051" y="247398"/>
                  </a:lnTo>
                  <a:lnTo>
                    <a:pt x="45816" y="245782"/>
                  </a:lnTo>
                  <a:lnTo>
                    <a:pt x="45073" y="245297"/>
                  </a:lnTo>
                  <a:lnTo>
                    <a:pt x="44624" y="244541"/>
                  </a:lnTo>
                  <a:lnTo>
                    <a:pt x="44803" y="242711"/>
                  </a:lnTo>
                  <a:lnTo>
                    <a:pt x="45066" y="238504"/>
                  </a:lnTo>
                  <a:lnTo>
                    <a:pt x="45023" y="235405"/>
                  </a:lnTo>
                  <a:lnTo>
                    <a:pt x="44344" y="228794"/>
                  </a:lnTo>
                  <a:lnTo>
                    <a:pt x="43799" y="222252"/>
                  </a:lnTo>
                  <a:lnTo>
                    <a:pt x="44184" y="220065"/>
                  </a:lnTo>
                  <a:lnTo>
                    <a:pt x="45360" y="217075"/>
                  </a:lnTo>
                  <a:lnTo>
                    <a:pt x="46254" y="215728"/>
                  </a:lnTo>
                  <a:lnTo>
                    <a:pt x="46415" y="214022"/>
                  </a:lnTo>
                  <a:lnTo>
                    <a:pt x="47299" y="206292"/>
                  </a:lnTo>
                  <a:lnTo>
                    <a:pt x="47401" y="202073"/>
                  </a:lnTo>
                  <a:lnTo>
                    <a:pt x="47981" y="199735"/>
                  </a:lnTo>
                  <a:lnTo>
                    <a:pt x="48363" y="195349"/>
                  </a:lnTo>
                  <a:lnTo>
                    <a:pt x="49965" y="191569"/>
                  </a:lnTo>
                  <a:lnTo>
                    <a:pt x="50437" y="189064"/>
                  </a:lnTo>
                  <a:lnTo>
                    <a:pt x="51078" y="188822"/>
                  </a:lnTo>
                  <a:lnTo>
                    <a:pt x="51416" y="188014"/>
                  </a:lnTo>
                  <a:lnTo>
                    <a:pt x="52265" y="185221"/>
                  </a:lnTo>
                  <a:lnTo>
                    <a:pt x="53370" y="182349"/>
                  </a:lnTo>
                  <a:lnTo>
                    <a:pt x="54318" y="180904"/>
                  </a:lnTo>
                  <a:lnTo>
                    <a:pt x="54554" y="178641"/>
                  </a:lnTo>
                  <a:lnTo>
                    <a:pt x="55007" y="175551"/>
                  </a:lnTo>
                  <a:lnTo>
                    <a:pt x="55949" y="170423"/>
                  </a:lnTo>
                  <a:lnTo>
                    <a:pt x="56477" y="166848"/>
                  </a:lnTo>
                  <a:lnTo>
                    <a:pt x="57186" y="165552"/>
                  </a:lnTo>
                  <a:lnTo>
                    <a:pt x="58011" y="160869"/>
                  </a:lnTo>
                  <a:lnTo>
                    <a:pt x="58366" y="158122"/>
                  </a:lnTo>
                  <a:lnTo>
                    <a:pt x="59311" y="156990"/>
                  </a:lnTo>
                  <a:lnTo>
                    <a:pt x="60053" y="156667"/>
                  </a:lnTo>
                  <a:lnTo>
                    <a:pt x="60762" y="157963"/>
                  </a:lnTo>
                  <a:lnTo>
                    <a:pt x="61503" y="157717"/>
                  </a:lnTo>
                  <a:lnTo>
                    <a:pt x="62179" y="156101"/>
                  </a:lnTo>
                  <a:lnTo>
                    <a:pt x="63807" y="155002"/>
                  </a:lnTo>
                  <a:lnTo>
                    <a:pt x="64540" y="154405"/>
                  </a:lnTo>
                  <a:lnTo>
                    <a:pt x="64878" y="152789"/>
                  </a:lnTo>
                  <a:lnTo>
                    <a:pt x="64878" y="149961"/>
                  </a:lnTo>
                  <a:lnTo>
                    <a:pt x="64203" y="147860"/>
                  </a:lnTo>
                  <a:lnTo>
                    <a:pt x="62823" y="143838"/>
                  </a:lnTo>
                  <a:lnTo>
                    <a:pt x="61638" y="139347"/>
                  </a:lnTo>
                  <a:lnTo>
                    <a:pt x="61509" y="137931"/>
                  </a:lnTo>
                  <a:lnTo>
                    <a:pt x="61502" y="136384"/>
                  </a:lnTo>
                  <a:lnTo>
                    <a:pt x="61705" y="134430"/>
                  </a:lnTo>
                  <a:lnTo>
                    <a:pt x="62271" y="132214"/>
                  </a:lnTo>
                  <a:lnTo>
                    <a:pt x="63695" y="128572"/>
                  </a:lnTo>
                  <a:lnTo>
                    <a:pt x="63543" y="125964"/>
                  </a:lnTo>
                  <a:lnTo>
                    <a:pt x="62506" y="116378"/>
                  </a:lnTo>
                  <a:lnTo>
                    <a:pt x="62123" y="113734"/>
                  </a:lnTo>
                  <a:lnTo>
                    <a:pt x="61402" y="108832"/>
                  </a:lnTo>
                  <a:lnTo>
                    <a:pt x="61503" y="106893"/>
                  </a:lnTo>
                  <a:lnTo>
                    <a:pt x="62136" y="101476"/>
                  </a:lnTo>
                  <a:lnTo>
                    <a:pt x="62685" y="99298"/>
                  </a:lnTo>
                  <a:lnTo>
                    <a:pt x="63495" y="98894"/>
                  </a:lnTo>
                  <a:lnTo>
                    <a:pt x="63933" y="98166"/>
                  </a:lnTo>
                  <a:lnTo>
                    <a:pt x="64068" y="97197"/>
                  </a:lnTo>
                  <a:lnTo>
                    <a:pt x="63528" y="95988"/>
                  </a:lnTo>
                  <a:lnTo>
                    <a:pt x="63292" y="94450"/>
                  </a:lnTo>
                  <a:lnTo>
                    <a:pt x="63055" y="92271"/>
                  </a:lnTo>
                  <a:lnTo>
                    <a:pt x="62306" y="91503"/>
                  </a:lnTo>
                  <a:lnTo>
                    <a:pt x="61874" y="89685"/>
                  </a:lnTo>
                  <a:lnTo>
                    <a:pt x="61874" y="87016"/>
                  </a:lnTo>
                  <a:lnTo>
                    <a:pt x="62550" y="83542"/>
                  </a:lnTo>
                  <a:lnTo>
                    <a:pt x="63292" y="82572"/>
                  </a:lnTo>
                  <a:lnTo>
                    <a:pt x="63595" y="81040"/>
                  </a:lnTo>
                  <a:lnTo>
                    <a:pt x="64391" y="79626"/>
                  </a:lnTo>
                  <a:lnTo>
                    <a:pt x="65114" y="78535"/>
                  </a:lnTo>
                  <a:lnTo>
                    <a:pt x="65721" y="76515"/>
                  </a:lnTo>
                  <a:lnTo>
                    <a:pt x="68225" y="74042"/>
                  </a:lnTo>
                  <a:lnTo>
                    <a:pt x="70213" y="72123"/>
                  </a:lnTo>
                  <a:lnTo>
                    <a:pt x="74094" y="68447"/>
                  </a:lnTo>
                  <a:lnTo>
                    <a:pt x="76754" y="65931"/>
                  </a:lnTo>
                  <a:lnTo>
                    <a:pt x="77008" y="64188"/>
                  </a:lnTo>
                  <a:lnTo>
                    <a:pt x="77211" y="63002"/>
                  </a:lnTo>
                  <a:lnTo>
                    <a:pt x="78445" y="54117"/>
                  </a:lnTo>
                  <a:lnTo>
                    <a:pt x="80042" y="42626"/>
                  </a:lnTo>
                  <a:lnTo>
                    <a:pt x="81041" y="35424"/>
                  </a:lnTo>
                  <a:lnTo>
                    <a:pt x="78745" y="30114"/>
                  </a:lnTo>
                  <a:lnTo>
                    <a:pt x="79151" y="28700"/>
                  </a:lnTo>
                  <a:lnTo>
                    <a:pt x="80466" y="25067"/>
                  </a:lnTo>
                  <a:lnTo>
                    <a:pt x="80735" y="22153"/>
                  </a:lnTo>
                  <a:lnTo>
                    <a:pt x="81259" y="20900"/>
                  </a:lnTo>
                  <a:lnTo>
                    <a:pt x="83614" y="17940"/>
                  </a:lnTo>
                  <a:lnTo>
                    <a:pt x="84019" y="15972"/>
                  </a:lnTo>
                  <a:lnTo>
                    <a:pt x="84227" y="13793"/>
                  </a:lnTo>
                  <a:lnTo>
                    <a:pt x="84707" y="12226"/>
                  </a:lnTo>
                  <a:lnTo>
                    <a:pt x="85604" y="11903"/>
                  </a:lnTo>
                  <a:lnTo>
                    <a:pt x="87233" y="10515"/>
                  </a:lnTo>
                  <a:lnTo>
                    <a:pt x="88983" y="9196"/>
                  </a:lnTo>
                  <a:lnTo>
                    <a:pt x="89510" y="7404"/>
                  </a:lnTo>
                  <a:lnTo>
                    <a:pt x="90008" y="4282"/>
                  </a:lnTo>
                  <a:lnTo>
                    <a:pt x="90434" y="825"/>
                  </a:lnTo>
                  <a:lnTo>
                    <a:pt x="90772" y="0"/>
                  </a:lnTo>
                  <a:lnTo>
                    <a:pt x="91334" y="92"/>
                  </a:lnTo>
                  <a:lnTo>
                    <a:pt x="92273" y="960"/>
                  </a:lnTo>
                  <a:lnTo>
                    <a:pt x="92766" y="2273"/>
                  </a:lnTo>
                  <a:lnTo>
                    <a:pt x="95215" y="6417"/>
                  </a:lnTo>
                  <a:lnTo>
                    <a:pt x="96314" y="8778"/>
                  </a:lnTo>
                  <a:lnTo>
                    <a:pt x="97362" y="9092"/>
                  </a:lnTo>
                  <a:lnTo>
                    <a:pt x="99427" y="8628"/>
                  </a:lnTo>
                  <a:lnTo>
                    <a:pt x="99846" y="8734"/>
                  </a:lnTo>
                  <a:lnTo>
                    <a:pt x="105116" y="8870"/>
                  </a:lnTo>
                  <a:lnTo>
                    <a:pt x="105920" y="9075"/>
                  </a:lnTo>
                  <a:lnTo>
                    <a:pt x="107766" y="10088"/>
                  </a:lnTo>
                  <a:lnTo>
                    <a:pt x="108807" y="10896"/>
                  </a:lnTo>
                  <a:lnTo>
                    <a:pt x="109530" y="11317"/>
                  </a:lnTo>
                  <a:lnTo>
                    <a:pt x="110697" y="12595"/>
                  </a:lnTo>
                  <a:lnTo>
                    <a:pt x="111707" y="16814"/>
                  </a:lnTo>
                  <a:lnTo>
                    <a:pt x="112274" y="20176"/>
                  </a:lnTo>
                  <a:lnTo>
                    <a:pt x="112671" y="23131"/>
                  </a:lnTo>
                  <a:lnTo>
                    <a:pt x="113554" y="28322"/>
                  </a:lnTo>
                  <a:lnTo>
                    <a:pt x="114155" y="30290"/>
                  </a:lnTo>
                  <a:lnTo>
                    <a:pt x="114369" y="29335"/>
                  </a:lnTo>
                  <a:lnTo>
                    <a:pt x="114881" y="23662"/>
                  </a:lnTo>
                  <a:lnTo>
                    <a:pt x="115589" y="20352"/>
                  </a:lnTo>
                  <a:lnTo>
                    <a:pt x="116542" y="16644"/>
                  </a:lnTo>
                  <a:lnTo>
                    <a:pt x="118464" y="7978"/>
                  </a:lnTo>
                  <a:lnTo>
                    <a:pt x="119135" y="6680"/>
                  </a:lnTo>
                  <a:lnTo>
                    <a:pt x="119884" y="6048"/>
                  </a:lnTo>
                  <a:lnTo>
                    <a:pt x="120407" y="5996"/>
                  </a:lnTo>
                  <a:lnTo>
                    <a:pt x="120938" y="6639"/>
                  </a:lnTo>
                  <a:lnTo>
                    <a:pt x="121662" y="6648"/>
                  </a:lnTo>
                  <a:lnTo>
                    <a:pt x="122175" y="5961"/>
                  </a:lnTo>
                  <a:lnTo>
                    <a:pt x="127212" y="5852"/>
                  </a:lnTo>
                  <a:lnTo>
                    <a:pt x="132554" y="5808"/>
                  </a:lnTo>
                  <a:lnTo>
                    <a:pt x="132790" y="7300"/>
                  </a:lnTo>
                  <a:lnTo>
                    <a:pt x="133660" y="10558"/>
                  </a:lnTo>
                  <a:lnTo>
                    <a:pt x="134639" y="12275"/>
                  </a:lnTo>
                  <a:close/>
                </a:path>
              </a:pathLst>
            </a:custGeom>
            <a:solidFill>
              <a:srgbClr val="FFF4F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g24"/>
            <p:cNvSpPr/>
            <p:nvPr/>
          </p:nvSpPr>
          <p:spPr>
            <a:xfrm>
              <a:off x="3925221" y="2432463"/>
              <a:ext cx="1030" cy="1929"/>
            </a:xfrm>
            <a:custGeom>
              <a:avLst/>
              <a:pathLst>
                <a:path w="1030" h="1929">
                  <a:moveTo>
                    <a:pt x="907" y="1441"/>
                  </a:moveTo>
                  <a:lnTo>
                    <a:pt x="438" y="1929"/>
                  </a:lnTo>
                  <a:lnTo>
                    <a:pt x="0" y="1709"/>
                  </a:lnTo>
                  <a:lnTo>
                    <a:pt x="0" y="487"/>
                  </a:lnTo>
                  <a:lnTo>
                    <a:pt x="316" y="0"/>
                  </a:lnTo>
                  <a:lnTo>
                    <a:pt x="683" y="24"/>
                  </a:lnTo>
                  <a:lnTo>
                    <a:pt x="1030" y="463"/>
                  </a:lnTo>
                  <a:close/>
                </a:path>
              </a:pathLst>
            </a:custGeom>
            <a:solidFill>
              <a:srgbClr val="E5F0E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g25"/>
            <p:cNvSpPr/>
            <p:nvPr/>
          </p:nvSpPr>
          <p:spPr>
            <a:xfrm>
              <a:off x="3900055" y="2413961"/>
              <a:ext cx="38812" cy="71565"/>
            </a:xfrm>
            <a:custGeom>
              <a:avLst/>
              <a:pathLst>
                <a:path w="38812" h="71565">
                  <a:moveTo>
                    <a:pt x="37650" y="70453"/>
                  </a:moveTo>
                  <a:lnTo>
                    <a:pt x="35517" y="70277"/>
                  </a:lnTo>
                  <a:lnTo>
                    <a:pt x="33695" y="71565"/>
                  </a:lnTo>
                  <a:lnTo>
                    <a:pt x="33009" y="71307"/>
                  </a:lnTo>
                  <a:lnTo>
                    <a:pt x="32552" y="69029"/>
                  </a:lnTo>
                  <a:lnTo>
                    <a:pt x="32163" y="67177"/>
                  </a:lnTo>
                  <a:lnTo>
                    <a:pt x="31002" y="62432"/>
                  </a:lnTo>
                  <a:lnTo>
                    <a:pt x="31318" y="60488"/>
                  </a:lnTo>
                  <a:lnTo>
                    <a:pt x="30671" y="59365"/>
                  </a:lnTo>
                  <a:lnTo>
                    <a:pt x="29111" y="57347"/>
                  </a:lnTo>
                  <a:lnTo>
                    <a:pt x="28712" y="56512"/>
                  </a:lnTo>
                  <a:lnTo>
                    <a:pt x="28933" y="55366"/>
                  </a:lnTo>
                  <a:lnTo>
                    <a:pt x="29085" y="53272"/>
                  </a:lnTo>
                  <a:lnTo>
                    <a:pt x="28937" y="51573"/>
                  </a:lnTo>
                  <a:lnTo>
                    <a:pt x="28517" y="51061"/>
                  </a:lnTo>
                  <a:lnTo>
                    <a:pt x="27739" y="51028"/>
                  </a:lnTo>
                  <a:lnTo>
                    <a:pt x="26793" y="51449"/>
                  </a:lnTo>
                  <a:lnTo>
                    <a:pt x="24894" y="53084"/>
                  </a:lnTo>
                  <a:lnTo>
                    <a:pt x="23574" y="52038"/>
                  </a:lnTo>
                  <a:lnTo>
                    <a:pt x="22814" y="50983"/>
                  </a:lnTo>
                  <a:lnTo>
                    <a:pt x="22373" y="50100"/>
                  </a:lnTo>
                  <a:lnTo>
                    <a:pt x="21386" y="50834"/>
                  </a:lnTo>
                  <a:lnTo>
                    <a:pt x="21142" y="50478"/>
                  </a:lnTo>
                  <a:lnTo>
                    <a:pt x="21090" y="48294"/>
                  </a:lnTo>
                  <a:lnTo>
                    <a:pt x="20794" y="47119"/>
                  </a:lnTo>
                  <a:lnTo>
                    <a:pt x="20200" y="45746"/>
                  </a:lnTo>
                  <a:lnTo>
                    <a:pt x="19647" y="45086"/>
                  </a:lnTo>
                  <a:lnTo>
                    <a:pt x="17617" y="46445"/>
                  </a:lnTo>
                  <a:lnTo>
                    <a:pt x="16397" y="46907"/>
                  </a:lnTo>
                  <a:lnTo>
                    <a:pt x="15971" y="45637"/>
                  </a:lnTo>
                  <a:lnTo>
                    <a:pt x="13832" y="41468"/>
                  </a:lnTo>
                  <a:lnTo>
                    <a:pt x="11848" y="38272"/>
                  </a:lnTo>
                  <a:lnTo>
                    <a:pt x="10486" y="36953"/>
                  </a:lnTo>
                  <a:lnTo>
                    <a:pt x="9113" y="37090"/>
                  </a:lnTo>
                  <a:lnTo>
                    <a:pt x="6983" y="37729"/>
                  </a:lnTo>
                  <a:lnTo>
                    <a:pt x="6201" y="37462"/>
                  </a:lnTo>
                  <a:lnTo>
                    <a:pt x="4346" y="36070"/>
                  </a:lnTo>
                  <a:lnTo>
                    <a:pt x="2798" y="34412"/>
                  </a:lnTo>
                  <a:lnTo>
                    <a:pt x="3009" y="33724"/>
                  </a:lnTo>
                  <a:lnTo>
                    <a:pt x="3336" y="33226"/>
                  </a:lnTo>
                  <a:lnTo>
                    <a:pt x="2945" y="31075"/>
                  </a:lnTo>
                  <a:lnTo>
                    <a:pt x="2084" y="27609"/>
                  </a:lnTo>
                  <a:lnTo>
                    <a:pt x="2176" y="26524"/>
                  </a:lnTo>
                  <a:lnTo>
                    <a:pt x="1903" y="25025"/>
                  </a:lnTo>
                  <a:lnTo>
                    <a:pt x="1602" y="23893"/>
                  </a:lnTo>
                  <a:lnTo>
                    <a:pt x="2818" y="21183"/>
                  </a:lnTo>
                  <a:lnTo>
                    <a:pt x="3374" y="19006"/>
                  </a:lnTo>
                  <a:lnTo>
                    <a:pt x="3494" y="16885"/>
                  </a:lnTo>
                  <a:lnTo>
                    <a:pt x="3171" y="14680"/>
                  </a:lnTo>
                  <a:lnTo>
                    <a:pt x="2371" y="10695"/>
                  </a:lnTo>
                  <a:lnTo>
                    <a:pt x="1878" y="9537"/>
                  </a:lnTo>
                  <a:lnTo>
                    <a:pt x="962" y="8454"/>
                  </a:lnTo>
                  <a:lnTo>
                    <a:pt x="195" y="6686"/>
                  </a:lnTo>
                  <a:lnTo>
                    <a:pt x="0" y="5432"/>
                  </a:lnTo>
                  <a:lnTo>
                    <a:pt x="648" y="5184"/>
                  </a:lnTo>
                  <a:lnTo>
                    <a:pt x="2536" y="5150"/>
                  </a:lnTo>
                  <a:lnTo>
                    <a:pt x="4364" y="4723"/>
                  </a:lnTo>
                  <a:lnTo>
                    <a:pt x="5796" y="3900"/>
                  </a:lnTo>
                  <a:lnTo>
                    <a:pt x="7870" y="3204"/>
                  </a:lnTo>
                  <a:lnTo>
                    <a:pt x="8724" y="2588"/>
                  </a:lnTo>
                  <a:lnTo>
                    <a:pt x="9722" y="2294"/>
                  </a:lnTo>
                  <a:lnTo>
                    <a:pt x="12754" y="2953"/>
                  </a:lnTo>
                  <a:lnTo>
                    <a:pt x="13887" y="2445"/>
                  </a:lnTo>
                  <a:lnTo>
                    <a:pt x="17299" y="2351"/>
                  </a:lnTo>
                  <a:lnTo>
                    <a:pt x="17387" y="2091"/>
                  </a:lnTo>
                  <a:lnTo>
                    <a:pt x="16923" y="1252"/>
                  </a:lnTo>
                  <a:lnTo>
                    <a:pt x="16928" y="933"/>
                  </a:lnTo>
                  <a:lnTo>
                    <a:pt x="18959" y="398"/>
                  </a:lnTo>
                  <a:lnTo>
                    <a:pt x="19273" y="0"/>
                  </a:lnTo>
                  <a:lnTo>
                    <a:pt x="19540" y="1337"/>
                  </a:lnTo>
                  <a:lnTo>
                    <a:pt x="20302" y="2822"/>
                  </a:lnTo>
                  <a:lnTo>
                    <a:pt x="21136" y="3422"/>
                  </a:lnTo>
                  <a:lnTo>
                    <a:pt x="21583" y="4241"/>
                  </a:lnTo>
                  <a:lnTo>
                    <a:pt x="21604" y="4863"/>
                  </a:lnTo>
                  <a:lnTo>
                    <a:pt x="20129" y="5618"/>
                  </a:lnTo>
                  <a:lnTo>
                    <a:pt x="20029" y="5993"/>
                  </a:lnTo>
                  <a:lnTo>
                    <a:pt x="20126" y="6364"/>
                  </a:lnTo>
                  <a:lnTo>
                    <a:pt x="20565" y="6548"/>
                  </a:lnTo>
                  <a:lnTo>
                    <a:pt x="22631" y="8413"/>
                  </a:lnTo>
                  <a:lnTo>
                    <a:pt x="23809" y="8453"/>
                  </a:lnTo>
                  <a:lnTo>
                    <a:pt x="24428" y="9020"/>
                  </a:lnTo>
                  <a:lnTo>
                    <a:pt x="24738" y="10134"/>
                  </a:lnTo>
                  <a:lnTo>
                    <a:pt x="25723" y="11649"/>
                  </a:lnTo>
                  <a:lnTo>
                    <a:pt x="26506" y="13121"/>
                  </a:lnTo>
                  <a:lnTo>
                    <a:pt x="26554" y="13628"/>
                  </a:lnTo>
                  <a:lnTo>
                    <a:pt x="26406" y="14374"/>
                  </a:lnTo>
                  <a:lnTo>
                    <a:pt x="24209" y="17251"/>
                  </a:lnTo>
                  <a:lnTo>
                    <a:pt x="23932" y="18243"/>
                  </a:lnTo>
                  <a:lnTo>
                    <a:pt x="23898" y="19292"/>
                  </a:lnTo>
                  <a:lnTo>
                    <a:pt x="24863" y="22415"/>
                  </a:lnTo>
                  <a:lnTo>
                    <a:pt x="26284" y="25829"/>
                  </a:lnTo>
                  <a:lnTo>
                    <a:pt x="28335" y="28422"/>
                  </a:lnTo>
                  <a:lnTo>
                    <a:pt x="31160" y="31238"/>
                  </a:lnTo>
                  <a:lnTo>
                    <a:pt x="31196" y="32981"/>
                  </a:lnTo>
                  <a:lnTo>
                    <a:pt x="30748" y="35053"/>
                  </a:lnTo>
                  <a:lnTo>
                    <a:pt x="30363" y="36460"/>
                  </a:lnTo>
                  <a:lnTo>
                    <a:pt x="30189" y="37412"/>
                  </a:lnTo>
                  <a:lnTo>
                    <a:pt x="29845" y="37813"/>
                  </a:lnTo>
                  <a:lnTo>
                    <a:pt x="27033" y="37726"/>
                  </a:lnTo>
                  <a:lnTo>
                    <a:pt x="26611" y="38063"/>
                  </a:lnTo>
                  <a:lnTo>
                    <a:pt x="26425" y="38471"/>
                  </a:lnTo>
                  <a:lnTo>
                    <a:pt x="26411" y="38810"/>
                  </a:lnTo>
                  <a:lnTo>
                    <a:pt x="27423" y="39441"/>
                  </a:lnTo>
                  <a:lnTo>
                    <a:pt x="29001" y="41660"/>
                  </a:lnTo>
                  <a:lnTo>
                    <a:pt x="29908" y="43809"/>
                  </a:lnTo>
                  <a:lnTo>
                    <a:pt x="30855" y="44749"/>
                  </a:lnTo>
                  <a:lnTo>
                    <a:pt x="31916" y="46463"/>
                  </a:lnTo>
                  <a:lnTo>
                    <a:pt x="32766" y="48061"/>
                  </a:lnTo>
                  <a:lnTo>
                    <a:pt x="34089" y="50129"/>
                  </a:lnTo>
                  <a:lnTo>
                    <a:pt x="35566" y="49451"/>
                  </a:lnTo>
                  <a:lnTo>
                    <a:pt x="37537" y="51290"/>
                  </a:lnTo>
                  <a:lnTo>
                    <a:pt x="37619" y="52541"/>
                  </a:lnTo>
                  <a:lnTo>
                    <a:pt x="37496" y="53657"/>
                  </a:lnTo>
                  <a:lnTo>
                    <a:pt x="36256" y="54875"/>
                  </a:lnTo>
                  <a:lnTo>
                    <a:pt x="36102" y="55379"/>
                  </a:lnTo>
                  <a:lnTo>
                    <a:pt x="36103" y="55802"/>
                  </a:lnTo>
                  <a:lnTo>
                    <a:pt x="36266" y="56400"/>
                  </a:lnTo>
                  <a:lnTo>
                    <a:pt x="36992" y="57397"/>
                  </a:lnTo>
                  <a:lnTo>
                    <a:pt x="37848" y="58874"/>
                  </a:lnTo>
                  <a:lnTo>
                    <a:pt x="38812" y="61086"/>
                  </a:lnTo>
                  <a:lnTo>
                    <a:pt x="38383" y="61744"/>
                  </a:lnTo>
                  <a:lnTo>
                    <a:pt x="37484" y="61839"/>
                  </a:lnTo>
                  <a:lnTo>
                    <a:pt x="36783" y="61568"/>
                  </a:lnTo>
                  <a:lnTo>
                    <a:pt x="36536" y="62016"/>
                  </a:lnTo>
                  <a:lnTo>
                    <a:pt x="36550" y="62741"/>
                  </a:lnTo>
                  <a:lnTo>
                    <a:pt x="37462" y="64419"/>
                  </a:lnTo>
                  <a:lnTo>
                    <a:pt x="37641" y="65644"/>
                  </a:lnTo>
                  <a:lnTo>
                    <a:pt x="37602" y="67770"/>
                  </a:lnTo>
                  <a:close/>
                </a:path>
              </a:pathLst>
            </a:custGeom>
            <a:solidFill>
              <a:srgbClr val="E5F0E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g26"/>
            <p:cNvSpPr/>
            <p:nvPr/>
          </p:nvSpPr>
          <p:spPr>
            <a:xfrm>
              <a:off x="3918805" y="2420030"/>
              <a:ext cx="861" cy="2061"/>
            </a:xfrm>
            <a:custGeom>
              <a:avLst/>
              <a:pathLst>
                <a:path w="861" h="2061">
                  <a:moveTo>
                    <a:pt x="125" y="1724"/>
                  </a:moveTo>
                  <a:lnTo>
                    <a:pt x="532" y="2061"/>
                  </a:lnTo>
                  <a:lnTo>
                    <a:pt x="798" y="1724"/>
                  </a:lnTo>
                  <a:lnTo>
                    <a:pt x="861" y="937"/>
                  </a:lnTo>
                  <a:lnTo>
                    <a:pt x="767" y="224"/>
                  </a:lnTo>
                  <a:lnTo>
                    <a:pt x="437" y="0"/>
                  </a:lnTo>
                  <a:lnTo>
                    <a:pt x="31" y="187"/>
                  </a:lnTo>
                  <a:lnTo>
                    <a:pt x="0" y="973"/>
                  </a:lnTo>
                  <a:close/>
                </a:path>
              </a:pathLst>
            </a:custGeom>
            <a:solidFill>
              <a:srgbClr val="E5F0E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g27"/>
            <p:cNvSpPr/>
            <p:nvPr/>
          </p:nvSpPr>
          <p:spPr>
            <a:xfrm>
              <a:off x="1256126" y="4055363"/>
              <a:ext cx="3114" cy="3024"/>
            </a:xfrm>
            <a:custGeom>
              <a:avLst/>
              <a:pathLst>
                <a:path w="3114" h="3024">
                  <a:moveTo>
                    <a:pt x="1162" y="2770"/>
                  </a:moveTo>
                  <a:lnTo>
                    <a:pt x="632" y="3024"/>
                  </a:lnTo>
                  <a:lnTo>
                    <a:pt x="0" y="1615"/>
                  </a:lnTo>
                  <a:lnTo>
                    <a:pt x="1229" y="548"/>
                  </a:lnTo>
                  <a:lnTo>
                    <a:pt x="1620" y="0"/>
                  </a:lnTo>
                  <a:lnTo>
                    <a:pt x="3114" y="277"/>
                  </a:lnTo>
                  <a:lnTo>
                    <a:pt x="2221" y="732"/>
                  </a:lnTo>
                  <a:close/>
                </a:path>
              </a:pathLst>
            </a:custGeom>
            <a:solidFill>
              <a:srgbClr val="FCFDF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g28"/>
            <p:cNvSpPr/>
            <p:nvPr/>
          </p:nvSpPr>
          <p:spPr>
            <a:xfrm>
              <a:off x="1342808" y="6081992"/>
              <a:ext cx="26663" cy="8838"/>
            </a:xfrm>
            <a:custGeom>
              <a:avLst/>
              <a:pathLst>
                <a:path w="26663" h="8838">
                  <a:moveTo>
                    <a:pt x="22238" y="8157"/>
                  </a:moveTo>
                  <a:lnTo>
                    <a:pt x="18398" y="8838"/>
                  </a:lnTo>
                  <a:lnTo>
                    <a:pt x="9247" y="7508"/>
                  </a:lnTo>
                  <a:lnTo>
                    <a:pt x="6833" y="6412"/>
                  </a:lnTo>
                  <a:lnTo>
                    <a:pt x="5522" y="5286"/>
                  </a:lnTo>
                  <a:lnTo>
                    <a:pt x="3008" y="4285"/>
                  </a:lnTo>
                  <a:lnTo>
                    <a:pt x="2396" y="3719"/>
                  </a:lnTo>
                  <a:lnTo>
                    <a:pt x="2390" y="2501"/>
                  </a:lnTo>
                  <a:lnTo>
                    <a:pt x="1994" y="1760"/>
                  </a:lnTo>
                  <a:lnTo>
                    <a:pt x="1135" y="1082"/>
                  </a:lnTo>
                  <a:lnTo>
                    <a:pt x="748" y="418"/>
                  </a:lnTo>
                  <a:lnTo>
                    <a:pt x="0" y="0"/>
                  </a:lnTo>
                  <a:lnTo>
                    <a:pt x="12308" y="655"/>
                  </a:lnTo>
                  <a:lnTo>
                    <a:pt x="17094" y="1670"/>
                  </a:lnTo>
                  <a:lnTo>
                    <a:pt x="17968" y="2366"/>
                  </a:lnTo>
                  <a:lnTo>
                    <a:pt x="26663" y="5445"/>
                  </a:lnTo>
                  <a:lnTo>
                    <a:pt x="24281" y="5907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29"/>
            <p:cNvSpPr/>
            <p:nvPr/>
          </p:nvSpPr>
          <p:spPr>
            <a:xfrm>
              <a:off x="1402129" y="6050570"/>
              <a:ext cx="14242" cy="9831"/>
            </a:xfrm>
            <a:custGeom>
              <a:avLst/>
              <a:pathLst>
                <a:path w="14242" h="9831">
                  <a:moveTo>
                    <a:pt x="12355" y="9623"/>
                  </a:moveTo>
                  <a:lnTo>
                    <a:pt x="11260" y="9831"/>
                  </a:lnTo>
                  <a:lnTo>
                    <a:pt x="10299" y="8250"/>
                  </a:lnTo>
                  <a:lnTo>
                    <a:pt x="5471" y="5009"/>
                  </a:lnTo>
                  <a:lnTo>
                    <a:pt x="2659" y="2842"/>
                  </a:lnTo>
                  <a:lnTo>
                    <a:pt x="770" y="1162"/>
                  </a:lnTo>
                  <a:lnTo>
                    <a:pt x="0" y="0"/>
                  </a:lnTo>
                  <a:lnTo>
                    <a:pt x="925" y="14"/>
                  </a:lnTo>
                  <a:lnTo>
                    <a:pt x="7921" y="3581"/>
                  </a:lnTo>
                  <a:lnTo>
                    <a:pt x="8982" y="4963"/>
                  </a:lnTo>
                  <a:lnTo>
                    <a:pt x="14242" y="743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0"/>
            <p:cNvSpPr/>
            <p:nvPr/>
          </p:nvSpPr>
          <p:spPr>
            <a:xfrm>
              <a:off x="1340892" y="6035859"/>
              <a:ext cx="42992" cy="9349"/>
            </a:xfrm>
            <a:custGeom>
              <a:avLst/>
              <a:pathLst>
                <a:path w="42992" h="9349">
                  <a:moveTo>
                    <a:pt x="42992" y="9101"/>
                  </a:moveTo>
                  <a:lnTo>
                    <a:pt x="41711" y="9349"/>
                  </a:lnTo>
                  <a:lnTo>
                    <a:pt x="8614" y="5938"/>
                  </a:lnTo>
                  <a:lnTo>
                    <a:pt x="2284" y="4827"/>
                  </a:lnTo>
                  <a:lnTo>
                    <a:pt x="753" y="4201"/>
                  </a:lnTo>
                  <a:lnTo>
                    <a:pt x="147" y="3624"/>
                  </a:lnTo>
                  <a:lnTo>
                    <a:pt x="0" y="3234"/>
                  </a:lnTo>
                  <a:lnTo>
                    <a:pt x="261" y="2089"/>
                  </a:lnTo>
                  <a:lnTo>
                    <a:pt x="1014" y="1258"/>
                  </a:lnTo>
                  <a:lnTo>
                    <a:pt x="9262" y="0"/>
                  </a:lnTo>
                  <a:lnTo>
                    <a:pt x="18444" y="940"/>
                  </a:lnTo>
                  <a:lnTo>
                    <a:pt x="29524" y="3405"/>
                  </a:lnTo>
                  <a:lnTo>
                    <a:pt x="37183" y="5379"/>
                  </a:lnTo>
                  <a:lnTo>
                    <a:pt x="41144" y="7110"/>
                  </a:lnTo>
                  <a:lnTo>
                    <a:pt x="42767" y="8437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1"/>
            <p:cNvSpPr/>
            <p:nvPr/>
          </p:nvSpPr>
          <p:spPr>
            <a:xfrm>
              <a:off x="1442080" y="5991065"/>
              <a:ext cx="22467" cy="7993"/>
            </a:xfrm>
            <a:custGeom>
              <a:avLst/>
              <a:pathLst>
                <a:path w="22467" h="7993">
                  <a:moveTo>
                    <a:pt x="22467" y="7912"/>
                  </a:moveTo>
                  <a:lnTo>
                    <a:pt x="20201" y="7993"/>
                  </a:lnTo>
                  <a:lnTo>
                    <a:pt x="17304" y="7699"/>
                  </a:lnTo>
                  <a:lnTo>
                    <a:pt x="15075" y="6942"/>
                  </a:lnTo>
                  <a:lnTo>
                    <a:pt x="9989" y="5932"/>
                  </a:lnTo>
                  <a:lnTo>
                    <a:pt x="8716" y="3967"/>
                  </a:lnTo>
                  <a:lnTo>
                    <a:pt x="2786" y="2392"/>
                  </a:lnTo>
                  <a:lnTo>
                    <a:pt x="0" y="1893"/>
                  </a:lnTo>
                  <a:lnTo>
                    <a:pt x="948" y="0"/>
                  </a:lnTo>
                  <a:lnTo>
                    <a:pt x="7267" y="2516"/>
                  </a:lnTo>
                  <a:lnTo>
                    <a:pt x="15005" y="5023"/>
                  </a:lnTo>
                  <a:lnTo>
                    <a:pt x="21295" y="6564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2"/>
            <p:cNvSpPr/>
            <p:nvPr/>
          </p:nvSpPr>
          <p:spPr>
            <a:xfrm>
              <a:off x="2540077" y="5990341"/>
              <a:ext cx="91924" cy="35669"/>
            </a:xfrm>
            <a:custGeom>
              <a:avLst/>
              <a:pathLst>
                <a:path w="91924" h="35669">
                  <a:moveTo>
                    <a:pt x="86837" y="17821"/>
                  </a:moveTo>
                  <a:lnTo>
                    <a:pt x="86346" y="24144"/>
                  </a:lnTo>
                  <a:lnTo>
                    <a:pt x="86376" y="27052"/>
                  </a:lnTo>
                  <a:lnTo>
                    <a:pt x="85708" y="29320"/>
                  </a:lnTo>
                  <a:lnTo>
                    <a:pt x="84463" y="30532"/>
                  </a:lnTo>
                  <a:lnTo>
                    <a:pt x="82016" y="32495"/>
                  </a:lnTo>
                  <a:lnTo>
                    <a:pt x="80244" y="33695"/>
                  </a:lnTo>
                  <a:lnTo>
                    <a:pt x="76362" y="35669"/>
                  </a:lnTo>
                  <a:lnTo>
                    <a:pt x="58586" y="33923"/>
                  </a:lnTo>
                  <a:lnTo>
                    <a:pt x="50601" y="32304"/>
                  </a:lnTo>
                  <a:lnTo>
                    <a:pt x="47270" y="30281"/>
                  </a:lnTo>
                  <a:lnTo>
                    <a:pt x="46706" y="29358"/>
                  </a:lnTo>
                  <a:lnTo>
                    <a:pt x="45701" y="26192"/>
                  </a:lnTo>
                  <a:lnTo>
                    <a:pt x="44758" y="25229"/>
                  </a:lnTo>
                  <a:lnTo>
                    <a:pt x="37712" y="25884"/>
                  </a:lnTo>
                  <a:lnTo>
                    <a:pt x="33392" y="26871"/>
                  </a:lnTo>
                  <a:lnTo>
                    <a:pt x="32634" y="27387"/>
                  </a:lnTo>
                  <a:lnTo>
                    <a:pt x="31481" y="29341"/>
                  </a:lnTo>
                  <a:lnTo>
                    <a:pt x="30885" y="29771"/>
                  </a:lnTo>
                  <a:lnTo>
                    <a:pt x="19352" y="25601"/>
                  </a:lnTo>
                  <a:lnTo>
                    <a:pt x="7248" y="20713"/>
                  </a:lnTo>
                  <a:lnTo>
                    <a:pt x="2217" y="18219"/>
                  </a:lnTo>
                  <a:lnTo>
                    <a:pt x="463" y="17065"/>
                  </a:lnTo>
                  <a:lnTo>
                    <a:pt x="0" y="16335"/>
                  </a:lnTo>
                  <a:lnTo>
                    <a:pt x="1111" y="15348"/>
                  </a:lnTo>
                  <a:lnTo>
                    <a:pt x="2254" y="14702"/>
                  </a:lnTo>
                  <a:lnTo>
                    <a:pt x="3559" y="14283"/>
                  </a:lnTo>
                  <a:lnTo>
                    <a:pt x="4864" y="14220"/>
                  </a:lnTo>
                  <a:lnTo>
                    <a:pt x="5865" y="14589"/>
                  </a:lnTo>
                  <a:lnTo>
                    <a:pt x="6833" y="15282"/>
                  </a:lnTo>
                  <a:lnTo>
                    <a:pt x="7447" y="17882"/>
                  </a:lnTo>
                  <a:lnTo>
                    <a:pt x="8090" y="18326"/>
                  </a:lnTo>
                  <a:lnTo>
                    <a:pt x="9761" y="19013"/>
                  </a:lnTo>
                  <a:lnTo>
                    <a:pt x="52473" y="18684"/>
                  </a:lnTo>
                  <a:lnTo>
                    <a:pt x="56014" y="18545"/>
                  </a:lnTo>
                  <a:lnTo>
                    <a:pt x="63400" y="17821"/>
                  </a:lnTo>
                  <a:lnTo>
                    <a:pt x="67354" y="16710"/>
                  </a:lnTo>
                  <a:lnTo>
                    <a:pt x="68820" y="15236"/>
                  </a:lnTo>
                  <a:lnTo>
                    <a:pt x="65232" y="14858"/>
                  </a:lnTo>
                  <a:lnTo>
                    <a:pt x="63842" y="13735"/>
                  </a:lnTo>
                  <a:lnTo>
                    <a:pt x="62646" y="11623"/>
                  </a:lnTo>
                  <a:lnTo>
                    <a:pt x="62369" y="9701"/>
                  </a:lnTo>
                  <a:lnTo>
                    <a:pt x="62772" y="8235"/>
                  </a:lnTo>
                  <a:lnTo>
                    <a:pt x="67483" y="7528"/>
                  </a:lnTo>
                  <a:lnTo>
                    <a:pt x="68176" y="7011"/>
                  </a:lnTo>
                  <a:lnTo>
                    <a:pt x="66942" y="6192"/>
                  </a:lnTo>
                  <a:lnTo>
                    <a:pt x="66980" y="4308"/>
                  </a:lnTo>
                  <a:lnTo>
                    <a:pt x="69795" y="3580"/>
                  </a:lnTo>
                  <a:lnTo>
                    <a:pt x="70890" y="2005"/>
                  </a:lnTo>
                  <a:lnTo>
                    <a:pt x="76412" y="0"/>
                  </a:lnTo>
                  <a:lnTo>
                    <a:pt x="85117" y="1061"/>
                  </a:lnTo>
                  <a:lnTo>
                    <a:pt x="87178" y="3967"/>
                  </a:lnTo>
                  <a:lnTo>
                    <a:pt x="86609" y="5820"/>
                  </a:lnTo>
                  <a:lnTo>
                    <a:pt x="86199" y="7684"/>
                  </a:lnTo>
                  <a:lnTo>
                    <a:pt x="86173" y="10636"/>
                  </a:lnTo>
                  <a:lnTo>
                    <a:pt x="89747" y="11051"/>
                  </a:lnTo>
                  <a:lnTo>
                    <a:pt x="90862" y="12110"/>
                  </a:lnTo>
                  <a:lnTo>
                    <a:pt x="91924" y="13450"/>
                  </a:lnTo>
                  <a:lnTo>
                    <a:pt x="90630" y="13493"/>
                  </a:lnTo>
                  <a:lnTo>
                    <a:pt x="89353" y="13799"/>
                  </a:lnTo>
                  <a:lnTo>
                    <a:pt x="88337" y="15201"/>
                  </a:lnTo>
                  <a:lnTo>
                    <a:pt x="87462" y="1697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g33"/>
            <p:cNvSpPr/>
            <p:nvPr/>
          </p:nvSpPr>
          <p:spPr>
            <a:xfrm>
              <a:off x="2969143" y="5987187"/>
              <a:ext cx="29440" cy="11126"/>
            </a:xfrm>
            <a:custGeom>
              <a:avLst/>
              <a:pathLst>
                <a:path w="29440" h="11126">
                  <a:moveTo>
                    <a:pt x="10876" y="4850"/>
                  </a:moveTo>
                  <a:lnTo>
                    <a:pt x="12527" y="5442"/>
                  </a:lnTo>
                  <a:lnTo>
                    <a:pt x="14307" y="4048"/>
                  </a:lnTo>
                  <a:lnTo>
                    <a:pt x="14052" y="2706"/>
                  </a:lnTo>
                  <a:lnTo>
                    <a:pt x="15059" y="386"/>
                  </a:lnTo>
                  <a:lnTo>
                    <a:pt x="16537" y="2920"/>
                  </a:lnTo>
                  <a:lnTo>
                    <a:pt x="26276" y="5583"/>
                  </a:lnTo>
                  <a:lnTo>
                    <a:pt x="29440" y="8134"/>
                  </a:lnTo>
                  <a:lnTo>
                    <a:pt x="28129" y="8734"/>
                  </a:lnTo>
                  <a:lnTo>
                    <a:pt x="27150" y="8619"/>
                  </a:lnTo>
                  <a:lnTo>
                    <a:pt x="24325" y="8919"/>
                  </a:lnTo>
                  <a:lnTo>
                    <a:pt x="19474" y="11126"/>
                  </a:lnTo>
                  <a:lnTo>
                    <a:pt x="14263" y="8988"/>
                  </a:lnTo>
                  <a:lnTo>
                    <a:pt x="5010" y="7488"/>
                  </a:lnTo>
                  <a:lnTo>
                    <a:pt x="2173" y="6360"/>
                  </a:lnTo>
                  <a:lnTo>
                    <a:pt x="0" y="2900"/>
                  </a:lnTo>
                  <a:lnTo>
                    <a:pt x="3947" y="0"/>
                  </a:lnTo>
                  <a:lnTo>
                    <a:pt x="4879" y="308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g34"/>
            <p:cNvSpPr/>
            <p:nvPr/>
          </p:nvSpPr>
          <p:spPr>
            <a:xfrm>
              <a:off x="2961949" y="5984102"/>
              <a:ext cx="8018" cy="4518"/>
            </a:xfrm>
            <a:custGeom>
              <a:avLst/>
              <a:pathLst>
                <a:path w="8018" h="4518">
                  <a:moveTo>
                    <a:pt x="2970" y="4247"/>
                  </a:moveTo>
                  <a:lnTo>
                    <a:pt x="843" y="4518"/>
                  </a:lnTo>
                  <a:lnTo>
                    <a:pt x="0" y="3794"/>
                  </a:lnTo>
                  <a:lnTo>
                    <a:pt x="1017" y="1843"/>
                  </a:lnTo>
                  <a:lnTo>
                    <a:pt x="2549" y="141"/>
                  </a:lnTo>
                  <a:lnTo>
                    <a:pt x="5346" y="0"/>
                  </a:lnTo>
                  <a:lnTo>
                    <a:pt x="8018" y="1122"/>
                  </a:lnTo>
                  <a:lnTo>
                    <a:pt x="7731" y="2184"/>
                  </a:lnTo>
                  <a:lnTo>
                    <a:pt x="7182" y="2279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5"/>
            <p:cNvSpPr/>
            <p:nvPr/>
          </p:nvSpPr>
          <p:spPr>
            <a:xfrm>
              <a:off x="2527273" y="5984059"/>
              <a:ext cx="28434" cy="16341"/>
            </a:xfrm>
            <a:custGeom>
              <a:avLst/>
              <a:pathLst>
                <a:path w="28434" h="16341">
                  <a:moveTo>
                    <a:pt x="20176" y="16234"/>
                  </a:moveTo>
                  <a:lnTo>
                    <a:pt x="19022" y="16341"/>
                  </a:lnTo>
                  <a:lnTo>
                    <a:pt x="18377" y="16153"/>
                  </a:lnTo>
                  <a:lnTo>
                    <a:pt x="17792" y="15539"/>
                  </a:lnTo>
                  <a:lnTo>
                    <a:pt x="17255" y="13147"/>
                  </a:lnTo>
                  <a:lnTo>
                    <a:pt x="11161" y="11242"/>
                  </a:lnTo>
                  <a:lnTo>
                    <a:pt x="10444" y="10171"/>
                  </a:lnTo>
                  <a:lnTo>
                    <a:pt x="10058" y="7828"/>
                  </a:lnTo>
                  <a:lnTo>
                    <a:pt x="9026" y="6896"/>
                  </a:lnTo>
                  <a:lnTo>
                    <a:pt x="1105" y="2712"/>
                  </a:lnTo>
                  <a:lnTo>
                    <a:pt x="468" y="1803"/>
                  </a:lnTo>
                  <a:lnTo>
                    <a:pt x="0" y="516"/>
                  </a:lnTo>
                  <a:lnTo>
                    <a:pt x="1490" y="0"/>
                  </a:lnTo>
                  <a:lnTo>
                    <a:pt x="4571" y="943"/>
                  </a:lnTo>
                  <a:lnTo>
                    <a:pt x="10240" y="1188"/>
                  </a:lnTo>
                  <a:lnTo>
                    <a:pt x="11444" y="1590"/>
                  </a:lnTo>
                  <a:lnTo>
                    <a:pt x="12630" y="2351"/>
                  </a:lnTo>
                  <a:lnTo>
                    <a:pt x="18941" y="2469"/>
                  </a:lnTo>
                  <a:lnTo>
                    <a:pt x="22144" y="2836"/>
                  </a:lnTo>
                  <a:lnTo>
                    <a:pt x="23919" y="6184"/>
                  </a:lnTo>
                  <a:lnTo>
                    <a:pt x="27511" y="7162"/>
                  </a:lnTo>
                  <a:lnTo>
                    <a:pt x="28001" y="9115"/>
                  </a:lnTo>
                  <a:lnTo>
                    <a:pt x="28434" y="12584"/>
                  </a:lnTo>
                  <a:lnTo>
                    <a:pt x="23565" y="15132"/>
                  </a:lnTo>
                  <a:lnTo>
                    <a:pt x="22450" y="1553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6"/>
            <p:cNvSpPr/>
            <p:nvPr/>
          </p:nvSpPr>
          <p:spPr>
            <a:xfrm>
              <a:off x="2518139" y="5974770"/>
              <a:ext cx="18266" cy="8484"/>
            </a:xfrm>
            <a:custGeom>
              <a:avLst/>
              <a:pathLst>
                <a:path w="18266" h="8484">
                  <a:moveTo>
                    <a:pt x="15881" y="7049"/>
                  </a:moveTo>
                  <a:lnTo>
                    <a:pt x="13753" y="8484"/>
                  </a:lnTo>
                  <a:lnTo>
                    <a:pt x="4781" y="7814"/>
                  </a:lnTo>
                  <a:lnTo>
                    <a:pt x="1737" y="7384"/>
                  </a:lnTo>
                  <a:lnTo>
                    <a:pt x="0" y="6599"/>
                  </a:lnTo>
                  <a:lnTo>
                    <a:pt x="1563" y="3520"/>
                  </a:lnTo>
                  <a:lnTo>
                    <a:pt x="2771" y="2487"/>
                  </a:lnTo>
                  <a:lnTo>
                    <a:pt x="3898" y="2095"/>
                  </a:lnTo>
                  <a:lnTo>
                    <a:pt x="6371" y="386"/>
                  </a:lnTo>
                  <a:lnTo>
                    <a:pt x="10300" y="0"/>
                  </a:lnTo>
                  <a:lnTo>
                    <a:pt x="13258" y="262"/>
                  </a:lnTo>
                  <a:lnTo>
                    <a:pt x="18266" y="1607"/>
                  </a:lnTo>
                  <a:lnTo>
                    <a:pt x="16979" y="2880"/>
                  </a:lnTo>
                  <a:lnTo>
                    <a:pt x="16158" y="3356"/>
                  </a:lnTo>
                  <a:lnTo>
                    <a:pt x="15351" y="5318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g37"/>
            <p:cNvSpPr/>
            <p:nvPr/>
          </p:nvSpPr>
          <p:spPr>
            <a:xfrm>
              <a:off x="2912374" y="5971105"/>
              <a:ext cx="32905" cy="7892"/>
            </a:xfrm>
            <a:custGeom>
              <a:avLst/>
              <a:pathLst>
                <a:path w="32905" h="7892">
                  <a:moveTo>
                    <a:pt x="32905" y="6806"/>
                  </a:moveTo>
                  <a:lnTo>
                    <a:pt x="31476" y="7892"/>
                  </a:lnTo>
                  <a:lnTo>
                    <a:pt x="1474" y="6028"/>
                  </a:lnTo>
                  <a:lnTo>
                    <a:pt x="0" y="5693"/>
                  </a:lnTo>
                  <a:lnTo>
                    <a:pt x="429" y="3508"/>
                  </a:lnTo>
                  <a:lnTo>
                    <a:pt x="4479" y="3122"/>
                  </a:lnTo>
                  <a:lnTo>
                    <a:pt x="6821" y="2692"/>
                  </a:lnTo>
                  <a:lnTo>
                    <a:pt x="10001" y="1739"/>
                  </a:lnTo>
                  <a:lnTo>
                    <a:pt x="12382" y="54"/>
                  </a:lnTo>
                  <a:lnTo>
                    <a:pt x="13155" y="0"/>
                  </a:lnTo>
                  <a:lnTo>
                    <a:pt x="27262" y="3927"/>
                  </a:lnTo>
                  <a:lnTo>
                    <a:pt x="32158" y="5569"/>
                  </a:lnTo>
                  <a:lnTo>
                    <a:pt x="32745" y="6362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8"/>
            <p:cNvSpPr/>
            <p:nvPr/>
          </p:nvSpPr>
          <p:spPr>
            <a:xfrm>
              <a:off x="1336815" y="5960145"/>
              <a:ext cx="65216" cy="33254"/>
            </a:xfrm>
            <a:custGeom>
              <a:avLst/>
              <a:pathLst>
                <a:path w="65216" h="33254">
                  <a:moveTo>
                    <a:pt x="64521" y="32157"/>
                  </a:moveTo>
                  <a:lnTo>
                    <a:pt x="49106" y="33254"/>
                  </a:lnTo>
                  <a:lnTo>
                    <a:pt x="42880" y="32293"/>
                  </a:lnTo>
                  <a:lnTo>
                    <a:pt x="29814" y="29087"/>
                  </a:lnTo>
                  <a:lnTo>
                    <a:pt x="11900" y="23215"/>
                  </a:lnTo>
                  <a:lnTo>
                    <a:pt x="7024" y="21359"/>
                  </a:lnTo>
                  <a:lnTo>
                    <a:pt x="3834" y="19786"/>
                  </a:lnTo>
                  <a:lnTo>
                    <a:pt x="689" y="17778"/>
                  </a:lnTo>
                  <a:lnTo>
                    <a:pt x="0" y="15553"/>
                  </a:lnTo>
                  <a:lnTo>
                    <a:pt x="453" y="12367"/>
                  </a:lnTo>
                  <a:lnTo>
                    <a:pt x="1013" y="9799"/>
                  </a:lnTo>
                  <a:lnTo>
                    <a:pt x="1926" y="8160"/>
                  </a:lnTo>
                  <a:lnTo>
                    <a:pt x="5762" y="6195"/>
                  </a:lnTo>
                  <a:lnTo>
                    <a:pt x="7667" y="4037"/>
                  </a:lnTo>
                  <a:lnTo>
                    <a:pt x="11554" y="1794"/>
                  </a:lnTo>
                  <a:lnTo>
                    <a:pt x="12654" y="86"/>
                  </a:lnTo>
                  <a:lnTo>
                    <a:pt x="14283" y="0"/>
                  </a:lnTo>
                  <a:lnTo>
                    <a:pt x="17385" y="179"/>
                  </a:lnTo>
                  <a:lnTo>
                    <a:pt x="20484" y="669"/>
                  </a:lnTo>
                  <a:lnTo>
                    <a:pt x="23341" y="1211"/>
                  </a:lnTo>
                  <a:lnTo>
                    <a:pt x="26171" y="2196"/>
                  </a:lnTo>
                  <a:lnTo>
                    <a:pt x="32560" y="5373"/>
                  </a:lnTo>
                  <a:lnTo>
                    <a:pt x="36997" y="8507"/>
                  </a:lnTo>
                  <a:lnTo>
                    <a:pt x="43401" y="12189"/>
                  </a:lnTo>
                  <a:lnTo>
                    <a:pt x="49754" y="16321"/>
                  </a:lnTo>
                  <a:lnTo>
                    <a:pt x="53284" y="17882"/>
                  </a:lnTo>
                  <a:lnTo>
                    <a:pt x="56732" y="20190"/>
                  </a:lnTo>
                  <a:lnTo>
                    <a:pt x="60006" y="23313"/>
                  </a:lnTo>
                  <a:lnTo>
                    <a:pt x="60653" y="24409"/>
                  </a:lnTo>
                  <a:lnTo>
                    <a:pt x="62014" y="25762"/>
                  </a:lnTo>
                  <a:lnTo>
                    <a:pt x="62833" y="27130"/>
                  </a:lnTo>
                  <a:lnTo>
                    <a:pt x="63709" y="28230"/>
                  </a:lnTo>
                  <a:lnTo>
                    <a:pt x="64540" y="28821"/>
                  </a:lnTo>
                  <a:lnTo>
                    <a:pt x="65216" y="30022"/>
                  </a:lnTo>
                  <a:lnTo>
                    <a:pt x="65056" y="31361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39"/>
            <p:cNvSpPr/>
            <p:nvPr/>
          </p:nvSpPr>
          <p:spPr>
            <a:xfrm>
              <a:off x="2478225" y="5948225"/>
              <a:ext cx="62383" cy="40402"/>
            </a:xfrm>
            <a:custGeom>
              <a:avLst/>
              <a:pathLst>
                <a:path w="62383" h="40402">
                  <a:moveTo>
                    <a:pt x="17886" y="40309"/>
                  </a:moveTo>
                  <a:lnTo>
                    <a:pt x="15190" y="40402"/>
                  </a:lnTo>
                  <a:lnTo>
                    <a:pt x="9869" y="40148"/>
                  </a:lnTo>
                  <a:lnTo>
                    <a:pt x="4560" y="39138"/>
                  </a:lnTo>
                  <a:lnTo>
                    <a:pt x="3180" y="38647"/>
                  </a:lnTo>
                  <a:lnTo>
                    <a:pt x="1195" y="37005"/>
                  </a:lnTo>
                  <a:lnTo>
                    <a:pt x="596" y="36134"/>
                  </a:lnTo>
                  <a:lnTo>
                    <a:pt x="71" y="35011"/>
                  </a:lnTo>
                  <a:lnTo>
                    <a:pt x="0" y="33349"/>
                  </a:lnTo>
                  <a:lnTo>
                    <a:pt x="1432" y="27480"/>
                  </a:lnTo>
                  <a:lnTo>
                    <a:pt x="4066" y="24028"/>
                  </a:lnTo>
                  <a:lnTo>
                    <a:pt x="6528" y="21982"/>
                  </a:lnTo>
                  <a:lnTo>
                    <a:pt x="14285" y="17310"/>
                  </a:lnTo>
                  <a:lnTo>
                    <a:pt x="15295" y="16782"/>
                  </a:lnTo>
                  <a:lnTo>
                    <a:pt x="22355" y="14586"/>
                  </a:lnTo>
                  <a:lnTo>
                    <a:pt x="25122" y="13398"/>
                  </a:lnTo>
                  <a:lnTo>
                    <a:pt x="29434" y="10945"/>
                  </a:lnTo>
                  <a:lnTo>
                    <a:pt x="53123" y="1382"/>
                  </a:lnTo>
                  <a:lnTo>
                    <a:pt x="58557" y="0"/>
                  </a:lnTo>
                  <a:lnTo>
                    <a:pt x="60999" y="1004"/>
                  </a:lnTo>
                  <a:lnTo>
                    <a:pt x="62383" y="2008"/>
                  </a:lnTo>
                  <a:lnTo>
                    <a:pt x="61656" y="3130"/>
                  </a:lnTo>
                  <a:lnTo>
                    <a:pt x="58458" y="5863"/>
                  </a:lnTo>
                  <a:lnTo>
                    <a:pt x="56974" y="7499"/>
                  </a:lnTo>
                  <a:lnTo>
                    <a:pt x="53093" y="10835"/>
                  </a:lnTo>
                  <a:lnTo>
                    <a:pt x="44750" y="16404"/>
                  </a:lnTo>
                  <a:lnTo>
                    <a:pt x="38816" y="20609"/>
                  </a:lnTo>
                  <a:lnTo>
                    <a:pt x="31252" y="26435"/>
                  </a:lnTo>
                  <a:lnTo>
                    <a:pt x="29481" y="28487"/>
                  </a:lnTo>
                  <a:lnTo>
                    <a:pt x="25877" y="33320"/>
                  </a:lnTo>
                  <a:lnTo>
                    <a:pt x="26519" y="35513"/>
                  </a:lnTo>
                  <a:lnTo>
                    <a:pt x="25318" y="38491"/>
                  </a:lnTo>
                  <a:lnTo>
                    <a:pt x="20573" y="39899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0"/>
            <p:cNvSpPr/>
            <p:nvPr/>
          </p:nvSpPr>
          <p:spPr>
            <a:xfrm>
              <a:off x="5412585" y="5938670"/>
              <a:ext cx="20117" cy="9280"/>
            </a:xfrm>
            <a:custGeom>
              <a:avLst/>
              <a:pathLst>
                <a:path w="20117" h="9280">
                  <a:moveTo>
                    <a:pt x="20117" y="4403"/>
                  </a:moveTo>
                  <a:lnTo>
                    <a:pt x="18571" y="6608"/>
                  </a:lnTo>
                  <a:lnTo>
                    <a:pt x="16837" y="7583"/>
                  </a:lnTo>
                  <a:lnTo>
                    <a:pt x="11398" y="6798"/>
                  </a:lnTo>
                  <a:lnTo>
                    <a:pt x="7570" y="8625"/>
                  </a:lnTo>
                  <a:lnTo>
                    <a:pt x="3360" y="9280"/>
                  </a:lnTo>
                  <a:lnTo>
                    <a:pt x="1349" y="8339"/>
                  </a:lnTo>
                  <a:lnTo>
                    <a:pt x="469" y="6530"/>
                  </a:lnTo>
                  <a:lnTo>
                    <a:pt x="0" y="4103"/>
                  </a:lnTo>
                  <a:lnTo>
                    <a:pt x="4" y="3237"/>
                  </a:lnTo>
                  <a:lnTo>
                    <a:pt x="1217" y="2874"/>
                  </a:lnTo>
                  <a:lnTo>
                    <a:pt x="6843" y="4599"/>
                  </a:lnTo>
                  <a:lnTo>
                    <a:pt x="9222" y="6074"/>
                  </a:lnTo>
                  <a:lnTo>
                    <a:pt x="10503" y="6028"/>
                  </a:lnTo>
                  <a:lnTo>
                    <a:pt x="13887" y="4066"/>
                  </a:lnTo>
                  <a:lnTo>
                    <a:pt x="16678" y="1578"/>
                  </a:lnTo>
                  <a:lnTo>
                    <a:pt x="17397" y="415"/>
                  </a:lnTo>
                  <a:lnTo>
                    <a:pt x="18328" y="0"/>
                  </a:lnTo>
                  <a:lnTo>
                    <a:pt x="19513" y="883"/>
                  </a:lnTo>
                  <a:lnTo>
                    <a:pt x="20081" y="3526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1"/>
            <p:cNvSpPr/>
            <p:nvPr/>
          </p:nvSpPr>
          <p:spPr>
            <a:xfrm>
              <a:off x="2693085" y="5932550"/>
              <a:ext cx="141005" cy="91154"/>
            </a:xfrm>
            <a:custGeom>
              <a:avLst/>
              <a:pathLst>
                <a:path w="141005" h="91154">
                  <a:moveTo>
                    <a:pt x="112896" y="30302"/>
                  </a:moveTo>
                  <a:lnTo>
                    <a:pt x="114513" y="30405"/>
                  </a:lnTo>
                  <a:lnTo>
                    <a:pt x="120995" y="30111"/>
                  </a:lnTo>
                  <a:lnTo>
                    <a:pt x="127475" y="30180"/>
                  </a:lnTo>
                  <a:lnTo>
                    <a:pt x="131413" y="30530"/>
                  </a:lnTo>
                  <a:lnTo>
                    <a:pt x="132581" y="31346"/>
                  </a:lnTo>
                  <a:lnTo>
                    <a:pt x="133606" y="32997"/>
                  </a:lnTo>
                  <a:lnTo>
                    <a:pt x="134762" y="35588"/>
                  </a:lnTo>
                  <a:lnTo>
                    <a:pt x="135835" y="38399"/>
                  </a:lnTo>
                  <a:lnTo>
                    <a:pt x="137025" y="40713"/>
                  </a:lnTo>
                  <a:lnTo>
                    <a:pt x="137725" y="44759"/>
                  </a:lnTo>
                  <a:lnTo>
                    <a:pt x="138858" y="46236"/>
                  </a:lnTo>
                  <a:lnTo>
                    <a:pt x="140750" y="49990"/>
                  </a:lnTo>
                  <a:lnTo>
                    <a:pt x="141005" y="53006"/>
                  </a:lnTo>
                  <a:lnTo>
                    <a:pt x="140446" y="59571"/>
                  </a:lnTo>
                  <a:lnTo>
                    <a:pt x="139509" y="62234"/>
                  </a:lnTo>
                  <a:lnTo>
                    <a:pt x="137025" y="64811"/>
                  </a:lnTo>
                  <a:lnTo>
                    <a:pt x="134205" y="64537"/>
                  </a:lnTo>
                  <a:lnTo>
                    <a:pt x="132915" y="64673"/>
                  </a:lnTo>
                  <a:lnTo>
                    <a:pt x="131640" y="65152"/>
                  </a:lnTo>
                  <a:lnTo>
                    <a:pt x="131164" y="65530"/>
                  </a:lnTo>
                  <a:lnTo>
                    <a:pt x="130967" y="66049"/>
                  </a:lnTo>
                  <a:lnTo>
                    <a:pt x="134276" y="68265"/>
                  </a:lnTo>
                  <a:lnTo>
                    <a:pt x="134661" y="69079"/>
                  </a:lnTo>
                  <a:lnTo>
                    <a:pt x="134723" y="70025"/>
                  </a:lnTo>
                  <a:lnTo>
                    <a:pt x="134284" y="70704"/>
                  </a:lnTo>
                  <a:lnTo>
                    <a:pt x="133808" y="71099"/>
                  </a:lnTo>
                  <a:lnTo>
                    <a:pt x="63970" y="84437"/>
                  </a:lnTo>
                  <a:lnTo>
                    <a:pt x="61219" y="85149"/>
                  </a:lnTo>
                  <a:lnTo>
                    <a:pt x="58514" y="86491"/>
                  </a:lnTo>
                  <a:lnTo>
                    <a:pt x="57630" y="87700"/>
                  </a:lnTo>
                  <a:lnTo>
                    <a:pt x="56745" y="88615"/>
                  </a:lnTo>
                  <a:lnTo>
                    <a:pt x="2580" y="91154"/>
                  </a:lnTo>
                  <a:lnTo>
                    <a:pt x="2091" y="90970"/>
                  </a:lnTo>
                  <a:lnTo>
                    <a:pt x="1607" y="90470"/>
                  </a:lnTo>
                  <a:lnTo>
                    <a:pt x="256" y="87911"/>
                  </a:lnTo>
                  <a:lnTo>
                    <a:pt x="0" y="83871"/>
                  </a:lnTo>
                  <a:lnTo>
                    <a:pt x="301" y="82269"/>
                  </a:lnTo>
                  <a:lnTo>
                    <a:pt x="2986" y="80705"/>
                  </a:lnTo>
                  <a:lnTo>
                    <a:pt x="4030" y="79848"/>
                  </a:lnTo>
                  <a:lnTo>
                    <a:pt x="8582" y="73826"/>
                  </a:lnTo>
                  <a:lnTo>
                    <a:pt x="10973" y="71027"/>
                  </a:lnTo>
                  <a:lnTo>
                    <a:pt x="12064" y="68658"/>
                  </a:lnTo>
                  <a:lnTo>
                    <a:pt x="12649" y="68825"/>
                  </a:lnTo>
                  <a:lnTo>
                    <a:pt x="14748" y="70199"/>
                  </a:lnTo>
                  <a:lnTo>
                    <a:pt x="16265" y="70614"/>
                  </a:lnTo>
                  <a:lnTo>
                    <a:pt x="19303" y="70052"/>
                  </a:lnTo>
                  <a:lnTo>
                    <a:pt x="22270" y="68369"/>
                  </a:lnTo>
                  <a:lnTo>
                    <a:pt x="23576" y="67411"/>
                  </a:lnTo>
                  <a:lnTo>
                    <a:pt x="24857" y="67743"/>
                  </a:lnTo>
                  <a:lnTo>
                    <a:pt x="25092" y="69169"/>
                  </a:lnTo>
                  <a:lnTo>
                    <a:pt x="25597" y="69616"/>
                  </a:lnTo>
                  <a:lnTo>
                    <a:pt x="32827" y="65143"/>
                  </a:lnTo>
                  <a:lnTo>
                    <a:pt x="39336" y="60116"/>
                  </a:lnTo>
                  <a:lnTo>
                    <a:pt x="45746" y="54414"/>
                  </a:lnTo>
                  <a:lnTo>
                    <a:pt x="48989" y="51015"/>
                  </a:lnTo>
                  <a:lnTo>
                    <a:pt x="49758" y="50063"/>
                  </a:lnTo>
                  <a:lnTo>
                    <a:pt x="50305" y="48591"/>
                  </a:lnTo>
                  <a:lnTo>
                    <a:pt x="49855" y="47165"/>
                  </a:lnTo>
                  <a:lnTo>
                    <a:pt x="49271" y="45887"/>
                  </a:lnTo>
                  <a:lnTo>
                    <a:pt x="48767" y="45388"/>
                  </a:lnTo>
                  <a:lnTo>
                    <a:pt x="48220" y="45151"/>
                  </a:lnTo>
                  <a:lnTo>
                    <a:pt x="44898" y="44248"/>
                  </a:lnTo>
                  <a:lnTo>
                    <a:pt x="45935" y="42773"/>
                  </a:lnTo>
                  <a:lnTo>
                    <a:pt x="46870" y="40984"/>
                  </a:lnTo>
                  <a:lnTo>
                    <a:pt x="47523" y="38979"/>
                  </a:lnTo>
                  <a:lnTo>
                    <a:pt x="47745" y="36537"/>
                  </a:lnTo>
                  <a:lnTo>
                    <a:pt x="47605" y="35300"/>
                  </a:lnTo>
                  <a:lnTo>
                    <a:pt x="47743" y="34414"/>
                  </a:lnTo>
                  <a:lnTo>
                    <a:pt x="49258" y="33614"/>
                  </a:lnTo>
                  <a:lnTo>
                    <a:pt x="50270" y="32414"/>
                  </a:lnTo>
                  <a:lnTo>
                    <a:pt x="50958" y="30968"/>
                  </a:lnTo>
                  <a:lnTo>
                    <a:pt x="49805" y="30524"/>
                  </a:lnTo>
                  <a:lnTo>
                    <a:pt x="49287" y="29407"/>
                  </a:lnTo>
                  <a:lnTo>
                    <a:pt x="50314" y="26911"/>
                  </a:lnTo>
                  <a:lnTo>
                    <a:pt x="51234" y="24230"/>
                  </a:lnTo>
                  <a:lnTo>
                    <a:pt x="52196" y="22796"/>
                  </a:lnTo>
                  <a:lnTo>
                    <a:pt x="54688" y="20003"/>
                  </a:lnTo>
                  <a:lnTo>
                    <a:pt x="61914" y="12918"/>
                  </a:lnTo>
                  <a:lnTo>
                    <a:pt x="64511" y="9118"/>
                  </a:lnTo>
                  <a:lnTo>
                    <a:pt x="65281" y="7747"/>
                  </a:lnTo>
                  <a:lnTo>
                    <a:pt x="82423" y="1621"/>
                  </a:lnTo>
                  <a:lnTo>
                    <a:pt x="85244" y="998"/>
                  </a:lnTo>
                  <a:lnTo>
                    <a:pt x="90594" y="155"/>
                  </a:lnTo>
                  <a:lnTo>
                    <a:pt x="93115" y="0"/>
                  </a:lnTo>
                  <a:lnTo>
                    <a:pt x="100121" y="580"/>
                  </a:lnTo>
                  <a:lnTo>
                    <a:pt x="103388" y="1229"/>
                  </a:lnTo>
                  <a:lnTo>
                    <a:pt x="109100" y="2842"/>
                  </a:lnTo>
                  <a:lnTo>
                    <a:pt x="117470" y="6002"/>
                  </a:lnTo>
                  <a:lnTo>
                    <a:pt x="120647" y="7384"/>
                  </a:lnTo>
                  <a:lnTo>
                    <a:pt x="123789" y="9089"/>
                  </a:lnTo>
                  <a:lnTo>
                    <a:pt x="126823" y="11288"/>
                  </a:lnTo>
                  <a:lnTo>
                    <a:pt x="129778" y="13983"/>
                  </a:lnTo>
                  <a:lnTo>
                    <a:pt x="130345" y="14811"/>
                  </a:lnTo>
                  <a:lnTo>
                    <a:pt x="130641" y="16283"/>
                  </a:lnTo>
                  <a:lnTo>
                    <a:pt x="130738" y="17723"/>
                  </a:lnTo>
                  <a:lnTo>
                    <a:pt x="130596" y="19128"/>
                  </a:lnTo>
                  <a:lnTo>
                    <a:pt x="129806" y="22003"/>
                  </a:lnTo>
                  <a:lnTo>
                    <a:pt x="128634" y="24002"/>
                  </a:lnTo>
                  <a:lnTo>
                    <a:pt x="114806" y="25889"/>
                  </a:lnTo>
                  <a:lnTo>
                    <a:pt x="113014" y="26646"/>
                  </a:lnTo>
                  <a:lnTo>
                    <a:pt x="112006" y="28206"/>
                  </a:lnTo>
                  <a:lnTo>
                    <a:pt x="111295" y="29725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2"/>
            <p:cNvSpPr/>
            <p:nvPr/>
          </p:nvSpPr>
          <p:spPr>
            <a:xfrm>
              <a:off x="1517214" y="5917464"/>
              <a:ext cx="9051" cy="3312"/>
            </a:xfrm>
            <a:custGeom>
              <a:avLst/>
              <a:pathLst>
                <a:path w="9051" h="3312">
                  <a:moveTo>
                    <a:pt x="5481" y="1820"/>
                  </a:moveTo>
                  <a:lnTo>
                    <a:pt x="9051" y="3312"/>
                  </a:lnTo>
                  <a:lnTo>
                    <a:pt x="2760" y="2833"/>
                  </a:lnTo>
                  <a:lnTo>
                    <a:pt x="0" y="776"/>
                  </a:lnTo>
                  <a:lnTo>
                    <a:pt x="1773" y="0"/>
                  </a:lnTo>
                  <a:lnTo>
                    <a:pt x="3540" y="156"/>
                  </a:lnTo>
                  <a:lnTo>
                    <a:pt x="5099" y="1191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3"/>
            <p:cNvSpPr/>
            <p:nvPr/>
          </p:nvSpPr>
          <p:spPr>
            <a:xfrm>
              <a:off x="1494395" y="5915848"/>
              <a:ext cx="14257" cy="4541"/>
            </a:xfrm>
            <a:custGeom>
              <a:avLst/>
              <a:pathLst>
                <a:path w="14257" h="4541">
                  <a:moveTo>
                    <a:pt x="13753" y="4406"/>
                  </a:moveTo>
                  <a:lnTo>
                    <a:pt x="12793" y="4541"/>
                  </a:lnTo>
                  <a:lnTo>
                    <a:pt x="2062" y="2253"/>
                  </a:lnTo>
                  <a:lnTo>
                    <a:pt x="0" y="1575"/>
                  </a:lnTo>
                  <a:lnTo>
                    <a:pt x="3623" y="190"/>
                  </a:lnTo>
                  <a:lnTo>
                    <a:pt x="6047" y="0"/>
                  </a:lnTo>
                  <a:lnTo>
                    <a:pt x="12494" y="3398"/>
                  </a:lnTo>
                  <a:lnTo>
                    <a:pt x="14257" y="3811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4"/>
            <p:cNvSpPr/>
            <p:nvPr/>
          </p:nvSpPr>
          <p:spPr>
            <a:xfrm>
              <a:off x="5415106" y="5914125"/>
              <a:ext cx="38696" cy="20366"/>
            </a:xfrm>
            <a:custGeom>
              <a:avLst/>
              <a:pathLst>
                <a:path w="38696" h="20366">
                  <a:moveTo>
                    <a:pt x="10702" y="4726"/>
                  </a:moveTo>
                  <a:lnTo>
                    <a:pt x="15352" y="6873"/>
                  </a:lnTo>
                  <a:lnTo>
                    <a:pt x="27567" y="6631"/>
                  </a:lnTo>
                  <a:lnTo>
                    <a:pt x="37744" y="8656"/>
                  </a:lnTo>
                  <a:lnTo>
                    <a:pt x="38696" y="10726"/>
                  </a:lnTo>
                  <a:lnTo>
                    <a:pt x="35791" y="11784"/>
                  </a:lnTo>
                  <a:lnTo>
                    <a:pt x="31315" y="14526"/>
                  </a:lnTo>
                  <a:lnTo>
                    <a:pt x="28407" y="15351"/>
                  </a:lnTo>
                  <a:lnTo>
                    <a:pt x="25984" y="15389"/>
                  </a:lnTo>
                  <a:lnTo>
                    <a:pt x="20987" y="14255"/>
                  </a:lnTo>
                  <a:lnTo>
                    <a:pt x="14505" y="14387"/>
                  </a:lnTo>
                  <a:lnTo>
                    <a:pt x="13113" y="15983"/>
                  </a:lnTo>
                  <a:lnTo>
                    <a:pt x="9974" y="17573"/>
                  </a:lnTo>
                  <a:lnTo>
                    <a:pt x="6320" y="20366"/>
                  </a:lnTo>
                  <a:lnTo>
                    <a:pt x="5350" y="18093"/>
                  </a:lnTo>
                  <a:lnTo>
                    <a:pt x="3896" y="15917"/>
                  </a:lnTo>
                  <a:lnTo>
                    <a:pt x="247" y="11398"/>
                  </a:lnTo>
                  <a:lnTo>
                    <a:pt x="0" y="10722"/>
                  </a:lnTo>
                  <a:lnTo>
                    <a:pt x="1994" y="9819"/>
                  </a:lnTo>
                  <a:lnTo>
                    <a:pt x="2976" y="8333"/>
                  </a:lnTo>
                  <a:lnTo>
                    <a:pt x="5054" y="6354"/>
                  </a:lnTo>
                  <a:lnTo>
                    <a:pt x="4816" y="5136"/>
                  </a:lnTo>
                  <a:lnTo>
                    <a:pt x="3112" y="3757"/>
                  </a:lnTo>
                  <a:lnTo>
                    <a:pt x="2422" y="2666"/>
                  </a:lnTo>
                  <a:lnTo>
                    <a:pt x="3573" y="816"/>
                  </a:lnTo>
                  <a:lnTo>
                    <a:pt x="6165" y="0"/>
                  </a:lnTo>
                  <a:lnTo>
                    <a:pt x="9507" y="732"/>
                  </a:lnTo>
                  <a:lnTo>
                    <a:pt x="10982" y="3217"/>
                  </a:lnTo>
                  <a:lnTo>
                    <a:pt x="10712" y="4305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5"/>
            <p:cNvSpPr/>
            <p:nvPr/>
          </p:nvSpPr>
          <p:spPr>
            <a:xfrm>
              <a:off x="1521654" y="5906397"/>
              <a:ext cx="10646" cy="3514"/>
            </a:xfrm>
            <a:custGeom>
              <a:avLst/>
              <a:pathLst>
                <a:path w="10646" h="3514">
                  <a:moveTo>
                    <a:pt x="8720" y="3150"/>
                  </a:moveTo>
                  <a:lnTo>
                    <a:pt x="3552" y="3514"/>
                  </a:lnTo>
                  <a:lnTo>
                    <a:pt x="712" y="2744"/>
                  </a:lnTo>
                  <a:lnTo>
                    <a:pt x="0" y="461"/>
                  </a:lnTo>
                  <a:lnTo>
                    <a:pt x="795" y="0"/>
                  </a:lnTo>
                  <a:lnTo>
                    <a:pt x="7384" y="1047"/>
                  </a:lnTo>
                  <a:lnTo>
                    <a:pt x="9792" y="1607"/>
                  </a:lnTo>
                  <a:lnTo>
                    <a:pt x="10646" y="2273"/>
                  </a:lnTo>
                  <a:lnTo>
                    <a:pt x="10220" y="2882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6"/>
            <p:cNvSpPr/>
            <p:nvPr/>
          </p:nvSpPr>
          <p:spPr>
            <a:xfrm>
              <a:off x="1503317" y="5905653"/>
              <a:ext cx="19223" cy="7730"/>
            </a:xfrm>
            <a:custGeom>
              <a:avLst/>
              <a:pathLst>
                <a:path w="19223" h="7730">
                  <a:moveTo>
                    <a:pt x="19223" y="7254"/>
                  </a:moveTo>
                  <a:lnTo>
                    <a:pt x="18448" y="7730"/>
                  </a:lnTo>
                  <a:lnTo>
                    <a:pt x="13079" y="7491"/>
                  </a:lnTo>
                  <a:lnTo>
                    <a:pt x="11989" y="7066"/>
                  </a:lnTo>
                  <a:lnTo>
                    <a:pt x="11503" y="6631"/>
                  </a:lnTo>
                  <a:lnTo>
                    <a:pt x="4031" y="5930"/>
                  </a:lnTo>
                  <a:lnTo>
                    <a:pt x="650" y="3820"/>
                  </a:lnTo>
                  <a:lnTo>
                    <a:pt x="0" y="3151"/>
                  </a:lnTo>
                  <a:lnTo>
                    <a:pt x="1336" y="2170"/>
                  </a:lnTo>
                  <a:lnTo>
                    <a:pt x="3859" y="1509"/>
                  </a:lnTo>
                  <a:lnTo>
                    <a:pt x="4876" y="701"/>
                  </a:lnTo>
                  <a:lnTo>
                    <a:pt x="11327" y="0"/>
                  </a:lnTo>
                  <a:lnTo>
                    <a:pt x="12323" y="421"/>
                  </a:lnTo>
                  <a:lnTo>
                    <a:pt x="12906" y="1537"/>
                  </a:lnTo>
                  <a:lnTo>
                    <a:pt x="15829" y="3742"/>
                  </a:lnTo>
                  <a:lnTo>
                    <a:pt x="16618" y="5147"/>
                  </a:lnTo>
                  <a:lnTo>
                    <a:pt x="16931" y="6025"/>
                  </a:lnTo>
                  <a:lnTo>
                    <a:pt x="18512" y="6446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7"/>
            <p:cNvSpPr/>
            <p:nvPr/>
          </p:nvSpPr>
          <p:spPr>
            <a:xfrm>
              <a:off x="1548641" y="5904533"/>
              <a:ext cx="11743" cy="4980"/>
            </a:xfrm>
            <a:custGeom>
              <a:avLst/>
              <a:pathLst>
                <a:path w="11743" h="4980">
                  <a:moveTo>
                    <a:pt x="6279" y="3670"/>
                  </a:moveTo>
                  <a:lnTo>
                    <a:pt x="1655" y="4980"/>
                  </a:lnTo>
                  <a:lnTo>
                    <a:pt x="453" y="4599"/>
                  </a:lnTo>
                  <a:lnTo>
                    <a:pt x="881" y="2735"/>
                  </a:lnTo>
                  <a:lnTo>
                    <a:pt x="174" y="1460"/>
                  </a:lnTo>
                  <a:lnTo>
                    <a:pt x="0" y="860"/>
                  </a:lnTo>
                  <a:lnTo>
                    <a:pt x="357" y="5"/>
                  </a:lnTo>
                  <a:lnTo>
                    <a:pt x="3074" y="0"/>
                  </a:lnTo>
                  <a:lnTo>
                    <a:pt x="10750" y="1359"/>
                  </a:lnTo>
                  <a:lnTo>
                    <a:pt x="11743" y="3292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8"/>
            <p:cNvSpPr/>
            <p:nvPr/>
          </p:nvSpPr>
          <p:spPr>
            <a:xfrm>
              <a:off x="1519601" y="5900995"/>
              <a:ext cx="14167" cy="3780"/>
            </a:xfrm>
            <a:custGeom>
              <a:avLst/>
              <a:pathLst>
                <a:path w="14167" h="3780">
                  <a:moveTo>
                    <a:pt x="1674" y="0"/>
                  </a:moveTo>
                  <a:lnTo>
                    <a:pt x="6676" y="375"/>
                  </a:lnTo>
                  <a:lnTo>
                    <a:pt x="9950" y="92"/>
                  </a:lnTo>
                  <a:lnTo>
                    <a:pt x="13385" y="799"/>
                  </a:lnTo>
                  <a:lnTo>
                    <a:pt x="14167" y="1604"/>
                  </a:lnTo>
                  <a:lnTo>
                    <a:pt x="13549" y="2291"/>
                  </a:lnTo>
                  <a:lnTo>
                    <a:pt x="9864" y="2501"/>
                  </a:lnTo>
                  <a:lnTo>
                    <a:pt x="8074" y="3644"/>
                  </a:lnTo>
                  <a:lnTo>
                    <a:pt x="5985" y="3780"/>
                  </a:lnTo>
                  <a:lnTo>
                    <a:pt x="2843" y="2966"/>
                  </a:lnTo>
                  <a:lnTo>
                    <a:pt x="0" y="1174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49"/>
            <p:cNvSpPr/>
            <p:nvPr/>
          </p:nvSpPr>
          <p:spPr>
            <a:xfrm>
              <a:off x="1502269" y="5900225"/>
              <a:ext cx="9733" cy="2885"/>
            </a:xfrm>
            <a:custGeom>
              <a:avLst/>
              <a:pathLst>
                <a:path w="9733" h="2885">
                  <a:moveTo>
                    <a:pt x="7909" y="2516"/>
                  </a:moveTo>
                  <a:lnTo>
                    <a:pt x="2694" y="2885"/>
                  </a:lnTo>
                  <a:lnTo>
                    <a:pt x="531" y="2074"/>
                  </a:lnTo>
                  <a:lnTo>
                    <a:pt x="0" y="1341"/>
                  </a:lnTo>
                  <a:lnTo>
                    <a:pt x="442" y="675"/>
                  </a:lnTo>
                  <a:lnTo>
                    <a:pt x="8590" y="0"/>
                  </a:lnTo>
                  <a:lnTo>
                    <a:pt x="9501" y="813"/>
                  </a:lnTo>
                  <a:lnTo>
                    <a:pt x="9733" y="1295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0"/>
            <p:cNvSpPr/>
            <p:nvPr/>
          </p:nvSpPr>
          <p:spPr>
            <a:xfrm>
              <a:off x="1537714" y="5896286"/>
              <a:ext cx="5210" cy="3096"/>
            </a:xfrm>
            <a:custGeom>
              <a:avLst/>
              <a:pathLst>
                <a:path w="5210" h="3096">
                  <a:moveTo>
                    <a:pt x="5093" y="2712"/>
                  </a:moveTo>
                  <a:lnTo>
                    <a:pt x="5210" y="3096"/>
                  </a:lnTo>
                  <a:lnTo>
                    <a:pt x="3349" y="2819"/>
                  </a:lnTo>
                  <a:lnTo>
                    <a:pt x="577" y="1157"/>
                  </a:lnTo>
                  <a:lnTo>
                    <a:pt x="0" y="565"/>
                  </a:lnTo>
                  <a:lnTo>
                    <a:pt x="1250" y="0"/>
                  </a:lnTo>
                  <a:lnTo>
                    <a:pt x="2855" y="557"/>
                  </a:lnTo>
                  <a:lnTo>
                    <a:pt x="4343" y="1561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1"/>
            <p:cNvSpPr/>
            <p:nvPr/>
          </p:nvSpPr>
          <p:spPr>
            <a:xfrm>
              <a:off x="1545683" y="5895504"/>
              <a:ext cx="6975" cy="5393"/>
            </a:xfrm>
            <a:custGeom>
              <a:avLst/>
              <a:pathLst>
                <a:path w="6975" h="5393">
                  <a:moveTo>
                    <a:pt x="6975" y="3000"/>
                  </a:moveTo>
                  <a:lnTo>
                    <a:pt x="5522" y="5393"/>
                  </a:lnTo>
                  <a:lnTo>
                    <a:pt x="1653" y="4117"/>
                  </a:lnTo>
                  <a:lnTo>
                    <a:pt x="0" y="2579"/>
                  </a:lnTo>
                  <a:lnTo>
                    <a:pt x="946" y="620"/>
                  </a:lnTo>
                  <a:lnTo>
                    <a:pt x="2714" y="0"/>
                  </a:lnTo>
                  <a:lnTo>
                    <a:pt x="5032" y="692"/>
                  </a:lnTo>
                  <a:lnTo>
                    <a:pt x="5891" y="937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2"/>
            <p:cNvSpPr/>
            <p:nvPr/>
          </p:nvSpPr>
          <p:spPr>
            <a:xfrm>
              <a:off x="1544873" y="5881653"/>
              <a:ext cx="9017" cy="5854"/>
            </a:xfrm>
            <a:custGeom>
              <a:avLst/>
              <a:pathLst>
                <a:path w="9017" h="5854">
                  <a:moveTo>
                    <a:pt x="9017" y="5424"/>
                  </a:moveTo>
                  <a:lnTo>
                    <a:pt x="6495" y="5854"/>
                  </a:lnTo>
                  <a:lnTo>
                    <a:pt x="3331" y="3979"/>
                  </a:lnTo>
                  <a:lnTo>
                    <a:pt x="931" y="2478"/>
                  </a:lnTo>
                  <a:lnTo>
                    <a:pt x="162" y="1234"/>
                  </a:lnTo>
                  <a:lnTo>
                    <a:pt x="0" y="810"/>
                  </a:lnTo>
                  <a:lnTo>
                    <a:pt x="35" y="314"/>
                  </a:lnTo>
                  <a:lnTo>
                    <a:pt x="743" y="0"/>
                  </a:lnTo>
                  <a:lnTo>
                    <a:pt x="5822" y="1044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3"/>
            <p:cNvSpPr/>
            <p:nvPr/>
          </p:nvSpPr>
          <p:spPr>
            <a:xfrm>
              <a:off x="5370366" y="5866717"/>
              <a:ext cx="4650" cy="4103"/>
            </a:xfrm>
            <a:custGeom>
              <a:avLst/>
              <a:pathLst>
                <a:path w="4650" h="4103">
                  <a:moveTo>
                    <a:pt x="4650" y="288"/>
                  </a:moveTo>
                  <a:lnTo>
                    <a:pt x="2431" y="4103"/>
                  </a:lnTo>
                  <a:lnTo>
                    <a:pt x="872" y="3976"/>
                  </a:lnTo>
                  <a:lnTo>
                    <a:pt x="0" y="3286"/>
                  </a:lnTo>
                  <a:lnTo>
                    <a:pt x="1589" y="1163"/>
                  </a:lnTo>
                  <a:lnTo>
                    <a:pt x="3099" y="262"/>
                  </a:lnTo>
                  <a:lnTo>
                    <a:pt x="4020" y="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4"/>
            <p:cNvSpPr/>
            <p:nvPr/>
          </p:nvSpPr>
          <p:spPr>
            <a:xfrm>
              <a:off x="1560546" y="5865164"/>
              <a:ext cx="11263" cy="6244"/>
            </a:xfrm>
            <a:custGeom>
              <a:avLst/>
              <a:pathLst>
                <a:path w="11263" h="6244">
                  <a:moveTo>
                    <a:pt x="11263" y="6100"/>
                  </a:moveTo>
                  <a:lnTo>
                    <a:pt x="9902" y="6244"/>
                  </a:lnTo>
                  <a:lnTo>
                    <a:pt x="7523" y="5551"/>
                  </a:lnTo>
                  <a:lnTo>
                    <a:pt x="1333" y="3165"/>
                  </a:lnTo>
                  <a:lnTo>
                    <a:pt x="0" y="2031"/>
                  </a:lnTo>
                  <a:lnTo>
                    <a:pt x="926" y="845"/>
                  </a:lnTo>
                  <a:lnTo>
                    <a:pt x="3150" y="0"/>
                  </a:lnTo>
                  <a:lnTo>
                    <a:pt x="4813" y="268"/>
                  </a:lnTo>
                  <a:lnTo>
                    <a:pt x="9050" y="2458"/>
                  </a:lnTo>
                  <a:lnTo>
                    <a:pt x="10308" y="4037"/>
                  </a:lnTo>
                  <a:lnTo>
                    <a:pt x="11088" y="526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5"/>
            <p:cNvSpPr/>
            <p:nvPr/>
          </p:nvSpPr>
          <p:spPr>
            <a:xfrm>
              <a:off x="5384508" y="5838657"/>
              <a:ext cx="5815" cy="6648"/>
            </a:xfrm>
            <a:custGeom>
              <a:avLst/>
              <a:pathLst>
                <a:path w="5815" h="6648">
                  <a:moveTo>
                    <a:pt x="2946" y="6648"/>
                  </a:moveTo>
                  <a:lnTo>
                    <a:pt x="1325" y="6648"/>
                  </a:lnTo>
                  <a:lnTo>
                    <a:pt x="323" y="5765"/>
                  </a:lnTo>
                  <a:lnTo>
                    <a:pt x="0" y="3725"/>
                  </a:lnTo>
                  <a:lnTo>
                    <a:pt x="55" y="3067"/>
                  </a:lnTo>
                  <a:lnTo>
                    <a:pt x="3271" y="626"/>
                  </a:lnTo>
                  <a:lnTo>
                    <a:pt x="5815" y="0"/>
                  </a:lnTo>
                  <a:lnTo>
                    <a:pt x="4455" y="3670"/>
                  </a:lnTo>
                  <a:lnTo>
                    <a:pt x="3973" y="4285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6"/>
            <p:cNvSpPr/>
            <p:nvPr/>
          </p:nvSpPr>
          <p:spPr>
            <a:xfrm>
              <a:off x="1724587" y="5832124"/>
              <a:ext cx="6106" cy="3304"/>
            </a:xfrm>
            <a:custGeom>
              <a:avLst/>
              <a:pathLst>
                <a:path w="6106" h="3304">
                  <a:moveTo>
                    <a:pt x="5749" y="1633"/>
                  </a:moveTo>
                  <a:lnTo>
                    <a:pt x="3836" y="3304"/>
                  </a:lnTo>
                  <a:lnTo>
                    <a:pt x="0" y="2219"/>
                  </a:lnTo>
                  <a:lnTo>
                    <a:pt x="314" y="1033"/>
                  </a:lnTo>
                  <a:lnTo>
                    <a:pt x="3759" y="0"/>
                  </a:lnTo>
                  <a:lnTo>
                    <a:pt x="6106" y="689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7"/>
            <p:cNvSpPr/>
            <p:nvPr/>
          </p:nvSpPr>
          <p:spPr>
            <a:xfrm>
              <a:off x="1733158" y="5830268"/>
              <a:ext cx="14880" cy="8301"/>
            </a:xfrm>
            <a:custGeom>
              <a:avLst/>
              <a:pathLst>
                <a:path w="14880" h="8301">
                  <a:moveTo>
                    <a:pt x="13523" y="7681"/>
                  </a:moveTo>
                  <a:lnTo>
                    <a:pt x="12139" y="8301"/>
                  </a:lnTo>
                  <a:lnTo>
                    <a:pt x="6968" y="6792"/>
                  </a:lnTo>
                  <a:lnTo>
                    <a:pt x="3970" y="6463"/>
                  </a:lnTo>
                  <a:lnTo>
                    <a:pt x="2593" y="5629"/>
                  </a:lnTo>
                  <a:lnTo>
                    <a:pt x="1697" y="4870"/>
                  </a:lnTo>
                  <a:lnTo>
                    <a:pt x="1398" y="4137"/>
                  </a:lnTo>
                  <a:lnTo>
                    <a:pt x="0" y="3012"/>
                  </a:lnTo>
                  <a:lnTo>
                    <a:pt x="2774" y="747"/>
                  </a:lnTo>
                  <a:lnTo>
                    <a:pt x="4935" y="0"/>
                  </a:lnTo>
                  <a:lnTo>
                    <a:pt x="7015" y="173"/>
                  </a:lnTo>
                  <a:lnTo>
                    <a:pt x="7441" y="1284"/>
                  </a:lnTo>
                  <a:lnTo>
                    <a:pt x="11460" y="2651"/>
                  </a:lnTo>
                  <a:lnTo>
                    <a:pt x="14579" y="2666"/>
                  </a:lnTo>
                  <a:lnTo>
                    <a:pt x="14880" y="3912"/>
                  </a:lnTo>
                  <a:lnTo>
                    <a:pt x="14750" y="565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8"/>
            <p:cNvSpPr/>
            <p:nvPr/>
          </p:nvSpPr>
          <p:spPr>
            <a:xfrm>
              <a:off x="1782877" y="5829925"/>
              <a:ext cx="12195" cy="9701"/>
            </a:xfrm>
            <a:custGeom>
              <a:avLst/>
              <a:pathLst>
                <a:path w="12195" h="9701">
                  <a:moveTo>
                    <a:pt x="9472" y="9173"/>
                  </a:moveTo>
                  <a:lnTo>
                    <a:pt x="7597" y="9701"/>
                  </a:lnTo>
                  <a:lnTo>
                    <a:pt x="3903" y="7753"/>
                  </a:lnTo>
                  <a:lnTo>
                    <a:pt x="2692" y="6807"/>
                  </a:lnTo>
                  <a:lnTo>
                    <a:pt x="1646" y="5237"/>
                  </a:lnTo>
                  <a:lnTo>
                    <a:pt x="777" y="4905"/>
                  </a:lnTo>
                  <a:lnTo>
                    <a:pt x="459" y="4550"/>
                  </a:lnTo>
                  <a:lnTo>
                    <a:pt x="0" y="450"/>
                  </a:lnTo>
                  <a:lnTo>
                    <a:pt x="1117" y="0"/>
                  </a:lnTo>
                  <a:lnTo>
                    <a:pt x="3461" y="580"/>
                  </a:lnTo>
                  <a:lnTo>
                    <a:pt x="7984" y="2750"/>
                  </a:lnTo>
                  <a:lnTo>
                    <a:pt x="11151" y="3338"/>
                  </a:lnTo>
                  <a:lnTo>
                    <a:pt x="12195" y="4963"/>
                  </a:lnTo>
                  <a:lnTo>
                    <a:pt x="11124" y="7866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59"/>
            <p:cNvSpPr/>
            <p:nvPr/>
          </p:nvSpPr>
          <p:spPr>
            <a:xfrm>
              <a:off x="1915347" y="5816726"/>
              <a:ext cx="15342" cy="9669"/>
            </a:xfrm>
            <a:custGeom>
              <a:avLst/>
              <a:pathLst>
                <a:path w="15342" h="9669">
                  <a:moveTo>
                    <a:pt x="8139" y="8850"/>
                  </a:moveTo>
                  <a:lnTo>
                    <a:pt x="2072" y="9669"/>
                  </a:lnTo>
                  <a:lnTo>
                    <a:pt x="435" y="8729"/>
                  </a:lnTo>
                  <a:lnTo>
                    <a:pt x="0" y="7592"/>
                  </a:lnTo>
                  <a:lnTo>
                    <a:pt x="269" y="6420"/>
                  </a:lnTo>
                  <a:lnTo>
                    <a:pt x="12549" y="0"/>
                  </a:lnTo>
                  <a:lnTo>
                    <a:pt x="14753" y="888"/>
                  </a:lnTo>
                  <a:lnTo>
                    <a:pt x="15342" y="1327"/>
                  </a:lnTo>
                  <a:lnTo>
                    <a:pt x="11684" y="4495"/>
                  </a:lnTo>
                  <a:lnTo>
                    <a:pt x="10041" y="5615"/>
                  </a:lnTo>
                  <a:lnTo>
                    <a:pt x="9744" y="5999"/>
                  </a:lnTo>
                  <a:lnTo>
                    <a:pt x="10662" y="6434"/>
                  </a:lnTo>
                  <a:lnTo>
                    <a:pt x="10910" y="6795"/>
                  </a:lnTo>
                  <a:lnTo>
                    <a:pt x="10209" y="7687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0"/>
            <p:cNvSpPr/>
            <p:nvPr/>
          </p:nvSpPr>
          <p:spPr>
            <a:xfrm>
              <a:off x="1884413" y="5814048"/>
              <a:ext cx="12682" cy="10258"/>
            </a:xfrm>
            <a:custGeom>
              <a:avLst/>
              <a:pathLst>
                <a:path w="12682" h="10258">
                  <a:moveTo>
                    <a:pt x="4395" y="9909"/>
                  </a:moveTo>
                  <a:lnTo>
                    <a:pt x="1811" y="10258"/>
                  </a:lnTo>
                  <a:lnTo>
                    <a:pt x="1038" y="10186"/>
                  </a:lnTo>
                  <a:lnTo>
                    <a:pt x="221" y="9525"/>
                  </a:lnTo>
                  <a:lnTo>
                    <a:pt x="0" y="9060"/>
                  </a:lnTo>
                  <a:lnTo>
                    <a:pt x="1338" y="7514"/>
                  </a:lnTo>
                  <a:lnTo>
                    <a:pt x="2608" y="6833"/>
                  </a:lnTo>
                  <a:lnTo>
                    <a:pt x="3005" y="6336"/>
                  </a:lnTo>
                  <a:lnTo>
                    <a:pt x="1265" y="1174"/>
                  </a:lnTo>
                  <a:lnTo>
                    <a:pt x="2913" y="1015"/>
                  </a:lnTo>
                  <a:lnTo>
                    <a:pt x="4797" y="0"/>
                  </a:lnTo>
                  <a:lnTo>
                    <a:pt x="8501" y="80"/>
                  </a:lnTo>
                  <a:lnTo>
                    <a:pt x="11671" y="1021"/>
                  </a:lnTo>
                  <a:lnTo>
                    <a:pt x="12282" y="1754"/>
                  </a:lnTo>
                  <a:lnTo>
                    <a:pt x="12682" y="3047"/>
                  </a:lnTo>
                  <a:lnTo>
                    <a:pt x="11295" y="5676"/>
                  </a:lnTo>
                  <a:lnTo>
                    <a:pt x="10445" y="6582"/>
                  </a:lnTo>
                  <a:lnTo>
                    <a:pt x="5634" y="8902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1"/>
            <p:cNvSpPr/>
            <p:nvPr/>
          </p:nvSpPr>
          <p:spPr>
            <a:xfrm>
              <a:off x="1841951" y="5811035"/>
              <a:ext cx="37929" cy="21575"/>
            </a:xfrm>
            <a:custGeom>
              <a:avLst/>
              <a:pathLst>
                <a:path w="37929" h="21575">
                  <a:moveTo>
                    <a:pt x="34427" y="2455"/>
                  </a:moveTo>
                  <a:lnTo>
                    <a:pt x="36625" y="5404"/>
                  </a:lnTo>
                  <a:lnTo>
                    <a:pt x="37437" y="7358"/>
                  </a:lnTo>
                  <a:lnTo>
                    <a:pt x="37929" y="9343"/>
                  </a:lnTo>
                  <a:lnTo>
                    <a:pt x="29081" y="14304"/>
                  </a:lnTo>
                  <a:lnTo>
                    <a:pt x="28716" y="14788"/>
                  </a:lnTo>
                  <a:lnTo>
                    <a:pt x="28283" y="17345"/>
                  </a:lnTo>
                  <a:lnTo>
                    <a:pt x="28502" y="17916"/>
                  </a:lnTo>
                  <a:lnTo>
                    <a:pt x="28893" y="18318"/>
                  </a:lnTo>
                  <a:lnTo>
                    <a:pt x="28921" y="19307"/>
                  </a:lnTo>
                  <a:lnTo>
                    <a:pt x="28181" y="19630"/>
                  </a:lnTo>
                  <a:lnTo>
                    <a:pt x="13074" y="21575"/>
                  </a:lnTo>
                  <a:lnTo>
                    <a:pt x="6010" y="19789"/>
                  </a:lnTo>
                  <a:lnTo>
                    <a:pt x="5031" y="18589"/>
                  </a:lnTo>
                  <a:lnTo>
                    <a:pt x="4814" y="16765"/>
                  </a:lnTo>
                  <a:lnTo>
                    <a:pt x="5621" y="16373"/>
                  </a:lnTo>
                  <a:lnTo>
                    <a:pt x="7175" y="16124"/>
                  </a:lnTo>
                  <a:lnTo>
                    <a:pt x="6811" y="15291"/>
                  </a:lnTo>
                  <a:lnTo>
                    <a:pt x="5811" y="13836"/>
                  </a:lnTo>
                  <a:lnTo>
                    <a:pt x="5743" y="12589"/>
                  </a:lnTo>
                  <a:lnTo>
                    <a:pt x="7850" y="9476"/>
                  </a:lnTo>
                  <a:lnTo>
                    <a:pt x="8902" y="8645"/>
                  </a:lnTo>
                  <a:lnTo>
                    <a:pt x="4874" y="5722"/>
                  </a:lnTo>
                  <a:lnTo>
                    <a:pt x="4376" y="5058"/>
                  </a:lnTo>
                  <a:lnTo>
                    <a:pt x="3844" y="4865"/>
                  </a:lnTo>
                  <a:lnTo>
                    <a:pt x="1917" y="5211"/>
                  </a:lnTo>
                  <a:lnTo>
                    <a:pt x="0" y="5026"/>
                  </a:lnTo>
                  <a:lnTo>
                    <a:pt x="671" y="3843"/>
                  </a:lnTo>
                  <a:lnTo>
                    <a:pt x="1198" y="1942"/>
                  </a:lnTo>
                  <a:lnTo>
                    <a:pt x="2888" y="273"/>
                  </a:lnTo>
                  <a:lnTo>
                    <a:pt x="4117" y="0"/>
                  </a:lnTo>
                  <a:lnTo>
                    <a:pt x="5377" y="199"/>
                  </a:lnTo>
                  <a:lnTo>
                    <a:pt x="11235" y="256"/>
                  </a:lnTo>
                  <a:lnTo>
                    <a:pt x="17022" y="1148"/>
                  </a:lnTo>
                  <a:lnTo>
                    <a:pt x="22814" y="1768"/>
                  </a:lnTo>
                  <a:lnTo>
                    <a:pt x="32379" y="2334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2"/>
            <p:cNvSpPr/>
            <p:nvPr/>
          </p:nvSpPr>
          <p:spPr>
            <a:xfrm>
              <a:off x="3092108" y="5809448"/>
              <a:ext cx="20038" cy="25809"/>
            </a:xfrm>
            <a:custGeom>
              <a:avLst/>
              <a:pathLst>
                <a:path w="20038" h="25809">
                  <a:moveTo>
                    <a:pt x="17620" y="7901"/>
                  </a:moveTo>
                  <a:lnTo>
                    <a:pt x="17042" y="14353"/>
                  </a:lnTo>
                  <a:lnTo>
                    <a:pt x="17202" y="15701"/>
                  </a:lnTo>
                  <a:lnTo>
                    <a:pt x="17707" y="17068"/>
                  </a:lnTo>
                  <a:lnTo>
                    <a:pt x="19891" y="20629"/>
                  </a:lnTo>
                  <a:lnTo>
                    <a:pt x="20038" y="23322"/>
                  </a:lnTo>
                  <a:lnTo>
                    <a:pt x="19974" y="24352"/>
                  </a:lnTo>
                  <a:lnTo>
                    <a:pt x="19081" y="25809"/>
                  </a:lnTo>
                  <a:lnTo>
                    <a:pt x="16021" y="25463"/>
                  </a:lnTo>
                  <a:lnTo>
                    <a:pt x="15025" y="24689"/>
                  </a:lnTo>
                  <a:lnTo>
                    <a:pt x="14680" y="24187"/>
                  </a:lnTo>
                  <a:lnTo>
                    <a:pt x="13062" y="17902"/>
                  </a:lnTo>
                  <a:lnTo>
                    <a:pt x="12143" y="16454"/>
                  </a:lnTo>
                  <a:lnTo>
                    <a:pt x="10720" y="15170"/>
                  </a:lnTo>
                  <a:lnTo>
                    <a:pt x="5250" y="13963"/>
                  </a:lnTo>
                  <a:lnTo>
                    <a:pt x="0" y="14399"/>
                  </a:lnTo>
                  <a:lnTo>
                    <a:pt x="1295" y="12925"/>
                  </a:lnTo>
                  <a:lnTo>
                    <a:pt x="9218" y="10936"/>
                  </a:lnTo>
                  <a:lnTo>
                    <a:pt x="11216" y="9473"/>
                  </a:lnTo>
                  <a:lnTo>
                    <a:pt x="12473" y="7707"/>
                  </a:lnTo>
                  <a:lnTo>
                    <a:pt x="13032" y="5058"/>
                  </a:lnTo>
                  <a:lnTo>
                    <a:pt x="14416" y="1697"/>
                  </a:lnTo>
                  <a:lnTo>
                    <a:pt x="16599" y="176"/>
                  </a:lnTo>
                  <a:lnTo>
                    <a:pt x="17956" y="0"/>
                  </a:lnTo>
                  <a:lnTo>
                    <a:pt x="18690" y="2735"/>
                  </a:lnTo>
                  <a:lnTo>
                    <a:pt x="18690" y="5278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3"/>
            <p:cNvSpPr/>
            <p:nvPr/>
          </p:nvSpPr>
          <p:spPr>
            <a:xfrm>
              <a:off x="5455367" y="5800618"/>
              <a:ext cx="5933" cy="9009"/>
            </a:xfrm>
            <a:custGeom>
              <a:avLst/>
              <a:pathLst>
                <a:path w="5933" h="9009">
                  <a:moveTo>
                    <a:pt x="4493" y="8408"/>
                  </a:moveTo>
                  <a:lnTo>
                    <a:pt x="2834" y="9009"/>
                  </a:lnTo>
                  <a:lnTo>
                    <a:pt x="528" y="7124"/>
                  </a:lnTo>
                  <a:lnTo>
                    <a:pt x="0" y="6472"/>
                  </a:lnTo>
                  <a:lnTo>
                    <a:pt x="2219" y="2885"/>
                  </a:lnTo>
                  <a:lnTo>
                    <a:pt x="2047" y="1734"/>
                  </a:lnTo>
                  <a:lnTo>
                    <a:pt x="2373" y="759"/>
                  </a:lnTo>
                  <a:lnTo>
                    <a:pt x="3215" y="0"/>
                  </a:lnTo>
                  <a:lnTo>
                    <a:pt x="3747" y="112"/>
                  </a:lnTo>
                  <a:lnTo>
                    <a:pt x="5022" y="4086"/>
                  </a:lnTo>
                  <a:lnTo>
                    <a:pt x="5933" y="5731"/>
                  </a:lnTo>
                  <a:lnTo>
                    <a:pt x="4680" y="7318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4"/>
            <p:cNvSpPr/>
            <p:nvPr/>
          </p:nvSpPr>
          <p:spPr>
            <a:xfrm>
              <a:off x="1791569" y="5799392"/>
              <a:ext cx="44776" cy="28876"/>
            </a:xfrm>
            <a:custGeom>
              <a:avLst/>
              <a:pathLst>
                <a:path w="44776" h="28876">
                  <a:moveTo>
                    <a:pt x="13563" y="216"/>
                  </a:moveTo>
                  <a:lnTo>
                    <a:pt x="16828" y="1061"/>
                  </a:lnTo>
                  <a:lnTo>
                    <a:pt x="17931" y="2302"/>
                  </a:lnTo>
                  <a:lnTo>
                    <a:pt x="19403" y="3231"/>
                  </a:lnTo>
                  <a:lnTo>
                    <a:pt x="20894" y="3745"/>
                  </a:lnTo>
                  <a:lnTo>
                    <a:pt x="22239" y="5150"/>
                  </a:lnTo>
                  <a:lnTo>
                    <a:pt x="23047" y="7609"/>
                  </a:lnTo>
                  <a:lnTo>
                    <a:pt x="23755" y="8379"/>
                  </a:lnTo>
                  <a:lnTo>
                    <a:pt x="25949" y="10015"/>
                  </a:lnTo>
                  <a:lnTo>
                    <a:pt x="26716" y="11450"/>
                  </a:lnTo>
                  <a:lnTo>
                    <a:pt x="26567" y="12163"/>
                  </a:lnTo>
                  <a:lnTo>
                    <a:pt x="22417" y="12760"/>
                  </a:lnTo>
                  <a:lnTo>
                    <a:pt x="21049" y="12523"/>
                  </a:lnTo>
                  <a:lnTo>
                    <a:pt x="19751" y="12985"/>
                  </a:lnTo>
                  <a:lnTo>
                    <a:pt x="19362" y="13879"/>
                  </a:lnTo>
                  <a:lnTo>
                    <a:pt x="19398" y="14811"/>
                  </a:lnTo>
                  <a:lnTo>
                    <a:pt x="20119" y="15455"/>
                  </a:lnTo>
                  <a:lnTo>
                    <a:pt x="21651" y="16052"/>
                  </a:lnTo>
                  <a:lnTo>
                    <a:pt x="23157" y="15992"/>
                  </a:lnTo>
                  <a:lnTo>
                    <a:pt x="25940" y="15265"/>
                  </a:lnTo>
                  <a:lnTo>
                    <a:pt x="27204" y="15420"/>
                  </a:lnTo>
                  <a:lnTo>
                    <a:pt x="28631" y="16165"/>
                  </a:lnTo>
                  <a:lnTo>
                    <a:pt x="30055" y="16277"/>
                  </a:lnTo>
                  <a:lnTo>
                    <a:pt x="33745" y="13908"/>
                  </a:lnTo>
                  <a:lnTo>
                    <a:pt x="34694" y="13484"/>
                  </a:lnTo>
                  <a:lnTo>
                    <a:pt x="35650" y="13617"/>
                  </a:lnTo>
                  <a:lnTo>
                    <a:pt x="40728" y="16401"/>
                  </a:lnTo>
                  <a:lnTo>
                    <a:pt x="41795" y="17772"/>
                  </a:lnTo>
                  <a:lnTo>
                    <a:pt x="41073" y="18554"/>
                  </a:lnTo>
                  <a:lnTo>
                    <a:pt x="40440" y="19659"/>
                  </a:lnTo>
                  <a:lnTo>
                    <a:pt x="40717" y="20453"/>
                  </a:lnTo>
                  <a:lnTo>
                    <a:pt x="43148" y="21544"/>
                  </a:lnTo>
                  <a:lnTo>
                    <a:pt x="44150" y="22992"/>
                  </a:lnTo>
                  <a:lnTo>
                    <a:pt x="44776" y="23561"/>
                  </a:lnTo>
                  <a:lnTo>
                    <a:pt x="44645" y="24776"/>
                  </a:lnTo>
                  <a:lnTo>
                    <a:pt x="44303" y="26279"/>
                  </a:lnTo>
                  <a:lnTo>
                    <a:pt x="44328" y="27976"/>
                  </a:lnTo>
                  <a:lnTo>
                    <a:pt x="43086" y="28876"/>
                  </a:lnTo>
                  <a:lnTo>
                    <a:pt x="42530" y="28873"/>
                  </a:lnTo>
                  <a:lnTo>
                    <a:pt x="39853" y="27973"/>
                  </a:lnTo>
                  <a:lnTo>
                    <a:pt x="31541" y="27462"/>
                  </a:lnTo>
                  <a:lnTo>
                    <a:pt x="28869" y="26698"/>
                  </a:lnTo>
                  <a:lnTo>
                    <a:pt x="24781" y="23373"/>
                  </a:lnTo>
                  <a:lnTo>
                    <a:pt x="23195" y="23160"/>
                  </a:lnTo>
                  <a:lnTo>
                    <a:pt x="21549" y="22354"/>
                  </a:lnTo>
                  <a:lnTo>
                    <a:pt x="19030" y="19965"/>
                  </a:lnTo>
                  <a:lnTo>
                    <a:pt x="14622" y="18084"/>
                  </a:lnTo>
                  <a:lnTo>
                    <a:pt x="11813" y="15755"/>
                  </a:lnTo>
                  <a:lnTo>
                    <a:pt x="11889" y="13810"/>
                  </a:lnTo>
                  <a:lnTo>
                    <a:pt x="11512" y="12448"/>
                  </a:lnTo>
                  <a:lnTo>
                    <a:pt x="10990" y="11857"/>
                  </a:lnTo>
                  <a:lnTo>
                    <a:pt x="10444" y="11554"/>
                  </a:lnTo>
                  <a:lnTo>
                    <a:pt x="8861" y="11072"/>
                  </a:lnTo>
                  <a:lnTo>
                    <a:pt x="7290" y="11181"/>
                  </a:lnTo>
                  <a:lnTo>
                    <a:pt x="6507" y="11756"/>
                  </a:lnTo>
                  <a:lnTo>
                    <a:pt x="5215" y="13204"/>
                  </a:lnTo>
                  <a:lnTo>
                    <a:pt x="3788" y="13452"/>
                  </a:lnTo>
                  <a:lnTo>
                    <a:pt x="2683" y="13164"/>
                  </a:lnTo>
                  <a:lnTo>
                    <a:pt x="2435" y="12841"/>
                  </a:lnTo>
                  <a:lnTo>
                    <a:pt x="2420" y="9060"/>
                  </a:lnTo>
                  <a:lnTo>
                    <a:pt x="1197" y="8527"/>
                  </a:lnTo>
                  <a:lnTo>
                    <a:pt x="181" y="7015"/>
                  </a:lnTo>
                  <a:lnTo>
                    <a:pt x="0" y="4963"/>
                  </a:lnTo>
                  <a:lnTo>
                    <a:pt x="428" y="3052"/>
                  </a:lnTo>
                  <a:lnTo>
                    <a:pt x="1991" y="741"/>
                  </a:lnTo>
                  <a:lnTo>
                    <a:pt x="3769" y="455"/>
                  </a:lnTo>
                  <a:lnTo>
                    <a:pt x="5567" y="860"/>
                  </a:lnTo>
                  <a:lnTo>
                    <a:pt x="7392" y="351"/>
                  </a:lnTo>
                  <a:lnTo>
                    <a:pt x="10268" y="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5"/>
            <p:cNvSpPr/>
            <p:nvPr/>
          </p:nvSpPr>
          <p:spPr>
            <a:xfrm>
              <a:off x="2449065" y="5794117"/>
              <a:ext cx="7455" cy="8146"/>
            </a:xfrm>
            <a:custGeom>
              <a:avLst/>
              <a:pathLst>
                <a:path w="7455" h="8146">
                  <a:moveTo>
                    <a:pt x="3309" y="7577"/>
                  </a:moveTo>
                  <a:lnTo>
                    <a:pt x="2120" y="8146"/>
                  </a:lnTo>
                  <a:lnTo>
                    <a:pt x="1336" y="7834"/>
                  </a:lnTo>
                  <a:lnTo>
                    <a:pt x="0" y="6354"/>
                  </a:lnTo>
                  <a:lnTo>
                    <a:pt x="150" y="5208"/>
                  </a:lnTo>
                  <a:lnTo>
                    <a:pt x="767" y="4400"/>
                  </a:lnTo>
                  <a:lnTo>
                    <a:pt x="1208" y="3540"/>
                  </a:lnTo>
                  <a:lnTo>
                    <a:pt x="3880" y="380"/>
                  </a:lnTo>
                  <a:lnTo>
                    <a:pt x="5829" y="0"/>
                  </a:lnTo>
                  <a:lnTo>
                    <a:pt x="7455" y="692"/>
                  </a:lnTo>
                  <a:lnTo>
                    <a:pt x="5730" y="3681"/>
                  </a:lnTo>
                  <a:lnTo>
                    <a:pt x="5247" y="5788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6"/>
            <p:cNvSpPr/>
            <p:nvPr/>
          </p:nvSpPr>
          <p:spPr>
            <a:xfrm>
              <a:off x="2066713" y="5789407"/>
              <a:ext cx="7327" cy="8010"/>
            </a:xfrm>
            <a:custGeom>
              <a:avLst/>
              <a:pathLst>
                <a:path w="7327" h="8010">
                  <a:moveTo>
                    <a:pt x="7327" y="6657"/>
                  </a:moveTo>
                  <a:lnTo>
                    <a:pt x="5827" y="8010"/>
                  </a:lnTo>
                  <a:lnTo>
                    <a:pt x="3095" y="7669"/>
                  </a:lnTo>
                  <a:lnTo>
                    <a:pt x="973" y="5465"/>
                  </a:lnTo>
                  <a:lnTo>
                    <a:pt x="103" y="2522"/>
                  </a:lnTo>
                  <a:lnTo>
                    <a:pt x="0" y="1491"/>
                  </a:lnTo>
                  <a:lnTo>
                    <a:pt x="582" y="735"/>
                  </a:lnTo>
                  <a:lnTo>
                    <a:pt x="1966" y="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7"/>
            <p:cNvSpPr/>
            <p:nvPr/>
          </p:nvSpPr>
          <p:spPr>
            <a:xfrm>
              <a:off x="2425005" y="5785844"/>
              <a:ext cx="23106" cy="23370"/>
            </a:xfrm>
            <a:custGeom>
              <a:avLst/>
              <a:pathLst>
                <a:path w="23106" h="23370">
                  <a:moveTo>
                    <a:pt x="21495" y="8215"/>
                  </a:moveTo>
                  <a:lnTo>
                    <a:pt x="19712" y="12079"/>
                  </a:lnTo>
                  <a:lnTo>
                    <a:pt x="19421" y="12514"/>
                  </a:lnTo>
                  <a:lnTo>
                    <a:pt x="17630" y="13441"/>
                  </a:lnTo>
                  <a:lnTo>
                    <a:pt x="18275" y="14508"/>
                  </a:lnTo>
                  <a:lnTo>
                    <a:pt x="18767" y="14990"/>
                  </a:lnTo>
                  <a:lnTo>
                    <a:pt x="19074" y="16214"/>
                  </a:lnTo>
                  <a:lnTo>
                    <a:pt x="20104" y="17928"/>
                  </a:lnTo>
                  <a:lnTo>
                    <a:pt x="21351" y="19024"/>
                  </a:lnTo>
                  <a:lnTo>
                    <a:pt x="20290" y="22014"/>
                  </a:lnTo>
                  <a:lnTo>
                    <a:pt x="18777" y="23370"/>
                  </a:lnTo>
                  <a:lnTo>
                    <a:pt x="2413" y="15135"/>
                  </a:lnTo>
                  <a:lnTo>
                    <a:pt x="1149" y="13816"/>
                  </a:lnTo>
                  <a:lnTo>
                    <a:pt x="533" y="12832"/>
                  </a:lnTo>
                  <a:lnTo>
                    <a:pt x="73" y="11300"/>
                  </a:lnTo>
                  <a:lnTo>
                    <a:pt x="0" y="9753"/>
                  </a:lnTo>
                  <a:lnTo>
                    <a:pt x="419" y="8521"/>
                  </a:lnTo>
                  <a:lnTo>
                    <a:pt x="971" y="7831"/>
                  </a:lnTo>
                  <a:lnTo>
                    <a:pt x="2452" y="6971"/>
                  </a:lnTo>
                  <a:lnTo>
                    <a:pt x="3970" y="6911"/>
                  </a:lnTo>
                  <a:lnTo>
                    <a:pt x="7287" y="8524"/>
                  </a:lnTo>
                  <a:lnTo>
                    <a:pt x="7759" y="8293"/>
                  </a:lnTo>
                  <a:lnTo>
                    <a:pt x="8380" y="6830"/>
                  </a:lnTo>
                  <a:lnTo>
                    <a:pt x="10120" y="6795"/>
                  </a:lnTo>
                  <a:lnTo>
                    <a:pt x="10520" y="5583"/>
                  </a:lnTo>
                  <a:lnTo>
                    <a:pt x="8106" y="5136"/>
                  </a:lnTo>
                  <a:lnTo>
                    <a:pt x="6121" y="3907"/>
                  </a:lnTo>
                  <a:lnTo>
                    <a:pt x="4869" y="2677"/>
                  </a:lnTo>
                  <a:lnTo>
                    <a:pt x="4508" y="1740"/>
                  </a:lnTo>
                  <a:lnTo>
                    <a:pt x="8878" y="0"/>
                  </a:lnTo>
                  <a:lnTo>
                    <a:pt x="20021" y="2167"/>
                  </a:lnTo>
                  <a:lnTo>
                    <a:pt x="21728" y="2911"/>
                  </a:lnTo>
                  <a:lnTo>
                    <a:pt x="22465" y="3866"/>
                  </a:lnTo>
                  <a:lnTo>
                    <a:pt x="23106" y="522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8"/>
            <p:cNvSpPr/>
            <p:nvPr/>
          </p:nvSpPr>
          <p:spPr>
            <a:xfrm>
              <a:off x="2202681" y="5785823"/>
              <a:ext cx="4409" cy="2969"/>
            </a:xfrm>
            <a:custGeom>
              <a:avLst/>
              <a:pathLst>
                <a:path w="4409" h="2969">
                  <a:moveTo>
                    <a:pt x="3918" y="2955"/>
                  </a:moveTo>
                  <a:lnTo>
                    <a:pt x="1821" y="2969"/>
                  </a:lnTo>
                  <a:lnTo>
                    <a:pt x="432" y="1895"/>
                  </a:lnTo>
                  <a:lnTo>
                    <a:pt x="0" y="1191"/>
                  </a:lnTo>
                  <a:lnTo>
                    <a:pt x="816" y="98"/>
                  </a:lnTo>
                  <a:lnTo>
                    <a:pt x="1344" y="0"/>
                  </a:lnTo>
                  <a:lnTo>
                    <a:pt x="3870" y="1841"/>
                  </a:lnTo>
                  <a:lnTo>
                    <a:pt x="4409" y="2597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69"/>
            <p:cNvSpPr/>
            <p:nvPr/>
          </p:nvSpPr>
          <p:spPr>
            <a:xfrm>
              <a:off x="2232829" y="5777775"/>
              <a:ext cx="11340" cy="19495"/>
            </a:xfrm>
            <a:custGeom>
              <a:avLst/>
              <a:pathLst>
                <a:path w="11340" h="19495">
                  <a:moveTo>
                    <a:pt x="6285" y="18759"/>
                  </a:moveTo>
                  <a:lnTo>
                    <a:pt x="4020" y="19495"/>
                  </a:lnTo>
                  <a:lnTo>
                    <a:pt x="1964" y="19152"/>
                  </a:lnTo>
                  <a:lnTo>
                    <a:pt x="2710" y="12425"/>
                  </a:lnTo>
                  <a:lnTo>
                    <a:pt x="3864" y="10700"/>
                  </a:lnTo>
                  <a:lnTo>
                    <a:pt x="3552" y="9470"/>
                  </a:lnTo>
                  <a:lnTo>
                    <a:pt x="1462" y="6094"/>
                  </a:lnTo>
                  <a:lnTo>
                    <a:pt x="0" y="2256"/>
                  </a:lnTo>
                  <a:lnTo>
                    <a:pt x="710" y="1373"/>
                  </a:lnTo>
                  <a:lnTo>
                    <a:pt x="4522" y="0"/>
                  </a:lnTo>
                  <a:lnTo>
                    <a:pt x="8916" y="265"/>
                  </a:lnTo>
                  <a:lnTo>
                    <a:pt x="10647" y="1869"/>
                  </a:lnTo>
                  <a:lnTo>
                    <a:pt x="11188" y="3950"/>
                  </a:lnTo>
                  <a:lnTo>
                    <a:pt x="10980" y="5448"/>
                  </a:lnTo>
                  <a:lnTo>
                    <a:pt x="9559" y="8163"/>
                  </a:lnTo>
                  <a:lnTo>
                    <a:pt x="11029" y="9060"/>
                  </a:lnTo>
                  <a:lnTo>
                    <a:pt x="11340" y="10910"/>
                  </a:lnTo>
                  <a:lnTo>
                    <a:pt x="11037" y="13167"/>
                  </a:lnTo>
                  <a:lnTo>
                    <a:pt x="9587" y="15856"/>
                  </a:lnTo>
                  <a:lnTo>
                    <a:pt x="8287" y="17409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0"/>
            <p:cNvSpPr/>
            <p:nvPr/>
          </p:nvSpPr>
          <p:spPr>
            <a:xfrm>
              <a:off x="2188370" y="5775432"/>
              <a:ext cx="10450" cy="5961"/>
            </a:xfrm>
            <a:custGeom>
              <a:avLst/>
              <a:pathLst>
                <a:path w="10450" h="5961">
                  <a:moveTo>
                    <a:pt x="3034" y="5820"/>
                  </a:moveTo>
                  <a:lnTo>
                    <a:pt x="660" y="5961"/>
                  </a:lnTo>
                  <a:lnTo>
                    <a:pt x="0" y="5283"/>
                  </a:lnTo>
                  <a:lnTo>
                    <a:pt x="707" y="3880"/>
                  </a:lnTo>
                  <a:lnTo>
                    <a:pt x="6415" y="1451"/>
                  </a:lnTo>
                  <a:lnTo>
                    <a:pt x="8722" y="0"/>
                  </a:lnTo>
                  <a:lnTo>
                    <a:pt x="9064" y="227"/>
                  </a:lnTo>
                  <a:lnTo>
                    <a:pt x="9366" y="698"/>
                  </a:lnTo>
                  <a:lnTo>
                    <a:pt x="10353" y="3577"/>
                  </a:lnTo>
                  <a:lnTo>
                    <a:pt x="10450" y="427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1"/>
            <p:cNvSpPr/>
            <p:nvPr/>
          </p:nvSpPr>
          <p:spPr>
            <a:xfrm>
              <a:off x="3160209" y="5775152"/>
              <a:ext cx="5084" cy="7216"/>
            </a:xfrm>
            <a:custGeom>
              <a:avLst/>
              <a:pathLst>
                <a:path w="5084" h="7216">
                  <a:moveTo>
                    <a:pt x="5084" y="6515"/>
                  </a:moveTo>
                  <a:lnTo>
                    <a:pt x="4217" y="7216"/>
                  </a:lnTo>
                  <a:lnTo>
                    <a:pt x="2455" y="7196"/>
                  </a:lnTo>
                  <a:lnTo>
                    <a:pt x="783" y="5725"/>
                  </a:lnTo>
                  <a:lnTo>
                    <a:pt x="83" y="3653"/>
                  </a:lnTo>
                  <a:lnTo>
                    <a:pt x="0" y="2135"/>
                  </a:lnTo>
                  <a:lnTo>
                    <a:pt x="754" y="441"/>
                  </a:lnTo>
                  <a:lnTo>
                    <a:pt x="1982" y="0"/>
                  </a:lnTo>
                  <a:lnTo>
                    <a:pt x="2636" y="574"/>
                  </a:lnTo>
                  <a:lnTo>
                    <a:pt x="4245" y="4178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2"/>
            <p:cNvSpPr/>
            <p:nvPr/>
          </p:nvSpPr>
          <p:spPr>
            <a:xfrm>
              <a:off x="4208174" y="5764236"/>
              <a:ext cx="5325" cy="6235"/>
            </a:xfrm>
            <a:custGeom>
              <a:avLst/>
              <a:pathLst>
                <a:path w="5325" h="6235">
                  <a:moveTo>
                    <a:pt x="651" y="6233"/>
                  </a:moveTo>
                  <a:lnTo>
                    <a:pt x="0" y="6235"/>
                  </a:lnTo>
                  <a:lnTo>
                    <a:pt x="336" y="5061"/>
                  </a:lnTo>
                  <a:lnTo>
                    <a:pt x="1942" y="2983"/>
                  </a:lnTo>
                  <a:lnTo>
                    <a:pt x="3186" y="412"/>
                  </a:lnTo>
                  <a:lnTo>
                    <a:pt x="3953" y="0"/>
                  </a:lnTo>
                  <a:lnTo>
                    <a:pt x="5325" y="2253"/>
                  </a:lnTo>
                  <a:lnTo>
                    <a:pt x="5038" y="4123"/>
                  </a:lnTo>
                  <a:lnTo>
                    <a:pt x="3216" y="552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3"/>
            <p:cNvSpPr/>
            <p:nvPr/>
          </p:nvSpPr>
          <p:spPr>
            <a:xfrm>
              <a:off x="3204056" y="5761622"/>
              <a:ext cx="5607" cy="5774"/>
            </a:xfrm>
            <a:custGeom>
              <a:avLst/>
              <a:pathLst>
                <a:path w="5607" h="5774">
                  <a:moveTo>
                    <a:pt x="5607" y="5101"/>
                  </a:moveTo>
                  <a:lnTo>
                    <a:pt x="4625" y="5774"/>
                  </a:lnTo>
                  <a:lnTo>
                    <a:pt x="3000" y="5526"/>
                  </a:lnTo>
                  <a:lnTo>
                    <a:pt x="923" y="4031"/>
                  </a:lnTo>
                  <a:lnTo>
                    <a:pt x="241" y="2902"/>
                  </a:lnTo>
                  <a:lnTo>
                    <a:pt x="0" y="1884"/>
                  </a:lnTo>
                  <a:lnTo>
                    <a:pt x="598" y="412"/>
                  </a:lnTo>
                  <a:lnTo>
                    <a:pt x="1083" y="0"/>
                  </a:lnTo>
                  <a:lnTo>
                    <a:pt x="2152" y="173"/>
                  </a:lnTo>
                  <a:lnTo>
                    <a:pt x="4030" y="2086"/>
                  </a:lnTo>
                  <a:lnTo>
                    <a:pt x="5287" y="4117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4"/>
            <p:cNvSpPr/>
            <p:nvPr/>
          </p:nvSpPr>
          <p:spPr>
            <a:xfrm>
              <a:off x="4224014" y="5758467"/>
              <a:ext cx="2786" cy="4513"/>
            </a:xfrm>
            <a:custGeom>
              <a:avLst/>
              <a:pathLst>
                <a:path w="2786" h="4513">
                  <a:moveTo>
                    <a:pt x="2786" y="704"/>
                  </a:moveTo>
                  <a:lnTo>
                    <a:pt x="1226" y="4513"/>
                  </a:lnTo>
                  <a:lnTo>
                    <a:pt x="628" y="4438"/>
                  </a:lnTo>
                  <a:lnTo>
                    <a:pt x="0" y="2196"/>
                  </a:lnTo>
                  <a:lnTo>
                    <a:pt x="549" y="828"/>
                  </a:lnTo>
                  <a:lnTo>
                    <a:pt x="1277" y="0"/>
                  </a:lnTo>
                  <a:lnTo>
                    <a:pt x="2500" y="409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5"/>
            <p:cNvSpPr/>
            <p:nvPr/>
          </p:nvSpPr>
          <p:spPr>
            <a:xfrm>
              <a:off x="2101489" y="5754621"/>
              <a:ext cx="83695" cy="24069"/>
            </a:xfrm>
            <a:custGeom>
              <a:avLst/>
              <a:pathLst>
                <a:path w="83695" h="24069">
                  <a:moveTo>
                    <a:pt x="52105" y="4394"/>
                  </a:moveTo>
                  <a:lnTo>
                    <a:pt x="51058" y="7525"/>
                  </a:lnTo>
                  <a:lnTo>
                    <a:pt x="51156" y="10616"/>
                  </a:lnTo>
                  <a:lnTo>
                    <a:pt x="54177" y="10425"/>
                  </a:lnTo>
                  <a:lnTo>
                    <a:pt x="55499" y="4582"/>
                  </a:lnTo>
                  <a:lnTo>
                    <a:pt x="58353" y="3512"/>
                  </a:lnTo>
                  <a:lnTo>
                    <a:pt x="59726" y="6989"/>
                  </a:lnTo>
                  <a:lnTo>
                    <a:pt x="58387" y="9791"/>
                  </a:lnTo>
                  <a:lnTo>
                    <a:pt x="59082" y="11389"/>
                  </a:lnTo>
                  <a:lnTo>
                    <a:pt x="59889" y="12544"/>
                  </a:lnTo>
                  <a:lnTo>
                    <a:pt x="61309" y="12567"/>
                  </a:lnTo>
                  <a:lnTo>
                    <a:pt x="62583" y="10876"/>
                  </a:lnTo>
                  <a:lnTo>
                    <a:pt x="63156" y="9669"/>
                  </a:lnTo>
                  <a:lnTo>
                    <a:pt x="63659" y="8322"/>
                  </a:lnTo>
                  <a:lnTo>
                    <a:pt x="64474" y="5327"/>
                  </a:lnTo>
                  <a:lnTo>
                    <a:pt x="67180" y="2577"/>
                  </a:lnTo>
                  <a:lnTo>
                    <a:pt x="73178" y="2144"/>
                  </a:lnTo>
                  <a:lnTo>
                    <a:pt x="76366" y="3892"/>
                  </a:lnTo>
                  <a:lnTo>
                    <a:pt x="74229" y="8313"/>
                  </a:lnTo>
                  <a:lnTo>
                    <a:pt x="69086" y="10870"/>
                  </a:lnTo>
                  <a:lnTo>
                    <a:pt x="65829" y="13536"/>
                  </a:lnTo>
                  <a:lnTo>
                    <a:pt x="66924" y="14278"/>
                  </a:lnTo>
                  <a:lnTo>
                    <a:pt x="68052" y="14647"/>
                  </a:lnTo>
                  <a:lnTo>
                    <a:pt x="69054" y="14529"/>
                  </a:lnTo>
                  <a:lnTo>
                    <a:pt x="71957" y="13115"/>
                  </a:lnTo>
                  <a:lnTo>
                    <a:pt x="79064" y="10584"/>
                  </a:lnTo>
                  <a:lnTo>
                    <a:pt x="81791" y="8654"/>
                  </a:lnTo>
                  <a:lnTo>
                    <a:pt x="82729" y="9003"/>
                  </a:lnTo>
                  <a:lnTo>
                    <a:pt x="82727" y="12151"/>
                  </a:lnTo>
                  <a:lnTo>
                    <a:pt x="83695" y="14330"/>
                  </a:lnTo>
                  <a:lnTo>
                    <a:pt x="83148" y="19094"/>
                  </a:lnTo>
                  <a:lnTo>
                    <a:pt x="80059" y="19951"/>
                  </a:lnTo>
                  <a:lnTo>
                    <a:pt x="76944" y="20390"/>
                  </a:lnTo>
                  <a:lnTo>
                    <a:pt x="77732" y="22485"/>
                  </a:lnTo>
                  <a:lnTo>
                    <a:pt x="77540" y="23359"/>
                  </a:lnTo>
                  <a:lnTo>
                    <a:pt x="77270" y="24037"/>
                  </a:lnTo>
                  <a:lnTo>
                    <a:pt x="69361" y="23163"/>
                  </a:lnTo>
                  <a:lnTo>
                    <a:pt x="67988" y="23469"/>
                  </a:lnTo>
                  <a:lnTo>
                    <a:pt x="66620" y="24069"/>
                  </a:lnTo>
                  <a:lnTo>
                    <a:pt x="65228" y="23936"/>
                  </a:lnTo>
                  <a:lnTo>
                    <a:pt x="62480" y="22372"/>
                  </a:lnTo>
                  <a:lnTo>
                    <a:pt x="61058" y="22398"/>
                  </a:lnTo>
                  <a:lnTo>
                    <a:pt x="58219" y="23163"/>
                  </a:lnTo>
                  <a:lnTo>
                    <a:pt x="55347" y="23440"/>
                  </a:lnTo>
                  <a:lnTo>
                    <a:pt x="51212" y="23411"/>
                  </a:lnTo>
                  <a:lnTo>
                    <a:pt x="48196" y="23163"/>
                  </a:lnTo>
                  <a:lnTo>
                    <a:pt x="45323" y="21452"/>
                  </a:lnTo>
                  <a:lnTo>
                    <a:pt x="42351" y="20964"/>
                  </a:lnTo>
                  <a:lnTo>
                    <a:pt x="39052" y="20927"/>
                  </a:lnTo>
                  <a:lnTo>
                    <a:pt x="35529" y="18996"/>
                  </a:lnTo>
                  <a:lnTo>
                    <a:pt x="32592" y="18205"/>
                  </a:lnTo>
                  <a:lnTo>
                    <a:pt x="28373" y="16211"/>
                  </a:lnTo>
                  <a:lnTo>
                    <a:pt x="27265" y="15461"/>
                  </a:lnTo>
                  <a:lnTo>
                    <a:pt x="26140" y="15037"/>
                  </a:lnTo>
                  <a:lnTo>
                    <a:pt x="24139" y="15199"/>
                  </a:lnTo>
                  <a:lnTo>
                    <a:pt x="8781" y="12171"/>
                  </a:lnTo>
                  <a:lnTo>
                    <a:pt x="6526" y="12232"/>
                  </a:lnTo>
                  <a:lnTo>
                    <a:pt x="5063" y="12604"/>
                  </a:lnTo>
                  <a:lnTo>
                    <a:pt x="3597" y="12446"/>
                  </a:lnTo>
                  <a:lnTo>
                    <a:pt x="602" y="10977"/>
                  </a:lnTo>
                  <a:lnTo>
                    <a:pt x="0" y="9375"/>
                  </a:lnTo>
                  <a:lnTo>
                    <a:pt x="312" y="7930"/>
                  </a:lnTo>
                  <a:lnTo>
                    <a:pt x="951" y="7254"/>
                  </a:lnTo>
                  <a:lnTo>
                    <a:pt x="2289" y="6550"/>
                  </a:lnTo>
                  <a:lnTo>
                    <a:pt x="23602" y="3012"/>
                  </a:lnTo>
                  <a:lnTo>
                    <a:pt x="25851" y="2043"/>
                  </a:lnTo>
                  <a:lnTo>
                    <a:pt x="27505" y="2161"/>
                  </a:lnTo>
                  <a:lnTo>
                    <a:pt x="28732" y="5191"/>
                  </a:lnTo>
                  <a:lnTo>
                    <a:pt x="30607" y="8342"/>
                  </a:lnTo>
                  <a:lnTo>
                    <a:pt x="31215" y="8290"/>
                  </a:lnTo>
                  <a:lnTo>
                    <a:pt x="31820" y="7955"/>
                  </a:lnTo>
                  <a:lnTo>
                    <a:pt x="33941" y="5353"/>
                  </a:lnTo>
                  <a:lnTo>
                    <a:pt x="37753" y="6158"/>
                  </a:lnTo>
                  <a:lnTo>
                    <a:pt x="39876" y="4986"/>
                  </a:lnTo>
                  <a:lnTo>
                    <a:pt x="41326" y="2675"/>
                  </a:lnTo>
                  <a:lnTo>
                    <a:pt x="45634" y="0"/>
                  </a:lnTo>
                  <a:lnTo>
                    <a:pt x="48363" y="525"/>
                  </a:lnTo>
                  <a:lnTo>
                    <a:pt x="50895" y="1662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6"/>
            <p:cNvSpPr/>
            <p:nvPr/>
          </p:nvSpPr>
          <p:spPr>
            <a:xfrm>
              <a:off x="3322018" y="5733582"/>
              <a:ext cx="5539" cy="5462"/>
            </a:xfrm>
            <a:custGeom>
              <a:avLst/>
              <a:pathLst>
                <a:path w="5539" h="5462">
                  <a:moveTo>
                    <a:pt x="5539" y="4787"/>
                  </a:moveTo>
                  <a:lnTo>
                    <a:pt x="4235" y="5462"/>
                  </a:lnTo>
                  <a:lnTo>
                    <a:pt x="2497" y="5274"/>
                  </a:lnTo>
                  <a:lnTo>
                    <a:pt x="1165" y="4406"/>
                  </a:lnTo>
                  <a:lnTo>
                    <a:pt x="224" y="2695"/>
                  </a:lnTo>
                  <a:lnTo>
                    <a:pt x="0" y="2011"/>
                  </a:lnTo>
                  <a:lnTo>
                    <a:pt x="150" y="868"/>
                  </a:lnTo>
                  <a:lnTo>
                    <a:pt x="60" y="305"/>
                  </a:lnTo>
                  <a:lnTo>
                    <a:pt x="1737" y="0"/>
                  </a:lnTo>
                  <a:lnTo>
                    <a:pt x="2357" y="715"/>
                  </a:lnTo>
                  <a:lnTo>
                    <a:pt x="2622" y="1272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7"/>
            <p:cNvSpPr/>
            <p:nvPr/>
          </p:nvSpPr>
          <p:spPr>
            <a:xfrm>
              <a:off x="2611952" y="5729513"/>
              <a:ext cx="5308" cy="4273"/>
            </a:xfrm>
            <a:custGeom>
              <a:avLst/>
              <a:pathLst>
                <a:path w="5308" h="4273">
                  <a:moveTo>
                    <a:pt x="4864" y="4103"/>
                  </a:moveTo>
                  <a:lnTo>
                    <a:pt x="3631" y="4273"/>
                  </a:lnTo>
                  <a:lnTo>
                    <a:pt x="1934" y="3754"/>
                  </a:lnTo>
                  <a:lnTo>
                    <a:pt x="495" y="2758"/>
                  </a:lnTo>
                  <a:lnTo>
                    <a:pt x="0" y="1575"/>
                  </a:lnTo>
                  <a:lnTo>
                    <a:pt x="708" y="600"/>
                  </a:lnTo>
                  <a:lnTo>
                    <a:pt x="2019" y="0"/>
                  </a:lnTo>
                  <a:lnTo>
                    <a:pt x="4113" y="178"/>
                  </a:lnTo>
                  <a:lnTo>
                    <a:pt x="5098" y="1431"/>
                  </a:lnTo>
                  <a:lnTo>
                    <a:pt x="5308" y="2524"/>
                  </a:lnTo>
                  <a:lnTo>
                    <a:pt x="5066" y="3748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8"/>
            <p:cNvSpPr/>
            <p:nvPr/>
          </p:nvSpPr>
          <p:spPr>
            <a:xfrm>
              <a:off x="3319910" y="5722431"/>
              <a:ext cx="18292" cy="14569"/>
            </a:xfrm>
            <a:custGeom>
              <a:avLst/>
              <a:pathLst>
                <a:path w="18292" h="14569">
                  <a:moveTo>
                    <a:pt x="12856" y="2758"/>
                  </a:moveTo>
                  <a:lnTo>
                    <a:pt x="14205" y="3722"/>
                  </a:lnTo>
                  <a:lnTo>
                    <a:pt x="16277" y="3595"/>
                  </a:lnTo>
                  <a:lnTo>
                    <a:pt x="18292" y="4328"/>
                  </a:lnTo>
                  <a:lnTo>
                    <a:pt x="17962" y="5347"/>
                  </a:lnTo>
                  <a:lnTo>
                    <a:pt x="16806" y="6712"/>
                  </a:lnTo>
                  <a:lnTo>
                    <a:pt x="15813" y="9560"/>
                  </a:lnTo>
                  <a:lnTo>
                    <a:pt x="14878" y="10933"/>
                  </a:lnTo>
                  <a:lnTo>
                    <a:pt x="11943" y="13790"/>
                  </a:lnTo>
                  <a:lnTo>
                    <a:pt x="9762" y="14569"/>
                  </a:lnTo>
                  <a:lnTo>
                    <a:pt x="9248" y="12950"/>
                  </a:lnTo>
                  <a:lnTo>
                    <a:pt x="9289" y="11297"/>
                  </a:lnTo>
                  <a:lnTo>
                    <a:pt x="9495" y="10056"/>
                  </a:lnTo>
                  <a:lnTo>
                    <a:pt x="9552" y="9095"/>
                  </a:lnTo>
                  <a:lnTo>
                    <a:pt x="7546" y="7857"/>
                  </a:lnTo>
                  <a:lnTo>
                    <a:pt x="7399" y="6172"/>
                  </a:lnTo>
                  <a:lnTo>
                    <a:pt x="7005" y="5231"/>
                  </a:lnTo>
                  <a:lnTo>
                    <a:pt x="1057" y="1817"/>
                  </a:lnTo>
                  <a:lnTo>
                    <a:pt x="0" y="848"/>
                  </a:lnTo>
                  <a:lnTo>
                    <a:pt x="463" y="262"/>
                  </a:lnTo>
                  <a:lnTo>
                    <a:pt x="6597" y="0"/>
                  </a:lnTo>
                  <a:lnTo>
                    <a:pt x="10178" y="582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79"/>
            <p:cNvSpPr/>
            <p:nvPr/>
          </p:nvSpPr>
          <p:spPr>
            <a:xfrm>
              <a:off x="2419882" y="5718842"/>
              <a:ext cx="36540" cy="17134"/>
            </a:xfrm>
            <a:custGeom>
              <a:avLst/>
              <a:pathLst>
                <a:path w="36540" h="17134">
                  <a:moveTo>
                    <a:pt x="34611" y="2429"/>
                  </a:moveTo>
                  <a:lnTo>
                    <a:pt x="36540" y="5038"/>
                  </a:lnTo>
                  <a:lnTo>
                    <a:pt x="34761" y="7133"/>
                  </a:lnTo>
                  <a:lnTo>
                    <a:pt x="28461" y="10968"/>
                  </a:lnTo>
                  <a:lnTo>
                    <a:pt x="24763" y="12425"/>
                  </a:lnTo>
                  <a:lnTo>
                    <a:pt x="21048" y="13573"/>
                  </a:lnTo>
                  <a:lnTo>
                    <a:pt x="4136" y="17123"/>
                  </a:lnTo>
                  <a:lnTo>
                    <a:pt x="2964" y="17134"/>
                  </a:lnTo>
                  <a:lnTo>
                    <a:pt x="1820" y="16661"/>
                  </a:lnTo>
                  <a:lnTo>
                    <a:pt x="1111" y="15882"/>
                  </a:lnTo>
                  <a:lnTo>
                    <a:pt x="0" y="12939"/>
                  </a:lnTo>
                  <a:lnTo>
                    <a:pt x="139" y="11479"/>
                  </a:lnTo>
                  <a:lnTo>
                    <a:pt x="1652" y="10082"/>
                  </a:lnTo>
                  <a:lnTo>
                    <a:pt x="3241" y="9184"/>
                  </a:lnTo>
                  <a:lnTo>
                    <a:pt x="5885" y="8362"/>
                  </a:lnTo>
                  <a:lnTo>
                    <a:pt x="16060" y="6489"/>
                  </a:lnTo>
                  <a:lnTo>
                    <a:pt x="17085" y="5875"/>
                  </a:lnTo>
                  <a:lnTo>
                    <a:pt x="17912" y="4510"/>
                  </a:lnTo>
                  <a:lnTo>
                    <a:pt x="18188" y="2885"/>
                  </a:lnTo>
                  <a:lnTo>
                    <a:pt x="18559" y="1653"/>
                  </a:lnTo>
                  <a:lnTo>
                    <a:pt x="19224" y="1102"/>
                  </a:lnTo>
                  <a:lnTo>
                    <a:pt x="19904" y="1110"/>
                  </a:lnTo>
                  <a:lnTo>
                    <a:pt x="21237" y="2305"/>
                  </a:lnTo>
                  <a:lnTo>
                    <a:pt x="23715" y="7063"/>
                  </a:lnTo>
                  <a:lnTo>
                    <a:pt x="24486" y="6406"/>
                  </a:lnTo>
                  <a:lnTo>
                    <a:pt x="25208" y="5133"/>
                  </a:lnTo>
                  <a:lnTo>
                    <a:pt x="25362" y="998"/>
                  </a:lnTo>
                  <a:lnTo>
                    <a:pt x="26043" y="678"/>
                  </a:lnTo>
                  <a:lnTo>
                    <a:pt x="28215" y="1823"/>
                  </a:lnTo>
                  <a:lnTo>
                    <a:pt x="29578" y="3027"/>
                  </a:lnTo>
                  <a:lnTo>
                    <a:pt x="29601" y="703"/>
                  </a:lnTo>
                  <a:lnTo>
                    <a:pt x="30518" y="0"/>
                  </a:lnTo>
                  <a:lnTo>
                    <a:pt x="31512" y="236"/>
                  </a:lnTo>
                  <a:lnTo>
                    <a:pt x="32478" y="744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0"/>
            <p:cNvSpPr/>
            <p:nvPr/>
          </p:nvSpPr>
          <p:spPr>
            <a:xfrm>
              <a:off x="2611593" y="5717537"/>
              <a:ext cx="6497" cy="5961"/>
            </a:xfrm>
            <a:custGeom>
              <a:avLst/>
              <a:pathLst>
                <a:path w="6497" h="5961">
                  <a:moveTo>
                    <a:pt x="2898" y="5961"/>
                  </a:moveTo>
                  <a:lnTo>
                    <a:pt x="1844" y="5961"/>
                  </a:lnTo>
                  <a:lnTo>
                    <a:pt x="975" y="5344"/>
                  </a:lnTo>
                  <a:lnTo>
                    <a:pt x="216" y="3552"/>
                  </a:lnTo>
                  <a:lnTo>
                    <a:pt x="0" y="2669"/>
                  </a:lnTo>
                  <a:lnTo>
                    <a:pt x="416" y="701"/>
                  </a:lnTo>
                  <a:lnTo>
                    <a:pt x="1130" y="259"/>
                  </a:lnTo>
                  <a:lnTo>
                    <a:pt x="5205" y="0"/>
                  </a:lnTo>
                  <a:lnTo>
                    <a:pt x="6454" y="1047"/>
                  </a:lnTo>
                  <a:lnTo>
                    <a:pt x="6497" y="2793"/>
                  </a:lnTo>
                  <a:lnTo>
                    <a:pt x="6019" y="4074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1"/>
            <p:cNvSpPr/>
            <p:nvPr/>
          </p:nvSpPr>
          <p:spPr>
            <a:xfrm>
              <a:off x="3284577" y="5714461"/>
              <a:ext cx="6711" cy="6111"/>
            </a:xfrm>
            <a:custGeom>
              <a:avLst/>
              <a:pathLst>
                <a:path w="6711" h="6111">
                  <a:moveTo>
                    <a:pt x="6711" y="4360"/>
                  </a:moveTo>
                  <a:lnTo>
                    <a:pt x="3478" y="6111"/>
                  </a:lnTo>
                  <a:lnTo>
                    <a:pt x="3172" y="5344"/>
                  </a:lnTo>
                  <a:lnTo>
                    <a:pt x="2120" y="4299"/>
                  </a:lnTo>
                  <a:lnTo>
                    <a:pt x="0" y="1416"/>
                  </a:lnTo>
                  <a:lnTo>
                    <a:pt x="2398" y="1211"/>
                  </a:lnTo>
                  <a:lnTo>
                    <a:pt x="4562" y="0"/>
                  </a:lnTo>
                  <a:lnTo>
                    <a:pt x="5754" y="496"/>
                  </a:lnTo>
                  <a:lnTo>
                    <a:pt x="6027" y="813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2"/>
            <p:cNvSpPr/>
            <p:nvPr/>
          </p:nvSpPr>
          <p:spPr>
            <a:xfrm>
              <a:off x="3395915" y="5713780"/>
              <a:ext cx="8331" cy="7147"/>
            </a:xfrm>
            <a:custGeom>
              <a:avLst/>
              <a:pathLst>
                <a:path w="8331" h="7147">
                  <a:moveTo>
                    <a:pt x="5580" y="6374"/>
                  </a:moveTo>
                  <a:lnTo>
                    <a:pt x="1395" y="7147"/>
                  </a:lnTo>
                  <a:lnTo>
                    <a:pt x="469" y="6255"/>
                  </a:lnTo>
                  <a:lnTo>
                    <a:pt x="0" y="4518"/>
                  </a:lnTo>
                  <a:lnTo>
                    <a:pt x="577" y="3508"/>
                  </a:lnTo>
                  <a:lnTo>
                    <a:pt x="6015" y="0"/>
                  </a:lnTo>
                  <a:lnTo>
                    <a:pt x="7503" y="325"/>
                  </a:lnTo>
                  <a:lnTo>
                    <a:pt x="7970" y="620"/>
                  </a:lnTo>
                  <a:lnTo>
                    <a:pt x="8331" y="1985"/>
                  </a:lnTo>
                  <a:lnTo>
                    <a:pt x="7855" y="4062"/>
                  </a:lnTo>
                  <a:lnTo>
                    <a:pt x="7236" y="509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3"/>
            <p:cNvSpPr/>
            <p:nvPr/>
          </p:nvSpPr>
          <p:spPr>
            <a:xfrm>
              <a:off x="3320870" y="5710768"/>
              <a:ext cx="10045" cy="7557"/>
            </a:xfrm>
            <a:custGeom>
              <a:avLst/>
              <a:pathLst>
                <a:path w="10045" h="7557">
                  <a:moveTo>
                    <a:pt x="2672" y="7508"/>
                  </a:moveTo>
                  <a:lnTo>
                    <a:pt x="677" y="7557"/>
                  </a:lnTo>
                  <a:lnTo>
                    <a:pt x="81" y="6746"/>
                  </a:lnTo>
                  <a:lnTo>
                    <a:pt x="0" y="6166"/>
                  </a:lnTo>
                  <a:lnTo>
                    <a:pt x="2583" y="1901"/>
                  </a:lnTo>
                  <a:lnTo>
                    <a:pt x="3992" y="816"/>
                  </a:lnTo>
                  <a:lnTo>
                    <a:pt x="6748" y="0"/>
                  </a:lnTo>
                  <a:lnTo>
                    <a:pt x="8535" y="259"/>
                  </a:lnTo>
                  <a:lnTo>
                    <a:pt x="9665" y="1197"/>
                  </a:lnTo>
                  <a:lnTo>
                    <a:pt x="10025" y="2851"/>
                  </a:lnTo>
                  <a:lnTo>
                    <a:pt x="10045" y="5393"/>
                  </a:lnTo>
                  <a:lnTo>
                    <a:pt x="9363" y="6717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4"/>
            <p:cNvSpPr/>
            <p:nvPr/>
          </p:nvSpPr>
          <p:spPr>
            <a:xfrm>
              <a:off x="2478080" y="5710338"/>
              <a:ext cx="5614" cy="5234"/>
            </a:xfrm>
            <a:custGeom>
              <a:avLst/>
              <a:pathLst>
                <a:path w="5614" h="5234">
                  <a:moveTo>
                    <a:pt x="1236" y="0"/>
                  </a:moveTo>
                  <a:lnTo>
                    <a:pt x="1820" y="894"/>
                  </a:lnTo>
                  <a:lnTo>
                    <a:pt x="4487" y="63"/>
                  </a:lnTo>
                  <a:lnTo>
                    <a:pt x="5434" y="966"/>
                  </a:lnTo>
                  <a:lnTo>
                    <a:pt x="5614" y="1546"/>
                  </a:lnTo>
                  <a:lnTo>
                    <a:pt x="4411" y="3733"/>
                  </a:lnTo>
                  <a:lnTo>
                    <a:pt x="3011" y="5133"/>
                  </a:lnTo>
                  <a:lnTo>
                    <a:pt x="1364" y="5234"/>
                  </a:lnTo>
                  <a:lnTo>
                    <a:pt x="163" y="1587"/>
                  </a:lnTo>
                  <a:lnTo>
                    <a:pt x="0" y="686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5"/>
            <p:cNvSpPr/>
            <p:nvPr/>
          </p:nvSpPr>
          <p:spPr>
            <a:xfrm>
              <a:off x="4248009" y="5710312"/>
              <a:ext cx="5679" cy="10896"/>
            </a:xfrm>
            <a:custGeom>
              <a:avLst/>
              <a:pathLst>
                <a:path w="5679" h="10896">
                  <a:moveTo>
                    <a:pt x="4505" y="10884"/>
                  </a:moveTo>
                  <a:lnTo>
                    <a:pt x="3601" y="10896"/>
                  </a:lnTo>
                  <a:lnTo>
                    <a:pt x="2518" y="10570"/>
                  </a:lnTo>
                  <a:lnTo>
                    <a:pt x="1094" y="8417"/>
                  </a:lnTo>
                  <a:lnTo>
                    <a:pt x="274" y="6890"/>
                  </a:lnTo>
                  <a:lnTo>
                    <a:pt x="0" y="5297"/>
                  </a:lnTo>
                  <a:lnTo>
                    <a:pt x="116" y="2129"/>
                  </a:lnTo>
                  <a:lnTo>
                    <a:pt x="838" y="594"/>
                  </a:lnTo>
                  <a:lnTo>
                    <a:pt x="1967" y="0"/>
                  </a:lnTo>
                  <a:lnTo>
                    <a:pt x="2478" y="1416"/>
                  </a:lnTo>
                  <a:lnTo>
                    <a:pt x="2641" y="3055"/>
                  </a:lnTo>
                  <a:lnTo>
                    <a:pt x="2997" y="4175"/>
                  </a:lnTo>
                  <a:lnTo>
                    <a:pt x="4478" y="5690"/>
                  </a:lnTo>
                  <a:lnTo>
                    <a:pt x="5164" y="6994"/>
                  </a:lnTo>
                  <a:lnTo>
                    <a:pt x="5384" y="7690"/>
                  </a:lnTo>
                  <a:lnTo>
                    <a:pt x="5679" y="9170"/>
                  </a:lnTo>
                  <a:lnTo>
                    <a:pt x="5442" y="10189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6"/>
            <p:cNvSpPr/>
            <p:nvPr/>
          </p:nvSpPr>
          <p:spPr>
            <a:xfrm>
              <a:off x="3414240" y="5709619"/>
              <a:ext cx="6760" cy="7736"/>
            </a:xfrm>
            <a:custGeom>
              <a:avLst/>
              <a:pathLst>
                <a:path w="6760" h="7736">
                  <a:moveTo>
                    <a:pt x="5628" y="7029"/>
                  </a:moveTo>
                  <a:lnTo>
                    <a:pt x="3646" y="7736"/>
                  </a:lnTo>
                  <a:lnTo>
                    <a:pt x="1356" y="6218"/>
                  </a:lnTo>
                  <a:lnTo>
                    <a:pt x="738" y="5205"/>
                  </a:lnTo>
                  <a:lnTo>
                    <a:pt x="79" y="2496"/>
                  </a:lnTo>
                  <a:lnTo>
                    <a:pt x="0" y="1460"/>
                  </a:lnTo>
                  <a:lnTo>
                    <a:pt x="518" y="767"/>
                  </a:lnTo>
                  <a:lnTo>
                    <a:pt x="2299" y="0"/>
                  </a:lnTo>
                  <a:lnTo>
                    <a:pt x="5248" y="311"/>
                  </a:lnTo>
                  <a:lnTo>
                    <a:pt x="6373" y="1578"/>
                  </a:lnTo>
                  <a:lnTo>
                    <a:pt x="6760" y="3777"/>
                  </a:lnTo>
                  <a:lnTo>
                    <a:pt x="6419" y="5664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7"/>
            <p:cNvSpPr/>
            <p:nvPr/>
          </p:nvSpPr>
          <p:spPr>
            <a:xfrm>
              <a:off x="3684289" y="5704292"/>
              <a:ext cx="11361" cy="11447"/>
            </a:xfrm>
            <a:custGeom>
              <a:avLst/>
              <a:pathLst>
                <a:path w="11361" h="11447">
                  <a:moveTo>
                    <a:pt x="11144" y="9473"/>
                  </a:moveTo>
                  <a:lnTo>
                    <a:pt x="10351" y="10602"/>
                  </a:lnTo>
                  <a:lnTo>
                    <a:pt x="8078" y="10396"/>
                  </a:lnTo>
                  <a:lnTo>
                    <a:pt x="6368" y="11447"/>
                  </a:lnTo>
                  <a:lnTo>
                    <a:pt x="4979" y="11043"/>
                  </a:lnTo>
                  <a:lnTo>
                    <a:pt x="632" y="9231"/>
                  </a:lnTo>
                  <a:lnTo>
                    <a:pt x="125" y="6914"/>
                  </a:lnTo>
                  <a:lnTo>
                    <a:pt x="0" y="5935"/>
                  </a:lnTo>
                  <a:lnTo>
                    <a:pt x="350" y="4117"/>
                  </a:lnTo>
                  <a:lnTo>
                    <a:pt x="4281" y="352"/>
                  </a:lnTo>
                  <a:lnTo>
                    <a:pt x="5818" y="0"/>
                  </a:lnTo>
                  <a:lnTo>
                    <a:pt x="8029" y="522"/>
                  </a:lnTo>
                  <a:lnTo>
                    <a:pt x="9034" y="1592"/>
                  </a:lnTo>
                  <a:lnTo>
                    <a:pt x="9665" y="3708"/>
                  </a:lnTo>
                  <a:lnTo>
                    <a:pt x="11361" y="7961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8"/>
            <p:cNvSpPr/>
            <p:nvPr/>
          </p:nvSpPr>
          <p:spPr>
            <a:xfrm>
              <a:off x="3375739" y="5703175"/>
              <a:ext cx="6309" cy="10596"/>
            </a:xfrm>
            <a:custGeom>
              <a:avLst/>
              <a:pathLst>
                <a:path w="6309" h="10596">
                  <a:moveTo>
                    <a:pt x="4315" y="6867"/>
                  </a:moveTo>
                  <a:lnTo>
                    <a:pt x="3231" y="10596"/>
                  </a:lnTo>
                  <a:lnTo>
                    <a:pt x="2551" y="10501"/>
                  </a:lnTo>
                  <a:lnTo>
                    <a:pt x="1912" y="8316"/>
                  </a:lnTo>
                  <a:lnTo>
                    <a:pt x="502" y="5956"/>
                  </a:lnTo>
                  <a:lnTo>
                    <a:pt x="36" y="4319"/>
                  </a:lnTo>
                  <a:lnTo>
                    <a:pt x="0" y="2106"/>
                  </a:lnTo>
                  <a:lnTo>
                    <a:pt x="951" y="799"/>
                  </a:lnTo>
                  <a:lnTo>
                    <a:pt x="4506" y="0"/>
                  </a:lnTo>
                  <a:lnTo>
                    <a:pt x="5708" y="530"/>
                  </a:lnTo>
                  <a:lnTo>
                    <a:pt x="6309" y="3336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89"/>
            <p:cNvSpPr/>
            <p:nvPr/>
          </p:nvSpPr>
          <p:spPr>
            <a:xfrm>
              <a:off x="2606302" y="5698258"/>
              <a:ext cx="3657" cy="3592"/>
            </a:xfrm>
            <a:custGeom>
              <a:avLst/>
              <a:pathLst>
                <a:path w="3657" h="3592">
                  <a:moveTo>
                    <a:pt x="3034" y="3529"/>
                  </a:moveTo>
                  <a:lnTo>
                    <a:pt x="1180" y="3592"/>
                  </a:lnTo>
                  <a:lnTo>
                    <a:pt x="319" y="2761"/>
                  </a:lnTo>
                  <a:lnTo>
                    <a:pt x="0" y="2250"/>
                  </a:lnTo>
                  <a:lnTo>
                    <a:pt x="220" y="1090"/>
                  </a:lnTo>
                  <a:lnTo>
                    <a:pt x="952" y="0"/>
                  </a:lnTo>
                  <a:lnTo>
                    <a:pt x="3115" y="790"/>
                  </a:lnTo>
                  <a:lnTo>
                    <a:pt x="3657" y="2923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0"/>
            <p:cNvSpPr/>
            <p:nvPr/>
          </p:nvSpPr>
          <p:spPr>
            <a:xfrm>
              <a:off x="2428503" y="5694461"/>
              <a:ext cx="16966" cy="13340"/>
            </a:xfrm>
            <a:custGeom>
              <a:avLst/>
              <a:pathLst>
                <a:path w="16966" h="13340">
                  <a:moveTo>
                    <a:pt x="10190" y="0"/>
                  </a:moveTo>
                  <a:lnTo>
                    <a:pt x="12374" y="727"/>
                  </a:lnTo>
                  <a:lnTo>
                    <a:pt x="15588" y="3933"/>
                  </a:lnTo>
                  <a:lnTo>
                    <a:pt x="16628" y="5586"/>
                  </a:lnTo>
                  <a:lnTo>
                    <a:pt x="16966" y="6553"/>
                  </a:lnTo>
                  <a:lnTo>
                    <a:pt x="16694" y="7205"/>
                  </a:lnTo>
                  <a:lnTo>
                    <a:pt x="15233" y="7984"/>
                  </a:lnTo>
                  <a:lnTo>
                    <a:pt x="14081" y="11935"/>
                  </a:lnTo>
                  <a:lnTo>
                    <a:pt x="11897" y="13340"/>
                  </a:lnTo>
                  <a:lnTo>
                    <a:pt x="6719" y="12457"/>
                  </a:lnTo>
                  <a:lnTo>
                    <a:pt x="1063" y="10881"/>
                  </a:lnTo>
                  <a:lnTo>
                    <a:pt x="598" y="10555"/>
                  </a:lnTo>
                  <a:lnTo>
                    <a:pt x="108" y="9170"/>
                  </a:lnTo>
                  <a:lnTo>
                    <a:pt x="0" y="7569"/>
                  </a:lnTo>
                  <a:lnTo>
                    <a:pt x="659" y="5563"/>
                  </a:lnTo>
                  <a:lnTo>
                    <a:pt x="1623" y="4544"/>
                  </a:lnTo>
                  <a:lnTo>
                    <a:pt x="5836" y="3321"/>
                  </a:lnTo>
                  <a:lnTo>
                    <a:pt x="6157" y="2629"/>
                  </a:lnTo>
                  <a:lnTo>
                    <a:pt x="6767" y="635"/>
                  </a:lnTo>
                  <a:lnTo>
                    <a:pt x="7823" y="216"/>
                  </a:lnTo>
                  <a:lnTo>
                    <a:pt x="8348" y="378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1"/>
            <p:cNvSpPr/>
            <p:nvPr/>
          </p:nvSpPr>
          <p:spPr>
            <a:xfrm>
              <a:off x="3556060" y="5693786"/>
              <a:ext cx="13115" cy="10844"/>
            </a:xfrm>
            <a:custGeom>
              <a:avLst/>
              <a:pathLst>
                <a:path w="13115" h="10844">
                  <a:moveTo>
                    <a:pt x="8144" y="8942"/>
                  </a:moveTo>
                  <a:lnTo>
                    <a:pt x="7362" y="10844"/>
                  </a:lnTo>
                  <a:lnTo>
                    <a:pt x="3483" y="8186"/>
                  </a:lnTo>
                  <a:lnTo>
                    <a:pt x="1244" y="7389"/>
                  </a:lnTo>
                  <a:lnTo>
                    <a:pt x="632" y="6916"/>
                  </a:lnTo>
                  <a:lnTo>
                    <a:pt x="103" y="5312"/>
                  </a:lnTo>
                  <a:lnTo>
                    <a:pt x="0" y="4663"/>
                  </a:lnTo>
                  <a:lnTo>
                    <a:pt x="422" y="3635"/>
                  </a:lnTo>
                  <a:lnTo>
                    <a:pt x="1683" y="2017"/>
                  </a:lnTo>
                  <a:lnTo>
                    <a:pt x="4281" y="692"/>
                  </a:lnTo>
                  <a:lnTo>
                    <a:pt x="8443" y="0"/>
                  </a:lnTo>
                  <a:lnTo>
                    <a:pt x="12473" y="539"/>
                  </a:lnTo>
                  <a:lnTo>
                    <a:pt x="13115" y="1338"/>
                  </a:lnTo>
                  <a:lnTo>
                    <a:pt x="9289" y="412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2"/>
            <p:cNvSpPr/>
            <p:nvPr/>
          </p:nvSpPr>
          <p:spPr>
            <a:xfrm>
              <a:off x="2463740" y="5685160"/>
              <a:ext cx="11993" cy="9663"/>
            </a:xfrm>
            <a:custGeom>
              <a:avLst/>
              <a:pathLst>
                <a:path w="11993" h="9663">
                  <a:moveTo>
                    <a:pt x="11993" y="8431"/>
                  </a:moveTo>
                  <a:lnTo>
                    <a:pt x="9319" y="9663"/>
                  </a:lnTo>
                  <a:lnTo>
                    <a:pt x="7561" y="8685"/>
                  </a:lnTo>
                  <a:lnTo>
                    <a:pt x="2228" y="6853"/>
                  </a:lnTo>
                  <a:lnTo>
                    <a:pt x="0" y="3428"/>
                  </a:lnTo>
                  <a:lnTo>
                    <a:pt x="253" y="1647"/>
                  </a:lnTo>
                  <a:lnTo>
                    <a:pt x="1233" y="591"/>
                  </a:lnTo>
                  <a:lnTo>
                    <a:pt x="2852" y="0"/>
                  </a:lnTo>
                  <a:lnTo>
                    <a:pt x="6083" y="1145"/>
                  </a:lnTo>
                  <a:lnTo>
                    <a:pt x="7726" y="2325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3"/>
            <p:cNvSpPr/>
            <p:nvPr/>
          </p:nvSpPr>
          <p:spPr>
            <a:xfrm>
              <a:off x="2591947" y="5677268"/>
              <a:ext cx="9674" cy="17241"/>
            </a:xfrm>
            <a:custGeom>
              <a:avLst/>
              <a:pathLst>
                <a:path w="9674" h="17241">
                  <a:moveTo>
                    <a:pt x="7034" y="17016"/>
                  </a:moveTo>
                  <a:lnTo>
                    <a:pt x="5954" y="17241"/>
                  </a:lnTo>
                  <a:lnTo>
                    <a:pt x="4883" y="14497"/>
                  </a:lnTo>
                  <a:lnTo>
                    <a:pt x="4339" y="10310"/>
                  </a:lnTo>
                  <a:lnTo>
                    <a:pt x="881" y="4201"/>
                  </a:lnTo>
                  <a:lnTo>
                    <a:pt x="0" y="1018"/>
                  </a:lnTo>
                  <a:lnTo>
                    <a:pt x="639" y="254"/>
                  </a:lnTo>
                  <a:lnTo>
                    <a:pt x="1549" y="0"/>
                  </a:lnTo>
                  <a:lnTo>
                    <a:pt x="4056" y="880"/>
                  </a:lnTo>
                  <a:lnTo>
                    <a:pt x="5549" y="2031"/>
                  </a:lnTo>
                  <a:lnTo>
                    <a:pt x="7271" y="4562"/>
                  </a:lnTo>
                  <a:lnTo>
                    <a:pt x="9275" y="6801"/>
                  </a:lnTo>
                  <a:lnTo>
                    <a:pt x="9674" y="8743"/>
                  </a:lnTo>
                  <a:lnTo>
                    <a:pt x="9384" y="10893"/>
                  </a:lnTo>
                  <a:lnTo>
                    <a:pt x="8099" y="11447"/>
                  </a:lnTo>
                  <a:lnTo>
                    <a:pt x="8142" y="13048"/>
                  </a:lnTo>
                  <a:lnTo>
                    <a:pt x="7373" y="16116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4"/>
            <p:cNvSpPr/>
            <p:nvPr/>
          </p:nvSpPr>
          <p:spPr>
            <a:xfrm>
              <a:off x="2433812" y="5666718"/>
              <a:ext cx="88289" cy="114672"/>
            </a:xfrm>
            <a:custGeom>
              <a:avLst/>
              <a:pathLst>
                <a:path w="88289" h="114672">
                  <a:moveTo>
                    <a:pt x="65790" y="11822"/>
                  </a:moveTo>
                  <a:lnTo>
                    <a:pt x="65442" y="15423"/>
                  </a:lnTo>
                  <a:lnTo>
                    <a:pt x="67491" y="14133"/>
                  </a:lnTo>
                  <a:lnTo>
                    <a:pt x="68211" y="14407"/>
                  </a:lnTo>
                  <a:lnTo>
                    <a:pt x="70030" y="15718"/>
                  </a:lnTo>
                  <a:lnTo>
                    <a:pt x="73616" y="23468"/>
                  </a:lnTo>
                  <a:lnTo>
                    <a:pt x="74405" y="25924"/>
                  </a:lnTo>
                  <a:lnTo>
                    <a:pt x="75876" y="33098"/>
                  </a:lnTo>
                  <a:lnTo>
                    <a:pt x="77635" y="38454"/>
                  </a:lnTo>
                  <a:lnTo>
                    <a:pt x="82086" y="47844"/>
                  </a:lnTo>
                  <a:lnTo>
                    <a:pt x="84271" y="52966"/>
                  </a:lnTo>
                  <a:lnTo>
                    <a:pt x="85431" y="55964"/>
                  </a:lnTo>
                  <a:lnTo>
                    <a:pt x="85538" y="59952"/>
                  </a:lnTo>
                  <a:lnTo>
                    <a:pt x="86955" y="61080"/>
                  </a:lnTo>
                  <a:lnTo>
                    <a:pt x="87226" y="62725"/>
                  </a:lnTo>
                  <a:lnTo>
                    <a:pt x="87671" y="68202"/>
                  </a:lnTo>
                  <a:lnTo>
                    <a:pt x="87986" y="74596"/>
                  </a:lnTo>
                  <a:lnTo>
                    <a:pt x="88289" y="86762"/>
                  </a:lnTo>
                  <a:lnTo>
                    <a:pt x="88127" y="89628"/>
                  </a:lnTo>
                  <a:lnTo>
                    <a:pt x="86240" y="94150"/>
                  </a:lnTo>
                  <a:lnTo>
                    <a:pt x="85415" y="97405"/>
                  </a:lnTo>
                  <a:lnTo>
                    <a:pt x="84406" y="99540"/>
                  </a:lnTo>
                  <a:lnTo>
                    <a:pt x="83203" y="101081"/>
                  </a:lnTo>
                  <a:lnTo>
                    <a:pt x="76919" y="107487"/>
                  </a:lnTo>
                  <a:lnTo>
                    <a:pt x="76178" y="110667"/>
                  </a:lnTo>
                  <a:lnTo>
                    <a:pt x="65643" y="113385"/>
                  </a:lnTo>
                  <a:lnTo>
                    <a:pt x="59715" y="114517"/>
                  </a:lnTo>
                  <a:lnTo>
                    <a:pt x="57397" y="113290"/>
                  </a:lnTo>
                  <a:lnTo>
                    <a:pt x="55032" y="112999"/>
                  </a:lnTo>
                  <a:lnTo>
                    <a:pt x="52124" y="113408"/>
                  </a:lnTo>
                  <a:lnTo>
                    <a:pt x="43640" y="113775"/>
                  </a:lnTo>
                  <a:lnTo>
                    <a:pt x="37207" y="114672"/>
                  </a:lnTo>
                  <a:lnTo>
                    <a:pt x="36395" y="114335"/>
                  </a:lnTo>
                  <a:lnTo>
                    <a:pt x="35820" y="113123"/>
                  </a:lnTo>
                  <a:lnTo>
                    <a:pt x="35191" y="112303"/>
                  </a:lnTo>
                  <a:lnTo>
                    <a:pt x="33471" y="112491"/>
                  </a:lnTo>
                  <a:lnTo>
                    <a:pt x="32112" y="112038"/>
                  </a:lnTo>
                  <a:lnTo>
                    <a:pt x="30788" y="111036"/>
                  </a:lnTo>
                  <a:lnTo>
                    <a:pt x="29315" y="109187"/>
                  </a:lnTo>
                  <a:lnTo>
                    <a:pt x="28693" y="108107"/>
                  </a:lnTo>
                  <a:lnTo>
                    <a:pt x="28336" y="106933"/>
                  </a:lnTo>
                  <a:lnTo>
                    <a:pt x="31193" y="103871"/>
                  </a:lnTo>
                  <a:lnTo>
                    <a:pt x="32641" y="103173"/>
                  </a:lnTo>
                  <a:lnTo>
                    <a:pt x="34113" y="103011"/>
                  </a:lnTo>
                  <a:lnTo>
                    <a:pt x="37101" y="103638"/>
                  </a:lnTo>
                  <a:lnTo>
                    <a:pt x="40076" y="104673"/>
                  </a:lnTo>
                  <a:lnTo>
                    <a:pt x="46612" y="105490"/>
                  </a:lnTo>
                  <a:lnTo>
                    <a:pt x="55653" y="105710"/>
                  </a:lnTo>
                  <a:lnTo>
                    <a:pt x="58139" y="105412"/>
                  </a:lnTo>
                  <a:lnTo>
                    <a:pt x="61144" y="104414"/>
                  </a:lnTo>
                  <a:lnTo>
                    <a:pt x="63879" y="101612"/>
                  </a:lnTo>
                  <a:lnTo>
                    <a:pt x="62544" y="100527"/>
                  </a:lnTo>
                  <a:lnTo>
                    <a:pt x="61187" y="99840"/>
                  </a:lnTo>
                  <a:lnTo>
                    <a:pt x="59842" y="99710"/>
                  </a:lnTo>
                  <a:lnTo>
                    <a:pt x="58506" y="99895"/>
                  </a:lnTo>
                  <a:lnTo>
                    <a:pt x="54758" y="101652"/>
                  </a:lnTo>
                  <a:lnTo>
                    <a:pt x="51888" y="102685"/>
                  </a:lnTo>
                  <a:lnTo>
                    <a:pt x="48991" y="103288"/>
                  </a:lnTo>
                  <a:lnTo>
                    <a:pt x="45919" y="102264"/>
                  </a:lnTo>
                  <a:lnTo>
                    <a:pt x="43072" y="99399"/>
                  </a:lnTo>
                  <a:lnTo>
                    <a:pt x="43006" y="98452"/>
                  </a:lnTo>
                  <a:lnTo>
                    <a:pt x="52765" y="96273"/>
                  </a:lnTo>
                  <a:lnTo>
                    <a:pt x="53657" y="95904"/>
                  </a:lnTo>
                  <a:lnTo>
                    <a:pt x="55425" y="94510"/>
                  </a:lnTo>
                  <a:lnTo>
                    <a:pt x="55999" y="93281"/>
                  </a:lnTo>
                  <a:lnTo>
                    <a:pt x="56290" y="92121"/>
                  </a:lnTo>
                  <a:lnTo>
                    <a:pt x="49701" y="90049"/>
                  </a:lnTo>
                  <a:lnTo>
                    <a:pt x="48348" y="90092"/>
                  </a:lnTo>
                  <a:lnTo>
                    <a:pt x="46993" y="90468"/>
                  </a:lnTo>
                  <a:lnTo>
                    <a:pt x="44010" y="89619"/>
                  </a:lnTo>
                  <a:lnTo>
                    <a:pt x="41175" y="87189"/>
                  </a:lnTo>
                  <a:lnTo>
                    <a:pt x="38544" y="84281"/>
                  </a:lnTo>
                  <a:lnTo>
                    <a:pt x="37588" y="84015"/>
                  </a:lnTo>
                  <a:lnTo>
                    <a:pt x="36655" y="84904"/>
                  </a:lnTo>
                  <a:lnTo>
                    <a:pt x="30295" y="92568"/>
                  </a:lnTo>
                  <a:lnTo>
                    <a:pt x="29746" y="92626"/>
                  </a:lnTo>
                  <a:lnTo>
                    <a:pt x="27345" y="92063"/>
                  </a:lnTo>
                  <a:lnTo>
                    <a:pt x="24343" y="90543"/>
                  </a:lnTo>
                  <a:lnTo>
                    <a:pt x="21592" y="90006"/>
                  </a:lnTo>
                  <a:lnTo>
                    <a:pt x="19826" y="90418"/>
                  </a:lnTo>
                  <a:lnTo>
                    <a:pt x="19161" y="91048"/>
                  </a:lnTo>
                  <a:lnTo>
                    <a:pt x="20880" y="92796"/>
                  </a:lnTo>
                  <a:lnTo>
                    <a:pt x="22340" y="94320"/>
                  </a:lnTo>
                  <a:lnTo>
                    <a:pt x="22774" y="95543"/>
                  </a:lnTo>
                  <a:lnTo>
                    <a:pt x="18305" y="99384"/>
                  </a:lnTo>
                  <a:lnTo>
                    <a:pt x="17116" y="99901"/>
                  </a:lnTo>
                  <a:lnTo>
                    <a:pt x="15174" y="99575"/>
                  </a:lnTo>
                  <a:lnTo>
                    <a:pt x="14484" y="99087"/>
                  </a:lnTo>
                  <a:lnTo>
                    <a:pt x="13091" y="97029"/>
                  </a:lnTo>
                  <a:lnTo>
                    <a:pt x="11764" y="96524"/>
                  </a:lnTo>
                  <a:lnTo>
                    <a:pt x="8878" y="96949"/>
                  </a:lnTo>
                  <a:lnTo>
                    <a:pt x="7365" y="96761"/>
                  </a:lnTo>
                  <a:lnTo>
                    <a:pt x="5854" y="95867"/>
                  </a:lnTo>
                  <a:lnTo>
                    <a:pt x="4424" y="94542"/>
                  </a:lnTo>
                  <a:lnTo>
                    <a:pt x="3121" y="93818"/>
                  </a:lnTo>
                  <a:lnTo>
                    <a:pt x="1528" y="92340"/>
                  </a:lnTo>
                  <a:lnTo>
                    <a:pt x="365" y="91290"/>
                  </a:lnTo>
                  <a:lnTo>
                    <a:pt x="0" y="89798"/>
                  </a:lnTo>
                  <a:lnTo>
                    <a:pt x="116" y="88390"/>
                  </a:lnTo>
                  <a:lnTo>
                    <a:pt x="640" y="87565"/>
                  </a:lnTo>
                  <a:lnTo>
                    <a:pt x="713" y="86774"/>
                  </a:lnTo>
                  <a:lnTo>
                    <a:pt x="365" y="85418"/>
                  </a:lnTo>
                  <a:lnTo>
                    <a:pt x="583" y="84399"/>
                  </a:lnTo>
                  <a:lnTo>
                    <a:pt x="1112" y="83505"/>
                  </a:lnTo>
                  <a:lnTo>
                    <a:pt x="3492" y="81744"/>
                  </a:lnTo>
                  <a:lnTo>
                    <a:pt x="6411" y="81389"/>
                  </a:lnTo>
                  <a:lnTo>
                    <a:pt x="9209" y="83580"/>
                  </a:lnTo>
                  <a:lnTo>
                    <a:pt x="11047" y="84289"/>
                  </a:lnTo>
                  <a:lnTo>
                    <a:pt x="11896" y="84341"/>
                  </a:lnTo>
                  <a:lnTo>
                    <a:pt x="12227" y="84191"/>
                  </a:lnTo>
                  <a:lnTo>
                    <a:pt x="12455" y="83594"/>
                  </a:lnTo>
                  <a:lnTo>
                    <a:pt x="12372" y="82454"/>
                  </a:lnTo>
                  <a:lnTo>
                    <a:pt x="11875" y="80322"/>
                  </a:lnTo>
                  <a:lnTo>
                    <a:pt x="11813" y="78835"/>
                  </a:lnTo>
                  <a:lnTo>
                    <a:pt x="12434" y="77595"/>
                  </a:lnTo>
                  <a:lnTo>
                    <a:pt x="13262" y="77150"/>
                  </a:lnTo>
                  <a:lnTo>
                    <a:pt x="14149" y="76810"/>
                  </a:lnTo>
                  <a:lnTo>
                    <a:pt x="14752" y="76651"/>
                  </a:lnTo>
                  <a:lnTo>
                    <a:pt x="16556" y="77462"/>
                  </a:lnTo>
                  <a:lnTo>
                    <a:pt x="17838" y="78282"/>
                  </a:lnTo>
                  <a:lnTo>
                    <a:pt x="20464" y="80610"/>
                  </a:lnTo>
                  <a:lnTo>
                    <a:pt x="22672" y="82266"/>
                  </a:lnTo>
                  <a:lnTo>
                    <a:pt x="23491" y="82434"/>
                  </a:lnTo>
                  <a:lnTo>
                    <a:pt x="24131" y="81848"/>
                  </a:lnTo>
                  <a:lnTo>
                    <a:pt x="24710" y="80933"/>
                  </a:lnTo>
                  <a:lnTo>
                    <a:pt x="22094" y="78573"/>
                  </a:lnTo>
                  <a:lnTo>
                    <a:pt x="21787" y="77052"/>
                  </a:lnTo>
                  <a:lnTo>
                    <a:pt x="21942" y="75699"/>
                  </a:lnTo>
                  <a:lnTo>
                    <a:pt x="23553" y="74934"/>
                  </a:lnTo>
                  <a:lnTo>
                    <a:pt x="24498" y="74824"/>
                  </a:lnTo>
                  <a:lnTo>
                    <a:pt x="29158" y="76227"/>
                  </a:lnTo>
                  <a:lnTo>
                    <a:pt x="31610" y="76668"/>
                  </a:lnTo>
                  <a:lnTo>
                    <a:pt x="34071" y="76810"/>
                  </a:lnTo>
                  <a:lnTo>
                    <a:pt x="39130" y="75234"/>
                  </a:lnTo>
                  <a:lnTo>
                    <a:pt x="36435" y="73460"/>
                  </a:lnTo>
                  <a:lnTo>
                    <a:pt x="30568" y="71927"/>
                  </a:lnTo>
                  <a:lnTo>
                    <a:pt x="29469" y="70845"/>
                  </a:lnTo>
                  <a:lnTo>
                    <a:pt x="28656" y="69085"/>
                  </a:lnTo>
                  <a:lnTo>
                    <a:pt x="32975" y="67489"/>
                  </a:lnTo>
                  <a:lnTo>
                    <a:pt x="37344" y="67544"/>
                  </a:lnTo>
                  <a:lnTo>
                    <a:pt x="45215" y="69622"/>
                  </a:lnTo>
                  <a:lnTo>
                    <a:pt x="47856" y="68629"/>
                  </a:lnTo>
                  <a:lnTo>
                    <a:pt x="50287" y="65654"/>
                  </a:lnTo>
                  <a:lnTo>
                    <a:pt x="51687" y="64883"/>
                  </a:lnTo>
                  <a:lnTo>
                    <a:pt x="57276" y="65114"/>
                  </a:lnTo>
                  <a:lnTo>
                    <a:pt x="61724" y="63749"/>
                  </a:lnTo>
                  <a:lnTo>
                    <a:pt x="62437" y="63891"/>
                  </a:lnTo>
                  <a:lnTo>
                    <a:pt x="63118" y="64292"/>
                  </a:lnTo>
                  <a:lnTo>
                    <a:pt x="67452" y="69287"/>
                  </a:lnTo>
                  <a:lnTo>
                    <a:pt x="68028" y="69047"/>
                  </a:lnTo>
                  <a:lnTo>
                    <a:pt x="68456" y="68069"/>
                  </a:lnTo>
                  <a:lnTo>
                    <a:pt x="68607" y="66329"/>
                  </a:lnTo>
                  <a:lnTo>
                    <a:pt x="68611" y="64549"/>
                  </a:lnTo>
                  <a:lnTo>
                    <a:pt x="68514" y="62783"/>
                  </a:lnTo>
                  <a:lnTo>
                    <a:pt x="67954" y="61669"/>
                  </a:lnTo>
                  <a:lnTo>
                    <a:pt x="67246" y="61799"/>
                  </a:lnTo>
                  <a:lnTo>
                    <a:pt x="66507" y="62292"/>
                  </a:lnTo>
                  <a:lnTo>
                    <a:pt x="65261" y="61865"/>
                  </a:lnTo>
                  <a:lnTo>
                    <a:pt x="64000" y="60918"/>
                  </a:lnTo>
                  <a:lnTo>
                    <a:pt x="62736" y="60491"/>
                  </a:lnTo>
                  <a:lnTo>
                    <a:pt x="58269" y="59952"/>
                  </a:lnTo>
                  <a:lnTo>
                    <a:pt x="55106" y="59005"/>
                  </a:lnTo>
                  <a:lnTo>
                    <a:pt x="53472" y="58304"/>
                  </a:lnTo>
                  <a:lnTo>
                    <a:pt x="51951" y="56853"/>
                  </a:lnTo>
                  <a:lnTo>
                    <a:pt x="51736" y="55274"/>
                  </a:lnTo>
                  <a:lnTo>
                    <a:pt x="53328" y="51656"/>
                  </a:lnTo>
                  <a:lnTo>
                    <a:pt x="59485" y="47725"/>
                  </a:lnTo>
                  <a:lnTo>
                    <a:pt x="62373" y="46458"/>
                  </a:lnTo>
                  <a:lnTo>
                    <a:pt x="65305" y="46147"/>
                  </a:lnTo>
                  <a:lnTo>
                    <a:pt x="66726" y="46427"/>
                  </a:lnTo>
                  <a:lnTo>
                    <a:pt x="70098" y="48040"/>
                  </a:lnTo>
                  <a:lnTo>
                    <a:pt x="70618" y="47968"/>
                  </a:lnTo>
                  <a:lnTo>
                    <a:pt x="71131" y="47546"/>
                  </a:lnTo>
                  <a:lnTo>
                    <a:pt x="67865" y="44802"/>
                  </a:lnTo>
                  <a:lnTo>
                    <a:pt x="64967" y="42704"/>
                  </a:lnTo>
                  <a:lnTo>
                    <a:pt x="63533" y="41117"/>
                  </a:lnTo>
                  <a:lnTo>
                    <a:pt x="62378" y="40503"/>
                  </a:lnTo>
                  <a:lnTo>
                    <a:pt x="57542" y="39905"/>
                  </a:lnTo>
                  <a:lnTo>
                    <a:pt x="54992" y="41469"/>
                  </a:lnTo>
                  <a:lnTo>
                    <a:pt x="53789" y="41735"/>
                  </a:lnTo>
                  <a:lnTo>
                    <a:pt x="52594" y="41590"/>
                  </a:lnTo>
                  <a:lnTo>
                    <a:pt x="45492" y="37787"/>
                  </a:lnTo>
                  <a:lnTo>
                    <a:pt x="45092" y="37372"/>
                  </a:lnTo>
                  <a:lnTo>
                    <a:pt x="44087" y="35938"/>
                  </a:lnTo>
                  <a:lnTo>
                    <a:pt x="43548" y="34878"/>
                  </a:lnTo>
                  <a:lnTo>
                    <a:pt x="43232" y="33095"/>
                  </a:lnTo>
                  <a:lnTo>
                    <a:pt x="43374" y="31268"/>
                  </a:lnTo>
                  <a:lnTo>
                    <a:pt x="43568" y="30082"/>
                  </a:lnTo>
                  <a:lnTo>
                    <a:pt x="44623" y="25425"/>
                  </a:lnTo>
                  <a:lnTo>
                    <a:pt x="45219" y="21720"/>
                  </a:lnTo>
                  <a:lnTo>
                    <a:pt x="44914" y="18727"/>
                  </a:lnTo>
                  <a:lnTo>
                    <a:pt x="43795" y="17074"/>
                  </a:lnTo>
                  <a:lnTo>
                    <a:pt x="42195" y="15948"/>
                  </a:lnTo>
                  <a:lnTo>
                    <a:pt x="40746" y="14131"/>
                  </a:lnTo>
                  <a:lnTo>
                    <a:pt x="40331" y="12895"/>
                  </a:lnTo>
                  <a:lnTo>
                    <a:pt x="40074" y="11453"/>
                  </a:lnTo>
                  <a:lnTo>
                    <a:pt x="40040" y="9620"/>
                  </a:lnTo>
                  <a:lnTo>
                    <a:pt x="40401" y="8010"/>
                  </a:lnTo>
                  <a:lnTo>
                    <a:pt x="41028" y="6264"/>
                  </a:lnTo>
                  <a:lnTo>
                    <a:pt x="41863" y="5373"/>
                  </a:lnTo>
                  <a:lnTo>
                    <a:pt x="43358" y="4492"/>
                  </a:lnTo>
                  <a:lnTo>
                    <a:pt x="49250" y="2499"/>
                  </a:lnTo>
                  <a:lnTo>
                    <a:pt x="61276" y="0"/>
                  </a:lnTo>
                  <a:lnTo>
                    <a:pt x="62572" y="1278"/>
                  </a:lnTo>
                  <a:lnTo>
                    <a:pt x="64517" y="3959"/>
                  </a:lnTo>
                  <a:lnTo>
                    <a:pt x="65120" y="5035"/>
                  </a:lnTo>
                  <a:lnTo>
                    <a:pt x="65770" y="10359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5"/>
            <p:cNvSpPr/>
            <p:nvPr/>
          </p:nvSpPr>
          <p:spPr>
            <a:xfrm>
              <a:off x="2245391" y="5664447"/>
              <a:ext cx="1694" cy="2637"/>
            </a:xfrm>
            <a:custGeom>
              <a:avLst/>
              <a:pathLst>
                <a:path w="1694" h="2637">
                  <a:moveTo>
                    <a:pt x="1429" y="2531"/>
                  </a:moveTo>
                  <a:lnTo>
                    <a:pt x="1294" y="2548"/>
                  </a:lnTo>
                  <a:lnTo>
                    <a:pt x="1053" y="2542"/>
                  </a:lnTo>
                  <a:lnTo>
                    <a:pt x="878" y="2556"/>
                  </a:lnTo>
                  <a:lnTo>
                    <a:pt x="701" y="2602"/>
                  </a:lnTo>
                  <a:lnTo>
                    <a:pt x="350" y="2637"/>
                  </a:lnTo>
                  <a:lnTo>
                    <a:pt x="292" y="2507"/>
                  </a:lnTo>
                  <a:lnTo>
                    <a:pt x="168" y="2251"/>
                  </a:lnTo>
                  <a:lnTo>
                    <a:pt x="61" y="1997"/>
                  </a:lnTo>
                  <a:lnTo>
                    <a:pt x="0" y="1737"/>
                  </a:lnTo>
                  <a:lnTo>
                    <a:pt x="49" y="1402"/>
                  </a:lnTo>
                  <a:lnTo>
                    <a:pt x="183" y="1252"/>
                  </a:lnTo>
                  <a:lnTo>
                    <a:pt x="189" y="1039"/>
                  </a:lnTo>
                  <a:lnTo>
                    <a:pt x="189" y="761"/>
                  </a:lnTo>
                  <a:lnTo>
                    <a:pt x="254" y="522"/>
                  </a:lnTo>
                  <a:lnTo>
                    <a:pt x="292" y="274"/>
                  </a:lnTo>
                  <a:lnTo>
                    <a:pt x="435" y="0"/>
                  </a:lnTo>
                  <a:lnTo>
                    <a:pt x="641" y="5"/>
                  </a:lnTo>
                  <a:lnTo>
                    <a:pt x="770" y="26"/>
                  </a:lnTo>
                  <a:lnTo>
                    <a:pt x="1115" y="86"/>
                  </a:lnTo>
                  <a:lnTo>
                    <a:pt x="1278" y="184"/>
                  </a:lnTo>
                  <a:lnTo>
                    <a:pt x="1438" y="481"/>
                  </a:lnTo>
                  <a:lnTo>
                    <a:pt x="1566" y="779"/>
                  </a:lnTo>
                  <a:lnTo>
                    <a:pt x="1566" y="912"/>
                  </a:lnTo>
                  <a:lnTo>
                    <a:pt x="1593" y="1085"/>
                  </a:lnTo>
                  <a:lnTo>
                    <a:pt x="1614" y="1292"/>
                  </a:lnTo>
                  <a:lnTo>
                    <a:pt x="1639" y="1541"/>
                  </a:lnTo>
                  <a:lnTo>
                    <a:pt x="1694" y="1748"/>
                  </a:lnTo>
                  <a:lnTo>
                    <a:pt x="1652" y="210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6"/>
            <p:cNvSpPr/>
            <p:nvPr/>
          </p:nvSpPr>
          <p:spPr>
            <a:xfrm>
              <a:off x="2611107" y="5663518"/>
              <a:ext cx="4430" cy="3379"/>
            </a:xfrm>
            <a:custGeom>
              <a:avLst/>
              <a:pathLst>
                <a:path w="4430" h="3379">
                  <a:moveTo>
                    <a:pt x="4430" y="2568"/>
                  </a:moveTo>
                  <a:lnTo>
                    <a:pt x="3968" y="3379"/>
                  </a:lnTo>
                  <a:lnTo>
                    <a:pt x="2404" y="2888"/>
                  </a:lnTo>
                  <a:lnTo>
                    <a:pt x="1491" y="2311"/>
                  </a:lnTo>
                  <a:lnTo>
                    <a:pt x="0" y="859"/>
                  </a:lnTo>
                  <a:lnTo>
                    <a:pt x="836" y="0"/>
                  </a:lnTo>
                  <a:lnTo>
                    <a:pt x="2484" y="207"/>
                  </a:lnTo>
                  <a:lnTo>
                    <a:pt x="3826" y="1223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7"/>
            <p:cNvSpPr/>
            <p:nvPr/>
          </p:nvSpPr>
          <p:spPr>
            <a:xfrm>
              <a:off x="2528081" y="5631308"/>
              <a:ext cx="7327" cy="5751"/>
            </a:xfrm>
            <a:custGeom>
              <a:avLst/>
              <a:pathLst>
                <a:path w="7327" h="5751">
                  <a:moveTo>
                    <a:pt x="4866" y="5188"/>
                  </a:moveTo>
                  <a:lnTo>
                    <a:pt x="2452" y="5751"/>
                  </a:lnTo>
                  <a:lnTo>
                    <a:pt x="615" y="5107"/>
                  </a:lnTo>
                  <a:lnTo>
                    <a:pt x="660" y="2868"/>
                  </a:lnTo>
                  <a:lnTo>
                    <a:pt x="155" y="2625"/>
                  </a:lnTo>
                  <a:lnTo>
                    <a:pt x="0" y="2086"/>
                  </a:lnTo>
                  <a:lnTo>
                    <a:pt x="2301" y="409"/>
                  </a:lnTo>
                  <a:lnTo>
                    <a:pt x="4017" y="0"/>
                  </a:lnTo>
                  <a:lnTo>
                    <a:pt x="6127" y="239"/>
                  </a:lnTo>
                  <a:lnTo>
                    <a:pt x="7013" y="1001"/>
                  </a:lnTo>
                  <a:lnTo>
                    <a:pt x="7327" y="1760"/>
                  </a:lnTo>
                  <a:lnTo>
                    <a:pt x="5720" y="3584"/>
                  </a:lnTo>
                  <a:lnTo>
                    <a:pt x="5473" y="4331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8"/>
            <p:cNvSpPr/>
            <p:nvPr/>
          </p:nvSpPr>
          <p:spPr>
            <a:xfrm>
              <a:off x="5395635" y="5621520"/>
              <a:ext cx="3451" cy="9144"/>
            </a:xfrm>
            <a:custGeom>
              <a:avLst/>
              <a:pathLst>
                <a:path w="3451" h="9144">
                  <a:moveTo>
                    <a:pt x="2401" y="8305"/>
                  </a:moveTo>
                  <a:lnTo>
                    <a:pt x="1324" y="9144"/>
                  </a:lnTo>
                  <a:lnTo>
                    <a:pt x="655" y="8885"/>
                  </a:lnTo>
                  <a:lnTo>
                    <a:pt x="0" y="7113"/>
                  </a:lnTo>
                  <a:lnTo>
                    <a:pt x="707" y="4386"/>
                  </a:lnTo>
                  <a:lnTo>
                    <a:pt x="447" y="871"/>
                  </a:lnTo>
                  <a:lnTo>
                    <a:pt x="555" y="0"/>
                  </a:lnTo>
                  <a:lnTo>
                    <a:pt x="2295" y="1971"/>
                  </a:lnTo>
                  <a:lnTo>
                    <a:pt x="2605" y="3082"/>
                  </a:lnTo>
                  <a:lnTo>
                    <a:pt x="3310" y="4703"/>
                  </a:lnTo>
                  <a:lnTo>
                    <a:pt x="3451" y="5558"/>
                  </a:lnTo>
                  <a:lnTo>
                    <a:pt x="2733" y="7225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99"/>
            <p:cNvSpPr/>
            <p:nvPr/>
          </p:nvSpPr>
          <p:spPr>
            <a:xfrm>
              <a:off x="2529932" y="5606082"/>
              <a:ext cx="4149" cy="4876"/>
            </a:xfrm>
            <a:custGeom>
              <a:avLst/>
              <a:pathLst>
                <a:path w="4149" h="4876">
                  <a:moveTo>
                    <a:pt x="2848" y="4657"/>
                  </a:moveTo>
                  <a:lnTo>
                    <a:pt x="2270" y="4876"/>
                  </a:lnTo>
                  <a:lnTo>
                    <a:pt x="894" y="4738"/>
                  </a:lnTo>
                  <a:lnTo>
                    <a:pt x="0" y="4097"/>
                  </a:lnTo>
                  <a:lnTo>
                    <a:pt x="1156" y="1971"/>
                  </a:lnTo>
                  <a:lnTo>
                    <a:pt x="1017" y="571"/>
                  </a:lnTo>
                  <a:lnTo>
                    <a:pt x="2064" y="0"/>
                  </a:lnTo>
                  <a:lnTo>
                    <a:pt x="3227" y="490"/>
                  </a:lnTo>
                  <a:lnTo>
                    <a:pt x="4004" y="2314"/>
                  </a:lnTo>
                  <a:lnTo>
                    <a:pt x="4149" y="3073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0"/>
            <p:cNvSpPr/>
            <p:nvPr/>
          </p:nvSpPr>
          <p:spPr>
            <a:xfrm>
              <a:off x="4416785" y="5605681"/>
              <a:ext cx="7690" cy="7574"/>
            </a:xfrm>
            <a:custGeom>
              <a:avLst/>
              <a:pathLst>
                <a:path w="7690" h="7574">
                  <a:moveTo>
                    <a:pt x="6267" y="6795"/>
                  </a:moveTo>
                  <a:lnTo>
                    <a:pt x="4141" y="7574"/>
                  </a:lnTo>
                  <a:lnTo>
                    <a:pt x="3798" y="7150"/>
                  </a:lnTo>
                  <a:lnTo>
                    <a:pt x="3738" y="6723"/>
                  </a:lnTo>
                  <a:lnTo>
                    <a:pt x="547" y="3869"/>
                  </a:lnTo>
                  <a:lnTo>
                    <a:pt x="0" y="1555"/>
                  </a:lnTo>
                  <a:lnTo>
                    <a:pt x="319" y="0"/>
                  </a:lnTo>
                  <a:lnTo>
                    <a:pt x="2941" y="152"/>
                  </a:lnTo>
                  <a:lnTo>
                    <a:pt x="6068" y="1514"/>
                  </a:lnTo>
                  <a:lnTo>
                    <a:pt x="7690" y="5046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1"/>
            <p:cNvSpPr/>
            <p:nvPr/>
          </p:nvSpPr>
          <p:spPr>
            <a:xfrm>
              <a:off x="3959959" y="5605020"/>
              <a:ext cx="6066" cy="3142"/>
            </a:xfrm>
            <a:custGeom>
              <a:avLst/>
              <a:pathLst>
                <a:path w="6066" h="3142">
                  <a:moveTo>
                    <a:pt x="3110" y="2458"/>
                  </a:moveTo>
                  <a:lnTo>
                    <a:pt x="1036" y="3142"/>
                  </a:lnTo>
                  <a:lnTo>
                    <a:pt x="130" y="2862"/>
                  </a:lnTo>
                  <a:lnTo>
                    <a:pt x="25" y="2152"/>
                  </a:lnTo>
                  <a:lnTo>
                    <a:pt x="0" y="1451"/>
                  </a:lnTo>
                  <a:lnTo>
                    <a:pt x="84" y="686"/>
                  </a:lnTo>
                  <a:lnTo>
                    <a:pt x="786" y="83"/>
                  </a:lnTo>
                  <a:lnTo>
                    <a:pt x="4243" y="0"/>
                  </a:lnTo>
                  <a:lnTo>
                    <a:pt x="5640" y="551"/>
                  </a:lnTo>
                  <a:lnTo>
                    <a:pt x="6027" y="891"/>
                  </a:lnTo>
                  <a:lnTo>
                    <a:pt x="6066" y="1968"/>
                  </a:lnTo>
                  <a:lnTo>
                    <a:pt x="5932" y="2285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2"/>
            <p:cNvSpPr/>
            <p:nvPr/>
          </p:nvSpPr>
          <p:spPr>
            <a:xfrm>
              <a:off x="5376517" y="5604651"/>
              <a:ext cx="2619" cy="5716"/>
            </a:xfrm>
            <a:custGeom>
              <a:avLst/>
              <a:pathLst>
                <a:path w="2619" h="5716">
                  <a:moveTo>
                    <a:pt x="2619" y="3921"/>
                  </a:moveTo>
                  <a:lnTo>
                    <a:pt x="2393" y="5716"/>
                  </a:lnTo>
                  <a:lnTo>
                    <a:pt x="1788" y="5303"/>
                  </a:lnTo>
                  <a:lnTo>
                    <a:pt x="915" y="3860"/>
                  </a:lnTo>
                  <a:lnTo>
                    <a:pt x="0" y="357"/>
                  </a:lnTo>
                  <a:lnTo>
                    <a:pt x="820" y="0"/>
                  </a:lnTo>
                  <a:lnTo>
                    <a:pt x="1829" y="600"/>
                  </a:lnTo>
                  <a:lnTo>
                    <a:pt x="2239" y="2337"/>
                  </a:lnTo>
                  <a:lnTo>
                    <a:pt x="2585" y="3249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3"/>
            <p:cNvSpPr/>
            <p:nvPr/>
          </p:nvSpPr>
          <p:spPr>
            <a:xfrm>
              <a:off x="4428111" y="5604247"/>
              <a:ext cx="5179" cy="3462"/>
            </a:xfrm>
            <a:custGeom>
              <a:avLst/>
              <a:pathLst>
                <a:path w="5179" h="3462">
                  <a:moveTo>
                    <a:pt x="3820" y="2738"/>
                  </a:moveTo>
                  <a:lnTo>
                    <a:pt x="2399" y="3462"/>
                  </a:lnTo>
                  <a:lnTo>
                    <a:pt x="1293" y="3332"/>
                  </a:lnTo>
                  <a:lnTo>
                    <a:pt x="0" y="1716"/>
                  </a:lnTo>
                  <a:lnTo>
                    <a:pt x="561" y="646"/>
                  </a:lnTo>
                  <a:lnTo>
                    <a:pt x="1864" y="0"/>
                  </a:lnTo>
                  <a:lnTo>
                    <a:pt x="3558" y="357"/>
                  </a:lnTo>
                  <a:lnTo>
                    <a:pt x="4004" y="914"/>
                  </a:lnTo>
                  <a:lnTo>
                    <a:pt x="5179" y="1281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4"/>
            <p:cNvSpPr/>
            <p:nvPr/>
          </p:nvSpPr>
          <p:spPr>
            <a:xfrm>
              <a:off x="2510870" y="5602755"/>
              <a:ext cx="17977" cy="33363"/>
            </a:xfrm>
            <a:custGeom>
              <a:avLst/>
              <a:pathLst>
                <a:path w="17977" h="33363">
                  <a:moveTo>
                    <a:pt x="14185" y="25119"/>
                  </a:moveTo>
                  <a:lnTo>
                    <a:pt x="12901" y="27018"/>
                  </a:lnTo>
                  <a:lnTo>
                    <a:pt x="11882" y="27595"/>
                  </a:lnTo>
                  <a:lnTo>
                    <a:pt x="10953" y="27047"/>
                  </a:lnTo>
                  <a:lnTo>
                    <a:pt x="10031" y="26833"/>
                  </a:lnTo>
                  <a:lnTo>
                    <a:pt x="9337" y="27511"/>
                  </a:lnTo>
                  <a:lnTo>
                    <a:pt x="8620" y="30492"/>
                  </a:lnTo>
                  <a:lnTo>
                    <a:pt x="7790" y="31996"/>
                  </a:lnTo>
                  <a:lnTo>
                    <a:pt x="6880" y="32755"/>
                  </a:lnTo>
                  <a:lnTo>
                    <a:pt x="6363" y="32452"/>
                  </a:lnTo>
                  <a:lnTo>
                    <a:pt x="5848" y="32460"/>
                  </a:lnTo>
                  <a:lnTo>
                    <a:pt x="4989" y="33136"/>
                  </a:lnTo>
                  <a:lnTo>
                    <a:pt x="3945" y="33363"/>
                  </a:lnTo>
                  <a:lnTo>
                    <a:pt x="2920" y="33092"/>
                  </a:lnTo>
                  <a:lnTo>
                    <a:pt x="1921" y="31194"/>
                  </a:lnTo>
                  <a:lnTo>
                    <a:pt x="499" y="28911"/>
                  </a:lnTo>
                  <a:lnTo>
                    <a:pt x="218" y="28178"/>
                  </a:lnTo>
                  <a:lnTo>
                    <a:pt x="0" y="26325"/>
                  </a:lnTo>
                  <a:lnTo>
                    <a:pt x="66" y="24476"/>
                  </a:lnTo>
                  <a:lnTo>
                    <a:pt x="686" y="23013"/>
                  </a:lnTo>
                  <a:lnTo>
                    <a:pt x="3925" y="18003"/>
                  </a:lnTo>
                  <a:lnTo>
                    <a:pt x="4990" y="15747"/>
                  </a:lnTo>
                  <a:lnTo>
                    <a:pt x="5944" y="13181"/>
                  </a:lnTo>
                  <a:lnTo>
                    <a:pt x="6952" y="10881"/>
                  </a:lnTo>
                  <a:lnTo>
                    <a:pt x="8899" y="6766"/>
                  </a:lnTo>
                  <a:lnTo>
                    <a:pt x="9897" y="5251"/>
                  </a:lnTo>
                  <a:lnTo>
                    <a:pt x="14812" y="961"/>
                  </a:lnTo>
                  <a:lnTo>
                    <a:pt x="16134" y="0"/>
                  </a:lnTo>
                  <a:lnTo>
                    <a:pt x="17607" y="257"/>
                  </a:lnTo>
                  <a:lnTo>
                    <a:pt x="17977" y="2501"/>
                  </a:lnTo>
                  <a:lnTo>
                    <a:pt x="17241" y="3601"/>
                  </a:lnTo>
                  <a:lnTo>
                    <a:pt x="14877" y="6507"/>
                  </a:lnTo>
                  <a:lnTo>
                    <a:pt x="14423" y="10573"/>
                  </a:lnTo>
                  <a:lnTo>
                    <a:pt x="14433" y="12053"/>
                  </a:lnTo>
                  <a:lnTo>
                    <a:pt x="14673" y="12425"/>
                  </a:lnTo>
                  <a:lnTo>
                    <a:pt x="15572" y="12945"/>
                  </a:lnTo>
                  <a:lnTo>
                    <a:pt x="16168" y="13522"/>
                  </a:lnTo>
                  <a:lnTo>
                    <a:pt x="16990" y="14734"/>
                  </a:lnTo>
                  <a:lnTo>
                    <a:pt x="17895" y="15455"/>
                  </a:lnTo>
                  <a:lnTo>
                    <a:pt x="15918" y="17576"/>
                  </a:lnTo>
                  <a:lnTo>
                    <a:pt x="14581" y="18647"/>
                  </a:lnTo>
                  <a:lnTo>
                    <a:pt x="13672" y="19965"/>
                  </a:lnTo>
                  <a:lnTo>
                    <a:pt x="11881" y="21270"/>
                  </a:lnTo>
                  <a:lnTo>
                    <a:pt x="11142" y="22092"/>
                  </a:lnTo>
                  <a:lnTo>
                    <a:pt x="12260" y="22401"/>
                  </a:lnTo>
                  <a:lnTo>
                    <a:pt x="13957" y="23451"/>
                  </a:lnTo>
                  <a:lnTo>
                    <a:pt x="14419" y="24406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5"/>
            <p:cNvSpPr/>
            <p:nvPr/>
          </p:nvSpPr>
          <p:spPr>
            <a:xfrm>
              <a:off x="4413753" y="5599630"/>
              <a:ext cx="3205" cy="3690"/>
            </a:xfrm>
            <a:custGeom>
              <a:avLst/>
              <a:pathLst>
                <a:path w="3205" h="3690">
                  <a:moveTo>
                    <a:pt x="3205" y="2758"/>
                  </a:moveTo>
                  <a:lnTo>
                    <a:pt x="1896" y="3690"/>
                  </a:lnTo>
                  <a:lnTo>
                    <a:pt x="831" y="3503"/>
                  </a:lnTo>
                  <a:lnTo>
                    <a:pt x="133" y="2533"/>
                  </a:lnTo>
                  <a:lnTo>
                    <a:pt x="0" y="1927"/>
                  </a:lnTo>
                  <a:lnTo>
                    <a:pt x="645" y="0"/>
                  </a:lnTo>
                  <a:lnTo>
                    <a:pt x="1184" y="89"/>
                  </a:lnTo>
                  <a:lnTo>
                    <a:pt x="1544" y="1108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6"/>
            <p:cNvSpPr/>
            <p:nvPr/>
          </p:nvSpPr>
          <p:spPr>
            <a:xfrm>
              <a:off x="4580683" y="5595217"/>
              <a:ext cx="4359" cy="3321"/>
            </a:xfrm>
            <a:custGeom>
              <a:avLst/>
              <a:pathLst>
                <a:path w="4359" h="3321">
                  <a:moveTo>
                    <a:pt x="3080" y="2972"/>
                  </a:moveTo>
                  <a:lnTo>
                    <a:pt x="1915" y="3321"/>
                  </a:lnTo>
                  <a:lnTo>
                    <a:pt x="723" y="2484"/>
                  </a:lnTo>
                  <a:lnTo>
                    <a:pt x="107" y="906"/>
                  </a:lnTo>
                  <a:lnTo>
                    <a:pt x="0" y="395"/>
                  </a:lnTo>
                  <a:lnTo>
                    <a:pt x="1877" y="0"/>
                  </a:lnTo>
                  <a:lnTo>
                    <a:pt x="4359" y="1515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7"/>
            <p:cNvSpPr/>
            <p:nvPr/>
          </p:nvSpPr>
          <p:spPr>
            <a:xfrm>
              <a:off x="5366739" y="5591732"/>
              <a:ext cx="3876" cy="8091"/>
            </a:xfrm>
            <a:custGeom>
              <a:avLst/>
              <a:pathLst>
                <a:path w="3876" h="8091">
                  <a:moveTo>
                    <a:pt x="3876" y="6680"/>
                  </a:moveTo>
                  <a:lnTo>
                    <a:pt x="3206" y="8091"/>
                  </a:lnTo>
                  <a:lnTo>
                    <a:pt x="2641" y="7943"/>
                  </a:lnTo>
                  <a:lnTo>
                    <a:pt x="67" y="4385"/>
                  </a:lnTo>
                  <a:lnTo>
                    <a:pt x="358" y="2842"/>
                  </a:lnTo>
                  <a:lnTo>
                    <a:pt x="0" y="1549"/>
                  </a:lnTo>
                  <a:lnTo>
                    <a:pt x="59" y="395"/>
                  </a:lnTo>
                  <a:lnTo>
                    <a:pt x="164" y="0"/>
                  </a:lnTo>
                  <a:lnTo>
                    <a:pt x="3282" y="5358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8"/>
            <p:cNvSpPr/>
            <p:nvPr/>
          </p:nvSpPr>
          <p:spPr>
            <a:xfrm>
              <a:off x="4598943" y="5587628"/>
              <a:ext cx="2643" cy="3460"/>
            </a:xfrm>
            <a:custGeom>
              <a:avLst/>
              <a:pathLst>
                <a:path w="2643" h="3460">
                  <a:moveTo>
                    <a:pt x="2325" y="3079"/>
                  </a:moveTo>
                  <a:lnTo>
                    <a:pt x="702" y="3460"/>
                  </a:lnTo>
                  <a:lnTo>
                    <a:pt x="71" y="2669"/>
                  </a:lnTo>
                  <a:lnTo>
                    <a:pt x="0" y="2236"/>
                  </a:lnTo>
                  <a:lnTo>
                    <a:pt x="1211" y="551"/>
                  </a:lnTo>
                  <a:lnTo>
                    <a:pt x="2643" y="0"/>
                  </a:lnTo>
                  <a:lnTo>
                    <a:pt x="2533" y="1996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09"/>
            <p:cNvSpPr/>
            <p:nvPr/>
          </p:nvSpPr>
          <p:spPr>
            <a:xfrm>
              <a:off x="2538887" y="5586281"/>
              <a:ext cx="3607" cy="7266"/>
            </a:xfrm>
            <a:custGeom>
              <a:avLst/>
              <a:pathLst>
                <a:path w="3607" h="7266">
                  <a:moveTo>
                    <a:pt x="3359" y="3956"/>
                  </a:moveTo>
                  <a:lnTo>
                    <a:pt x="603" y="7266"/>
                  </a:lnTo>
                  <a:lnTo>
                    <a:pt x="216" y="7052"/>
                  </a:lnTo>
                  <a:lnTo>
                    <a:pt x="0" y="6709"/>
                  </a:lnTo>
                  <a:lnTo>
                    <a:pt x="6" y="6146"/>
                  </a:lnTo>
                  <a:lnTo>
                    <a:pt x="938" y="4928"/>
                  </a:lnTo>
                  <a:lnTo>
                    <a:pt x="1092" y="1301"/>
                  </a:lnTo>
                  <a:lnTo>
                    <a:pt x="2914" y="0"/>
                  </a:lnTo>
                  <a:lnTo>
                    <a:pt x="3607" y="461"/>
                  </a:lnTo>
                  <a:lnTo>
                    <a:pt x="3019" y="1982"/>
                  </a:lnTo>
                  <a:lnTo>
                    <a:pt x="3392" y="3304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0"/>
            <p:cNvSpPr/>
            <p:nvPr/>
          </p:nvSpPr>
          <p:spPr>
            <a:xfrm>
              <a:off x="4552432" y="5585366"/>
              <a:ext cx="8783" cy="5589"/>
            </a:xfrm>
            <a:custGeom>
              <a:avLst/>
              <a:pathLst>
                <a:path w="8783" h="5589">
                  <a:moveTo>
                    <a:pt x="3771" y="0"/>
                  </a:moveTo>
                  <a:lnTo>
                    <a:pt x="5186" y="738"/>
                  </a:lnTo>
                  <a:lnTo>
                    <a:pt x="7707" y="666"/>
                  </a:lnTo>
                  <a:lnTo>
                    <a:pt x="8619" y="1800"/>
                  </a:lnTo>
                  <a:lnTo>
                    <a:pt x="8783" y="3061"/>
                  </a:lnTo>
                  <a:lnTo>
                    <a:pt x="8743" y="3786"/>
                  </a:lnTo>
                  <a:lnTo>
                    <a:pt x="7736" y="4873"/>
                  </a:lnTo>
                  <a:lnTo>
                    <a:pt x="1079" y="5589"/>
                  </a:lnTo>
                  <a:lnTo>
                    <a:pt x="0" y="4432"/>
                  </a:lnTo>
                  <a:lnTo>
                    <a:pt x="1132" y="1310"/>
                  </a:lnTo>
                  <a:lnTo>
                    <a:pt x="2378" y="297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1"/>
            <p:cNvSpPr/>
            <p:nvPr/>
          </p:nvSpPr>
          <p:spPr>
            <a:xfrm>
              <a:off x="4502346" y="5575506"/>
              <a:ext cx="5201" cy="3531"/>
            </a:xfrm>
            <a:custGeom>
              <a:avLst/>
              <a:pathLst>
                <a:path w="5201" h="3531">
                  <a:moveTo>
                    <a:pt x="4358" y="3136"/>
                  </a:moveTo>
                  <a:lnTo>
                    <a:pt x="2743" y="3531"/>
                  </a:lnTo>
                  <a:lnTo>
                    <a:pt x="1047" y="3105"/>
                  </a:lnTo>
                  <a:lnTo>
                    <a:pt x="180" y="1711"/>
                  </a:lnTo>
                  <a:lnTo>
                    <a:pt x="0" y="1116"/>
                  </a:lnTo>
                  <a:lnTo>
                    <a:pt x="657" y="135"/>
                  </a:lnTo>
                  <a:lnTo>
                    <a:pt x="3063" y="0"/>
                  </a:lnTo>
                  <a:lnTo>
                    <a:pt x="4758" y="842"/>
                  </a:lnTo>
                  <a:lnTo>
                    <a:pt x="5138" y="1722"/>
                  </a:lnTo>
                  <a:lnTo>
                    <a:pt x="5201" y="2146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2"/>
            <p:cNvSpPr/>
            <p:nvPr/>
          </p:nvSpPr>
          <p:spPr>
            <a:xfrm>
              <a:off x="2547354" y="5570337"/>
              <a:ext cx="6719" cy="10448"/>
            </a:xfrm>
            <a:custGeom>
              <a:avLst/>
              <a:pathLst>
                <a:path w="6719" h="10448">
                  <a:moveTo>
                    <a:pt x="4148" y="9314"/>
                  </a:moveTo>
                  <a:lnTo>
                    <a:pt x="1450" y="10448"/>
                  </a:lnTo>
                  <a:lnTo>
                    <a:pt x="75" y="10024"/>
                  </a:lnTo>
                  <a:lnTo>
                    <a:pt x="0" y="8838"/>
                  </a:lnTo>
                  <a:lnTo>
                    <a:pt x="345" y="7283"/>
                  </a:lnTo>
                  <a:lnTo>
                    <a:pt x="1626" y="6426"/>
                  </a:lnTo>
                  <a:lnTo>
                    <a:pt x="1412" y="4103"/>
                  </a:lnTo>
                  <a:lnTo>
                    <a:pt x="2242" y="3119"/>
                  </a:lnTo>
                  <a:lnTo>
                    <a:pt x="2630" y="1292"/>
                  </a:lnTo>
                  <a:lnTo>
                    <a:pt x="4292" y="0"/>
                  </a:lnTo>
                  <a:lnTo>
                    <a:pt x="6719" y="605"/>
                  </a:lnTo>
                  <a:lnTo>
                    <a:pt x="6336" y="2923"/>
                  </a:lnTo>
                  <a:lnTo>
                    <a:pt x="6315" y="3713"/>
                  </a:lnTo>
                  <a:lnTo>
                    <a:pt x="4907" y="4345"/>
                  </a:lnTo>
                  <a:lnTo>
                    <a:pt x="4535" y="4709"/>
                  </a:lnTo>
                  <a:lnTo>
                    <a:pt x="4203" y="6241"/>
                  </a:lnTo>
                  <a:lnTo>
                    <a:pt x="4265" y="8466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3"/>
            <p:cNvSpPr/>
            <p:nvPr/>
          </p:nvSpPr>
          <p:spPr>
            <a:xfrm>
              <a:off x="4601338" y="5565931"/>
              <a:ext cx="12200" cy="9548"/>
            </a:xfrm>
            <a:custGeom>
              <a:avLst/>
              <a:pathLst>
                <a:path w="12200" h="9548">
                  <a:moveTo>
                    <a:pt x="8775" y="8847"/>
                  </a:moveTo>
                  <a:lnTo>
                    <a:pt x="3412" y="9548"/>
                  </a:lnTo>
                  <a:lnTo>
                    <a:pt x="2986" y="8783"/>
                  </a:lnTo>
                  <a:lnTo>
                    <a:pt x="990" y="8711"/>
                  </a:lnTo>
                  <a:lnTo>
                    <a:pt x="274" y="8071"/>
                  </a:lnTo>
                  <a:lnTo>
                    <a:pt x="0" y="6654"/>
                  </a:lnTo>
                  <a:lnTo>
                    <a:pt x="664" y="4212"/>
                  </a:lnTo>
                  <a:lnTo>
                    <a:pt x="1716" y="2585"/>
                  </a:lnTo>
                  <a:lnTo>
                    <a:pt x="3391" y="911"/>
                  </a:lnTo>
                  <a:lnTo>
                    <a:pt x="4153" y="539"/>
                  </a:lnTo>
                  <a:lnTo>
                    <a:pt x="7565" y="0"/>
                  </a:lnTo>
                  <a:lnTo>
                    <a:pt x="9975" y="721"/>
                  </a:lnTo>
                  <a:lnTo>
                    <a:pt x="11726" y="2781"/>
                  </a:lnTo>
                  <a:lnTo>
                    <a:pt x="12200" y="4417"/>
                  </a:lnTo>
                  <a:lnTo>
                    <a:pt x="11945" y="5508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4"/>
            <p:cNvSpPr/>
            <p:nvPr/>
          </p:nvSpPr>
          <p:spPr>
            <a:xfrm>
              <a:off x="4632055" y="5558590"/>
              <a:ext cx="7869" cy="10013"/>
            </a:xfrm>
            <a:custGeom>
              <a:avLst/>
              <a:pathLst>
                <a:path w="7869" h="10013">
                  <a:moveTo>
                    <a:pt x="7869" y="9326"/>
                  </a:moveTo>
                  <a:lnTo>
                    <a:pt x="7127" y="10013"/>
                  </a:lnTo>
                  <a:lnTo>
                    <a:pt x="5138" y="9603"/>
                  </a:lnTo>
                  <a:lnTo>
                    <a:pt x="4675" y="9023"/>
                  </a:lnTo>
                  <a:lnTo>
                    <a:pt x="4499" y="6166"/>
                  </a:lnTo>
                  <a:lnTo>
                    <a:pt x="4358" y="5387"/>
                  </a:lnTo>
                  <a:lnTo>
                    <a:pt x="3638" y="4599"/>
                  </a:lnTo>
                  <a:lnTo>
                    <a:pt x="360" y="3139"/>
                  </a:lnTo>
                  <a:lnTo>
                    <a:pt x="0" y="1128"/>
                  </a:lnTo>
                  <a:lnTo>
                    <a:pt x="450" y="196"/>
                  </a:lnTo>
                  <a:lnTo>
                    <a:pt x="1645" y="0"/>
                  </a:lnTo>
                  <a:lnTo>
                    <a:pt x="4655" y="1800"/>
                  </a:lnTo>
                  <a:lnTo>
                    <a:pt x="5321" y="3174"/>
                  </a:lnTo>
                  <a:lnTo>
                    <a:pt x="5209" y="5260"/>
                  </a:lnTo>
                  <a:lnTo>
                    <a:pt x="5263" y="5935"/>
                  </a:lnTo>
                  <a:lnTo>
                    <a:pt x="6187" y="7318"/>
                  </a:lnTo>
                  <a:lnTo>
                    <a:pt x="7642" y="8769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5"/>
            <p:cNvSpPr/>
            <p:nvPr/>
          </p:nvSpPr>
          <p:spPr>
            <a:xfrm>
              <a:off x="2579722" y="5546773"/>
              <a:ext cx="4702" cy="5223"/>
            </a:xfrm>
            <a:custGeom>
              <a:avLst/>
              <a:pathLst>
                <a:path w="4702" h="5223">
                  <a:moveTo>
                    <a:pt x="2988" y="3881"/>
                  </a:moveTo>
                  <a:lnTo>
                    <a:pt x="1035" y="5223"/>
                  </a:lnTo>
                  <a:lnTo>
                    <a:pt x="0" y="5205"/>
                  </a:lnTo>
                  <a:lnTo>
                    <a:pt x="1222" y="1965"/>
                  </a:lnTo>
                  <a:lnTo>
                    <a:pt x="2362" y="1841"/>
                  </a:lnTo>
                  <a:lnTo>
                    <a:pt x="4182" y="0"/>
                  </a:lnTo>
                  <a:lnTo>
                    <a:pt x="4702" y="265"/>
                  </a:lnTo>
                  <a:lnTo>
                    <a:pt x="3719" y="1803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6"/>
            <p:cNvSpPr/>
            <p:nvPr/>
          </p:nvSpPr>
          <p:spPr>
            <a:xfrm>
              <a:off x="2655124" y="5535049"/>
              <a:ext cx="6826" cy="7023"/>
            </a:xfrm>
            <a:custGeom>
              <a:avLst/>
              <a:pathLst>
                <a:path w="6826" h="7023">
                  <a:moveTo>
                    <a:pt x="2559" y="6908"/>
                  </a:moveTo>
                  <a:lnTo>
                    <a:pt x="1500" y="7023"/>
                  </a:lnTo>
                  <a:lnTo>
                    <a:pt x="178" y="6123"/>
                  </a:lnTo>
                  <a:lnTo>
                    <a:pt x="0" y="4593"/>
                  </a:lnTo>
                  <a:lnTo>
                    <a:pt x="24" y="3748"/>
                  </a:lnTo>
                  <a:lnTo>
                    <a:pt x="1015" y="3125"/>
                  </a:lnTo>
                  <a:lnTo>
                    <a:pt x="1645" y="3024"/>
                  </a:lnTo>
                  <a:lnTo>
                    <a:pt x="5248" y="571"/>
                  </a:lnTo>
                  <a:lnTo>
                    <a:pt x="6826" y="0"/>
                  </a:lnTo>
                  <a:lnTo>
                    <a:pt x="6122" y="1439"/>
                  </a:lnTo>
                  <a:lnTo>
                    <a:pt x="6202" y="2784"/>
                  </a:lnTo>
                  <a:lnTo>
                    <a:pt x="5637" y="3988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7"/>
            <p:cNvSpPr/>
            <p:nvPr/>
          </p:nvSpPr>
          <p:spPr>
            <a:xfrm>
              <a:off x="2570915" y="5532908"/>
              <a:ext cx="17714" cy="16953"/>
            </a:xfrm>
            <a:custGeom>
              <a:avLst/>
              <a:pathLst>
                <a:path w="17714" h="16953">
                  <a:moveTo>
                    <a:pt x="13468" y="6175"/>
                  </a:moveTo>
                  <a:lnTo>
                    <a:pt x="12279" y="9242"/>
                  </a:lnTo>
                  <a:lnTo>
                    <a:pt x="14086" y="9214"/>
                  </a:lnTo>
                  <a:lnTo>
                    <a:pt x="15301" y="8108"/>
                  </a:lnTo>
                  <a:lnTo>
                    <a:pt x="16582" y="7646"/>
                  </a:lnTo>
                  <a:lnTo>
                    <a:pt x="17714" y="9199"/>
                  </a:lnTo>
                  <a:lnTo>
                    <a:pt x="15381" y="10353"/>
                  </a:lnTo>
                  <a:lnTo>
                    <a:pt x="13197" y="12402"/>
                  </a:lnTo>
                  <a:lnTo>
                    <a:pt x="12298" y="13499"/>
                  </a:lnTo>
                  <a:lnTo>
                    <a:pt x="11317" y="13986"/>
                  </a:lnTo>
                  <a:lnTo>
                    <a:pt x="10047" y="13793"/>
                  </a:lnTo>
                  <a:lnTo>
                    <a:pt x="8805" y="13995"/>
                  </a:lnTo>
                  <a:lnTo>
                    <a:pt x="7714" y="16029"/>
                  </a:lnTo>
                  <a:lnTo>
                    <a:pt x="6571" y="16953"/>
                  </a:lnTo>
                  <a:lnTo>
                    <a:pt x="6196" y="16188"/>
                  </a:lnTo>
                  <a:lnTo>
                    <a:pt x="5771" y="15689"/>
                  </a:lnTo>
                  <a:lnTo>
                    <a:pt x="3269" y="15011"/>
                  </a:lnTo>
                  <a:lnTo>
                    <a:pt x="2133" y="13952"/>
                  </a:lnTo>
                  <a:lnTo>
                    <a:pt x="1090" y="13268"/>
                  </a:lnTo>
                  <a:lnTo>
                    <a:pt x="0" y="12913"/>
                  </a:lnTo>
                  <a:lnTo>
                    <a:pt x="565" y="11075"/>
                  </a:lnTo>
                  <a:lnTo>
                    <a:pt x="1246" y="9496"/>
                  </a:lnTo>
                  <a:lnTo>
                    <a:pt x="4996" y="7364"/>
                  </a:lnTo>
                  <a:lnTo>
                    <a:pt x="4629" y="6694"/>
                  </a:lnTo>
                  <a:lnTo>
                    <a:pt x="4391" y="5811"/>
                  </a:lnTo>
                  <a:lnTo>
                    <a:pt x="7375" y="4752"/>
                  </a:lnTo>
                  <a:lnTo>
                    <a:pt x="7450" y="3647"/>
                  </a:lnTo>
                  <a:lnTo>
                    <a:pt x="7267" y="2429"/>
                  </a:lnTo>
                  <a:lnTo>
                    <a:pt x="8224" y="1584"/>
                  </a:lnTo>
                  <a:lnTo>
                    <a:pt x="9105" y="366"/>
                  </a:lnTo>
                  <a:lnTo>
                    <a:pt x="9704" y="0"/>
                  </a:lnTo>
                  <a:lnTo>
                    <a:pt x="11580" y="167"/>
                  </a:lnTo>
                  <a:lnTo>
                    <a:pt x="12863" y="1864"/>
                  </a:lnTo>
                  <a:lnTo>
                    <a:pt x="12356" y="3549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8"/>
            <p:cNvSpPr/>
            <p:nvPr/>
          </p:nvSpPr>
          <p:spPr>
            <a:xfrm>
              <a:off x="2589305" y="5525575"/>
              <a:ext cx="8925" cy="14829"/>
            </a:xfrm>
            <a:custGeom>
              <a:avLst/>
              <a:pathLst>
                <a:path w="8925" h="14829">
                  <a:moveTo>
                    <a:pt x="5627" y="12174"/>
                  </a:moveTo>
                  <a:lnTo>
                    <a:pt x="4761" y="13363"/>
                  </a:lnTo>
                  <a:lnTo>
                    <a:pt x="4030" y="13571"/>
                  </a:lnTo>
                  <a:lnTo>
                    <a:pt x="3377" y="13051"/>
                  </a:lnTo>
                  <a:lnTo>
                    <a:pt x="2493" y="14829"/>
                  </a:lnTo>
                  <a:lnTo>
                    <a:pt x="676" y="14289"/>
                  </a:lnTo>
                  <a:lnTo>
                    <a:pt x="0" y="13787"/>
                  </a:lnTo>
                  <a:lnTo>
                    <a:pt x="431" y="13571"/>
                  </a:lnTo>
                  <a:lnTo>
                    <a:pt x="751" y="12768"/>
                  </a:lnTo>
                  <a:lnTo>
                    <a:pt x="1712" y="11204"/>
                  </a:lnTo>
                  <a:lnTo>
                    <a:pt x="3427" y="7121"/>
                  </a:lnTo>
                  <a:lnTo>
                    <a:pt x="3727" y="5857"/>
                  </a:lnTo>
                  <a:lnTo>
                    <a:pt x="2363" y="3759"/>
                  </a:lnTo>
                  <a:lnTo>
                    <a:pt x="2110" y="3070"/>
                  </a:lnTo>
                  <a:lnTo>
                    <a:pt x="2419" y="1866"/>
                  </a:lnTo>
                  <a:lnTo>
                    <a:pt x="2922" y="983"/>
                  </a:lnTo>
                  <a:lnTo>
                    <a:pt x="4076" y="0"/>
                  </a:lnTo>
                  <a:lnTo>
                    <a:pt x="5590" y="31"/>
                  </a:lnTo>
                  <a:lnTo>
                    <a:pt x="6344" y="813"/>
                  </a:lnTo>
                  <a:lnTo>
                    <a:pt x="6330" y="2294"/>
                  </a:lnTo>
                  <a:lnTo>
                    <a:pt x="8925" y="3713"/>
                  </a:lnTo>
                  <a:lnTo>
                    <a:pt x="8489" y="6564"/>
                  </a:lnTo>
                  <a:lnTo>
                    <a:pt x="7496" y="8379"/>
                  </a:lnTo>
                  <a:lnTo>
                    <a:pt x="7355" y="10532"/>
                  </a:lnTo>
                  <a:lnTo>
                    <a:pt x="5899" y="11493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19"/>
            <p:cNvSpPr/>
            <p:nvPr/>
          </p:nvSpPr>
          <p:spPr>
            <a:xfrm>
              <a:off x="2598410" y="5524222"/>
              <a:ext cx="3031" cy="3361"/>
            </a:xfrm>
            <a:custGeom>
              <a:avLst/>
              <a:pathLst>
                <a:path w="3031" h="3361">
                  <a:moveTo>
                    <a:pt x="1128" y="3266"/>
                  </a:moveTo>
                  <a:lnTo>
                    <a:pt x="0" y="3361"/>
                  </a:lnTo>
                  <a:lnTo>
                    <a:pt x="285" y="1794"/>
                  </a:lnTo>
                  <a:lnTo>
                    <a:pt x="1327" y="698"/>
                  </a:lnTo>
                  <a:lnTo>
                    <a:pt x="3031" y="0"/>
                  </a:lnTo>
                  <a:lnTo>
                    <a:pt x="1945" y="1783"/>
                  </a:lnTo>
                  <a:lnTo>
                    <a:pt x="1638" y="2597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0"/>
            <p:cNvSpPr/>
            <p:nvPr/>
          </p:nvSpPr>
          <p:spPr>
            <a:xfrm>
              <a:off x="2642905" y="5519412"/>
              <a:ext cx="15003" cy="17914"/>
            </a:xfrm>
            <a:custGeom>
              <a:avLst/>
              <a:pathLst>
                <a:path w="15003" h="17914">
                  <a:moveTo>
                    <a:pt x="7306" y="7389"/>
                  </a:moveTo>
                  <a:lnTo>
                    <a:pt x="7768" y="7794"/>
                  </a:lnTo>
                  <a:lnTo>
                    <a:pt x="8198" y="7615"/>
                  </a:lnTo>
                  <a:lnTo>
                    <a:pt x="8599" y="7211"/>
                  </a:lnTo>
                  <a:lnTo>
                    <a:pt x="8983" y="6244"/>
                  </a:lnTo>
                  <a:lnTo>
                    <a:pt x="10429" y="4824"/>
                  </a:lnTo>
                  <a:lnTo>
                    <a:pt x="11825" y="4663"/>
                  </a:lnTo>
                  <a:lnTo>
                    <a:pt x="11364" y="6111"/>
                  </a:lnTo>
                  <a:lnTo>
                    <a:pt x="14667" y="8665"/>
                  </a:lnTo>
                  <a:lnTo>
                    <a:pt x="14379" y="10708"/>
                  </a:lnTo>
                  <a:lnTo>
                    <a:pt x="15003" y="12339"/>
                  </a:lnTo>
                  <a:lnTo>
                    <a:pt x="13702" y="12823"/>
                  </a:lnTo>
                  <a:lnTo>
                    <a:pt x="12637" y="14540"/>
                  </a:lnTo>
                  <a:lnTo>
                    <a:pt x="13570" y="15201"/>
                  </a:lnTo>
                  <a:lnTo>
                    <a:pt x="14109" y="16641"/>
                  </a:lnTo>
                  <a:lnTo>
                    <a:pt x="12959" y="16993"/>
                  </a:lnTo>
                  <a:lnTo>
                    <a:pt x="10579" y="16150"/>
                  </a:lnTo>
                  <a:lnTo>
                    <a:pt x="9315" y="16352"/>
                  </a:lnTo>
                  <a:lnTo>
                    <a:pt x="9468" y="14985"/>
                  </a:lnTo>
                  <a:lnTo>
                    <a:pt x="9066" y="14462"/>
                  </a:lnTo>
                  <a:lnTo>
                    <a:pt x="7591" y="14722"/>
                  </a:lnTo>
                  <a:lnTo>
                    <a:pt x="6991" y="17645"/>
                  </a:lnTo>
                  <a:lnTo>
                    <a:pt x="6519" y="17914"/>
                  </a:lnTo>
                  <a:lnTo>
                    <a:pt x="5995" y="17440"/>
                  </a:lnTo>
                  <a:lnTo>
                    <a:pt x="6384" y="15585"/>
                  </a:lnTo>
                  <a:lnTo>
                    <a:pt x="5762" y="15265"/>
                  </a:lnTo>
                  <a:lnTo>
                    <a:pt x="5139" y="15299"/>
                  </a:lnTo>
                  <a:lnTo>
                    <a:pt x="3314" y="16687"/>
                  </a:lnTo>
                  <a:lnTo>
                    <a:pt x="2764" y="16722"/>
                  </a:lnTo>
                  <a:lnTo>
                    <a:pt x="1649" y="15091"/>
                  </a:lnTo>
                  <a:lnTo>
                    <a:pt x="5159" y="12947"/>
                  </a:lnTo>
                  <a:lnTo>
                    <a:pt x="3706" y="11888"/>
                  </a:lnTo>
                  <a:lnTo>
                    <a:pt x="3404" y="10547"/>
                  </a:lnTo>
                  <a:lnTo>
                    <a:pt x="3591" y="8674"/>
                  </a:lnTo>
                  <a:lnTo>
                    <a:pt x="2315" y="8954"/>
                  </a:lnTo>
                  <a:lnTo>
                    <a:pt x="1062" y="9658"/>
                  </a:lnTo>
                  <a:lnTo>
                    <a:pt x="499" y="9779"/>
                  </a:lnTo>
                  <a:lnTo>
                    <a:pt x="0" y="9150"/>
                  </a:lnTo>
                  <a:lnTo>
                    <a:pt x="162" y="7799"/>
                  </a:lnTo>
                  <a:lnTo>
                    <a:pt x="1187" y="5629"/>
                  </a:lnTo>
                  <a:lnTo>
                    <a:pt x="2014" y="3321"/>
                  </a:lnTo>
                  <a:lnTo>
                    <a:pt x="3608" y="2181"/>
                  </a:lnTo>
                  <a:lnTo>
                    <a:pt x="4537" y="1289"/>
                  </a:lnTo>
                  <a:lnTo>
                    <a:pt x="5767" y="911"/>
                  </a:lnTo>
                  <a:lnTo>
                    <a:pt x="6322" y="66"/>
                  </a:lnTo>
                  <a:lnTo>
                    <a:pt x="7487" y="0"/>
                  </a:lnTo>
                  <a:lnTo>
                    <a:pt x="8126" y="1904"/>
                  </a:lnTo>
                  <a:lnTo>
                    <a:pt x="8112" y="3044"/>
                  </a:lnTo>
                  <a:lnTo>
                    <a:pt x="7541" y="4296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1"/>
            <p:cNvSpPr/>
            <p:nvPr/>
          </p:nvSpPr>
          <p:spPr>
            <a:xfrm>
              <a:off x="2652220" y="5519045"/>
              <a:ext cx="7147" cy="2574"/>
            </a:xfrm>
            <a:custGeom>
              <a:avLst/>
              <a:pathLst>
                <a:path w="7147" h="2574">
                  <a:moveTo>
                    <a:pt x="3814" y="467"/>
                  </a:moveTo>
                  <a:lnTo>
                    <a:pt x="3986" y="986"/>
                  </a:lnTo>
                  <a:lnTo>
                    <a:pt x="6446" y="718"/>
                  </a:lnTo>
                  <a:lnTo>
                    <a:pt x="7147" y="1471"/>
                  </a:lnTo>
                  <a:lnTo>
                    <a:pt x="5740" y="2487"/>
                  </a:lnTo>
                  <a:lnTo>
                    <a:pt x="5373" y="2274"/>
                  </a:lnTo>
                  <a:lnTo>
                    <a:pt x="4189" y="2574"/>
                  </a:lnTo>
                  <a:lnTo>
                    <a:pt x="825" y="1838"/>
                  </a:lnTo>
                  <a:lnTo>
                    <a:pt x="0" y="629"/>
                  </a:lnTo>
                  <a:lnTo>
                    <a:pt x="3009" y="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2"/>
            <p:cNvSpPr/>
            <p:nvPr/>
          </p:nvSpPr>
          <p:spPr>
            <a:xfrm>
              <a:off x="2611635" y="5515424"/>
              <a:ext cx="5057" cy="6893"/>
            </a:xfrm>
            <a:custGeom>
              <a:avLst/>
              <a:pathLst>
                <a:path w="5057" h="6893">
                  <a:moveTo>
                    <a:pt x="3936" y="5843"/>
                  </a:moveTo>
                  <a:lnTo>
                    <a:pt x="2399" y="6893"/>
                  </a:lnTo>
                  <a:lnTo>
                    <a:pt x="1477" y="6564"/>
                  </a:lnTo>
                  <a:lnTo>
                    <a:pt x="0" y="5324"/>
                  </a:lnTo>
                  <a:lnTo>
                    <a:pt x="2000" y="4957"/>
                  </a:lnTo>
                  <a:lnTo>
                    <a:pt x="2165" y="1413"/>
                  </a:lnTo>
                  <a:lnTo>
                    <a:pt x="3175" y="0"/>
                  </a:lnTo>
                  <a:lnTo>
                    <a:pt x="5057" y="799"/>
                  </a:lnTo>
                  <a:lnTo>
                    <a:pt x="3902" y="2663"/>
                  </a:lnTo>
                  <a:lnTo>
                    <a:pt x="3495" y="4109"/>
                  </a:lnTo>
                  <a:lnTo>
                    <a:pt x="3913" y="5355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3"/>
            <p:cNvSpPr/>
            <p:nvPr/>
          </p:nvSpPr>
          <p:spPr>
            <a:xfrm>
              <a:off x="2670088" y="5507696"/>
              <a:ext cx="6367" cy="5101"/>
            </a:xfrm>
            <a:custGeom>
              <a:avLst/>
              <a:pathLst>
                <a:path w="6367" h="5101">
                  <a:moveTo>
                    <a:pt x="4475" y="3791"/>
                  </a:moveTo>
                  <a:lnTo>
                    <a:pt x="3436" y="5101"/>
                  </a:lnTo>
                  <a:lnTo>
                    <a:pt x="701" y="3130"/>
                  </a:lnTo>
                  <a:lnTo>
                    <a:pt x="0" y="1818"/>
                  </a:lnTo>
                  <a:lnTo>
                    <a:pt x="312" y="874"/>
                  </a:lnTo>
                  <a:lnTo>
                    <a:pt x="4655" y="0"/>
                  </a:lnTo>
                  <a:lnTo>
                    <a:pt x="5841" y="435"/>
                  </a:lnTo>
                  <a:lnTo>
                    <a:pt x="6367" y="2504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4"/>
            <p:cNvSpPr/>
            <p:nvPr/>
          </p:nvSpPr>
          <p:spPr>
            <a:xfrm>
              <a:off x="1142853" y="5502346"/>
              <a:ext cx="4437649" cy="649071"/>
            </a:xfrm>
            <a:custGeom>
              <a:avLst/>
              <a:pathLst>
                <a:path w="4437649" h="649071">
                  <a:moveTo>
                    <a:pt x="0" y="624232"/>
                  </a:moveTo>
                  <a:lnTo>
                    <a:pt x="19873" y="623816"/>
                  </a:lnTo>
                  <a:lnTo>
                    <a:pt x="23827" y="624255"/>
                  </a:lnTo>
                  <a:lnTo>
                    <a:pt x="28006" y="625522"/>
                  </a:lnTo>
                  <a:lnTo>
                    <a:pt x="37197" y="625643"/>
                  </a:lnTo>
                  <a:lnTo>
                    <a:pt x="45792" y="626206"/>
                  </a:lnTo>
                  <a:lnTo>
                    <a:pt x="48034" y="627888"/>
                  </a:lnTo>
                  <a:lnTo>
                    <a:pt x="50906" y="628924"/>
                  </a:lnTo>
                  <a:lnTo>
                    <a:pt x="56997" y="628021"/>
                  </a:lnTo>
                  <a:lnTo>
                    <a:pt x="61863" y="627596"/>
                  </a:lnTo>
                  <a:lnTo>
                    <a:pt x="65855" y="627516"/>
                  </a:lnTo>
                  <a:lnTo>
                    <a:pt x="102375" y="629870"/>
                  </a:lnTo>
                  <a:lnTo>
                    <a:pt x="139837" y="634043"/>
                  </a:lnTo>
                  <a:lnTo>
                    <a:pt x="147478" y="635373"/>
                  </a:lnTo>
                  <a:lnTo>
                    <a:pt x="154344" y="638478"/>
                  </a:lnTo>
                  <a:lnTo>
                    <a:pt x="161514" y="638051"/>
                  </a:lnTo>
                  <a:lnTo>
                    <a:pt x="204054" y="640464"/>
                  </a:lnTo>
                  <a:lnTo>
                    <a:pt x="210598" y="640472"/>
                  </a:lnTo>
                  <a:lnTo>
                    <a:pt x="236666" y="642997"/>
                  </a:lnTo>
                  <a:lnTo>
                    <a:pt x="282242" y="648878"/>
                  </a:lnTo>
                  <a:lnTo>
                    <a:pt x="286156" y="649071"/>
                  </a:lnTo>
                  <a:lnTo>
                    <a:pt x="290489" y="648890"/>
                  </a:lnTo>
                  <a:lnTo>
                    <a:pt x="288223" y="645739"/>
                  </a:lnTo>
                  <a:lnTo>
                    <a:pt x="283960" y="642867"/>
                  </a:lnTo>
                  <a:lnTo>
                    <a:pt x="278214" y="640804"/>
                  </a:lnTo>
                  <a:lnTo>
                    <a:pt x="281969" y="640181"/>
                  </a:lnTo>
                  <a:lnTo>
                    <a:pt x="290113" y="640120"/>
                  </a:lnTo>
                  <a:lnTo>
                    <a:pt x="288492" y="638654"/>
                  </a:lnTo>
                  <a:lnTo>
                    <a:pt x="283984" y="637812"/>
                  </a:lnTo>
                  <a:lnTo>
                    <a:pt x="267731" y="636833"/>
                  </a:lnTo>
                  <a:lnTo>
                    <a:pt x="202761" y="629467"/>
                  </a:lnTo>
                  <a:lnTo>
                    <a:pt x="201318" y="629005"/>
                  </a:lnTo>
                  <a:lnTo>
                    <a:pt x="200411" y="628404"/>
                  </a:lnTo>
                  <a:lnTo>
                    <a:pt x="198707" y="627744"/>
                  </a:lnTo>
                  <a:lnTo>
                    <a:pt x="196028" y="627005"/>
                  </a:lnTo>
                  <a:lnTo>
                    <a:pt x="186123" y="626589"/>
                  </a:lnTo>
                  <a:lnTo>
                    <a:pt x="183426" y="625954"/>
                  </a:lnTo>
                  <a:lnTo>
                    <a:pt x="182130" y="625109"/>
                  </a:lnTo>
                  <a:lnTo>
                    <a:pt x="182816" y="624763"/>
                  </a:lnTo>
                  <a:lnTo>
                    <a:pt x="183552" y="624913"/>
                  </a:lnTo>
                  <a:lnTo>
                    <a:pt x="198681" y="624264"/>
                  </a:lnTo>
                  <a:lnTo>
                    <a:pt x="200334" y="623424"/>
                  </a:lnTo>
                  <a:lnTo>
                    <a:pt x="200427" y="622870"/>
                  </a:lnTo>
                  <a:lnTo>
                    <a:pt x="199641" y="622428"/>
                  </a:lnTo>
                  <a:lnTo>
                    <a:pt x="197040" y="621941"/>
                  </a:lnTo>
                  <a:lnTo>
                    <a:pt x="190917" y="619488"/>
                  </a:lnTo>
                  <a:lnTo>
                    <a:pt x="188983" y="618411"/>
                  </a:lnTo>
                  <a:lnTo>
                    <a:pt x="189998" y="616700"/>
                  </a:lnTo>
                  <a:lnTo>
                    <a:pt x="191235" y="615959"/>
                  </a:lnTo>
                  <a:lnTo>
                    <a:pt x="195907" y="615425"/>
                  </a:lnTo>
                  <a:lnTo>
                    <a:pt x="197297" y="614305"/>
                  </a:lnTo>
                  <a:lnTo>
                    <a:pt x="196414" y="612250"/>
                  </a:lnTo>
                  <a:lnTo>
                    <a:pt x="185703" y="608107"/>
                  </a:lnTo>
                  <a:lnTo>
                    <a:pt x="178479" y="606653"/>
                  </a:lnTo>
                  <a:lnTo>
                    <a:pt x="173722" y="607645"/>
                  </a:lnTo>
                  <a:lnTo>
                    <a:pt x="164743" y="607697"/>
                  </a:lnTo>
                  <a:lnTo>
                    <a:pt x="153595" y="608254"/>
                  </a:lnTo>
                  <a:lnTo>
                    <a:pt x="150530" y="607662"/>
                  </a:lnTo>
                  <a:lnTo>
                    <a:pt x="147427" y="606026"/>
                  </a:lnTo>
                  <a:lnTo>
                    <a:pt x="143791" y="603112"/>
                  </a:lnTo>
                  <a:lnTo>
                    <a:pt x="141941" y="602359"/>
                  </a:lnTo>
                  <a:lnTo>
                    <a:pt x="138390" y="599935"/>
                  </a:lnTo>
                  <a:lnTo>
                    <a:pt x="133668" y="597586"/>
                  </a:lnTo>
                  <a:lnTo>
                    <a:pt x="108740" y="591872"/>
                  </a:lnTo>
                  <a:lnTo>
                    <a:pt x="104402" y="590314"/>
                  </a:lnTo>
                  <a:lnTo>
                    <a:pt x="73224" y="581342"/>
                  </a:lnTo>
                  <a:lnTo>
                    <a:pt x="71916" y="579796"/>
                  </a:lnTo>
                  <a:lnTo>
                    <a:pt x="71127" y="578191"/>
                  </a:lnTo>
                  <a:lnTo>
                    <a:pt x="85500" y="581807"/>
                  </a:lnTo>
                  <a:lnTo>
                    <a:pt x="88210" y="581836"/>
                  </a:lnTo>
                  <a:lnTo>
                    <a:pt x="91401" y="580872"/>
                  </a:lnTo>
                  <a:lnTo>
                    <a:pt x="93880" y="581135"/>
                  </a:lnTo>
                  <a:lnTo>
                    <a:pt x="97183" y="580229"/>
                  </a:lnTo>
                  <a:lnTo>
                    <a:pt x="100923" y="579787"/>
                  </a:lnTo>
                  <a:lnTo>
                    <a:pt x="110672" y="582609"/>
                  </a:lnTo>
                  <a:lnTo>
                    <a:pt x="130299" y="587131"/>
                  </a:lnTo>
                  <a:lnTo>
                    <a:pt x="135539" y="588735"/>
                  </a:lnTo>
                  <a:lnTo>
                    <a:pt x="138327" y="589846"/>
                  </a:lnTo>
                  <a:lnTo>
                    <a:pt x="140627" y="590250"/>
                  </a:lnTo>
                  <a:lnTo>
                    <a:pt x="142923" y="591055"/>
                  </a:lnTo>
                  <a:lnTo>
                    <a:pt x="145720" y="590597"/>
                  </a:lnTo>
                  <a:lnTo>
                    <a:pt x="147402" y="590989"/>
                  </a:lnTo>
                  <a:lnTo>
                    <a:pt x="151480" y="590718"/>
                  </a:lnTo>
                  <a:lnTo>
                    <a:pt x="170081" y="590227"/>
                  </a:lnTo>
                  <a:lnTo>
                    <a:pt x="177456" y="590663"/>
                  </a:lnTo>
                  <a:lnTo>
                    <a:pt x="186138" y="592865"/>
                  </a:lnTo>
                  <a:lnTo>
                    <a:pt x="189486" y="596483"/>
                  </a:lnTo>
                  <a:lnTo>
                    <a:pt x="191939" y="598114"/>
                  </a:lnTo>
                  <a:lnTo>
                    <a:pt x="196716" y="596844"/>
                  </a:lnTo>
                  <a:lnTo>
                    <a:pt x="200726" y="595318"/>
                  </a:lnTo>
                  <a:lnTo>
                    <a:pt x="208406" y="594019"/>
                  </a:lnTo>
                  <a:lnTo>
                    <a:pt x="210862" y="594550"/>
                  </a:lnTo>
                  <a:lnTo>
                    <a:pt x="215031" y="596429"/>
                  </a:lnTo>
                  <a:lnTo>
                    <a:pt x="219682" y="599629"/>
                  </a:lnTo>
                  <a:lnTo>
                    <a:pt x="239457" y="598760"/>
                  </a:lnTo>
                  <a:lnTo>
                    <a:pt x="247739" y="598913"/>
                  </a:lnTo>
                  <a:lnTo>
                    <a:pt x="253652" y="600344"/>
                  </a:lnTo>
                  <a:lnTo>
                    <a:pt x="275186" y="595560"/>
                  </a:lnTo>
                  <a:lnTo>
                    <a:pt x="278528" y="594530"/>
                  </a:lnTo>
                  <a:lnTo>
                    <a:pt x="283472" y="591220"/>
                  </a:lnTo>
                  <a:lnTo>
                    <a:pt x="279425" y="590158"/>
                  </a:lnTo>
                  <a:lnTo>
                    <a:pt x="276544" y="589832"/>
                  </a:lnTo>
                  <a:lnTo>
                    <a:pt x="275431" y="588121"/>
                  </a:lnTo>
                  <a:lnTo>
                    <a:pt x="277375" y="587446"/>
                  </a:lnTo>
                  <a:lnTo>
                    <a:pt x="283590" y="586516"/>
                  </a:lnTo>
                  <a:lnTo>
                    <a:pt x="295698" y="585088"/>
                  </a:lnTo>
                  <a:lnTo>
                    <a:pt x="302826" y="583726"/>
                  </a:lnTo>
                  <a:lnTo>
                    <a:pt x="306641" y="580110"/>
                  </a:lnTo>
                  <a:lnTo>
                    <a:pt x="323028" y="574524"/>
                  </a:lnTo>
                  <a:lnTo>
                    <a:pt x="328255" y="572068"/>
                  </a:lnTo>
                  <a:lnTo>
                    <a:pt x="333053" y="568031"/>
                  </a:lnTo>
                  <a:lnTo>
                    <a:pt x="322283" y="559962"/>
                  </a:lnTo>
                  <a:lnTo>
                    <a:pt x="311982" y="552994"/>
                  </a:lnTo>
                  <a:lnTo>
                    <a:pt x="315264" y="550832"/>
                  </a:lnTo>
                  <a:lnTo>
                    <a:pt x="318509" y="549147"/>
                  </a:lnTo>
                  <a:lnTo>
                    <a:pt x="320077" y="547814"/>
                  </a:lnTo>
                  <a:lnTo>
                    <a:pt x="321370" y="545886"/>
                  </a:lnTo>
                  <a:lnTo>
                    <a:pt x="317971" y="543612"/>
                  </a:lnTo>
                  <a:lnTo>
                    <a:pt x="314848" y="541927"/>
                  </a:lnTo>
                  <a:lnTo>
                    <a:pt x="309632" y="540277"/>
                  </a:lnTo>
                  <a:lnTo>
                    <a:pt x="290077" y="536335"/>
                  </a:lnTo>
                  <a:lnTo>
                    <a:pt x="283414" y="534627"/>
                  </a:lnTo>
                  <a:lnTo>
                    <a:pt x="286097" y="532021"/>
                  </a:lnTo>
                  <a:lnTo>
                    <a:pt x="289637" y="529992"/>
                  </a:lnTo>
                  <a:lnTo>
                    <a:pt x="297128" y="529138"/>
                  </a:lnTo>
                  <a:lnTo>
                    <a:pt x="345085" y="526053"/>
                  </a:lnTo>
                  <a:lnTo>
                    <a:pt x="393359" y="522264"/>
                  </a:lnTo>
                  <a:lnTo>
                    <a:pt x="394584" y="520343"/>
                  </a:lnTo>
                  <a:lnTo>
                    <a:pt x="388174" y="518106"/>
                  </a:lnTo>
                  <a:lnTo>
                    <a:pt x="382729" y="517558"/>
                  </a:lnTo>
                  <a:lnTo>
                    <a:pt x="380718" y="516883"/>
                  </a:lnTo>
                  <a:lnTo>
                    <a:pt x="379974" y="515457"/>
                  </a:lnTo>
                  <a:lnTo>
                    <a:pt x="379892" y="513501"/>
                  </a:lnTo>
                  <a:lnTo>
                    <a:pt x="379271" y="513172"/>
                  </a:lnTo>
                  <a:lnTo>
                    <a:pt x="377245" y="512970"/>
                  </a:lnTo>
                  <a:lnTo>
                    <a:pt x="368556" y="510731"/>
                  </a:lnTo>
                  <a:lnTo>
                    <a:pt x="366718" y="509845"/>
                  </a:lnTo>
                  <a:lnTo>
                    <a:pt x="363825" y="507747"/>
                  </a:lnTo>
                  <a:lnTo>
                    <a:pt x="363094" y="506099"/>
                  </a:lnTo>
                  <a:lnTo>
                    <a:pt x="364821" y="501883"/>
                  </a:lnTo>
                  <a:lnTo>
                    <a:pt x="367471" y="500080"/>
                  </a:lnTo>
                  <a:lnTo>
                    <a:pt x="372102" y="499124"/>
                  </a:lnTo>
                  <a:lnTo>
                    <a:pt x="375406" y="498778"/>
                  </a:lnTo>
                  <a:lnTo>
                    <a:pt x="385421" y="498842"/>
                  </a:lnTo>
                  <a:lnTo>
                    <a:pt x="389345" y="498322"/>
                  </a:lnTo>
                  <a:lnTo>
                    <a:pt x="390960" y="497745"/>
                  </a:lnTo>
                  <a:lnTo>
                    <a:pt x="390681" y="495728"/>
                  </a:lnTo>
                  <a:lnTo>
                    <a:pt x="389564" y="494799"/>
                  </a:lnTo>
                  <a:lnTo>
                    <a:pt x="389525" y="493564"/>
                  </a:lnTo>
                  <a:lnTo>
                    <a:pt x="391216" y="492886"/>
                  </a:lnTo>
                  <a:lnTo>
                    <a:pt x="393278" y="492920"/>
                  </a:lnTo>
                  <a:lnTo>
                    <a:pt x="393850" y="491414"/>
                  </a:lnTo>
                  <a:lnTo>
                    <a:pt x="392696" y="489025"/>
                  </a:lnTo>
                  <a:lnTo>
                    <a:pt x="389722" y="487712"/>
                  </a:lnTo>
                  <a:lnTo>
                    <a:pt x="381899" y="485510"/>
                  </a:lnTo>
                  <a:lnTo>
                    <a:pt x="364140" y="482220"/>
                  </a:lnTo>
                  <a:lnTo>
                    <a:pt x="357257" y="479681"/>
                  </a:lnTo>
                  <a:lnTo>
                    <a:pt x="353310" y="477722"/>
                  </a:lnTo>
                  <a:lnTo>
                    <a:pt x="350005" y="475485"/>
                  </a:lnTo>
                  <a:lnTo>
                    <a:pt x="346704" y="474389"/>
                  </a:lnTo>
                  <a:lnTo>
                    <a:pt x="344387" y="473237"/>
                  </a:lnTo>
                  <a:lnTo>
                    <a:pt x="344855" y="471794"/>
                  </a:lnTo>
                  <a:lnTo>
                    <a:pt x="343815" y="469524"/>
                  </a:lnTo>
                  <a:lnTo>
                    <a:pt x="342509" y="469134"/>
                  </a:lnTo>
                  <a:lnTo>
                    <a:pt x="336860" y="470083"/>
                  </a:lnTo>
                  <a:lnTo>
                    <a:pt x="326788" y="469564"/>
                  </a:lnTo>
                  <a:lnTo>
                    <a:pt x="314446" y="467475"/>
                  </a:lnTo>
                  <a:lnTo>
                    <a:pt x="305905" y="465059"/>
                  </a:lnTo>
                  <a:lnTo>
                    <a:pt x="294742" y="458552"/>
                  </a:lnTo>
                  <a:lnTo>
                    <a:pt x="290364" y="455323"/>
                  </a:lnTo>
                  <a:lnTo>
                    <a:pt x="293589" y="453058"/>
                  </a:lnTo>
                  <a:lnTo>
                    <a:pt x="297145" y="451630"/>
                  </a:lnTo>
                  <a:lnTo>
                    <a:pt x="311995" y="448314"/>
                  </a:lnTo>
                  <a:lnTo>
                    <a:pt x="314200" y="447154"/>
                  </a:lnTo>
                  <a:lnTo>
                    <a:pt x="317219" y="444205"/>
                  </a:lnTo>
                  <a:lnTo>
                    <a:pt x="312258" y="442961"/>
                  </a:lnTo>
                  <a:lnTo>
                    <a:pt x="308043" y="443074"/>
                  </a:lnTo>
                  <a:lnTo>
                    <a:pt x="304281" y="442222"/>
                  </a:lnTo>
                  <a:lnTo>
                    <a:pt x="289131" y="442049"/>
                  </a:lnTo>
                  <a:lnTo>
                    <a:pt x="280523" y="442453"/>
                  </a:lnTo>
                  <a:lnTo>
                    <a:pt x="273351" y="438734"/>
                  </a:lnTo>
                  <a:lnTo>
                    <a:pt x="267948" y="435095"/>
                  </a:lnTo>
                  <a:lnTo>
                    <a:pt x="266454" y="433234"/>
                  </a:lnTo>
                  <a:lnTo>
                    <a:pt x="265301" y="429999"/>
                  </a:lnTo>
                  <a:lnTo>
                    <a:pt x="267139" y="425168"/>
                  </a:lnTo>
                  <a:lnTo>
                    <a:pt x="268638" y="421705"/>
                  </a:lnTo>
                  <a:lnTo>
                    <a:pt x="268434" y="417469"/>
                  </a:lnTo>
                  <a:lnTo>
                    <a:pt x="268840" y="411643"/>
                  </a:lnTo>
                  <a:lnTo>
                    <a:pt x="271437" y="409695"/>
                  </a:lnTo>
                  <a:lnTo>
                    <a:pt x="273425" y="409340"/>
                  </a:lnTo>
                  <a:lnTo>
                    <a:pt x="278073" y="413833"/>
                  </a:lnTo>
                  <a:lnTo>
                    <a:pt x="282096" y="414154"/>
                  </a:lnTo>
                  <a:lnTo>
                    <a:pt x="287916" y="413294"/>
                  </a:lnTo>
                  <a:lnTo>
                    <a:pt x="291611" y="410982"/>
                  </a:lnTo>
                  <a:lnTo>
                    <a:pt x="293549" y="410122"/>
                  </a:lnTo>
                  <a:lnTo>
                    <a:pt x="297147" y="409897"/>
                  </a:lnTo>
                  <a:lnTo>
                    <a:pt x="304067" y="410939"/>
                  </a:lnTo>
                  <a:lnTo>
                    <a:pt x="307239" y="410532"/>
                  </a:lnTo>
                  <a:lnTo>
                    <a:pt x="310779" y="410751"/>
                  </a:lnTo>
                  <a:lnTo>
                    <a:pt x="321946" y="413706"/>
                  </a:lnTo>
                  <a:lnTo>
                    <a:pt x="324381" y="415103"/>
                  </a:lnTo>
                  <a:lnTo>
                    <a:pt x="325695" y="416165"/>
                  </a:lnTo>
                  <a:lnTo>
                    <a:pt x="326103" y="417729"/>
                  </a:lnTo>
                  <a:lnTo>
                    <a:pt x="327491" y="419293"/>
                  </a:lnTo>
                  <a:lnTo>
                    <a:pt x="332225" y="420075"/>
                  </a:lnTo>
                  <a:lnTo>
                    <a:pt x="345534" y="419192"/>
                  </a:lnTo>
                  <a:lnTo>
                    <a:pt x="348982" y="419584"/>
                  </a:lnTo>
                  <a:lnTo>
                    <a:pt x="358392" y="423947"/>
                  </a:lnTo>
                  <a:lnTo>
                    <a:pt x="366423" y="428614"/>
                  </a:lnTo>
                  <a:lnTo>
                    <a:pt x="369154" y="429782"/>
                  </a:lnTo>
                  <a:lnTo>
                    <a:pt x="373677" y="430564"/>
                  </a:lnTo>
                  <a:lnTo>
                    <a:pt x="375272" y="429877"/>
                  </a:lnTo>
                  <a:lnTo>
                    <a:pt x="376685" y="428123"/>
                  </a:lnTo>
                  <a:lnTo>
                    <a:pt x="380979" y="425991"/>
                  </a:lnTo>
                  <a:lnTo>
                    <a:pt x="390679" y="423287"/>
                  </a:lnTo>
                  <a:lnTo>
                    <a:pt x="392952" y="420661"/>
                  </a:lnTo>
                  <a:lnTo>
                    <a:pt x="391668" y="419192"/>
                  </a:lnTo>
                  <a:lnTo>
                    <a:pt x="387972" y="417677"/>
                  </a:lnTo>
                  <a:lnTo>
                    <a:pt x="385688" y="417143"/>
                  </a:lnTo>
                  <a:lnTo>
                    <a:pt x="384464" y="415383"/>
                  </a:lnTo>
                  <a:lnTo>
                    <a:pt x="384520" y="412979"/>
                  </a:lnTo>
                  <a:lnTo>
                    <a:pt x="385280" y="410694"/>
                  </a:lnTo>
                  <a:lnTo>
                    <a:pt x="387810" y="410105"/>
                  </a:lnTo>
                  <a:lnTo>
                    <a:pt x="392451" y="413245"/>
                  </a:lnTo>
                  <a:lnTo>
                    <a:pt x="398203" y="416153"/>
                  </a:lnTo>
                  <a:lnTo>
                    <a:pt x="400224" y="416612"/>
                  </a:lnTo>
                  <a:lnTo>
                    <a:pt x="401756" y="416477"/>
                  </a:lnTo>
                  <a:lnTo>
                    <a:pt x="404656" y="415446"/>
                  </a:lnTo>
                  <a:lnTo>
                    <a:pt x="408107" y="414679"/>
                  </a:lnTo>
                  <a:lnTo>
                    <a:pt x="414733" y="420961"/>
                  </a:lnTo>
                  <a:lnTo>
                    <a:pt x="418645" y="421382"/>
                  </a:lnTo>
                  <a:lnTo>
                    <a:pt x="423537" y="421422"/>
                  </a:lnTo>
                  <a:lnTo>
                    <a:pt x="424481" y="420453"/>
                  </a:lnTo>
                  <a:lnTo>
                    <a:pt x="423876" y="418771"/>
                  </a:lnTo>
                  <a:lnTo>
                    <a:pt x="423085" y="416999"/>
                  </a:lnTo>
                  <a:lnTo>
                    <a:pt x="422092" y="416751"/>
                  </a:lnTo>
                  <a:lnTo>
                    <a:pt x="421923" y="415074"/>
                  </a:lnTo>
                  <a:lnTo>
                    <a:pt x="424063" y="413539"/>
                  </a:lnTo>
                  <a:lnTo>
                    <a:pt x="425529" y="412887"/>
                  </a:lnTo>
                  <a:lnTo>
                    <a:pt x="424944" y="411779"/>
                  </a:lnTo>
                  <a:lnTo>
                    <a:pt x="422600" y="410053"/>
                  </a:lnTo>
                  <a:lnTo>
                    <a:pt x="421228" y="409782"/>
                  </a:lnTo>
                  <a:lnTo>
                    <a:pt x="419961" y="409032"/>
                  </a:lnTo>
                  <a:lnTo>
                    <a:pt x="420369" y="407857"/>
                  </a:lnTo>
                  <a:lnTo>
                    <a:pt x="421943" y="407358"/>
                  </a:lnTo>
                  <a:lnTo>
                    <a:pt x="424128" y="405632"/>
                  </a:lnTo>
                  <a:lnTo>
                    <a:pt x="423432" y="403586"/>
                  </a:lnTo>
                  <a:lnTo>
                    <a:pt x="423555" y="400992"/>
                  </a:lnTo>
                  <a:lnTo>
                    <a:pt x="422632" y="399584"/>
                  </a:lnTo>
                  <a:lnTo>
                    <a:pt x="417499" y="396883"/>
                  </a:lnTo>
                  <a:lnTo>
                    <a:pt x="409970" y="392433"/>
                  </a:lnTo>
                  <a:lnTo>
                    <a:pt x="403013" y="390405"/>
                  </a:lnTo>
                  <a:lnTo>
                    <a:pt x="387457" y="392027"/>
                  </a:lnTo>
                  <a:lnTo>
                    <a:pt x="381968" y="390985"/>
                  </a:lnTo>
                  <a:lnTo>
                    <a:pt x="378343" y="389830"/>
                  </a:lnTo>
                  <a:lnTo>
                    <a:pt x="374461" y="388246"/>
                  </a:lnTo>
                  <a:lnTo>
                    <a:pt x="379018" y="386648"/>
                  </a:lnTo>
                  <a:lnTo>
                    <a:pt x="383832" y="385482"/>
                  </a:lnTo>
                  <a:lnTo>
                    <a:pt x="385244" y="384492"/>
                  </a:lnTo>
                  <a:lnTo>
                    <a:pt x="387078" y="382414"/>
                  </a:lnTo>
                  <a:lnTo>
                    <a:pt x="389210" y="380937"/>
                  </a:lnTo>
                  <a:lnTo>
                    <a:pt x="390921" y="380539"/>
                  </a:lnTo>
                  <a:lnTo>
                    <a:pt x="396599" y="381318"/>
                  </a:lnTo>
                  <a:lnTo>
                    <a:pt x="409468" y="386850"/>
                  </a:lnTo>
                  <a:lnTo>
                    <a:pt x="412181" y="387432"/>
                  </a:lnTo>
                  <a:lnTo>
                    <a:pt x="420963" y="389989"/>
                  </a:lnTo>
                  <a:lnTo>
                    <a:pt x="423417" y="390122"/>
                  </a:lnTo>
                  <a:lnTo>
                    <a:pt x="426438" y="389542"/>
                  </a:lnTo>
                  <a:lnTo>
                    <a:pt x="423967" y="387075"/>
                  </a:lnTo>
                  <a:lnTo>
                    <a:pt x="421276" y="385329"/>
                  </a:lnTo>
                  <a:lnTo>
                    <a:pt x="414827" y="380397"/>
                  </a:lnTo>
                  <a:lnTo>
                    <a:pt x="415562" y="378051"/>
                  </a:lnTo>
                  <a:lnTo>
                    <a:pt x="419705" y="374164"/>
                  </a:lnTo>
                  <a:lnTo>
                    <a:pt x="430591" y="373873"/>
                  </a:lnTo>
                  <a:lnTo>
                    <a:pt x="435332" y="372491"/>
                  </a:lnTo>
                  <a:lnTo>
                    <a:pt x="441511" y="369516"/>
                  </a:lnTo>
                  <a:lnTo>
                    <a:pt x="449486" y="364555"/>
                  </a:lnTo>
                  <a:lnTo>
                    <a:pt x="456299" y="363961"/>
                  </a:lnTo>
                  <a:lnTo>
                    <a:pt x="464843" y="362408"/>
                  </a:lnTo>
                  <a:lnTo>
                    <a:pt x="467750" y="363557"/>
                  </a:lnTo>
                  <a:lnTo>
                    <a:pt x="475012" y="368304"/>
                  </a:lnTo>
                  <a:lnTo>
                    <a:pt x="479591" y="369946"/>
                  </a:lnTo>
                  <a:lnTo>
                    <a:pt x="481142" y="370087"/>
                  </a:lnTo>
                  <a:lnTo>
                    <a:pt x="482803" y="369943"/>
                  </a:lnTo>
                  <a:lnTo>
                    <a:pt x="478496" y="364033"/>
                  </a:lnTo>
                  <a:lnTo>
                    <a:pt x="481268" y="363268"/>
                  </a:lnTo>
                  <a:lnTo>
                    <a:pt x="484840" y="362607"/>
                  </a:lnTo>
                  <a:lnTo>
                    <a:pt x="487780" y="361118"/>
                  </a:lnTo>
                  <a:lnTo>
                    <a:pt x="489967" y="359895"/>
                  </a:lnTo>
                  <a:lnTo>
                    <a:pt x="497403" y="354190"/>
                  </a:lnTo>
                  <a:lnTo>
                    <a:pt x="504095" y="352634"/>
                  </a:lnTo>
                  <a:lnTo>
                    <a:pt x="522984" y="350136"/>
                  </a:lnTo>
                  <a:lnTo>
                    <a:pt x="529499" y="352412"/>
                  </a:lnTo>
                  <a:lnTo>
                    <a:pt x="534932" y="352681"/>
                  </a:lnTo>
                  <a:lnTo>
                    <a:pt x="536171" y="352023"/>
                  </a:lnTo>
                  <a:lnTo>
                    <a:pt x="537252" y="348961"/>
                  </a:lnTo>
                  <a:lnTo>
                    <a:pt x="540140" y="343057"/>
                  </a:lnTo>
                  <a:lnTo>
                    <a:pt x="542580" y="340968"/>
                  </a:lnTo>
                  <a:lnTo>
                    <a:pt x="550824" y="338755"/>
                  </a:lnTo>
                  <a:lnTo>
                    <a:pt x="557261" y="338864"/>
                  </a:lnTo>
                  <a:lnTo>
                    <a:pt x="561892" y="341288"/>
                  </a:lnTo>
                  <a:lnTo>
                    <a:pt x="566186" y="342869"/>
                  </a:lnTo>
                  <a:lnTo>
                    <a:pt x="570144" y="343605"/>
                  </a:lnTo>
                  <a:lnTo>
                    <a:pt x="574111" y="343525"/>
                  </a:lnTo>
                  <a:lnTo>
                    <a:pt x="580074" y="342174"/>
                  </a:lnTo>
                  <a:lnTo>
                    <a:pt x="587976" y="341678"/>
                  </a:lnTo>
                  <a:lnTo>
                    <a:pt x="591702" y="340979"/>
                  </a:lnTo>
                  <a:lnTo>
                    <a:pt x="595932" y="342315"/>
                  </a:lnTo>
                  <a:lnTo>
                    <a:pt x="606409" y="342760"/>
                  </a:lnTo>
                  <a:lnTo>
                    <a:pt x="614577" y="344670"/>
                  </a:lnTo>
                  <a:lnTo>
                    <a:pt x="619572" y="344693"/>
                  </a:lnTo>
                  <a:lnTo>
                    <a:pt x="626390" y="342846"/>
                  </a:lnTo>
                  <a:lnTo>
                    <a:pt x="630063" y="342589"/>
                  </a:lnTo>
                  <a:lnTo>
                    <a:pt x="643356" y="339606"/>
                  </a:lnTo>
                  <a:lnTo>
                    <a:pt x="653760" y="338974"/>
                  </a:lnTo>
                  <a:lnTo>
                    <a:pt x="661611" y="340295"/>
                  </a:lnTo>
                  <a:lnTo>
                    <a:pt x="674328" y="339470"/>
                  </a:lnTo>
                  <a:lnTo>
                    <a:pt x="687174" y="340094"/>
                  </a:lnTo>
                  <a:lnTo>
                    <a:pt x="692393" y="341196"/>
                  </a:lnTo>
                  <a:lnTo>
                    <a:pt x="721337" y="340515"/>
                  </a:lnTo>
                  <a:lnTo>
                    <a:pt x="744374" y="337695"/>
                  </a:lnTo>
                  <a:lnTo>
                    <a:pt x="747518" y="336720"/>
                  </a:lnTo>
                  <a:lnTo>
                    <a:pt x="752452" y="333655"/>
                  </a:lnTo>
                  <a:lnTo>
                    <a:pt x="755160" y="330830"/>
                  </a:lnTo>
                  <a:lnTo>
                    <a:pt x="756976" y="329959"/>
                  </a:lnTo>
                  <a:lnTo>
                    <a:pt x="760848" y="329627"/>
                  </a:lnTo>
                  <a:lnTo>
                    <a:pt x="767460" y="330259"/>
                  </a:lnTo>
                  <a:lnTo>
                    <a:pt x="776565" y="332337"/>
                  </a:lnTo>
                  <a:lnTo>
                    <a:pt x="784405" y="331563"/>
                  </a:lnTo>
                  <a:lnTo>
                    <a:pt x="799341" y="332755"/>
                  </a:lnTo>
                  <a:lnTo>
                    <a:pt x="800790" y="331800"/>
                  </a:lnTo>
                  <a:lnTo>
                    <a:pt x="802199" y="326479"/>
                  </a:lnTo>
                  <a:lnTo>
                    <a:pt x="804667" y="318015"/>
                  </a:lnTo>
                  <a:lnTo>
                    <a:pt x="806731" y="315484"/>
                  </a:lnTo>
                  <a:lnTo>
                    <a:pt x="810159" y="316137"/>
                  </a:lnTo>
                  <a:lnTo>
                    <a:pt x="820493" y="320979"/>
                  </a:lnTo>
                  <a:lnTo>
                    <a:pt x="820728" y="323033"/>
                  </a:lnTo>
                  <a:lnTo>
                    <a:pt x="819676" y="324496"/>
                  </a:lnTo>
                  <a:lnTo>
                    <a:pt x="817962" y="325082"/>
                  </a:lnTo>
                  <a:lnTo>
                    <a:pt x="817472" y="329189"/>
                  </a:lnTo>
                  <a:lnTo>
                    <a:pt x="818860" y="330360"/>
                  </a:lnTo>
                  <a:lnTo>
                    <a:pt x="821162" y="330002"/>
                  </a:lnTo>
                  <a:lnTo>
                    <a:pt x="822659" y="331774"/>
                  </a:lnTo>
                  <a:lnTo>
                    <a:pt x="819397" y="334865"/>
                  </a:lnTo>
                  <a:lnTo>
                    <a:pt x="817104" y="336619"/>
                  </a:lnTo>
                  <a:lnTo>
                    <a:pt x="815619" y="337395"/>
                  </a:lnTo>
                  <a:lnTo>
                    <a:pt x="814616" y="343262"/>
                  </a:lnTo>
                  <a:lnTo>
                    <a:pt x="813228" y="345215"/>
                  </a:lnTo>
                  <a:lnTo>
                    <a:pt x="813065" y="347365"/>
                  </a:lnTo>
                  <a:lnTo>
                    <a:pt x="815269" y="347365"/>
                  </a:lnTo>
                  <a:lnTo>
                    <a:pt x="817481" y="346488"/>
                  </a:lnTo>
                  <a:lnTo>
                    <a:pt x="819445" y="346237"/>
                  </a:lnTo>
                  <a:lnTo>
                    <a:pt x="825638" y="344702"/>
                  </a:lnTo>
                  <a:lnTo>
                    <a:pt x="837009" y="342945"/>
                  </a:lnTo>
                  <a:lnTo>
                    <a:pt x="840733" y="342027"/>
                  </a:lnTo>
                  <a:lnTo>
                    <a:pt x="842855" y="341761"/>
                  </a:lnTo>
                  <a:lnTo>
                    <a:pt x="844235" y="340541"/>
                  </a:lnTo>
                  <a:lnTo>
                    <a:pt x="842331" y="337661"/>
                  </a:lnTo>
                  <a:lnTo>
                    <a:pt x="841714" y="335246"/>
                  </a:lnTo>
                  <a:lnTo>
                    <a:pt x="842860" y="333249"/>
                  </a:lnTo>
                  <a:lnTo>
                    <a:pt x="842534" y="329777"/>
                  </a:lnTo>
                  <a:lnTo>
                    <a:pt x="841497" y="326323"/>
                  </a:lnTo>
                  <a:lnTo>
                    <a:pt x="843673" y="323715"/>
                  </a:lnTo>
                  <a:lnTo>
                    <a:pt x="845687" y="324286"/>
                  </a:lnTo>
                  <a:lnTo>
                    <a:pt x="849224" y="323911"/>
                  </a:lnTo>
                  <a:lnTo>
                    <a:pt x="851202" y="325163"/>
                  </a:lnTo>
                  <a:lnTo>
                    <a:pt x="854280" y="326300"/>
                  </a:lnTo>
                  <a:lnTo>
                    <a:pt x="857198" y="326889"/>
                  </a:lnTo>
                  <a:lnTo>
                    <a:pt x="859998" y="329189"/>
                  </a:lnTo>
                  <a:lnTo>
                    <a:pt x="860951" y="334201"/>
                  </a:lnTo>
                  <a:lnTo>
                    <a:pt x="860079" y="339352"/>
                  </a:lnTo>
                  <a:lnTo>
                    <a:pt x="857223" y="343066"/>
                  </a:lnTo>
                  <a:lnTo>
                    <a:pt x="851847" y="346462"/>
                  </a:lnTo>
                  <a:lnTo>
                    <a:pt x="845732" y="351844"/>
                  </a:lnTo>
                  <a:lnTo>
                    <a:pt x="847020" y="354401"/>
                  </a:lnTo>
                  <a:lnTo>
                    <a:pt x="850161" y="353541"/>
                  </a:lnTo>
                  <a:lnTo>
                    <a:pt x="863910" y="353786"/>
                  </a:lnTo>
                  <a:lnTo>
                    <a:pt x="872768" y="353370"/>
                  </a:lnTo>
                  <a:lnTo>
                    <a:pt x="878320" y="354008"/>
                  </a:lnTo>
                  <a:lnTo>
                    <a:pt x="885326" y="355364"/>
                  </a:lnTo>
                  <a:lnTo>
                    <a:pt x="890876" y="357405"/>
                  </a:lnTo>
                  <a:lnTo>
                    <a:pt x="897514" y="357785"/>
                  </a:lnTo>
                  <a:lnTo>
                    <a:pt x="901644" y="357044"/>
                  </a:lnTo>
                  <a:lnTo>
                    <a:pt x="905510" y="358065"/>
                  </a:lnTo>
                  <a:lnTo>
                    <a:pt x="920558" y="353743"/>
                  </a:lnTo>
                  <a:lnTo>
                    <a:pt x="926697" y="351304"/>
                  </a:lnTo>
                  <a:lnTo>
                    <a:pt x="930202" y="352519"/>
                  </a:lnTo>
                  <a:lnTo>
                    <a:pt x="935855" y="351469"/>
                  </a:lnTo>
                  <a:lnTo>
                    <a:pt x="939043" y="352409"/>
                  </a:lnTo>
                  <a:lnTo>
                    <a:pt x="944922" y="350895"/>
                  </a:lnTo>
                  <a:lnTo>
                    <a:pt x="948672" y="350716"/>
                  </a:lnTo>
                  <a:lnTo>
                    <a:pt x="952987" y="351359"/>
                  </a:lnTo>
                  <a:lnTo>
                    <a:pt x="966107" y="351665"/>
                  </a:lnTo>
                  <a:lnTo>
                    <a:pt x="967098" y="354455"/>
                  </a:lnTo>
                  <a:lnTo>
                    <a:pt x="971097" y="358712"/>
                  </a:lnTo>
                  <a:lnTo>
                    <a:pt x="974359" y="360368"/>
                  </a:lnTo>
                  <a:lnTo>
                    <a:pt x="978469" y="359667"/>
                  </a:lnTo>
                  <a:lnTo>
                    <a:pt x="981466" y="358345"/>
                  </a:lnTo>
                  <a:lnTo>
                    <a:pt x="986163" y="358847"/>
                  </a:lnTo>
                  <a:lnTo>
                    <a:pt x="992968" y="357032"/>
                  </a:lnTo>
                  <a:lnTo>
                    <a:pt x="999769" y="357578"/>
                  </a:lnTo>
                  <a:lnTo>
                    <a:pt x="1002581" y="357272"/>
                  </a:lnTo>
                  <a:lnTo>
                    <a:pt x="1003897" y="356091"/>
                  </a:lnTo>
                  <a:lnTo>
                    <a:pt x="1004981" y="353509"/>
                  </a:lnTo>
                  <a:lnTo>
                    <a:pt x="1002890" y="352063"/>
                  </a:lnTo>
                  <a:lnTo>
                    <a:pt x="996956" y="350222"/>
                  </a:lnTo>
                  <a:lnTo>
                    <a:pt x="991480" y="346390"/>
                  </a:lnTo>
                  <a:lnTo>
                    <a:pt x="989053" y="345588"/>
                  </a:lnTo>
                  <a:lnTo>
                    <a:pt x="985160" y="346067"/>
                  </a:lnTo>
                  <a:lnTo>
                    <a:pt x="983323" y="345371"/>
                  </a:lnTo>
                  <a:lnTo>
                    <a:pt x="981344" y="344130"/>
                  </a:lnTo>
                  <a:lnTo>
                    <a:pt x="983916" y="342670"/>
                  </a:lnTo>
                  <a:lnTo>
                    <a:pt x="987028" y="337918"/>
                  </a:lnTo>
                  <a:lnTo>
                    <a:pt x="985721" y="333572"/>
                  </a:lnTo>
                  <a:lnTo>
                    <a:pt x="984246" y="332660"/>
                  </a:lnTo>
                  <a:lnTo>
                    <a:pt x="980634" y="332799"/>
                  </a:lnTo>
                  <a:lnTo>
                    <a:pt x="976303" y="334342"/>
                  </a:lnTo>
                  <a:lnTo>
                    <a:pt x="974560" y="333275"/>
                  </a:lnTo>
                  <a:lnTo>
                    <a:pt x="971739" y="332706"/>
                  </a:lnTo>
                  <a:lnTo>
                    <a:pt x="970615" y="328698"/>
                  </a:lnTo>
                  <a:lnTo>
                    <a:pt x="967605" y="321201"/>
                  </a:lnTo>
                  <a:lnTo>
                    <a:pt x="966017" y="319054"/>
                  </a:lnTo>
                  <a:lnTo>
                    <a:pt x="961208" y="317103"/>
                  </a:lnTo>
                  <a:lnTo>
                    <a:pt x="957066" y="316160"/>
                  </a:lnTo>
                  <a:lnTo>
                    <a:pt x="953047" y="314919"/>
                  </a:lnTo>
                  <a:lnTo>
                    <a:pt x="951859" y="311959"/>
                  </a:lnTo>
                  <a:lnTo>
                    <a:pt x="952640" y="307884"/>
                  </a:lnTo>
                  <a:lnTo>
                    <a:pt x="957438" y="307018"/>
                  </a:lnTo>
                  <a:lnTo>
                    <a:pt x="962053" y="307437"/>
                  </a:lnTo>
                  <a:lnTo>
                    <a:pt x="964623" y="308172"/>
                  </a:lnTo>
                  <a:lnTo>
                    <a:pt x="967597" y="308507"/>
                  </a:lnTo>
                  <a:lnTo>
                    <a:pt x="971011" y="309347"/>
                  </a:lnTo>
                  <a:lnTo>
                    <a:pt x="973238" y="310518"/>
                  </a:lnTo>
                  <a:lnTo>
                    <a:pt x="975025" y="311179"/>
                  </a:lnTo>
                  <a:lnTo>
                    <a:pt x="978328" y="311197"/>
                  </a:lnTo>
                  <a:lnTo>
                    <a:pt x="989886" y="310083"/>
                  </a:lnTo>
                  <a:lnTo>
                    <a:pt x="991428" y="309315"/>
                  </a:lnTo>
                  <a:lnTo>
                    <a:pt x="992849" y="307866"/>
                  </a:lnTo>
                  <a:lnTo>
                    <a:pt x="995288" y="307543"/>
                  </a:lnTo>
                  <a:lnTo>
                    <a:pt x="997527" y="307739"/>
                  </a:lnTo>
                  <a:lnTo>
                    <a:pt x="1000806" y="306862"/>
                  </a:lnTo>
                  <a:lnTo>
                    <a:pt x="997053" y="305676"/>
                  </a:lnTo>
                  <a:lnTo>
                    <a:pt x="993010" y="303434"/>
                  </a:lnTo>
                  <a:lnTo>
                    <a:pt x="986928" y="300699"/>
                  </a:lnTo>
                  <a:lnTo>
                    <a:pt x="981800" y="299238"/>
                  </a:lnTo>
                  <a:lnTo>
                    <a:pt x="972507" y="298197"/>
                  </a:lnTo>
                  <a:lnTo>
                    <a:pt x="967765" y="298543"/>
                  </a:lnTo>
                  <a:lnTo>
                    <a:pt x="964776" y="298000"/>
                  </a:lnTo>
                  <a:lnTo>
                    <a:pt x="954175" y="298286"/>
                  </a:lnTo>
                  <a:lnTo>
                    <a:pt x="951291" y="297230"/>
                  </a:lnTo>
                  <a:lnTo>
                    <a:pt x="949226" y="294258"/>
                  </a:lnTo>
                  <a:lnTo>
                    <a:pt x="946368" y="287188"/>
                  </a:lnTo>
                  <a:lnTo>
                    <a:pt x="945538" y="283451"/>
                  </a:lnTo>
                  <a:lnTo>
                    <a:pt x="947493" y="282069"/>
                  </a:lnTo>
                  <a:lnTo>
                    <a:pt x="948807" y="280565"/>
                  </a:lnTo>
                  <a:lnTo>
                    <a:pt x="951944" y="280418"/>
                  </a:lnTo>
                  <a:lnTo>
                    <a:pt x="956523" y="280993"/>
                  </a:lnTo>
                  <a:lnTo>
                    <a:pt x="958027" y="281717"/>
                  </a:lnTo>
                  <a:lnTo>
                    <a:pt x="959149" y="283927"/>
                  </a:lnTo>
                  <a:lnTo>
                    <a:pt x="958027" y="286187"/>
                  </a:lnTo>
                  <a:lnTo>
                    <a:pt x="956557" y="287361"/>
                  </a:lnTo>
                  <a:lnTo>
                    <a:pt x="957455" y="288432"/>
                  </a:lnTo>
                  <a:lnTo>
                    <a:pt x="962149" y="288749"/>
                  </a:lnTo>
                  <a:lnTo>
                    <a:pt x="964461" y="289421"/>
                  </a:lnTo>
                  <a:lnTo>
                    <a:pt x="966439" y="289687"/>
                  </a:lnTo>
                  <a:lnTo>
                    <a:pt x="970750" y="288668"/>
                  </a:lnTo>
                  <a:lnTo>
                    <a:pt x="977060" y="288247"/>
                  </a:lnTo>
                  <a:lnTo>
                    <a:pt x="980231" y="289263"/>
                  </a:lnTo>
                  <a:lnTo>
                    <a:pt x="983992" y="290024"/>
                  </a:lnTo>
                  <a:lnTo>
                    <a:pt x="989520" y="288801"/>
                  </a:lnTo>
                  <a:lnTo>
                    <a:pt x="1009291" y="289462"/>
                  </a:lnTo>
                  <a:lnTo>
                    <a:pt x="1011712" y="289785"/>
                  </a:lnTo>
                  <a:lnTo>
                    <a:pt x="1014104" y="291811"/>
                  </a:lnTo>
                  <a:lnTo>
                    <a:pt x="1016171" y="293072"/>
                  </a:lnTo>
                  <a:lnTo>
                    <a:pt x="1018325" y="292535"/>
                  </a:lnTo>
                  <a:lnTo>
                    <a:pt x="1024750" y="294904"/>
                  </a:lnTo>
                  <a:lnTo>
                    <a:pt x="1028205" y="296739"/>
                  </a:lnTo>
                  <a:lnTo>
                    <a:pt x="1031679" y="297703"/>
                  </a:lnTo>
                  <a:lnTo>
                    <a:pt x="1034667" y="297943"/>
                  </a:lnTo>
                  <a:lnTo>
                    <a:pt x="1038018" y="297487"/>
                  </a:lnTo>
                  <a:lnTo>
                    <a:pt x="1042353" y="295937"/>
                  </a:lnTo>
                  <a:lnTo>
                    <a:pt x="1045964" y="295308"/>
                  </a:lnTo>
                  <a:lnTo>
                    <a:pt x="1048519" y="295865"/>
                  </a:lnTo>
                  <a:lnTo>
                    <a:pt x="1053987" y="296177"/>
                  </a:lnTo>
                  <a:lnTo>
                    <a:pt x="1058186" y="298052"/>
                  </a:lnTo>
                  <a:lnTo>
                    <a:pt x="1061413" y="297276"/>
                  </a:lnTo>
                  <a:lnTo>
                    <a:pt x="1064852" y="295158"/>
                  </a:lnTo>
                  <a:lnTo>
                    <a:pt x="1075682" y="293669"/>
                  </a:lnTo>
                  <a:lnTo>
                    <a:pt x="1082929" y="294076"/>
                  </a:lnTo>
                  <a:lnTo>
                    <a:pt x="1096162" y="297877"/>
                  </a:lnTo>
                  <a:lnTo>
                    <a:pt x="1099219" y="298234"/>
                  </a:lnTo>
                  <a:lnTo>
                    <a:pt x="1105266" y="295992"/>
                  </a:lnTo>
                  <a:lnTo>
                    <a:pt x="1107205" y="292310"/>
                  </a:lnTo>
                  <a:lnTo>
                    <a:pt x="1106938" y="288152"/>
                  </a:lnTo>
                  <a:lnTo>
                    <a:pt x="1108702" y="287165"/>
                  </a:lnTo>
                  <a:lnTo>
                    <a:pt x="1110149" y="287627"/>
                  </a:lnTo>
                  <a:lnTo>
                    <a:pt x="1112833" y="284744"/>
                  </a:lnTo>
                  <a:lnTo>
                    <a:pt x="1116477" y="284989"/>
                  </a:lnTo>
                  <a:lnTo>
                    <a:pt x="1118712" y="285540"/>
                  </a:lnTo>
                  <a:lnTo>
                    <a:pt x="1120092" y="283656"/>
                  </a:lnTo>
                  <a:lnTo>
                    <a:pt x="1121354" y="279737"/>
                  </a:lnTo>
                  <a:lnTo>
                    <a:pt x="1125638" y="279437"/>
                  </a:lnTo>
                  <a:lnTo>
                    <a:pt x="1128761" y="280009"/>
                  </a:lnTo>
                  <a:lnTo>
                    <a:pt x="1132868" y="282525"/>
                  </a:lnTo>
                  <a:lnTo>
                    <a:pt x="1132862" y="284625"/>
                  </a:lnTo>
                  <a:lnTo>
                    <a:pt x="1131169" y="286865"/>
                  </a:lnTo>
                  <a:lnTo>
                    <a:pt x="1128343" y="292371"/>
                  </a:lnTo>
                  <a:lnTo>
                    <a:pt x="1130088" y="295571"/>
                  </a:lnTo>
                  <a:lnTo>
                    <a:pt x="1132733" y="295291"/>
                  </a:lnTo>
                  <a:lnTo>
                    <a:pt x="1136048" y="295923"/>
                  </a:lnTo>
                  <a:lnTo>
                    <a:pt x="1140095" y="294552"/>
                  </a:lnTo>
                  <a:lnTo>
                    <a:pt x="1142654" y="294477"/>
                  </a:lnTo>
                  <a:lnTo>
                    <a:pt x="1147134" y="299262"/>
                  </a:lnTo>
                  <a:lnTo>
                    <a:pt x="1150181" y="299550"/>
                  </a:lnTo>
                  <a:lnTo>
                    <a:pt x="1152512" y="299256"/>
                  </a:lnTo>
                  <a:lnTo>
                    <a:pt x="1160180" y="294965"/>
                  </a:lnTo>
                  <a:lnTo>
                    <a:pt x="1162393" y="294480"/>
                  </a:lnTo>
                  <a:lnTo>
                    <a:pt x="1165098" y="296457"/>
                  </a:lnTo>
                  <a:lnTo>
                    <a:pt x="1169067" y="301016"/>
                  </a:lnTo>
                  <a:lnTo>
                    <a:pt x="1172514" y="303639"/>
                  </a:lnTo>
                  <a:lnTo>
                    <a:pt x="1177572" y="305255"/>
                  </a:lnTo>
                  <a:lnTo>
                    <a:pt x="1181979" y="305728"/>
                  </a:lnTo>
                  <a:lnTo>
                    <a:pt x="1187136" y="307866"/>
                  </a:lnTo>
                  <a:lnTo>
                    <a:pt x="1189992" y="309664"/>
                  </a:lnTo>
                  <a:lnTo>
                    <a:pt x="1196445" y="309702"/>
                  </a:lnTo>
                  <a:lnTo>
                    <a:pt x="1199242" y="310443"/>
                  </a:lnTo>
                  <a:lnTo>
                    <a:pt x="1207037" y="314123"/>
                  </a:lnTo>
                  <a:lnTo>
                    <a:pt x="1214162" y="312316"/>
                  </a:lnTo>
                  <a:lnTo>
                    <a:pt x="1217832" y="310619"/>
                  </a:lnTo>
                  <a:lnTo>
                    <a:pt x="1219628" y="307491"/>
                  </a:lnTo>
                  <a:lnTo>
                    <a:pt x="1218729" y="302802"/>
                  </a:lnTo>
                  <a:lnTo>
                    <a:pt x="1218404" y="298110"/>
                  </a:lnTo>
                  <a:lnTo>
                    <a:pt x="1219465" y="296156"/>
                  </a:lnTo>
                  <a:lnTo>
                    <a:pt x="1221341" y="295764"/>
                  </a:lnTo>
                  <a:lnTo>
                    <a:pt x="1229830" y="301042"/>
                  </a:lnTo>
                  <a:lnTo>
                    <a:pt x="1229294" y="297908"/>
                  </a:lnTo>
                  <a:lnTo>
                    <a:pt x="1228567" y="295452"/>
                  </a:lnTo>
                  <a:lnTo>
                    <a:pt x="1226402" y="291268"/>
                  </a:lnTo>
                  <a:lnTo>
                    <a:pt x="1226729" y="288143"/>
                  </a:lnTo>
                  <a:lnTo>
                    <a:pt x="1228524" y="287165"/>
                  </a:lnTo>
                  <a:lnTo>
                    <a:pt x="1232109" y="288807"/>
                  </a:lnTo>
                  <a:lnTo>
                    <a:pt x="1236350" y="289635"/>
                  </a:lnTo>
                  <a:lnTo>
                    <a:pt x="1239883" y="291450"/>
                  </a:lnTo>
                  <a:lnTo>
                    <a:pt x="1246769" y="298035"/>
                  </a:lnTo>
                  <a:lnTo>
                    <a:pt x="1248959" y="303778"/>
                  </a:lnTo>
                  <a:lnTo>
                    <a:pt x="1253628" y="305226"/>
                  </a:lnTo>
                  <a:lnTo>
                    <a:pt x="1256882" y="304969"/>
                  </a:lnTo>
                  <a:lnTo>
                    <a:pt x="1260566" y="304023"/>
                  </a:lnTo>
                  <a:lnTo>
                    <a:pt x="1265521" y="303223"/>
                  </a:lnTo>
                  <a:lnTo>
                    <a:pt x="1269328" y="303454"/>
                  </a:lnTo>
                  <a:lnTo>
                    <a:pt x="1272846" y="302410"/>
                  </a:lnTo>
                  <a:lnTo>
                    <a:pt x="1273907" y="305538"/>
                  </a:lnTo>
                  <a:lnTo>
                    <a:pt x="1270594" y="310034"/>
                  </a:lnTo>
                  <a:lnTo>
                    <a:pt x="1269336" y="312966"/>
                  </a:lnTo>
                  <a:lnTo>
                    <a:pt x="1270397" y="313747"/>
                  </a:lnTo>
                  <a:lnTo>
                    <a:pt x="1272389" y="313049"/>
                  </a:lnTo>
                  <a:lnTo>
                    <a:pt x="1274024" y="312131"/>
                  </a:lnTo>
                  <a:lnTo>
                    <a:pt x="1279747" y="312602"/>
                  </a:lnTo>
                  <a:lnTo>
                    <a:pt x="1284375" y="310565"/>
                  </a:lnTo>
                  <a:lnTo>
                    <a:pt x="1288338" y="309820"/>
                  </a:lnTo>
                  <a:lnTo>
                    <a:pt x="1292064" y="307679"/>
                  </a:lnTo>
                  <a:lnTo>
                    <a:pt x="1295143" y="307866"/>
                  </a:lnTo>
                  <a:lnTo>
                    <a:pt x="1297464" y="308248"/>
                  </a:lnTo>
                  <a:lnTo>
                    <a:pt x="1300690" y="309938"/>
                  </a:lnTo>
                  <a:lnTo>
                    <a:pt x="1303760" y="309012"/>
                  </a:lnTo>
                  <a:lnTo>
                    <a:pt x="1305585" y="309356"/>
                  </a:lnTo>
                  <a:lnTo>
                    <a:pt x="1308069" y="309483"/>
                  </a:lnTo>
                  <a:lnTo>
                    <a:pt x="1321234" y="302040"/>
                  </a:lnTo>
                  <a:lnTo>
                    <a:pt x="1324217" y="302170"/>
                  </a:lnTo>
                  <a:lnTo>
                    <a:pt x="1328001" y="301758"/>
                  </a:lnTo>
                  <a:lnTo>
                    <a:pt x="1332772" y="300009"/>
                  </a:lnTo>
                  <a:lnTo>
                    <a:pt x="1336432" y="299236"/>
                  </a:lnTo>
                  <a:lnTo>
                    <a:pt x="1339453" y="299279"/>
                  </a:lnTo>
                  <a:lnTo>
                    <a:pt x="1344828" y="296569"/>
                  </a:lnTo>
                  <a:lnTo>
                    <a:pt x="1353398" y="296901"/>
                  </a:lnTo>
                  <a:lnTo>
                    <a:pt x="1357767" y="295496"/>
                  </a:lnTo>
                  <a:lnTo>
                    <a:pt x="1366237" y="293816"/>
                  </a:lnTo>
                  <a:lnTo>
                    <a:pt x="1371929" y="291920"/>
                  </a:lnTo>
                  <a:lnTo>
                    <a:pt x="1382055" y="286899"/>
                  </a:lnTo>
                  <a:lnTo>
                    <a:pt x="1386167" y="283916"/>
                  </a:lnTo>
                  <a:lnTo>
                    <a:pt x="1390614" y="277313"/>
                  </a:lnTo>
                  <a:lnTo>
                    <a:pt x="1393417" y="270708"/>
                  </a:lnTo>
                  <a:lnTo>
                    <a:pt x="1396525" y="261927"/>
                  </a:lnTo>
                  <a:lnTo>
                    <a:pt x="1394995" y="256219"/>
                  </a:lnTo>
                  <a:lnTo>
                    <a:pt x="1393361" y="253706"/>
                  </a:lnTo>
                  <a:lnTo>
                    <a:pt x="1391983" y="250950"/>
                  </a:lnTo>
                  <a:lnTo>
                    <a:pt x="1388718" y="245271"/>
                  </a:lnTo>
                  <a:lnTo>
                    <a:pt x="1387860" y="238115"/>
                  </a:lnTo>
                  <a:lnTo>
                    <a:pt x="1388172" y="231414"/>
                  </a:lnTo>
                  <a:lnTo>
                    <a:pt x="1387015" y="225115"/>
                  </a:lnTo>
                  <a:lnTo>
                    <a:pt x="1385858" y="220431"/>
                  </a:lnTo>
                  <a:lnTo>
                    <a:pt x="1383435" y="212617"/>
                  </a:lnTo>
                  <a:lnTo>
                    <a:pt x="1380508" y="207541"/>
                  </a:lnTo>
                  <a:lnTo>
                    <a:pt x="1377082" y="200740"/>
                  </a:lnTo>
                  <a:lnTo>
                    <a:pt x="1377078" y="194518"/>
                  </a:lnTo>
                  <a:lnTo>
                    <a:pt x="1376262" y="189633"/>
                  </a:lnTo>
                  <a:lnTo>
                    <a:pt x="1374192" y="186161"/>
                  </a:lnTo>
                  <a:lnTo>
                    <a:pt x="1373323" y="183380"/>
                  </a:lnTo>
                  <a:lnTo>
                    <a:pt x="1374902" y="182802"/>
                  </a:lnTo>
                  <a:lnTo>
                    <a:pt x="1376364" y="181954"/>
                  </a:lnTo>
                  <a:lnTo>
                    <a:pt x="1380321" y="180878"/>
                  </a:lnTo>
                  <a:lnTo>
                    <a:pt x="1389811" y="182791"/>
                  </a:lnTo>
                  <a:lnTo>
                    <a:pt x="1390643" y="179992"/>
                  </a:lnTo>
                  <a:lnTo>
                    <a:pt x="1393036" y="177937"/>
                  </a:lnTo>
                  <a:lnTo>
                    <a:pt x="1394709" y="175366"/>
                  </a:lnTo>
                  <a:lnTo>
                    <a:pt x="1394137" y="171456"/>
                  </a:lnTo>
                  <a:lnTo>
                    <a:pt x="1392084" y="169852"/>
                  </a:lnTo>
                  <a:lnTo>
                    <a:pt x="1389580" y="166507"/>
                  </a:lnTo>
                  <a:lnTo>
                    <a:pt x="1390709" y="163832"/>
                  </a:lnTo>
                  <a:lnTo>
                    <a:pt x="1392749" y="163832"/>
                  </a:lnTo>
                  <a:lnTo>
                    <a:pt x="1393729" y="160900"/>
                  </a:lnTo>
                  <a:lnTo>
                    <a:pt x="1392956" y="158044"/>
                  </a:lnTo>
                  <a:lnTo>
                    <a:pt x="1393893" y="154448"/>
                  </a:lnTo>
                  <a:lnTo>
                    <a:pt x="1395713" y="149854"/>
                  </a:lnTo>
                  <a:lnTo>
                    <a:pt x="1396949" y="148163"/>
                  </a:lnTo>
                  <a:lnTo>
                    <a:pt x="1394676" y="145396"/>
                  </a:lnTo>
                  <a:lnTo>
                    <a:pt x="1392550" y="141786"/>
                  </a:lnTo>
                  <a:lnTo>
                    <a:pt x="1393082" y="138993"/>
                  </a:lnTo>
                  <a:lnTo>
                    <a:pt x="1394136" y="136078"/>
                  </a:lnTo>
                  <a:lnTo>
                    <a:pt x="1395443" y="131975"/>
                  </a:lnTo>
                  <a:lnTo>
                    <a:pt x="1397239" y="129043"/>
                  </a:lnTo>
                  <a:lnTo>
                    <a:pt x="1398382" y="128065"/>
                  </a:lnTo>
                  <a:lnTo>
                    <a:pt x="1398039" y="127087"/>
                  </a:lnTo>
                  <a:lnTo>
                    <a:pt x="1395347" y="126036"/>
                  </a:lnTo>
                  <a:lnTo>
                    <a:pt x="1392865" y="125843"/>
                  </a:lnTo>
                  <a:lnTo>
                    <a:pt x="1388391" y="127672"/>
                  </a:lnTo>
                  <a:lnTo>
                    <a:pt x="1387680" y="127309"/>
                  </a:lnTo>
                  <a:lnTo>
                    <a:pt x="1387430" y="126371"/>
                  </a:lnTo>
                  <a:lnTo>
                    <a:pt x="1387170" y="124368"/>
                  </a:lnTo>
                  <a:lnTo>
                    <a:pt x="1387607" y="119465"/>
                  </a:lnTo>
                  <a:lnTo>
                    <a:pt x="1388311" y="114843"/>
                  </a:lnTo>
                  <a:lnTo>
                    <a:pt x="1388963" y="114190"/>
                  </a:lnTo>
                  <a:lnTo>
                    <a:pt x="1390709" y="113602"/>
                  </a:lnTo>
                  <a:lnTo>
                    <a:pt x="1392423" y="110084"/>
                  </a:lnTo>
                  <a:lnTo>
                    <a:pt x="1393974" y="109888"/>
                  </a:lnTo>
                  <a:lnTo>
                    <a:pt x="1394953" y="111059"/>
                  </a:lnTo>
                  <a:lnTo>
                    <a:pt x="1395280" y="115752"/>
                  </a:lnTo>
                  <a:lnTo>
                    <a:pt x="1395804" y="116828"/>
                  </a:lnTo>
                  <a:lnTo>
                    <a:pt x="1395606" y="119073"/>
                  </a:lnTo>
                  <a:lnTo>
                    <a:pt x="1396422" y="119855"/>
                  </a:lnTo>
                  <a:lnTo>
                    <a:pt x="1397394" y="118380"/>
                  </a:lnTo>
                  <a:lnTo>
                    <a:pt x="1399211" y="117673"/>
                  </a:lnTo>
                  <a:lnTo>
                    <a:pt x="1399933" y="119269"/>
                  </a:lnTo>
                  <a:lnTo>
                    <a:pt x="1400585" y="120051"/>
                  </a:lnTo>
                  <a:lnTo>
                    <a:pt x="1400912" y="118683"/>
                  </a:lnTo>
                  <a:lnTo>
                    <a:pt x="1400680" y="114886"/>
                  </a:lnTo>
                  <a:lnTo>
                    <a:pt x="1400382" y="113356"/>
                  </a:lnTo>
                  <a:lnTo>
                    <a:pt x="1400158" y="110898"/>
                  </a:lnTo>
                  <a:lnTo>
                    <a:pt x="1400543" y="109741"/>
                  </a:lnTo>
                  <a:lnTo>
                    <a:pt x="1401005" y="107822"/>
                  </a:lnTo>
                  <a:lnTo>
                    <a:pt x="1400238" y="103848"/>
                  </a:lnTo>
                  <a:lnTo>
                    <a:pt x="1400524" y="102345"/>
                  </a:lnTo>
                  <a:lnTo>
                    <a:pt x="1402162" y="99953"/>
                  </a:lnTo>
                  <a:lnTo>
                    <a:pt x="1402956" y="99454"/>
                  </a:lnTo>
                  <a:lnTo>
                    <a:pt x="1404494" y="99468"/>
                  </a:lnTo>
                  <a:lnTo>
                    <a:pt x="1407309" y="101038"/>
                  </a:lnTo>
                  <a:lnTo>
                    <a:pt x="1408621" y="101162"/>
                  </a:lnTo>
                  <a:lnTo>
                    <a:pt x="1409621" y="100426"/>
                  </a:lnTo>
                  <a:lnTo>
                    <a:pt x="1410219" y="98899"/>
                  </a:lnTo>
                  <a:lnTo>
                    <a:pt x="1410706" y="93861"/>
                  </a:lnTo>
                  <a:lnTo>
                    <a:pt x="1409506" y="92083"/>
                  </a:lnTo>
                  <a:lnTo>
                    <a:pt x="1409521" y="90470"/>
                  </a:lnTo>
                  <a:lnTo>
                    <a:pt x="1410225" y="89481"/>
                  </a:lnTo>
                  <a:lnTo>
                    <a:pt x="1411461" y="85957"/>
                  </a:lnTo>
                  <a:lnTo>
                    <a:pt x="1413340" y="85781"/>
                  </a:lnTo>
                  <a:lnTo>
                    <a:pt x="1415175" y="86093"/>
                  </a:lnTo>
                  <a:lnTo>
                    <a:pt x="1416956" y="85412"/>
                  </a:lnTo>
                  <a:lnTo>
                    <a:pt x="1416338" y="83983"/>
                  </a:lnTo>
                  <a:lnTo>
                    <a:pt x="1415778" y="81790"/>
                  </a:lnTo>
                  <a:lnTo>
                    <a:pt x="1417782" y="80717"/>
                  </a:lnTo>
                  <a:lnTo>
                    <a:pt x="1419094" y="80374"/>
                  </a:lnTo>
                  <a:lnTo>
                    <a:pt x="1422513" y="81747"/>
                  </a:lnTo>
                  <a:lnTo>
                    <a:pt x="1423848" y="82523"/>
                  </a:lnTo>
                  <a:lnTo>
                    <a:pt x="1425072" y="80766"/>
                  </a:lnTo>
                  <a:lnTo>
                    <a:pt x="1424664" y="79006"/>
                  </a:lnTo>
                  <a:lnTo>
                    <a:pt x="1423358" y="78028"/>
                  </a:lnTo>
                  <a:lnTo>
                    <a:pt x="1423113" y="76466"/>
                  </a:lnTo>
                  <a:lnTo>
                    <a:pt x="1423440" y="74510"/>
                  </a:lnTo>
                  <a:lnTo>
                    <a:pt x="1425562" y="75488"/>
                  </a:lnTo>
                  <a:lnTo>
                    <a:pt x="1426046" y="75116"/>
                  </a:lnTo>
                  <a:lnTo>
                    <a:pt x="1426605" y="73347"/>
                  </a:lnTo>
                  <a:lnTo>
                    <a:pt x="1426275" y="72502"/>
                  </a:lnTo>
                  <a:lnTo>
                    <a:pt x="1426002" y="71341"/>
                  </a:lnTo>
                  <a:lnTo>
                    <a:pt x="1428784" y="71114"/>
                  </a:lnTo>
                  <a:lnTo>
                    <a:pt x="1429197" y="70655"/>
                  </a:lnTo>
                  <a:lnTo>
                    <a:pt x="1429787" y="69269"/>
                  </a:lnTo>
                  <a:lnTo>
                    <a:pt x="1430605" y="68773"/>
                  </a:lnTo>
                  <a:lnTo>
                    <a:pt x="1433119" y="68839"/>
                  </a:lnTo>
                  <a:lnTo>
                    <a:pt x="1433663" y="68118"/>
                  </a:lnTo>
                  <a:lnTo>
                    <a:pt x="1433912" y="66606"/>
                  </a:lnTo>
                  <a:lnTo>
                    <a:pt x="1432554" y="66222"/>
                  </a:lnTo>
                  <a:lnTo>
                    <a:pt x="1430786" y="64739"/>
                  </a:lnTo>
                  <a:lnTo>
                    <a:pt x="1430541" y="60633"/>
                  </a:lnTo>
                  <a:lnTo>
                    <a:pt x="1430949" y="57701"/>
                  </a:lnTo>
                  <a:lnTo>
                    <a:pt x="1432499" y="55162"/>
                  </a:lnTo>
                  <a:lnTo>
                    <a:pt x="1434377" y="53401"/>
                  </a:lnTo>
                  <a:lnTo>
                    <a:pt x="1437809" y="54922"/>
                  </a:lnTo>
                  <a:lnTo>
                    <a:pt x="1440499" y="54573"/>
                  </a:lnTo>
                  <a:lnTo>
                    <a:pt x="1441560" y="56137"/>
                  </a:lnTo>
                  <a:lnTo>
                    <a:pt x="1443029" y="56529"/>
                  </a:lnTo>
                  <a:lnTo>
                    <a:pt x="1443356" y="54769"/>
                  </a:lnTo>
                  <a:lnTo>
                    <a:pt x="1442701" y="53237"/>
                  </a:lnTo>
                  <a:lnTo>
                    <a:pt x="1442279" y="50712"/>
                  </a:lnTo>
                  <a:lnTo>
                    <a:pt x="1446539" y="47734"/>
                  </a:lnTo>
                  <a:lnTo>
                    <a:pt x="1447898" y="48201"/>
                  </a:lnTo>
                  <a:lnTo>
                    <a:pt x="1449588" y="47489"/>
                  </a:lnTo>
                  <a:lnTo>
                    <a:pt x="1448988" y="45192"/>
                  </a:lnTo>
                  <a:lnTo>
                    <a:pt x="1449885" y="42260"/>
                  </a:lnTo>
                  <a:lnTo>
                    <a:pt x="1451110" y="41870"/>
                  </a:lnTo>
                  <a:lnTo>
                    <a:pt x="1451926" y="44410"/>
                  </a:lnTo>
                  <a:lnTo>
                    <a:pt x="1453096" y="44932"/>
                  </a:lnTo>
                  <a:lnTo>
                    <a:pt x="1454375" y="44338"/>
                  </a:lnTo>
                  <a:lnTo>
                    <a:pt x="1457548" y="41342"/>
                  </a:lnTo>
                  <a:lnTo>
                    <a:pt x="1459104" y="40883"/>
                  </a:lnTo>
                  <a:lnTo>
                    <a:pt x="1460642" y="40731"/>
                  </a:lnTo>
                  <a:lnTo>
                    <a:pt x="1462262" y="38985"/>
                  </a:lnTo>
                  <a:lnTo>
                    <a:pt x="1462638" y="36916"/>
                  </a:lnTo>
                  <a:lnTo>
                    <a:pt x="1463552" y="35484"/>
                  </a:lnTo>
                  <a:lnTo>
                    <a:pt x="1466296" y="33574"/>
                  </a:lnTo>
                  <a:lnTo>
                    <a:pt x="1467424" y="32163"/>
                  </a:lnTo>
                  <a:lnTo>
                    <a:pt x="1469837" y="27286"/>
                  </a:lnTo>
                  <a:lnTo>
                    <a:pt x="1469400" y="26051"/>
                  </a:lnTo>
                  <a:lnTo>
                    <a:pt x="1470114" y="25033"/>
                  </a:lnTo>
                  <a:lnTo>
                    <a:pt x="1477357" y="20615"/>
                  </a:lnTo>
                  <a:lnTo>
                    <a:pt x="1480903" y="20190"/>
                  </a:lnTo>
                  <a:lnTo>
                    <a:pt x="1486822" y="17564"/>
                  </a:lnTo>
                  <a:lnTo>
                    <a:pt x="1490433" y="14408"/>
                  </a:lnTo>
                  <a:lnTo>
                    <a:pt x="1492668" y="13121"/>
                  </a:lnTo>
                  <a:lnTo>
                    <a:pt x="1494696" y="9620"/>
                  </a:lnTo>
                  <a:lnTo>
                    <a:pt x="1497146" y="9104"/>
                  </a:lnTo>
                  <a:lnTo>
                    <a:pt x="1502797" y="6648"/>
                  </a:lnTo>
                  <a:lnTo>
                    <a:pt x="1507085" y="2732"/>
                  </a:lnTo>
                  <a:lnTo>
                    <a:pt x="1512989" y="0"/>
                  </a:lnTo>
                  <a:lnTo>
                    <a:pt x="1515721" y="251"/>
                  </a:lnTo>
                  <a:lnTo>
                    <a:pt x="1516851" y="1070"/>
                  </a:lnTo>
                  <a:lnTo>
                    <a:pt x="1517542" y="4331"/>
                  </a:lnTo>
                  <a:lnTo>
                    <a:pt x="1518694" y="8253"/>
                  </a:lnTo>
                  <a:lnTo>
                    <a:pt x="1520489" y="10206"/>
                  </a:lnTo>
                  <a:lnTo>
                    <a:pt x="1519836" y="11966"/>
                  </a:lnTo>
                  <a:lnTo>
                    <a:pt x="1518122" y="11770"/>
                  </a:lnTo>
                  <a:lnTo>
                    <a:pt x="1516326" y="12160"/>
                  </a:lnTo>
                  <a:lnTo>
                    <a:pt x="1515918" y="10206"/>
                  </a:lnTo>
                  <a:lnTo>
                    <a:pt x="1516591" y="8783"/>
                  </a:lnTo>
                  <a:lnTo>
                    <a:pt x="1515918" y="7471"/>
                  </a:lnTo>
                  <a:lnTo>
                    <a:pt x="1514294" y="7811"/>
                  </a:lnTo>
                  <a:lnTo>
                    <a:pt x="1512113" y="8489"/>
                  </a:lnTo>
                  <a:lnTo>
                    <a:pt x="1510622" y="9465"/>
                  </a:lnTo>
                  <a:lnTo>
                    <a:pt x="1508704" y="11533"/>
                  </a:lnTo>
                  <a:lnTo>
                    <a:pt x="1507225" y="12722"/>
                  </a:lnTo>
                  <a:lnTo>
                    <a:pt x="1502212" y="15871"/>
                  </a:lnTo>
                  <a:lnTo>
                    <a:pt x="1498894" y="20364"/>
                  </a:lnTo>
                  <a:lnTo>
                    <a:pt x="1496537" y="25151"/>
                  </a:lnTo>
                  <a:lnTo>
                    <a:pt x="1495105" y="28383"/>
                  </a:lnTo>
                  <a:lnTo>
                    <a:pt x="1493052" y="28622"/>
                  </a:lnTo>
                  <a:lnTo>
                    <a:pt x="1492534" y="29791"/>
                  </a:lnTo>
                  <a:lnTo>
                    <a:pt x="1493398" y="30720"/>
                  </a:lnTo>
                  <a:lnTo>
                    <a:pt x="1494068" y="31115"/>
                  </a:lnTo>
                  <a:lnTo>
                    <a:pt x="1495594" y="31511"/>
                  </a:lnTo>
                  <a:lnTo>
                    <a:pt x="1495349" y="32878"/>
                  </a:lnTo>
                  <a:lnTo>
                    <a:pt x="1494288" y="33268"/>
                  </a:lnTo>
                  <a:lnTo>
                    <a:pt x="1494408" y="34353"/>
                  </a:lnTo>
                  <a:lnTo>
                    <a:pt x="1495513" y="36007"/>
                  </a:lnTo>
                  <a:lnTo>
                    <a:pt x="1495757" y="38353"/>
                  </a:lnTo>
                  <a:lnTo>
                    <a:pt x="1494452" y="38742"/>
                  </a:lnTo>
                  <a:lnTo>
                    <a:pt x="1492492" y="36200"/>
                  </a:lnTo>
                  <a:lnTo>
                    <a:pt x="1490287" y="35969"/>
                  </a:lnTo>
                  <a:lnTo>
                    <a:pt x="1488556" y="34786"/>
                  </a:lnTo>
                  <a:lnTo>
                    <a:pt x="1487432" y="33075"/>
                  </a:lnTo>
                  <a:lnTo>
                    <a:pt x="1486370" y="33464"/>
                  </a:lnTo>
                  <a:lnTo>
                    <a:pt x="1485564" y="35868"/>
                  </a:lnTo>
                  <a:lnTo>
                    <a:pt x="1486044" y="38546"/>
                  </a:lnTo>
                  <a:lnTo>
                    <a:pt x="1485146" y="40110"/>
                  </a:lnTo>
                  <a:lnTo>
                    <a:pt x="1484055" y="39377"/>
                  </a:lnTo>
                  <a:lnTo>
                    <a:pt x="1483677" y="36200"/>
                  </a:lnTo>
                  <a:lnTo>
                    <a:pt x="1482626" y="35675"/>
                  </a:lnTo>
                  <a:lnTo>
                    <a:pt x="1481233" y="35608"/>
                  </a:lnTo>
                  <a:lnTo>
                    <a:pt x="1477786" y="39022"/>
                  </a:lnTo>
                  <a:lnTo>
                    <a:pt x="1476576" y="39132"/>
                  </a:lnTo>
                  <a:lnTo>
                    <a:pt x="1475920" y="40869"/>
                  </a:lnTo>
                  <a:lnTo>
                    <a:pt x="1473917" y="42854"/>
                  </a:lnTo>
                  <a:lnTo>
                    <a:pt x="1472634" y="44410"/>
                  </a:lnTo>
                  <a:lnTo>
                    <a:pt x="1469482" y="49659"/>
                  </a:lnTo>
                  <a:lnTo>
                    <a:pt x="1467699" y="51858"/>
                  </a:lnTo>
                  <a:lnTo>
                    <a:pt x="1464343" y="53116"/>
                  </a:lnTo>
                  <a:lnTo>
                    <a:pt x="1463015" y="52934"/>
                  </a:lnTo>
                  <a:lnTo>
                    <a:pt x="1462231" y="52403"/>
                  </a:lnTo>
                  <a:lnTo>
                    <a:pt x="1460994" y="52051"/>
                  </a:lnTo>
                  <a:lnTo>
                    <a:pt x="1459761" y="52033"/>
                  </a:lnTo>
                  <a:lnTo>
                    <a:pt x="1459354" y="53401"/>
                  </a:lnTo>
                  <a:lnTo>
                    <a:pt x="1461312" y="57897"/>
                  </a:lnTo>
                  <a:lnTo>
                    <a:pt x="1460251" y="59461"/>
                  </a:lnTo>
                  <a:lnTo>
                    <a:pt x="1457880" y="59366"/>
                  </a:lnTo>
                  <a:lnTo>
                    <a:pt x="1456742" y="58093"/>
                  </a:lnTo>
                  <a:lnTo>
                    <a:pt x="1455796" y="59282"/>
                  </a:lnTo>
                  <a:lnTo>
                    <a:pt x="1455053" y="60486"/>
                  </a:lnTo>
                  <a:lnTo>
                    <a:pt x="1454305" y="62214"/>
                  </a:lnTo>
                  <a:lnTo>
                    <a:pt x="1455436" y="65911"/>
                  </a:lnTo>
                  <a:lnTo>
                    <a:pt x="1457290" y="67584"/>
                  </a:lnTo>
                  <a:lnTo>
                    <a:pt x="1458619" y="67864"/>
                  </a:lnTo>
                  <a:lnTo>
                    <a:pt x="1459109" y="69232"/>
                  </a:lnTo>
                  <a:lnTo>
                    <a:pt x="1456204" y="69821"/>
                  </a:lnTo>
                  <a:lnTo>
                    <a:pt x="1454240" y="73061"/>
                  </a:lnTo>
                  <a:lnTo>
                    <a:pt x="1453353" y="75312"/>
                  </a:lnTo>
                  <a:lnTo>
                    <a:pt x="1452334" y="77246"/>
                  </a:lnTo>
                  <a:lnTo>
                    <a:pt x="1452479" y="79490"/>
                  </a:lnTo>
                  <a:lnTo>
                    <a:pt x="1454011" y="82887"/>
                  </a:lnTo>
                  <a:lnTo>
                    <a:pt x="1456036" y="85296"/>
                  </a:lnTo>
                  <a:lnTo>
                    <a:pt x="1458084" y="85493"/>
                  </a:lnTo>
                  <a:lnTo>
                    <a:pt x="1460728" y="84760"/>
                  </a:lnTo>
                  <a:lnTo>
                    <a:pt x="1461346" y="84073"/>
                  </a:lnTo>
                  <a:lnTo>
                    <a:pt x="1464006" y="83698"/>
                  </a:lnTo>
                  <a:lnTo>
                    <a:pt x="1465154" y="81369"/>
                  </a:lnTo>
                  <a:lnTo>
                    <a:pt x="1465993" y="81207"/>
                  </a:lnTo>
                  <a:lnTo>
                    <a:pt x="1466740" y="81626"/>
                  </a:lnTo>
                  <a:lnTo>
                    <a:pt x="1467953" y="81724"/>
                  </a:lnTo>
                  <a:lnTo>
                    <a:pt x="1468584" y="80195"/>
                  </a:lnTo>
                  <a:lnTo>
                    <a:pt x="1469514" y="79623"/>
                  </a:lnTo>
                  <a:lnTo>
                    <a:pt x="1470746" y="80013"/>
                  </a:lnTo>
                  <a:lnTo>
                    <a:pt x="1473148" y="79984"/>
                  </a:lnTo>
                  <a:lnTo>
                    <a:pt x="1473801" y="81352"/>
                  </a:lnTo>
                  <a:lnTo>
                    <a:pt x="1473067" y="82916"/>
                  </a:lnTo>
                  <a:lnTo>
                    <a:pt x="1471597" y="85066"/>
                  </a:lnTo>
                  <a:lnTo>
                    <a:pt x="1470209" y="83891"/>
                  </a:lnTo>
                  <a:lnTo>
                    <a:pt x="1468985" y="84087"/>
                  </a:lnTo>
                  <a:lnTo>
                    <a:pt x="1468323" y="85227"/>
                  </a:lnTo>
                  <a:lnTo>
                    <a:pt x="1469638" y="87605"/>
                  </a:lnTo>
                  <a:lnTo>
                    <a:pt x="1469148" y="89755"/>
                  </a:lnTo>
                  <a:lnTo>
                    <a:pt x="1468087" y="91905"/>
                  </a:lnTo>
                  <a:lnTo>
                    <a:pt x="1466781" y="90537"/>
                  </a:lnTo>
                  <a:lnTo>
                    <a:pt x="1466590" y="88217"/>
                  </a:lnTo>
                  <a:lnTo>
                    <a:pt x="1464823" y="86823"/>
                  </a:lnTo>
                  <a:lnTo>
                    <a:pt x="1463108" y="86237"/>
                  </a:lnTo>
                  <a:lnTo>
                    <a:pt x="1461946" y="88629"/>
                  </a:lnTo>
                  <a:lnTo>
                    <a:pt x="1460101" y="89333"/>
                  </a:lnTo>
                  <a:lnTo>
                    <a:pt x="1459843" y="92101"/>
                  </a:lnTo>
                  <a:lnTo>
                    <a:pt x="1459109" y="94643"/>
                  </a:lnTo>
                  <a:lnTo>
                    <a:pt x="1458048" y="93861"/>
                  </a:lnTo>
                  <a:lnTo>
                    <a:pt x="1457635" y="90710"/>
                  </a:lnTo>
                  <a:lnTo>
                    <a:pt x="1454660" y="88136"/>
                  </a:lnTo>
                  <a:lnTo>
                    <a:pt x="1453121" y="87784"/>
                  </a:lnTo>
                  <a:lnTo>
                    <a:pt x="1450000" y="88442"/>
                  </a:lnTo>
                  <a:lnTo>
                    <a:pt x="1448906" y="88387"/>
                  </a:lnTo>
                  <a:lnTo>
                    <a:pt x="1447682" y="88973"/>
                  </a:lnTo>
                  <a:lnTo>
                    <a:pt x="1446784" y="91125"/>
                  </a:lnTo>
                  <a:lnTo>
                    <a:pt x="1448074" y="92707"/>
                  </a:lnTo>
                  <a:lnTo>
                    <a:pt x="1448504" y="94836"/>
                  </a:lnTo>
                  <a:lnTo>
                    <a:pt x="1448473" y="96429"/>
                  </a:lnTo>
                  <a:lnTo>
                    <a:pt x="1448231" y="97064"/>
                  </a:lnTo>
                  <a:lnTo>
                    <a:pt x="1448015" y="98391"/>
                  </a:lnTo>
                  <a:lnTo>
                    <a:pt x="1449396" y="100310"/>
                  </a:lnTo>
                  <a:lnTo>
                    <a:pt x="1449477" y="102853"/>
                  </a:lnTo>
                  <a:lnTo>
                    <a:pt x="1448337" y="102827"/>
                  </a:lnTo>
                  <a:lnTo>
                    <a:pt x="1447401" y="102056"/>
                  </a:lnTo>
                  <a:lnTo>
                    <a:pt x="1443799" y="95341"/>
                  </a:lnTo>
                  <a:lnTo>
                    <a:pt x="1441543" y="92378"/>
                  </a:lnTo>
                  <a:lnTo>
                    <a:pt x="1440581" y="89755"/>
                  </a:lnTo>
                  <a:lnTo>
                    <a:pt x="1438223" y="89163"/>
                  </a:lnTo>
                  <a:lnTo>
                    <a:pt x="1436519" y="89103"/>
                  </a:lnTo>
                  <a:lnTo>
                    <a:pt x="1434472" y="90168"/>
                  </a:lnTo>
                  <a:lnTo>
                    <a:pt x="1435274" y="91411"/>
                  </a:lnTo>
                  <a:lnTo>
                    <a:pt x="1435683" y="93275"/>
                  </a:lnTo>
                  <a:lnTo>
                    <a:pt x="1434433" y="94046"/>
                  </a:lnTo>
                  <a:lnTo>
                    <a:pt x="1432894" y="96911"/>
                  </a:lnTo>
                  <a:lnTo>
                    <a:pt x="1431858" y="99358"/>
                  </a:lnTo>
                  <a:lnTo>
                    <a:pt x="1431233" y="99886"/>
                  </a:lnTo>
                  <a:lnTo>
                    <a:pt x="1430459" y="101289"/>
                  </a:lnTo>
                  <a:lnTo>
                    <a:pt x="1433778" y="104446"/>
                  </a:lnTo>
                  <a:lnTo>
                    <a:pt x="1434268" y="105695"/>
                  </a:lnTo>
                  <a:lnTo>
                    <a:pt x="1434445" y="107755"/>
                  </a:lnTo>
                  <a:lnTo>
                    <a:pt x="1433398" y="108910"/>
                  </a:lnTo>
                  <a:lnTo>
                    <a:pt x="1430893" y="109360"/>
                  </a:lnTo>
                  <a:lnTo>
                    <a:pt x="1426470" y="107175"/>
                  </a:lnTo>
                  <a:lnTo>
                    <a:pt x="1424582" y="107129"/>
                  </a:lnTo>
                  <a:lnTo>
                    <a:pt x="1423929" y="105588"/>
                  </a:lnTo>
                  <a:lnTo>
                    <a:pt x="1422950" y="105785"/>
                  </a:lnTo>
                  <a:lnTo>
                    <a:pt x="1422343" y="108382"/>
                  </a:lnTo>
                  <a:lnTo>
                    <a:pt x="1421629" y="110681"/>
                  </a:lnTo>
                  <a:lnTo>
                    <a:pt x="1420583" y="112234"/>
                  </a:lnTo>
                  <a:lnTo>
                    <a:pt x="1420879" y="114606"/>
                  </a:lnTo>
                  <a:lnTo>
                    <a:pt x="1421725" y="115166"/>
                  </a:lnTo>
                  <a:lnTo>
                    <a:pt x="1421069" y="116121"/>
                  </a:lnTo>
                  <a:lnTo>
                    <a:pt x="1419685" y="116923"/>
                  </a:lnTo>
                  <a:lnTo>
                    <a:pt x="1418747" y="117835"/>
                  </a:lnTo>
                  <a:lnTo>
                    <a:pt x="1420828" y="118683"/>
                  </a:lnTo>
                  <a:lnTo>
                    <a:pt x="1421220" y="119463"/>
                  </a:lnTo>
                  <a:lnTo>
                    <a:pt x="1421309" y="120591"/>
                  </a:lnTo>
                  <a:lnTo>
                    <a:pt x="1418096" y="121419"/>
                  </a:lnTo>
                  <a:lnTo>
                    <a:pt x="1416012" y="121615"/>
                  </a:lnTo>
                  <a:lnTo>
                    <a:pt x="1414758" y="120698"/>
                  </a:lnTo>
                  <a:lnTo>
                    <a:pt x="1413611" y="121148"/>
                  </a:lnTo>
                  <a:lnTo>
                    <a:pt x="1412870" y="122657"/>
                  </a:lnTo>
                  <a:lnTo>
                    <a:pt x="1412619" y="124648"/>
                  </a:lnTo>
                  <a:lnTo>
                    <a:pt x="1412860" y="127118"/>
                  </a:lnTo>
                  <a:lnTo>
                    <a:pt x="1413269" y="128881"/>
                  </a:lnTo>
                  <a:lnTo>
                    <a:pt x="1413565" y="129539"/>
                  </a:lnTo>
                  <a:lnTo>
                    <a:pt x="1413920" y="130999"/>
                  </a:lnTo>
                  <a:lnTo>
                    <a:pt x="1411995" y="134805"/>
                  </a:lnTo>
                  <a:lnTo>
                    <a:pt x="1411807" y="135631"/>
                  </a:lnTo>
                  <a:lnTo>
                    <a:pt x="1411674" y="137385"/>
                  </a:lnTo>
                  <a:lnTo>
                    <a:pt x="1412565" y="138990"/>
                  </a:lnTo>
                  <a:lnTo>
                    <a:pt x="1413286" y="141338"/>
                  </a:lnTo>
                  <a:lnTo>
                    <a:pt x="1412277" y="142487"/>
                  </a:lnTo>
                  <a:lnTo>
                    <a:pt x="1411187" y="144917"/>
                  </a:lnTo>
                  <a:lnTo>
                    <a:pt x="1412338" y="145393"/>
                  </a:lnTo>
                  <a:lnTo>
                    <a:pt x="1414297" y="145503"/>
                  </a:lnTo>
                  <a:lnTo>
                    <a:pt x="1416388" y="145197"/>
                  </a:lnTo>
                  <a:lnTo>
                    <a:pt x="1419587" y="143055"/>
                  </a:lnTo>
                  <a:lnTo>
                    <a:pt x="1420501" y="142724"/>
                  </a:lnTo>
                  <a:lnTo>
                    <a:pt x="1420887" y="143514"/>
                  </a:lnTo>
                  <a:lnTo>
                    <a:pt x="1421183" y="144824"/>
                  </a:lnTo>
                  <a:lnTo>
                    <a:pt x="1420363" y="146034"/>
                  </a:lnTo>
                  <a:lnTo>
                    <a:pt x="1414572" y="149554"/>
                  </a:lnTo>
                  <a:lnTo>
                    <a:pt x="1413501" y="151008"/>
                  </a:lnTo>
                  <a:lnTo>
                    <a:pt x="1414989" y="151819"/>
                  </a:lnTo>
                  <a:lnTo>
                    <a:pt x="1417971" y="151998"/>
                  </a:lnTo>
                  <a:lnTo>
                    <a:pt x="1419122" y="153109"/>
                  </a:lnTo>
                  <a:lnTo>
                    <a:pt x="1418406" y="154336"/>
                  </a:lnTo>
                  <a:lnTo>
                    <a:pt x="1417350" y="155516"/>
                  </a:lnTo>
                  <a:lnTo>
                    <a:pt x="1416097" y="158292"/>
                  </a:lnTo>
                  <a:lnTo>
                    <a:pt x="1417125" y="159319"/>
                  </a:lnTo>
                  <a:lnTo>
                    <a:pt x="1420334" y="160955"/>
                  </a:lnTo>
                  <a:lnTo>
                    <a:pt x="1426126" y="163105"/>
                  </a:lnTo>
                  <a:lnTo>
                    <a:pt x="1430450" y="163847"/>
                  </a:lnTo>
                  <a:lnTo>
                    <a:pt x="1429483" y="161356"/>
                  </a:lnTo>
                  <a:lnTo>
                    <a:pt x="1429330" y="158272"/>
                  </a:lnTo>
                  <a:lnTo>
                    <a:pt x="1432351" y="155764"/>
                  </a:lnTo>
                  <a:lnTo>
                    <a:pt x="1433930" y="154939"/>
                  </a:lnTo>
                  <a:lnTo>
                    <a:pt x="1441085" y="153435"/>
                  </a:lnTo>
                  <a:lnTo>
                    <a:pt x="1443060" y="153490"/>
                  </a:lnTo>
                  <a:lnTo>
                    <a:pt x="1444581" y="154137"/>
                  </a:lnTo>
                  <a:lnTo>
                    <a:pt x="1444009" y="155429"/>
                  </a:lnTo>
                  <a:lnTo>
                    <a:pt x="1442342" y="154965"/>
                  </a:lnTo>
                  <a:lnTo>
                    <a:pt x="1439470" y="155816"/>
                  </a:lnTo>
                  <a:lnTo>
                    <a:pt x="1435030" y="158557"/>
                  </a:lnTo>
                  <a:lnTo>
                    <a:pt x="1434214" y="159729"/>
                  </a:lnTo>
                  <a:lnTo>
                    <a:pt x="1434540" y="161879"/>
                  </a:lnTo>
                  <a:lnTo>
                    <a:pt x="1438295" y="163639"/>
                  </a:lnTo>
                  <a:lnTo>
                    <a:pt x="1439519" y="165007"/>
                  </a:lnTo>
                  <a:lnTo>
                    <a:pt x="1437857" y="169165"/>
                  </a:lnTo>
                  <a:lnTo>
                    <a:pt x="1438132" y="171846"/>
                  </a:lnTo>
                  <a:lnTo>
                    <a:pt x="1440038" y="174775"/>
                  </a:lnTo>
                  <a:lnTo>
                    <a:pt x="1442594" y="178085"/>
                  </a:lnTo>
                  <a:lnTo>
                    <a:pt x="1443831" y="180327"/>
                  </a:lnTo>
                  <a:lnTo>
                    <a:pt x="1445736" y="181596"/>
                  </a:lnTo>
                  <a:lnTo>
                    <a:pt x="1448857" y="184710"/>
                  </a:lnTo>
                  <a:lnTo>
                    <a:pt x="1450538" y="187875"/>
                  </a:lnTo>
                  <a:lnTo>
                    <a:pt x="1451074" y="195052"/>
                  </a:lnTo>
                  <a:lnTo>
                    <a:pt x="1453600" y="200982"/>
                  </a:lnTo>
                  <a:lnTo>
                    <a:pt x="1456578" y="203706"/>
                  </a:lnTo>
                  <a:lnTo>
                    <a:pt x="1456905" y="206052"/>
                  </a:lnTo>
                  <a:lnTo>
                    <a:pt x="1455926" y="208398"/>
                  </a:lnTo>
                  <a:lnTo>
                    <a:pt x="1453410" y="207048"/>
                  </a:lnTo>
                  <a:lnTo>
                    <a:pt x="1452007" y="208398"/>
                  </a:lnTo>
                  <a:lnTo>
                    <a:pt x="1451436" y="210937"/>
                  </a:lnTo>
                  <a:lnTo>
                    <a:pt x="1453232" y="212698"/>
                  </a:lnTo>
                  <a:lnTo>
                    <a:pt x="1456088" y="214848"/>
                  </a:lnTo>
                  <a:lnTo>
                    <a:pt x="1462210" y="214652"/>
                  </a:lnTo>
                  <a:lnTo>
                    <a:pt x="1462374" y="216997"/>
                  </a:lnTo>
                  <a:lnTo>
                    <a:pt x="1460968" y="218380"/>
                  </a:lnTo>
                  <a:lnTo>
                    <a:pt x="1459843" y="220125"/>
                  </a:lnTo>
                  <a:lnTo>
                    <a:pt x="1458456" y="221101"/>
                  </a:lnTo>
                  <a:lnTo>
                    <a:pt x="1456170" y="221686"/>
                  </a:lnTo>
                  <a:lnTo>
                    <a:pt x="1455599" y="223836"/>
                  </a:lnTo>
                  <a:lnTo>
                    <a:pt x="1456578" y="226768"/>
                  </a:lnTo>
                  <a:lnTo>
                    <a:pt x="1459774" y="225472"/>
                  </a:lnTo>
                  <a:lnTo>
                    <a:pt x="1462103" y="225308"/>
                  </a:lnTo>
                  <a:lnTo>
                    <a:pt x="1464577" y="225793"/>
                  </a:lnTo>
                  <a:lnTo>
                    <a:pt x="1465332" y="229772"/>
                  </a:lnTo>
                  <a:lnTo>
                    <a:pt x="1468225" y="234637"/>
                  </a:lnTo>
                  <a:lnTo>
                    <a:pt x="1468904" y="236934"/>
                  </a:lnTo>
                  <a:lnTo>
                    <a:pt x="1468400" y="239142"/>
                  </a:lnTo>
                  <a:lnTo>
                    <a:pt x="1466606" y="239809"/>
                  </a:lnTo>
                  <a:lnTo>
                    <a:pt x="1465510" y="241543"/>
                  </a:lnTo>
                  <a:lnTo>
                    <a:pt x="1463881" y="243072"/>
                  </a:lnTo>
                  <a:lnTo>
                    <a:pt x="1462071" y="243863"/>
                  </a:lnTo>
                  <a:lnTo>
                    <a:pt x="1458695" y="247908"/>
                  </a:lnTo>
                  <a:lnTo>
                    <a:pt x="1457214" y="248347"/>
                  </a:lnTo>
                  <a:lnTo>
                    <a:pt x="1456607" y="249143"/>
                  </a:lnTo>
                  <a:lnTo>
                    <a:pt x="1459486" y="249579"/>
                  </a:lnTo>
                  <a:lnTo>
                    <a:pt x="1461493" y="249660"/>
                  </a:lnTo>
                  <a:lnTo>
                    <a:pt x="1465802" y="246373"/>
                  </a:lnTo>
                  <a:lnTo>
                    <a:pt x="1467434" y="247098"/>
                  </a:lnTo>
                  <a:lnTo>
                    <a:pt x="1468496" y="249247"/>
                  </a:lnTo>
                  <a:lnTo>
                    <a:pt x="1469067" y="251787"/>
                  </a:lnTo>
                  <a:lnTo>
                    <a:pt x="1468005" y="253937"/>
                  </a:lnTo>
                  <a:lnTo>
                    <a:pt x="1460484" y="255203"/>
                  </a:lnTo>
                  <a:lnTo>
                    <a:pt x="1456852" y="256407"/>
                  </a:lnTo>
                  <a:lnTo>
                    <a:pt x="1452931" y="259774"/>
                  </a:lnTo>
                  <a:lnTo>
                    <a:pt x="1457406" y="261353"/>
                  </a:lnTo>
                  <a:lnTo>
                    <a:pt x="1460688" y="260813"/>
                  </a:lnTo>
                  <a:lnTo>
                    <a:pt x="1462358" y="261402"/>
                  </a:lnTo>
                  <a:lnTo>
                    <a:pt x="1464609" y="262585"/>
                  </a:lnTo>
                  <a:lnTo>
                    <a:pt x="1467112" y="261959"/>
                  </a:lnTo>
                  <a:lnTo>
                    <a:pt x="1469033" y="260738"/>
                  </a:lnTo>
                  <a:lnTo>
                    <a:pt x="1470496" y="260778"/>
                  </a:lnTo>
                  <a:lnTo>
                    <a:pt x="1471900" y="261402"/>
                  </a:lnTo>
                  <a:lnTo>
                    <a:pt x="1472087" y="263514"/>
                  </a:lnTo>
                  <a:lnTo>
                    <a:pt x="1472250" y="267228"/>
                  </a:lnTo>
                  <a:lnTo>
                    <a:pt x="1472577" y="269967"/>
                  </a:lnTo>
                  <a:lnTo>
                    <a:pt x="1471766" y="271842"/>
                  </a:lnTo>
                  <a:lnTo>
                    <a:pt x="1467852" y="273158"/>
                  </a:lnTo>
                  <a:lnTo>
                    <a:pt x="1464985" y="273092"/>
                  </a:lnTo>
                  <a:lnTo>
                    <a:pt x="1464907" y="277007"/>
                  </a:lnTo>
                  <a:lnTo>
                    <a:pt x="1469189" y="279931"/>
                  </a:lnTo>
                  <a:lnTo>
                    <a:pt x="1471842" y="278369"/>
                  </a:lnTo>
                  <a:lnTo>
                    <a:pt x="1474209" y="279151"/>
                  </a:lnTo>
                  <a:lnTo>
                    <a:pt x="1474209" y="283844"/>
                  </a:lnTo>
                  <a:lnTo>
                    <a:pt x="1476031" y="289020"/>
                  </a:lnTo>
                  <a:lnTo>
                    <a:pt x="1477637" y="289315"/>
                  </a:lnTo>
                  <a:lnTo>
                    <a:pt x="1478943" y="286969"/>
                  </a:lnTo>
                  <a:lnTo>
                    <a:pt x="1480657" y="286969"/>
                  </a:lnTo>
                  <a:lnTo>
                    <a:pt x="1481310" y="289707"/>
                  </a:lnTo>
                  <a:lnTo>
                    <a:pt x="1480575" y="294396"/>
                  </a:lnTo>
                  <a:lnTo>
                    <a:pt x="1479270" y="296939"/>
                  </a:lnTo>
                  <a:lnTo>
                    <a:pt x="1475795" y="295903"/>
                  </a:lnTo>
                  <a:lnTo>
                    <a:pt x="1473859" y="295051"/>
                  </a:lnTo>
                  <a:lnTo>
                    <a:pt x="1472305" y="296812"/>
                  </a:lnTo>
                  <a:lnTo>
                    <a:pt x="1469723" y="298272"/>
                  </a:lnTo>
                  <a:lnTo>
                    <a:pt x="1467434" y="298503"/>
                  </a:lnTo>
                  <a:lnTo>
                    <a:pt x="1465451" y="296200"/>
                  </a:lnTo>
                  <a:lnTo>
                    <a:pt x="1463151" y="294460"/>
                  </a:lnTo>
                  <a:lnTo>
                    <a:pt x="1459474" y="293554"/>
                  </a:lnTo>
                  <a:lnTo>
                    <a:pt x="1455996" y="293167"/>
                  </a:lnTo>
                  <a:lnTo>
                    <a:pt x="1457150" y="295178"/>
                  </a:lnTo>
                  <a:lnTo>
                    <a:pt x="1458719" y="296335"/>
                  </a:lnTo>
                  <a:lnTo>
                    <a:pt x="1459335" y="299899"/>
                  </a:lnTo>
                  <a:lnTo>
                    <a:pt x="1460578" y="303584"/>
                  </a:lnTo>
                  <a:lnTo>
                    <a:pt x="1463434" y="302606"/>
                  </a:lnTo>
                  <a:lnTo>
                    <a:pt x="1467453" y="304721"/>
                  </a:lnTo>
                  <a:lnTo>
                    <a:pt x="1469933" y="306888"/>
                  </a:lnTo>
                  <a:lnTo>
                    <a:pt x="1471026" y="309837"/>
                  </a:lnTo>
                  <a:lnTo>
                    <a:pt x="1469638" y="314529"/>
                  </a:lnTo>
                  <a:lnTo>
                    <a:pt x="1467348" y="316269"/>
                  </a:lnTo>
                  <a:lnTo>
                    <a:pt x="1465928" y="317072"/>
                  </a:lnTo>
                  <a:lnTo>
                    <a:pt x="1463452" y="315280"/>
                  </a:lnTo>
                  <a:lnTo>
                    <a:pt x="1461708" y="315280"/>
                  </a:lnTo>
                  <a:lnTo>
                    <a:pt x="1459902" y="316102"/>
                  </a:lnTo>
                  <a:lnTo>
                    <a:pt x="1459287" y="318240"/>
                  </a:lnTo>
                  <a:lnTo>
                    <a:pt x="1458094" y="319299"/>
                  </a:lnTo>
                  <a:lnTo>
                    <a:pt x="1464496" y="319415"/>
                  </a:lnTo>
                  <a:lnTo>
                    <a:pt x="1466455" y="320000"/>
                  </a:lnTo>
                  <a:lnTo>
                    <a:pt x="1467924" y="321957"/>
                  </a:lnTo>
                  <a:lnTo>
                    <a:pt x="1465639" y="324496"/>
                  </a:lnTo>
                  <a:lnTo>
                    <a:pt x="1461394" y="324107"/>
                  </a:lnTo>
                  <a:lnTo>
                    <a:pt x="1459575" y="325094"/>
                  </a:lnTo>
                  <a:lnTo>
                    <a:pt x="1458038" y="326912"/>
                  </a:lnTo>
                  <a:lnTo>
                    <a:pt x="1464344" y="328063"/>
                  </a:lnTo>
                  <a:lnTo>
                    <a:pt x="1466950" y="327422"/>
                  </a:lnTo>
                  <a:lnTo>
                    <a:pt x="1471107" y="325475"/>
                  </a:lnTo>
                  <a:lnTo>
                    <a:pt x="1472087" y="327428"/>
                  </a:lnTo>
                  <a:lnTo>
                    <a:pt x="1470431" y="329373"/>
                  </a:lnTo>
                  <a:lnTo>
                    <a:pt x="1468305" y="332487"/>
                  </a:lnTo>
                  <a:lnTo>
                    <a:pt x="1463870" y="333477"/>
                  </a:lnTo>
                  <a:lnTo>
                    <a:pt x="1460540" y="333529"/>
                  </a:lnTo>
                  <a:lnTo>
                    <a:pt x="1456166" y="332412"/>
                  </a:lnTo>
                  <a:lnTo>
                    <a:pt x="1455002" y="331734"/>
                  </a:lnTo>
                  <a:lnTo>
                    <a:pt x="1453194" y="331393"/>
                  </a:lnTo>
                  <a:lnTo>
                    <a:pt x="1453313" y="333292"/>
                  </a:lnTo>
                  <a:lnTo>
                    <a:pt x="1454460" y="334605"/>
                  </a:lnTo>
                  <a:lnTo>
                    <a:pt x="1457401" y="339424"/>
                  </a:lnTo>
                  <a:lnTo>
                    <a:pt x="1457885" y="341306"/>
                  </a:lnTo>
                  <a:lnTo>
                    <a:pt x="1456986" y="343848"/>
                  </a:lnTo>
                  <a:lnTo>
                    <a:pt x="1454398" y="345726"/>
                  </a:lnTo>
                  <a:lnTo>
                    <a:pt x="1451502" y="346488"/>
                  </a:lnTo>
                  <a:lnTo>
                    <a:pt x="1449104" y="344823"/>
                  </a:lnTo>
                  <a:lnTo>
                    <a:pt x="1447355" y="340134"/>
                  </a:lnTo>
                  <a:lnTo>
                    <a:pt x="1445151" y="338766"/>
                  </a:lnTo>
                  <a:lnTo>
                    <a:pt x="1442866" y="338374"/>
                  </a:lnTo>
                  <a:lnTo>
                    <a:pt x="1441560" y="338570"/>
                  </a:lnTo>
                  <a:lnTo>
                    <a:pt x="1441686" y="340945"/>
                  </a:lnTo>
                  <a:lnTo>
                    <a:pt x="1442213" y="343455"/>
                  </a:lnTo>
                  <a:lnTo>
                    <a:pt x="1441315" y="345215"/>
                  </a:lnTo>
                  <a:lnTo>
                    <a:pt x="1439353" y="344306"/>
                  </a:lnTo>
                  <a:lnTo>
                    <a:pt x="1436863" y="345115"/>
                  </a:lnTo>
                  <a:lnTo>
                    <a:pt x="1434493" y="346494"/>
                  </a:lnTo>
                  <a:lnTo>
                    <a:pt x="1432347" y="348035"/>
                  </a:lnTo>
                  <a:lnTo>
                    <a:pt x="1436712" y="348797"/>
                  </a:lnTo>
                  <a:lnTo>
                    <a:pt x="1439601" y="348929"/>
                  </a:lnTo>
                  <a:lnTo>
                    <a:pt x="1441621" y="351293"/>
                  </a:lnTo>
                  <a:lnTo>
                    <a:pt x="1440907" y="352447"/>
                  </a:lnTo>
                  <a:lnTo>
                    <a:pt x="1436954" y="352969"/>
                  </a:lnTo>
                  <a:lnTo>
                    <a:pt x="1433177" y="353994"/>
                  </a:lnTo>
                  <a:lnTo>
                    <a:pt x="1427969" y="356556"/>
                  </a:lnTo>
                  <a:lnTo>
                    <a:pt x="1431758" y="357635"/>
                  </a:lnTo>
                  <a:lnTo>
                    <a:pt x="1435387" y="357592"/>
                  </a:lnTo>
                  <a:lnTo>
                    <a:pt x="1437899" y="357840"/>
                  </a:lnTo>
                  <a:lnTo>
                    <a:pt x="1440009" y="358310"/>
                  </a:lnTo>
                  <a:lnTo>
                    <a:pt x="1440581" y="359678"/>
                  </a:lnTo>
                  <a:lnTo>
                    <a:pt x="1439274" y="361243"/>
                  </a:lnTo>
                  <a:lnTo>
                    <a:pt x="1430769" y="365028"/>
                  </a:lnTo>
                  <a:lnTo>
                    <a:pt x="1421815" y="369715"/>
                  </a:lnTo>
                  <a:lnTo>
                    <a:pt x="1418531" y="371172"/>
                  </a:lnTo>
                  <a:lnTo>
                    <a:pt x="1415108" y="371988"/>
                  </a:lnTo>
                  <a:lnTo>
                    <a:pt x="1407162" y="376023"/>
                  </a:lnTo>
                  <a:lnTo>
                    <a:pt x="1402168" y="377846"/>
                  </a:lnTo>
                  <a:lnTo>
                    <a:pt x="1388004" y="380694"/>
                  </a:lnTo>
                  <a:lnTo>
                    <a:pt x="1365963" y="387816"/>
                  </a:lnTo>
                  <a:lnTo>
                    <a:pt x="1358425" y="392875"/>
                  </a:lnTo>
                  <a:lnTo>
                    <a:pt x="1356201" y="396791"/>
                  </a:lnTo>
                  <a:lnTo>
                    <a:pt x="1354786" y="397371"/>
                  </a:lnTo>
                  <a:lnTo>
                    <a:pt x="1350583" y="398669"/>
                  </a:lnTo>
                  <a:lnTo>
                    <a:pt x="1346335" y="399298"/>
                  </a:lnTo>
                  <a:lnTo>
                    <a:pt x="1335184" y="399694"/>
                  </a:lnTo>
                  <a:lnTo>
                    <a:pt x="1323787" y="397812"/>
                  </a:lnTo>
                  <a:lnTo>
                    <a:pt x="1314538" y="397411"/>
                  </a:lnTo>
                  <a:lnTo>
                    <a:pt x="1309504" y="398040"/>
                  </a:lnTo>
                  <a:lnTo>
                    <a:pt x="1292369" y="394632"/>
                  </a:lnTo>
                  <a:lnTo>
                    <a:pt x="1290208" y="394788"/>
                  </a:lnTo>
                  <a:lnTo>
                    <a:pt x="1287545" y="395423"/>
                  </a:lnTo>
                  <a:lnTo>
                    <a:pt x="1285422" y="395423"/>
                  </a:lnTo>
                  <a:lnTo>
                    <a:pt x="1283799" y="394947"/>
                  </a:lnTo>
                  <a:lnTo>
                    <a:pt x="1280327" y="394748"/>
                  </a:lnTo>
                  <a:lnTo>
                    <a:pt x="1268656" y="396061"/>
                  </a:lnTo>
                  <a:lnTo>
                    <a:pt x="1267458" y="398184"/>
                  </a:lnTo>
                  <a:lnTo>
                    <a:pt x="1268928" y="402092"/>
                  </a:lnTo>
                  <a:lnTo>
                    <a:pt x="1273178" y="406807"/>
                  </a:lnTo>
                  <a:lnTo>
                    <a:pt x="1280273" y="415123"/>
                  </a:lnTo>
                  <a:lnTo>
                    <a:pt x="1284115" y="416883"/>
                  </a:lnTo>
                  <a:lnTo>
                    <a:pt x="1286448" y="418774"/>
                  </a:lnTo>
                  <a:lnTo>
                    <a:pt x="1290906" y="421013"/>
                  </a:lnTo>
                  <a:lnTo>
                    <a:pt x="1300855" y="421125"/>
                  </a:lnTo>
                  <a:lnTo>
                    <a:pt x="1314459" y="422825"/>
                  </a:lnTo>
                  <a:lnTo>
                    <a:pt x="1322187" y="424441"/>
                  </a:lnTo>
                  <a:lnTo>
                    <a:pt x="1321901" y="427503"/>
                  </a:lnTo>
                  <a:lnTo>
                    <a:pt x="1317256" y="433424"/>
                  </a:lnTo>
                  <a:lnTo>
                    <a:pt x="1314375" y="435686"/>
                  </a:lnTo>
                  <a:lnTo>
                    <a:pt x="1307500" y="439781"/>
                  </a:lnTo>
                  <a:lnTo>
                    <a:pt x="1298000" y="441804"/>
                  </a:lnTo>
                  <a:lnTo>
                    <a:pt x="1290764" y="441212"/>
                  </a:lnTo>
                  <a:lnTo>
                    <a:pt x="1277938" y="437853"/>
                  </a:lnTo>
                  <a:lnTo>
                    <a:pt x="1261843" y="434786"/>
                  </a:lnTo>
                  <a:lnTo>
                    <a:pt x="1237942" y="431898"/>
                  </a:lnTo>
                  <a:lnTo>
                    <a:pt x="1232697" y="430538"/>
                  </a:lnTo>
                  <a:lnTo>
                    <a:pt x="1226558" y="429220"/>
                  </a:lnTo>
                  <a:lnTo>
                    <a:pt x="1223017" y="430570"/>
                  </a:lnTo>
                  <a:lnTo>
                    <a:pt x="1220369" y="431874"/>
                  </a:lnTo>
                  <a:lnTo>
                    <a:pt x="1214473" y="432001"/>
                  </a:lnTo>
                  <a:lnTo>
                    <a:pt x="1216199" y="433170"/>
                  </a:lnTo>
                  <a:lnTo>
                    <a:pt x="1240032" y="441108"/>
                  </a:lnTo>
                  <a:lnTo>
                    <a:pt x="1260412" y="446920"/>
                  </a:lnTo>
                  <a:lnTo>
                    <a:pt x="1262797" y="448412"/>
                  </a:lnTo>
                  <a:lnTo>
                    <a:pt x="1265663" y="449393"/>
                  </a:lnTo>
                  <a:lnTo>
                    <a:pt x="1265418" y="453107"/>
                  </a:lnTo>
                  <a:lnTo>
                    <a:pt x="1264275" y="456039"/>
                  </a:lnTo>
                  <a:lnTo>
                    <a:pt x="1260276" y="458578"/>
                  </a:lnTo>
                  <a:lnTo>
                    <a:pt x="1249880" y="458772"/>
                  </a:lnTo>
                  <a:lnTo>
                    <a:pt x="1236862" y="460800"/>
                  </a:lnTo>
                  <a:lnTo>
                    <a:pt x="1230375" y="460861"/>
                  </a:lnTo>
                  <a:lnTo>
                    <a:pt x="1223908" y="458838"/>
                  </a:lnTo>
                  <a:lnTo>
                    <a:pt x="1210174" y="453069"/>
                  </a:lnTo>
                  <a:lnTo>
                    <a:pt x="1201794" y="448735"/>
                  </a:lnTo>
                  <a:lnTo>
                    <a:pt x="1195944" y="443838"/>
                  </a:lnTo>
                  <a:lnTo>
                    <a:pt x="1191877" y="439937"/>
                  </a:lnTo>
                  <a:lnTo>
                    <a:pt x="1187349" y="436064"/>
                  </a:lnTo>
                  <a:lnTo>
                    <a:pt x="1187681" y="438508"/>
                  </a:lnTo>
                  <a:lnTo>
                    <a:pt x="1188475" y="440924"/>
                  </a:lnTo>
                  <a:lnTo>
                    <a:pt x="1190690" y="443879"/>
                  </a:lnTo>
                  <a:lnTo>
                    <a:pt x="1193927" y="447099"/>
                  </a:lnTo>
                  <a:lnTo>
                    <a:pt x="1194161" y="448415"/>
                  </a:lnTo>
                  <a:lnTo>
                    <a:pt x="1192581" y="448594"/>
                  </a:lnTo>
                  <a:lnTo>
                    <a:pt x="1190244" y="447047"/>
                  </a:lnTo>
                  <a:lnTo>
                    <a:pt x="1188251" y="448490"/>
                  </a:lnTo>
                  <a:lnTo>
                    <a:pt x="1187550" y="450175"/>
                  </a:lnTo>
                  <a:lnTo>
                    <a:pt x="1188366" y="452426"/>
                  </a:lnTo>
                  <a:lnTo>
                    <a:pt x="1189618" y="454605"/>
                  </a:lnTo>
                  <a:lnTo>
                    <a:pt x="1193753" y="459426"/>
                  </a:lnTo>
                  <a:lnTo>
                    <a:pt x="1197323" y="460682"/>
                  </a:lnTo>
                  <a:lnTo>
                    <a:pt x="1202031" y="463625"/>
                  </a:lnTo>
                  <a:lnTo>
                    <a:pt x="1213486" y="469047"/>
                  </a:lnTo>
                  <a:lnTo>
                    <a:pt x="1215435" y="470911"/>
                  </a:lnTo>
                  <a:lnTo>
                    <a:pt x="1218900" y="474899"/>
                  </a:lnTo>
                  <a:lnTo>
                    <a:pt x="1219628" y="477929"/>
                  </a:lnTo>
                  <a:lnTo>
                    <a:pt x="1222974" y="480928"/>
                  </a:lnTo>
                  <a:lnTo>
                    <a:pt x="1225284" y="481381"/>
                  </a:lnTo>
                  <a:lnTo>
                    <a:pt x="1227382" y="481251"/>
                  </a:lnTo>
                  <a:lnTo>
                    <a:pt x="1228074" y="478691"/>
                  </a:lnTo>
                  <a:lnTo>
                    <a:pt x="1227953" y="475583"/>
                  </a:lnTo>
                  <a:lnTo>
                    <a:pt x="1228851" y="474801"/>
                  </a:lnTo>
                  <a:lnTo>
                    <a:pt x="1232116" y="474019"/>
                  </a:lnTo>
                  <a:lnTo>
                    <a:pt x="1240698" y="475093"/>
                  </a:lnTo>
                  <a:lnTo>
                    <a:pt x="1277182" y="475722"/>
                  </a:lnTo>
                  <a:lnTo>
                    <a:pt x="1280655" y="477540"/>
                  </a:lnTo>
                  <a:lnTo>
                    <a:pt x="1282043" y="479843"/>
                  </a:lnTo>
                  <a:lnTo>
                    <a:pt x="1282951" y="484627"/>
                  </a:lnTo>
                  <a:lnTo>
                    <a:pt x="1279096" y="490355"/>
                  </a:lnTo>
                  <a:lnTo>
                    <a:pt x="1276457" y="492796"/>
                  </a:lnTo>
                  <a:lnTo>
                    <a:pt x="1272185" y="494326"/>
                  </a:lnTo>
                  <a:lnTo>
                    <a:pt x="1268258" y="495474"/>
                  </a:lnTo>
                  <a:lnTo>
                    <a:pt x="1262340" y="495930"/>
                  </a:lnTo>
                  <a:lnTo>
                    <a:pt x="1250119" y="495512"/>
                  </a:lnTo>
                  <a:lnTo>
                    <a:pt x="1238172" y="495555"/>
                  </a:lnTo>
                  <a:lnTo>
                    <a:pt x="1247467" y="498296"/>
                  </a:lnTo>
                  <a:lnTo>
                    <a:pt x="1256488" y="500576"/>
                  </a:lnTo>
                  <a:lnTo>
                    <a:pt x="1269021" y="500166"/>
                  </a:lnTo>
                  <a:lnTo>
                    <a:pt x="1273998" y="499526"/>
                  </a:lnTo>
                  <a:lnTo>
                    <a:pt x="1278314" y="498452"/>
                  </a:lnTo>
                  <a:lnTo>
                    <a:pt x="1280137" y="500377"/>
                  </a:lnTo>
                  <a:lnTo>
                    <a:pt x="1283518" y="504365"/>
                  </a:lnTo>
                  <a:lnTo>
                    <a:pt x="1285532" y="505640"/>
                  </a:lnTo>
                  <a:lnTo>
                    <a:pt x="1286931" y="506956"/>
                  </a:lnTo>
                  <a:lnTo>
                    <a:pt x="1288832" y="511334"/>
                  </a:lnTo>
                  <a:lnTo>
                    <a:pt x="1289578" y="513893"/>
                  </a:lnTo>
                  <a:lnTo>
                    <a:pt x="1291428" y="516891"/>
                  </a:lnTo>
                  <a:lnTo>
                    <a:pt x="1292762" y="519364"/>
                  </a:lnTo>
                  <a:lnTo>
                    <a:pt x="1294748" y="521061"/>
                  </a:lnTo>
                  <a:lnTo>
                    <a:pt x="1298067" y="521843"/>
                  </a:lnTo>
                  <a:lnTo>
                    <a:pt x="1301713" y="520409"/>
                  </a:lnTo>
                  <a:lnTo>
                    <a:pt x="1308787" y="519757"/>
                  </a:lnTo>
                  <a:lnTo>
                    <a:pt x="1315630" y="522054"/>
                  </a:lnTo>
                  <a:lnTo>
                    <a:pt x="1319996" y="522752"/>
                  </a:lnTo>
                  <a:lnTo>
                    <a:pt x="1325873" y="520856"/>
                  </a:lnTo>
                  <a:lnTo>
                    <a:pt x="1330558" y="518219"/>
                  </a:lnTo>
                  <a:lnTo>
                    <a:pt x="1340350" y="515806"/>
                  </a:lnTo>
                  <a:lnTo>
                    <a:pt x="1342193" y="514759"/>
                  </a:lnTo>
                  <a:lnTo>
                    <a:pt x="1344822" y="513939"/>
                  </a:lnTo>
                  <a:lnTo>
                    <a:pt x="1348891" y="514153"/>
                  </a:lnTo>
                  <a:lnTo>
                    <a:pt x="1350468" y="514753"/>
                  </a:lnTo>
                  <a:lnTo>
                    <a:pt x="1352537" y="517379"/>
                  </a:lnTo>
                  <a:lnTo>
                    <a:pt x="1354429" y="520960"/>
                  </a:lnTo>
                  <a:lnTo>
                    <a:pt x="1357226" y="522766"/>
                  </a:lnTo>
                  <a:lnTo>
                    <a:pt x="1360190" y="524059"/>
                  </a:lnTo>
                  <a:lnTo>
                    <a:pt x="1361896" y="524186"/>
                  </a:lnTo>
                  <a:lnTo>
                    <a:pt x="1367478" y="525341"/>
                  </a:lnTo>
                  <a:lnTo>
                    <a:pt x="1374781" y="524250"/>
                  </a:lnTo>
                  <a:lnTo>
                    <a:pt x="1378029" y="525318"/>
                  </a:lnTo>
                  <a:lnTo>
                    <a:pt x="1378547" y="527378"/>
                  </a:lnTo>
                  <a:lnTo>
                    <a:pt x="1380285" y="529049"/>
                  </a:lnTo>
                  <a:lnTo>
                    <a:pt x="1382486" y="529577"/>
                  </a:lnTo>
                  <a:lnTo>
                    <a:pt x="1411999" y="538805"/>
                  </a:lnTo>
                  <a:lnTo>
                    <a:pt x="1422162" y="540612"/>
                  </a:lnTo>
                  <a:lnTo>
                    <a:pt x="1437863" y="541543"/>
                  </a:lnTo>
                  <a:lnTo>
                    <a:pt x="1450049" y="541647"/>
                  </a:lnTo>
                  <a:lnTo>
                    <a:pt x="1451733" y="542236"/>
                  </a:lnTo>
                  <a:lnTo>
                    <a:pt x="1454057" y="543994"/>
                  </a:lnTo>
                  <a:lnTo>
                    <a:pt x="1449412" y="545240"/>
                  </a:lnTo>
                  <a:lnTo>
                    <a:pt x="1444426" y="545407"/>
                  </a:lnTo>
                  <a:lnTo>
                    <a:pt x="1436923" y="544911"/>
                  </a:lnTo>
                  <a:lnTo>
                    <a:pt x="1434273" y="545174"/>
                  </a:lnTo>
                  <a:lnTo>
                    <a:pt x="1428547" y="544692"/>
                  </a:lnTo>
                  <a:lnTo>
                    <a:pt x="1425549" y="545044"/>
                  </a:lnTo>
                  <a:lnTo>
                    <a:pt x="1422829" y="544472"/>
                  </a:lnTo>
                  <a:lnTo>
                    <a:pt x="1418812" y="545777"/>
                  </a:lnTo>
                  <a:lnTo>
                    <a:pt x="1411431" y="546746"/>
                  </a:lnTo>
                  <a:lnTo>
                    <a:pt x="1413074" y="548097"/>
                  </a:lnTo>
                  <a:lnTo>
                    <a:pt x="1415824" y="548411"/>
                  </a:lnTo>
                  <a:lnTo>
                    <a:pt x="1421416" y="548916"/>
                  </a:lnTo>
                  <a:lnTo>
                    <a:pt x="1429072" y="548683"/>
                  </a:lnTo>
                  <a:lnTo>
                    <a:pt x="1429727" y="550884"/>
                  </a:lnTo>
                  <a:lnTo>
                    <a:pt x="1422705" y="551421"/>
                  </a:lnTo>
                  <a:lnTo>
                    <a:pt x="1407773" y="551857"/>
                  </a:lnTo>
                  <a:lnTo>
                    <a:pt x="1406217" y="552200"/>
                  </a:lnTo>
                  <a:lnTo>
                    <a:pt x="1405087" y="553369"/>
                  </a:lnTo>
                  <a:lnTo>
                    <a:pt x="1407318" y="553888"/>
                  </a:lnTo>
                  <a:lnTo>
                    <a:pt x="1408666" y="554546"/>
                  </a:lnTo>
                  <a:lnTo>
                    <a:pt x="1409372" y="556090"/>
                  </a:lnTo>
                  <a:lnTo>
                    <a:pt x="1407810" y="560159"/>
                  </a:lnTo>
                  <a:lnTo>
                    <a:pt x="1410268" y="562995"/>
                  </a:lnTo>
                  <a:lnTo>
                    <a:pt x="1412021" y="563443"/>
                  </a:lnTo>
                  <a:lnTo>
                    <a:pt x="1413841" y="563030"/>
                  </a:lnTo>
                  <a:lnTo>
                    <a:pt x="1416979" y="564150"/>
                  </a:lnTo>
                  <a:lnTo>
                    <a:pt x="1420071" y="565694"/>
                  </a:lnTo>
                  <a:lnTo>
                    <a:pt x="1426525" y="565809"/>
                  </a:lnTo>
                  <a:lnTo>
                    <a:pt x="1434221" y="563737"/>
                  </a:lnTo>
                  <a:lnTo>
                    <a:pt x="1438004" y="563812"/>
                  </a:lnTo>
                  <a:lnTo>
                    <a:pt x="1448135" y="562519"/>
                  </a:lnTo>
                  <a:lnTo>
                    <a:pt x="1457311" y="562756"/>
                  </a:lnTo>
                  <a:lnTo>
                    <a:pt x="1470177" y="560263"/>
                  </a:lnTo>
                  <a:lnTo>
                    <a:pt x="1472299" y="560318"/>
                  </a:lnTo>
                  <a:lnTo>
                    <a:pt x="1474266" y="560652"/>
                  </a:lnTo>
                  <a:lnTo>
                    <a:pt x="1470694" y="562894"/>
                  </a:lnTo>
                  <a:lnTo>
                    <a:pt x="1454932" y="568533"/>
                  </a:lnTo>
                  <a:lnTo>
                    <a:pt x="1449274" y="569618"/>
                  </a:lnTo>
                  <a:lnTo>
                    <a:pt x="1447020" y="570328"/>
                  </a:lnTo>
                  <a:lnTo>
                    <a:pt x="1448313" y="573086"/>
                  </a:lnTo>
                  <a:lnTo>
                    <a:pt x="1450353" y="575967"/>
                  </a:lnTo>
                  <a:lnTo>
                    <a:pt x="1454511" y="579045"/>
                  </a:lnTo>
                  <a:lnTo>
                    <a:pt x="1457122" y="583605"/>
                  </a:lnTo>
                  <a:lnTo>
                    <a:pt x="1459690" y="584589"/>
                  </a:lnTo>
                  <a:lnTo>
                    <a:pt x="1464577" y="582496"/>
                  </a:lnTo>
                  <a:lnTo>
                    <a:pt x="1465743" y="584052"/>
                  </a:lnTo>
                  <a:lnTo>
                    <a:pt x="1465965" y="587189"/>
                  </a:lnTo>
                  <a:lnTo>
                    <a:pt x="1464696" y="589737"/>
                  </a:lnTo>
                  <a:lnTo>
                    <a:pt x="1463054" y="591162"/>
                  </a:lnTo>
                  <a:lnTo>
                    <a:pt x="1461891" y="592550"/>
                  </a:lnTo>
                  <a:lnTo>
                    <a:pt x="1461159" y="594377"/>
                  </a:lnTo>
                  <a:lnTo>
                    <a:pt x="1463190" y="595984"/>
                  </a:lnTo>
                  <a:lnTo>
                    <a:pt x="1468645" y="596928"/>
                  </a:lnTo>
                  <a:lnTo>
                    <a:pt x="1475879" y="597317"/>
                  </a:lnTo>
                  <a:lnTo>
                    <a:pt x="1482582" y="597366"/>
                  </a:lnTo>
                  <a:lnTo>
                    <a:pt x="1486750" y="597840"/>
                  </a:lnTo>
                  <a:lnTo>
                    <a:pt x="1501880" y="587861"/>
                  </a:lnTo>
                  <a:lnTo>
                    <a:pt x="1507953" y="583071"/>
                  </a:lnTo>
                  <a:lnTo>
                    <a:pt x="1510922" y="581051"/>
                  </a:lnTo>
                  <a:lnTo>
                    <a:pt x="1513434" y="579573"/>
                  </a:lnTo>
                  <a:lnTo>
                    <a:pt x="1526214" y="573462"/>
                  </a:lnTo>
                  <a:lnTo>
                    <a:pt x="1529211" y="571595"/>
                  </a:lnTo>
                  <a:lnTo>
                    <a:pt x="1532597" y="568882"/>
                  </a:lnTo>
                  <a:lnTo>
                    <a:pt x="1538841" y="568481"/>
                  </a:lnTo>
                  <a:lnTo>
                    <a:pt x="1547399" y="564089"/>
                  </a:lnTo>
                  <a:lnTo>
                    <a:pt x="1554988" y="560673"/>
                  </a:lnTo>
                  <a:lnTo>
                    <a:pt x="1558030" y="560018"/>
                  </a:lnTo>
                  <a:lnTo>
                    <a:pt x="1560276" y="559752"/>
                  </a:lnTo>
                  <a:lnTo>
                    <a:pt x="1562972" y="559016"/>
                  </a:lnTo>
                  <a:lnTo>
                    <a:pt x="1569638" y="559284"/>
                  </a:lnTo>
                  <a:lnTo>
                    <a:pt x="1574376" y="558730"/>
                  </a:lnTo>
                  <a:lnTo>
                    <a:pt x="1582820" y="556563"/>
                  </a:lnTo>
                  <a:lnTo>
                    <a:pt x="1589249" y="555195"/>
                  </a:lnTo>
                  <a:lnTo>
                    <a:pt x="1596118" y="554021"/>
                  </a:lnTo>
                  <a:lnTo>
                    <a:pt x="1603815" y="553790"/>
                  </a:lnTo>
                  <a:lnTo>
                    <a:pt x="1624403" y="551563"/>
                  </a:lnTo>
                  <a:lnTo>
                    <a:pt x="1630252" y="552535"/>
                  </a:lnTo>
                  <a:lnTo>
                    <a:pt x="1636750" y="554864"/>
                  </a:lnTo>
                  <a:lnTo>
                    <a:pt x="1640950" y="554841"/>
                  </a:lnTo>
                  <a:lnTo>
                    <a:pt x="1646542" y="554131"/>
                  </a:lnTo>
                  <a:lnTo>
                    <a:pt x="1650351" y="553178"/>
                  </a:lnTo>
                  <a:lnTo>
                    <a:pt x="1652065" y="555914"/>
                  </a:lnTo>
                  <a:lnTo>
                    <a:pt x="1652963" y="559435"/>
                  </a:lnTo>
                  <a:lnTo>
                    <a:pt x="1651085" y="562756"/>
                  </a:lnTo>
                  <a:lnTo>
                    <a:pt x="1648003" y="564787"/>
                  </a:lnTo>
                  <a:lnTo>
                    <a:pt x="1647159" y="568178"/>
                  </a:lnTo>
                  <a:lnTo>
                    <a:pt x="1651372" y="569863"/>
                  </a:lnTo>
                  <a:lnTo>
                    <a:pt x="1656144" y="569370"/>
                  </a:lnTo>
                  <a:lnTo>
                    <a:pt x="1665335" y="567687"/>
                  </a:lnTo>
                  <a:lnTo>
                    <a:pt x="1672602" y="565558"/>
                  </a:lnTo>
                  <a:lnTo>
                    <a:pt x="1674614" y="564135"/>
                  </a:lnTo>
                  <a:lnTo>
                    <a:pt x="1677422" y="564539"/>
                  </a:lnTo>
                  <a:lnTo>
                    <a:pt x="1682295" y="562727"/>
                  </a:lnTo>
                  <a:lnTo>
                    <a:pt x="1688329" y="555253"/>
                  </a:lnTo>
                  <a:lnTo>
                    <a:pt x="1695928" y="547701"/>
                  </a:lnTo>
                  <a:lnTo>
                    <a:pt x="1702323" y="542862"/>
                  </a:lnTo>
                  <a:lnTo>
                    <a:pt x="1706454" y="537244"/>
                  </a:lnTo>
                  <a:lnTo>
                    <a:pt x="1709881" y="533995"/>
                  </a:lnTo>
                  <a:lnTo>
                    <a:pt x="1713681" y="531545"/>
                  </a:lnTo>
                  <a:lnTo>
                    <a:pt x="1716289" y="530289"/>
                  </a:lnTo>
                  <a:lnTo>
                    <a:pt x="1722134" y="530076"/>
                  </a:lnTo>
                  <a:lnTo>
                    <a:pt x="1730507" y="526143"/>
                  </a:lnTo>
                  <a:lnTo>
                    <a:pt x="1742731" y="521719"/>
                  </a:lnTo>
                  <a:lnTo>
                    <a:pt x="1752119" y="523846"/>
                  </a:lnTo>
                  <a:lnTo>
                    <a:pt x="1762011" y="527083"/>
                  </a:lnTo>
                  <a:lnTo>
                    <a:pt x="1766908" y="524449"/>
                  </a:lnTo>
                  <a:lnTo>
                    <a:pt x="1770769" y="524002"/>
                  </a:lnTo>
                  <a:lnTo>
                    <a:pt x="1774046" y="522847"/>
                  </a:lnTo>
                  <a:lnTo>
                    <a:pt x="1777356" y="521973"/>
                  </a:lnTo>
                  <a:lnTo>
                    <a:pt x="1779699" y="519662"/>
                  </a:lnTo>
                  <a:lnTo>
                    <a:pt x="1782850" y="517682"/>
                  </a:lnTo>
                  <a:lnTo>
                    <a:pt x="1785238" y="514874"/>
                  </a:lnTo>
                  <a:lnTo>
                    <a:pt x="1797295" y="513478"/>
                  </a:lnTo>
                  <a:lnTo>
                    <a:pt x="1809897" y="511616"/>
                  </a:lnTo>
                  <a:lnTo>
                    <a:pt x="1811592" y="510973"/>
                  </a:lnTo>
                  <a:lnTo>
                    <a:pt x="1813247" y="511357"/>
                  </a:lnTo>
                  <a:lnTo>
                    <a:pt x="1817578" y="510832"/>
                  </a:lnTo>
                  <a:lnTo>
                    <a:pt x="1823137" y="509262"/>
                  </a:lnTo>
                  <a:lnTo>
                    <a:pt x="1830806" y="508786"/>
                  </a:lnTo>
                  <a:lnTo>
                    <a:pt x="1834781" y="508947"/>
                  </a:lnTo>
                  <a:lnTo>
                    <a:pt x="1838442" y="504751"/>
                  </a:lnTo>
                  <a:lnTo>
                    <a:pt x="1845724" y="503912"/>
                  </a:lnTo>
                  <a:lnTo>
                    <a:pt x="1853473" y="502247"/>
                  </a:lnTo>
                  <a:lnTo>
                    <a:pt x="1856754" y="501020"/>
                  </a:lnTo>
                  <a:lnTo>
                    <a:pt x="1859251" y="500732"/>
                  </a:lnTo>
                  <a:lnTo>
                    <a:pt x="1922046" y="497477"/>
                  </a:lnTo>
                  <a:lnTo>
                    <a:pt x="1924767" y="495913"/>
                  </a:lnTo>
                  <a:lnTo>
                    <a:pt x="1930262" y="494608"/>
                  </a:lnTo>
                  <a:lnTo>
                    <a:pt x="1932331" y="491480"/>
                  </a:lnTo>
                  <a:lnTo>
                    <a:pt x="1923922" y="490176"/>
                  </a:lnTo>
                  <a:lnTo>
                    <a:pt x="1921311" y="488875"/>
                  </a:lnTo>
                  <a:lnTo>
                    <a:pt x="1918423" y="488494"/>
                  </a:lnTo>
                  <a:lnTo>
                    <a:pt x="1916738" y="488987"/>
                  </a:lnTo>
                  <a:lnTo>
                    <a:pt x="1909480" y="488629"/>
                  </a:lnTo>
                  <a:lnTo>
                    <a:pt x="1851598" y="483799"/>
                  </a:lnTo>
                  <a:lnTo>
                    <a:pt x="1850367" y="483395"/>
                  </a:lnTo>
                  <a:lnTo>
                    <a:pt x="1848366" y="480437"/>
                  </a:lnTo>
                  <a:lnTo>
                    <a:pt x="1848777" y="475090"/>
                  </a:lnTo>
                  <a:lnTo>
                    <a:pt x="1847074" y="470917"/>
                  </a:lnTo>
                  <a:lnTo>
                    <a:pt x="1843010" y="469766"/>
                  </a:lnTo>
                  <a:lnTo>
                    <a:pt x="1838816" y="469878"/>
                  </a:lnTo>
                  <a:lnTo>
                    <a:pt x="1833539" y="470389"/>
                  </a:lnTo>
                  <a:lnTo>
                    <a:pt x="1819606" y="472663"/>
                  </a:lnTo>
                  <a:lnTo>
                    <a:pt x="1814024" y="472859"/>
                  </a:lnTo>
                  <a:lnTo>
                    <a:pt x="1799178" y="469356"/>
                  </a:lnTo>
                  <a:lnTo>
                    <a:pt x="1789336" y="465434"/>
                  </a:lnTo>
                  <a:lnTo>
                    <a:pt x="1782906" y="464119"/>
                  </a:lnTo>
                  <a:lnTo>
                    <a:pt x="1778290" y="461476"/>
                  </a:lnTo>
                  <a:lnTo>
                    <a:pt x="1773982" y="459426"/>
                  </a:lnTo>
                  <a:lnTo>
                    <a:pt x="1773656" y="454737"/>
                  </a:lnTo>
                  <a:lnTo>
                    <a:pt x="1774702" y="450389"/>
                  </a:lnTo>
                  <a:lnTo>
                    <a:pt x="1782989" y="437767"/>
                  </a:lnTo>
                  <a:lnTo>
                    <a:pt x="1788192" y="431736"/>
                  </a:lnTo>
                  <a:lnTo>
                    <a:pt x="1791638" y="431248"/>
                  </a:lnTo>
                  <a:lnTo>
                    <a:pt x="1794808" y="428527"/>
                  </a:lnTo>
                  <a:lnTo>
                    <a:pt x="1798032" y="422421"/>
                  </a:lnTo>
                  <a:lnTo>
                    <a:pt x="1800678" y="419570"/>
                  </a:lnTo>
                  <a:lnTo>
                    <a:pt x="1806658" y="416197"/>
                  </a:lnTo>
                  <a:lnTo>
                    <a:pt x="1809304" y="415323"/>
                  </a:lnTo>
                  <a:lnTo>
                    <a:pt x="1818715" y="411161"/>
                  </a:lnTo>
                  <a:lnTo>
                    <a:pt x="1821292" y="411026"/>
                  </a:lnTo>
                  <a:lnTo>
                    <a:pt x="1825510" y="411724"/>
                  </a:lnTo>
                  <a:lnTo>
                    <a:pt x="1830293" y="407978"/>
                  </a:lnTo>
                  <a:lnTo>
                    <a:pt x="1844935" y="399976"/>
                  </a:lnTo>
                  <a:lnTo>
                    <a:pt x="1848233" y="396964"/>
                  </a:lnTo>
                  <a:lnTo>
                    <a:pt x="1852310" y="395120"/>
                  </a:lnTo>
                  <a:lnTo>
                    <a:pt x="1864131" y="388394"/>
                  </a:lnTo>
                  <a:lnTo>
                    <a:pt x="1874672" y="385069"/>
                  </a:lnTo>
                  <a:lnTo>
                    <a:pt x="1879933" y="384140"/>
                  </a:lnTo>
                  <a:lnTo>
                    <a:pt x="1886332" y="382100"/>
                  </a:lnTo>
                  <a:lnTo>
                    <a:pt x="1893420" y="379067"/>
                  </a:lnTo>
                  <a:lnTo>
                    <a:pt x="1899599" y="376187"/>
                  </a:lnTo>
                  <a:lnTo>
                    <a:pt x="1921685" y="370566"/>
                  </a:lnTo>
                  <a:lnTo>
                    <a:pt x="1934917" y="369109"/>
                  </a:lnTo>
                  <a:lnTo>
                    <a:pt x="1943947" y="367435"/>
                  </a:lnTo>
                  <a:lnTo>
                    <a:pt x="1950331" y="368413"/>
                  </a:lnTo>
                  <a:lnTo>
                    <a:pt x="1956678" y="368087"/>
                  </a:lnTo>
                  <a:lnTo>
                    <a:pt x="1962166" y="366647"/>
                  </a:lnTo>
                  <a:lnTo>
                    <a:pt x="1964705" y="365453"/>
                  </a:lnTo>
                  <a:lnTo>
                    <a:pt x="1968355" y="362440"/>
                  </a:lnTo>
                  <a:lnTo>
                    <a:pt x="1980626" y="363857"/>
                  </a:lnTo>
                  <a:lnTo>
                    <a:pt x="1988550" y="361796"/>
                  </a:lnTo>
                  <a:lnTo>
                    <a:pt x="1991829" y="361571"/>
                  </a:lnTo>
                  <a:lnTo>
                    <a:pt x="1995291" y="360648"/>
                  </a:lnTo>
                  <a:lnTo>
                    <a:pt x="1993927" y="359618"/>
                  </a:lnTo>
                  <a:lnTo>
                    <a:pt x="1992671" y="359424"/>
                  </a:lnTo>
                  <a:lnTo>
                    <a:pt x="1991433" y="358019"/>
                  </a:lnTo>
                  <a:lnTo>
                    <a:pt x="1989805" y="355055"/>
                  </a:lnTo>
                  <a:lnTo>
                    <a:pt x="1991433" y="351310"/>
                  </a:lnTo>
                  <a:lnTo>
                    <a:pt x="1992671" y="349437"/>
                  </a:lnTo>
                  <a:lnTo>
                    <a:pt x="1996321" y="347149"/>
                  </a:lnTo>
                  <a:lnTo>
                    <a:pt x="1998208" y="343853"/>
                  </a:lnTo>
                  <a:lnTo>
                    <a:pt x="2000003" y="339014"/>
                  </a:lnTo>
                  <a:lnTo>
                    <a:pt x="2006012" y="329555"/>
                  </a:lnTo>
                  <a:lnTo>
                    <a:pt x="2007700" y="328219"/>
                  </a:lnTo>
                  <a:lnTo>
                    <a:pt x="2011522" y="327803"/>
                  </a:lnTo>
                  <a:lnTo>
                    <a:pt x="2014757" y="328034"/>
                  </a:lnTo>
                  <a:lnTo>
                    <a:pt x="2018429" y="327925"/>
                  </a:lnTo>
                  <a:lnTo>
                    <a:pt x="2027771" y="330389"/>
                  </a:lnTo>
                  <a:lnTo>
                    <a:pt x="2029514" y="329451"/>
                  </a:lnTo>
                  <a:lnTo>
                    <a:pt x="2032494" y="326652"/>
                  </a:lnTo>
                  <a:lnTo>
                    <a:pt x="2034969" y="323178"/>
                  </a:lnTo>
                  <a:lnTo>
                    <a:pt x="2040278" y="318024"/>
                  </a:lnTo>
                  <a:lnTo>
                    <a:pt x="2041328" y="316506"/>
                  </a:lnTo>
                  <a:lnTo>
                    <a:pt x="2040864" y="313972"/>
                  </a:lnTo>
                  <a:lnTo>
                    <a:pt x="2032866" y="315069"/>
                  </a:lnTo>
                  <a:lnTo>
                    <a:pt x="2026829" y="316746"/>
                  </a:lnTo>
                  <a:lnTo>
                    <a:pt x="2021014" y="315863"/>
                  </a:lnTo>
                  <a:lnTo>
                    <a:pt x="2020251" y="314423"/>
                  </a:lnTo>
                  <a:lnTo>
                    <a:pt x="2021498" y="313338"/>
                  </a:lnTo>
                  <a:lnTo>
                    <a:pt x="2023691" y="312914"/>
                  </a:lnTo>
                  <a:lnTo>
                    <a:pt x="2024524" y="311191"/>
                  </a:lnTo>
                  <a:lnTo>
                    <a:pt x="2022527" y="309756"/>
                  </a:lnTo>
                  <a:lnTo>
                    <a:pt x="2018945" y="308937"/>
                  </a:lnTo>
                  <a:lnTo>
                    <a:pt x="2017327" y="307835"/>
                  </a:lnTo>
                  <a:lnTo>
                    <a:pt x="2017473" y="305232"/>
                  </a:lnTo>
                  <a:lnTo>
                    <a:pt x="2018359" y="301382"/>
                  </a:lnTo>
                  <a:lnTo>
                    <a:pt x="2020286" y="300283"/>
                  </a:lnTo>
                  <a:lnTo>
                    <a:pt x="2021891" y="298687"/>
                  </a:lnTo>
                  <a:lnTo>
                    <a:pt x="2026163" y="293300"/>
                  </a:lnTo>
                  <a:lnTo>
                    <a:pt x="2028715" y="291664"/>
                  </a:lnTo>
                  <a:lnTo>
                    <a:pt x="2035983" y="290206"/>
                  </a:lnTo>
                  <a:lnTo>
                    <a:pt x="2044448" y="292440"/>
                  </a:lnTo>
                  <a:lnTo>
                    <a:pt x="2046377" y="291831"/>
                  </a:lnTo>
                  <a:lnTo>
                    <a:pt x="2048408" y="288821"/>
                  </a:lnTo>
                  <a:lnTo>
                    <a:pt x="2046332" y="284172"/>
                  </a:lnTo>
                  <a:lnTo>
                    <a:pt x="2044729" y="282438"/>
                  </a:lnTo>
                  <a:lnTo>
                    <a:pt x="2044735" y="280915"/>
                  </a:lnTo>
                  <a:lnTo>
                    <a:pt x="2049162" y="281601"/>
                  </a:lnTo>
                  <a:lnTo>
                    <a:pt x="2053310" y="282660"/>
                  </a:lnTo>
                  <a:lnTo>
                    <a:pt x="2058175" y="282453"/>
                  </a:lnTo>
                  <a:lnTo>
                    <a:pt x="2063872" y="277838"/>
                  </a:lnTo>
                  <a:lnTo>
                    <a:pt x="2071920" y="273974"/>
                  </a:lnTo>
                  <a:lnTo>
                    <a:pt x="2075837" y="272376"/>
                  </a:lnTo>
                  <a:lnTo>
                    <a:pt x="2079296" y="271456"/>
                  </a:lnTo>
                  <a:lnTo>
                    <a:pt x="2081153" y="267577"/>
                  </a:lnTo>
                  <a:lnTo>
                    <a:pt x="2083931" y="260187"/>
                  </a:lnTo>
                  <a:lnTo>
                    <a:pt x="2085946" y="256358"/>
                  </a:lnTo>
                  <a:lnTo>
                    <a:pt x="2085910" y="254006"/>
                  </a:lnTo>
                  <a:lnTo>
                    <a:pt x="2085315" y="252101"/>
                  </a:lnTo>
                  <a:lnTo>
                    <a:pt x="2083216" y="252661"/>
                  </a:lnTo>
                  <a:lnTo>
                    <a:pt x="2081319" y="252918"/>
                  </a:lnTo>
                  <a:lnTo>
                    <a:pt x="2076829" y="250962"/>
                  </a:lnTo>
                  <a:lnTo>
                    <a:pt x="2071260" y="247839"/>
                  </a:lnTo>
                  <a:lnTo>
                    <a:pt x="2069578" y="244336"/>
                  </a:lnTo>
                  <a:lnTo>
                    <a:pt x="2068754" y="241223"/>
                  </a:lnTo>
                  <a:lnTo>
                    <a:pt x="2070525" y="239523"/>
                  </a:lnTo>
                  <a:lnTo>
                    <a:pt x="2072180" y="238478"/>
                  </a:lnTo>
                  <a:lnTo>
                    <a:pt x="2074001" y="238236"/>
                  </a:lnTo>
                  <a:lnTo>
                    <a:pt x="2077247" y="239494"/>
                  </a:lnTo>
                  <a:lnTo>
                    <a:pt x="2081380" y="242700"/>
                  </a:lnTo>
                  <a:lnTo>
                    <a:pt x="2083452" y="243924"/>
                  </a:lnTo>
                  <a:lnTo>
                    <a:pt x="2085801" y="246255"/>
                  </a:lnTo>
                  <a:lnTo>
                    <a:pt x="2087583" y="246056"/>
                  </a:lnTo>
                  <a:lnTo>
                    <a:pt x="2089631" y="242787"/>
                  </a:lnTo>
                  <a:lnTo>
                    <a:pt x="2091351" y="238438"/>
                  </a:lnTo>
                  <a:lnTo>
                    <a:pt x="2092751" y="237102"/>
                  </a:lnTo>
                  <a:lnTo>
                    <a:pt x="2094923" y="235645"/>
                  </a:lnTo>
                  <a:lnTo>
                    <a:pt x="2097355" y="233567"/>
                  </a:lnTo>
                  <a:lnTo>
                    <a:pt x="2096259" y="231506"/>
                  </a:lnTo>
                  <a:lnTo>
                    <a:pt x="2093684" y="230416"/>
                  </a:lnTo>
                  <a:lnTo>
                    <a:pt x="2093327" y="229186"/>
                  </a:lnTo>
                  <a:lnTo>
                    <a:pt x="2094429" y="227807"/>
                  </a:lnTo>
                  <a:lnTo>
                    <a:pt x="2096550" y="227530"/>
                  </a:lnTo>
                  <a:lnTo>
                    <a:pt x="2099151" y="230514"/>
                  </a:lnTo>
                  <a:lnTo>
                    <a:pt x="2102712" y="232522"/>
                  </a:lnTo>
                  <a:lnTo>
                    <a:pt x="2105144" y="233180"/>
                  </a:lnTo>
                  <a:lnTo>
                    <a:pt x="2107262" y="234848"/>
                  </a:lnTo>
                  <a:lnTo>
                    <a:pt x="2110529" y="240383"/>
                  </a:lnTo>
                  <a:lnTo>
                    <a:pt x="2114471" y="249585"/>
                  </a:lnTo>
                  <a:lnTo>
                    <a:pt x="2116307" y="249646"/>
                  </a:lnTo>
                  <a:lnTo>
                    <a:pt x="2119777" y="248826"/>
                  </a:lnTo>
                  <a:lnTo>
                    <a:pt x="2123487" y="248480"/>
                  </a:lnTo>
                  <a:lnTo>
                    <a:pt x="2125981" y="245854"/>
                  </a:lnTo>
                  <a:lnTo>
                    <a:pt x="2126533" y="239289"/>
                  </a:lnTo>
                  <a:lnTo>
                    <a:pt x="2127506" y="236317"/>
                  </a:lnTo>
                  <a:lnTo>
                    <a:pt x="2127162" y="233296"/>
                  </a:lnTo>
                  <a:lnTo>
                    <a:pt x="2125448" y="230214"/>
                  </a:lnTo>
                  <a:lnTo>
                    <a:pt x="2124009" y="227943"/>
                  </a:lnTo>
                  <a:lnTo>
                    <a:pt x="2124238" y="226295"/>
                  </a:lnTo>
                  <a:lnTo>
                    <a:pt x="2125499" y="225060"/>
                  </a:lnTo>
                  <a:lnTo>
                    <a:pt x="2127140" y="224653"/>
                  </a:lnTo>
                  <a:lnTo>
                    <a:pt x="2129999" y="223409"/>
                  </a:lnTo>
                  <a:lnTo>
                    <a:pt x="2134398" y="224835"/>
                  </a:lnTo>
                  <a:lnTo>
                    <a:pt x="2136785" y="225112"/>
                  </a:lnTo>
                  <a:lnTo>
                    <a:pt x="2140372" y="224295"/>
                  </a:lnTo>
                  <a:lnTo>
                    <a:pt x="2144102" y="222489"/>
                  </a:lnTo>
                  <a:lnTo>
                    <a:pt x="2147914" y="221216"/>
                  </a:lnTo>
                  <a:lnTo>
                    <a:pt x="2150895" y="222180"/>
                  </a:lnTo>
                  <a:lnTo>
                    <a:pt x="2152213" y="225472"/>
                  </a:lnTo>
                  <a:lnTo>
                    <a:pt x="2150723" y="228768"/>
                  </a:lnTo>
                  <a:lnTo>
                    <a:pt x="2148315" y="231238"/>
                  </a:lnTo>
                  <a:lnTo>
                    <a:pt x="2146137" y="234260"/>
                  </a:lnTo>
                  <a:lnTo>
                    <a:pt x="2145564" y="237555"/>
                  </a:lnTo>
                  <a:lnTo>
                    <a:pt x="2145678" y="239338"/>
                  </a:lnTo>
                  <a:lnTo>
                    <a:pt x="2147744" y="239800"/>
                  </a:lnTo>
                  <a:lnTo>
                    <a:pt x="2166253" y="239390"/>
                  </a:lnTo>
                  <a:lnTo>
                    <a:pt x="2168683" y="239708"/>
                  </a:lnTo>
                  <a:lnTo>
                    <a:pt x="2171871" y="239719"/>
                  </a:lnTo>
                  <a:lnTo>
                    <a:pt x="2175347" y="240775"/>
                  </a:lnTo>
                  <a:lnTo>
                    <a:pt x="2181190" y="240357"/>
                  </a:lnTo>
                  <a:lnTo>
                    <a:pt x="2186467" y="239191"/>
                  </a:lnTo>
                  <a:lnTo>
                    <a:pt x="2188957" y="239185"/>
                  </a:lnTo>
                  <a:lnTo>
                    <a:pt x="2193262" y="240259"/>
                  </a:lnTo>
                  <a:lnTo>
                    <a:pt x="2196307" y="242512"/>
                  </a:lnTo>
                  <a:lnTo>
                    <a:pt x="2202649" y="241889"/>
                  </a:lnTo>
                  <a:lnTo>
                    <a:pt x="2204456" y="241136"/>
                  </a:lnTo>
                  <a:lnTo>
                    <a:pt x="2206157" y="238103"/>
                  </a:lnTo>
                  <a:lnTo>
                    <a:pt x="2207991" y="237555"/>
                  </a:lnTo>
                  <a:lnTo>
                    <a:pt x="2210112" y="240025"/>
                  </a:lnTo>
                  <a:lnTo>
                    <a:pt x="2210800" y="245655"/>
                  </a:lnTo>
                  <a:lnTo>
                    <a:pt x="2211790" y="248330"/>
                  </a:lnTo>
                  <a:lnTo>
                    <a:pt x="2214464" y="250765"/>
                  </a:lnTo>
                  <a:lnTo>
                    <a:pt x="2217132" y="248673"/>
                  </a:lnTo>
                  <a:lnTo>
                    <a:pt x="2218889" y="246221"/>
                  </a:lnTo>
                  <a:lnTo>
                    <a:pt x="2221167" y="243629"/>
                  </a:lnTo>
                  <a:lnTo>
                    <a:pt x="2223070" y="241465"/>
                  </a:lnTo>
                  <a:lnTo>
                    <a:pt x="2227811" y="237809"/>
                  </a:lnTo>
                  <a:lnTo>
                    <a:pt x="2231470" y="235685"/>
                  </a:lnTo>
                  <a:lnTo>
                    <a:pt x="2240321" y="232078"/>
                  </a:lnTo>
                  <a:lnTo>
                    <a:pt x="2244720" y="229813"/>
                  </a:lnTo>
                  <a:lnTo>
                    <a:pt x="2253367" y="226754"/>
                  </a:lnTo>
                  <a:lnTo>
                    <a:pt x="2264442" y="225109"/>
                  </a:lnTo>
                  <a:lnTo>
                    <a:pt x="2284261" y="219531"/>
                  </a:lnTo>
                  <a:lnTo>
                    <a:pt x="2290812" y="218960"/>
                  </a:lnTo>
                  <a:lnTo>
                    <a:pt x="2301474" y="217485"/>
                  </a:lnTo>
                  <a:lnTo>
                    <a:pt x="2306941" y="215973"/>
                  </a:lnTo>
                  <a:lnTo>
                    <a:pt x="2312496" y="214767"/>
                  </a:lnTo>
                  <a:lnTo>
                    <a:pt x="2315897" y="210687"/>
                  </a:lnTo>
                  <a:lnTo>
                    <a:pt x="2323670" y="213797"/>
                  </a:lnTo>
                  <a:lnTo>
                    <a:pt x="2326340" y="214158"/>
                  </a:lnTo>
                  <a:lnTo>
                    <a:pt x="2329973" y="211705"/>
                  </a:lnTo>
                  <a:lnTo>
                    <a:pt x="2333972" y="205585"/>
                  </a:lnTo>
                  <a:lnTo>
                    <a:pt x="2339795" y="208107"/>
                  </a:lnTo>
                  <a:lnTo>
                    <a:pt x="2343153" y="212063"/>
                  </a:lnTo>
                  <a:lnTo>
                    <a:pt x="2347251" y="215165"/>
                  </a:lnTo>
                  <a:lnTo>
                    <a:pt x="2356520" y="220478"/>
                  </a:lnTo>
                  <a:lnTo>
                    <a:pt x="2359416" y="221690"/>
                  </a:lnTo>
                  <a:lnTo>
                    <a:pt x="2365558" y="222809"/>
                  </a:lnTo>
                  <a:lnTo>
                    <a:pt x="2367191" y="221920"/>
                  </a:lnTo>
                  <a:lnTo>
                    <a:pt x="2370083" y="218374"/>
                  </a:lnTo>
                  <a:lnTo>
                    <a:pt x="2373055" y="213255"/>
                  </a:lnTo>
                  <a:lnTo>
                    <a:pt x="2374941" y="211093"/>
                  </a:lnTo>
                  <a:lnTo>
                    <a:pt x="2377660" y="209278"/>
                  </a:lnTo>
                  <a:lnTo>
                    <a:pt x="2380713" y="206462"/>
                  </a:lnTo>
                  <a:lnTo>
                    <a:pt x="2379913" y="204953"/>
                  </a:lnTo>
                  <a:lnTo>
                    <a:pt x="2378172" y="204402"/>
                  </a:lnTo>
                  <a:lnTo>
                    <a:pt x="2376588" y="203625"/>
                  </a:lnTo>
                  <a:lnTo>
                    <a:pt x="2376973" y="202096"/>
                  </a:lnTo>
                  <a:lnTo>
                    <a:pt x="2382394" y="201741"/>
                  </a:lnTo>
                  <a:lnTo>
                    <a:pt x="2385261" y="206941"/>
                  </a:lnTo>
                  <a:lnTo>
                    <a:pt x="2388157" y="208652"/>
                  </a:lnTo>
                  <a:lnTo>
                    <a:pt x="2391736" y="210297"/>
                  </a:lnTo>
                  <a:lnTo>
                    <a:pt x="2399993" y="209010"/>
                  </a:lnTo>
                  <a:lnTo>
                    <a:pt x="2407052" y="208866"/>
                  </a:lnTo>
                  <a:lnTo>
                    <a:pt x="2413210" y="209931"/>
                  </a:lnTo>
                  <a:lnTo>
                    <a:pt x="2416221" y="209731"/>
                  </a:lnTo>
                  <a:lnTo>
                    <a:pt x="2418915" y="205873"/>
                  </a:lnTo>
                  <a:lnTo>
                    <a:pt x="2423306" y="204445"/>
                  </a:lnTo>
                  <a:lnTo>
                    <a:pt x="2425821" y="206179"/>
                  </a:lnTo>
                  <a:lnTo>
                    <a:pt x="2427355" y="211896"/>
                  </a:lnTo>
                  <a:lnTo>
                    <a:pt x="2433001" y="213480"/>
                  </a:lnTo>
                  <a:lnTo>
                    <a:pt x="2444821" y="216123"/>
                  </a:lnTo>
                  <a:lnTo>
                    <a:pt x="2446147" y="215471"/>
                  </a:lnTo>
                  <a:lnTo>
                    <a:pt x="2447619" y="212435"/>
                  </a:lnTo>
                  <a:lnTo>
                    <a:pt x="2448622" y="208724"/>
                  </a:lnTo>
                  <a:lnTo>
                    <a:pt x="2451025" y="208118"/>
                  </a:lnTo>
                  <a:lnTo>
                    <a:pt x="2454109" y="206107"/>
                  </a:lnTo>
                  <a:lnTo>
                    <a:pt x="2455739" y="206425"/>
                  </a:lnTo>
                  <a:lnTo>
                    <a:pt x="2458047" y="208820"/>
                  </a:lnTo>
                  <a:lnTo>
                    <a:pt x="2457256" y="214692"/>
                  </a:lnTo>
                  <a:lnTo>
                    <a:pt x="2455951" y="220074"/>
                  </a:lnTo>
                  <a:lnTo>
                    <a:pt x="2457510" y="224414"/>
                  </a:lnTo>
                  <a:lnTo>
                    <a:pt x="2458895" y="226820"/>
                  </a:lnTo>
                  <a:lnTo>
                    <a:pt x="2460674" y="227253"/>
                  </a:lnTo>
                  <a:lnTo>
                    <a:pt x="2463667" y="227360"/>
                  </a:lnTo>
                  <a:lnTo>
                    <a:pt x="2467275" y="227051"/>
                  </a:lnTo>
                  <a:lnTo>
                    <a:pt x="2469544" y="227270"/>
                  </a:lnTo>
                  <a:lnTo>
                    <a:pt x="2481177" y="225080"/>
                  </a:lnTo>
                  <a:lnTo>
                    <a:pt x="2482599" y="220267"/>
                  </a:lnTo>
                  <a:lnTo>
                    <a:pt x="2484465" y="214787"/>
                  </a:lnTo>
                  <a:lnTo>
                    <a:pt x="2489002" y="207795"/>
                  </a:lnTo>
                  <a:lnTo>
                    <a:pt x="2490779" y="208335"/>
                  </a:lnTo>
                  <a:lnTo>
                    <a:pt x="2492178" y="209033"/>
                  </a:lnTo>
                  <a:lnTo>
                    <a:pt x="2495306" y="212487"/>
                  </a:lnTo>
                  <a:lnTo>
                    <a:pt x="2497159" y="214195"/>
                  </a:lnTo>
                  <a:lnTo>
                    <a:pt x="2497535" y="216743"/>
                  </a:lnTo>
                  <a:lnTo>
                    <a:pt x="2495527" y="219147"/>
                  </a:lnTo>
                  <a:lnTo>
                    <a:pt x="2496071" y="220711"/>
                  </a:lnTo>
                  <a:lnTo>
                    <a:pt x="2498139" y="222016"/>
                  </a:lnTo>
                  <a:lnTo>
                    <a:pt x="2504724" y="224102"/>
                  </a:lnTo>
                  <a:lnTo>
                    <a:pt x="2506832" y="223686"/>
                  </a:lnTo>
                  <a:lnTo>
                    <a:pt x="2510003" y="221528"/>
                  </a:lnTo>
                  <a:lnTo>
                    <a:pt x="2513187" y="217147"/>
                  </a:lnTo>
                  <a:lnTo>
                    <a:pt x="2514899" y="212112"/>
                  </a:lnTo>
                  <a:lnTo>
                    <a:pt x="2517620" y="212372"/>
                  </a:lnTo>
                  <a:lnTo>
                    <a:pt x="2520231" y="213413"/>
                  </a:lnTo>
                  <a:lnTo>
                    <a:pt x="2522082" y="216022"/>
                  </a:lnTo>
                  <a:lnTo>
                    <a:pt x="2522082" y="220971"/>
                  </a:lnTo>
                  <a:lnTo>
                    <a:pt x="2524583" y="224399"/>
                  </a:lnTo>
                  <a:lnTo>
                    <a:pt x="2526660" y="226517"/>
                  </a:lnTo>
                  <a:lnTo>
                    <a:pt x="2531975" y="228849"/>
                  </a:lnTo>
                  <a:lnTo>
                    <a:pt x="2537686" y="229429"/>
                  </a:lnTo>
                  <a:lnTo>
                    <a:pt x="2541683" y="230811"/>
                  </a:lnTo>
                  <a:lnTo>
                    <a:pt x="2548158" y="230283"/>
                  </a:lnTo>
                  <a:lnTo>
                    <a:pt x="2551311" y="228739"/>
                  </a:lnTo>
                  <a:lnTo>
                    <a:pt x="2553330" y="228338"/>
                  </a:lnTo>
                  <a:lnTo>
                    <a:pt x="2556894" y="227074"/>
                  </a:lnTo>
                  <a:lnTo>
                    <a:pt x="2560618" y="224189"/>
                  </a:lnTo>
                  <a:lnTo>
                    <a:pt x="2562952" y="222982"/>
                  </a:lnTo>
                  <a:lnTo>
                    <a:pt x="2571450" y="220310"/>
                  </a:lnTo>
                  <a:lnTo>
                    <a:pt x="2577930" y="217387"/>
                  </a:lnTo>
                  <a:lnTo>
                    <a:pt x="2584746" y="212161"/>
                  </a:lnTo>
                  <a:lnTo>
                    <a:pt x="2591402" y="209022"/>
                  </a:lnTo>
                  <a:lnTo>
                    <a:pt x="2601654" y="207434"/>
                  </a:lnTo>
                  <a:lnTo>
                    <a:pt x="2604477" y="206797"/>
                  </a:lnTo>
                  <a:lnTo>
                    <a:pt x="2608376" y="206828"/>
                  </a:lnTo>
                  <a:lnTo>
                    <a:pt x="2618010" y="203106"/>
                  </a:lnTo>
                  <a:lnTo>
                    <a:pt x="2621675" y="200924"/>
                  </a:lnTo>
                  <a:lnTo>
                    <a:pt x="2623708" y="200174"/>
                  </a:lnTo>
                  <a:lnTo>
                    <a:pt x="2626033" y="197479"/>
                  </a:lnTo>
                  <a:lnTo>
                    <a:pt x="2627289" y="192288"/>
                  </a:lnTo>
                  <a:lnTo>
                    <a:pt x="2628249" y="189053"/>
                  </a:lnTo>
                  <a:lnTo>
                    <a:pt x="2628084" y="185884"/>
                  </a:lnTo>
                  <a:lnTo>
                    <a:pt x="2627185" y="181798"/>
                  </a:lnTo>
                  <a:lnTo>
                    <a:pt x="2625148" y="178139"/>
                  </a:lnTo>
                  <a:lnTo>
                    <a:pt x="2623045" y="172801"/>
                  </a:lnTo>
                  <a:lnTo>
                    <a:pt x="2623958" y="166735"/>
                  </a:lnTo>
                  <a:lnTo>
                    <a:pt x="2625619" y="164199"/>
                  </a:lnTo>
                  <a:lnTo>
                    <a:pt x="2629880" y="161423"/>
                  </a:lnTo>
                  <a:lnTo>
                    <a:pt x="2634127" y="160877"/>
                  </a:lnTo>
                  <a:lnTo>
                    <a:pt x="2638913" y="161241"/>
                  </a:lnTo>
                  <a:lnTo>
                    <a:pt x="2643101" y="161815"/>
                  </a:lnTo>
                  <a:lnTo>
                    <a:pt x="2643427" y="164421"/>
                  </a:lnTo>
                  <a:lnTo>
                    <a:pt x="2641636" y="167220"/>
                  </a:lnTo>
                  <a:lnTo>
                    <a:pt x="2639300" y="169996"/>
                  </a:lnTo>
                  <a:lnTo>
                    <a:pt x="2637908" y="171199"/>
                  </a:lnTo>
                  <a:lnTo>
                    <a:pt x="2638421" y="173543"/>
                  </a:lnTo>
                  <a:lnTo>
                    <a:pt x="2641444" y="173874"/>
                  </a:lnTo>
                  <a:lnTo>
                    <a:pt x="2648074" y="173401"/>
                  </a:lnTo>
                  <a:lnTo>
                    <a:pt x="2649969" y="175562"/>
                  </a:lnTo>
                  <a:lnTo>
                    <a:pt x="2654681" y="184996"/>
                  </a:lnTo>
                  <a:lnTo>
                    <a:pt x="2655834" y="189440"/>
                  </a:lnTo>
                  <a:lnTo>
                    <a:pt x="2657466" y="190741"/>
                  </a:lnTo>
                  <a:lnTo>
                    <a:pt x="2660065" y="190112"/>
                  </a:lnTo>
                  <a:lnTo>
                    <a:pt x="2665620" y="190164"/>
                  </a:lnTo>
                  <a:lnTo>
                    <a:pt x="2669487" y="189500"/>
                  </a:lnTo>
                  <a:lnTo>
                    <a:pt x="2672631" y="189457"/>
                  </a:lnTo>
                  <a:lnTo>
                    <a:pt x="2674269" y="189881"/>
                  </a:lnTo>
                  <a:lnTo>
                    <a:pt x="2675960" y="192048"/>
                  </a:lnTo>
                  <a:lnTo>
                    <a:pt x="2679157" y="194556"/>
                  </a:lnTo>
                  <a:lnTo>
                    <a:pt x="2682361" y="192706"/>
                  </a:lnTo>
                  <a:lnTo>
                    <a:pt x="2684648" y="191834"/>
                  </a:lnTo>
                  <a:lnTo>
                    <a:pt x="2687453" y="192051"/>
                  </a:lnTo>
                  <a:lnTo>
                    <a:pt x="2691861" y="194963"/>
                  </a:lnTo>
                  <a:lnTo>
                    <a:pt x="2696243" y="201816"/>
                  </a:lnTo>
                  <a:lnTo>
                    <a:pt x="2701007" y="205236"/>
                  </a:lnTo>
                  <a:lnTo>
                    <a:pt x="2701330" y="203048"/>
                  </a:lnTo>
                  <a:lnTo>
                    <a:pt x="2700683" y="200336"/>
                  </a:lnTo>
                  <a:lnTo>
                    <a:pt x="2702651" y="197917"/>
                  </a:lnTo>
                  <a:lnTo>
                    <a:pt x="2705027" y="193831"/>
                  </a:lnTo>
                  <a:lnTo>
                    <a:pt x="2708429" y="188574"/>
                  </a:lnTo>
                  <a:lnTo>
                    <a:pt x="2711120" y="183184"/>
                  </a:lnTo>
                  <a:lnTo>
                    <a:pt x="2711826" y="175730"/>
                  </a:lnTo>
                  <a:lnTo>
                    <a:pt x="2713080" y="169632"/>
                  </a:lnTo>
                  <a:lnTo>
                    <a:pt x="2715274" y="166701"/>
                  </a:lnTo>
                  <a:lnTo>
                    <a:pt x="2717420" y="164842"/>
                  </a:lnTo>
                  <a:lnTo>
                    <a:pt x="2720731" y="162892"/>
                  </a:lnTo>
                  <a:lnTo>
                    <a:pt x="2724842" y="162441"/>
                  </a:lnTo>
                  <a:lnTo>
                    <a:pt x="2728737" y="158052"/>
                  </a:lnTo>
                  <a:lnTo>
                    <a:pt x="2731497" y="156275"/>
                  </a:lnTo>
                  <a:lnTo>
                    <a:pt x="2737275" y="153842"/>
                  </a:lnTo>
                  <a:lnTo>
                    <a:pt x="2744484" y="151456"/>
                  </a:lnTo>
                  <a:lnTo>
                    <a:pt x="2749552" y="144700"/>
                  </a:lnTo>
                  <a:lnTo>
                    <a:pt x="2751297" y="143875"/>
                  </a:lnTo>
                  <a:lnTo>
                    <a:pt x="2753888" y="142825"/>
                  </a:lnTo>
                  <a:lnTo>
                    <a:pt x="2758616" y="142406"/>
                  </a:lnTo>
                  <a:lnTo>
                    <a:pt x="2766310" y="140245"/>
                  </a:lnTo>
                  <a:lnTo>
                    <a:pt x="2768720" y="139916"/>
                  </a:lnTo>
                  <a:lnTo>
                    <a:pt x="2772754" y="138231"/>
                  </a:lnTo>
                  <a:lnTo>
                    <a:pt x="2776330" y="134240"/>
                  </a:lnTo>
                  <a:lnTo>
                    <a:pt x="2778889" y="133115"/>
                  </a:lnTo>
                  <a:lnTo>
                    <a:pt x="2783484" y="133270"/>
                  </a:lnTo>
                  <a:lnTo>
                    <a:pt x="2787413" y="131005"/>
                  </a:lnTo>
                  <a:lnTo>
                    <a:pt x="2790698" y="130924"/>
                  </a:lnTo>
                  <a:lnTo>
                    <a:pt x="2793722" y="129758"/>
                  </a:lnTo>
                  <a:lnTo>
                    <a:pt x="2794185" y="127271"/>
                  </a:lnTo>
                  <a:lnTo>
                    <a:pt x="2792744" y="125592"/>
                  </a:lnTo>
                  <a:lnTo>
                    <a:pt x="2792714" y="123387"/>
                  </a:lnTo>
                  <a:lnTo>
                    <a:pt x="2794402" y="120481"/>
                  </a:lnTo>
                  <a:lnTo>
                    <a:pt x="2795705" y="119434"/>
                  </a:lnTo>
                  <a:lnTo>
                    <a:pt x="2799705" y="119630"/>
                  </a:lnTo>
                  <a:lnTo>
                    <a:pt x="2803043" y="122065"/>
                  </a:lnTo>
                  <a:lnTo>
                    <a:pt x="2805476" y="122204"/>
                  </a:lnTo>
                  <a:lnTo>
                    <a:pt x="2806110" y="123601"/>
                  </a:lnTo>
                  <a:lnTo>
                    <a:pt x="2803993" y="125346"/>
                  </a:lnTo>
                  <a:lnTo>
                    <a:pt x="2802584" y="128431"/>
                  </a:lnTo>
                  <a:lnTo>
                    <a:pt x="2805015" y="131158"/>
                  </a:lnTo>
                  <a:lnTo>
                    <a:pt x="2807183" y="133019"/>
                  </a:lnTo>
                  <a:lnTo>
                    <a:pt x="2809820" y="132673"/>
                  </a:lnTo>
                  <a:lnTo>
                    <a:pt x="2812967" y="131014"/>
                  </a:lnTo>
                  <a:lnTo>
                    <a:pt x="2816069" y="132174"/>
                  </a:lnTo>
                  <a:lnTo>
                    <a:pt x="2817448" y="134713"/>
                  </a:lnTo>
                  <a:lnTo>
                    <a:pt x="2817448" y="138620"/>
                  </a:lnTo>
                  <a:lnTo>
                    <a:pt x="2818099" y="140707"/>
                  </a:lnTo>
                  <a:lnTo>
                    <a:pt x="2820277" y="138883"/>
                  </a:lnTo>
                  <a:lnTo>
                    <a:pt x="2821475" y="134973"/>
                  </a:lnTo>
                  <a:lnTo>
                    <a:pt x="2821129" y="129984"/>
                  </a:lnTo>
                  <a:lnTo>
                    <a:pt x="2821257" y="126893"/>
                  </a:lnTo>
                  <a:lnTo>
                    <a:pt x="2826471" y="121924"/>
                  </a:lnTo>
                  <a:lnTo>
                    <a:pt x="2828524" y="118213"/>
                  </a:lnTo>
                  <a:lnTo>
                    <a:pt x="2824868" y="117411"/>
                  </a:lnTo>
                  <a:lnTo>
                    <a:pt x="2822285" y="117919"/>
                  </a:lnTo>
                  <a:lnTo>
                    <a:pt x="2820863" y="116571"/>
                  </a:lnTo>
                  <a:lnTo>
                    <a:pt x="2819219" y="112794"/>
                  </a:lnTo>
                  <a:lnTo>
                    <a:pt x="2823723" y="109686"/>
                  </a:lnTo>
                  <a:lnTo>
                    <a:pt x="2828867" y="109784"/>
                  </a:lnTo>
                  <a:lnTo>
                    <a:pt x="2831848" y="112424"/>
                  </a:lnTo>
                  <a:lnTo>
                    <a:pt x="2838234" y="116686"/>
                  </a:lnTo>
                  <a:lnTo>
                    <a:pt x="2841773" y="116597"/>
                  </a:lnTo>
                  <a:lnTo>
                    <a:pt x="2844982" y="117252"/>
                  </a:lnTo>
                  <a:lnTo>
                    <a:pt x="2845635" y="115948"/>
                  </a:lnTo>
                  <a:lnTo>
                    <a:pt x="2844437" y="109695"/>
                  </a:lnTo>
                  <a:lnTo>
                    <a:pt x="2844585" y="106191"/>
                  </a:lnTo>
                  <a:lnTo>
                    <a:pt x="2841934" y="104221"/>
                  </a:lnTo>
                  <a:lnTo>
                    <a:pt x="2841173" y="99791"/>
                  </a:lnTo>
                  <a:lnTo>
                    <a:pt x="2842260" y="95099"/>
                  </a:lnTo>
                  <a:lnTo>
                    <a:pt x="2845417" y="92493"/>
                  </a:lnTo>
                  <a:lnTo>
                    <a:pt x="2849719" y="91281"/>
                  </a:lnTo>
                  <a:lnTo>
                    <a:pt x="2858981" y="84093"/>
                  </a:lnTo>
                  <a:lnTo>
                    <a:pt x="2861413" y="82552"/>
                  </a:lnTo>
                  <a:lnTo>
                    <a:pt x="2867505" y="81049"/>
                  </a:lnTo>
                  <a:lnTo>
                    <a:pt x="2874625" y="80351"/>
                  </a:lnTo>
                  <a:lnTo>
                    <a:pt x="2883467" y="77785"/>
                  </a:lnTo>
                  <a:lnTo>
                    <a:pt x="2899213" y="79488"/>
                  </a:lnTo>
                  <a:lnTo>
                    <a:pt x="2903441" y="80607"/>
                  </a:lnTo>
                  <a:lnTo>
                    <a:pt x="2906082" y="82039"/>
                  </a:lnTo>
                  <a:lnTo>
                    <a:pt x="2908622" y="84324"/>
                  </a:lnTo>
                  <a:lnTo>
                    <a:pt x="2911876" y="88147"/>
                  </a:lnTo>
                  <a:lnTo>
                    <a:pt x="2916658" y="92975"/>
                  </a:lnTo>
                  <a:lnTo>
                    <a:pt x="2922801" y="94473"/>
                  </a:lnTo>
                  <a:lnTo>
                    <a:pt x="2924540" y="95990"/>
                  </a:lnTo>
                  <a:lnTo>
                    <a:pt x="2926825" y="100082"/>
                  </a:lnTo>
                  <a:lnTo>
                    <a:pt x="2924370" y="102775"/>
                  </a:lnTo>
                  <a:lnTo>
                    <a:pt x="2922360" y="103020"/>
                  </a:lnTo>
                  <a:lnTo>
                    <a:pt x="2918491" y="101442"/>
                  </a:lnTo>
                  <a:lnTo>
                    <a:pt x="2915831" y="99791"/>
                  </a:lnTo>
                  <a:lnTo>
                    <a:pt x="2913997" y="100461"/>
                  </a:lnTo>
                  <a:lnTo>
                    <a:pt x="2915799" y="103268"/>
                  </a:lnTo>
                  <a:lnTo>
                    <a:pt x="2917789" y="105003"/>
                  </a:lnTo>
                  <a:lnTo>
                    <a:pt x="2918116" y="107348"/>
                  </a:lnTo>
                  <a:lnTo>
                    <a:pt x="2917027" y="110736"/>
                  </a:lnTo>
                  <a:lnTo>
                    <a:pt x="2909762" y="117399"/>
                  </a:lnTo>
                  <a:lnTo>
                    <a:pt x="2914108" y="119327"/>
                  </a:lnTo>
                  <a:lnTo>
                    <a:pt x="2916712" y="117789"/>
                  </a:lnTo>
                  <a:lnTo>
                    <a:pt x="2919133" y="114935"/>
                  </a:lnTo>
                  <a:lnTo>
                    <a:pt x="2921576" y="113677"/>
                  </a:lnTo>
                  <a:lnTo>
                    <a:pt x="2923199" y="113172"/>
                  </a:lnTo>
                  <a:lnTo>
                    <a:pt x="2928993" y="113065"/>
                  </a:lnTo>
                  <a:lnTo>
                    <a:pt x="2932279" y="111925"/>
                  </a:lnTo>
                  <a:lnTo>
                    <a:pt x="2934755" y="112730"/>
                  </a:lnTo>
                  <a:lnTo>
                    <a:pt x="2937206" y="114566"/>
                  </a:lnTo>
                  <a:lnTo>
                    <a:pt x="2940794" y="116329"/>
                  </a:lnTo>
                  <a:lnTo>
                    <a:pt x="2945976" y="118294"/>
                  </a:lnTo>
                  <a:lnTo>
                    <a:pt x="2952311" y="125840"/>
                  </a:lnTo>
                  <a:lnTo>
                    <a:pt x="2957239" y="125061"/>
                  </a:lnTo>
                  <a:lnTo>
                    <a:pt x="2959922" y="123422"/>
                  </a:lnTo>
                  <a:lnTo>
                    <a:pt x="2967504" y="122891"/>
                  </a:lnTo>
                  <a:lnTo>
                    <a:pt x="2974045" y="126270"/>
                  </a:lnTo>
                  <a:lnTo>
                    <a:pt x="2977710" y="127473"/>
                  </a:lnTo>
                  <a:lnTo>
                    <a:pt x="2988382" y="128515"/>
                  </a:lnTo>
                  <a:lnTo>
                    <a:pt x="2994724" y="130644"/>
                  </a:lnTo>
                  <a:lnTo>
                    <a:pt x="2998793" y="128111"/>
                  </a:lnTo>
                  <a:lnTo>
                    <a:pt x="3001507" y="127078"/>
                  </a:lnTo>
                  <a:lnTo>
                    <a:pt x="3007201" y="126529"/>
                  </a:lnTo>
                  <a:lnTo>
                    <a:pt x="3010067" y="127055"/>
                  </a:lnTo>
                  <a:lnTo>
                    <a:pt x="3017994" y="129842"/>
                  </a:lnTo>
                  <a:lnTo>
                    <a:pt x="3031986" y="132679"/>
                  </a:lnTo>
                  <a:lnTo>
                    <a:pt x="3041621" y="134130"/>
                  </a:lnTo>
                  <a:lnTo>
                    <a:pt x="3050092" y="134202"/>
                  </a:lnTo>
                  <a:lnTo>
                    <a:pt x="3054135" y="135449"/>
                  </a:lnTo>
                  <a:lnTo>
                    <a:pt x="3061490" y="136748"/>
                  </a:lnTo>
                  <a:lnTo>
                    <a:pt x="3064321" y="137795"/>
                  </a:lnTo>
                  <a:lnTo>
                    <a:pt x="3071374" y="136984"/>
                  </a:lnTo>
                  <a:lnTo>
                    <a:pt x="3074677" y="135882"/>
                  </a:lnTo>
                  <a:lnTo>
                    <a:pt x="3077753" y="133464"/>
                  </a:lnTo>
                  <a:lnTo>
                    <a:pt x="3079514" y="134061"/>
                  </a:lnTo>
                  <a:lnTo>
                    <a:pt x="3080709" y="137056"/>
                  </a:lnTo>
                  <a:lnTo>
                    <a:pt x="3080056" y="142271"/>
                  </a:lnTo>
                  <a:lnTo>
                    <a:pt x="3081308" y="145811"/>
                  </a:lnTo>
                  <a:lnTo>
                    <a:pt x="3082346" y="149318"/>
                  </a:lnTo>
                  <a:lnTo>
                    <a:pt x="3083812" y="152272"/>
                  </a:lnTo>
                  <a:lnTo>
                    <a:pt x="3084735" y="154777"/>
                  </a:lnTo>
                  <a:lnTo>
                    <a:pt x="3084065" y="156878"/>
                  </a:lnTo>
                  <a:lnTo>
                    <a:pt x="3082016" y="158745"/>
                  </a:lnTo>
                  <a:lnTo>
                    <a:pt x="3079206" y="162834"/>
                  </a:lnTo>
                  <a:lnTo>
                    <a:pt x="3079363" y="166371"/>
                  </a:lnTo>
                  <a:lnTo>
                    <a:pt x="3080581" y="168605"/>
                  </a:lnTo>
                  <a:lnTo>
                    <a:pt x="3079164" y="171317"/>
                  </a:lnTo>
                  <a:lnTo>
                    <a:pt x="3080199" y="175150"/>
                  </a:lnTo>
                  <a:lnTo>
                    <a:pt x="3080382" y="177452"/>
                  </a:lnTo>
                  <a:lnTo>
                    <a:pt x="3079394" y="179288"/>
                  </a:lnTo>
                  <a:lnTo>
                    <a:pt x="3077203" y="180402"/>
                  </a:lnTo>
                  <a:lnTo>
                    <a:pt x="3073416" y="180578"/>
                  </a:lnTo>
                  <a:lnTo>
                    <a:pt x="3071457" y="181622"/>
                  </a:lnTo>
                  <a:lnTo>
                    <a:pt x="3071131" y="184488"/>
                  </a:lnTo>
                  <a:lnTo>
                    <a:pt x="3072111" y="186571"/>
                  </a:lnTo>
                  <a:lnTo>
                    <a:pt x="3074287" y="187685"/>
                  </a:lnTo>
                  <a:lnTo>
                    <a:pt x="3074940" y="189959"/>
                  </a:lnTo>
                  <a:lnTo>
                    <a:pt x="3074613" y="193350"/>
                  </a:lnTo>
                  <a:lnTo>
                    <a:pt x="3073634" y="196215"/>
                  </a:lnTo>
                  <a:lnTo>
                    <a:pt x="3071633" y="197551"/>
                  </a:lnTo>
                  <a:lnTo>
                    <a:pt x="3069452" y="197834"/>
                  </a:lnTo>
                  <a:lnTo>
                    <a:pt x="3065398" y="197266"/>
                  </a:lnTo>
                  <a:lnTo>
                    <a:pt x="3062472" y="195349"/>
                  </a:lnTo>
                  <a:lnTo>
                    <a:pt x="3060609" y="197037"/>
                  </a:lnTo>
                  <a:lnTo>
                    <a:pt x="3059250" y="198760"/>
                  </a:lnTo>
                  <a:lnTo>
                    <a:pt x="3055035" y="202754"/>
                  </a:lnTo>
                  <a:lnTo>
                    <a:pt x="3053075" y="205391"/>
                  </a:lnTo>
                  <a:lnTo>
                    <a:pt x="3051241" y="208228"/>
                  </a:lnTo>
                  <a:lnTo>
                    <a:pt x="3056066" y="209789"/>
                  </a:lnTo>
                  <a:lnTo>
                    <a:pt x="3059544" y="212652"/>
                  </a:lnTo>
                  <a:lnTo>
                    <a:pt x="3067177" y="212346"/>
                  </a:lnTo>
                  <a:lnTo>
                    <a:pt x="3069621" y="211088"/>
                  </a:lnTo>
                  <a:lnTo>
                    <a:pt x="3072872" y="209766"/>
                  </a:lnTo>
                  <a:lnTo>
                    <a:pt x="3074613" y="210026"/>
                  </a:lnTo>
                  <a:lnTo>
                    <a:pt x="3075702" y="212894"/>
                  </a:lnTo>
                  <a:lnTo>
                    <a:pt x="3075041" y="217450"/>
                  </a:lnTo>
                  <a:lnTo>
                    <a:pt x="3074939" y="220977"/>
                  </a:lnTo>
                  <a:lnTo>
                    <a:pt x="3071044" y="230745"/>
                  </a:lnTo>
                  <a:lnTo>
                    <a:pt x="3069751" y="232387"/>
                  </a:lnTo>
                  <a:lnTo>
                    <a:pt x="3067971" y="235067"/>
                  </a:lnTo>
                  <a:lnTo>
                    <a:pt x="3065797" y="237139"/>
                  </a:lnTo>
                  <a:lnTo>
                    <a:pt x="3064107" y="238172"/>
                  </a:lnTo>
                  <a:lnTo>
                    <a:pt x="3060736" y="241260"/>
                  </a:lnTo>
                  <a:lnTo>
                    <a:pt x="3058711" y="246838"/>
                  </a:lnTo>
                  <a:lnTo>
                    <a:pt x="3056493" y="251475"/>
                  </a:lnTo>
                  <a:lnTo>
                    <a:pt x="3053268" y="259341"/>
                  </a:lnTo>
                  <a:lnTo>
                    <a:pt x="3051403" y="267843"/>
                  </a:lnTo>
                  <a:lnTo>
                    <a:pt x="3050586" y="272890"/>
                  </a:lnTo>
                  <a:lnTo>
                    <a:pt x="3049334" y="278199"/>
                  </a:lnTo>
                  <a:lnTo>
                    <a:pt x="3046603" y="287286"/>
                  </a:lnTo>
                  <a:lnTo>
                    <a:pt x="3044806" y="288798"/>
                  </a:lnTo>
                  <a:lnTo>
                    <a:pt x="3041736" y="292512"/>
                  </a:lnTo>
                  <a:lnTo>
                    <a:pt x="3042618" y="294985"/>
                  </a:lnTo>
                  <a:lnTo>
                    <a:pt x="3045032" y="295213"/>
                  </a:lnTo>
                  <a:lnTo>
                    <a:pt x="3047973" y="295790"/>
                  </a:lnTo>
                  <a:lnTo>
                    <a:pt x="3051909" y="297677"/>
                  </a:lnTo>
                  <a:lnTo>
                    <a:pt x="3057173" y="293773"/>
                  </a:lnTo>
                  <a:lnTo>
                    <a:pt x="3059921" y="291335"/>
                  </a:lnTo>
                  <a:lnTo>
                    <a:pt x="3060466" y="286386"/>
                  </a:lnTo>
                  <a:lnTo>
                    <a:pt x="3059921" y="281434"/>
                  </a:lnTo>
                  <a:lnTo>
                    <a:pt x="3061593" y="278482"/>
                  </a:lnTo>
                  <a:lnTo>
                    <a:pt x="3065455" y="274474"/>
                  </a:lnTo>
                  <a:lnTo>
                    <a:pt x="3074552" y="271626"/>
                  </a:lnTo>
                  <a:lnTo>
                    <a:pt x="3076433" y="271334"/>
                  </a:lnTo>
                  <a:lnTo>
                    <a:pt x="3079459" y="270321"/>
                  </a:lnTo>
                  <a:lnTo>
                    <a:pt x="3082113" y="266749"/>
                  </a:lnTo>
                  <a:lnTo>
                    <a:pt x="3084487" y="263182"/>
                  </a:lnTo>
                  <a:lnTo>
                    <a:pt x="3088586" y="260891"/>
                  </a:lnTo>
                  <a:lnTo>
                    <a:pt x="3092023" y="257215"/>
                  </a:lnTo>
                  <a:lnTo>
                    <a:pt x="3092558" y="254589"/>
                  </a:lnTo>
                  <a:lnTo>
                    <a:pt x="3093982" y="254003"/>
                  </a:lnTo>
                  <a:lnTo>
                    <a:pt x="3098266" y="251475"/>
                  </a:lnTo>
                  <a:lnTo>
                    <a:pt x="3099365" y="249550"/>
                  </a:lnTo>
                  <a:lnTo>
                    <a:pt x="3100709" y="248142"/>
                  </a:lnTo>
                  <a:lnTo>
                    <a:pt x="3101603" y="244890"/>
                  </a:lnTo>
                  <a:lnTo>
                    <a:pt x="3101968" y="238842"/>
                  </a:lnTo>
                  <a:lnTo>
                    <a:pt x="3103030" y="234274"/>
                  </a:lnTo>
                  <a:lnTo>
                    <a:pt x="3105116" y="228205"/>
                  </a:lnTo>
                  <a:lnTo>
                    <a:pt x="3106813" y="223834"/>
                  </a:lnTo>
                  <a:lnTo>
                    <a:pt x="3108460" y="221037"/>
                  </a:lnTo>
                  <a:lnTo>
                    <a:pt x="3112874" y="219563"/>
                  </a:lnTo>
                  <a:lnTo>
                    <a:pt x="3114791" y="217846"/>
                  </a:lnTo>
                  <a:lnTo>
                    <a:pt x="3117314" y="214106"/>
                  </a:lnTo>
                  <a:lnTo>
                    <a:pt x="3119016" y="211849"/>
                  </a:lnTo>
                  <a:lnTo>
                    <a:pt x="3118819" y="207224"/>
                  </a:lnTo>
                  <a:lnTo>
                    <a:pt x="3119778" y="202990"/>
                  </a:lnTo>
                  <a:lnTo>
                    <a:pt x="3122484" y="200442"/>
                  </a:lnTo>
                  <a:lnTo>
                    <a:pt x="3125982" y="195693"/>
                  </a:lnTo>
                  <a:lnTo>
                    <a:pt x="3130316" y="195009"/>
                  </a:lnTo>
                  <a:lnTo>
                    <a:pt x="3133600" y="192568"/>
                  </a:lnTo>
                  <a:lnTo>
                    <a:pt x="3137112" y="194259"/>
                  </a:lnTo>
                  <a:lnTo>
                    <a:pt x="3141361" y="196599"/>
                  </a:lnTo>
                  <a:lnTo>
                    <a:pt x="3148478" y="195886"/>
                  </a:lnTo>
                  <a:lnTo>
                    <a:pt x="3151883" y="196997"/>
                  </a:lnTo>
                  <a:lnTo>
                    <a:pt x="3154496" y="195693"/>
                  </a:lnTo>
                  <a:lnTo>
                    <a:pt x="3156780" y="192045"/>
                  </a:lnTo>
                  <a:lnTo>
                    <a:pt x="3157650" y="187616"/>
                  </a:lnTo>
                  <a:lnTo>
                    <a:pt x="3160372" y="185010"/>
                  </a:lnTo>
                  <a:lnTo>
                    <a:pt x="3163432" y="185094"/>
                  </a:lnTo>
                  <a:lnTo>
                    <a:pt x="3168496" y="180644"/>
                  </a:lnTo>
                  <a:lnTo>
                    <a:pt x="3173702" y="176694"/>
                  </a:lnTo>
                  <a:lnTo>
                    <a:pt x="3178008" y="175762"/>
                  </a:lnTo>
                  <a:lnTo>
                    <a:pt x="3181420" y="172645"/>
                  </a:lnTo>
                  <a:lnTo>
                    <a:pt x="3183859" y="167413"/>
                  </a:lnTo>
                  <a:lnTo>
                    <a:pt x="3186492" y="163402"/>
                  </a:lnTo>
                  <a:lnTo>
                    <a:pt x="3189706" y="159550"/>
                  </a:lnTo>
                  <a:lnTo>
                    <a:pt x="3190626" y="152694"/>
                  </a:lnTo>
                  <a:lnTo>
                    <a:pt x="3192635" y="149268"/>
                  </a:lnTo>
                  <a:lnTo>
                    <a:pt x="3196446" y="146241"/>
                  </a:lnTo>
                  <a:lnTo>
                    <a:pt x="3199564" y="144585"/>
                  </a:lnTo>
                  <a:lnTo>
                    <a:pt x="3212833" y="139489"/>
                  </a:lnTo>
                  <a:lnTo>
                    <a:pt x="3223005" y="136072"/>
                  </a:lnTo>
                  <a:lnTo>
                    <a:pt x="3233242" y="131899"/>
                  </a:lnTo>
                  <a:lnTo>
                    <a:pt x="3236404" y="131949"/>
                  </a:lnTo>
                  <a:lnTo>
                    <a:pt x="3240523" y="129626"/>
                  </a:lnTo>
                  <a:lnTo>
                    <a:pt x="3247319" y="129551"/>
                  </a:lnTo>
                  <a:lnTo>
                    <a:pt x="3249127" y="129329"/>
                  </a:lnTo>
                  <a:lnTo>
                    <a:pt x="3251463" y="124547"/>
                  </a:lnTo>
                  <a:lnTo>
                    <a:pt x="3256523" y="120138"/>
                  </a:lnTo>
                  <a:lnTo>
                    <a:pt x="3259695" y="118724"/>
                  </a:lnTo>
                  <a:lnTo>
                    <a:pt x="3263698" y="114892"/>
                  </a:lnTo>
                  <a:lnTo>
                    <a:pt x="3266946" y="114531"/>
                  </a:lnTo>
                  <a:lnTo>
                    <a:pt x="3271493" y="115220"/>
                  </a:lnTo>
                  <a:lnTo>
                    <a:pt x="3275345" y="116265"/>
                  </a:lnTo>
                  <a:lnTo>
                    <a:pt x="3278822" y="116277"/>
                  </a:lnTo>
                  <a:lnTo>
                    <a:pt x="3283852" y="113134"/>
                  </a:lnTo>
                  <a:lnTo>
                    <a:pt x="3291648" y="112606"/>
                  </a:lnTo>
                  <a:lnTo>
                    <a:pt x="3294072" y="111082"/>
                  </a:lnTo>
                  <a:lnTo>
                    <a:pt x="3295778" y="109741"/>
                  </a:lnTo>
                  <a:lnTo>
                    <a:pt x="3306827" y="105260"/>
                  </a:lnTo>
                  <a:lnTo>
                    <a:pt x="3310948" y="106116"/>
                  </a:lnTo>
                  <a:lnTo>
                    <a:pt x="3316812" y="105363"/>
                  </a:lnTo>
                  <a:lnTo>
                    <a:pt x="3320355" y="105583"/>
                  </a:lnTo>
                  <a:lnTo>
                    <a:pt x="3323751" y="106136"/>
                  </a:lnTo>
                  <a:lnTo>
                    <a:pt x="3328029" y="106281"/>
                  </a:lnTo>
                  <a:lnTo>
                    <a:pt x="3335366" y="104702"/>
                  </a:lnTo>
                  <a:lnTo>
                    <a:pt x="3338504" y="103658"/>
                  </a:lnTo>
                  <a:lnTo>
                    <a:pt x="3344358" y="99774"/>
                  </a:lnTo>
                  <a:lnTo>
                    <a:pt x="3350829" y="98865"/>
                  </a:lnTo>
                  <a:lnTo>
                    <a:pt x="3353679" y="97843"/>
                  </a:lnTo>
                  <a:lnTo>
                    <a:pt x="3357336" y="96969"/>
                  </a:lnTo>
                  <a:lnTo>
                    <a:pt x="3360284" y="98467"/>
                  </a:lnTo>
                  <a:lnTo>
                    <a:pt x="3362425" y="99817"/>
                  </a:lnTo>
                  <a:lnTo>
                    <a:pt x="3363735" y="100117"/>
                  </a:lnTo>
                  <a:lnTo>
                    <a:pt x="3365445" y="100411"/>
                  </a:lnTo>
                  <a:lnTo>
                    <a:pt x="3369694" y="98836"/>
                  </a:lnTo>
                  <a:lnTo>
                    <a:pt x="3373188" y="99260"/>
                  </a:lnTo>
                  <a:lnTo>
                    <a:pt x="3377675" y="100960"/>
                  </a:lnTo>
                  <a:lnTo>
                    <a:pt x="3380669" y="102339"/>
                  </a:lnTo>
                  <a:lnTo>
                    <a:pt x="3382205" y="102316"/>
                  </a:lnTo>
                  <a:lnTo>
                    <a:pt x="3384978" y="101084"/>
                  </a:lnTo>
                  <a:lnTo>
                    <a:pt x="3388351" y="98022"/>
                  </a:lnTo>
                  <a:lnTo>
                    <a:pt x="3391473" y="96775"/>
                  </a:lnTo>
                  <a:lnTo>
                    <a:pt x="3394486" y="97546"/>
                  </a:lnTo>
                  <a:lnTo>
                    <a:pt x="3396509" y="98839"/>
                  </a:lnTo>
                  <a:lnTo>
                    <a:pt x="3400126" y="100605"/>
                  </a:lnTo>
                  <a:lnTo>
                    <a:pt x="3405683" y="100316"/>
                  </a:lnTo>
                  <a:lnTo>
                    <a:pt x="3411018" y="99678"/>
                  </a:lnTo>
                  <a:lnTo>
                    <a:pt x="3415524" y="98230"/>
                  </a:lnTo>
                  <a:lnTo>
                    <a:pt x="3419370" y="96718"/>
                  </a:lnTo>
                  <a:lnTo>
                    <a:pt x="3422923" y="99058"/>
                  </a:lnTo>
                  <a:lnTo>
                    <a:pt x="3427012" y="99906"/>
                  </a:lnTo>
                  <a:lnTo>
                    <a:pt x="3433648" y="95774"/>
                  </a:lnTo>
                  <a:lnTo>
                    <a:pt x="3436166" y="96692"/>
                  </a:lnTo>
                  <a:lnTo>
                    <a:pt x="3437911" y="97762"/>
                  </a:lnTo>
                  <a:lnTo>
                    <a:pt x="3439355" y="98305"/>
                  </a:lnTo>
                  <a:lnTo>
                    <a:pt x="3441067" y="101782"/>
                  </a:lnTo>
                  <a:lnTo>
                    <a:pt x="3447376" y="101115"/>
                  </a:lnTo>
                  <a:lnTo>
                    <a:pt x="3452981" y="98172"/>
                  </a:lnTo>
                  <a:lnTo>
                    <a:pt x="3457761" y="95965"/>
                  </a:lnTo>
                  <a:lnTo>
                    <a:pt x="3462444" y="94525"/>
                  </a:lnTo>
                  <a:lnTo>
                    <a:pt x="3466120" y="92539"/>
                  </a:lnTo>
                  <a:lnTo>
                    <a:pt x="3471525" y="84930"/>
                  </a:lnTo>
                  <a:lnTo>
                    <a:pt x="3471448" y="82578"/>
                  </a:lnTo>
                  <a:lnTo>
                    <a:pt x="3472194" y="81164"/>
                  </a:lnTo>
                  <a:lnTo>
                    <a:pt x="3473343" y="80518"/>
                  </a:lnTo>
                  <a:lnTo>
                    <a:pt x="3481977" y="80607"/>
                  </a:lnTo>
                  <a:lnTo>
                    <a:pt x="3484668" y="79970"/>
                  </a:lnTo>
                  <a:lnTo>
                    <a:pt x="3488148" y="77976"/>
                  </a:lnTo>
                  <a:lnTo>
                    <a:pt x="3494224" y="79505"/>
                  </a:lnTo>
                  <a:lnTo>
                    <a:pt x="3500050" y="81929"/>
                  </a:lnTo>
                  <a:lnTo>
                    <a:pt x="3501589" y="81658"/>
                  </a:lnTo>
                  <a:lnTo>
                    <a:pt x="3503905" y="81608"/>
                  </a:lnTo>
                  <a:lnTo>
                    <a:pt x="3508075" y="83118"/>
                  </a:lnTo>
                  <a:lnTo>
                    <a:pt x="3512738" y="86003"/>
                  </a:lnTo>
                  <a:lnTo>
                    <a:pt x="3516853" y="86809"/>
                  </a:lnTo>
                  <a:lnTo>
                    <a:pt x="3533962" y="94095"/>
                  </a:lnTo>
                  <a:lnTo>
                    <a:pt x="3543636" y="95861"/>
                  </a:lnTo>
                  <a:lnTo>
                    <a:pt x="3548506" y="98282"/>
                  </a:lnTo>
                  <a:lnTo>
                    <a:pt x="3549761" y="99110"/>
                  </a:lnTo>
                  <a:lnTo>
                    <a:pt x="3551215" y="101583"/>
                  </a:lnTo>
                  <a:lnTo>
                    <a:pt x="3553765" y="101820"/>
                  </a:lnTo>
                  <a:lnTo>
                    <a:pt x="3555816" y="100844"/>
                  </a:lnTo>
                  <a:lnTo>
                    <a:pt x="3558509" y="104590"/>
                  </a:lnTo>
                  <a:lnTo>
                    <a:pt x="3565097" y="107429"/>
                  </a:lnTo>
                  <a:lnTo>
                    <a:pt x="3571918" y="108812"/>
                  </a:lnTo>
                  <a:lnTo>
                    <a:pt x="3576372" y="106595"/>
                  </a:lnTo>
                  <a:lnTo>
                    <a:pt x="3583939" y="100313"/>
                  </a:lnTo>
                  <a:lnTo>
                    <a:pt x="3586225" y="97445"/>
                  </a:lnTo>
                  <a:lnTo>
                    <a:pt x="3585790" y="91189"/>
                  </a:lnTo>
                  <a:lnTo>
                    <a:pt x="3589736" y="84226"/>
                  </a:lnTo>
                  <a:lnTo>
                    <a:pt x="3596478" y="80806"/>
                  </a:lnTo>
                  <a:lnTo>
                    <a:pt x="3604834" y="79008"/>
                  </a:lnTo>
                  <a:lnTo>
                    <a:pt x="3609987" y="77468"/>
                  </a:lnTo>
                  <a:lnTo>
                    <a:pt x="3616793" y="76048"/>
                  </a:lnTo>
                  <a:lnTo>
                    <a:pt x="3620107" y="77491"/>
                  </a:lnTo>
                  <a:lnTo>
                    <a:pt x="3621763" y="78602"/>
                  </a:lnTo>
                  <a:lnTo>
                    <a:pt x="3624325" y="79880"/>
                  </a:lnTo>
                  <a:lnTo>
                    <a:pt x="3627345" y="83747"/>
                  </a:lnTo>
                  <a:lnTo>
                    <a:pt x="3632064" y="92603"/>
                  </a:lnTo>
                  <a:lnTo>
                    <a:pt x="3635539" y="95789"/>
                  </a:lnTo>
                  <a:lnTo>
                    <a:pt x="3638636" y="96054"/>
                  </a:lnTo>
                  <a:lnTo>
                    <a:pt x="3641263" y="96528"/>
                  </a:lnTo>
                  <a:lnTo>
                    <a:pt x="3644076" y="98533"/>
                  </a:lnTo>
                  <a:lnTo>
                    <a:pt x="3648086" y="104749"/>
                  </a:lnTo>
                  <a:lnTo>
                    <a:pt x="3645699" y="110269"/>
                  </a:lnTo>
                  <a:lnTo>
                    <a:pt x="3643624" y="112335"/>
                  </a:lnTo>
                  <a:lnTo>
                    <a:pt x="3634947" y="114715"/>
                  </a:lnTo>
                  <a:lnTo>
                    <a:pt x="3631112" y="116600"/>
                  </a:lnTo>
                  <a:lnTo>
                    <a:pt x="3627798" y="117772"/>
                  </a:lnTo>
                  <a:lnTo>
                    <a:pt x="3626826" y="122374"/>
                  </a:lnTo>
                  <a:lnTo>
                    <a:pt x="3628234" y="124547"/>
                  </a:lnTo>
                  <a:lnTo>
                    <a:pt x="3631843" y="123497"/>
                  </a:lnTo>
                  <a:lnTo>
                    <a:pt x="3636025" y="122971"/>
                  </a:lnTo>
                  <a:lnTo>
                    <a:pt x="3639330" y="122045"/>
                  </a:lnTo>
                  <a:lnTo>
                    <a:pt x="3642367" y="120605"/>
                  </a:lnTo>
                  <a:lnTo>
                    <a:pt x="3644987" y="118545"/>
                  </a:lnTo>
                  <a:lnTo>
                    <a:pt x="3651170" y="117477"/>
                  </a:lnTo>
                  <a:lnTo>
                    <a:pt x="3655234" y="115729"/>
                  </a:lnTo>
                  <a:lnTo>
                    <a:pt x="3658868" y="114698"/>
                  </a:lnTo>
                  <a:lnTo>
                    <a:pt x="3661390" y="112903"/>
                  </a:lnTo>
                  <a:lnTo>
                    <a:pt x="3663983" y="113149"/>
                  </a:lnTo>
                  <a:lnTo>
                    <a:pt x="3666554" y="114889"/>
                  </a:lnTo>
                  <a:lnTo>
                    <a:pt x="3668601" y="114739"/>
                  </a:lnTo>
                  <a:lnTo>
                    <a:pt x="3674115" y="115307"/>
                  </a:lnTo>
                  <a:lnTo>
                    <a:pt x="3676673" y="114032"/>
                  </a:lnTo>
                  <a:lnTo>
                    <a:pt x="3678976" y="113945"/>
                  </a:lnTo>
                  <a:lnTo>
                    <a:pt x="3681286" y="114909"/>
                  </a:lnTo>
                  <a:lnTo>
                    <a:pt x="3683669" y="116265"/>
                  </a:lnTo>
                  <a:lnTo>
                    <a:pt x="3686074" y="116583"/>
                  </a:lnTo>
                  <a:lnTo>
                    <a:pt x="3689169" y="115789"/>
                  </a:lnTo>
                  <a:lnTo>
                    <a:pt x="3693532" y="113602"/>
                  </a:lnTo>
                  <a:lnTo>
                    <a:pt x="3699082" y="111259"/>
                  </a:lnTo>
                  <a:lnTo>
                    <a:pt x="3704256" y="110511"/>
                  </a:lnTo>
                  <a:lnTo>
                    <a:pt x="3705514" y="110523"/>
                  </a:lnTo>
                  <a:lnTo>
                    <a:pt x="3706570" y="111031"/>
                  </a:lnTo>
                  <a:lnTo>
                    <a:pt x="3701374" y="113752"/>
                  </a:lnTo>
                  <a:lnTo>
                    <a:pt x="3693068" y="117396"/>
                  </a:lnTo>
                  <a:lnTo>
                    <a:pt x="3688639" y="120957"/>
                  </a:lnTo>
                  <a:lnTo>
                    <a:pt x="3691246" y="122464"/>
                  </a:lnTo>
                  <a:lnTo>
                    <a:pt x="3706886" y="118484"/>
                  </a:lnTo>
                  <a:lnTo>
                    <a:pt x="3714022" y="115521"/>
                  </a:lnTo>
                  <a:lnTo>
                    <a:pt x="3720302" y="114190"/>
                  </a:lnTo>
                  <a:lnTo>
                    <a:pt x="3721851" y="113195"/>
                  </a:lnTo>
                  <a:lnTo>
                    <a:pt x="3727033" y="108607"/>
                  </a:lnTo>
                  <a:lnTo>
                    <a:pt x="3728880" y="107357"/>
                  </a:lnTo>
                  <a:lnTo>
                    <a:pt x="3734436" y="105744"/>
                  </a:lnTo>
                  <a:lnTo>
                    <a:pt x="3741700" y="103978"/>
                  </a:lnTo>
                  <a:lnTo>
                    <a:pt x="3747190" y="101961"/>
                  </a:lnTo>
                  <a:lnTo>
                    <a:pt x="3750926" y="99930"/>
                  </a:lnTo>
                  <a:lnTo>
                    <a:pt x="3753725" y="99713"/>
                  </a:lnTo>
                  <a:lnTo>
                    <a:pt x="3755876" y="101234"/>
                  </a:lnTo>
                  <a:lnTo>
                    <a:pt x="3758682" y="102887"/>
                  </a:lnTo>
                  <a:lnTo>
                    <a:pt x="3761442" y="102483"/>
                  </a:lnTo>
                  <a:lnTo>
                    <a:pt x="3764818" y="100905"/>
                  </a:lnTo>
                  <a:lnTo>
                    <a:pt x="3767177" y="97202"/>
                  </a:lnTo>
                  <a:lnTo>
                    <a:pt x="3768555" y="94502"/>
                  </a:lnTo>
                  <a:lnTo>
                    <a:pt x="3771085" y="93584"/>
                  </a:lnTo>
                  <a:lnTo>
                    <a:pt x="3774326" y="92730"/>
                  </a:lnTo>
                  <a:lnTo>
                    <a:pt x="3776936" y="93647"/>
                  </a:lnTo>
                  <a:lnTo>
                    <a:pt x="3781213" y="95624"/>
                  </a:lnTo>
                  <a:lnTo>
                    <a:pt x="3784187" y="96663"/>
                  </a:lnTo>
                  <a:lnTo>
                    <a:pt x="3786764" y="104399"/>
                  </a:lnTo>
                  <a:lnTo>
                    <a:pt x="3792833" y="111204"/>
                  </a:lnTo>
                  <a:lnTo>
                    <a:pt x="3795002" y="113019"/>
                  </a:lnTo>
                  <a:lnTo>
                    <a:pt x="3800269" y="112335"/>
                  </a:lnTo>
                  <a:lnTo>
                    <a:pt x="3805977" y="115030"/>
                  </a:lnTo>
                  <a:lnTo>
                    <a:pt x="3808411" y="114675"/>
                  </a:lnTo>
                  <a:lnTo>
                    <a:pt x="3810738" y="113885"/>
                  </a:lnTo>
                  <a:lnTo>
                    <a:pt x="3812786" y="114413"/>
                  </a:lnTo>
                  <a:lnTo>
                    <a:pt x="3815927" y="112739"/>
                  </a:lnTo>
                  <a:lnTo>
                    <a:pt x="3819173" y="104209"/>
                  </a:lnTo>
                  <a:lnTo>
                    <a:pt x="3822150" y="95806"/>
                  </a:lnTo>
                  <a:lnTo>
                    <a:pt x="3825044" y="92150"/>
                  </a:lnTo>
                  <a:lnTo>
                    <a:pt x="3826830" y="90574"/>
                  </a:lnTo>
                  <a:lnTo>
                    <a:pt x="3829052" y="89893"/>
                  </a:lnTo>
                  <a:lnTo>
                    <a:pt x="3832482" y="88124"/>
                  </a:lnTo>
                  <a:lnTo>
                    <a:pt x="3837088" y="87616"/>
                  </a:lnTo>
                  <a:lnTo>
                    <a:pt x="3840546" y="88329"/>
                  </a:lnTo>
                  <a:lnTo>
                    <a:pt x="3847936" y="88929"/>
                  </a:lnTo>
                  <a:lnTo>
                    <a:pt x="3853975" y="86849"/>
                  </a:lnTo>
                  <a:lnTo>
                    <a:pt x="3860812" y="87221"/>
                  </a:lnTo>
                  <a:lnTo>
                    <a:pt x="3864192" y="84763"/>
                  </a:lnTo>
                  <a:lnTo>
                    <a:pt x="3867848" y="84367"/>
                  </a:lnTo>
                  <a:lnTo>
                    <a:pt x="3872762" y="86500"/>
                  </a:lnTo>
                  <a:lnTo>
                    <a:pt x="3874178" y="87997"/>
                  </a:lnTo>
                  <a:lnTo>
                    <a:pt x="3876910" y="90147"/>
                  </a:lnTo>
                  <a:lnTo>
                    <a:pt x="3877563" y="92234"/>
                  </a:lnTo>
                  <a:lnTo>
                    <a:pt x="3878274" y="96048"/>
                  </a:lnTo>
                  <a:lnTo>
                    <a:pt x="3879615" y="96141"/>
                  </a:lnTo>
                  <a:lnTo>
                    <a:pt x="3884201" y="92401"/>
                  </a:lnTo>
                  <a:lnTo>
                    <a:pt x="3886691" y="91717"/>
                  </a:lnTo>
                  <a:lnTo>
                    <a:pt x="3891385" y="85718"/>
                  </a:lnTo>
                  <a:lnTo>
                    <a:pt x="3893888" y="87282"/>
                  </a:lnTo>
                  <a:lnTo>
                    <a:pt x="3899498" y="89844"/>
                  </a:lnTo>
                  <a:lnTo>
                    <a:pt x="3901775" y="90595"/>
                  </a:lnTo>
                  <a:lnTo>
                    <a:pt x="3906210" y="94932"/>
                  </a:lnTo>
                  <a:lnTo>
                    <a:pt x="3908509" y="94008"/>
                  </a:lnTo>
                  <a:lnTo>
                    <a:pt x="3910354" y="91997"/>
                  </a:lnTo>
                  <a:lnTo>
                    <a:pt x="3915871" y="92199"/>
                  </a:lnTo>
                  <a:lnTo>
                    <a:pt x="3921024" y="93971"/>
                  </a:lnTo>
                  <a:lnTo>
                    <a:pt x="3923146" y="95463"/>
                  </a:lnTo>
                  <a:lnTo>
                    <a:pt x="3925789" y="98034"/>
                  </a:lnTo>
                  <a:lnTo>
                    <a:pt x="3927406" y="98640"/>
                  </a:lnTo>
                  <a:lnTo>
                    <a:pt x="3928707" y="97930"/>
                  </a:lnTo>
                  <a:lnTo>
                    <a:pt x="3939383" y="98923"/>
                  </a:lnTo>
                  <a:lnTo>
                    <a:pt x="3943968" y="100801"/>
                  </a:lnTo>
                  <a:lnTo>
                    <a:pt x="3947509" y="103092"/>
                  </a:lnTo>
                  <a:lnTo>
                    <a:pt x="3959866" y="104180"/>
                  </a:lnTo>
                  <a:lnTo>
                    <a:pt x="3964610" y="106541"/>
                  </a:lnTo>
                  <a:lnTo>
                    <a:pt x="3967463" y="105424"/>
                  </a:lnTo>
                  <a:lnTo>
                    <a:pt x="3973086" y="105799"/>
                  </a:lnTo>
                  <a:lnTo>
                    <a:pt x="3975383" y="107776"/>
                  </a:lnTo>
                  <a:lnTo>
                    <a:pt x="3977452" y="109983"/>
                  </a:lnTo>
                  <a:lnTo>
                    <a:pt x="3981905" y="111888"/>
                  </a:lnTo>
                  <a:lnTo>
                    <a:pt x="3984383" y="111513"/>
                  </a:lnTo>
                  <a:lnTo>
                    <a:pt x="3987846" y="109992"/>
                  </a:lnTo>
                  <a:lnTo>
                    <a:pt x="3991292" y="107868"/>
                  </a:lnTo>
                  <a:lnTo>
                    <a:pt x="3994774" y="107868"/>
                  </a:lnTo>
                  <a:lnTo>
                    <a:pt x="3996406" y="109695"/>
                  </a:lnTo>
                  <a:lnTo>
                    <a:pt x="3997004" y="114190"/>
                  </a:lnTo>
                  <a:lnTo>
                    <a:pt x="3999553" y="114101"/>
                  </a:lnTo>
                  <a:lnTo>
                    <a:pt x="4002393" y="112041"/>
                  </a:lnTo>
                  <a:lnTo>
                    <a:pt x="4004895" y="112560"/>
                  </a:lnTo>
                  <a:lnTo>
                    <a:pt x="4005766" y="115688"/>
                  </a:lnTo>
                  <a:lnTo>
                    <a:pt x="4004460" y="119858"/>
                  </a:lnTo>
                  <a:lnTo>
                    <a:pt x="4001305" y="125655"/>
                  </a:lnTo>
                  <a:lnTo>
                    <a:pt x="3999997" y="130543"/>
                  </a:lnTo>
                  <a:lnTo>
                    <a:pt x="3997385" y="134973"/>
                  </a:lnTo>
                  <a:lnTo>
                    <a:pt x="3997821" y="137056"/>
                  </a:lnTo>
                  <a:lnTo>
                    <a:pt x="4000434" y="138098"/>
                  </a:lnTo>
                  <a:lnTo>
                    <a:pt x="4003090" y="134979"/>
                  </a:lnTo>
                  <a:lnTo>
                    <a:pt x="4008949" y="132811"/>
                  </a:lnTo>
                  <a:lnTo>
                    <a:pt x="4012019" y="130007"/>
                  </a:lnTo>
                  <a:lnTo>
                    <a:pt x="4017307" y="128971"/>
                  </a:lnTo>
                  <a:lnTo>
                    <a:pt x="4022474" y="129955"/>
                  </a:lnTo>
                  <a:lnTo>
                    <a:pt x="4026191" y="133697"/>
                  </a:lnTo>
                  <a:lnTo>
                    <a:pt x="4032995" y="140014"/>
                  </a:lnTo>
                  <a:lnTo>
                    <a:pt x="4033299" y="142271"/>
                  </a:lnTo>
                  <a:lnTo>
                    <a:pt x="4033844" y="144614"/>
                  </a:lnTo>
                  <a:lnTo>
                    <a:pt x="4033617" y="146709"/>
                  </a:lnTo>
                  <a:lnTo>
                    <a:pt x="4032623" y="149144"/>
                  </a:lnTo>
                  <a:lnTo>
                    <a:pt x="4036276" y="151952"/>
                  </a:lnTo>
                  <a:lnTo>
                    <a:pt x="4039486" y="152414"/>
                  </a:lnTo>
                  <a:lnTo>
                    <a:pt x="4042136" y="152143"/>
                  </a:lnTo>
                  <a:lnTo>
                    <a:pt x="4053090" y="154858"/>
                  </a:lnTo>
                  <a:lnTo>
                    <a:pt x="4058326" y="153799"/>
                  </a:lnTo>
                  <a:lnTo>
                    <a:pt x="4063041" y="153805"/>
                  </a:lnTo>
                  <a:lnTo>
                    <a:pt x="4068646" y="153403"/>
                  </a:lnTo>
                  <a:lnTo>
                    <a:pt x="4072948" y="153467"/>
                  </a:lnTo>
                  <a:lnTo>
                    <a:pt x="4076362" y="153935"/>
                  </a:lnTo>
                  <a:lnTo>
                    <a:pt x="4080432" y="152965"/>
                  </a:lnTo>
                  <a:lnTo>
                    <a:pt x="4083689" y="151652"/>
                  </a:lnTo>
                  <a:lnTo>
                    <a:pt x="4085322" y="152434"/>
                  </a:lnTo>
                  <a:lnTo>
                    <a:pt x="4085974" y="159469"/>
                  </a:lnTo>
                  <a:lnTo>
                    <a:pt x="4086193" y="163639"/>
                  </a:lnTo>
                  <a:lnTo>
                    <a:pt x="4088043" y="165203"/>
                  </a:lnTo>
                  <a:lnTo>
                    <a:pt x="4090002" y="163639"/>
                  </a:lnTo>
                  <a:lnTo>
                    <a:pt x="4091416" y="161555"/>
                  </a:lnTo>
                  <a:lnTo>
                    <a:pt x="4100092" y="162499"/>
                  </a:lnTo>
                  <a:lnTo>
                    <a:pt x="4103551" y="162617"/>
                  </a:lnTo>
                  <a:lnTo>
                    <a:pt x="4106866" y="163743"/>
                  </a:lnTo>
                  <a:lnTo>
                    <a:pt x="4110169" y="166377"/>
                  </a:lnTo>
                  <a:lnTo>
                    <a:pt x="4113354" y="165229"/>
                  </a:lnTo>
                  <a:lnTo>
                    <a:pt x="4115276" y="163645"/>
                  </a:lnTo>
                  <a:lnTo>
                    <a:pt x="4117862" y="162597"/>
                  </a:lnTo>
                  <a:lnTo>
                    <a:pt x="4118624" y="159989"/>
                  </a:lnTo>
                  <a:lnTo>
                    <a:pt x="4118937" y="155637"/>
                  </a:lnTo>
                  <a:lnTo>
                    <a:pt x="4118842" y="151389"/>
                  </a:lnTo>
                  <a:lnTo>
                    <a:pt x="4120364" y="150607"/>
                  </a:lnTo>
                  <a:lnTo>
                    <a:pt x="4121888" y="151389"/>
                  </a:lnTo>
                  <a:lnTo>
                    <a:pt x="4123963" y="153406"/>
                  </a:lnTo>
                  <a:lnTo>
                    <a:pt x="4128611" y="159801"/>
                  </a:lnTo>
                  <a:lnTo>
                    <a:pt x="4132185" y="163939"/>
                  </a:lnTo>
                  <a:lnTo>
                    <a:pt x="4133684" y="165919"/>
                  </a:lnTo>
                  <a:lnTo>
                    <a:pt x="4135862" y="167494"/>
                  </a:lnTo>
                  <a:lnTo>
                    <a:pt x="4140259" y="171329"/>
                  </a:lnTo>
                  <a:lnTo>
                    <a:pt x="4146313" y="172908"/>
                  </a:lnTo>
                  <a:lnTo>
                    <a:pt x="4152209" y="176015"/>
                  </a:lnTo>
                  <a:lnTo>
                    <a:pt x="4159091" y="175816"/>
                  </a:lnTo>
                  <a:lnTo>
                    <a:pt x="4164458" y="179729"/>
                  </a:lnTo>
                  <a:lnTo>
                    <a:pt x="4168091" y="176656"/>
                  </a:lnTo>
                  <a:lnTo>
                    <a:pt x="4170025" y="175949"/>
                  </a:lnTo>
                  <a:lnTo>
                    <a:pt x="4172805" y="176780"/>
                  </a:lnTo>
                  <a:lnTo>
                    <a:pt x="4176196" y="179455"/>
                  </a:lnTo>
                  <a:lnTo>
                    <a:pt x="4178844" y="180067"/>
                  </a:lnTo>
                  <a:lnTo>
                    <a:pt x="4187965" y="184447"/>
                  </a:lnTo>
                  <a:lnTo>
                    <a:pt x="4192872" y="186029"/>
                  </a:lnTo>
                  <a:lnTo>
                    <a:pt x="4194686" y="189240"/>
                  </a:lnTo>
                  <a:lnTo>
                    <a:pt x="4197090" y="192305"/>
                  </a:lnTo>
                  <a:lnTo>
                    <a:pt x="4197090" y="195433"/>
                  </a:lnTo>
                  <a:lnTo>
                    <a:pt x="4198125" y="199415"/>
                  </a:lnTo>
                  <a:lnTo>
                    <a:pt x="4203581" y="202537"/>
                  </a:lnTo>
                  <a:lnTo>
                    <a:pt x="4205740" y="205536"/>
                  </a:lnTo>
                  <a:lnTo>
                    <a:pt x="4208334" y="209529"/>
                  </a:lnTo>
                  <a:lnTo>
                    <a:pt x="4213116" y="224587"/>
                  </a:lnTo>
                  <a:lnTo>
                    <a:pt x="4215591" y="227227"/>
                  </a:lnTo>
                  <a:lnTo>
                    <a:pt x="4219182" y="226967"/>
                  </a:lnTo>
                  <a:lnTo>
                    <a:pt x="4222555" y="230875"/>
                  </a:lnTo>
                  <a:lnTo>
                    <a:pt x="4223645" y="230352"/>
                  </a:lnTo>
                  <a:lnTo>
                    <a:pt x="4223753" y="228791"/>
                  </a:lnTo>
                  <a:lnTo>
                    <a:pt x="4220707" y="218625"/>
                  </a:lnTo>
                  <a:lnTo>
                    <a:pt x="4220488" y="213154"/>
                  </a:lnTo>
                  <a:lnTo>
                    <a:pt x="4222883" y="210026"/>
                  </a:lnTo>
                  <a:lnTo>
                    <a:pt x="4228544" y="209157"/>
                  </a:lnTo>
                  <a:lnTo>
                    <a:pt x="4232884" y="214972"/>
                  </a:lnTo>
                  <a:lnTo>
                    <a:pt x="4236860" y="218504"/>
                  </a:lnTo>
                  <a:lnTo>
                    <a:pt x="4239548" y="219136"/>
                  </a:lnTo>
                  <a:lnTo>
                    <a:pt x="4244878" y="218966"/>
                  </a:lnTo>
                  <a:lnTo>
                    <a:pt x="4249873" y="215240"/>
                  </a:lnTo>
                  <a:lnTo>
                    <a:pt x="4253732" y="216602"/>
                  </a:lnTo>
                  <a:lnTo>
                    <a:pt x="4259821" y="217023"/>
                  </a:lnTo>
                  <a:lnTo>
                    <a:pt x="4267774" y="219225"/>
                  </a:lnTo>
                  <a:lnTo>
                    <a:pt x="4271206" y="218856"/>
                  </a:lnTo>
                  <a:lnTo>
                    <a:pt x="4277313" y="219785"/>
                  </a:lnTo>
                  <a:lnTo>
                    <a:pt x="4284740" y="222948"/>
                  </a:lnTo>
                  <a:lnTo>
                    <a:pt x="4288943" y="224099"/>
                  </a:lnTo>
                  <a:lnTo>
                    <a:pt x="4289814" y="225403"/>
                  </a:lnTo>
                  <a:lnTo>
                    <a:pt x="4291774" y="227487"/>
                  </a:lnTo>
                  <a:lnTo>
                    <a:pt x="4292752" y="230092"/>
                  </a:lnTo>
                  <a:lnTo>
                    <a:pt x="4293841" y="232439"/>
                  </a:lnTo>
                  <a:lnTo>
                    <a:pt x="4296387" y="235119"/>
                  </a:lnTo>
                  <a:lnTo>
                    <a:pt x="4298980" y="235538"/>
                  </a:lnTo>
                  <a:lnTo>
                    <a:pt x="4304102" y="237826"/>
                  </a:lnTo>
                  <a:lnTo>
                    <a:pt x="4314787" y="244815"/>
                  </a:lnTo>
                  <a:lnTo>
                    <a:pt x="4318651" y="246864"/>
                  </a:lnTo>
                  <a:lnTo>
                    <a:pt x="4320939" y="248336"/>
                  </a:lnTo>
                  <a:lnTo>
                    <a:pt x="4322027" y="246512"/>
                  </a:lnTo>
                  <a:lnTo>
                    <a:pt x="4322352" y="242824"/>
                  </a:lnTo>
                  <a:lnTo>
                    <a:pt x="4324313" y="242080"/>
                  </a:lnTo>
                  <a:lnTo>
                    <a:pt x="4326381" y="247554"/>
                  </a:lnTo>
                  <a:lnTo>
                    <a:pt x="4328557" y="251723"/>
                  </a:lnTo>
                  <a:lnTo>
                    <a:pt x="4329537" y="255371"/>
                  </a:lnTo>
                  <a:lnTo>
                    <a:pt x="4327270" y="258326"/>
                  </a:lnTo>
                  <a:lnTo>
                    <a:pt x="4323986" y="257717"/>
                  </a:lnTo>
                  <a:lnTo>
                    <a:pt x="4321700" y="257717"/>
                  </a:lnTo>
                  <a:lnTo>
                    <a:pt x="4319307" y="262669"/>
                  </a:lnTo>
                  <a:lnTo>
                    <a:pt x="4318362" y="271158"/>
                  </a:lnTo>
                  <a:lnTo>
                    <a:pt x="4320505" y="271008"/>
                  </a:lnTo>
                  <a:lnTo>
                    <a:pt x="4322137" y="270226"/>
                  </a:lnTo>
                  <a:lnTo>
                    <a:pt x="4322463" y="273354"/>
                  </a:lnTo>
                  <a:lnTo>
                    <a:pt x="4321483" y="275960"/>
                  </a:lnTo>
                  <a:lnTo>
                    <a:pt x="4319525" y="277002"/>
                  </a:lnTo>
                  <a:lnTo>
                    <a:pt x="4316158" y="275028"/>
                  </a:lnTo>
                  <a:lnTo>
                    <a:pt x="4312030" y="273640"/>
                  </a:lnTo>
                  <a:lnTo>
                    <a:pt x="4307489" y="273106"/>
                  </a:lnTo>
                  <a:lnTo>
                    <a:pt x="4303127" y="270616"/>
                  </a:lnTo>
                  <a:lnTo>
                    <a:pt x="4301366" y="270457"/>
                  </a:lnTo>
                  <a:lnTo>
                    <a:pt x="4299543" y="270584"/>
                  </a:lnTo>
                  <a:lnTo>
                    <a:pt x="4301928" y="273221"/>
                  </a:lnTo>
                  <a:lnTo>
                    <a:pt x="4304375" y="275579"/>
                  </a:lnTo>
                  <a:lnTo>
                    <a:pt x="4309922" y="277613"/>
                  </a:lnTo>
                  <a:lnTo>
                    <a:pt x="4316821" y="280791"/>
                  </a:lnTo>
                  <a:lnTo>
                    <a:pt x="4317021" y="282735"/>
                  </a:lnTo>
                  <a:lnTo>
                    <a:pt x="4315383" y="285168"/>
                  </a:lnTo>
                  <a:lnTo>
                    <a:pt x="4313321" y="290293"/>
                  </a:lnTo>
                  <a:lnTo>
                    <a:pt x="4307008" y="294725"/>
                  </a:lnTo>
                  <a:lnTo>
                    <a:pt x="4303338" y="291499"/>
                  </a:lnTo>
                  <a:lnTo>
                    <a:pt x="4298962" y="290752"/>
                  </a:lnTo>
                  <a:lnTo>
                    <a:pt x="4296780" y="292639"/>
                  </a:lnTo>
                  <a:lnTo>
                    <a:pt x="4292443" y="292422"/>
                  </a:lnTo>
                  <a:lnTo>
                    <a:pt x="4283837" y="293155"/>
                  </a:lnTo>
                  <a:lnTo>
                    <a:pt x="4280470" y="289136"/>
                  </a:lnTo>
                  <a:lnTo>
                    <a:pt x="4275165" y="286914"/>
                  </a:lnTo>
                  <a:lnTo>
                    <a:pt x="4275339" y="288729"/>
                  </a:lnTo>
                  <a:lnTo>
                    <a:pt x="4279868" y="295432"/>
                  </a:lnTo>
                  <a:lnTo>
                    <a:pt x="4284700" y="296953"/>
                  </a:lnTo>
                  <a:lnTo>
                    <a:pt x="4289515" y="298756"/>
                  </a:lnTo>
                  <a:lnTo>
                    <a:pt x="4290666" y="300453"/>
                  </a:lnTo>
                  <a:lnTo>
                    <a:pt x="4288508" y="302020"/>
                  </a:lnTo>
                  <a:lnTo>
                    <a:pt x="4285575" y="301807"/>
                  </a:lnTo>
                  <a:lnTo>
                    <a:pt x="4281868" y="304888"/>
                  </a:lnTo>
                  <a:lnTo>
                    <a:pt x="4274868" y="304375"/>
                  </a:lnTo>
                  <a:lnTo>
                    <a:pt x="4271543" y="304577"/>
                  </a:lnTo>
                  <a:lnTo>
                    <a:pt x="4269590" y="305844"/>
                  </a:lnTo>
                  <a:lnTo>
                    <a:pt x="4267851" y="306317"/>
                  </a:lnTo>
                  <a:lnTo>
                    <a:pt x="4269214" y="307443"/>
                  </a:lnTo>
                  <a:lnTo>
                    <a:pt x="4270885" y="310527"/>
                  </a:lnTo>
                  <a:lnTo>
                    <a:pt x="4268507" y="313118"/>
                  </a:lnTo>
                  <a:lnTo>
                    <a:pt x="4266290" y="314414"/>
                  </a:lnTo>
                  <a:lnTo>
                    <a:pt x="4264010" y="313805"/>
                  </a:lnTo>
                  <a:lnTo>
                    <a:pt x="4261518" y="314789"/>
                  </a:lnTo>
                  <a:lnTo>
                    <a:pt x="4260320" y="311924"/>
                  </a:lnTo>
                  <a:lnTo>
                    <a:pt x="4260254" y="305682"/>
                  </a:lnTo>
                  <a:lnTo>
                    <a:pt x="4258835" y="300110"/>
                  </a:lnTo>
                  <a:lnTo>
                    <a:pt x="4257297" y="299870"/>
                  </a:lnTo>
                  <a:lnTo>
                    <a:pt x="4254929" y="300528"/>
                  </a:lnTo>
                  <a:lnTo>
                    <a:pt x="4254147" y="305315"/>
                  </a:lnTo>
                  <a:lnTo>
                    <a:pt x="4255851" y="313557"/>
                  </a:lnTo>
                  <a:lnTo>
                    <a:pt x="4256989" y="316163"/>
                  </a:lnTo>
                  <a:lnTo>
                    <a:pt x="4256076" y="318440"/>
                  </a:lnTo>
                  <a:lnTo>
                    <a:pt x="4254469" y="319195"/>
                  </a:lnTo>
                  <a:lnTo>
                    <a:pt x="4257696" y="326139"/>
                  </a:lnTo>
                  <a:lnTo>
                    <a:pt x="4260483" y="330946"/>
                  </a:lnTo>
                  <a:lnTo>
                    <a:pt x="4262170" y="332513"/>
                  </a:lnTo>
                  <a:lnTo>
                    <a:pt x="4262279" y="334859"/>
                  </a:lnTo>
                  <a:lnTo>
                    <a:pt x="4260974" y="335898"/>
                  </a:lnTo>
                  <a:lnTo>
                    <a:pt x="4257251" y="334980"/>
                  </a:lnTo>
                  <a:lnTo>
                    <a:pt x="4255423" y="335442"/>
                  </a:lnTo>
                  <a:lnTo>
                    <a:pt x="4253399" y="335147"/>
                  </a:lnTo>
                  <a:lnTo>
                    <a:pt x="4249965" y="334114"/>
                  </a:lnTo>
                  <a:lnTo>
                    <a:pt x="4247044" y="333814"/>
                  </a:lnTo>
                  <a:lnTo>
                    <a:pt x="4244105" y="335119"/>
                  </a:lnTo>
                  <a:lnTo>
                    <a:pt x="4241630" y="335012"/>
                  </a:lnTo>
                  <a:lnTo>
                    <a:pt x="4239425" y="330686"/>
                  </a:lnTo>
                  <a:lnTo>
                    <a:pt x="4237467" y="329644"/>
                  </a:lnTo>
                  <a:lnTo>
                    <a:pt x="4235834" y="330949"/>
                  </a:lnTo>
                  <a:lnTo>
                    <a:pt x="4234623" y="336140"/>
                  </a:lnTo>
                  <a:lnTo>
                    <a:pt x="4232079" y="337739"/>
                  </a:lnTo>
                  <a:lnTo>
                    <a:pt x="4229498" y="340105"/>
                  </a:lnTo>
                  <a:lnTo>
                    <a:pt x="4227672" y="342676"/>
                  </a:lnTo>
                  <a:lnTo>
                    <a:pt x="4226802" y="352839"/>
                  </a:lnTo>
                  <a:lnTo>
                    <a:pt x="4225277" y="354923"/>
                  </a:lnTo>
                  <a:lnTo>
                    <a:pt x="4223001" y="354833"/>
                  </a:lnTo>
                  <a:lnTo>
                    <a:pt x="4221301" y="355633"/>
                  </a:lnTo>
                  <a:lnTo>
                    <a:pt x="4219111" y="354813"/>
                  </a:lnTo>
                  <a:lnTo>
                    <a:pt x="4216264" y="354337"/>
                  </a:lnTo>
                  <a:lnTo>
                    <a:pt x="4206776" y="357791"/>
                  </a:lnTo>
                  <a:lnTo>
                    <a:pt x="4208284" y="359600"/>
                  </a:lnTo>
                  <a:lnTo>
                    <a:pt x="4210683" y="359312"/>
                  </a:lnTo>
                  <a:lnTo>
                    <a:pt x="4219027" y="359846"/>
                  </a:lnTo>
                  <a:lnTo>
                    <a:pt x="4222558" y="361698"/>
                  </a:lnTo>
                  <a:lnTo>
                    <a:pt x="4223167" y="366272"/>
                  </a:lnTo>
                  <a:lnTo>
                    <a:pt x="4224560" y="368188"/>
                  </a:lnTo>
                  <a:lnTo>
                    <a:pt x="4227345" y="370300"/>
                  </a:lnTo>
                  <a:lnTo>
                    <a:pt x="4229522" y="371342"/>
                  </a:lnTo>
                  <a:lnTo>
                    <a:pt x="4230283" y="372906"/>
                  </a:lnTo>
                  <a:lnTo>
                    <a:pt x="4229412" y="376031"/>
                  </a:lnTo>
                  <a:lnTo>
                    <a:pt x="4228217" y="378900"/>
                  </a:lnTo>
                  <a:lnTo>
                    <a:pt x="4225604" y="382028"/>
                  </a:lnTo>
                  <a:lnTo>
                    <a:pt x="4226366" y="383589"/>
                  </a:lnTo>
                  <a:lnTo>
                    <a:pt x="4229195" y="384111"/>
                  </a:lnTo>
                  <a:lnTo>
                    <a:pt x="4230393" y="391149"/>
                  </a:lnTo>
                  <a:lnTo>
                    <a:pt x="4228542" y="394274"/>
                  </a:lnTo>
                  <a:lnTo>
                    <a:pt x="4229413" y="396880"/>
                  </a:lnTo>
                  <a:lnTo>
                    <a:pt x="4229630" y="399486"/>
                  </a:lnTo>
                  <a:lnTo>
                    <a:pt x="4227739" y="401939"/>
                  </a:lnTo>
                  <a:lnTo>
                    <a:pt x="4226257" y="403136"/>
                  </a:lnTo>
                  <a:lnTo>
                    <a:pt x="4225774" y="405690"/>
                  </a:lnTo>
                  <a:lnTo>
                    <a:pt x="4228597" y="407199"/>
                  </a:lnTo>
                  <a:lnTo>
                    <a:pt x="4230709" y="407696"/>
                  </a:lnTo>
                  <a:lnTo>
                    <a:pt x="4233630" y="407955"/>
                  </a:lnTo>
                  <a:lnTo>
                    <a:pt x="4235641" y="410737"/>
                  </a:lnTo>
                  <a:lnTo>
                    <a:pt x="4238215" y="414959"/>
                  </a:lnTo>
                  <a:lnTo>
                    <a:pt x="4240055" y="418459"/>
                  </a:lnTo>
                  <a:lnTo>
                    <a:pt x="4240197" y="424207"/>
                  </a:lnTo>
                  <a:lnTo>
                    <a:pt x="4242012" y="427682"/>
                  </a:lnTo>
                  <a:lnTo>
                    <a:pt x="4245455" y="429889"/>
                  </a:lnTo>
                  <a:lnTo>
                    <a:pt x="4245347" y="432206"/>
                  </a:lnTo>
                  <a:lnTo>
                    <a:pt x="4247760" y="432916"/>
                  </a:lnTo>
                  <a:lnTo>
                    <a:pt x="4250091" y="433106"/>
                  </a:lnTo>
                  <a:lnTo>
                    <a:pt x="4250962" y="435190"/>
                  </a:lnTo>
                  <a:lnTo>
                    <a:pt x="4250199" y="437796"/>
                  </a:lnTo>
                  <a:lnTo>
                    <a:pt x="4246227" y="440886"/>
                  </a:lnTo>
                  <a:lnTo>
                    <a:pt x="4244621" y="443163"/>
                  </a:lnTo>
                  <a:lnTo>
                    <a:pt x="4248566" y="443529"/>
                  </a:lnTo>
                  <a:lnTo>
                    <a:pt x="4252648" y="445876"/>
                  </a:lnTo>
                  <a:lnTo>
                    <a:pt x="4257861" y="443229"/>
                  </a:lnTo>
                  <a:lnTo>
                    <a:pt x="4260618" y="440350"/>
                  </a:lnTo>
                  <a:lnTo>
                    <a:pt x="4262390" y="437796"/>
                  </a:lnTo>
                  <a:lnTo>
                    <a:pt x="4263703" y="438428"/>
                  </a:lnTo>
                  <a:lnTo>
                    <a:pt x="4263828" y="441094"/>
                  </a:lnTo>
                  <a:lnTo>
                    <a:pt x="4265418" y="445581"/>
                  </a:lnTo>
                  <a:lnTo>
                    <a:pt x="4272151" y="449895"/>
                  </a:lnTo>
                  <a:lnTo>
                    <a:pt x="4275874" y="451246"/>
                  </a:lnTo>
                  <a:lnTo>
                    <a:pt x="4279463" y="451961"/>
                  </a:lnTo>
                  <a:lnTo>
                    <a:pt x="4282632" y="451869"/>
                  </a:lnTo>
                  <a:lnTo>
                    <a:pt x="4283524" y="454460"/>
                  </a:lnTo>
                  <a:lnTo>
                    <a:pt x="4282521" y="456821"/>
                  </a:lnTo>
                  <a:lnTo>
                    <a:pt x="4280066" y="456639"/>
                  </a:lnTo>
                  <a:lnTo>
                    <a:pt x="4276050" y="457083"/>
                  </a:lnTo>
                  <a:lnTo>
                    <a:pt x="4273112" y="455101"/>
                  </a:lnTo>
                  <a:lnTo>
                    <a:pt x="4271018" y="453425"/>
                  </a:lnTo>
                  <a:lnTo>
                    <a:pt x="4252730" y="454374"/>
                  </a:lnTo>
                  <a:lnTo>
                    <a:pt x="4248606" y="455167"/>
                  </a:lnTo>
                  <a:lnTo>
                    <a:pt x="4243685" y="457738"/>
                  </a:lnTo>
                  <a:lnTo>
                    <a:pt x="4238766" y="458965"/>
                  </a:lnTo>
                  <a:lnTo>
                    <a:pt x="4231263" y="461513"/>
                  </a:lnTo>
                  <a:lnTo>
                    <a:pt x="4228108" y="463077"/>
                  </a:lnTo>
                  <a:lnTo>
                    <a:pt x="4219903" y="457063"/>
                  </a:lnTo>
                  <a:lnTo>
                    <a:pt x="4217224" y="452651"/>
                  </a:lnTo>
                  <a:lnTo>
                    <a:pt x="4216136" y="452391"/>
                  </a:lnTo>
                  <a:lnTo>
                    <a:pt x="4214176" y="453433"/>
                  </a:lnTo>
                  <a:lnTo>
                    <a:pt x="4214069" y="456561"/>
                  </a:lnTo>
                  <a:lnTo>
                    <a:pt x="4217915" y="463362"/>
                  </a:lnTo>
                  <a:lnTo>
                    <a:pt x="4219618" y="465160"/>
                  </a:lnTo>
                  <a:lnTo>
                    <a:pt x="4219618" y="466984"/>
                  </a:lnTo>
                  <a:lnTo>
                    <a:pt x="4218542" y="467899"/>
                  </a:lnTo>
                  <a:lnTo>
                    <a:pt x="4216976" y="467870"/>
                  </a:lnTo>
                  <a:lnTo>
                    <a:pt x="4214616" y="466543"/>
                  </a:lnTo>
                  <a:lnTo>
                    <a:pt x="4210229" y="465469"/>
                  </a:lnTo>
                  <a:lnTo>
                    <a:pt x="4206317" y="467567"/>
                  </a:lnTo>
                  <a:lnTo>
                    <a:pt x="4201494" y="472051"/>
                  </a:lnTo>
                  <a:lnTo>
                    <a:pt x="4202539" y="475032"/>
                  </a:lnTo>
                  <a:lnTo>
                    <a:pt x="4203808" y="476703"/>
                  </a:lnTo>
                  <a:lnTo>
                    <a:pt x="4203510" y="478711"/>
                  </a:lnTo>
                  <a:lnTo>
                    <a:pt x="4198119" y="482480"/>
                  </a:lnTo>
                  <a:lnTo>
                    <a:pt x="4196376" y="482682"/>
                  </a:lnTo>
                  <a:lnTo>
                    <a:pt x="4195240" y="483404"/>
                  </a:lnTo>
                  <a:lnTo>
                    <a:pt x="4196569" y="484789"/>
                  </a:lnTo>
                  <a:lnTo>
                    <a:pt x="4199520" y="484878"/>
                  </a:lnTo>
                  <a:lnTo>
                    <a:pt x="4199811" y="486532"/>
                  </a:lnTo>
                  <a:lnTo>
                    <a:pt x="4198806" y="487865"/>
                  </a:lnTo>
                  <a:lnTo>
                    <a:pt x="4193957" y="489437"/>
                  </a:lnTo>
                  <a:lnTo>
                    <a:pt x="4194260" y="491480"/>
                  </a:lnTo>
                  <a:lnTo>
                    <a:pt x="4196913" y="492470"/>
                  </a:lnTo>
                  <a:lnTo>
                    <a:pt x="4200317" y="492086"/>
                  </a:lnTo>
                  <a:lnTo>
                    <a:pt x="4202424" y="493567"/>
                  </a:lnTo>
                  <a:lnTo>
                    <a:pt x="4202433" y="495959"/>
                  </a:lnTo>
                  <a:lnTo>
                    <a:pt x="4200248" y="497257"/>
                  </a:lnTo>
                  <a:lnTo>
                    <a:pt x="4197751" y="498250"/>
                  </a:lnTo>
                  <a:lnTo>
                    <a:pt x="4180329" y="504316"/>
                  </a:lnTo>
                  <a:lnTo>
                    <a:pt x="4177773" y="505958"/>
                  </a:lnTo>
                  <a:lnTo>
                    <a:pt x="4177937" y="508159"/>
                  </a:lnTo>
                  <a:lnTo>
                    <a:pt x="4184002" y="508725"/>
                  </a:lnTo>
                  <a:lnTo>
                    <a:pt x="4202228" y="508206"/>
                  </a:lnTo>
                  <a:lnTo>
                    <a:pt x="4203402" y="508942"/>
                  </a:lnTo>
                  <a:lnTo>
                    <a:pt x="4202983" y="510647"/>
                  </a:lnTo>
                  <a:lnTo>
                    <a:pt x="4201970" y="512886"/>
                  </a:lnTo>
                  <a:lnTo>
                    <a:pt x="4202958" y="514456"/>
                  </a:lnTo>
                  <a:lnTo>
                    <a:pt x="4205696" y="515564"/>
                  </a:lnTo>
                  <a:lnTo>
                    <a:pt x="4205783" y="517215"/>
                  </a:lnTo>
                  <a:lnTo>
                    <a:pt x="4204423" y="517901"/>
                  </a:lnTo>
                  <a:lnTo>
                    <a:pt x="4201739" y="518675"/>
                  </a:lnTo>
                  <a:lnTo>
                    <a:pt x="4198748" y="518894"/>
                  </a:lnTo>
                  <a:lnTo>
                    <a:pt x="4198941" y="520669"/>
                  </a:lnTo>
                  <a:lnTo>
                    <a:pt x="4203031" y="522276"/>
                  </a:lnTo>
                  <a:lnTo>
                    <a:pt x="4204383" y="522461"/>
                  </a:lnTo>
                  <a:lnTo>
                    <a:pt x="4204520" y="528532"/>
                  </a:lnTo>
                  <a:lnTo>
                    <a:pt x="4204382" y="531095"/>
                  </a:lnTo>
                  <a:lnTo>
                    <a:pt x="4202202" y="532338"/>
                  </a:lnTo>
                  <a:lnTo>
                    <a:pt x="4201444" y="533178"/>
                  </a:lnTo>
                  <a:lnTo>
                    <a:pt x="4201335" y="535262"/>
                  </a:lnTo>
                  <a:lnTo>
                    <a:pt x="4206740" y="536727"/>
                  </a:lnTo>
                  <a:lnTo>
                    <a:pt x="4215061" y="543214"/>
                  </a:lnTo>
                  <a:lnTo>
                    <a:pt x="4216888" y="543235"/>
                  </a:lnTo>
                  <a:lnTo>
                    <a:pt x="4220169" y="544492"/>
                  </a:lnTo>
                  <a:lnTo>
                    <a:pt x="4225465" y="547799"/>
                  </a:lnTo>
                  <a:lnTo>
                    <a:pt x="4227333" y="549782"/>
                  </a:lnTo>
                  <a:lnTo>
                    <a:pt x="4230351" y="550792"/>
                  </a:lnTo>
                  <a:lnTo>
                    <a:pt x="4230761" y="552402"/>
                  </a:lnTo>
                  <a:lnTo>
                    <a:pt x="4232610" y="553828"/>
                  </a:lnTo>
                  <a:lnTo>
                    <a:pt x="4239990" y="558309"/>
                  </a:lnTo>
                  <a:lnTo>
                    <a:pt x="4240949" y="560280"/>
                  </a:lnTo>
                  <a:lnTo>
                    <a:pt x="4225481" y="564037"/>
                  </a:lnTo>
                  <a:lnTo>
                    <a:pt x="4209932" y="566796"/>
                  </a:lnTo>
                  <a:lnTo>
                    <a:pt x="4211372" y="569223"/>
                  </a:lnTo>
                  <a:lnTo>
                    <a:pt x="4228161" y="568975"/>
                  </a:lnTo>
                  <a:lnTo>
                    <a:pt x="4232703" y="570553"/>
                  </a:lnTo>
                  <a:lnTo>
                    <a:pt x="4234713" y="570080"/>
                  </a:lnTo>
                  <a:lnTo>
                    <a:pt x="4235871" y="568435"/>
                  </a:lnTo>
                  <a:lnTo>
                    <a:pt x="4244914" y="566470"/>
                  </a:lnTo>
                  <a:lnTo>
                    <a:pt x="4254117" y="565218"/>
                  </a:lnTo>
                  <a:lnTo>
                    <a:pt x="4256991" y="566121"/>
                  </a:lnTo>
                  <a:lnTo>
                    <a:pt x="4269350" y="573352"/>
                  </a:lnTo>
                  <a:lnTo>
                    <a:pt x="4275079" y="576085"/>
                  </a:lnTo>
                  <a:lnTo>
                    <a:pt x="4278735" y="577115"/>
                  </a:lnTo>
                  <a:lnTo>
                    <a:pt x="4281383" y="577340"/>
                  </a:lnTo>
                  <a:lnTo>
                    <a:pt x="4283352" y="578422"/>
                  </a:lnTo>
                  <a:lnTo>
                    <a:pt x="4285264" y="580731"/>
                  </a:lnTo>
                  <a:lnTo>
                    <a:pt x="4284787" y="582886"/>
                  </a:lnTo>
                  <a:lnTo>
                    <a:pt x="4285587" y="583876"/>
                  </a:lnTo>
                  <a:lnTo>
                    <a:pt x="4286908" y="584260"/>
                  </a:lnTo>
                  <a:lnTo>
                    <a:pt x="4289345" y="585697"/>
                  </a:lnTo>
                  <a:lnTo>
                    <a:pt x="4292128" y="585203"/>
                  </a:lnTo>
                  <a:lnTo>
                    <a:pt x="4295389" y="583547"/>
                  </a:lnTo>
                  <a:lnTo>
                    <a:pt x="4297662" y="583916"/>
                  </a:lnTo>
                  <a:lnTo>
                    <a:pt x="4301750" y="586225"/>
                  </a:lnTo>
                  <a:lnTo>
                    <a:pt x="4300200" y="588040"/>
                  </a:lnTo>
                  <a:lnTo>
                    <a:pt x="4299296" y="588877"/>
                  </a:lnTo>
                  <a:lnTo>
                    <a:pt x="4298205" y="590522"/>
                  </a:lnTo>
                  <a:lnTo>
                    <a:pt x="4297221" y="591087"/>
                  </a:lnTo>
                  <a:lnTo>
                    <a:pt x="4293924" y="591480"/>
                  </a:lnTo>
                  <a:lnTo>
                    <a:pt x="4292101" y="591474"/>
                  </a:lnTo>
                  <a:lnTo>
                    <a:pt x="4290239" y="591133"/>
                  </a:lnTo>
                  <a:lnTo>
                    <a:pt x="4290031" y="592337"/>
                  </a:lnTo>
                  <a:lnTo>
                    <a:pt x="4292316" y="593638"/>
                  </a:lnTo>
                  <a:lnTo>
                    <a:pt x="4295614" y="594992"/>
                  </a:lnTo>
                  <a:lnTo>
                    <a:pt x="4316936" y="596085"/>
                  </a:lnTo>
                  <a:lnTo>
                    <a:pt x="4323033" y="598443"/>
                  </a:lnTo>
                  <a:lnTo>
                    <a:pt x="4329024" y="597170"/>
                  </a:lnTo>
                  <a:lnTo>
                    <a:pt x="4331717" y="597545"/>
                  </a:lnTo>
                  <a:lnTo>
                    <a:pt x="4333999" y="598330"/>
                  </a:lnTo>
                  <a:lnTo>
                    <a:pt x="4334845" y="600708"/>
                  </a:lnTo>
                  <a:lnTo>
                    <a:pt x="4337904" y="601473"/>
                  </a:lnTo>
                  <a:lnTo>
                    <a:pt x="4342594" y="603325"/>
                  </a:lnTo>
                  <a:lnTo>
                    <a:pt x="4349170" y="604252"/>
                  </a:lnTo>
                  <a:lnTo>
                    <a:pt x="4354400" y="604185"/>
                  </a:lnTo>
                  <a:lnTo>
                    <a:pt x="4360858" y="606716"/>
                  </a:lnTo>
                  <a:lnTo>
                    <a:pt x="4364122" y="606779"/>
                  </a:lnTo>
                  <a:lnTo>
                    <a:pt x="4366103" y="608234"/>
                  </a:lnTo>
                  <a:lnTo>
                    <a:pt x="4380771" y="609088"/>
                  </a:lnTo>
                  <a:lnTo>
                    <a:pt x="4382947" y="610222"/>
                  </a:lnTo>
                  <a:lnTo>
                    <a:pt x="4384619" y="612072"/>
                  </a:lnTo>
                  <a:lnTo>
                    <a:pt x="4388110" y="612886"/>
                  </a:lnTo>
                  <a:lnTo>
                    <a:pt x="4391880" y="613050"/>
                  </a:lnTo>
                  <a:lnTo>
                    <a:pt x="4412485" y="616057"/>
                  </a:lnTo>
                  <a:lnTo>
                    <a:pt x="4420229" y="617681"/>
                  </a:lnTo>
                  <a:lnTo>
                    <a:pt x="4422006" y="617586"/>
                  </a:lnTo>
                  <a:lnTo>
                    <a:pt x="4423775" y="617854"/>
                  </a:lnTo>
                  <a:lnTo>
                    <a:pt x="4429309" y="619205"/>
                  </a:lnTo>
                  <a:lnTo>
                    <a:pt x="4434968" y="619935"/>
                  </a:lnTo>
                  <a:lnTo>
                    <a:pt x="4437649" y="621773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5"/>
            <p:cNvSpPr/>
            <p:nvPr/>
          </p:nvSpPr>
          <p:spPr>
            <a:xfrm>
              <a:off x="2666755" y="5499452"/>
              <a:ext cx="17647" cy="9130"/>
            </a:xfrm>
            <a:custGeom>
              <a:avLst/>
              <a:pathLst>
                <a:path w="17647" h="9130">
                  <a:moveTo>
                    <a:pt x="12059" y="1336"/>
                  </a:moveTo>
                  <a:lnTo>
                    <a:pt x="12821" y="2106"/>
                  </a:lnTo>
                  <a:lnTo>
                    <a:pt x="15915" y="2077"/>
                  </a:lnTo>
                  <a:lnTo>
                    <a:pt x="16647" y="2259"/>
                  </a:lnTo>
                  <a:lnTo>
                    <a:pt x="17261" y="3575"/>
                  </a:lnTo>
                  <a:lnTo>
                    <a:pt x="17647" y="5791"/>
                  </a:lnTo>
                  <a:lnTo>
                    <a:pt x="16640" y="6642"/>
                  </a:lnTo>
                  <a:lnTo>
                    <a:pt x="11249" y="6132"/>
                  </a:lnTo>
                  <a:lnTo>
                    <a:pt x="9318" y="4974"/>
                  </a:lnTo>
                  <a:lnTo>
                    <a:pt x="8327" y="5026"/>
                  </a:lnTo>
                  <a:lnTo>
                    <a:pt x="6122" y="6299"/>
                  </a:lnTo>
                  <a:lnTo>
                    <a:pt x="5211" y="7514"/>
                  </a:lnTo>
                  <a:lnTo>
                    <a:pt x="1564" y="9130"/>
                  </a:lnTo>
                  <a:lnTo>
                    <a:pt x="524" y="8561"/>
                  </a:lnTo>
                  <a:lnTo>
                    <a:pt x="77" y="6775"/>
                  </a:lnTo>
                  <a:lnTo>
                    <a:pt x="0" y="6085"/>
                  </a:lnTo>
                  <a:lnTo>
                    <a:pt x="369" y="5612"/>
                  </a:lnTo>
                  <a:lnTo>
                    <a:pt x="552" y="5130"/>
                  </a:lnTo>
                  <a:lnTo>
                    <a:pt x="485" y="4585"/>
                  </a:lnTo>
                  <a:lnTo>
                    <a:pt x="1483" y="3125"/>
                  </a:lnTo>
                  <a:lnTo>
                    <a:pt x="5714" y="851"/>
                  </a:lnTo>
                  <a:lnTo>
                    <a:pt x="11299" y="0"/>
                  </a:lnTo>
                  <a:lnTo>
                    <a:pt x="12051" y="842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6"/>
            <p:cNvSpPr/>
            <p:nvPr/>
          </p:nvSpPr>
          <p:spPr>
            <a:xfrm>
              <a:off x="2665412" y="5495135"/>
              <a:ext cx="6949" cy="5641"/>
            </a:xfrm>
            <a:custGeom>
              <a:avLst/>
              <a:pathLst>
                <a:path w="6949" h="5641">
                  <a:moveTo>
                    <a:pt x="6838" y="2845"/>
                  </a:moveTo>
                  <a:lnTo>
                    <a:pt x="4382" y="5641"/>
                  </a:lnTo>
                  <a:lnTo>
                    <a:pt x="3209" y="5514"/>
                  </a:lnTo>
                  <a:lnTo>
                    <a:pt x="842" y="3430"/>
                  </a:lnTo>
                  <a:lnTo>
                    <a:pt x="168" y="2345"/>
                  </a:lnTo>
                  <a:lnTo>
                    <a:pt x="0" y="1858"/>
                  </a:lnTo>
                  <a:lnTo>
                    <a:pt x="1549" y="0"/>
                  </a:lnTo>
                  <a:lnTo>
                    <a:pt x="5846" y="680"/>
                  </a:lnTo>
                  <a:lnTo>
                    <a:pt x="6816" y="900"/>
                  </a:lnTo>
                  <a:lnTo>
                    <a:pt x="6857" y="1073"/>
                  </a:lnTo>
                  <a:lnTo>
                    <a:pt x="6949" y="2141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7"/>
            <p:cNvSpPr/>
            <p:nvPr/>
          </p:nvSpPr>
          <p:spPr>
            <a:xfrm>
              <a:off x="2614495" y="5492564"/>
              <a:ext cx="2906" cy="3627"/>
            </a:xfrm>
            <a:custGeom>
              <a:avLst/>
              <a:pathLst>
                <a:path w="2906" h="3627">
                  <a:moveTo>
                    <a:pt x="2906" y="2132"/>
                  </a:moveTo>
                  <a:lnTo>
                    <a:pt x="2292" y="2432"/>
                  </a:lnTo>
                  <a:lnTo>
                    <a:pt x="1489" y="2181"/>
                  </a:lnTo>
                  <a:lnTo>
                    <a:pt x="1514" y="2700"/>
                  </a:lnTo>
                  <a:lnTo>
                    <a:pt x="2181" y="3361"/>
                  </a:lnTo>
                  <a:lnTo>
                    <a:pt x="1465" y="3627"/>
                  </a:lnTo>
                  <a:lnTo>
                    <a:pt x="586" y="2969"/>
                  </a:lnTo>
                  <a:lnTo>
                    <a:pt x="0" y="1578"/>
                  </a:lnTo>
                  <a:lnTo>
                    <a:pt x="426" y="305"/>
                  </a:lnTo>
                  <a:lnTo>
                    <a:pt x="1271" y="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8"/>
            <p:cNvSpPr/>
            <p:nvPr/>
          </p:nvSpPr>
          <p:spPr>
            <a:xfrm>
              <a:off x="2590866" y="5491940"/>
              <a:ext cx="4168" cy="5901"/>
            </a:xfrm>
            <a:custGeom>
              <a:avLst/>
              <a:pathLst>
                <a:path w="4168" h="5901">
                  <a:moveTo>
                    <a:pt x="495" y="5768"/>
                  </a:moveTo>
                  <a:lnTo>
                    <a:pt x="0" y="5901"/>
                  </a:lnTo>
                  <a:lnTo>
                    <a:pt x="202" y="4663"/>
                  </a:lnTo>
                  <a:lnTo>
                    <a:pt x="1582" y="1468"/>
                  </a:lnTo>
                  <a:lnTo>
                    <a:pt x="4168" y="0"/>
                  </a:lnTo>
                  <a:lnTo>
                    <a:pt x="3840" y="1290"/>
                  </a:lnTo>
                  <a:lnTo>
                    <a:pt x="3008" y="288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29"/>
            <p:cNvSpPr/>
            <p:nvPr/>
          </p:nvSpPr>
          <p:spPr>
            <a:xfrm>
              <a:off x="2609411" y="5480152"/>
              <a:ext cx="16076" cy="7984"/>
            </a:xfrm>
            <a:custGeom>
              <a:avLst/>
              <a:pathLst>
                <a:path w="16076" h="7984">
                  <a:moveTo>
                    <a:pt x="6507" y="2507"/>
                  </a:moveTo>
                  <a:lnTo>
                    <a:pt x="7108" y="2879"/>
                  </a:lnTo>
                  <a:lnTo>
                    <a:pt x="12494" y="2172"/>
                  </a:lnTo>
                  <a:lnTo>
                    <a:pt x="14186" y="4233"/>
                  </a:lnTo>
                  <a:lnTo>
                    <a:pt x="16076" y="4129"/>
                  </a:lnTo>
                  <a:lnTo>
                    <a:pt x="11493" y="7984"/>
                  </a:lnTo>
                  <a:lnTo>
                    <a:pt x="10252" y="6865"/>
                  </a:lnTo>
                  <a:lnTo>
                    <a:pt x="9854" y="6028"/>
                  </a:lnTo>
                  <a:lnTo>
                    <a:pt x="9555" y="4175"/>
                  </a:lnTo>
                  <a:lnTo>
                    <a:pt x="6574" y="4674"/>
                  </a:lnTo>
                  <a:lnTo>
                    <a:pt x="5620" y="4299"/>
                  </a:lnTo>
                  <a:lnTo>
                    <a:pt x="4399" y="5529"/>
                  </a:lnTo>
                  <a:lnTo>
                    <a:pt x="1941" y="6025"/>
                  </a:lnTo>
                  <a:lnTo>
                    <a:pt x="1098" y="6019"/>
                  </a:lnTo>
                  <a:lnTo>
                    <a:pt x="31" y="4697"/>
                  </a:lnTo>
                  <a:lnTo>
                    <a:pt x="0" y="3364"/>
                  </a:lnTo>
                  <a:lnTo>
                    <a:pt x="2192" y="3442"/>
                  </a:lnTo>
                  <a:lnTo>
                    <a:pt x="3882" y="1728"/>
                  </a:lnTo>
                  <a:lnTo>
                    <a:pt x="4357" y="0"/>
                  </a:lnTo>
                  <a:lnTo>
                    <a:pt x="5189" y="467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0"/>
            <p:cNvSpPr/>
            <p:nvPr/>
          </p:nvSpPr>
          <p:spPr>
            <a:xfrm>
              <a:off x="2627818" y="5476516"/>
              <a:ext cx="3792" cy="2934"/>
            </a:xfrm>
            <a:custGeom>
              <a:avLst/>
              <a:pathLst>
                <a:path w="3792" h="2934">
                  <a:moveTo>
                    <a:pt x="3352" y="2724"/>
                  </a:moveTo>
                  <a:lnTo>
                    <a:pt x="1671" y="2934"/>
                  </a:lnTo>
                  <a:lnTo>
                    <a:pt x="509" y="1266"/>
                  </a:lnTo>
                  <a:lnTo>
                    <a:pt x="0" y="63"/>
                  </a:lnTo>
                  <a:lnTo>
                    <a:pt x="2248" y="0"/>
                  </a:lnTo>
                  <a:lnTo>
                    <a:pt x="3268" y="447"/>
                  </a:lnTo>
                  <a:lnTo>
                    <a:pt x="3792" y="1794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1"/>
            <p:cNvSpPr/>
            <p:nvPr/>
          </p:nvSpPr>
          <p:spPr>
            <a:xfrm>
              <a:off x="2633473" y="5473175"/>
              <a:ext cx="4497" cy="3211"/>
            </a:xfrm>
            <a:custGeom>
              <a:avLst/>
              <a:pathLst>
                <a:path w="4497" h="3211">
                  <a:moveTo>
                    <a:pt x="4497" y="1875"/>
                  </a:moveTo>
                  <a:lnTo>
                    <a:pt x="1764" y="3211"/>
                  </a:lnTo>
                  <a:lnTo>
                    <a:pt x="344" y="1852"/>
                  </a:lnTo>
                  <a:lnTo>
                    <a:pt x="0" y="1301"/>
                  </a:lnTo>
                  <a:lnTo>
                    <a:pt x="1710" y="0"/>
                  </a:lnTo>
                  <a:lnTo>
                    <a:pt x="2613" y="300"/>
                  </a:lnTo>
                  <a:lnTo>
                    <a:pt x="2965" y="733"/>
                  </a:lnTo>
                  <a:lnTo>
                    <a:pt x="3995" y="851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2"/>
            <p:cNvSpPr/>
            <p:nvPr/>
          </p:nvSpPr>
          <p:spPr>
            <a:xfrm>
              <a:off x="2635926" y="5463508"/>
              <a:ext cx="16870" cy="9923"/>
            </a:xfrm>
            <a:custGeom>
              <a:avLst/>
              <a:pathLst>
                <a:path w="16870" h="9923">
                  <a:moveTo>
                    <a:pt x="12651" y="0"/>
                  </a:moveTo>
                  <a:lnTo>
                    <a:pt x="14244" y="828"/>
                  </a:lnTo>
                  <a:lnTo>
                    <a:pt x="15618" y="274"/>
                  </a:lnTo>
                  <a:lnTo>
                    <a:pt x="16376" y="891"/>
                  </a:lnTo>
                  <a:lnTo>
                    <a:pt x="16870" y="2550"/>
                  </a:lnTo>
                  <a:lnTo>
                    <a:pt x="16833" y="3206"/>
                  </a:lnTo>
                  <a:lnTo>
                    <a:pt x="14770" y="2954"/>
                  </a:lnTo>
                  <a:lnTo>
                    <a:pt x="12845" y="4894"/>
                  </a:lnTo>
                  <a:lnTo>
                    <a:pt x="10564" y="4478"/>
                  </a:lnTo>
                  <a:lnTo>
                    <a:pt x="10260" y="6082"/>
                  </a:lnTo>
                  <a:lnTo>
                    <a:pt x="10743" y="6911"/>
                  </a:lnTo>
                  <a:lnTo>
                    <a:pt x="10127" y="7626"/>
                  </a:lnTo>
                  <a:lnTo>
                    <a:pt x="8172" y="6132"/>
                  </a:lnTo>
                  <a:lnTo>
                    <a:pt x="6627" y="6657"/>
                  </a:lnTo>
                  <a:lnTo>
                    <a:pt x="6125" y="9271"/>
                  </a:lnTo>
                  <a:lnTo>
                    <a:pt x="5451" y="9811"/>
                  </a:lnTo>
                  <a:lnTo>
                    <a:pt x="5055" y="9923"/>
                  </a:lnTo>
                  <a:lnTo>
                    <a:pt x="4438" y="9257"/>
                  </a:lnTo>
                  <a:lnTo>
                    <a:pt x="3183" y="9040"/>
                  </a:lnTo>
                  <a:lnTo>
                    <a:pt x="3065" y="8691"/>
                  </a:lnTo>
                  <a:lnTo>
                    <a:pt x="2278" y="7664"/>
                  </a:lnTo>
                  <a:lnTo>
                    <a:pt x="0" y="8801"/>
                  </a:lnTo>
                  <a:lnTo>
                    <a:pt x="598" y="7456"/>
                  </a:lnTo>
                  <a:lnTo>
                    <a:pt x="3630" y="3924"/>
                  </a:lnTo>
                  <a:lnTo>
                    <a:pt x="3950" y="2845"/>
                  </a:lnTo>
                  <a:lnTo>
                    <a:pt x="7456" y="779"/>
                  </a:lnTo>
                  <a:lnTo>
                    <a:pt x="9113" y="1223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3"/>
            <p:cNvSpPr/>
            <p:nvPr/>
          </p:nvSpPr>
          <p:spPr>
            <a:xfrm>
              <a:off x="2695298" y="5440558"/>
              <a:ext cx="2072" cy="5119"/>
            </a:xfrm>
            <a:custGeom>
              <a:avLst/>
              <a:pathLst>
                <a:path w="2072" h="5119">
                  <a:moveTo>
                    <a:pt x="1499" y="4842"/>
                  </a:moveTo>
                  <a:lnTo>
                    <a:pt x="947" y="5119"/>
                  </a:lnTo>
                  <a:lnTo>
                    <a:pt x="103" y="3973"/>
                  </a:lnTo>
                  <a:lnTo>
                    <a:pt x="0" y="3289"/>
                  </a:lnTo>
                  <a:lnTo>
                    <a:pt x="867" y="1965"/>
                  </a:lnTo>
                  <a:lnTo>
                    <a:pt x="1756" y="201"/>
                  </a:lnTo>
                  <a:lnTo>
                    <a:pt x="2072" y="0"/>
                  </a:lnTo>
                  <a:lnTo>
                    <a:pt x="1862" y="3549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4"/>
            <p:cNvSpPr/>
            <p:nvPr/>
          </p:nvSpPr>
          <p:spPr>
            <a:xfrm>
              <a:off x="2679898" y="5438709"/>
              <a:ext cx="9492" cy="5196"/>
            </a:xfrm>
            <a:custGeom>
              <a:avLst/>
              <a:pathLst>
                <a:path w="9492" h="5196">
                  <a:moveTo>
                    <a:pt x="3391" y="4366"/>
                  </a:moveTo>
                  <a:lnTo>
                    <a:pt x="1767" y="5196"/>
                  </a:lnTo>
                  <a:lnTo>
                    <a:pt x="1151" y="4106"/>
                  </a:lnTo>
                  <a:lnTo>
                    <a:pt x="877" y="2178"/>
                  </a:lnTo>
                  <a:lnTo>
                    <a:pt x="0" y="989"/>
                  </a:lnTo>
                  <a:lnTo>
                    <a:pt x="656" y="0"/>
                  </a:lnTo>
                  <a:lnTo>
                    <a:pt x="9492" y="1310"/>
                  </a:lnTo>
                  <a:lnTo>
                    <a:pt x="9011" y="1982"/>
                  </a:lnTo>
                  <a:lnTo>
                    <a:pt x="4721" y="2836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5"/>
            <p:cNvSpPr/>
            <p:nvPr/>
          </p:nvSpPr>
          <p:spPr>
            <a:xfrm>
              <a:off x="2796928" y="5422405"/>
              <a:ext cx="9667" cy="6267"/>
            </a:xfrm>
            <a:custGeom>
              <a:avLst/>
              <a:pathLst>
                <a:path w="9667" h="6267">
                  <a:moveTo>
                    <a:pt x="2943" y="0"/>
                  </a:moveTo>
                  <a:lnTo>
                    <a:pt x="5634" y="756"/>
                  </a:lnTo>
                  <a:lnTo>
                    <a:pt x="7033" y="1826"/>
                  </a:lnTo>
                  <a:lnTo>
                    <a:pt x="7390" y="3041"/>
                  </a:lnTo>
                  <a:lnTo>
                    <a:pt x="8985" y="3511"/>
                  </a:lnTo>
                  <a:lnTo>
                    <a:pt x="9197" y="3759"/>
                  </a:lnTo>
                  <a:lnTo>
                    <a:pt x="9500" y="4461"/>
                  </a:lnTo>
                  <a:lnTo>
                    <a:pt x="9667" y="5254"/>
                  </a:lnTo>
                  <a:lnTo>
                    <a:pt x="9657" y="6267"/>
                  </a:lnTo>
                  <a:lnTo>
                    <a:pt x="6888" y="3806"/>
                  </a:lnTo>
                  <a:lnTo>
                    <a:pt x="3049" y="3679"/>
                  </a:lnTo>
                  <a:lnTo>
                    <a:pt x="2175" y="1924"/>
                  </a:lnTo>
                  <a:lnTo>
                    <a:pt x="234" y="2926"/>
                  </a:lnTo>
                  <a:lnTo>
                    <a:pt x="18" y="2262"/>
                  </a:lnTo>
                  <a:lnTo>
                    <a:pt x="0" y="1402"/>
                  </a:lnTo>
                  <a:lnTo>
                    <a:pt x="265" y="167"/>
                  </a:lnTo>
                  <a:lnTo>
                    <a:pt x="1506" y="666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6"/>
            <p:cNvSpPr/>
            <p:nvPr/>
          </p:nvSpPr>
          <p:spPr>
            <a:xfrm>
              <a:off x="4888882" y="4001185"/>
              <a:ext cx="280" cy="354"/>
            </a:xfrm>
            <a:custGeom>
              <a:avLst/>
              <a:pathLst>
                <a:path w="280" h="354">
                  <a:moveTo>
                    <a:pt x="272" y="51"/>
                  </a:moveTo>
                  <a:lnTo>
                    <a:pt x="280" y="354"/>
                  </a:lnTo>
                  <a:lnTo>
                    <a:pt x="8" y="3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CF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7"/>
            <p:cNvSpPr/>
            <p:nvPr/>
          </p:nvSpPr>
          <p:spPr>
            <a:xfrm>
              <a:off x="4217320" y="5078392"/>
              <a:ext cx="3018" cy="5554"/>
            </a:xfrm>
            <a:custGeom>
              <a:avLst/>
              <a:pathLst>
                <a:path w="3018" h="5554">
                  <a:moveTo>
                    <a:pt x="1632" y="5321"/>
                  </a:moveTo>
                  <a:lnTo>
                    <a:pt x="869" y="5554"/>
                  </a:lnTo>
                  <a:lnTo>
                    <a:pt x="635" y="4593"/>
                  </a:lnTo>
                  <a:lnTo>
                    <a:pt x="663" y="3321"/>
                  </a:lnTo>
                  <a:lnTo>
                    <a:pt x="239" y="2311"/>
                  </a:lnTo>
                  <a:lnTo>
                    <a:pt x="0" y="1188"/>
                  </a:lnTo>
                  <a:lnTo>
                    <a:pt x="210" y="121"/>
                  </a:lnTo>
                  <a:lnTo>
                    <a:pt x="1435" y="0"/>
                  </a:lnTo>
                  <a:lnTo>
                    <a:pt x="2698" y="343"/>
                  </a:lnTo>
                  <a:lnTo>
                    <a:pt x="3018" y="2138"/>
                  </a:lnTo>
                  <a:lnTo>
                    <a:pt x="2111" y="4593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8"/>
            <p:cNvSpPr/>
            <p:nvPr/>
          </p:nvSpPr>
          <p:spPr>
            <a:xfrm>
              <a:off x="4212624" y="5071821"/>
              <a:ext cx="22038" cy="31127"/>
            </a:xfrm>
            <a:custGeom>
              <a:avLst/>
              <a:pathLst>
                <a:path w="22038" h="31127">
                  <a:moveTo>
                    <a:pt x="5125" y="13389"/>
                  </a:moveTo>
                  <a:lnTo>
                    <a:pt x="6115" y="13562"/>
                  </a:lnTo>
                  <a:lnTo>
                    <a:pt x="6721" y="13291"/>
                  </a:lnTo>
                  <a:lnTo>
                    <a:pt x="9445" y="9392"/>
                  </a:lnTo>
                  <a:lnTo>
                    <a:pt x="10158" y="9294"/>
                  </a:lnTo>
                  <a:lnTo>
                    <a:pt x="10091" y="12278"/>
                  </a:lnTo>
                  <a:lnTo>
                    <a:pt x="10791" y="13620"/>
                  </a:lnTo>
                  <a:lnTo>
                    <a:pt x="9905" y="13963"/>
                  </a:lnTo>
                  <a:lnTo>
                    <a:pt x="8226" y="13816"/>
                  </a:lnTo>
                  <a:lnTo>
                    <a:pt x="7842" y="15521"/>
                  </a:lnTo>
                  <a:lnTo>
                    <a:pt x="9536" y="17706"/>
                  </a:lnTo>
                  <a:lnTo>
                    <a:pt x="10380" y="18006"/>
                  </a:lnTo>
                  <a:lnTo>
                    <a:pt x="11069" y="17980"/>
                  </a:lnTo>
                  <a:lnTo>
                    <a:pt x="12354" y="17484"/>
                  </a:lnTo>
                  <a:lnTo>
                    <a:pt x="13386" y="16699"/>
                  </a:lnTo>
                  <a:lnTo>
                    <a:pt x="14986" y="14875"/>
                  </a:lnTo>
                  <a:lnTo>
                    <a:pt x="15940" y="14171"/>
                  </a:lnTo>
                  <a:lnTo>
                    <a:pt x="17755" y="14139"/>
                  </a:lnTo>
                  <a:lnTo>
                    <a:pt x="18700" y="12411"/>
                  </a:lnTo>
                  <a:lnTo>
                    <a:pt x="19135" y="11883"/>
                  </a:lnTo>
                  <a:lnTo>
                    <a:pt x="20196" y="11958"/>
                  </a:lnTo>
                  <a:lnTo>
                    <a:pt x="21159" y="12630"/>
                  </a:lnTo>
                  <a:lnTo>
                    <a:pt x="21734" y="14197"/>
                  </a:lnTo>
                  <a:lnTo>
                    <a:pt x="22038" y="16104"/>
                  </a:lnTo>
                  <a:lnTo>
                    <a:pt x="21808" y="17997"/>
                  </a:lnTo>
                  <a:lnTo>
                    <a:pt x="21169" y="19833"/>
                  </a:lnTo>
                  <a:lnTo>
                    <a:pt x="19994" y="20955"/>
                  </a:lnTo>
                  <a:lnTo>
                    <a:pt x="20260" y="22294"/>
                  </a:lnTo>
                  <a:lnTo>
                    <a:pt x="19948" y="22975"/>
                  </a:lnTo>
                  <a:lnTo>
                    <a:pt x="19359" y="23013"/>
                  </a:lnTo>
                  <a:lnTo>
                    <a:pt x="18856" y="22704"/>
                  </a:lnTo>
                  <a:lnTo>
                    <a:pt x="18118" y="21131"/>
                  </a:lnTo>
                  <a:lnTo>
                    <a:pt x="17230" y="20286"/>
                  </a:lnTo>
                  <a:lnTo>
                    <a:pt x="15099" y="20343"/>
                  </a:lnTo>
                  <a:lnTo>
                    <a:pt x="14142" y="20450"/>
                  </a:lnTo>
                  <a:lnTo>
                    <a:pt x="13976" y="21653"/>
                  </a:lnTo>
                  <a:lnTo>
                    <a:pt x="13470" y="22577"/>
                  </a:lnTo>
                  <a:lnTo>
                    <a:pt x="12942" y="23085"/>
                  </a:lnTo>
                  <a:lnTo>
                    <a:pt x="12221" y="22863"/>
                  </a:lnTo>
                  <a:lnTo>
                    <a:pt x="12089" y="23376"/>
                  </a:lnTo>
                  <a:lnTo>
                    <a:pt x="12472" y="24634"/>
                  </a:lnTo>
                  <a:lnTo>
                    <a:pt x="13406" y="26227"/>
                  </a:lnTo>
                  <a:lnTo>
                    <a:pt x="15016" y="27338"/>
                  </a:lnTo>
                  <a:lnTo>
                    <a:pt x="15959" y="27566"/>
                  </a:lnTo>
                  <a:lnTo>
                    <a:pt x="16090" y="25451"/>
                  </a:lnTo>
                  <a:lnTo>
                    <a:pt x="17230" y="25203"/>
                  </a:lnTo>
                  <a:lnTo>
                    <a:pt x="18240" y="25832"/>
                  </a:lnTo>
                  <a:lnTo>
                    <a:pt x="18973" y="27393"/>
                  </a:lnTo>
                  <a:lnTo>
                    <a:pt x="18377" y="27904"/>
                  </a:lnTo>
                  <a:lnTo>
                    <a:pt x="17851" y="28732"/>
                  </a:lnTo>
                  <a:lnTo>
                    <a:pt x="17743" y="29803"/>
                  </a:lnTo>
                  <a:lnTo>
                    <a:pt x="16717" y="30965"/>
                  </a:lnTo>
                  <a:lnTo>
                    <a:pt x="16110" y="31090"/>
                  </a:lnTo>
                  <a:lnTo>
                    <a:pt x="14183" y="30521"/>
                  </a:lnTo>
                  <a:lnTo>
                    <a:pt x="13037" y="29208"/>
                  </a:lnTo>
                  <a:lnTo>
                    <a:pt x="12763" y="28282"/>
                  </a:lnTo>
                  <a:lnTo>
                    <a:pt x="12057" y="27933"/>
                  </a:lnTo>
                  <a:lnTo>
                    <a:pt x="11260" y="29127"/>
                  </a:lnTo>
                  <a:lnTo>
                    <a:pt x="10406" y="29387"/>
                  </a:lnTo>
                  <a:lnTo>
                    <a:pt x="8737" y="28394"/>
                  </a:lnTo>
                  <a:lnTo>
                    <a:pt x="7196" y="26793"/>
                  </a:lnTo>
                  <a:lnTo>
                    <a:pt x="6232" y="26190"/>
                  </a:lnTo>
                  <a:lnTo>
                    <a:pt x="4733" y="25803"/>
                  </a:lnTo>
                  <a:lnTo>
                    <a:pt x="3904" y="29445"/>
                  </a:lnTo>
                  <a:lnTo>
                    <a:pt x="2757" y="30983"/>
                  </a:lnTo>
                  <a:lnTo>
                    <a:pt x="1272" y="31127"/>
                  </a:lnTo>
                  <a:lnTo>
                    <a:pt x="557" y="30824"/>
                  </a:lnTo>
                  <a:lnTo>
                    <a:pt x="163" y="29396"/>
                  </a:lnTo>
                  <a:lnTo>
                    <a:pt x="267" y="27869"/>
                  </a:lnTo>
                  <a:lnTo>
                    <a:pt x="506" y="26409"/>
                  </a:lnTo>
                  <a:lnTo>
                    <a:pt x="972" y="24914"/>
                  </a:lnTo>
                  <a:lnTo>
                    <a:pt x="1265" y="23281"/>
                  </a:lnTo>
                  <a:lnTo>
                    <a:pt x="1140" y="21740"/>
                  </a:lnTo>
                  <a:lnTo>
                    <a:pt x="603" y="20609"/>
                  </a:lnTo>
                  <a:lnTo>
                    <a:pt x="886" y="18583"/>
                  </a:lnTo>
                  <a:lnTo>
                    <a:pt x="361" y="16996"/>
                  </a:lnTo>
                  <a:lnTo>
                    <a:pt x="543" y="15827"/>
                  </a:lnTo>
                  <a:lnTo>
                    <a:pt x="1405" y="15025"/>
                  </a:lnTo>
                  <a:lnTo>
                    <a:pt x="1039" y="14327"/>
                  </a:lnTo>
                  <a:lnTo>
                    <a:pt x="582" y="14142"/>
                  </a:lnTo>
                  <a:lnTo>
                    <a:pt x="254" y="13216"/>
                  </a:lnTo>
                  <a:lnTo>
                    <a:pt x="0" y="12099"/>
                  </a:lnTo>
                  <a:lnTo>
                    <a:pt x="333" y="9995"/>
                  </a:lnTo>
                  <a:lnTo>
                    <a:pt x="831" y="7970"/>
                  </a:lnTo>
                  <a:lnTo>
                    <a:pt x="771" y="5681"/>
                  </a:lnTo>
                  <a:lnTo>
                    <a:pt x="1613" y="3520"/>
                  </a:lnTo>
                  <a:lnTo>
                    <a:pt x="2334" y="1105"/>
                  </a:lnTo>
                  <a:lnTo>
                    <a:pt x="2874" y="141"/>
                  </a:lnTo>
                  <a:lnTo>
                    <a:pt x="3550" y="0"/>
                  </a:lnTo>
                  <a:lnTo>
                    <a:pt x="3846" y="675"/>
                  </a:lnTo>
                  <a:lnTo>
                    <a:pt x="3992" y="1994"/>
                  </a:lnTo>
                  <a:lnTo>
                    <a:pt x="3727" y="2848"/>
                  </a:lnTo>
                  <a:lnTo>
                    <a:pt x="4358" y="3237"/>
                  </a:lnTo>
                  <a:lnTo>
                    <a:pt x="4523" y="6045"/>
                  </a:lnTo>
                  <a:lnTo>
                    <a:pt x="4128" y="7193"/>
                  </a:lnTo>
                  <a:lnTo>
                    <a:pt x="4070" y="8307"/>
                  </a:lnTo>
                  <a:lnTo>
                    <a:pt x="3247" y="10671"/>
                  </a:lnTo>
                  <a:lnTo>
                    <a:pt x="3487" y="12572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39"/>
            <p:cNvSpPr/>
            <p:nvPr/>
          </p:nvSpPr>
          <p:spPr>
            <a:xfrm>
              <a:off x="4001487" y="5002984"/>
              <a:ext cx="2163" cy="3601"/>
            </a:xfrm>
            <a:custGeom>
              <a:avLst/>
              <a:pathLst>
                <a:path w="2163" h="3601">
                  <a:moveTo>
                    <a:pt x="2163" y="3341"/>
                  </a:moveTo>
                  <a:lnTo>
                    <a:pt x="1264" y="3601"/>
                  </a:lnTo>
                  <a:lnTo>
                    <a:pt x="460" y="2992"/>
                  </a:lnTo>
                  <a:lnTo>
                    <a:pt x="0" y="1382"/>
                  </a:lnTo>
                  <a:lnTo>
                    <a:pt x="1019" y="0"/>
                  </a:lnTo>
                  <a:lnTo>
                    <a:pt x="1541" y="946"/>
                  </a:lnTo>
                  <a:lnTo>
                    <a:pt x="1926" y="2005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0"/>
            <p:cNvSpPr/>
            <p:nvPr/>
          </p:nvSpPr>
          <p:spPr>
            <a:xfrm>
              <a:off x="2600345" y="3126744"/>
              <a:ext cx="2481" cy="5075"/>
            </a:xfrm>
            <a:custGeom>
              <a:avLst/>
              <a:pathLst>
                <a:path w="2481" h="5075">
                  <a:moveTo>
                    <a:pt x="2110" y="3898"/>
                  </a:moveTo>
                  <a:lnTo>
                    <a:pt x="1714" y="5075"/>
                  </a:lnTo>
                  <a:lnTo>
                    <a:pt x="338" y="4598"/>
                  </a:lnTo>
                  <a:lnTo>
                    <a:pt x="62" y="3126"/>
                  </a:lnTo>
                  <a:lnTo>
                    <a:pt x="0" y="2092"/>
                  </a:lnTo>
                  <a:lnTo>
                    <a:pt x="861" y="0"/>
                  </a:lnTo>
                  <a:lnTo>
                    <a:pt x="1832" y="900"/>
                  </a:lnTo>
                  <a:lnTo>
                    <a:pt x="2207" y="1887"/>
                  </a:lnTo>
                  <a:lnTo>
                    <a:pt x="2481" y="2083"/>
                  </a:lnTo>
                  <a:lnTo>
                    <a:pt x="2475" y="2928"/>
                  </a:lnTo>
                  <a:lnTo>
                    <a:pt x="2370" y="3546"/>
                  </a:lnTo>
                  <a:close/>
                </a:path>
              </a:pathLst>
            </a:custGeom>
            <a:solidFill>
              <a:srgbClr val="FFFDF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1"/>
            <p:cNvSpPr/>
            <p:nvPr/>
          </p:nvSpPr>
          <p:spPr>
            <a:xfrm>
              <a:off x="2600571" y="3110636"/>
              <a:ext cx="1500" cy="4886"/>
            </a:xfrm>
            <a:custGeom>
              <a:avLst/>
              <a:pathLst>
                <a:path w="1500" h="4886">
                  <a:moveTo>
                    <a:pt x="1500" y="4110"/>
                  </a:moveTo>
                  <a:lnTo>
                    <a:pt x="1317" y="4886"/>
                  </a:lnTo>
                  <a:lnTo>
                    <a:pt x="307" y="3484"/>
                  </a:lnTo>
                  <a:lnTo>
                    <a:pt x="0" y="845"/>
                  </a:lnTo>
                  <a:lnTo>
                    <a:pt x="31" y="288"/>
                  </a:lnTo>
                  <a:lnTo>
                    <a:pt x="201" y="0"/>
                  </a:lnTo>
                  <a:lnTo>
                    <a:pt x="602" y="507"/>
                  </a:lnTo>
                  <a:lnTo>
                    <a:pt x="1135" y="696"/>
                  </a:lnTo>
                  <a:lnTo>
                    <a:pt x="1470" y="1558"/>
                  </a:lnTo>
                  <a:close/>
                </a:path>
              </a:pathLst>
            </a:custGeom>
            <a:solidFill>
              <a:srgbClr val="FFFDF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2"/>
            <p:cNvSpPr/>
            <p:nvPr/>
          </p:nvSpPr>
          <p:spPr>
            <a:xfrm>
              <a:off x="5324027" y="5243676"/>
              <a:ext cx="1517" cy="8180"/>
            </a:xfrm>
            <a:custGeom>
              <a:avLst/>
              <a:pathLst>
                <a:path w="1517" h="8180">
                  <a:moveTo>
                    <a:pt x="528" y="7014"/>
                  </a:moveTo>
                  <a:lnTo>
                    <a:pt x="114" y="8180"/>
                  </a:lnTo>
                  <a:lnTo>
                    <a:pt x="0" y="6844"/>
                  </a:lnTo>
                  <a:lnTo>
                    <a:pt x="753" y="995"/>
                  </a:lnTo>
                  <a:lnTo>
                    <a:pt x="1517" y="0"/>
                  </a:lnTo>
                  <a:lnTo>
                    <a:pt x="1353" y="3032"/>
                  </a:lnTo>
                  <a:close/>
                </a:path>
              </a:pathLst>
            </a:custGeom>
            <a:solidFill>
              <a:srgbClr val="FFFCF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3"/>
            <p:cNvSpPr/>
            <p:nvPr/>
          </p:nvSpPr>
          <p:spPr>
            <a:xfrm>
              <a:off x="5179266" y="4912920"/>
              <a:ext cx="3101" cy="6556"/>
            </a:xfrm>
            <a:custGeom>
              <a:avLst/>
              <a:pathLst>
                <a:path w="3101" h="6556">
                  <a:moveTo>
                    <a:pt x="3101" y="3488"/>
                  </a:moveTo>
                  <a:lnTo>
                    <a:pt x="2519" y="6556"/>
                  </a:lnTo>
                  <a:lnTo>
                    <a:pt x="1564" y="6033"/>
                  </a:lnTo>
                  <a:lnTo>
                    <a:pt x="606" y="6538"/>
                  </a:lnTo>
                  <a:lnTo>
                    <a:pt x="3" y="4498"/>
                  </a:lnTo>
                  <a:lnTo>
                    <a:pt x="0" y="3959"/>
                  </a:lnTo>
                  <a:lnTo>
                    <a:pt x="720" y="4472"/>
                  </a:lnTo>
                  <a:lnTo>
                    <a:pt x="986" y="3809"/>
                  </a:lnTo>
                  <a:lnTo>
                    <a:pt x="1156" y="2963"/>
                  </a:lnTo>
                  <a:lnTo>
                    <a:pt x="1419" y="2732"/>
                  </a:lnTo>
                  <a:lnTo>
                    <a:pt x="1595" y="1523"/>
                  </a:lnTo>
                  <a:lnTo>
                    <a:pt x="2211" y="0"/>
                  </a:lnTo>
                  <a:lnTo>
                    <a:pt x="2564" y="40"/>
                  </a:lnTo>
                  <a:lnTo>
                    <a:pt x="2934" y="1991"/>
                  </a:lnTo>
                  <a:close/>
                </a:path>
              </a:pathLst>
            </a:custGeom>
            <a:solidFill>
              <a:srgbClr val="FFFCF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4"/>
            <p:cNvSpPr/>
            <p:nvPr/>
          </p:nvSpPr>
          <p:spPr>
            <a:xfrm>
              <a:off x="5181628" y="4907051"/>
              <a:ext cx="1708" cy="4744"/>
            </a:xfrm>
            <a:custGeom>
              <a:avLst/>
              <a:pathLst>
                <a:path w="1708" h="4744">
                  <a:moveTo>
                    <a:pt x="1708" y="4741"/>
                  </a:moveTo>
                  <a:lnTo>
                    <a:pt x="935" y="4744"/>
                  </a:lnTo>
                  <a:lnTo>
                    <a:pt x="650" y="4495"/>
                  </a:lnTo>
                  <a:lnTo>
                    <a:pt x="512" y="3044"/>
                  </a:lnTo>
                  <a:lnTo>
                    <a:pt x="0" y="2406"/>
                  </a:lnTo>
                  <a:lnTo>
                    <a:pt x="284" y="1921"/>
                  </a:lnTo>
                  <a:lnTo>
                    <a:pt x="385" y="1015"/>
                  </a:lnTo>
                  <a:lnTo>
                    <a:pt x="696" y="0"/>
                  </a:lnTo>
                  <a:lnTo>
                    <a:pt x="1248" y="1122"/>
                  </a:lnTo>
                  <a:close/>
                </a:path>
              </a:pathLst>
            </a:custGeom>
            <a:solidFill>
              <a:srgbClr val="FFFCF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5"/>
            <p:cNvSpPr/>
            <p:nvPr/>
          </p:nvSpPr>
          <p:spPr>
            <a:xfrm>
              <a:off x="5190594" y="4892657"/>
              <a:ext cx="1811" cy="3725"/>
            </a:xfrm>
            <a:custGeom>
              <a:avLst/>
              <a:pathLst>
                <a:path w="1811" h="3725">
                  <a:moveTo>
                    <a:pt x="1006" y="3465"/>
                  </a:moveTo>
                  <a:lnTo>
                    <a:pt x="313" y="3725"/>
                  </a:lnTo>
                  <a:lnTo>
                    <a:pt x="85" y="3595"/>
                  </a:lnTo>
                  <a:lnTo>
                    <a:pt x="99" y="2074"/>
                  </a:lnTo>
                  <a:lnTo>
                    <a:pt x="0" y="1396"/>
                  </a:lnTo>
                  <a:lnTo>
                    <a:pt x="614" y="0"/>
                  </a:lnTo>
                  <a:lnTo>
                    <a:pt x="1481" y="672"/>
                  </a:lnTo>
                  <a:lnTo>
                    <a:pt x="1811" y="1731"/>
                  </a:lnTo>
                  <a:lnTo>
                    <a:pt x="960" y="2582"/>
                  </a:lnTo>
                  <a:close/>
                </a:path>
              </a:pathLst>
            </a:custGeom>
            <a:solidFill>
              <a:srgbClr val="FFFCF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6"/>
            <p:cNvSpPr/>
            <p:nvPr/>
          </p:nvSpPr>
          <p:spPr>
            <a:xfrm>
              <a:off x="5148927" y="4835897"/>
              <a:ext cx="45613" cy="87083"/>
            </a:xfrm>
            <a:custGeom>
              <a:avLst/>
              <a:pathLst>
                <a:path w="45613" h="87083">
                  <a:moveTo>
                    <a:pt x="4897" y="3381"/>
                  </a:moveTo>
                  <a:lnTo>
                    <a:pt x="6325" y="3497"/>
                  </a:lnTo>
                  <a:lnTo>
                    <a:pt x="7135" y="2744"/>
                  </a:lnTo>
                  <a:lnTo>
                    <a:pt x="7859" y="2885"/>
                  </a:lnTo>
                  <a:lnTo>
                    <a:pt x="8678" y="4553"/>
                  </a:lnTo>
                  <a:lnTo>
                    <a:pt x="9665" y="5494"/>
                  </a:lnTo>
                  <a:lnTo>
                    <a:pt x="10353" y="5321"/>
                  </a:lnTo>
                  <a:lnTo>
                    <a:pt x="10950" y="5664"/>
                  </a:lnTo>
                  <a:lnTo>
                    <a:pt x="11480" y="6850"/>
                  </a:lnTo>
                  <a:lnTo>
                    <a:pt x="12832" y="7883"/>
                  </a:lnTo>
                  <a:lnTo>
                    <a:pt x="13421" y="8561"/>
                  </a:lnTo>
                  <a:lnTo>
                    <a:pt x="13935" y="9600"/>
                  </a:lnTo>
                  <a:lnTo>
                    <a:pt x="14503" y="10411"/>
                  </a:lnTo>
                  <a:lnTo>
                    <a:pt x="18078" y="13172"/>
                  </a:lnTo>
                  <a:lnTo>
                    <a:pt x="20624" y="14514"/>
                  </a:lnTo>
                  <a:lnTo>
                    <a:pt x="23795" y="13891"/>
                  </a:lnTo>
                  <a:lnTo>
                    <a:pt x="24734" y="13118"/>
                  </a:lnTo>
                  <a:lnTo>
                    <a:pt x="25633" y="11989"/>
                  </a:lnTo>
                  <a:lnTo>
                    <a:pt x="26406" y="13043"/>
                  </a:lnTo>
                  <a:lnTo>
                    <a:pt x="27172" y="14650"/>
                  </a:lnTo>
                  <a:lnTo>
                    <a:pt x="27023" y="12916"/>
                  </a:lnTo>
                  <a:lnTo>
                    <a:pt x="27277" y="11406"/>
                  </a:lnTo>
                  <a:lnTo>
                    <a:pt x="28052" y="10209"/>
                  </a:lnTo>
                  <a:lnTo>
                    <a:pt x="28921" y="9459"/>
                  </a:lnTo>
                  <a:lnTo>
                    <a:pt x="30351" y="9513"/>
                  </a:lnTo>
                  <a:lnTo>
                    <a:pt x="31747" y="9193"/>
                  </a:lnTo>
                  <a:lnTo>
                    <a:pt x="32365" y="8495"/>
                  </a:lnTo>
                  <a:lnTo>
                    <a:pt x="33001" y="8397"/>
                  </a:lnTo>
                  <a:lnTo>
                    <a:pt x="33830" y="9257"/>
                  </a:lnTo>
                  <a:lnTo>
                    <a:pt x="34658" y="9733"/>
                  </a:lnTo>
                  <a:lnTo>
                    <a:pt x="35226" y="8625"/>
                  </a:lnTo>
                  <a:lnTo>
                    <a:pt x="36195" y="6007"/>
                  </a:lnTo>
                  <a:lnTo>
                    <a:pt x="36718" y="5095"/>
                  </a:lnTo>
                  <a:lnTo>
                    <a:pt x="39136" y="5892"/>
                  </a:lnTo>
                  <a:lnTo>
                    <a:pt x="39818" y="5918"/>
                  </a:lnTo>
                  <a:lnTo>
                    <a:pt x="41000" y="3171"/>
                  </a:lnTo>
                  <a:lnTo>
                    <a:pt x="41791" y="3211"/>
                  </a:lnTo>
                  <a:lnTo>
                    <a:pt x="44042" y="5396"/>
                  </a:lnTo>
                  <a:lnTo>
                    <a:pt x="45000" y="8120"/>
                  </a:lnTo>
                  <a:lnTo>
                    <a:pt x="44909" y="13092"/>
                  </a:lnTo>
                  <a:lnTo>
                    <a:pt x="44984" y="14843"/>
                  </a:lnTo>
                  <a:lnTo>
                    <a:pt x="45165" y="16572"/>
                  </a:lnTo>
                  <a:lnTo>
                    <a:pt x="45239" y="20017"/>
                  </a:lnTo>
                  <a:lnTo>
                    <a:pt x="44963" y="23425"/>
                  </a:lnTo>
                  <a:lnTo>
                    <a:pt x="44926" y="26083"/>
                  </a:lnTo>
                  <a:lnTo>
                    <a:pt x="45046" y="28778"/>
                  </a:lnTo>
                  <a:lnTo>
                    <a:pt x="44935" y="33788"/>
                  </a:lnTo>
                  <a:lnTo>
                    <a:pt x="45282" y="37097"/>
                  </a:lnTo>
                  <a:lnTo>
                    <a:pt x="45108" y="39357"/>
                  </a:lnTo>
                  <a:lnTo>
                    <a:pt x="45106" y="40413"/>
                  </a:lnTo>
                  <a:lnTo>
                    <a:pt x="45434" y="41411"/>
                  </a:lnTo>
                  <a:lnTo>
                    <a:pt x="45592" y="42517"/>
                  </a:lnTo>
                  <a:lnTo>
                    <a:pt x="45471" y="43936"/>
                  </a:lnTo>
                  <a:lnTo>
                    <a:pt x="45613" y="45596"/>
                  </a:lnTo>
                  <a:lnTo>
                    <a:pt x="45474" y="46963"/>
                  </a:lnTo>
                  <a:lnTo>
                    <a:pt x="44969" y="46767"/>
                  </a:lnTo>
                  <a:lnTo>
                    <a:pt x="44804" y="45717"/>
                  </a:lnTo>
                  <a:lnTo>
                    <a:pt x="44897" y="44358"/>
                  </a:lnTo>
                  <a:lnTo>
                    <a:pt x="44806" y="43264"/>
                  </a:lnTo>
                  <a:lnTo>
                    <a:pt x="44542" y="42265"/>
                  </a:lnTo>
                  <a:lnTo>
                    <a:pt x="43645" y="41146"/>
                  </a:lnTo>
                  <a:lnTo>
                    <a:pt x="43908" y="40474"/>
                  </a:lnTo>
                  <a:lnTo>
                    <a:pt x="44367" y="39879"/>
                  </a:lnTo>
                  <a:lnTo>
                    <a:pt x="44023" y="38347"/>
                  </a:lnTo>
                  <a:lnTo>
                    <a:pt x="43449" y="39596"/>
                  </a:lnTo>
                  <a:lnTo>
                    <a:pt x="43129" y="41296"/>
                  </a:lnTo>
                  <a:lnTo>
                    <a:pt x="43314" y="41841"/>
                  </a:lnTo>
                  <a:lnTo>
                    <a:pt x="42960" y="42297"/>
                  </a:lnTo>
                  <a:lnTo>
                    <a:pt x="42208" y="44265"/>
                  </a:lnTo>
                  <a:lnTo>
                    <a:pt x="41667" y="46900"/>
                  </a:lnTo>
                  <a:lnTo>
                    <a:pt x="41446" y="49431"/>
                  </a:lnTo>
                  <a:lnTo>
                    <a:pt x="41502" y="52114"/>
                  </a:lnTo>
                  <a:lnTo>
                    <a:pt x="41059" y="54180"/>
                  </a:lnTo>
                  <a:lnTo>
                    <a:pt x="40453" y="56148"/>
                  </a:lnTo>
                  <a:lnTo>
                    <a:pt x="40301" y="58691"/>
                  </a:lnTo>
                  <a:lnTo>
                    <a:pt x="40338" y="63357"/>
                  </a:lnTo>
                  <a:lnTo>
                    <a:pt x="40864" y="67613"/>
                  </a:lnTo>
                  <a:lnTo>
                    <a:pt x="41150" y="73422"/>
                  </a:lnTo>
                  <a:lnTo>
                    <a:pt x="40712" y="74155"/>
                  </a:lnTo>
                  <a:lnTo>
                    <a:pt x="39394" y="74547"/>
                  </a:lnTo>
                  <a:lnTo>
                    <a:pt x="38743" y="75283"/>
                  </a:lnTo>
                  <a:lnTo>
                    <a:pt x="37671" y="72403"/>
                  </a:lnTo>
                  <a:lnTo>
                    <a:pt x="37042" y="69391"/>
                  </a:lnTo>
                  <a:lnTo>
                    <a:pt x="37527" y="68187"/>
                  </a:lnTo>
                  <a:lnTo>
                    <a:pt x="38596" y="68883"/>
                  </a:lnTo>
                  <a:lnTo>
                    <a:pt x="38923" y="68199"/>
                  </a:lnTo>
                  <a:lnTo>
                    <a:pt x="39010" y="67426"/>
                  </a:lnTo>
                  <a:lnTo>
                    <a:pt x="38918" y="66658"/>
                  </a:lnTo>
                  <a:lnTo>
                    <a:pt x="37603" y="64999"/>
                  </a:lnTo>
                  <a:lnTo>
                    <a:pt x="36127" y="64222"/>
                  </a:lnTo>
                  <a:lnTo>
                    <a:pt x="35658" y="65178"/>
                  </a:lnTo>
                  <a:lnTo>
                    <a:pt x="35821" y="68029"/>
                  </a:lnTo>
                  <a:lnTo>
                    <a:pt x="35669" y="68678"/>
                  </a:lnTo>
                  <a:lnTo>
                    <a:pt x="34628" y="69769"/>
                  </a:lnTo>
                  <a:lnTo>
                    <a:pt x="34081" y="65645"/>
                  </a:lnTo>
                  <a:lnTo>
                    <a:pt x="32723" y="62604"/>
                  </a:lnTo>
                  <a:lnTo>
                    <a:pt x="32772" y="64069"/>
                  </a:lnTo>
                  <a:lnTo>
                    <a:pt x="33336" y="66612"/>
                  </a:lnTo>
                  <a:lnTo>
                    <a:pt x="33275" y="67731"/>
                  </a:lnTo>
                  <a:lnTo>
                    <a:pt x="33057" y="69180"/>
                  </a:lnTo>
                  <a:lnTo>
                    <a:pt x="32511" y="69720"/>
                  </a:lnTo>
                  <a:lnTo>
                    <a:pt x="32252" y="70883"/>
                  </a:lnTo>
                  <a:lnTo>
                    <a:pt x="32252" y="72519"/>
                  </a:lnTo>
                  <a:lnTo>
                    <a:pt x="32070" y="75162"/>
                  </a:lnTo>
                  <a:lnTo>
                    <a:pt x="31179" y="76342"/>
                  </a:lnTo>
                  <a:lnTo>
                    <a:pt x="29009" y="73402"/>
                  </a:lnTo>
                  <a:lnTo>
                    <a:pt x="28859" y="74391"/>
                  </a:lnTo>
                  <a:lnTo>
                    <a:pt x="28892" y="75246"/>
                  </a:lnTo>
                  <a:lnTo>
                    <a:pt x="30001" y="76934"/>
                  </a:lnTo>
                  <a:lnTo>
                    <a:pt x="29490" y="78209"/>
                  </a:lnTo>
                  <a:lnTo>
                    <a:pt x="29104" y="79704"/>
                  </a:lnTo>
                  <a:lnTo>
                    <a:pt x="28487" y="83628"/>
                  </a:lnTo>
                  <a:lnTo>
                    <a:pt x="27491" y="86881"/>
                  </a:lnTo>
                  <a:lnTo>
                    <a:pt x="27001" y="87083"/>
                  </a:lnTo>
                  <a:lnTo>
                    <a:pt x="25335" y="86569"/>
                  </a:lnTo>
                  <a:lnTo>
                    <a:pt x="23475" y="83819"/>
                  </a:lnTo>
                  <a:lnTo>
                    <a:pt x="21805" y="84133"/>
                  </a:lnTo>
                  <a:lnTo>
                    <a:pt x="19010" y="83934"/>
                  </a:lnTo>
                  <a:lnTo>
                    <a:pt x="17239" y="84950"/>
                  </a:lnTo>
                  <a:lnTo>
                    <a:pt x="16868" y="81926"/>
                  </a:lnTo>
                  <a:lnTo>
                    <a:pt x="16481" y="80850"/>
                  </a:lnTo>
                  <a:lnTo>
                    <a:pt x="16638" y="79894"/>
                  </a:lnTo>
                  <a:lnTo>
                    <a:pt x="18049" y="79254"/>
                  </a:lnTo>
                  <a:lnTo>
                    <a:pt x="19500" y="79280"/>
                  </a:lnTo>
                  <a:lnTo>
                    <a:pt x="19273" y="78125"/>
                  </a:lnTo>
                  <a:lnTo>
                    <a:pt x="18884" y="77698"/>
                  </a:lnTo>
                  <a:lnTo>
                    <a:pt x="18250" y="77978"/>
                  </a:lnTo>
                  <a:lnTo>
                    <a:pt x="16402" y="76971"/>
                  </a:lnTo>
                  <a:lnTo>
                    <a:pt x="15142" y="77421"/>
                  </a:lnTo>
                  <a:lnTo>
                    <a:pt x="14272" y="75993"/>
                  </a:lnTo>
                  <a:lnTo>
                    <a:pt x="12777" y="71027"/>
                  </a:lnTo>
                  <a:lnTo>
                    <a:pt x="11893" y="68730"/>
                  </a:lnTo>
                  <a:lnTo>
                    <a:pt x="11368" y="67835"/>
                  </a:lnTo>
                  <a:lnTo>
                    <a:pt x="10753" y="67345"/>
                  </a:lnTo>
                  <a:lnTo>
                    <a:pt x="10383" y="66615"/>
                  </a:lnTo>
                  <a:lnTo>
                    <a:pt x="7676" y="55317"/>
                  </a:lnTo>
                  <a:lnTo>
                    <a:pt x="7293" y="52694"/>
                  </a:lnTo>
                  <a:lnTo>
                    <a:pt x="6820" y="46054"/>
                  </a:lnTo>
                  <a:lnTo>
                    <a:pt x="8969" y="49234"/>
                  </a:lnTo>
                  <a:lnTo>
                    <a:pt x="9733" y="51246"/>
                  </a:lnTo>
                  <a:lnTo>
                    <a:pt x="10145" y="53797"/>
                  </a:lnTo>
                  <a:lnTo>
                    <a:pt x="10873" y="50703"/>
                  </a:lnTo>
                  <a:lnTo>
                    <a:pt x="10741" y="49708"/>
                  </a:lnTo>
                  <a:lnTo>
                    <a:pt x="8813" y="45956"/>
                  </a:lnTo>
                  <a:lnTo>
                    <a:pt x="8558" y="44868"/>
                  </a:lnTo>
                  <a:lnTo>
                    <a:pt x="8452" y="43578"/>
                  </a:lnTo>
                  <a:lnTo>
                    <a:pt x="8000" y="44877"/>
                  </a:lnTo>
                  <a:lnTo>
                    <a:pt x="7265" y="45053"/>
                  </a:lnTo>
                  <a:lnTo>
                    <a:pt x="7562" y="42404"/>
                  </a:lnTo>
                  <a:lnTo>
                    <a:pt x="7306" y="39813"/>
                  </a:lnTo>
                  <a:lnTo>
                    <a:pt x="5050" y="34114"/>
                  </a:lnTo>
                  <a:lnTo>
                    <a:pt x="3324" y="28715"/>
                  </a:lnTo>
                  <a:lnTo>
                    <a:pt x="1626" y="22060"/>
                  </a:lnTo>
                  <a:lnTo>
                    <a:pt x="1480" y="21209"/>
                  </a:lnTo>
                  <a:lnTo>
                    <a:pt x="1459" y="19775"/>
                  </a:lnTo>
                  <a:lnTo>
                    <a:pt x="637" y="15319"/>
                  </a:lnTo>
                  <a:lnTo>
                    <a:pt x="201" y="12015"/>
                  </a:lnTo>
                  <a:lnTo>
                    <a:pt x="0" y="9118"/>
                  </a:lnTo>
                  <a:lnTo>
                    <a:pt x="784" y="3269"/>
                  </a:lnTo>
                  <a:lnTo>
                    <a:pt x="894" y="0"/>
                  </a:lnTo>
                  <a:lnTo>
                    <a:pt x="2128" y="1460"/>
                  </a:lnTo>
                  <a:close/>
                </a:path>
              </a:pathLst>
            </a:custGeom>
            <a:solidFill>
              <a:srgbClr val="FFFCF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7"/>
            <p:cNvSpPr/>
            <p:nvPr/>
          </p:nvSpPr>
          <p:spPr>
            <a:xfrm>
              <a:off x="5191761" y="4830899"/>
              <a:ext cx="1476" cy="2643"/>
            </a:xfrm>
            <a:custGeom>
              <a:avLst/>
              <a:pathLst>
                <a:path w="1476" h="2643">
                  <a:moveTo>
                    <a:pt x="1476" y="354"/>
                  </a:moveTo>
                  <a:lnTo>
                    <a:pt x="870" y="2643"/>
                  </a:lnTo>
                  <a:lnTo>
                    <a:pt x="119" y="1206"/>
                  </a:lnTo>
                  <a:lnTo>
                    <a:pt x="0" y="542"/>
                  </a:lnTo>
                  <a:lnTo>
                    <a:pt x="936" y="0"/>
                  </a:lnTo>
                  <a:lnTo>
                    <a:pt x="1247" y="57"/>
                  </a:lnTo>
                  <a:close/>
                </a:path>
              </a:pathLst>
            </a:custGeom>
            <a:solidFill>
              <a:srgbClr val="FFFCF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8"/>
            <p:cNvSpPr/>
            <p:nvPr/>
          </p:nvSpPr>
          <p:spPr>
            <a:xfrm>
              <a:off x="5149718" y="4828882"/>
              <a:ext cx="995" cy="4568"/>
            </a:xfrm>
            <a:custGeom>
              <a:avLst/>
              <a:pathLst>
                <a:path w="995" h="4568">
                  <a:moveTo>
                    <a:pt x="915" y="2123"/>
                  </a:moveTo>
                  <a:lnTo>
                    <a:pt x="467" y="4568"/>
                  </a:lnTo>
                  <a:lnTo>
                    <a:pt x="0" y="1488"/>
                  </a:lnTo>
                  <a:lnTo>
                    <a:pt x="506" y="1044"/>
                  </a:lnTo>
                  <a:lnTo>
                    <a:pt x="903" y="0"/>
                  </a:lnTo>
                  <a:lnTo>
                    <a:pt x="995" y="161"/>
                  </a:lnTo>
                  <a:close/>
                </a:path>
              </a:pathLst>
            </a:custGeom>
            <a:solidFill>
              <a:srgbClr val="FFFCF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49"/>
            <p:cNvSpPr/>
            <p:nvPr/>
          </p:nvSpPr>
          <p:spPr>
            <a:xfrm>
              <a:off x="5190443" y="4825101"/>
              <a:ext cx="5722" cy="5624"/>
            </a:xfrm>
            <a:custGeom>
              <a:avLst/>
              <a:pathLst>
                <a:path w="5722" h="5624">
                  <a:moveTo>
                    <a:pt x="3897" y="0"/>
                  </a:moveTo>
                  <a:lnTo>
                    <a:pt x="5062" y="1780"/>
                  </a:lnTo>
                  <a:lnTo>
                    <a:pt x="5722" y="3708"/>
                  </a:lnTo>
                  <a:lnTo>
                    <a:pt x="4856" y="5306"/>
                  </a:lnTo>
                  <a:lnTo>
                    <a:pt x="4223" y="5624"/>
                  </a:lnTo>
                  <a:lnTo>
                    <a:pt x="3812" y="3771"/>
                  </a:lnTo>
                  <a:lnTo>
                    <a:pt x="2512" y="4449"/>
                  </a:lnTo>
                  <a:lnTo>
                    <a:pt x="1136" y="4276"/>
                  </a:lnTo>
                  <a:lnTo>
                    <a:pt x="119" y="2874"/>
                  </a:lnTo>
                  <a:lnTo>
                    <a:pt x="0" y="2175"/>
                  </a:lnTo>
                  <a:lnTo>
                    <a:pt x="596" y="1474"/>
                  </a:lnTo>
                  <a:lnTo>
                    <a:pt x="2315" y="1506"/>
                  </a:lnTo>
                  <a:close/>
                </a:path>
              </a:pathLst>
            </a:custGeom>
            <a:solidFill>
              <a:srgbClr val="FFFCF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0"/>
            <p:cNvSpPr/>
            <p:nvPr/>
          </p:nvSpPr>
          <p:spPr>
            <a:xfrm>
              <a:off x="5187441" y="4807935"/>
              <a:ext cx="6861" cy="15842"/>
            </a:xfrm>
            <a:custGeom>
              <a:avLst/>
              <a:pathLst>
                <a:path w="6861" h="15842">
                  <a:moveTo>
                    <a:pt x="2877" y="934"/>
                  </a:moveTo>
                  <a:lnTo>
                    <a:pt x="5068" y="6279"/>
                  </a:lnTo>
                  <a:lnTo>
                    <a:pt x="6204" y="7113"/>
                  </a:lnTo>
                  <a:lnTo>
                    <a:pt x="6542" y="7675"/>
                  </a:lnTo>
                  <a:lnTo>
                    <a:pt x="6449" y="10030"/>
                  </a:lnTo>
                  <a:lnTo>
                    <a:pt x="5967" y="11037"/>
                  </a:lnTo>
                  <a:lnTo>
                    <a:pt x="6861" y="12365"/>
                  </a:lnTo>
                  <a:lnTo>
                    <a:pt x="6742" y="13224"/>
                  </a:lnTo>
                  <a:lnTo>
                    <a:pt x="6567" y="13193"/>
                  </a:lnTo>
                  <a:lnTo>
                    <a:pt x="5468" y="15002"/>
                  </a:lnTo>
                  <a:lnTo>
                    <a:pt x="4176" y="15842"/>
                  </a:lnTo>
                  <a:lnTo>
                    <a:pt x="3781" y="15213"/>
                  </a:lnTo>
                  <a:lnTo>
                    <a:pt x="3451" y="14385"/>
                  </a:lnTo>
                  <a:lnTo>
                    <a:pt x="3178" y="13178"/>
                  </a:lnTo>
                  <a:lnTo>
                    <a:pt x="1521" y="8527"/>
                  </a:lnTo>
                  <a:lnTo>
                    <a:pt x="1712" y="7251"/>
                  </a:lnTo>
                  <a:lnTo>
                    <a:pt x="1346" y="5303"/>
                  </a:lnTo>
                  <a:lnTo>
                    <a:pt x="556" y="5451"/>
                  </a:lnTo>
                  <a:lnTo>
                    <a:pt x="0" y="4265"/>
                  </a:lnTo>
                  <a:lnTo>
                    <a:pt x="888" y="3119"/>
                  </a:lnTo>
                  <a:lnTo>
                    <a:pt x="2046" y="0"/>
                  </a:lnTo>
                  <a:close/>
                </a:path>
              </a:pathLst>
            </a:custGeom>
            <a:solidFill>
              <a:srgbClr val="FFFCF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1"/>
            <p:cNvSpPr/>
            <p:nvPr/>
          </p:nvSpPr>
          <p:spPr>
            <a:xfrm>
              <a:off x="5138962" y="4803626"/>
              <a:ext cx="3732" cy="15957"/>
            </a:xfrm>
            <a:custGeom>
              <a:avLst/>
              <a:pathLst>
                <a:path w="3732" h="15957">
                  <a:moveTo>
                    <a:pt x="1102" y="15836"/>
                  </a:moveTo>
                  <a:lnTo>
                    <a:pt x="742" y="15957"/>
                  </a:lnTo>
                  <a:lnTo>
                    <a:pt x="459" y="14295"/>
                  </a:lnTo>
                  <a:lnTo>
                    <a:pt x="604" y="11920"/>
                  </a:lnTo>
                  <a:lnTo>
                    <a:pt x="0" y="9571"/>
                  </a:lnTo>
                  <a:lnTo>
                    <a:pt x="328" y="7211"/>
                  </a:lnTo>
                  <a:lnTo>
                    <a:pt x="286" y="4663"/>
                  </a:lnTo>
                  <a:lnTo>
                    <a:pt x="503" y="3540"/>
                  </a:lnTo>
                  <a:lnTo>
                    <a:pt x="1243" y="2302"/>
                  </a:lnTo>
                  <a:lnTo>
                    <a:pt x="1360" y="103"/>
                  </a:lnTo>
                  <a:lnTo>
                    <a:pt x="2001" y="0"/>
                  </a:lnTo>
                  <a:lnTo>
                    <a:pt x="3118" y="1711"/>
                  </a:lnTo>
                  <a:lnTo>
                    <a:pt x="3483" y="6059"/>
                  </a:lnTo>
                  <a:lnTo>
                    <a:pt x="3300" y="8682"/>
                  </a:lnTo>
                  <a:lnTo>
                    <a:pt x="3732" y="11040"/>
                  </a:lnTo>
                  <a:lnTo>
                    <a:pt x="3372" y="13057"/>
                  </a:lnTo>
                  <a:lnTo>
                    <a:pt x="2424" y="14716"/>
                  </a:lnTo>
                  <a:close/>
                </a:path>
              </a:pathLst>
            </a:custGeom>
            <a:solidFill>
              <a:srgbClr val="FFFCF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2"/>
            <p:cNvSpPr/>
            <p:nvPr/>
          </p:nvSpPr>
          <p:spPr>
            <a:xfrm>
              <a:off x="5154879" y="4770485"/>
              <a:ext cx="2796" cy="2908"/>
            </a:xfrm>
            <a:custGeom>
              <a:avLst/>
              <a:pathLst>
                <a:path w="2796" h="2908">
                  <a:moveTo>
                    <a:pt x="2295" y="952"/>
                  </a:moveTo>
                  <a:lnTo>
                    <a:pt x="2724" y="2351"/>
                  </a:lnTo>
                  <a:lnTo>
                    <a:pt x="2796" y="2908"/>
                  </a:lnTo>
                  <a:lnTo>
                    <a:pt x="1758" y="1806"/>
                  </a:lnTo>
                  <a:lnTo>
                    <a:pt x="0" y="2040"/>
                  </a:lnTo>
                  <a:lnTo>
                    <a:pt x="1102" y="0"/>
                  </a:lnTo>
                  <a:lnTo>
                    <a:pt x="1967" y="401"/>
                  </a:lnTo>
                  <a:close/>
                </a:path>
              </a:pathLst>
            </a:custGeom>
            <a:solidFill>
              <a:srgbClr val="FFFCF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3"/>
            <p:cNvSpPr/>
            <p:nvPr/>
          </p:nvSpPr>
          <p:spPr>
            <a:xfrm>
              <a:off x="5156753" y="4766217"/>
              <a:ext cx="2545" cy="3156"/>
            </a:xfrm>
            <a:custGeom>
              <a:avLst/>
              <a:pathLst>
                <a:path w="2545" h="3156">
                  <a:moveTo>
                    <a:pt x="2545" y="1203"/>
                  </a:moveTo>
                  <a:lnTo>
                    <a:pt x="685" y="3156"/>
                  </a:lnTo>
                  <a:lnTo>
                    <a:pt x="0" y="2259"/>
                  </a:lnTo>
                  <a:lnTo>
                    <a:pt x="68" y="793"/>
                  </a:lnTo>
                  <a:lnTo>
                    <a:pt x="185" y="141"/>
                  </a:lnTo>
                  <a:lnTo>
                    <a:pt x="1805" y="0"/>
                  </a:lnTo>
                  <a:close/>
                </a:path>
              </a:pathLst>
            </a:custGeom>
            <a:solidFill>
              <a:srgbClr val="FFFCF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4"/>
            <p:cNvSpPr/>
            <p:nvPr/>
          </p:nvSpPr>
          <p:spPr>
            <a:xfrm>
              <a:off x="5048907" y="4685794"/>
              <a:ext cx="19531" cy="14252"/>
            </a:xfrm>
            <a:custGeom>
              <a:avLst/>
              <a:pathLst>
                <a:path w="19531" h="14252">
                  <a:moveTo>
                    <a:pt x="13028" y="4319"/>
                  </a:moveTo>
                  <a:lnTo>
                    <a:pt x="15983" y="5012"/>
                  </a:lnTo>
                  <a:lnTo>
                    <a:pt x="17131" y="3947"/>
                  </a:lnTo>
                  <a:lnTo>
                    <a:pt x="18583" y="4807"/>
                  </a:lnTo>
                  <a:lnTo>
                    <a:pt x="19531" y="7678"/>
                  </a:lnTo>
                  <a:lnTo>
                    <a:pt x="18829" y="9104"/>
                  </a:lnTo>
                  <a:lnTo>
                    <a:pt x="18155" y="9311"/>
                  </a:lnTo>
                  <a:lnTo>
                    <a:pt x="15979" y="8134"/>
                  </a:lnTo>
                  <a:lnTo>
                    <a:pt x="13947" y="9026"/>
                  </a:lnTo>
                  <a:lnTo>
                    <a:pt x="13346" y="10212"/>
                  </a:lnTo>
                  <a:lnTo>
                    <a:pt x="12951" y="12844"/>
                  </a:lnTo>
                  <a:lnTo>
                    <a:pt x="11201" y="14252"/>
                  </a:lnTo>
                  <a:lnTo>
                    <a:pt x="10384" y="12659"/>
                  </a:lnTo>
                  <a:lnTo>
                    <a:pt x="8254" y="11522"/>
                  </a:lnTo>
                  <a:lnTo>
                    <a:pt x="7491" y="13196"/>
                  </a:lnTo>
                  <a:lnTo>
                    <a:pt x="5987" y="12748"/>
                  </a:lnTo>
                  <a:lnTo>
                    <a:pt x="4591" y="13421"/>
                  </a:lnTo>
                  <a:lnTo>
                    <a:pt x="2646" y="13020"/>
                  </a:lnTo>
                  <a:lnTo>
                    <a:pt x="600" y="10131"/>
                  </a:lnTo>
                  <a:lnTo>
                    <a:pt x="0" y="8795"/>
                  </a:lnTo>
                  <a:lnTo>
                    <a:pt x="474" y="6388"/>
                  </a:lnTo>
                  <a:lnTo>
                    <a:pt x="1209" y="4619"/>
                  </a:lnTo>
                  <a:lnTo>
                    <a:pt x="6801" y="2109"/>
                  </a:lnTo>
                  <a:lnTo>
                    <a:pt x="9790" y="0"/>
                  </a:lnTo>
                  <a:lnTo>
                    <a:pt x="12214" y="372"/>
                  </a:lnTo>
                  <a:lnTo>
                    <a:pt x="12886" y="819"/>
                  </a:lnTo>
                  <a:lnTo>
                    <a:pt x="13509" y="1890"/>
                  </a:lnTo>
                  <a:lnTo>
                    <a:pt x="13049" y="3834"/>
                  </a:lnTo>
                  <a:close/>
                </a:path>
              </a:pathLst>
            </a:custGeom>
            <a:solidFill>
              <a:srgbClr val="FFFCF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5"/>
            <p:cNvSpPr/>
            <p:nvPr/>
          </p:nvSpPr>
          <p:spPr>
            <a:xfrm>
              <a:off x="5256897" y="4443873"/>
              <a:ext cx="1764" cy="9052"/>
            </a:xfrm>
            <a:custGeom>
              <a:avLst/>
              <a:pathLst>
                <a:path w="1764" h="9052">
                  <a:moveTo>
                    <a:pt x="1764" y="917"/>
                  </a:moveTo>
                  <a:lnTo>
                    <a:pt x="702" y="9052"/>
                  </a:lnTo>
                  <a:lnTo>
                    <a:pt x="379" y="8896"/>
                  </a:lnTo>
                  <a:lnTo>
                    <a:pt x="0" y="7672"/>
                  </a:lnTo>
                  <a:lnTo>
                    <a:pt x="62" y="2963"/>
                  </a:lnTo>
                  <a:lnTo>
                    <a:pt x="489" y="0"/>
                  </a:lnTo>
                  <a:lnTo>
                    <a:pt x="1555" y="505"/>
                  </a:lnTo>
                  <a:close/>
                </a:path>
              </a:pathLst>
            </a:custGeom>
            <a:solidFill>
              <a:srgbClr val="FFFCF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6"/>
            <p:cNvSpPr/>
            <p:nvPr/>
          </p:nvSpPr>
          <p:spPr>
            <a:xfrm>
              <a:off x="5256517" y="4432777"/>
              <a:ext cx="1255" cy="8896"/>
            </a:xfrm>
            <a:custGeom>
              <a:avLst/>
              <a:pathLst>
                <a:path w="1255" h="8896">
                  <a:moveTo>
                    <a:pt x="955" y="8454"/>
                  </a:moveTo>
                  <a:lnTo>
                    <a:pt x="689" y="8896"/>
                  </a:lnTo>
                  <a:lnTo>
                    <a:pt x="142" y="6071"/>
                  </a:lnTo>
                  <a:lnTo>
                    <a:pt x="0" y="3220"/>
                  </a:lnTo>
                  <a:lnTo>
                    <a:pt x="183" y="577"/>
                  </a:lnTo>
                  <a:lnTo>
                    <a:pt x="830" y="0"/>
                  </a:lnTo>
                  <a:lnTo>
                    <a:pt x="1255" y="242"/>
                  </a:lnTo>
                  <a:lnTo>
                    <a:pt x="756" y="5070"/>
                  </a:lnTo>
                  <a:close/>
                </a:path>
              </a:pathLst>
            </a:custGeom>
            <a:solidFill>
              <a:srgbClr val="FFFCF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7"/>
            <p:cNvSpPr/>
            <p:nvPr/>
          </p:nvSpPr>
          <p:spPr>
            <a:xfrm>
              <a:off x="4757287" y="4388168"/>
              <a:ext cx="3391" cy="16970"/>
            </a:xfrm>
            <a:custGeom>
              <a:avLst/>
              <a:pathLst>
                <a:path w="3391" h="16970">
                  <a:moveTo>
                    <a:pt x="3391" y="15747"/>
                  </a:moveTo>
                  <a:lnTo>
                    <a:pt x="3063" y="16970"/>
                  </a:lnTo>
                  <a:lnTo>
                    <a:pt x="691" y="7768"/>
                  </a:lnTo>
                  <a:lnTo>
                    <a:pt x="0" y="1465"/>
                  </a:lnTo>
                  <a:lnTo>
                    <a:pt x="479" y="334"/>
                  </a:lnTo>
                  <a:lnTo>
                    <a:pt x="915" y="0"/>
                  </a:lnTo>
                  <a:lnTo>
                    <a:pt x="2320" y="8711"/>
                  </a:lnTo>
                  <a:lnTo>
                    <a:pt x="2756" y="10708"/>
                  </a:lnTo>
                  <a:lnTo>
                    <a:pt x="2759" y="12757"/>
                  </a:lnTo>
                  <a:lnTo>
                    <a:pt x="2963" y="13403"/>
                  </a:lnTo>
                  <a:close/>
                </a:path>
              </a:pathLst>
            </a:custGeom>
            <a:solidFill>
              <a:srgbClr val="FFFCF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8"/>
            <p:cNvSpPr/>
            <p:nvPr/>
          </p:nvSpPr>
          <p:spPr>
            <a:xfrm>
              <a:off x="5251725" y="4364786"/>
              <a:ext cx="4721" cy="31009"/>
            </a:xfrm>
            <a:custGeom>
              <a:avLst/>
              <a:pathLst>
                <a:path w="4721" h="31009">
                  <a:moveTo>
                    <a:pt x="1243" y="30195"/>
                  </a:moveTo>
                  <a:lnTo>
                    <a:pt x="929" y="31009"/>
                  </a:lnTo>
                  <a:lnTo>
                    <a:pt x="373" y="29549"/>
                  </a:lnTo>
                  <a:lnTo>
                    <a:pt x="0" y="24302"/>
                  </a:lnTo>
                  <a:lnTo>
                    <a:pt x="275" y="21261"/>
                  </a:lnTo>
                  <a:lnTo>
                    <a:pt x="924" y="18479"/>
                  </a:lnTo>
                  <a:lnTo>
                    <a:pt x="1037" y="16941"/>
                  </a:lnTo>
                  <a:lnTo>
                    <a:pt x="757" y="13718"/>
                  </a:lnTo>
                  <a:lnTo>
                    <a:pt x="2623" y="10094"/>
                  </a:lnTo>
                  <a:lnTo>
                    <a:pt x="3095" y="8180"/>
                  </a:lnTo>
                  <a:lnTo>
                    <a:pt x="3273" y="5722"/>
                  </a:lnTo>
                  <a:lnTo>
                    <a:pt x="2587" y="3064"/>
                  </a:lnTo>
                  <a:lnTo>
                    <a:pt x="2061" y="2539"/>
                  </a:lnTo>
                  <a:lnTo>
                    <a:pt x="2520" y="1061"/>
                  </a:lnTo>
                  <a:lnTo>
                    <a:pt x="3041" y="314"/>
                  </a:lnTo>
                  <a:lnTo>
                    <a:pt x="3458" y="0"/>
                  </a:lnTo>
                  <a:lnTo>
                    <a:pt x="3769" y="277"/>
                  </a:lnTo>
                  <a:lnTo>
                    <a:pt x="3964" y="5505"/>
                  </a:lnTo>
                  <a:lnTo>
                    <a:pt x="4721" y="7352"/>
                  </a:lnTo>
                  <a:lnTo>
                    <a:pt x="4609" y="9874"/>
                  </a:lnTo>
                  <a:lnTo>
                    <a:pt x="2032" y="23163"/>
                  </a:lnTo>
                  <a:lnTo>
                    <a:pt x="1321" y="28178"/>
                  </a:lnTo>
                  <a:close/>
                </a:path>
              </a:pathLst>
            </a:custGeom>
            <a:solidFill>
              <a:srgbClr val="FFFCF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59"/>
            <p:cNvSpPr/>
            <p:nvPr/>
          </p:nvSpPr>
          <p:spPr>
            <a:xfrm>
              <a:off x="5227744" y="4327307"/>
              <a:ext cx="3239" cy="9314"/>
            </a:xfrm>
            <a:custGeom>
              <a:avLst/>
              <a:pathLst>
                <a:path w="3239" h="9314">
                  <a:moveTo>
                    <a:pt x="1397" y="894"/>
                  </a:moveTo>
                  <a:lnTo>
                    <a:pt x="1819" y="1644"/>
                  </a:lnTo>
                  <a:lnTo>
                    <a:pt x="2205" y="1552"/>
                  </a:lnTo>
                  <a:lnTo>
                    <a:pt x="2552" y="2043"/>
                  </a:lnTo>
                  <a:lnTo>
                    <a:pt x="2412" y="3970"/>
                  </a:lnTo>
                  <a:lnTo>
                    <a:pt x="2974" y="6143"/>
                  </a:lnTo>
                  <a:lnTo>
                    <a:pt x="3239" y="7675"/>
                  </a:lnTo>
                  <a:lnTo>
                    <a:pt x="2816" y="8916"/>
                  </a:lnTo>
                  <a:lnTo>
                    <a:pt x="2529" y="9314"/>
                  </a:lnTo>
                  <a:lnTo>
                    <a:pt x="1861" y="8278"/>
                  </a:lnTo>
                  <a:lnTo>
                    <a:pt x="0" y="2057"/>
                  </a:lnTo>
                  <a:lnTo>
                    <a:pt x="329" y="0"/>
                  </a:lnTo>
                  <a:close/>
                </a:path>
              </a:pathLst>
            </a:custGeom>
            <a:solidFill>
              <a:srgbClr val="FFFCF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0"/>
            <p:cNvSpPr/>
            <p:nvPr/>
          </p:nvSpPr>
          <p:spPr>
            <a:xfrm>
              <a:off x="5220699" y="4290376"/>
              <a:ext cx="1066" cy="3367"/>
            </a:xfrm>
            <a:custGeom>
              <a:avLst/>
              <a:pathLst>
                <a:path w="1066" h="3367">
                  <a:moveTo>
                    <a:pt x="670" y="3304"/>
                  </a:moveTo>
                  <a:lnTo>
                    <a:pt x="321" y="3367"/>
                  </a:lnTo>
                  <a:lnTo>
                    <a:pt x="0" y="2865"/>
                  </a:lnTo>
                  <a:lnTo>
                    <a:pt x="274" y="1688"/>
                  </a:lnTo>
                  <a:lnTo>
                    <a:pt x="321" y="0"/>
                  </a:lnTo>
                  <a:lnTo>
                    <a:pt x="729" y="519"/>
                  </a:lnTo>
                  <a:lnTo>
                    <a:pt x="1066" y="2842"/>
                  </a:lnTo>
                  <a:close/>
                </a:path>
              </a:pathLst>
            </a:custGeom>
            <a:solidFill>
              <a:srgbClr val="FFFCF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1"/>
            <p:cNvSpPr/>
            <p:nvPr/>
          </p:nvSpPr>
          <p:spPr>
            <a:xfrm>
              <a:off x="5213383" y="4285589"/>
              <a:ext cx="725" cy="5156"/>
            </a:xfrm>
            <a:custGeom>
              <a:avLst/>
              <a:pathLst>
                <a:path w="725" h="5156">
                  <a:moveTo>
                    <a:pt x="725" y="4264"/>
                  </a:moveTo>
                  <a:lnTo>
                    <a:pt x="297" y="5156"/>
                  </a:lnTo>
                  <a:lnTo>
                    <a:pt x="0" y="3003"/>
                  </a:lnTo>
                  <a:lnTo>
                    <a:pt x="72" y="747"/>
                  </a:lnTo>
                  <a:lnTo>
                    <a:pt x="527" y="0"/>
                  </a:lnTo>
                  <a:lnTo>
                    <a:pt x="720" y="2972"/>
                  </a:lnTo>
                  <a:close/>
                </a:path>
              </a:pathLst>
            </a:custGeom>
            <a:solidFill>
              <a:srgbClr val="FFFCF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2"/>
            <p:cNvSpPr/>
            <p:nvPr/>
          </p:nvSpPr>
          <p:spPr>
            <a:xfrm>
              <a:off x="4786908" y="4244789"/>
              <a:ext cx="1838" cy="5852"/>
            </a:xfrm>
            <a:custGeom>
              <a:avLst/>
              <a:pathLst>
                <a:path w="1838" h="5852">
                  <a:moveTo>
                    <a:pt x="1697" y="3540"/>
                  </a:moveTo>
                  <a:lnTo>
                    <a:pt x="980" y="5852"/>
                  </a:lnTo>
                  <a:lnTo>
                    <a:pt x="116" y="5396"/>
                  </a:lnTo>
                  <a:lnTo>
                    <a:pt x="0" y="4230"/>
                  </a:lnTo>
                  <a:lnTo>
                    <a:pt x="564" y="2314"/>
                  </a:lnTo>
                  <a:lnTo>
                    <a:pt x="1554" y="0"/>
                  </a:lnTo>
                  <a:lnTo>
                    <a:pt x="1838" y="1428"/>
                  </a:lnTo>
                  <a:close/>
                </a:path>
              </a:pathLst>
            </a:custGeom>
            <a:solidFill>
              <a:srgbClr val="FFFCF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3"/>
            <p:cNvSpPr/>
            <p:nvPr/>
          </p:nvSpPr>
          <p:spPr>
            <a:xfrm>
              <a:off x="5201899" y="4229587"/>
              <a:ext cx="1313" cy="4403"/>
            </a:xfrm>
            <a:custGeom>
              <a:avLst/>
              <a:pathLst>
                <a:path w="1313" h="4403">
                  <a:moveTo>
                    <a:pt x="1294" y="4077"/>
                  </a:moveTo>
                  <a:lnTo>
                    <a:pt x="1000" y="4403"/>
                  </a:lnTo>
                  <a:lnTo>
                    <a:pt x="598" y="4380"/>
                  </a:lnTo>
                  <a:lnTo>
                    <a:pt x="0" y="3846"/>
                  </a:lnTo>
                  <a:lnTo>
                    <a:pt x="520" y="0"/>
                  </a:lnTo>
                  <a:lnTo>
                    <a:pt x="808" y="2008"/>
                  </a:lnTo>
                  <a:lnTo>
                    <a:pt x="1313" y="3664"/>
                  </a:lnTo>
                  <a:close/>
                </a:path>
              </a:pathLst>
            </a:custGeom>
            <a:solidFill>
              <a:srgbClr val="FFFCF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4"/>
            <p:cNvSpPr/>
            <p:nvPr/>
          </p:nvSpPr>
          <p:spPr>
            <a:xfrm>
              <a:off x="5201258" y="4226361"/>
              <a:ext cx="999" cy="3249"/>
            </a:xfrm>
            <a:custGeom>
              <a:avLst/>
              <a:pathLst>
                <a:path w="999" h="3249">
                  <a:moveTo>
                    <a:pt x="600" y="3119"/>
                  </a:moveTo>
                  <a:lnTo>
                    <a:pt x="328" y="3249"/>
                  </a:lnTo>
                  <a:lnTo>
                    <a:pt x="0" y="2931"/>
                  </a:lnTo>
                  <a:lnTo>
                    <a:pt x="241" y="1702"/>
                  </a:lnTo>
                  <a:lnTo>
                    <a:pt x="552" y="727"/>
                  </a:lnTo>
                  <a:lnTo>
                    <a:pt x="999" y="0"/>
                  </a:lnTo>
                  <a:lnTo>
                    <a:pt x="855" y="2669"/>
                  </a:lnTo>
                  <a:close/>
                </a:path>
              </a:pathLst>
            </a:custGeom>
            <a:solidFill>
              <a:srgbClr val="FFFCF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5"/>
            <p:cNvSpPr/>
            <p:nvPr/>
          </p:nvSpPr>
          <p:spPr>
            <a:xfrm>
              <a:off x="5166854" y="4172627"/>
              <a:ext cx="3000" cy="7649"/>
            </a:xfrm>
            <a:custGeom>
              <a:avLst/>
              <a:pathLst>
                <a:path w="3000" h="7649">
                  <a:moveTo>
                    <a:pt x="2214" y="158"/>
                  </a:moveTo>
                  <a:lnTo>
                    <a:pt x="2467" y="2960"/>
                  </a:lnTo>
                  <a:lnTo>
                    <a:pt x="3000" y="5147"/>
                  </a:lnTo>
                  <a:lnTo>
                    <a:pt x="2816" y="6582"/>
                  </a:lnTo>
                  <a:lnTo>
                    <a:pt x="2467" y="7649"/>
                  </a:lnTo>
                  <a:lnTo>
                    <a:pt x="1688" y="6645"/>
                  </a:lnTo>
                  <a:lnTo>
                    <a:pt x="1141" y="4048"/>
                  </a:lnTo>
                  <a:lnTo>
                    <a:pt x="214" y="1965"/>
                  </a:lnTo>
                  <a:lnTo>
                    <a:pt x="0" y="764"/>
                  </a:lnTo>
                  <a:lnTo>
                    <a:pt x="1084" y="865"/>
                  </a:lnTo>
                  <a:lnTo>
                    <a:pt x="1629" y="458"/>
                  </a:lnTo>
                  <a:lnTo>
                    <a:pt x="1854" y="0"/>
                  </a:lnTo>
                  <a:close/>
                </a:path>
              </a:pathLst>
            </a:custGeom>
            <a:solidFill>
              <a:srgbClr val="FFFCF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6"/>
            <p:cNvSpPr/>
            <p:nvPr/>
          </p:nvSpPr>
          <p:spPr>
            <a:xfrm>
              <a:off x="5084292" y="4136121"/>
              <a:ext cx="2007" cy="4172"/>
            </a:xfrm>
            <a:custGeom>
              <a:avLst/>
              <a:pathLst>
                <a:path w="2007" h="4172">
                  <a:moveTo>
                    <a:pt x="629" y="3667"/>
                  </a:moveTo>
                  <a:lnTo>
                    <a:pt x="166" y="4172"/>
                  </a:lnTo>
                  <a:lnTo>
                    <a:pt x="0" y="2960"/>
                  </a:lnTo>
                  <a:lnTo>
                    <a:pt x="629" y="1734"/>
                  </a:lnTo>
                  <a:lnTo>
                    <a:pt x="1043" y="0"/>
                  </a:lnTo>
                  <a:lnTo>
                    <a:pt x="1873" y="1523"/>
                  </a:lnTo>
                  <a:lnTo>
                    <a:pt x="2007" y="3073"/>
                  </a:lnTo>
                  <a:close/>
                </a:path>
              </a:pathLst>
            </a:custGeom>
            <a:solidFill>
              <a:srgbClr val="FFFCF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7"/>
            <p:cNvSpPr/>
            <p:nvPr/>
          </p:nvSpPr>
          <p:spPr>
            <a:xfrm>
              <a:off x="5081077" y="4118533"/>
              <a:ext cx="6788" cy="10238"/>
            </a:xfrm>
            <a:custGeom>
              <a:avLst/>
              <a:pathLst>
                <a:path w="6788" h="10238">
                  <a:moveTo>
                    <a:pt x="4444" y="5254"/>
                  </a:moveTo>
                  <a:lnTo>
                    <a:pt x="3491" y="7854"/>
                  </a:lnTo>
                  <a:lnTo>
                    <a:pt x="3008" y="7488"/>
                  </a:lnTo>
                  <a:lnTo>
                    <a:pt x="2549" y="8905"/>
                  </a:lnTo>
                  <a:lnTo>
                    <a:pt x="1670" y="9580"/>
                  </a:lnTo>
                  <a:lnTo>
                    <a:pt x="1127" y="9557"/>
                  </a:lnTo>
                  <a:lnTo>
                    <a:pt x="147" y="10238"/>
                  </a:lnTo>
                  <a:lnTo>
                    <a:pt x="0" y="9415"/>
                  </a:lnTo>
                  <a:lnTo>
                    <a:pt x="185" y="6815"/>
                  </a:lnTo>
                  <a:lnTo>
                    <a:pt x="1000" y="3909"/>
                  </a:lnTo>
                  <a:lnTo>
                    <a:pt x="1793" y="2129"/>
                  </a:lnTo>
                  <a:lnTo>
                    <a:pt x="3840" y="1278"/>
                  </a:lnTo>
                  <a:lnTo>
                    <a:pt x="5432" y="0"/>
                  </a:lnTo>
                  <a:lnTo>
                    <a:pt x="5637" y="236"/>
                  </a:lnTo>
                  <a:lnTo>
                    <a:pt x="6788" y="3537"/>
                  </a:lnTo>
                  <a:lnTo>
                    <a:pt x="5084" y="3967"/>
                  </a:lnTo>
                  <a:close/>
                </a:path>
              </a:pathLst>
            </a:custGeom>
            <a:solidFill>
              <a:srgbClr val="FFFCF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8"/>
            <p:cNvSpPr/>
            <p:nvPr/>
          </p:nvSpPr>
          <p:spPr>
            <a:xfrm>
              <a:off x="5053868" y="4094882"/>
              <a:ext cx="1863" cy="6784"/>
            </a:xfrm>
            <a:custGeom>
              <a:avLst/>
              <a:pathLst>
                <a:path w="1863" h="6784">
                  <a:moveTo>
                    <a:pt x="1863" y="5416"/>
                  </a:moveTo>
                  <a:lnTo>
                    <a:pt x="1335" y="6784"/>
                  </a:lnTo>
                  <a:lnTo>
                    <a:pt x="663" y="5347"/>
                  </a:lnTo>
                  <a:lnTo>
                    <a:pt x="523" y="3875"/>
                  </a:lnTo>
                  <a:lnTo>
                    <a:pt x="0" y="3454"/>
                  </a:lnTo>
                  <a:lnTo>
                    <a:pt x="255" y="2094"/>
                  </a:lnTo>
                  <a:lnTo>
                    <a:pt x="531" y="1702"/>
                  </a:lnTo>
                  <a:lnTo>
                    <a:pt x="825" y="0"/>
                  </a:lnTo>
                  <a:lnTo>
                    <a:pt x="1503" y="2011"/>
                  </a:lnTo>
                  <a:lnTo>
                    <a:pt x="1584" y="4233"/>
                  </a:lnTo>
                  <a:close/>
                </a:path>
              </a:pathLst>
            </a:custGeom>
            <a:solidFill>
              <a:srgbClr val="FFFCF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69"/>
            <p:cNvSpPr/>
            <p:nvPr/>
          </p:nvSpPr>
          <p:spPr>
            <a:xfrm>
              <a:off x="5048439" y="4093076"/>
              <a:ext cx="1352" cy="2917"/>
            </a:xfrm>
            <a:custGeom>
              <a:avLst/>
              <a:pathLst>
                <a:path w="1352" h="2917">
                  <a:moveTo>
                    <a:pt x="1089" y="2793"/>
                  </a:moveTo>
                  <a:lnTo>
                    <a:pt x="350" y="2917"/>
                  </a:lnTo>
                  <a:lnTo>
                    <a:pt x="142" y="2767"/>
                  </a:lnTo>
                  <a:lnTo>
                    <a:pt x="0" y="1460"/>
                  </a:lnTo>
                  <a:lnTo>
                    <a:pt x="244" y="279"/>
                  </a:lnTo>
                  <a:lnTo>
                    <a:pt x="1028" y="0"/>
                  </a:lnTo>
                  <a:lnTo>
                    <a:pt x="1352" y="308"/>
                  </a:lnTo>
                  <a:close/>
                </a:path>
              </a:pathLst>
            </a:custGeom>
            <a:solidFill>
              <a:srgbClr val="FFFCF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0"/>
            <p:cNvSpPr/>
            <p:nvPr/>
          </p:nvSpPr>
          <p:spPr>
            <a:xfrm>
              <a:off x="5052670" y="4092155"/>
              <a:ext cx="550" cy="3687"/>
            </a:xfrm>
            <a:custGeom>
              <a:avLst/>
              <a:pathLst>
                <a:path w="550" h="3687">
                  <a:moveTo>
                    <a:pt x="211" y="3468"/>
                  </a:moveTo>
                  <a:lnTo>
                    <a:pt x="14" y="3687"/>
                  </a:lnTo>
                  <a:lnTo>
                    <a:pt x="0" y="1226"/>
                  </a:lnTo>
                  <a:lnTo>
                    <a:pt x="385" y="0"/>
                  </a:lnTo>
                  <a:lnTo>
                    <a:pt x="550" y="2550"/>
                  </a:lnTo>
                  <a:close/>
                </a:path>
              </a:pathLst>
            </a:custGeom>
            <a:solidFill>
              <a:srgbClr val="FFFCF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1"/>
            <p:cNvSpPr/>
            <p:nvPr/>
          </p:nvSpPr>
          <p:spPr>
            <a:xfrm>
              <a:off x="4900116" y="4085209"/>
              <a:ext cx="1508" cy="4807"/>
            </a:xfrm>
            <a:custGeom>
              <a:avLst/>
              <a:pathLst>
                <a:path w="1508" h="4807">
                  <a:moveTo>
                    <a:pt x="1412" y="3973"/>
                  </a:moveTo>
                  <a:lnTo>
                    <a:pt x="947" y="4807"/>
                  </a:lnTo>
                  <a:lnTo>
                    <a:pt x="511" y="4550"/>
                  </a:lnTo>
                  <a:lnTo>
                    <a:pt x="505" y="3396"/>
                  </a:lnTo>
                  <a:lnTo>
                    <a:pt x="0" y="2152"/>
                  </a:lnTo>
                  <a:lnTo>
                    <a:pt x="262" y="738"/>
                  </a:lnTo>
                  <a:lnTo>
                    <a:pt x="450" y="0"/>
                  </a:lnTo>
                  <a:lnTo>
                    <a:pt x="839" y="83"/>
                  </a:lnTo>
                  <a:lnTo>
                    <a:pt x="1008" y="1281"/>
                  </a:lnTo>
                  <a:lnTo>
                    <a:pt x="1508" y="2631"/>
                  </a:lnTo>
                  <a:close/>
                </a:path>
              </a:pathLst>
            </a:custGeom>
            <a:solidFill>
              <a:srgbClr val="FFFCF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2"/>
            <p:cNvSpPr/>
            <p:nvPr/>
          </p:nvSpPr>
          <p:spPr>
            <a:xfrm>
              <a:off x="4907623" y="4061233"/>
              <a:ext cx="1328" cy="5485"/>
            </a:xfrm>
            <a:custGeom>
              <a:avLst/>
              <a:pathLst>
                <a:path w="1328" h="5485">
                  <a:moveTo>
                    <a:pt x="1328" y="3647"/>
                  </a:moveTo>
                  <a:lnTo>
                    <a:pt x="537" y="5485"/>
                  </a:lnTo>
                  <a:lnTo>
                    <a:pt x="0" y="4008"/>
                  </a:lnTo>
                  <a:lnTo>
                    <a:pt x="323" y="1061"/>
                  </a:lnTo>
                  <a:lnTo>
                    <a:pt x="848" y="0"/>
                  </a:lnTo>
                  <a:lnTo>
                    <a:pt x="1319" y="554"/>
                  </a:lnTo>
                  <a:lnTo>
                    <a:pt x="1262" y="2853"/>
                  </a:lnTo>
                  <a:close/>
                </a:path>
              </a:pathLst>
            </a:custGeom>
            <a:solidFill>
              <a:srgbClr val="FFFCF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3"/>
            <p:cNvSpPr/>
            <p:nvPr/>
          </p:nvSpPr>
          <p:spPr>
            <a:xfrm>
              <a:off x="5046375" y="4038179"/>
              <a:ext cx="7593" cy="18237"/>
            </a:xfrm>
            <a:custGeom>
              <a:avLst/>
              <a:pathLst>
                <a:path w="7593" h="18237">
                  <a:moveTo>
                    <a:pt x="4679" y="3783"/>
                  </a:moveTo>
                  <a:lnTo>
                    <a:pt x="5214" y="5009"/>
                  </a:lnTo>
                  <a:lnTo>
                    <a:pt x="5787" y="4922"/>
                  </a:lnTo>
                  <a:lnTo>
                    <a:pt x="6291" y="2219"/>
                  </a:lnTo>
                  <a:lnTo>
                    <a:pt x="6605" y="2594"/>
                  </a:lnTo>
                  <a:lnTo>
                    <a:pt x="6853" y="3272"/>
                  </a:lnTo>
                  <a:lnTo>
                    <a:pt x="7035" y="4464"/>
                  </a:lnTo>
                  <a:lnTo>
                    <a:pt x="6262" y="6521"/>
                  </a:lnTo>
                  <a:lnTo>
                    <a:pt x="5916" y="6838"/>
                  </a:lnTo>
                  <a:lnTo>
                    <a:pt x="5586" y="7975"/>
                  </a:lnTo>
                  <a:lnTo>
                    <a:pt x="5057" y="11724"/>
                  </a:lnTo>
                  <a:lnTo>
                    <a:pt x="5114" y="12982"/>
                  </a:lnTo>
                  <a:lnTo>
                    <a:pt x="5572" y="14240"/>
                  </a:lnTo>
                  <a:lnTo>
                    <a:pt x="6786" y="15406"/>
                  </a:lnTo>
                  <a:lnTo>
                    <a:pt x="7384" y="14866"/>
                  </a:lnTo>
                  <a:lnTo>
                    <a:pt x="7593" y="15022"/>
                  </a:lnTo>
                  <a:lnTo>
                    <a:pt x="7353" y="16846"/>
                  </a:lnTo>
                  <a:lnTo>
                    <a:pt x="6896" y="18237"/>
                  </a:lnTo>
                  <a:lnTo>
                    <a:pt x="5278" y="17657"/>
                  </a:lnTo>
                  <a:lnTo>
                    <a:pt x="3877" y="17865"/>
                  </a:lnTo>
                  <a:lnTo>
                    <a:pt x="1543" y="16508"/>
                  </a:lnTo>
                  <a:lnTo>
                    <a:pt x="343" y="16341"/>
                  </a:lnTo>
                  <a:lnTo>
                    <a:pt x="0" y="15836"/>
                  </a:lnTo>
                  <a:lnTo>
                    <a:pt x="700" y="14762"/>
                  </a:lnTo>
                  <a:lnTo>
                    <a:pt x="1138" y="13314"/>
                  </a:lnTo>
                  <a:lnTo>
                    <a:pt x="933" y="9906"/>
                  </a:lnTo>
                  <a:lnTo>
                    <a:pt x="1101" y="5583"/>
                  </a:lnTo>
                  <a:lnTo>
                    <a:pt x="2447" y="3482"/>
                  </a:lnTo>
                  <a:lnTo>
                    <a:pt x="3052" y="1336"/>
                  </a:lnTo>
                  <a:lnTo>
                    <a:pt x="3951" y="0"/>
                  </a:lnTo>
                  <a:lnTo>
                    <a:pt x="4522" y="170"/>
                  </a:lnTo>
                  <a:lnTo>
                    <a:pt x="4448" y="1486"/>
                  </a:lnTo>
                  <a:close/>
                </a:path>
              </a:pathLst>
            </a:custGeom>
            <a:solidFill>
              <a:srgbClr val="FFFCF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4"/>
            <p:cNvSpPr/>
            <p:nvPr/>
          </p:nvSpPr>
          <p:spPr>
            <a:xfrm>
              <a:off x="5043745" y="4037850"/>
              <a:ext cx="1889" cy="5058"/>
            </a:xfrm>
            <a:custGeom>
              <a:avLst/>
              <a:pathLst>
                <a:path w="1889" h="5058">
                  <a:moveTo>
                    <a:pt x="1420" y="4720"/>
                  </a:moveTo>
                  <a:lnTo>
                    <a:pt x="1127" y="5058"/>
                  </a:lnTo>
                  <a:lnTo>
                    <a:pt x="4" y="4487"/>
                  </a:lnTo>
                  <a:lnTo>
                    <a:pt x="0" y="3422"/>
                  </a:lnTo>
                  <a:lnTo>
                    <a:pt x="149" y="2611"/>
                  </a:lnTo>
                  <a:lnTo>
                    <a:pt x="460" y="2126"/>
                  </a:lnTo>
                  <a:lnTo>
                    <a:pt x="1149" y="0"/>
                  </a:lnTo>
                  <a:lnTo>
                    <a:pt x="1667" y="1237"/>
                  </a:lnTo>
                  <a:lnTo>
                    <a:pt x="1889" y="3734"/>
                  </a:lnTo>
                  <a:close/>
                </a:path>
              </a:pathLst>
            </a:custGeom>
            <a:solidFill>
              <a:srgbClr val="FFFCF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5"/>
            <p:cNvSpPr/>
            <p:nvPr/>
          </p:nvSpPr>
          <p:spPr>
            <a:xfrm>
              <a:off x="5044460" y="3972877"/>
              <a:ext cx="3689" cy="6230"/>
            </a:xfrm>
            <a:custGeom>
              <a:avLst/>
              <a:pathLst>
                <a:path w="3689" h="6230">
                  <a:moveTo>
                    <a:pt x="1954" y="4031"/>
                  </a:moveTo>
                  <a:lnTo>
                    <a:pt x="0" y="6230"/>
                  </a:lnTo>
                  <a:lnTo>
                    <a:pt x="1074" y="3266"/>
                  </a:lnTo>
                  <a:lnTo>
                    <a:pt x="3318" y="626"/>
                  </a:lnTo>
                  <a:lnTo>
                    <a:pt x="3689" y="0"/>
                  </a:lnTo>
                  <a:lnTo>
                    <a:pt x="3581" y="1281"/>
                  </a:lnTo>
                  <a:lnTo>
                    <a:pt x="2457" y="3465"/>
                  </a:lnTo>
                  <a:close/>
                </a:path>
              </a:pathLst>
            </a:custGeom>
            <a:solidFill>
              <a:srgbClr val="FFFCF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6"/>
            <p:cNvSpPr/>
            <p:nvPr/>
          </p:nvSpPr>
          <p:spPr>
            <a:xfrm>
              <a:off x="4968731" y="3969062"/>
              <a:ext cx="6947" cy="14739"/>
            </a:xfrm>
            <a:custGeom>
              <a:avLst/>
              <a:pathLst>
                <a:path w="6947" h="14739">
                  <a:moveTo>
                    <a:pt x="5133" y="10119"/>
                  </a:moveTo>
                  <a:lnTo>
                    <a:pt x="6151" y="10824"/>
                  </a:lnTo>
                  <a:lnTo>
                    <a:pt x="6621" y="11828"/>
                  </a:lnTo>
                  <a:lnTo>
                    <a:pt x="6903" y="12895"/>
                  </a:lnTo>
                  <a:lnTo>
                    <a:pt x="6947" y="14177"/>
                  </a:lnTo>
                  <a:lnTo>
                    <a:pt x="5667" y="14739"/>
                  </a:lnTo>
                  <a:lnTo>
                    <a:pt x="3383" y="12852"/>
                  </a:lnTo>
                  <a:lnTo>
                    <a:pt x="1085" y="14410"/>
                  </a:lnTo>
                  <a:lnTo>
                    <a:pt x="411" y="14439"/>
                  </a:lnTo>
                  <a:lnTo>
                    <a:pt x="0" y="13311"/>
                  </a:lnTo>
                  <a:lnTo>
                    <a:pt x="355" y="10163"/>
                  </a:lnTo>
                  <a:lnTo>
                    <a:pt x="1182" y="10645"/>
                  </a:lnTo>
                  <a:lnTo>
                    <a:pt x="1903" y="9496"/>
                  </a:lnTo>
                  <a:lnTo>
                    <a:pt x="1775" y="6039"/>
                  </a:lnTo>
                  <a:lnTo>
                    <a:pt x="1352" y="4158"/>
                  </a:lnTo>
                  <a:lnTo>
                    <a:pt x="2565" y="701"/>
                  </a:lnTo>
                  <a:lnTo>
                    <a:pt x="3105" y="0"/>
                  </a:lnTo>
                  <a:lnTo>
                    <a:pt x="3652" y="5"/>
                  </a:lnTo>
                  <a:lnTo>
                    <a:pt x="4115" y="2461"/>
                  </a:lnTo>
                  <a:lnTo>
                    <a:pt x="4225" y="5113"/>
                  </a:lnTo>
                  <a:lnTo>
                    <a:pt x="4807" y="7546"/>
                  </a:lnTo>
                  <a:close/>
                </a:path>
              </a:pathLst>
            </a:custGeom>
            <a:solidFill>
              <a:srgbClr val="FFFCF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7"/>
            <p:cNvSpPr/>
            <p:nvPr/>
          </p:nvSpPr>
          <p:spPr>
            <a:xfrm>
              <a:off x="4972745" y="3964442"/>
              <a:ext cx="14437" cy="22043"/>
            </a:xfrm>
            <a:custGeom>
              <a:avLst/>
              <a:pathLst>
                <a:path w="14437" h="22043">
                  <a:moveTo>
                    <a:pt x="3088" y="5779"/>
                  </a:moveTo>
                  <a:lnTo>
                    <a:pt x="4734" y="6025"/>
                  </a:lnTo>
                  <a:lnTo>
                    <a:pt x="6715" y="3806"/>
                  </a:lnTo>
                  <a:lnTo>
                    <a:pt x="7636" y="4709"/>
                  </a:lnTo>
                  <a:lnTo>
                    <a:pt x="8076" y="4547"/>
                  </a:lnTo>
                  <a:lnTo>
                    <a:pt x="9527" y="2441"/>
                  </a:lnTo>
                  <a:lnTo>
                    <a:pt x="10471" y="1835"/>
                  </a:lnTo>
                  <a:lnTo>
                    <a:pt x="11102" y="277"/>
                  </a:lnTo>
                  <a:lnTo>
                    <a:pt x="11746" y="1962"/>
                  </a:lnTo>
                  <a:lnTo>
                    <a:pt x="13183" y="3921"/>
                  </a:lnTo>
                  <a:lnTo>
                    <a:pt x="13632" y="5970"/>
                  </a:lnTo>
                  <a:lnTo>
                    <a:pt x="14236" y="6937"/>
                  </a:lnTo>
                  <a:lnTo>
                    <a:pt x="14437" y="7577"/>
                  </a:lnTo>
                  <a:lnTo>
                    <a:pt x="13565" y="9724"/>
                  </a:lnTo>
                  <a:lnTo>
                    <a:pt x="13450" y="12038"/>
                  </a:lnTo>
                  <a:lnTo>
                    <a:pt x="12515" y="11880"/>
                  </a:lnTo>
                  <a:lnTo>
                    <a:pt x="11396" y="15674"/>
                  </a:lnTo>
                  <a:lnTo>
                    <a:pt x="7187" y="22043"/>
                  </a:lnTo>
                  <a:lnTo>
                    <a:pt x="3410" y="16604"/>
                  </a:lnTo>
                  <a:lnTo>
                    <a:pt x="1768" y="12924"/>
                  </a:lnTo>
                  <a:lnTo>
                    <a:pt x="668" y="7840"/>
                  </a:lnTo>
                  <a:lnTo>
                    <a:pt x="447" y="3679"/>
                  </a:lnTo>
                  <a:lnTo>
                    <a:pt x="0" y="1018"/>
                  </a:lnTo>
                  <a:lnTo>
                    <a:pt x="197" y="346"/>
                  </a:lnTo>
                  <a:lnTo>
                    <a:pt x="424" y="0"/>
                  </a:lnTo>
                  <a:lnTo>
                    <a:pt x="716" y="77"/>
                  </a:lnTo>
                  <a:lnTo>
                    <a:pt x="1858" y="2926"/>
                  </a:lnTo>
                  <a:lnTo>
                    <a:pt x="2359" y="3708"/>
                  </a:lnTo>
                  <a:close/>
                </a:path>
              </a:pathLst>
            </a:custGeom>
            <a:solidFill>
              <a:srgbClr val="FFFCF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8"/>
            <p:cNvSpPr/>
            <p:nvPr/>
          </p:nvSpPr>
          <p:spPr>
            <a:xfrm>
              <a:off x="5048673" y="3959479"/>
              <a:ext cx="3190" cy="12598"/>
            </a:xfrm>
            <a:custGeom>
              <a:avLst/>
              <a:pathLst>
                <a:path w="3190" h="12598">
                  <a:moveTo>
                    <a:pt x="948" y="10826"/>
                  </a:moveTo>
                  <a:lnTo>
                    <a:pt x="60" y="12598"/>
                  </a:lnTo>
                  <a:lnTo>
                    <a:pt x="0" y="11268"/>
                  </a:lnTo>
                  <a:lnTo>
                    <a:pt x="469" y="10206"/>
                  </a:lnTo>
                  <a:lnTo>
                    <a:pt x="1571" y="5883"/>
                  </a:lnTo>
                  <a:lnTo>
                    <a:pt x="2052" y="4879"/>
                  </a:lnTo>
                  <a:lnTo>
                    <a:pt x="2330" y="4311"/>
                  </a:lnTo>
                  <a:lnTo>
                    <a:pt x="2537" y="2726"/>
                  </a:lnTo>
                  <a:lnTo>
                    <a:pt x="2592" y="357"/>
                  </a:lnTo>
                  <a:lnTo>
                    <a:pt x="3190" y="0"/>
                  </a:lnTo>
                  <a:lnTo>
                    <a:pt x="2711" y="5381"/>
                  </a:lnTo>
                  <a:close/>
                </a:path>
              </a:pathLst>
            </a:custGeom>
            <a:solidFill>
              <a:srgbClr val="FFFCF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79"/>
            <p:cNvSpPr/>
            <p:nvPr/>
          </p:nvSpPr>
          <p:spPr>
            <a:xfrm>
              <a:off x="4998846" y="3958189"/>
              <a:ext cx="1793" cy="10327"/>
            </a:xfrm>
            <a:custGeom>
              <a:avLst/>
              <a:pathLst>
                <a:path w="1793" h="10327">
                  <a:moveTo>
                    <a:pt x="1352" y="9868"/>
                  </a:moveTo>
                  <a:lnTo>
                    <a:pt x="1108" y="10327"/>
                  </a:lnTo>
                  <a:lnTo>
                    <a:pt x="122" y="5756"/>
                  </a:lnTo>
                  <a:lnTo>
                    <a:pt x="401" y="4348"/>
                  </a:lnTo>
                  <a:lnTo>
                    <a:pt x="0" y="2022"/>
                  </a:lnTo>
                  <a:lnTo>
                    <a:pt x="666" y="1760"/>
                  </a:lnTo>
                  <a:lnTo>
                    <a:pt x="1172" y="0"/>
                  </a:lnTo>
                  <a:lnTo>
                    <a:pt x="1350" y="851"/>
                  </a:lnTo>
                  <a:lnTo>
                    <a:pt x="1395" y="4065"/>
                  </a:lnTo>
                  <a:lnTo>
                    <a:pt x="1793" y="5918"/>
                  </a:lnTo>
                  <a:close/>
                </a:path>
              </a:pathLst>
            </a:custGeom>
            <a:solidFill>
              <a:srgbClr val="FFFCF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0"/>
            <p:cNvSpPr/>
            <p:nvPr/>
          </p:nvSpPr>
          <p:spPr>
            <a:xfrm>
              <a:off x="4760700" y="3950461"/>
              <a:ext cx="498925" cy="840321"/>
            </a:xfrm>
            <a:custGeom>
              <a:avLst/>
              <a:pathLst>
                <a:path w="498925" h="840321">
                  <a:moveTo>
                    <a:pt x="370122" y="36852"/>
                  </a:moveTo>
                  <a:lnTo>
                    <a:pt x="369801" y="40439"/>
                  </a:lnTo>
                  <a:lnTo>
                    <a:pt x="369206" y="43209"/>
                  </a:lnTo>
                  <a:lnTo>
                    <a:pt x="369136" y="44874"/>
                  </a:lnTo>
                  <a:lnTo>
                    <a:pt x="369274" y="47165"/>
                  </a:lnTo>
                  <a:lnTo>
                    <a:pt x="370266" y="48871"/>
                  </a:lnTo>
                  <a:lnTo>
                    <a:pt x="371050" y="49947"/>
                  </a:lnTo>
                  <a:lnTo>
                    <a:pt x="371488" y="52937"/>
                  </a:lnTo>
                  <a:lnTo>
                    <a:pt x="372869" y="57106"/>
                  </a:lnTo>
                  <a:lnTo>
                    <a:pt x="372820" y="59949"/>
                  </a:lnTo>
                  <a:lnTo>
                    <a:pt x="373562" y="63484"/>
                  </a:lnTo>
                  <a:lnTo>
                    <a:pt x="374232" y="70539"/>
                  </a:lnTo>
                  <a:lnTo>
                    <a:pt x="374448" y="76723"/>
                  </a:lnTo>
                  <a:lnTo>
                    <a:pt x="375153" y="80855"/>
                  </a:lnTo>
                  <a:lnTo>
                    <a:pt x="374682" y="89642"/>
                  </a:lnTo>
                  <a:lnTo>
                    <a:pt x="375185" y="93241"/>
                  </a:lnTo>
                  <a:lnTo>
                    <a:pt x="375853" y="96221"/>
                  </a:lnTo>
                  <a:lnTo>
                    <a:pt x="376641" y="102157"/>
                  </a:lnTo>
                  <a:lnTo>
                    <a:pt x="377247" y="107602"/>
                  </a:lnTo>
                  <a:lnTo>
                    <a:pt x="378062" y="109146"/>
                  </a:lnTo>
                  <a:lnTo>
                    <a:pt x="379783" y="110973"/>
                  </a:lnTo>
                  <a:lnTo>
                    <a:pt x="381560" y="108953"/>
                  </a:lnTo>
                  <a:lnTo>
                    <a:pt x="382844" y="106217"/>
                  </a:lnTo>
                  <a:lnTo>
                    <a:pt x="384223" y="105551"/>
                  </a:lnTo>
                  <a:lnTo>
                    <a:pt x="386091" y="104145"/>
                  </a:lnTo>
                  <a:lnTo>
                    <a:pt x="387490" y="107776"/>
                  </a:lnTo>
                  <a:lnTo>
                    <a:pt x="388251" y="111847"/>
                  </a:lnTo>
                  <a:lnTo>
                    <a:pt x="391554" y="117220"/>
                  </a:lnTo>
                  <a:lnTo>
                    <a:pt x="393389" y="120669"/>
                  </a:lnTo>
                  <a:lnTo>
                    <a:pt x="394815" y="122617"/>
                  </a:lnTo>
                  <a:lnTo>
                    <a:pt x="396144" y="125165"/>
                  </a:lnTo>
                  <a:lnTo>
                    <a:pt x="396011" y="127713"/>
                  </a:lnTo>
                  <a:lnTo>
                    <a:pt x="395699" y="129724"/>
                  </a:lnTo>
                  <a:lnTo>
                    <a:pt x="396002" y="132869"/>
                  </a:lnTo>
                  <a:lnTo>
                    <a:pt x="396210" y="136514"/>
                  </a:lnTo>
                  <a:lnTo>
                    <a:pt x="395945" y="140929"/>
                  </a:lnTo>
                  <a:lnTo>
                    <a:pt x="396907" y="147574"/>
                  </a:lnTo>
                  <a:lnTo>
                    <a:pt x="397226" y="152878"/>
                  </a:lnTo>
                  <a:lnTo>
                    <a:pt x="398245" y="158061"/>
                  </a:lnTo>
                  <a:lnTo>
                    <a:pt x="398170" y="163394"/>
                  </a:lnTo>
                  <a:lnTo>
                    <a:pt x="397979" y="165405"/>
                  </a:lnTo>
                  <a:lnTo>
                    <a:pt x="397852" y="168394"/>
                  </a:lnTo>
                  <a:lnTo>
                    <a:pt x="398646" y="172117"/>
                  </a:lnTo>
                  <a:lnTo>
                    <a:pt x="399379" y="174864"/>
                  </a:lnTo>
                  <a:lnTo>
                    <a:pt x="400470" y="177848"/>
                  </a:lnTo>
                  <a:lnTo>
                    <a:pt x="401908" y="182381"/>
                  </a:lnTo>
                  <a:lnTo>
                    <a:pt x="402933" y="183293"/>
                  </a:lnTo>
                  <a:lnTo>
                    <a:pt x="403849" y="183357"/>
                  </a:lnTo>
                  <a:lnTo>
                    <a:pt x="403724" y="188017"/>
                  </a:lnTo>
                  <a:lnTo>
                    <a:pt x="405548" y="197202"/>
                  </a:lnTo>
                  <a:lnTo>
                    <a:pt x="406487" y="204713"/>
                  </a:lnTo>
                  <a:lnTo>
                    <a:pt x="405847" y="214822"/>
                  </a:lnTo>
                  <a:lnTo>
                    <a:pt x="405215" y="220685"/>
                  </a:lnTo>
                  <a:lnTo>
                    <a:pt x="405331" y="223554"/>
                  </a:lnTo>
                  <a:lnTo>
                    <a:pt x="407686" y="230557"/>
                  </a:lnTo>
                  <a:lnTo>
                    <a:pt x="409045" y="231853"/>
                  </a:lnTo>
                  <a:lnTo>
                    <a:pt x="408780" y="235191"/>
                  </a:lnTo>
                  <a:lnTo>
                    <a:pt x="408597" y="240348"/>
                  </a:lnTo>
                  <a:lnTo>
                    <a:pt x="409664" y="244362"/>
                  </a:lnTo>
                  <a:lnTo>
                    <a:pt x="410871" y="247366"/>
                  </a:lnTo>
                  <a:lnTo>
                    <a:pt x="412181" y="249161"/>
                  </a:lnTo>
                  <a:lnTo>
                    <a:pt x="413472" y="250578"/>
                  </a:lnTo>
                  <a:lnTo>
                    <a:pt x="415163" y="252006"/>
                  </a:lnTo>
                  <a:lnTo>
                    <a:pt x="417306" y="252606"/>
                  </a:lnTo>
                  <a:lnTo>
                    <a:pt x="418418" y="254869"/>
                  </a:lnTo>
                  <a:lnTo>
                    <a:pt x="418986" y="256658"/>
                  </a:lnTo>
                  <a:lnTo>
                    <a:pt x="420705" y="257278"/>
                  </a:lnTo>
                  <a:lnTo>
                    <a:pt x="421487" y="256946"/>
                  </a:lnTo>
                  <a:lnTo>
                    <a:pt x="422438" y="256213"/>
                  </a:lnTo>
                  <a:lnTo>
                    <a:pt x="423084" y="257431"/>
                  </a:lnTo>
                  <a:lnTo>
                    <a:pt x="423564" y="259050"/>
                  </a:lnTo>
                  <a:lnTo>
                    <a:pt x="424505" y="263442"/>
                  </a:lnTo>
                  <a:lnTo>
                    <a:pt x="426434" y="267796"/>
                  </a:lnTo>
                  <a:lnTo>
                    <a:pt x="427802" y="268524"/>
                  </a:lnTo>
                  <a:lnTo>
                    <a:pt x="428572" y="270725"/>
                  </a:lnTo>
                  <a:lnTo>
                    <a:pt x="429668" y="271325"/>
                  </a:lnTo>
                  <a:lnTo>
                    <a:pt x="430613" y="271594"/>
                  </a:lnTo>
                  <a:lnTo>
                    <a:pt x="431953" y="273285"/>
                  </a:lnTo>
                  <a:lnTo>
                    <a:pt x="434141" y="277175"/>
                  </a:lnTo>
                  <a:lnTo>
                    <a:pt x="436113" y="277807"/>
                  </a:lnTo>
                  <a:lnTo>
                    <a:pt x="437023" y="278880"/>
                  </a:lnTo>
                  <a:lnTo>
                    <a:pt x="438984" y="283145"/>
                  </a:lnTo>
                  <a:lnTo>
                    <a:pt x="439744" y="285416"/>
                  </a:lnTo>
                  <a:lnTo>
                    <a:pt x="440531" y="288798"/>
                  </a:lnTo>
                  <a:lnTo>
                    <a:pt x="439548" y="289118"/>
                  </a:lnTo>
                  <a:lnTo>
                    <a:pt x="438621" y="288411"/>
                  </a:lnTo>
                  <a:lnTo>
                    <a:pt x="438050" y="291733"/>
                  </a:lnTo>
                  <a:lnTo>
                    <a:pt x="439355" y="296327"/>
                  </a:lnTo>
                  <a:lnTo>
                    <a:pt x="440872" y="299564"/>
                  </a:lnTo>
                  <a:lnTo>
                    <a:pt x="442700" y="302990"/>
                  </a:lnTo>
                  <a:lnTo>
                    <a:pt x="444481" y="307835"/>
                  </a:lnTo>
                  <a:lnTo>
                    <a:pt x="444932" y="311531"/>
                  </a:lnTo>
                  <a:lnTo>
                    <a:pt x="445411" y="312989"/>
                  </a:lnTo>
                  <a:lnTo>
                    <a:pt x="446016" y="318206"/>
                  </a:lnTo>
                  <a:lnTo>
                    <a:pt x="447556" y="321239"/>
                  </a:lnTo>
                  <a:lnTo>
                    <a:pt x="447630" y="326756"/>
                  </a:lnTo>
                  <a:lnTo>
                    <a:pt x="448419" y="334386"/>
                  </a:lnTo>
                  <a:lnTo>
                    <a:pt x="449304" y="341300"/>
                  </a:lnTo>
                  <a:lnTo>
                    <a:pt x="449916" y="343389"/>
                  </a:lnTo>
                  <a:lnTo>
                    <a:pt x="450639" y="346704"/>
                  </a:lnTo>
                  <a:lnTo>
                    <a:pt x="451474" y="346283"/>
                  </a:lnTo>
                  <a:lnTo>
                    <a:pt x="452102" y="345207"/>
                  </a:lnTo>
                  <a:lnTo>
                    <a:pt x="453310" y="348502"/>
                  </a:lnTo>
                  <a:lnTo>
                    <a:pt x="453977" y="349959"/>
                  </a:lnTo>
                  <a:lnTo>
                    <a:pt x="454361" y="349100"/>
                  </a:lnTo>
                  <a:lnTo>
                    <a:pt x="453576" y="342792"/>
                  </a:lnTo>
                  <a:lnTo>
                    <a:pt x="454062" y="339132"/>
                  </a:lnTo>
                  <a:lnTo>
                    <a:pt x="454547" y="338662"/>
                  </a:lnTo>
                  <a:lnTo>
                    <a:pt x="455233" y="338547"/>
                  </a:lnTo>
                  <a:lnTo>
                    <a:pt x="456057" y="341531"/>
                  </a:lnTo>
                  <a:lnTo>
                    <a:pt x="457191" y="344708"/>
                  </a:lnTo>
                  <a:lnTo>
                    <a:pt x="459291" y="347544"/>
                  </a:lnTo>
                  <a:lnTo>
                    <a:pt x="460972" y="350208"/>
                  </a:lnTo>
                  <a:lnTo>
                    <a:pt x="461445" y="350110"/>
                  </a:lnTo>
                  <a:lnTo>
                    <a:pt x="461257" y="348052"/>
                  </a:lnTo>
                  <a:lnTo>
                    <a:pt x="461309" y="345034"/>
                  </a:lnTo>
                  <a:lnTo>
                    <a:pt x="461979" y="344540"/>
                  </a:lnTo>
                  <a:lnTo>
                    <a:pt x="462591" y="346044"/>
                  </a:lnTo>
                  <a:lnTo>
                    <a:pt x="463719" y="350713"/>
                  </a:lnTo>
                  <a:lnTo>
                    <a:pt x="463953" y="360368"/>
                  </a:lnTo>
                  <a:lnTo>
                    <a:pt x="463955" y="368454"/>
                  </a:lnTo>
                  <a:lnTo>
                    <a:pt x="464697" y="376770"/>
                  </a:lnTo>
                  <a:lnTo>
                    <a:pt x="465782" y="378954"/>
                  </a:lnTo>
                  <a:lnTo>
                    <a:pt x="466494" y="381018"/>
                  </a:lnTo>
                  <a:lnTo>
                    <a:pt x="467715" y="383805"/>
                  </a:lnTo>
                  <a:lnTo>
                    <a:pt x="468531" y="386405"/>
                  </a:lnTo>
                  <a:lnTo>
                    <a:pt x="469549" y="387614"/>
                  </a:lnTo>
                  <a:lnTo>
                    <a:pt x="472812" y="393152"/>
                  </a:lnTo>
                  <a:lnTo>
                    <a:pt x="473733" y="393778"/>
                  </a:lnTo>
                  <a:lnTo>
                    <a:pt x="475158" y="393919"/>
                  </a:lnTo>
                  <a:lnTo>
                    <a:pt x="476895" y="396418"/>
                  </a:lnTo>
                  <a:lnTo>
                    <a:pt x="477772" y="398724"/>
                  </a:lnTo>
                  <a:lnTo>
                    <a:pt x="479656" y="407395"/>
                  </a:lnTo>
                  <a:lnTo>
                    <a:pt x="480575" y="410443"/>
                  </a:lnTo>
                  <a:lnTo>
                    <a:pt x="482453" y="413450"/>
                  </a:lnTo>
                  <a:lnTo>
                    <a:pt x="483330" y="414431"/>
                  </a:lnTo>
                  <a:lnTo>
                    <a:pt x="484604" y="416497"/>
                  </a:lnTo>
                  <a:lnTo>
                    <a:pt x="485058" y="419498"/>
                  </a:lnTo>
                  <a:lnTo>
                    <a:pt x="485168" y="421270"/>
                  </a:lnTo>
                  <a:lnTo>
                    <a:pt x="485923" y="424464"/>
                  </a:lnTo>
                  <a:lnTo>
                    <a:pt x="487046" y="428302"/>
                  </a:lnTo>
                  <a:lnTo>
                    <a:pt x="488710" y="430434"/>
                  </a:lnTo>
                  <a:lnTo>
                    <a:pt x="490245" y="435103"/>
                  </a:lnTo>
                  <a:lnTo>
                    <a:pt x="490331" y="442681"/>
                  </a:lnTo>
                  <a:lnTo>
                    <a:pt x="491127" y="446453"/>
                  </a:lnTo>
                  <a:lnTo>
                    <a:pt x="491660" y="448051"/>
                  </a:lnTo>
                  <a:lnTo>
                    <a:pt x="492861" y="449598"/>
                  </a:lnTo>
                  <a:lnTo>
                    <a:pt x="493348" y="450824"/>
                  </a:lnTo>
                  <a:lnTo>
                    <a:pt x="492351" y="460861"/>
                  </a:lnTo>
                  <a:lnTo>
                    <a:pt x="493313" y="480922"/>
                  </a:lnTo>
                  <a:lnTo>
                    <a:pt x="492754" y="487178"/>
                  </a:lnTo>
                  <a:lnTo>
                    <a:pt x="493755" y="493391"/>
                  </a:lnTo>
                  <a:lnTo>
                    <a:pt x="496072" y="504143"/>
                  </a:lnTo>
                  <a:lnTo>
                    <a:pt x="496599" y="507957"/>
                  </a:lnTo>
                  <a:lnTo>
                    <a:pt x="496925" y="512410"/>
                  </a:lnTo>
                  <a:lnTo>
                    <a:pt x="498416" y="518089"/>
                  </a:lnTo>
                  <a:lnTo>
                    <a:pt x="498335" y="526743"/>
                  </a:lnTo>
                  <a:lnTo>
                    <a:pt x="498925" y="530869"/>
                  </a:lnTo>
                  <a:lnTo>
                    <a:pt x="498773" y="536231"/>
                  </a:lnTo>
                  <a:lnTo>
                    <a:pt x="497016" y="542014"/>
                  </a:lnTo>
                  <a:lnTo>
                    <a:pt x="495607" y="549113"/>
                  </a:lnTo>
                  <a:lnTo>
                    <a:pt x="495594" y="555204"/>
                  </a:lnTo>
                  <a:lnTo>
                    <a:pt x="494673" y="566903"/>
                  </a:lnTo>
                  <a:lnTo>
                    <a:pt x="494074" y="570039"/>
                  </a:lnTo>
                  <a:lnTo>
                    <a:pt x="493634" y="574922"/>
                  </a:lnTo>
                  <a:lnTo>
                    <a:pt x="491689" y="586727"/>
                  </a:lnTo>
                  <a:lnTo>
                    <a:pt x="491605" y="591358"/>
                  </a:lnTo>
                  <a:lnTo>
                    <a:pt x="491903" y="596884"/>
                  </a:lnTo>
                  <a:lnTo>
                    <a:pt x="491578" y="602188"/>
                  </a:lnTo>
                  <a:lnTo>
                    <a:pt x="491093" y="605798"/>
                  </a:lnTo>
                  <a:lnTo>
                    <a:pt x="490620" y="612478"/>
                  </a:lnTo>
                  <a:lnTo>
                    <a:pt x="488670" y="622864"/>
                  </a:lnTo>
                  <a:lnTo>
                    <a:pt x="485874" y="630528"/>
                  </a:lnTo>
                  <a:lnTo>
                    <a:pt x="485701" y="636360"/>
                  </a:lnTo>
                  <a:lnTo>
                    <a:pt x="485347" y="638934"/>
                  </a:lnTo>
                  <a:lnTo>
                    <a:pt x="484777" y="642152"/>
                  </a:lnTo>
                  <a:lnTo>
                    <a:pt x="483060" y="645652"/>
                  </a:lnTo>
                  <a:lnTo>
                    <a:pt x="482026" y="647164"/>
                  </a:lnTo>
                  <a:lnTo>
                    <a:pt x="481634" y="649216"/>
                  </a:lnTo>
                  <a:lnTo>
                    <a:pt x="480657" y="649216"/>
                  </a:lnTo>
                  <a:lnTo>
                    <a:pt x="480633" y="649859"/>
                  </a:lnTo>
                  <a:lnTo>
                    <a:pt x="481293" y="650503"/>
                  </a:lnTo>
                  <a:lnTo>
                    <a:pt x="480999" y="651559"/>
                  </a:lnTo>
                  <a:lnTo>
                    <a:pt x="478408" y="653417"/>
                  </a:lnTo>
                  <a:lnTo>
                    <a:pt x="476664" y="655804"/>
                  </a:lnTo>
                  <a:lnTo>
                    <a:pt x="474880" y="661641"/>
                  </a:lnTo>
                  <a:lnTo>
                    <a:pt x="474132" y="664692"/>
                  </a:lnTo>
                  <a:lnTo>
                    <a:pt x="473174" y="667620"/>
                  </a:lnTo>
                  <a:lnTo>
                    <a:pt x="472603" y="668994"/>
                  </a:lnTo>
                  <a:lnTo>
                    <a:pt x="472351" y="670469"/>
                  </a:lnTo>
                  <a:lnTo>
                    <a:pt x="471964" y="674139"/>
                  </a:lnTo>
                  <a:lnTo>
                    <a:pt x="471044" y="674800"/>
                  </a:lnTo>
                  <a:lnTo>
                    <a:pt x="470237" y="675893"/>
                  </a:lnTo>
                  <a:lnTo>
                    <a:pt x="470615" y="679391"/>
                  </a:lnTo>
                  <a:lnTo>
                    <a:pt x="470191" y="683396"/>
                  </a:lnTo>
                  <a:lnTo>
                    <a:pt x="470091" y="686109"/>
                  </a:lnTo>
                  <a:lnTo>
                    <a:pt x="469651" y="687834"/>
                  </a:lnTo>
                  <a:lnTo>
                    <a:pt x="469121" y="687214"/>
                  </a:lnTo>
                  <a:lnTo>
                    <a:pt x="468704" y="687491"/>
                  </a:lnTo>
                  <a:lnTo>
                    <a:pt x="468173" y="688432"/>
                  </a:lnTo>
                  <a:lnTo>
                    <a:pt x="468992" y="688726"/>
                  </a:lnTo>
                  <a:lnTo>
                    <a:pt x="469490" y="689153"/>
                  </a:lnTo>
                  <a:lnTo>
                    <a:pt x="467743" y="693078"/>
                  </a:lnTo>
                  <a:lnTo>
                    <a:pt x="466143" y="697054"/>
                  </a:lnTo>
                  <a:lnTo>
                    <a:pt x="465737" y="699700"/>
                  </a:lnTo>
                  <a:lnTo>
                    <a:pt x="465044" y="703024"/>
                  </a:lnTo>
                  <a:lnTo>
                    <a:pt x="464434" y="710415"/>
                  </a:lnTo>
                  <a:lnTo>
                    <a:pt x="463931" y="714639"/>
                  </a:lnTo>
                  <a:lnTo>
                    <a:pt x="464278" y="717643"/>
                  </a:lnTo>
                  <a:lnTo>
                    <a:pt x="464221" y="718206"/>
                  </a:lnTo>
                  <a:lnTo>
                    <a:pt x="463851" y="718428"/>
                  </a:lnTo>
                  <a:lnTo>
                    <a:pt x="463622" y="718035"/>
                  </a:lnTo>
                  <a:lnTo>
                    <a:pt x="462898" y="719063"/>
                  </a:lnTo>
                  <a:lnTo>
                    <a:pt x="462696" y="720090"/>
                  </a:lnTo>
                  <a:lnTo>
                    <a:pt x="463000" y="721363"/>
                  </a:lnTo>
                  <a:lnTo>
                    <a:pt x="463204" y="721801"/>
                  </a:lnTo>
                  <a:lnTo>
                    <a:pt x="463112" y="722410"/>
                  </a:lnTo>
                  <a:lnTo>
                    <a:pt x="462811" y="723077"/>
                  </a:lnTo>
                  <a:lnTo>
                    <a:pt x="462122" y="723074"/>
                  </a:lnTo>
                  <a:lnTo>
                    <a:pt x="461295" y="724156"/>
                  </a:lnTo>
                  <a:lnTo>
                    <a:pt x="458909" y="735087"/>
                  </a:lnTo>
                  <a:lnTo>
                    <a:pt x="457898" y="737987"/>
                  </a:lnTo>
                  <a:lnTo>
                    <a:pt x="456703" y="742457"/>
                  </a:lnTo>
                  <a:lnTo>
                    <a:pt x="456249" y="746505"/>
                  </a:lnTo>
                  <a:lnTo>
                    <a:pt x="455883" y="750932"/>
                  </a:lnTo>
                  <a:lnTo>
                    <a:pt x="455469" y="758386"/>
                  </a:lnTo>
                  <a:lnTo>
                    <a:pt x="455068" y="763637"/>
                  </a:lnTo>
                  <a:lnTo>
                    <a:pt x="454147" y="768731"/>
                  </a:lnTo>
                  <a:lnTo>
                    <a:pt x="453802" y="772358"/>
                  </a:lnTo>
                  <a:lnTo>
                    <a:pt x="453683" y="779295"/>
                  </a:lnTo>
                  <a:lnTo>
                    <a:pt x="454124" y="784558"/>
                  </a:lnTo>
                  <a:lnTo>
                    <a:pt x="453835" y="787355"/>
                  </a:lnTo>
                  <a:lnTo>
                    <a:pt x="453828" y="790038"/>
                  </a:lnTo>
                  <a:lnTo>
                    <a:pt x="453463" y="792540"/>
                  </a:lnTo>
                  <a:lnTo>
                    <a:pt x="451941" y="793111"/>
                  </a:lnTo>
                  <a:lnTo>
                    <a:pt x="450702" y="795155"/>
                  </a:lnTo>
                  <a:lnTo>
                    <a:pt x="448930" y="798493"/>
                  </a:lnTo>
                  <a:lnTo>
                    <a:pt x="447887" y="799711"/>
                  </a:lnTo>
                  <a:lnTo>
                    <a:pt x="445636" y="800626"/>
                  </a:lnTo>
                  <a:lnTo>
                    <a:pt x="441261" y="800222"/>
                  </a:lnTo>
                  <a:lnTo>
                    <a:pt x="432852" y="801468"/>
                  </a:lnTo>
                  <a:lnTo>
                    <a:pt x="431226" y="802219"/>
                  </a:lnTo>
                  <a:lnTo>
                    <a:pt x="428092" y="804527"/>
                  </a:lnTo>
                  <a:lnTo>
                    <a:pt x="425065" y="808117"/>
                  </a:lnTo>
                  <a:lnTo>
                    <a:pt x="422155" y="812947"/>
                  </a:lnTo>
                  <a:lnTo>
                    <a:pt x="415507" y="826077"/>
                  </a:lnTo>
                  <a:lnTo>
                    <a:pt x="410311" y="827506"/>
                  </a:lnTo>
                  <a:lnTo>
                    <a:pt x="409330" y="827506"/>
                  </a:lnTo>
                  <a:lnTo>
                    <a:pt x="408544" y="827151"/>
                  </a:lnTo>
                  <a:lnTo>
                    <a:pt x="407617" y="827967"/>
                  </a:lnTo>
                  <a:lnTo>
                    <a:pt x="407601" y="829600"/>
                  </a:lnTo>
                  <a:lnTo>
                    <a:pt x="408457" y="831300"/>
                  </a:lnTo>
                  <a:lnTo>
                    <a:pt x="409087" y="832896"/>
                  </a:lnTo>
                  <a:lnTo>
                    <a:pt x="410202" y="830691"/>
                  </a:lnTo>
                  <a:lnTo>
                    <a:pt x="410691" y="831303"/>
                  </a:lnTo>
                  <a:lnTo>
                    <a:pt x="410877" y="835369"/>
                  </a:lnTo>
                  <a:lnTo>
                    <a:pt x="410903" y="837943"/>
                  </a:lnTo>
                  <a:lnTo>
                    <a:pt x="410568" y="839340"/>
                  </a:lnTo>
                  <a:lnTo>
                    <a:pt x="409869" y="840321"/>
                  </a:lnTo>
                  <a:lnTo>
                    <a:pt x="409130" y="839680"/>
                  </a:lnTo>
                  <a:lnTo>
                    <a:pt x="409031" y="838286"/>
                  </a:lnTo>
                  <a:lnTo>
                    <a:pt x="408071" y="834971"/>
                  </a:lnTo>
                  <a:lnTo>
                    <a:pt x="406888" y="832053"/>
                  </a:lnTo>
                  <a:lnTo>
                    <a:pt x="405796" y="831118"/>
                  </a:lnTo>
                  <a:lnTo>
                    <a:pt x="405158" y="832094"/>
                  </a:lnTo>
                  <a:lnTo>
                    <a:pt x="404136" y="833118"/>
                  </a:lnTo>
                  <a:lnTo>
                    <a:pt x="403274" y="829401"/>
                  </a:lnTo>
                  <a:lnTo>
                    <a:pt x="402352" y="826181"/>
                  </a:lnTo>
                  <a:lnTo>
                    <a:pt x="401132" y="825846"/>
                  </a:lnTo>
                  <a:lnTo>
                    <a:pt x="400076" y="825881"/>
                  </a:lnTo>
                  <a:lnTo>
                    <a:pt x="399200" y="824487"/>
                  </a:lnTo>
                  <a:lnTo>
                    <a:pt x="397496" y="822291"/>
                  </a:lnTo>
                  <a:lnTo>
                    <a:pt x="397829" y="820577"/>
                  </a:lnTo>
                  <a:lnTo>
                    <a:pt x="398305" y="818774"/>
                  </a:lnTo>
                  <a:lnTo>
                    <a:pt x="399284" y="818110"/>
                  </a:lnTo>
                  <a:lnTo>
                    <a:pt x="398990" y="815674"/>
                  </a:lnTo>
                  <a:lnTo>
                    <a:pt x="398465" y="813675"/>
                  </a:lnTo>
                  <a:lnTo>
                    <a:pt x="397115" y="813141"/>
                  </a:lnTo>
                  <a:lnTo>
                    <a:pt x="396206" y="813493"/>
                  </a:lnTo>
                  <a:lnTo>
                    <a:pt x="395665" y="815077"/>
                  </a:lnTo>
                  <a:lnTo>
                    <a:pt x="394953" y="817807"/>
                  </a:lnTo>
                  <a:lnTo>
                    <a:pt x="392095" y="821270"/>
                  </a:lnTo>
                  <a:lnTo>
                    <a:pt x="390709" y="819365"/>
                  </a:lnTo>
                  <a:lnTo>
                    <a:pt x="389111" y="816529"/>
                  </a:lnTo>
                  <a:lnTo>
                    <a:pt x="389882" y="816736"/>
                  </a:lnTo>
                  <a:lnTo>
                    <a:pt x="391501" y="816638"/>
                  </a:lnTo>
                  <a:lnTo>
                    <a:pt x="392842" y="814107"/>
                  </a:lnTo>
                  <a:lnTo>
                    <a:pt x="393420" y="812526"/>
                  </a:lnTo>
                  <a:lnTo>
                    <a:pt x="394073" y="809170"/>
                  </a:lnTo>
                  <a:lnTo>
                    <a:pt x="393206" y="806795"/>
                  </a:lnTo>
                  <a:lnTo>
                    <a:pt x="392407" y="805061"/>
                  </a:lnTo>
                  <a:lnTo>
                    <a:pt x="391252" y="803511"/>
                  </a:lnTo>
                  <a:lnTo>
                    <a:pt x="386899" y="808752"/>
                  </a:lnTo>
                  <a:lnTo>
                    <a:pt x="385996" y="809502"/>
                  </a:lnTo>
                  <a:lnTo>
                    <a:pt x="385134" y="810518"/>
                  </a:lnTo>
                  <a:lnTo>
                    <a:pt x="386643" y="811389"/>
                  </a:lnTo>
                  <a:lnTo>
                    <a:pt x="387528" y="811129"/>
                  </a:lnTo>
                  <a:lnTo>
                    <a:pt x="388463" y="812676"/>
                  </a:lnTo>
                  <a:lnTo>
                    <a:pt x="386962" y="814866"/>
                  </a:lnTo>
                  <a:lnTo>
                    <a:pt x="385780" y="815446"/>
                  </a:lnTo>
                  <a:lnTo>
                    <a:pt x="384310" y="816762"/>
                  </a:lnTo>
                  <a:lnTo>
                    <a:pt x="381507" y="820133"/>
                  </a:lnTo>
                  <a:lnTo>
                    <a:pt x="377931" y="827122"/>
                  </a:lnTo>
                  <a:lnTo>
                    <a:pt x="376388" y="829133"/>
                  </a:lnTo>
                  <a:lnTo>
                    <a:pt x="374565" y="830729"/>
                  </a:lnTo>
                  <a:lnTo>
                    <a:pt x="372091" y="828865"/>
                  </a:lnTo>
                  <a:lnTo>
                    <a:pt x="370709" y="828432"/>
                  </a:lnTo>
                  <a:lnTo>
                    <a:pt x="368933" y="825558"/>
                  </a:lnTo>
                  <a:lnTo>
                    <a:pt x="365943" y="823636"/>
                  </a:lnTo>
                  <a:lnTo>
                    <a:pt x="363127" y="819818"/>
                  </a:lnTo>
                  <a:lnTo>
                    <a:pt x="361199" y="817888"/>
                  </a:lnTo>
                  <a:lnTo>
                    <a:pt x="359826" y="817469"/>
                  </a:lnTo>
                  <a:lnTo>
                    <a:pt x="357890" y="818274"/>
                  </a:lnTo>
                  <a:lnTo>
                    <a:pt x="354645" y="814858"/>
                  </a:lnTo>
                  <a:lnTo>
                    <a:pt x="352181" y="814491"/>
                  </a:lnTo>
                  <a:lnTo>
                    <a:pt x="350564" y="817931"/>
                  </a:lnTo>
                  <a:lnTo>
                    <a:pt x="349303" y="817694"/>
                  </a:lnTo>
                  <a:lnTo>
                    <a:pt x="348469" y="817212"/>
                  </a:lnTo>
                  <a:lnTo>
                    <a:pt x="345873" y="811554"/>
                  </a:lnTo>
                  <a:lnTo>
                    <a:pt x="343369" y="808746"/>
                  </a:lnTo>
                  <a:lnTo>
                    <a:pt x="338635" y="807312"/>
                  </a:lnTo>
                  <a:lnTo>
                    <a:pt x="335712" y="803419"/>
                  </a:lnTo>
                  <a:lnTo>
                    <a:pt x="333512" y="795899"/>
                  </a:lnTo>
                  <a:lnTo>
                    <a:pt x="329350" y="787326"/>
                  </a:lnTo>
                  <a:lnTo>
                    <a:pt x="328233" y="784186"/>
                  </a:lnTo>
                  <a:lnTo>
                    <a:pt x="327714" y="781110"/>
                  </a:lnTo>
                  <a:lnTo>
                    <a:pt x="327667" y="778683"/>
                  </a:lnTo>
                  <a:lnTo>
                    <a:pt x="328228" y="774046"/>
                  </a:lnTo>
                  <a:lnTo>
                    <a:pt x="329001" y="769478"/>
                  </a:lnTo>
                  <a:lnTo>
                    <a:pt x="329134" y="766939"/>
                  </a:lnTo>
                  <a:lnTo>
                    <a:pt x="327551" y="758348"/>
                  </a:lnTo>
                  <a:lnTo>
                    <a:pt x="325326" y="750231"/>
                  </a:lnTo>
                  <a:lnTo>
                    <a:pt x="324304" y="747680"/>
                  </a:lnTo>
                  <a:lnTo>
                    <a:pt x="321577" y="742272"/>
                  </a:lnTo>
                  <a:lnTo>
                    <a:pt x="319020" y="738192"/>
                  </a:lnTo>
                  <a:lnTo>
                    <a:pt x="318370" y="736074"/>
                  </a:lnTo>
                  <a:lnTo>
                    <a:pt x="318172" y="734986"/>
                  </a:lnTo>
                  <a:lnTo>
                    <a:pt x="319380" y="735508"/>
                  </a:lnTo>
                  <a:lnTo>
                    <a:pt x="319943" y="733849"/>
                  </a:lnTo>
                  <a:lnTo>
                    <a:pt x="320752" y="733280"/>
                  </a:lnTo>
                  <a:lnTo>
                    <a:pt x="321400" y="735485"/>
                  </a:lnTo>
                  <a:lnTo>
                    <a:pt x="322127" y="735889"/>
                  </a:lnTo>
                  <a:lnTo>
                    <a:pt x="322159" y="732184"/>
                  </a:lnTo>
                  <a:lnTo>
                    <a:pt x="322566" y="730432"/>
                  </a:lnTo>
                  <a:lnTo>
                    <a:pt x="322288" y="729627"/>
                  </a:lnTo>
                  <a:lnTo>
                    <a:pt x="322041" y="728917"/>
                  </a:lnTo>
                  <a:lnTo>
                    <a:pt x="320933" y="728086"/>
                  </a:lnTo>
                  <a:lnTo>
                    <a:pt x="319712" y="729336"/>
                  </a:lnTo>
                  <a:lnTo>
                    <a:pt x="318773" y="730923"/>
                  </a:lnTo>
                  <a:lnTo>
                    <a:pt x="317509" y="732270"/>
                  </a:lnTo>
                  <a:lnTo>
                    <a:pt x="317016" y="733687"/>
                  </a:lnTo>
                  <a:lnTo>
                    <a:pt x="315729" y="733733"/>
                  </a:lnTo>
                  <a:lnTo>
                    <a:pt x="315219" y="734100"/>
                  </a:lnTo>
                  <a:lnTo>
                    <a:pt x="312655" y="736807"/>
                  </a:lnTo>
                  <a:lnTo>
                    <a:pt x="311018" y="736876"/>
                  </a:lnTo>
                  <a:lnTo>
                    <a:pt x="308490" y="735929"/>
                  </a:lnTo>
                  <a:lnTo>
                    <a:pt x="309326" y="732201"/>
                  </a:lnTo>
                  <a:lnTo>
                    <a:pt x="310323" y="729991"/>
                  </a:lnTo>
                  <a:lnTo>
                    <a:pt x="311149" y="727451"/>
                  </a:lnTo>
                  <a:lnTo>
                    <a:pt x="312522" y="718546"/>
                  </a:lnTo>
                  <a:lnTo>
                    <a:pt x="312261" y="710839"/>
                  </a:lnTo>
                  <a:lnTo>
                    <a:pt x="311598" y="707667"/>
                  </a:lnTo>
                  <a:lnTo>
                    <a:pt x="309477" y="701287"/>
                  </a:lnTo>
                  <a:lnTo>
                    <a:pt x="308513" y="697354"/>
                  </a:lnTo>
                  <a:lnTo>
                    <a:pt x="307316" y="693294"/>
                  </a:lnTo>
                  <a:lnTo>
                    <a:pt x="306725" y="695657"/>
                  </a:lnTo>
                  <a:lnTo>
                    <a:pt x="306367" y="698148"/>
                  </a:lnTo>
                  <a:lnTo>
                    <a:pt x="305218" y="701752"/>
                  </a:lnTo>
                  <a:lnTo>
                    <a:pt x="304662" y="709771"/>
                  </a:lnTo>
                  <a:lnTo>
                    <a:pt x="302411" y="722050"/>
                  </a:lnTo>
                  <a:lnTo>
                    <a:pt x="300864" y="722200"/>
                  </a:lnTo>
                  <a:lnTo>
                    <a:pt x="299546" y="721706"/>
                  </a:lnTo>
                  <a:lnTo>
                    <a:pt x="297236" y="723106"/>
                  </a:lnTo>
                  <a:lnTo>
                    <a:pt x="295657" y="724811"/>
                  </a:lnTo>
                  <a:lnTo>
                    <a:pt x="294244" y="724814"/>
                  </a:lnTo>
                  <a:lnTo>
                    <a:pt x="293463" y="725356"/>
                  </a:lnTo>
                  <a:lnTo>
                    <a:pt x="292439" y="724909"/>
                  </a:lnTo>
                  <a:lnTo>
                    <a:pt x="294051" y="715337"/>
                  </a:lnTo>
                  <a:lnTo>
                    <a:pt x="295460" y="715600"/>
                  </a:lnTo>
                  <a:lnTo>
                    <a:pt x="296985" y="715211"/>
                  </a:lnTo>
                  <a:lnTo>
                    <a:pt x="297681" y="715372"/>
                  </a:lnTo>
                  <a:lnTo>
                    <a:pt x="298700" y="715262"/>
                  </a:lnTo>
                  <a:lnTo>
                    <a:pt x="299481" y="710865"/>
                  </a:lnTo>
                  <a:lnTo>
                    <a:pt x="299958" y="705939"/>
                  </a:lnTo>
                  <a:lnTo>
                    <a:pt x="299657" y="702762"/>
                  </a:lnTo>
                  <a:lnTo>
                    <a:pt x="299539" y="699472"/>
                  </a:lnTo>
                  <a:lnTo>
                    <a:pt x="299843" y="695727"/>
                  </a:lnTo>
                  <a:lnTo>
                    <a:pt x="299969" y="693037"/>
                  </a:lnTo>
                  <a:lnTo>
                    <a:pt x="301901" y="684112"/>
                  </a:lnTo>
                  <a:lnTo>
                    <a:pt x="303511" y="679503"/>
                  </a:lnTo>
                  <a:lnTo>
                    <a:pt x="305374" y="675839"/>
                  </a:lnTo>
                  <a:lnTo>
                    <a:pt x="305153" y="672359"/>
                  </a:lnTo>
                  <a:lnTo>
                    <a:pt x="304562" y="668007"/>
                  </a:lnTo>
                  <a:lnTo>
                    <a:pt x="304393" y="664660"/>
                  </a:lnTo>
                  <a:lnTo>
                    <a:pt x="305281" y="663606"/>
                  </a:lnTo>
                  <a:lnTo>
                    <a:pt x="306123" y="661511"/>
                  </a:lnTo>
                  <a:lnTo>
                    <a:pt x="305144" y="651951"/>
                  </a:lnTo>
                  <a:lnTo>
                    <a:pt x="304526" y="649086"/>
                  </a:lnTo>
                  <a:lnTo>
                    <a:pt x="303540" y="646261"/>
                  </a:lnTo>
                  <a:lnTo>
                    <a:pt x="303523" y="649920"/>
                  </a:lnTo>
                  <a:lnTo>
                    <a:pt x="303635" y="653504"/>
                  </a:lnTo>
                  <a:lnTo>
                    <a:pt x="302268" y="658078"/>
                  </a:lnTo>
                  <a:lnTo>
                    <a:pt x="300492" y="661361"/>
                  </a:lnTo>
                  <a:lnTo>
                    <a:pt x="299333" y="664446"/>
                  </a:lnTo>
                  <a:lnTo>
                    <a:pt x="298246" y="671438"/>
                  </a:lnTo>
                  <a:lnTo>
                    <a:pt x="296803" y="677328"/>
                  </a:lnTo>
                  <a:lnTo>
                    <a:pt x="295483" y="679501"/>
                  </a:lnTo>
                  <a:lnTo>
                    <a:pt x="294300" y="679988"/>
                  </a:lnTo>
                  <a:lnTo>
                    <a:pt x="293092" y="680894"/>
                  </a:lnTo>
                  <a:lnTo>
                    <a:pt x="291203" y="683243"/>
                  </a:lnTo>
                  <a:lnTo>
                    <a:pt x="289378" y="685220"/>
                  </a:lnTo>
                  <a:lnTo>
                    <a:pt x="288025" y="687808"/>
                  </a:lnTo>
                  <a:lnTo>
                    <a:pt x="286850" y="689162"/>
                  </a:lnTo>
                  <a:lnTo>
                    <a:pt x="283030" y="700944"/>
                  </a:lnTo>
                  <a:lnTo>
                    <a:pt x="281285" y="704880"/>
                  </a:lnTo>
                  <a:lnTo>
                    <a:pt x="280926" y="706470"/>
                  </a:lnTo>
                  <a:lnTo>
                    <a:pt x="280190" y="707806"/>
                  </a:lnTo>
                  <a:lnTo>
                    <a:pt x="280334" y="709664"/>
                  </a:lnTo>
                  <a:lnTo>
                    <a:pt x="280926" y="710934"/>
                  </a:lnTo>
                  <a:lnTo>
                    <a:pt x="281517" y="716163"/>
                  </a:lnTo>
                  <a:lnTo>
                    <a:pt x="281162" y="717288"/>
                  </a:lnTo>
                  <a:lnTo>
                    <a:pt x="280538" y="716699"/>
                  </a:lnTo>
                  <a:lnTo>
                    <a:pt x="278973" y="713785"/>
                  </a:lnTo>
                  <a:lnTo>
                    <a:pt x="277988" y="714847"/>
                  </a:lnTo>
                  <a:lnTo>
                    <a:pt x="277186" y="716042"/>
                  </a:lnTo>
                  <a:lnTo>
                    <a:pt x="275129" y="710680"/>
                  </a:lnTo>
                  <a:lnTo>
                    <a:pt x="274276" y="709419"/>
                  </a:lnTo>
                  <a:lnTo>
                    <a:pt x="273196" y="707266"/>
                  </a:lnTo>
                  <a:lnTo>
                    <a:pt x="272042" y="705408"/>
                  </a:lnTo>
                  <a:lnTo>
                    <a:pt x="271550" y="705197"/>
                  </a:lnTo>
                  <a:lnTo>
                    <a:pt x="270714" y="705584"/>
                  </a:lnTo>
                  <a:lnTo>
                    <a:pt x="270795" y="704130"/>
                  </a:lnTo>
                  <a:lnTo>
                    <a:pt x="271367" y="702949"/>
                  </a:lnTo>
                  <a:lnTo>
                    <a:pt x="271871" y="702675"/>
                  </a:lnTo>
                  <a:lnTo>
                    <a:pt x="272805" y="704398"/>
                  </a:lnTo>
                  <a:lnTo>
                    <a:pt x="273869" y="705936"/>
                  </a:lnTo>
                  <a:lnTo>
                    <a:pt x="274469" y="706063"/>
                  </a:lnTo>
                  <a:lnTo>
                    <a:pt x="274748" y="705445"/>
                  </a:lnTo>
                  <a:lnTo>
                    <a:pt x="273736" y="699374"/>
                  </a:lnTo>
                  <a:lnTo>
                    <a:pt x="273046" y="694053"/>
                  </a:lnTo>
                  <a:lnTo>
                    <a:pt x="272729" y="692480"/>
                  </a:lnTo>
                  <a:lnTo>
                    <a:pt x="271897" y="687087"/>
                  </a:lnTo>
                  <a:lnTo>
                    <a:pt x="271484" y="685520"/>
                  </a:lnTo>
                  <a:lnTo>
                    <a:pt x="269715" y="681708"/>
                  </a:lnTo>
                  <a:lnTo>
                    <a:pt x="267823" y="677235"/>
                  </a:lnTo>
                  <a:lnTo>
                    <a:pt x="267304" y="671865"/>
                  </a:lnTo>
                  <a:lnTo>
                    <a:pt x="266617" y="668428"/>
                  </a:lnTo>
                  <a:lnTo>
                    <a:pt x="265728" y="666267"/>
                  </a:lnTo>
                  <a:lnTo>
                    <a:pt x="264355" y="664345"/>
                  </a:lnTo>
                  <a:lnTo>
                    <a:pt x="260573" y="663604"/>
                  </a:lnTo>
                  <a:lnTo>
                    <a:pt x="258997" y="658109"/>
                  </a:lnTo>
                  <a:lnTo>
                    <a:pt x="258095" y="651299"/>
                  </a:lnTo>
                  <a:lnTo>
                    <a:pt x="258810" y="650849"/>
                  </a:lnTo>
                  <a:lnTo>
                    <a:pt x="259659" y="650765"/>
                  </a:lnTo>
                  <a:lnTo>
                    <a:pt x="259931" y="648641"/>
                  </a:lnTo>
                  <a:lnTo>
                    <a:pt x="259746" y="645386"/>
                  </a:lnTo>
                  <a:lnTo>
                    <a:pt x="255994" y="641344"/>
                  </a:lnTo>
                  <a:lnTo>
                    <a:pt x="254224" y="637122"/>
                  </a:lnTo>
                  <a:lnTo>
                    <a:pt x="252726" y="635301"/>
                  </a:lnTo>
                  <a:lnTo>
                    <a:pt x="251320" y="634582"/>
                  </a:lnTo>
                  <a:lnTo>
                    <a:pt x="249459" y="634747"/>
                  </a:lnTo>
                  <a:lnTo>
                    <a:pt x="247133" y="634609"/>
                  </a:lnTo>
                  <a:lnTo>
                    <a:pt x="241522" y="627885"/>
                  </a:lnTo>
                  <a:lnTo>
                    <a:pt x="240180" y="627680"/>
                  </a:lnTo>
                  <a:lnTo>
                    <a:pt x="236170" y="629769"/>
                  </a:lnTo>
                  <a:lnTo>
                    <a:pt x="234825" y="629388"/>
                  </a:lnTo>
                  <a:lnTo>
                    <a:pt x="228736" y="620203"/>
                  </a:lnTo>
                  <a:lnTo>
                    <a:pt x="224688" y="615837"/>
                  </a:lnTo>
                  <a:lnTo>
                    <a:pt x="223353" y="615024"/>
                  </a:lnTo>
                  <a:lnTo>
                    <a:pt x="221609" y="614276"/>
                  </a:lnTo>
                  <a:lnTo>
                    <a:pt x="220198" y="615344"/>
                  </a:lnTo>
                  <a:lnTo>
                    <a:pt x="219196" y="616348"/>
                  </a:lnTo>
                  <a:lnTo>
                    <a:pt x="217159" y="617476"/>
                  </a:lnTo>
                  <a:lnTo>
                    <a:pt x="209098" y="616741"/>
                  </a:lnTo>
                  <a:lnTo>
                    <a:pt x="202176" y="618163"/>
                  </a:lnTo>
                  <a:lnTo>
                    <a:pt x="197473" y="619130"/>
                  </a:lnTo>
                  <a:lnTo>
                    <a:pt x="194492" y="620391"/>
                  </a:lnTo>
                  <a:lnTo>
                    <a:pt x="189555" y="625859"/>
                  </a:lnTo>
                  <a:lnTo>
                    <a:pt x="183652" y="631143"/>
                  </a:lnTo>
                  <a:lnTo>
                    <a:pt x="178844" y="633648"/>
                  </a:lnTo>
                  <a:lnTo>
                    <a:pt x="174424" y="636980"/>
                  </a:lnTo>
                  <a:lnTo>
                    <a:pt x="171515" y="637950"/>
                  </a:lnTo>
                  <a:lnTo>
                    <a:pt x="167754" y="638366"/>
                  </a:lnTo>
                  <a:lnTo>
                    <a:pt x="159822" y="636767"/>
                  </a:lnTo>
                  <a:lnTo>
                    <a:pt x="157115" y="637953"/>
                  </a:lnTo>
                  <a:lnTo>
                    <a:pt x="152800" y="644125"/>
                  </a:lnTo>
                  <a:lnTo>
                    <a:pt x="151519" y="645623"/>
                  </a:lnTo>
                  <a:lnTo>
                    <a:pt x="149087" y="647334"/>
                  </a:lnTo>
                  <a:lnTo>
                    <a:pt x="142821" y="655261"/>
                  </a:lnTo>
                  <a:lnTo>
                    <a:pt x="139931" y="656958"/>
                  </a:lnTo>
                  <a:lnTo>
                    <a:pt x="138063" y="657497"/>
                  </a:lnTo>
                  <a:lnTo>
                    <a:pt x="136465" y="659177"/>
                  </a:lnTo>
                  <a:lnTo>
                    <a:pt x="135013" y="662550"/>
                  </a:lnTo>
                  <a:lnTo>
                    <a:pt x="133052" y="671914"/>
                  </a:lnTo>
                  <a:lnTo>
                    <a:pt x="131833" y="676349"/>
                  </a:lnTo>
                  <a:lnTo>
                    <a:pt x="129143" y="683439"/>
                  </a:lnTo>
                  <a:lnTo>
                    <a:pt x="127372" y="685800"/>
                  </a:lnTo>
                  <a:lnTo>
                    <a:pt x="125627" y="685480"/>
                  </a:lnTo>
                  <a:lnTo>
                    <a:pt x="123680" y="687930"/>
                  </a:lnTo>
                  <a:lnTo>
                    <a:pt x="121952" y="685338"/>
                  </a:lnTo>
                  <a:lnTo>
                    <a:pt x="120570" y="684842"/>
                  </a:lnTo>
                  <a:lnTo>
                    <a:pt x="118373" y="685050"/>
                  </a:lnTo>
                  <a:lnTo>
                    <a:pt x="110641" y="688033"/>
                  </a:lnTo>
                  <a:lnTo>
                    <a:pt x="109532" y="684565"/>
                  </a:lnTo>
                  <a:lnTo>
                    <a:pt x="108116" y="684043"/>
                  </a:lnTo>
                  <a:lnTo>
                    <a:pt x="105442" y="684213"/>
                  </a:lnTo>
                  <a:lnTo>
                    <a:pt x="101437" y="683157"/>
                  </a:lnTo>
                  <a:lnTo>
                    <a:pt x="94150" y="684473"/>
                  </a:lnTo>
                  <a:lnTo>
                    <a:pt x="90645" y="685904"/>
                  </a:lnTo>
                  <a:lnTo>
                    <a:pt x="89261" y="687185"/>
                  </a:lnTo>
                  <a:lnTo>
                    <a:pt x="86682" y="686368"/>
                  </a:lnTo>
                  <a:lnTo>
                    <a:pt x="82298" y="687528"/>
                  </a:lnTo>
                  <a:lnTo>
                    <a:pt x="80755" y="689502"/>
                  </a:lnTo>
                  <a:lnTo>
                    <a:pt x="79596" y="691265"/>
                  </a:lnTo>
                  <a:lnTo>
                    <a:pt x="77319" y="699158"/>
                  </a:lnTo>
                  <a:lnTo>
                    <a:pt x="74814" y="701763"/>
                  </a:lnTo>
                  <a:lnTo>
                    <a:pt x="72762" y="701850"/>
                  </a:lnTo>
                  <a:lnTo>
                    <a:pt x="70467" y="702456"/>
                  </a:lnTo>
                  <a:lnTo>
                    <a:pt x="65837" y="710057"/>
                  </a:lnTo>
                  <a:lnTo>
                    <a:pt x="61091" y="717429"/>
                  </a:lnTo>
                  <a:lnTo>
                    <a:pt x="59498" y="718217"/>
                  </a:lnTo>
                  <a:lnTo>
                    <a:pt x="57729" y="719450"/>
                  </a:lnTo>
                  <a:lnTo>
                    <a:pt x="55413" y="720038"/>
                  </a:lnTo>
                  <a:lnTo>
                    <a:pt x="54260" y="720713"/>
                  </a:lnTo>
                  <a:lnTo>
                    <a:pt x="48855" y="718820"/>
                  </a:lnTo>
                  <a:lnTo>
                    <a:pt x="45418" y="718610"/>
                  </a:lnTo>
                  <a:lnTo>
                    <a:pt x="41121" y="717467"/>
                  </a:lnTo>
                  <a:lnTo>
                    <a:pt x="37418" y="713860"/>
                  </a:lnTo>
                  <a:lnTo>
                    <a:pt x="34575" y="711768"/>
                  </a:lnTo>
                  <a:lnTo>
                    <a:pt x="31361" y="703821"/>
                  </a:lnTo>
                  <a:lnTo>
                    <a:pt x="29372" y="700857"/>
                  </a:lnTo>
                  <a:lnTo>
                    <a:pt x="25825" y="697256"/>
                  </a:lnTo>
                  <a:lnTo>
                    <a:pt x="24803" y="697392"/>
                  </a:lnTo>
                  <a:lnTo>
                    <a:pt x="23978" y="698376"/>
                  </a:lnTo>
                  <a:lnTo>
                    <a:pt x="22508" y="695836"/>
                  </a:lnTo>
                  <a:lnTo>
                    <a:pt x="22469" y="692564"/>
                  </a:lnTo>
                  <a:lnTo>
                    <a:pt x="22071" y="689788"/>
                  </a:lnTo>
                  <a:lnTo>
                    <a:pt x="22099" y="682490"/>
                  </a:lnTo>
                  <a:lnTo>
                    <a:pt x="22323" y="673954"/>
                  </a:lnTo>
                  <a:lnTo>
                    <a:pt x="23620" y="675873"/>
                  </a:lnTo>
                  <a:lnTo>
                    <a:pt x="24641" y="677740"/>
                  </a:lnTo>
                  <a:lnTo>
                    <a:pt x="26827" y="677636"/>
                  </a:lnTo>
                  <a:lnTo>
                    <a:pt x="28758" y="674428"/>
                  </a:lnTo>
                  <a:lnTo>
                    <a:pt x="29858" y="669727"/>
                  </a:lnTo>
                  <a:lnTo>
                    <a:pt x="30827" y="664426"/>
                  </a:lnTo>
                  <a:lnTo>
                    <a:pt x="30678" y="658790"/>
                  </a:lnTo>
                  <a:lnTo>
                    <a:pt x="30032" y="648887"/>
                  </a:lnTo>
                  <a:lnTo>
                    <a:pt x="30473" y="646806"/>
                  </a:lnTo>
                  <a:lnTo>
                    <a:pt x="31135" y="645961"/>
                  </a:lnTo>
                  <a:lnTo>
                    <a:pt x="31350" y="641029"/>
                  </a:lnTo>
                  <a:lnTo>
                    <a:pt x="31507" y="625865"/>
                  </a:lnTo>
                  <a:lnTo>
                    <a:pt x="31018" y="620151"/>
                  </a:lnTo>
                  <a:lnTo>
                    <a:pt x="28009" y="608568"/>
                  </a:lnTo>
                  <a:lnTo>
                    <a:pt x="26031" y="598500"/>
                  </a:lnTo>
                  <a:lnTo>
                    <a:pt x="24581" y="593956"/>
                  </a:lnTo>
                  <a:lnTo>
                    <a:pt x="23361" y="586640"/>
                  </a:lnTo>
                  <a:lnTo>
                    <a:pt x="22332" y="576468"/>
                  </a:lnTo>
                  <a:lnTo>
                    <a:pt x="22015" y="571329"/>
                  </a:lnTo>
                  <a:lnTo>
                    <a:pt x="21684" y="561853"/>
                  </a:lnTo>
                  <a:lnTo>
                    <a:pt x="22046" y="556480"/>
                  </a:lnTo>
                  <a:lnTo>
                    <a:pt x="21893" y="553343"/>
                  </a:lnTo>
                  <a:lnTo>
                    <a:pt x="20632" y="544755"/>
                  </a:lnTo>
                  <a:lnTo>
                    <a:pt x="17814" y="536742"/>
                  </a:lnTo>
                  <a:lnTo>
                    <a:pt x="17347" y="533784"/>
                  </a:lnTo>
                  <a:lnTo>
                    <a:pt x="17362" y="530667"/>
                  </a:lnTo>
                  <a:lnTo>
                    <a:pt x="16691" y="527023"/>
                  </a:lnTo>
                  <a:lnTo>
                    <a:pt x="14422" y="519696"/>
                  </a:lnTo>
                  <a:lnTo>
                    <a:pt x="12097" y="513365"/>
                  </a:lnTo>
                  <a:lnTo>
                    <a:pt x="11707" y="510286"/>
                  </a:lnTo>
                  <a:lnTo>
                    <a:pt x="11274" y="497514"/>
                  </a:lnTo>
                  <a:lnTo>
                    <a:pt x="10406" y="491694"/>
                  </a:lnTo>
                  <a:lnTo>
                    <a:pt x="6473" y="476934"/>
                  </a:lnTo>
                  <a:lnTo>
                    <a:pt x="1829" y="464217"/>
                  </a:lnTo>
                  <a:lnTo>
                    <a:pt x="571" y="459017"/>
                  </a:lnTo>
                  <a:lnTo>
                    <a:pt x="0" y="457268"/>
                  </a:lnTo>
                  <a:lnTo>
                    <a:pt x="320" y="457031"/>
                  </a:lnTo>
                  <a:lnTo>
                    <a:pt x="843" y="457712"/>
                  </a:lnTo>
                  <a:lnTo>
                    <a:pt x="1423" y="458982"/>
                  </a:lnTo>
                  <a:lnTo>
                    <a:pt x="1708" y="459089"/>
                  </a:lnTo>
                  <a:lnTo>
                    <a:pt x="1981" y="458039"/>
                  </a:lnTo>
                  <a:lnTo>
                    <a:pt x="1950" y="455609"/>
                  </a:lnTo>
                  <a:lnTo>
                    <a:pt x="2113" y="454261"/>
                  </a:lnTo>
                  <a:lnTo>
                    <a:pt x="2519" y="455003"/>
                  </a:lnTo>
                  <a:lnTo>
                    <a:pt x="2994" y="457736"/>
                  </a:lnTo>
                  <a:lnTo>
                    <a:pt x="4464" y="464788"/>
                  </a:lnTo>
                  <a:lnTo>
                    <a:pt x="4897" y="468375"/>
                  </a:lnTo>
                  <a:lnTo>
                    <a:pt x="6773" y="469469"/>
                  </a:lnTo>
                  <a:lnTo>
                    <a:pt x="7349" y="468528"/>
                  </a:lnTo>
                  <a:lnTo>
                    <a:pt x="8041" y="466675"/>
                  </a:lnTo>
                  <a:lnTo>
                    <a:pt x="8243" y="461698"/>
                  </a:lnTo>
                  <a:lnTo>
                    <a:pt x="7292" y="459447"/>
                  </a:lnTo>
                  <a:lnTo>
                    <a:pt x="6437" y="458492"/>
                  </a:lnTo>
                  <a:lnTo>
                    <a:pt x="4988" y="454798"/>
                  </a:lnTo>
                  <a:lnTo>
                    <a:pt x="4055" y="448879"/>
                  </a:lnTo>
                  <a:lnTo>
                    <a:pt x="2598" y="443411"/>
                  </a:lnTo>
                  <a:lnTo>
                    <a:pt x="2623" y="441458"/>
                  </a:lnTo>
                  <a:lnTo>
                    <a:pt x="3289" y="440038"/>
                  </a:lnTo>
                  <a:lnTo>
                    <a:pt x="4376" y="440808"/>
                  </a:lnTo>
                  <a:lnTo>
                    <a:pt x="5385" y="443954"/>
                  </a:lnTo>
                  <a:lnTo>
                    <a:pt x="6519" y="446883"/>
                  </a:lnTo>
                  <a:lnTo>
                    <a:pt x="6331" y="452008"/>
                  </a:lnTo>
                  <a:lnTo>
                    <a:pt x="6155" y="453410"/>
                  </a:lnTo>
                  <a:lnTo>
                    <a:pt x="6255" y="454593"/>
                  </a:lnTo>
                  <a:lnTo>
                    <a:pt x="6650" y="455719"/>
                  </a:lnTo>
                  <a:lnTo>
                    <a:pt x="7170" y="456604"/>
                  </a:lnTo>
                  <a:lnTo>
                    <a:pt x="7737" y="455306"/>
                  </a:lnTo>
                  <a:lnTo>
                    <a:pt x="8257" y="452311"/>
                  </a:lnTo>
                  <a:lnTo>
                    <a:pt x="8577" y="452700"/>
                  </a:lnTo>
                  <a:lnTo>
                    <a:pt x="9348" y="459528"/>
                  </a:lnTo>
                  <a:lnTo>
                    <a:pt x="9960" y="461383"/>
                  </a:lnTo>
                  <a:lnTo>
                    <a:pt x="11174" y="463516"/>
                  </a:lnTo>
                  <a:lnTo>
                    <a:pt x="12231" y="461856"/>
                  </a:lnTo>
                  <a:lnTo>
                    <a:pt x="12721" y="460437"/>
                  </a:lnTo>
                  <a:lnTo>
                    <a:pt x="12568" y="455618"/>
                  </a:lnTo>
                  <a:lnTo>
                    <a:pt x="12879" y="450960"/>
                  </a:lnTo>
                  <a:lnTo>
                    <a:pt x="12703" y="447497"/>
                  </a:lnTo>
                  <a:lnTo>
                    <a:pt x="9970" y="438433"/>
                  </a:lnTo>
                  <a:lnTo>
                    <a:pt x="7497" y="427231"/>
                  </a:lnTo>
                  <a:lnTo>
                    <a:pt x="5997" y="421656"/>
                  </a:lnTo>
                  <a:lnTo>
                    <a:pt x="4744" y="413262"/>
                  </a:lnTo>
                  <a:lnTo>
                    <a:pt x="3933" y="410356"/>
                  </a:lnTo>
                  <a:lnTo>
                    <a:pt x="2873" y="405658"/>
                  </a:lnTo>
                  <a:lnTo>
                    <a:pt x="2816" y="400291"/>
                  </a:lnTo>
                  <a:lnTo>
                    <a:pt x="2918" y="396695"/>
                  </a:lnTo>
                  <a:lnTo>
                    <a:pt x="3764" y="388933"/>
                  </a:lnTo>
                  <a:lnTo>
                    <a:pt x="4543" y="384890"/>
                  </a:lnTo>
                  <a:lnTo>
                    <a:pt x="7061" y="375593"/>
                  </a:lnTo>
                  <a:lnTo>
                    <a:pt x="7184" y="371585"/>
                  </a:lnTo>
                  <a:lnTo>
                    <a:pt x="7158" y="368569"/>
                  </a:lnTo>
                  <a:lnTo>
                    <a:pt x="7529" y="363935"/>
                  </a:lnTo>
                  <a:lnTo>
                    <a:pt x="7531" y="360711"/>
                  </a:lnTo>
                  <a:lnTo>
                    <a:pt x="7195" y="357707"/>
                  </a:lnTo>
                  <a:lnTo>
                    <a:pt x="6145" y="352533"/>
                  </a:lnTo>
                  <a:lnTo>
                    <a:pt x="7530" y="343501"/>
                  </a:lnTo>
                  <a:lnTo>
                    <a:pt x="9546" y="331890"/>
                  </a:lnTo>
                  <a:lnTo>
                    <a:pt x="10341" y="330184"/>
                  </a:lnTo>
                  <a:lnTo>
                    <a:pt x="11589" y="328623"/>
                  </a:lnTo>
                  <a:lnTo>
                    <a:pt x="11819" y="331021"/>
                  </a:lnTo>
                  <a:lnTo>
                    <a:pt x="11204" y="339046"/>
                  </a:lnTo>
                  <a:lnTo>
                    <a:pt x="12081" y="343242"/>
                  </a:lnTo>
                  <a:lnTo>
                    <a:pt x="11807" y="347963"/>
                  </a:lnTo>
                  <a:lnTo>
                    <a:pt x="12591" y="347157"/>
                  </a:lnTo>
                  <a:lnTo>
                    <a:pt x="13805" y="346257"/>
                  </a:lnTo>
                  <a:lnTo>
                    <a:pt x="14720" y="343778"/>
                  </a:lnTo>
                  <a:lnTo>
                    <a:pt x="15205" y="341401"/>
                  </a:lnTo>
                  <a:lnTo>
                    <a:pt x="17498" y="331979"/>
                  </a:lnTo>
                  <a:lnTo>
                    <a:pt x="18812" y="328470"/>
                  </a:lnTo>
                  <a:lnTo>
                    <a:pt x="20660" y="325885"/>
                  </a:lnTo>
                  <a:lnTo>
                    <a:pt x="24395" y="322771"/>
                  </a:lnTo>
                  <a:lnTo>
                    <a:pt x="28028" y="318667"/>
                  </a:lnTo>
                  <a:lnTo>
                    <a:pt x="29755" y="314720"/>
                  </a:lnTo>
                  <a:lnTo>
                    <a:pt x="31919" y="311298"/>
                  </a:lnTo>
                  <a:lnTo>
                    <a:pt x="33425" y="307587"/>
                  </a:lnTo>
                  <a:lnTo>
                    <a:pt x="34874" y="305036"/>
                  </a:lnTo>
                  <a:lnTo>
                    <a:pt x="42215" y="295669"/>
                  </a:lnTo>
                  <a:lnTo>
                    <a:pt x="43460" y="293909"/>
                  </a:lnTo>
                  <a:lnTo>
                    <a:pt x="45059" y="293710"/>
                  </a:lnTo>
                  <a:lnTo>
                    <a:pt x="47021" y="294021"/>
                  </a:lnTo>
                  <a:lnTo>
                    <a:pt x="48795" y="293528"/>
                  </a:lnTo>
                  <a:lnTo>
                    <a:pt x="50692" y="295660"/>
                  </a:lnTo>
                  <a:lnTo>
                    <a:pt x="52092" y="295900"/>
                  </a:lnTo>
                  <a:lnTo>
                    <a:pt x="55518" y="293583"/>
                  </a:lnTo>
                  <a:lnTo>
                    <a:pt x="57349" y="291508"/>
                  </a:lnTo>
                  <a:lnTo>
                    <a:pt x="60496" y="286972"/>
                  </a:lnTo>
                  <a:lnTo>
                    <a:pt x="61877" y="285676"/>
                  </a:lnTo>
                  <a:lnTo>
                    <a:pt x="65074" y="284242"/>
                  </a:lnTo>
                  <a:lnTo>
                    <a:pt x="68691" y="282328"/>
                  </a:lnTo>
                  <a:lnTo>
                    <a:pt x="73048" y="274451"/>
                  </a:lnTo>
                  <a:lnTo>
                    <a:pt x="76186" y="274953"/>
                  </a:lnTo>
                  <a:lnTo>
                    <a:pt x="78989" y="275720"/>
                  </a:lnTo>
                  <a:lnTo>
                    <a:pt x="81233" y="273360"/>
                  </a:lnTo>
                  <a:lnTo>
                    <a:pt x="86520" y="271914"/>
                  </a:lnTo>
                  <a:lnTo>
                    <a:pt x="89450" y="269920"/>
                  </a:lnTo>
                  <a:lnTo>
                    <a:pt x="94938" y="264691"/>
                  </a:lnTo>
                  <a:lnTo>
                    <a:pt x="96413" y="262899"/>
                  </a:lnTo>
                  <a:lnTo>
                    <a:pt x="98656" y="259162"/>
                  </a:lnTo>
                  <a:lnTo>
                    <a:pt x="100605" y="254494"/>
                  </a:lnTo>
                  <a:lnTo>
                    <a:pt x="102528" y="248186"/>
                  </a:lnTo>
                  <a:lnTo>
                    <a:pt x="103712" y="242533"/>
                  </a:lnTo>
                  <a:lnTo>
                    <a:pt x="104220" y="239621"/>
                  </a:lnTo>
                  <a:lnTo>
                    <a:pt x="105347" y="234992"/>
                  </a:lnTo>
                  <a:lnTo>
                    <a:pt x="106123" y="231328"/>
                  </a:lnTo>
                  <a:lnTo>
                    <a:pt x="106727" y="229588"/>
                  </a:lnTo>
                  <a:lnTo>
                    <a:pt x="108855" y="227123"/>
                  </a:lnTo>
                  <a:lnTo>
                    <a:pt x="112012" y="220192"/>
                  </a:lnTo>
                  <a:lnTo>
                    <a:pt x="113040" y="218798"/>
                  </a:lnTo>
                  <a:lnTo>
                    <a:pt x="113232" y="216582"/>
                  </a:lnTo>
                  <a:lnTo>
                    <a:pt x="112551" y="215341"/>
                  </a:lnTo>
                  <a:lnTo>
                    <a:pt x="111707" y="214562"/>
                  </a:lnTo>
                  <a:lnTo>
                    <a:pt x="111139" y="207227"/>
                  </a:lnTo>
                  <a:lnTo>
                    <a:pt x="110597" y="202165"/>
                  </a:lnTo>
                  <a:lnTo>
                    <a:pt x="110544" y="198601"/>
                  </a:lnTo>
                  <a:lnTo>
                    <a:pt x="110755" y="195211"/>
                  </a:lnTo>
                  <a:lnTo>
                    <a:pt x="111998" y="189953"/>
                  </a:lnTo>
                  <a:lnTo>
                    <a:pt x="112884" y="187697"/>
                  </a:lnTo>
                  <a:lnTo>
                    <a:pt x="114109" y="185068"/>
                  </a:lnTo>
                  <a:lnTo>
                    <a:pt x="115226" y="184254"/>
                  </a:lnTo>
                  <a:lnTo>
                    <a:pt x="116156" y="181951"/>
                  </a:lnTo>
                  <a:lnTo>
                    <a:pt x="117668" y="179669"/>
                  </a:lnTo>
                  <a:lnTo>
                    <a:pt x="118305" y="177377"/>
                  </a:lnTo>
                  <a:lnTo>
                    <a:pt x="119243" y="172717"/>
                  </a:lnTo>
                  <a:lnTo>
                    <a:pt x="120091" y="169176"/>
                  </a:lnTo>
                  <a:lnTo>
                    <a:pt x="120756" y="169300"/>
                  </a:lnTo>
                  <a:lnTo>
                    <a:pt x="122036" y="177530"/>
                  </a:lnTo>
                  <a:lnTo>
                    <a:pt x="122871" y="181896"/>
                  </a:lnTo>
                  <a:lnTo>
                    <a:pt x="124399" y="187030"/>
                  </a:lnTo>
                  <a:lnTo>
                    <a:pt x="125846" y="194593"/>
                  </a:lnTo>
                  <a:lnTo>
                    <a:pt x="127026" y="198056"/>
                  </a:lnTo>
                  <a:lnTo>
                    <a:pt x="127599" y="200295"/>
                  </a:lnTo>
                  <a:lnTo>
                    <a:pt x="128066" y="201334"/>
                  </a:lnTo>
                  <a:lnTo>
                    <a:pt x="128170" y="199897"/>
                  </a:lnTo>
                  <a:lnTo>
                    <a:pt x="128050" y="198218"/>
                  </a:lnTo>
                  <a:lnTo>
                    <a:pt x="128619" y="192441"/>
                  </a:lnTo>
                  <a:lnTo>
                    <a:pt x="128353" y="188386"/>
                  </a:lnTo>
                  <a:lnTo>
                    <a:pt x="128442" y="186839"/>
                  </a:lnTo>
                  <a:lnTo>
                    <a:pt x="128740" y="186187"/>
                  </a:lnTo>
                  <a:lnTo>
                    <a:pt x="129312" y="186629"/>
                  </a:lnTo>
                  <a:lnTo>
                    <a:pt x="130420" y="188891"/>
                  </a:lnTo>
                  <a:lnTo>
                    <a:pt x="130978" y="189699"/>
                  </a:lnTo>
                  <a:lnTo>
                    <a:pt x="131373" y="189512"/>
                  </a:lnTo>
                  <a:lnTo>
                    <a:pt x="131353" y="185850"/>
                  </a:lnTo>
                  <a:lnTo>
                    <a:pt x="131908" y="183538"/>
                  </a:lnTo>
                  <a:lnTo>
                    <a:pt x="131685" y="181945"/>
                  </a:lnTo>
                  <a:lnTo>
                    <a:pt x="130720" y="182035"/>
                  </a:lnTo>
                  <a:lnTo>
                    <a:pt x="130311" y="180061"/>
                  </a:lnTo>
                  <a:lnTo>
                    <a:pt x="129514" y="177776"/>
                  </a:lnTo>
                  <a:lnTo>
                    <a:pt x="128610" y="176134"/>
                  </a:lnTo>
                  <a:lnTo>
                    <a:pt x="127509" y="172371"/>
                  </a:lnTo>
                  <a:lnTo>
                    <a:pt x="127170" y="170893"/>
                  </a:lnTo>
                  <a:lnTo>
                    <a:pt x="127597" y="170209"/>
                  </a:lnTo>
                  <a:lnTo>
                    <a:pt x="128291" y="170308"/>
                  </a:lnTo>
                  <a:lnTo>
                    <a:pt x="128842" y="168695"/>
                  </a:lnTo>
                  <a:lnTo>
                    <a:pt x="129095" y="166530"/>
                  </a:lnTo>
                  <a:lnTo>
                    <a:pt x="128608" y="163013"/>
                  </a:lnTo>
                  <a:lnTo>
                    <a:pt x="129107" y="161708"/>
                  </a:lnTo>
                  <a:lnTo>
                    <a:pt x="130112" y="162081"/>
                  </a:lnTo>
                  <a:lnTo>
                    <a:pt x="131720" y="167690"/>
                  </a:lnTo>
                  <a:lnTo>
                    <a:pt x="132411" y="167136"/>
                  </a:lnTo>
                  <a:lnTo>
                    <a:pt x="132980" y="164871"/>
                  </a:lnTo>
                  <a:lnTo>
                    <a:pt x="134006" y="164222"/>
                  </a:lnTo>
                  <a:lnTo>
                    <a:pt x="135059" y="164632"/>
                  </a:lnTo>
                  <a:lnTo>
                    <a:pt x="135753" y="166250"/>
                  </a:lnTo>
                  <a:lnTo>
                    <a:pt x="137164" y="167866"/>
                  </a:lnTo>
                  <a:lnTo>
                    <a:pt x="139044" y="167682"/>
                  </a:lnTo>
                  <a:lnTo>
                    <a:pt x="139997" y="168071"/>
                  </a:lnTo>
                  <a:lnTo>
                    <a:pt x="142001" y="167803"/>
                  </a:lnTo>
                  <a:lnTo>
                    <a:pt x="142983" y="168291"/>
                  </a:lnTo>
                  <a:lnTo>
                    <a:pt x="142799" y="167425"/>
                  </a:lnTo>
                  <a:lnTo>
                    <a:pt x="141716" y="166403"/>
                  </a:lnTo>
                  <a:lnTo>
                    <a:pt x="140495" y="166198"/>
                  </a:lnTo>
                  <a:lnTo>
                    <a:pt x="139066" y="166299"/>
                  </a:lnTo>
                  <a:lnTo>
                    <a:pt x="138454" y="165226"/>
                  </a:lnTo>
                  <a:lnTo>
                    <a:pt x="138249" y="162392"/>
                  </a:lnTo>
                  <a:lnTo>
                    <a:pt x="138596" y="160338"/>
                  </a:lnTo>
                  <a:lnTo>
                    <a:pt x="138820" y="159460"/>
                  </a:lnTo>
                  <a:lnTo>
                    <a:pt x="139750" y="159830"/>
                  </a:lnTo>
                  <a:lnTo>
                    <a:pt x="140576" y="159752"/>
                  </a:lnTo>
                  <a:lnTo>
                    <a:pt x="140677" y="156987"/>
                  </a:lnTo>
                  <a:lnTo>
                    <a:pt x="140967" y="154546"/>
                  </a:lnTo>
                  <a:lnTo>
                    <a:pt x="141460" y="152558"/>
                  </a:lnTo>
                  <a:lnTo>
                    <a:pt x="141458" y="150645"/>
                  </a:lnTo>
                  <a:lnTo>
                    <a:pt x="140943" y="151153"/>
                  </a:lnTo>
                  <a:lnTo>
                    <a:pt x="139680" y="155579"/>
                  </a:lnTo>
                  <a:lnTo>
                    <a:pt x="139075" y="151978"/>
                  </a:lnTo>
                  <a:lnTo>
                    <a:pt x="138167" y="149248"/>
                  </a:lnTo>
                  <a:lnTo>
                    <a:pt x="138351" y="145338"/>
                  </a:lnTo>
                  <a:lnTo>
                    <a:pt x="138881" y="141428"/>
                  </a:lnTo>
                  <a:lnTo>
                    <a:pt x="139697" y="140891"/>
                  </a:lnTo>
                  <a:lnTo>
                    <a:pt x="140388" y="141509"/>
                  </a:lnTo>
                  <a:lnTo>
                    <a:pt x="141409" y="139221"/>
                  </a:lnTo>
                  <a:lnTo>
                    <a:pt x="141983" y="137472"/>
                  </a:lnTo>
                  <a:lnTo>
                    <a:pt x="141851" y="136035"/>
                  </a:lnTo>
                  <a:lnTo>
                    <a:pt x="142004" y="134930"/>
                  </a:lnTo>
                  <a:lnTo>
                    <a:pt x="142718" y="135273"/>
                  </a:lnTo>
                  <a:lnTo>
                    <a:pt x="145453" y="138791"/>
                  </a:lnTo>
                  <a:lnTo>
                    <a:pt x="146000" y="140629"/>
                  </a:lnTo>
                  <a:lnTo>
                    <a:pt x="146575" y="139913"/>
                  </a:lnTo>
                  <a:lnTo>
                    <a:pt x="146759" y="137910"/>
                  </a:lnTo>
                  <a:lnTo>
                    <a:pt x="146698" y="135908"/>
                  </a:lnTo>
                  <a:lnTo>
                    <a:pt x="146094" y="136211"/>
                  </a:lnTo>
                  <a:lnTo>
                    <a:pt x="144677" y="136006"/>
                  </a:lnTo>
                  <a:lnTo>
                    <a:pt x="144350" y="134881"/>
                  </a:lnTo>
                  <a:lnTo>
                    <a:pt x="144473" y="133951"/>
                  </a:lnTo>
                  <a:lnTo>
                    <a:pt x="143811" y="131594"/>
                  </a:lnTo>
                  <a:lnTo>
                    <a:pt x="144738" y="130093"/>
                  </a:lnTo>
                  <a:lnTo>
                    <a:pt x="145535" y="129995"/>
                  </a:lnTo>
                  <a:lnTo>
                    <a:pt x="146085" y="128968"/>
                  </a:lnTo>
                  <a:lnTo>
                    <a:pt x="146094" y="127565"/>
                  </a:lnTo>
                  <a:lnTo>
                    <a:pt x="146269" y="126965"/>
                  </a:lnTo>
                  <a:lnTo>
                    <a:pt x="146698" y="127799"/>
                  </a:lnTo>
                  <a:lnTo>
                    <a:pt x="148125" y="128186"/>
                  </a:lnTo>
                  <a:lnTo>
                    <a:pt x="149528" y="130001"/>
                  </a:lnTo>
                  <a:lnTo>
                    <a:pt x="150186" y="130385"/>
                  </a:lnTo>
                  <a:lnTo>
                    <a:pt x="150432" y="129409"/>
                  </a:lnTo>
                  <a:lnTo>
                    <a:pt x="150533" y="127306"/>
                  </a:lnTo>
                  <a:lnTo>
                    <a:pt x="148799" y="125205"/>
                  </a:lnTo>
                  <a:lnTo>
                    <a:pt x="148752" y="123139"/>
                  </a:lnTo>
                  <a:lnTo>
                    <a:pt x="148023" y="120758"/>
                  </a:lnTo>
                  <a:lnTo>
                    <a:pt x="148003" y="118415"/>
                  </a:lnTo>
                  <a:lnTo>
                    <a:pt x="149086" y="116456"/>
                  </a:lnTo>
                  <a:lnTo>
                    <a:pt x="149309" y="114554"/>
                  </a:lnTo>
                  <a:lnTo>
                    <a:pt x="149937" y="113781"/>
                  </a:lnTo>
                  <a:lnTo>
                    <a:pt x="151177" y="113749"/>
                  </a:lnTo>
                  <a:lnTo>
                    <a:pt x="152013" y="112136"/>
                  </a:lnTo>
                  <a:lnTo>
                    <a:pt x="152952" y="111573"/>
                  </a:lnTo>
                  <a:lnTo>
                    <a:pt x="153181" y="107980"/>
                  </a:lnTo>
                  <a:lnTo>
                    <a:pt x="153165" y="105513"/>
                  </a:lnTo>
                  <a:lnTo>
                    <a:pt x="153543" y="104878"/>
                  </a:lnTo>
                  <a:lnTo>
                    <a:pt x="154492" y="105906"/>
                  </a:lnTo>
                  <a:lnTo>
                    <a:pt x="154204" y="108760"/>
                  </a:lnTo>
                  <a:lnTo>
                    <a:pt x="154200" y="111484"/>
                  </a:lnTo>
                  <a:lnTo>
                    <a:pt x="153961" y="112941"/>
                  </a:lnTo>
                  <a:lnTo>
                    <a:pt x="154318" y="112820"/>
                  </a:lnTo>
                  <a:lnTo>
                    <a:pt x="154539" y="112214"/>
                  </a:lnTo>
                  <a:lnTo>
                    <a:pt x="154910" y="110425"/>
                  </a:lnTo>
                  <a:lnTo>
                    <a:pt x="155910" y="111158"/>
                  </a:lnTo>
                  <a:lnTo>
                    <a:pt x="156157" y="113071"/>
                  </a:lnTo>
                  <a:lnTo>
                    <a:pt x="156287" y="114944"/>
                  </a:lnTo>
                  <a:lnTo>
                    <a:pt x="156787" y="115555"/>
                  </a:lnTo>
                  <a:lnTo>
                    <a:pt x="157472" y="112673"/>
                  </a:lnTo>
                  <a:lnTo>
                    <a:pt x="158393" y="111908"/>
                  </a:lnTo>
                  <a:lnTo>
                    <a:pt x="158342" y="108266"/>
                  </a:lnTo>
                  <a:lnTo>
                    <a:pt x="158690" y="105658"/>
                  </a:lnTo>
                  <a:lnTo>
                    <a:pt x="158799" y="103698"/>
                  </a:lnTo>
                  <a:lnTo>
                    <a:pt x="159382" y="102743"/>
                  </a:lnTo>
                  <a:lnTo>
                    <a:pt x="159511" y="100665"/>
                  </a:lnTo>
                  <a:lnTo>
                    <a:pt x="159043" y="99231"/>
                  </a:lnTo>
                  <a:lnTo>
                    <a:pt x="158802" y="96623"/>
                  </a:lnTo>
                  <a:lnTo>
                    <a:pt x="159606" y="96045"/>
                  </a:lnTo>
                  <a:lnTo>
                    <a:pt x="160411" y="97356"/>
                  </a:lnTo>
                  <a:lnTo>
                    <a:pt x="160953" y="100645"/>
                  </a:lnTo>
                  <a:lnTo>
                    <a:pt x="161327" y="102128"/>
                  </a:lnTo>
                  <a:lnTo>
                    <a:pt x="161825" y="101320"/>
                  </a:lnTo>
                  <a:lnTo>
                    <a:pt x="162124" y="99130"/>
                  </a:lnTo>
                  <a:lnTo>
                    <a:pt x="163112" y="97855"/>
                  </a:lnTo>
                  <a:lnTo>
                    <a:pt x="164090" y="99627"/>
                  </a:lnTo>
                  <a:lnTo>
                    <a:pt x="165168" y="102050"/>
                  </a:lnTo>
                  <a:lnTo>
                    <a:pt x="166517" y="99935"/>
                  </a:lnTo>
                  <a:lnTo>
                    <a:pt x="167770" y="95970"/>
                  </a:lnTo>
                  <a:lnTo>
                    <a:pt x="167570" y="93544"/>
                  </a:lnTo>
                  <a:lnTo>
                    <a:pt x="167708" y="91045"/>
                  </a:lnTo>
                  <a:lnTo>
                    <a:pt x="169283" y="89735"/>
                  </a:lnTo>
                  <a:lnTo>
                    <a:pt x="170552" y="90698"/>
                  </a:lnTo>
                  <a:lnTo>
                    <a:pt x="171701" y="93376"/>
                  </a:lnTo>
                  <a:lnTo>
                    <a:pt x="174093" y="95367"/>
                  </a:lnTo>
                  <a:lnTo>
                    <a:pt x="176124" y="98224"/>
                  </a:lnTo>
                  <a:lnTo>
                    <a:pt x="177030" y="100091"/>
                  </a:lnTo>
                  <a:lnTo>
                    <a:pt x="178780" y="103060"/>
                  </a:lnTo>
                  <a:lnTo>
                    <a:pt x="179898" y="106142"/>
                  </a:lnTo>
                  <a:lnTo>
                    <a:pt x="181430" y="111631"/>
                  </a:lnTo>
                  <a:lnTo>
                    <a:pt x="185044" y="118323"/>
                  </a:lnTo>
                  <a:lnTo>
                    <a:pt x="185278" y="119509"/>
                  </a:lnTo>
                  <a:lnTo>
                    <a:pt x="184789" y="121742"/>
                  </a:lnTo>
                  <a:lnTo>
                    <a:pt x="184352" y="124602"/>
                  </a:lnTo>
                  <a:lnTo>
                    <a:pt x="183810" y="129444"/>
                  </a:lnTo>
                  <a:lnTo>
                    <a:pt x="183673" y="136574"/>
                  </a:lnTo>
                  <a:lnTo>
                    <a:pt x="184195" y="136064"/>
                  </a:lnTo>
                  <a:lnTo>
                    <a:pt x="184735" y="133510"/>
                  </a:lnTo>
                  <a:lnTo>
                    <a:pt x="185307" y="134035"/>
                  </a:lnTo>
                  <a:lnTo>
                    <a:pt x="185960" y="135665"/>
                  </a:lnTo>
                  <a:lnTo>
                    <a:pt x="186013" y="134101"/>
                  </a:lnTo>
                  <a:lnTo>
                    <a:pt x="185621" y="133155"/>
                  </a:lnTo>
                  <a:lnTo>
                    <a:pt x="184951" y="129865"/>
                  </a:lnTo>
                  <a:lnTo>
                    <a:pt x="184976" y="128119"/>
                  </a:lnTo>
                  <a:lnTo>
                    <a:pt x="185511" y="126717"/>
                  </a:lnTo>
                  <a:lnTo>
                    <a:pt x="186336" y="125038"/>
                  </a:lnTo>
                  <a:lnTo>
                    <a:pt x="187237" y="123938"/>
                  </a:lnTo>
                  <a:lnTo>
                    <a:pt x="187793" y="122977"/>
                  </a:lnTo>
                  <a:lnTo>
                    <a:pt x="187874" y="121788"/>
                  </a:lnTo>
                  <a:lnTo>
                    <a:pt x="188708" y="120579"/>
                  </a:lnTo>
                  <a:lnTo>
                    <a:pt x="189922" y="120181"/>
                  </a:lnTo>
                  <a:lnTo>
                    <a:pt x="190659" y="120372"/>
                  </a:lnTo>
                  <a:lnTo>
                    <a:pt x="195875" y="123427"/>
                  </a:lnTo>
                  <a:lnTo>
                    <a:pt x="197194" y="126478"/>
                  </a:lnTo>
                  <a:lnTo>
                    <a:pt x="197319" y="130243"/>
                  </a:lnTo>
                  <a:lnTo>
                    <a:pt x="197820" y="131579"/>
                  </a:lnTo>
                  <a:lnTo>
                    <a:pt x="198092" y="129213"/>
                  </a:lnTo>
                  <a:lnTo>
                    <a:pt x="198039" y="124068"/>
                  </a:lnTo>
                  <a:lnTo>
                    <a:pt x="198458" y="123047"/>
                  </a:lnTo>
                  <a:lnTo>
                    <a:pt x="199861" y="123843"/>
                  </a:lnTo>
                  <a:lnTo>
                    <a:pt x="200820" y="124870"/>
                  </a:lnTo>
                  <a:lnTo>
                    <a:pt x="202154" y="128243"/>
                  </a:lnTo>
                  <a:lnTo>
                    <a:pt x="202409" y="129897"/>
                  </a:lnTo>
                  <a:lnTo>
                    <a:pt x="202989" y="130973"/>
                  </a:lnTo>
                  <a:lnTo>
                    <a:pt x="203181" y="129409"/>
                  </a:lnTo>
                  <a:lnTo>
                    <a:pt x="202909" y="127193"/>
                  </a:lnTo>
                  <a:lnTo>
                    <a:pt x="202717" y="124654"/>
                  </a:lnTo>
                  <a:lnTo>
                    <a:pt x="203018" y="122440"/>
                  </a:lnTo>
                  <a:lnTo>
                    <a:pt x="204578" y="122264"/>
                  </a:lnTo>
                  <a:lnTo>
                    <a:pt x="205630" y="121788"/>
                  </a:lnTo>
                  <a:lnTo>
                    <a:pt x="205132" y="120925"/>
                  </a:lnTo>
                  <a:lnTo>
                    <a:pt x="204455" y="120625"/>
                  </a:lnTo>
                  <a:lnTo>
                    <a:pt x="203338" y="118597"/>
                  </a:lnTo>
                  <a:lnTo>
                    <a:pt x="202618" y="116415"/>
                  </a:lnTo>
                  <a:lnTo>
                    <a:pt x="203778" y="114294"/>
                  </a:lnTo>
                  <a:lnTo>
                    <a:pt x="203769" y="113766"/>
                  </a:lnTo>
                  <a:lnTo>
                    <a:pt x="202658" y="113833"/>
                  </a:lnTo>
                  <a:lnTo>
                    <a:pt x="201128" y="111766"/>
                  </a:lnTo>
                  <a:lnTo>
                    <a:pt x="199830" y="108892"/>
                  </a:lnTo>
                  <a:lnTo>
                    <a:pt x="200823" y="103603"/>
                  </a:lnTo>
                  <a:lnTo>
                    <a:pt x="202803" y="98429"/>
                  </a:lnTo>
                  <a:lnTo>
                    <a:pt x="203916" y="96703"/>
                  </a:lnTo>
                  <a:lnTo>
                    <a:pt x="204021" y="94958"/>
                  </a:lnTo>
                  <a:lnTo>
                    <a:pt x="204556" y="91737"/>
                  </a:lnTo>
                  <a:lnTo>
                    <a:pt x="204896" y="89019"/>
                  </a:lnTo>
                  <a:lnTo>
                    <a:pt x="204993" y="86907"/>
                  </a:lnTo>
                  <a:lnTo>
                    <a:pt x="205508" y="84676"/>
                  </a:lnTo>
                  <a:lnTo>
                    <a:pt x="206730" y="82569"/>
                  </a:lnTo>
                  <a:lnTo>
                    <a:pt x="208393" y="81816"/>
                  </a:lnTo>
                  <a:lnTo>
                    <a:pt x="209174" y="80994"/>
                  </a:lnTo>
                  <a:lnTo>
                    <a:pt x="209956" y="79052"/>
                  </a:lnTo>
                  <a:lnTo>
                    <a:pt x="210702" y="76677"/>
                  </a:lnTo>
                  <a:lnTo>
                    <a:pt x="209162" y="72046"/>
                  </a:lnTo>
                  <a:lnTo>
                    <a:pt x="209289" y="69495"/>
                  </a:lnTo>
                  <a:lnTo>
                    <a:pt x="209572" y="66488"/>
                  </a:lnTo>
                  <a:lnTo>
                    <a:pt x="211420" y="64286"/>
                  </a:lnTo>
                  <a:lnTo>
                    <a:pt x="212431" y="58523"/>
                  </a:lnTo>
                  <a:lnTo>
                    <a:pt x="213101" y="57658"/>
                  </a:lnTo>
                  <a:lnTo>
                    <a:pt x="214553" y="57828"/>
                  </a:lnTo>
                  <a:lnTo>
                    <a:pt x="215116" y="57311"/>
                  </a:lnTo>
                  <a:lnTo>
                    <a:pt x="215018" y="52715"/>
                  </a:lnTo>
                  <a:lnTo>
                    <a:pt x="215180" y="50934"/>
                  </a:lnTo>
                  <a:lnTo>
                    <a:pt x="215793" y="50221"/>
                  </a:lnTo>
                  <a:lnTo>
                    <a:pt x="216580" y="50836"/>
                  </a:lnTo>
                  <a:lnTo>
                    <a:pt x="217079" y="52833"/>
                  </a:lnTo>
                  <a:lnTo>
                    <a:pt x="218200" y="54680"/>
                  </a:lnTo>
                  <a:lnTo>
                    <a:pt x="218581" y="53670"/>
                  </a:lnTo>
                  <a:lnTo>
                    <a:pt x="218391" y="51644"/>
                  </a:lnTo>
                  <a:lnTo>
                    <a:pt x="218279" y="49047"/>
                  </a:lnTo>
                  <a:lnTo>
                    <a:pt x="219301" y="48487"/>
                  </a:lnTo>
                  <a:lnTo>
                    <a:pt x="220125" y="48328"/>
                  </a:lnTo>
                  <a:lnTo>
                    <a:pt x="220207" y="46207"/>
                  </a:lnTo>
                  <a:lnTo>
                    <a:pt x="220077" y="44516"/>
                  </a:lnTo>
                  <a:lnTo>
                    <a:pt x="220400" y="43801"/>
                  </a:lnTo>
                  <a:lnTo>
                    <a:pt x="222550" y="43454"/>
                  </a:lnTo>
                  <a:lnTo>
                    <a:pt x="223112" y="41714"/>
                  </a:lnTo>
                  <a:lnTo>
                    <a:pt x="223435" y="40202"/>
                  </a:lnTo>
                  <a:lnTo>
                    <a:pt x="223708" y="41031"/>
                  </a:lnTo>
                  <a:lnTo>
                    <a:pt x="224058" y="44404"/>
                  </a:lnTo>
                  <a:lnTo>
                    <a:pt x="225244" y="46381"/>
                  </a:lnTo>
                  <a:lnTo>
                    <a:pt x="228798" y="46415"/>
                  </a:lnTo>
                  <a:lnTo>
                    <a:pt x="230794" y="45050"/>
                  </a:lnTo>
                  <a:lnTo>
                    <a:pt x="231642" y="45858"/>
                  </a:lnTo>
                  <a:lnTo>
                    <a:pt x="232966" y="46493"/>
                  </a:lnTo>
                  <a:lnTo>
                    <a:pt x="234426" y="44903"/>
                  </a:lnTo>
                  <a:lnTo>
                    <a:pt x="235301" y="43694"/>
                  </a:lnTo>
                  <a:lnTo>
                    <a:pt x="236767" y="45264"/>
                  </a:lnTo>
                  <a:lnTo>
                    <a:pt x="237248" y="46917"/>
                  </a:lnTo>
                  <a:lnTo>
                    <a:pt x="237625" y="43408"/>
                  </a:lnTo>
                  <a:lnTo>
                    <a:pt x="238476" y="42182"/>
                  </a:lnTo>
                  <a:lnTo>
                    <a:pt x="239380" y="41455"/>
                  </a:lnTo>
                  <a:lnTo>
                    <a:pt x="240522" y="42041"/>
                  </a:lnTo>
                  <a:lnTo>
                    <a:pt x="240972" y="41844"/>
                  </a:lnTo>
                  <a:lnTo>
                    <a:pt x="239956" y="39236"/>
                  </a:lnTo>
                  <a:lnTo>
                    <a:pt x="240015" y="36858"/>
                  </a:lnTo>
                  <a:lnTo>
                    <a:pt x="239949" y="33346"/>
                  </a:lnTo>
                  <a:lnTo>
                    <a:pt x="240132" y="30134"/>
                  </a:lnTo>
                  <a:lnTo>
                    <a:pt x="240496" y="27826"/>
                  </a:lnTo>
                  <a:lnTo>
                    <a:pt x="238040" y="23171"/>
                  </a:lnTo>
                  <a:lnTo>
                    <a:pt x="235606" y="22467"/>
                  </a:lnTo>
                  <a:lnTo>
                    <a:pt x="233825" y="23443"/>
                  </a:lnTo>
                  <a:lnTo>
                    <a:pt x="233075" y="22675"/>
                  </a:lnTo>
                  <a:lnTo>
                    <a:pt x="231493" y="18947"/>
                  </a:lnTo>
                  <a:lnTo>
                    <a:pt x="229985" y="17585"/>
                  </a:lnTo>
                  <a:lnTo>
                    <a:pt x="229854" y="16667"/>
                  </a:lnTo>
                  <a:lnTo>
                    <a:pt x="231701" y="13992"/>
                  </a:lnTo>
                  <a:lnTo>
                    <a:pt x="232405" y="14451"/>
                  </a:lnTo>
                  <a:lnTo>
                    <a:pt x="233481" y="16956"/>
                  </a:lnTo>
                  <a:lnTo>
                    <a:pt x="234095" y="17841"/>
                  </a:lnTo>
                  <a:lnTo>
                    <a:pt x="234616" y="17660"/>
                  </a:lnTo>
                  <a:lnTo>
                    <a:pt x="234953" y="15703"/>
                  </a:lnTo>
                  <a:lnTo>
                    <a:pt x="235418" y="14676"/>
                  </a:lnTo>
                  <a:lnTo>
                    <a:pt x="236297" y="15253"/>
                  </a:lnTo>
                  <a:lnTo>
                    <a:pt x="239053" y="19489"/>
                  </a:lnTo>
                  <a:lnTo>
                    <a:pt x="240602" y="23587"/>
                  </a:lnTo>
                  <a:lnTo>
                    <a:pt x="241395" y="22505"/>
                  </a:lnTo>
                  <a:lnTo>
                    <a:pt x="242753" y="20205"/>
                  </a:lnTo>
                  <a:lnTo>
                    <a:pt x="244035" y="20684"/>
                  </a:lnTo>
                  <a:lnTo>
                    <a:pt x="244823" y="22029"/>
                  </a:lnTo>
                  <a:lnTo>
                    <a:pt x="245927" y="27021"/>
                  </a:lnTo>
                  <a:lnTo>
                    <a:pt x="246802" y="29500"/>
                  </a:lnTo>
                  <a:lnTo>
                    <a:pt x="248911" y="30166"/>
                  </a:lnTo>
                  <a:lnTo>
                    <a:pt x="249984" y="31115"/>
                  </a:lnTo>
                  <a:lnTo>
                    <a:pt x="251095" y="32766"/>
                  </a:lnTo>
                  <a:lnTo>
                    <a:pt x="252592" y="32622"/>
                  </a:lnTo>
                  <a:lnTo>
                    <a:pt x="255674" y="33234"/>
                  </a:lnTo>
                  <a:lnTo>
                    <a:pt x="258576" y="36428"/>
                  </a:lnTo>
                  <a:lnTo>
                    <a:pt x="259782" y="38425"/>
                  </a:lnTo>
                  <a:lnTo>
                    <a:pt x="261188" y="38959"/>
                  </a:lnTo>
                  <a:lnTo>
                    <a:pt x="262006" y="39755"/>
                  </a:lnTo>
                  <a:lnTo>
                    <a:pt x="263496" y="39995"/>
                  </a:lnTo>
                  <a:lnTo>
                    <a:pt x="265867" y="37735"/>
                  </a:lnTo>
                  <a:lnTo>
                    <a:pt x="266930" y="39813"/>
                  </a:lnTo>
                  <a:lnTo>
                    <a:pt x="267402" y="41227"/>
                  </a:lnTo>
                  <a:lnTo>
                    <a:pt x="269562" y="43922"/>
                  </a:lnTo>
                  <a:lnTo>
                    <a:pt x="271885" y="44747"/>
                  </a:lnTo>
                  <a:lnTo>
                    <a:pt x="273543" y="42015"/>
                  </a:lnTo>
                  <a:lnTo>
                    <a:pt x="275967" y="39989"/>
                  </a:lnTo>
                  <a:lnTo>
                    <a:pt x="277655" y="36901"/>
                  </a:lnTo>
                  <a:lnTo>
                    <a:pt x="278925" y="35450"/>
                  </a:lnTo>
                  <a:lnTo>
                    <a:pt x="280119" y="32928"/>
                  </a:lnTo>
                  <a:lnTo>
                    <a:pt x="280578" y="33049"/>
                  </a:lnTo>
                  <a:lnTo>
                    <a:pt x="279605" y="35404"/>
                  </a:lnTo>
                  <a:lnTo>
                    <a:pt x="279487" y="36740"/>
                  </a:lnTo>
                  <a:lnTo>
                    <a:pt x="280250" y="37297"/>
                  </a:lnTo>
                  <a:lnTo>
                    <a:pt x="280171" y="37983"/>
                  </a:lnTo>
                  <a:lnTo>
                    <a:pt x="279120" y="39816"/>
                  </a:lnTo>
                  <a:lnTo>
                    <a:pt x="277865" y="42675"/>
                  </a:lnTo>
                  <a:lnTo>
                    <a:pt x="277888" y="44398"/>
                  </a:lnTo>
                  <a:lnTo>
                    <a:pt x="278376" y="45339"/>
                  </a:lnTo>
                  <a:lnTo>
                    <a:pt x="278954" y="44920"/>
                  </a:lnTo>
                  <a:lnTo>
                    <a:pt x="279776" y="43472"/>
                  </a:lnTo>
                  <a:lnTo>
                    <a:pt x="280768" y="42693"/>
                  </a:lnTo>
                  <a:lnTo>
                    <a:pt x="281640" y="43853"/>
                  </a:lnTo>
                  <a:lnTo>
                    <a:pt x="281923" y="47973"/>
                  </a:lnTo>
                  <a:lnTo>
                    <a:pt x="282545" y="50680"/>
                  </a:lnTo>
                  <a:lnTo>
                    <a:pt x="283913" y="51055"/>
                  </a:lnTo>
                  <a:lnTo>
                    <a:pt x="284752" y="51015"/>
                  </a:lnTo>
                  <a:lnTo>
                    <a:pt x="285589" y="47226"/>
                  </a:lnTo>
                  <a:lnTo>
                    <a:pt x="285137" y="44000"/>
                  </a:lnTo>
                  <a:lnTo>
                    <a:pt x="284619" y="43310"/>
                  </a:lnTo>
                  <a:lnTo>
                    <a:pt x="284868" y="42087"/>
                  </a:lnTo>
                  <a:lnTo>
                    <a:pt x="287006" y="36763"/>
                  </a:lnTo>
                  <a:lnTo>
                    <a:pt x="288202" y="36944"/>
                  </a:lnTo>
                  <a:lnTo>
                    <a:pt x="289060" y="42144"/>
                  </a:lnTo>
                  <a:lnTo>
                    <a:pt x="290413" y="44889"/>
                  </a:lnTo>
                  <a:lnTo>
                    <a:pt x="291857" y="44672"/>
                  </a:lnTo>
                  <a:lnTo>
                    <a:pt x="292610" y="45394"/>
                  </a:lnTo>
                  <a:lnTo>
                    <a:pt x="293227" y="48536"/>
                  </a:lnTo>
                  <a:lnTo>
                    <a:pt x="288162" y="61371"/>
                  </a:lnTo>
                  <a:lnTo>
                    <a:pt x="287925" y="62806"/>
                  </a:lnTo>
                  <a:lnTo>
                    <a:pt x="288607" y="65134"/>
                  </a:lnTo>
                  <a:lnTo>
                    <a:pt x="288869" y="67858"/>
                  </a:lnTo>
                  <a:lnTo>
                    <a:pt x="287224" y="74400"/>
                  </a:lnTo>
                  <a:lnTo>
                    <a:pt x="286618" y="74723"/>
                  </a:lnTo>
                  <a:lnTo>
                    <a:pt x="286034" y="72957"/>
                  </a:lnTo>
                  <a:lnTo>
                    <a:pt x="285165" y="71823"/>
                  </a:lnTo>
                  <a:lnTo>
                    <a:pt x="284402" y="72620"/>
                  </a:lnTo>
                  <a:lnTo>
                    <a:pt x="283585" y="73096"/>
                  </a:lnTo>
                  <a:lnTo>
                    <a:pt x="280639" y="76738"/>
                  </a:lnTo>
                  <a:lnTo>
                    <a:pt x="280662" y="86113"/>
                  </a:lnTo>
                  <a:lnTo>
                    <a:pt x="281406" y="91685"/>
                  </a:lnTo>
                  <a:lnTo>
                    <a:pt x="280974" y="95370"/>
                  </a:lnTo>
                  <a:lnTo>
                    <a:pt x="280097" y="101820"/>
                  </a:lnTo>
                  <a:lnTo>
                    <a:pt x="279146" y="104215"/>
                  </a:lnTo>
                  <a:lnTo>
                    <a:pt x="278383" y="105764"/>
                  </a:lnTo>
                  <a:lnTo>
                    <a:pt x="275845" y="114580"/>
                  </a:lnTo>
                  <a:lnTo>
                    <a:pt x="275035" y="116698"/>
                  </a:lnTo>
                  <a:lnTo>
                    <a:pt x="274195" y="119699"/>
                  </a:lnTo>
                  <a:lnTo>
                    <a:pt x="274477" y="122579"/>
                  </a:lnTo>
                  <a:lnTo>
                    <a:pt x="274789" y="124573"/>
                  </a:lnTo>
                  <a:lnTo>
                    <a:pt x="275745" y="126856"/>
                  </a:lnTo>
                  <a:lnTo>
                    <a:pt x="279470" y="131576"/>
                  </a:lnTo>
                  <a:lnTo>
                    <a:pt x="281159" y="134829"/>
                  </a:lnTo>
                  <a:lnTo>
                    <a:pt x="284070" y="138765"/>
                  </a:lnTo>
                  <a:lnTo>
                    <a:pt x="284735" y="141477"/>
                  </a:lnTo>
                  <a:lnTo>
                    <a:pt x="285131" y="143690"/>
                  </a:lnTo>
                  <a:lnTo>
                    <a:pt x="287235" y="146207"/>
                  </a:lnTo>
                  <a:lnTo>
                    <a:pt x="288737" y="147722"/>
                  </a:lnTo>
                  <a:lnTo>
                    <a:pt x="289171" y="147332"/>
                  </a:lnTo>
                  <a:lnTo>
                    <a:pt x="289484" y="146807"/>
                  </a:lnTo>
                  <a:lnTo>
                    <a:pt x="289860" y="146801"/>
                  </a:lnTo>
                  <a:lnTo>
                    <a:pt x="290233" y="147093"/>
                  </a:lnTo>
                  <a:lnTo>
                    <a:pt x="290174" y="149063"/>
                  </a:lnTo>
                  <a:lnTo>
                    <a:pt x="290009" y="150143"/>
                  </a:lnTo>
                  <a:lnTo>
                    <a:pt x="290150" y="151516"/>
                  </a:lnTo>
                  <a:lnTo>
                    <a:pt x="291218" y="153268"/>
                  </a:lnTo>
                  <a:lnTo>
                    <a:pt x="292921" y="153213"/>
                  </a:lnTo>
                  <a:lnTo>
                    <a:pt x="293902" y="152797"/>
                  </a:lnTo>
                  <a:lnTo>
                    <a:pt x="294984" y="154659"/>
                  </a:lnTo>
                  <a:lnTo>
                    <a:pt x="295960" y="155865"/>
                  </a:lnTo>
                  <a:lnTo>
                    <a:pt x="297569" y="158352"/>
                  </a:lnTo>
                  <a:lnTo>
                    <a:pt x="300370" y="161330"/>
                  </a:lnTo>
                  <a:lnTo>
                    <a:pt x="302559" y="163278"/>
                  </a:lnTo>
                  <a:lnTo>
                    <a:pt x="305140" y="170475"/>
                  </a:lnTo>
                  <a:lnTo>
                    <a:pt x="307098" y="174625"/>
                  </a:lnTo>
                  <a:lnTo>
                    <a:pt x="309239" y="177620"/>
                  </a:lnTo>
                  <a:lnTo>
                    <a:pt x="312455" y="179723"/>
                  </a:lnTo>
                  <a:lnTo>
                    <a:pt x="313936" y="179377"/>
                  </a:lnTo>
                  <a:lnTo>
                    <a:pt x="316337" y="181824"/>
                  </a:lnTo>
                  <a:lnTo>
                    <a:pt x="318677" y="182967"/>
                  </a:lnTo>
                  <a:lnTo>
                    <a:pt x="319916" y="186358"/>
                  </a:lnTo>
                  <a:lnTo>
                    <a:pt x="320338" y="188929"/>
                  </a:lnTo>
                  <a:lnTo>
                    <a:pt x="320456" y="190900"/>
                  </a:lnTo>
                  <a:lnTo>
                    <a:pt x="321620" y="195652"/>
                  </a:lnTo>
                  <a:lnTo>
                    <a:pt x="323991" y="197187"/>
                  </a:lnTo>
                  <a:lnTo>
                    <a:pt x="327065" y="201920"/>
                  </a:lnTo>
                  <a:lnTo>
                    <a:pt x="329593" y="204006"/>
                  </a:lnTo>
                  <a:lnTo>
                    <a:pt x="330228" y="205256"/>
                  </a:lnTo>
                  <a:lnTo>
                    <a:pt x="331337" y="206704"/>
                  </a:lnTo>
                  <a:lnTo>
                    <a:pt x="333482" y="206756"/>
                  </a:lnTo>
                  <a:lnTo>
                    <a:pt x="337202" y="204396"/>
                  </a:lnTo>
                  <a:lnTo>
                    <a:pt x="338896" y="202009"/>
                  </a:lnTo>
                  <a:lnTo>
                    <a:pt x="341142" y="198189"/>
                  </a:lnTo>
                  <a:lnTo>
                    <a:pt x="342196" y="191633"/>
                  </a:lnTo>
                  <a:lnTo>
                    <a:pt x="342815" y="186372"/>
                  </a:lnTo>
                  <a:lnTo>
                    <a:pt x="345939" y="175487"/>
                  </a:lnTo>
                  <a:lnTo>
                    <a:pt x="346830" y="170088"/>
                  </a:lnTo>
                  <a:lnTo>
                    <a:pt x="347623" y="162926"/>
                  </a:lnTo>
                  <a:lnTo>
                    <a:pt x="348317" y="158448"/>
                  </a:lnTo>
                  <a:lnTo>
                    <a:pt x="348086" y="153577"/>
                  </a:lnTo>
                  <a:lnTo>
                    <a:pt x="348807" y="144729"/>
                  </a:lnTo>
                  <a:lnTo>
                    <a:pt x="350409" y="132618"/>
                  </a:lnTo>
                  <a:lnTo>
                    <a:pt x="350953" y="128518"/>
                  </a:lnTo>
                  <a:lnTo>
                    <a:pt x="350682" y="122492"/>
                  </a:lnTo>
                  <a:lnTo>
                    <a:pt x="349687" y="111186"/>
                  </a:lnTo>
                  <a:lnTo>
                    <a:pt x="350132" y="107279"/>
                  </a:lnTo>
                  <a:lnTo>
                    <a:pt x="350568" y="101811"/>
                  </a:lnTo>
                  <a:lnTo>
                    <a:pt x="349842" y="97846"/>
                  </a:lnTo>
                  <a:lnTo>
                    <a:pt x="349166" y="95131"/>
                  </a:lnTo>
                  <a:lnTo>
                    <a:pt x="349066" y="91313"/>
                  </a:lnTo>
                  <a:lnTo>
                    <a:pt x="349826" y="84110"/>
                  </a:lnTo>
                  <a:lnTo>
                    <a:pt x="350500" y="80307"/>
                  </a:lnTo>
                  <a:lnTo>
                    <a:pt x="351199" y="75402"/>
                  </a:lnTo>
                  <a:lnTo>
                    <a:pt x="350806" y="66075"/>
                  </a:lnTo>
                  <a:lnTo>
                    <a:pt x="352299" y="62826"/>
                  </a:lnTo>
                  <a:lnTo>
                    <a:pt x="352887" y="61207"/>
                  </a:lnTo>
                  <a:lnTo>
                    <a:pt x="354042" y="61193"/>
                  </a:lnTo>
                  <a:lnTo>
                    <a:pt x="354591" y="61923"/>
                  </a:lnTo>
                  <a:lnTo>
                    <a:pt x="354708" y="60059"/>
                  </a:lnTo>
                  <a:lnTo>
                    <a:pt x="354252" y="58330"/>
                  </a:lnTo>
                  <a:lnTo>
                    <a:pt x="354073" y="56319"/>
                  </a:lnTo>
                  <a:lnTo>
                    <a:pt x="353750" y="55297"/>
                  </a:lnTo>
                  <a:lnTo>
                    <a:pt x="353039" y="54939"/>
                  </a:lnTo>
                  <a:lnTo>
                    <a:pt x="352448" y="53840"/>
                  </a:lnTo>
                  <a:lnTo>
                    <a:pt x="351598" y="52717"/>
                  </a:lnTo>
                  <a:lnTo>
                    <a:pt x="351731" y="48571"/>
                  </a:lnTo>
                  <a:lnTo>
                    <a:pt x="353177" y="40563"/>
                  </a:lnTo>
                  <a:lnTo>
                    <a:pt x="353976" y="37475"/>
                  </a:lnTo>
                  <a:lnTo>
                    <a:pt x="354500" y="38765"/>
                  </a:lnTo>
                  <a:lnTo>
                    <a:pt x="355095" y="39801"/>
                  </a:lnTo>
                  <a:lnTo>
                    <a:pt x="355177" y="37496"/>
                  </a:lnTo>
                  <a:lnTo>
                    <a:pt x="354977" y="35129"/>
                  </a:lnTo>
                  <a:lnTo>
                    <a:pt x="356074" y="27315"/>
                  </a:lnTo>
                  <a:lnTo>
                    <a:pt x="357289" y="16722"/>
                  </a:lnTo>
                  <a:lnTo>
                    <a:pt x="357652" y="7069"/>
                  </a:lnTo>
                  <a:lnTo>
                    <a:pt x="359603" y="5225"/>
                  </a:lnTo>
                  <a:lnTo>
                    <a:pt x="360594" y="2804"/>
                  </a:lnTo>
                  <a:lnTo>
                    <a:pt x="361207" y="0"/>
                  </a:lnTo>
                  <a:lnTo>
                    <a:pt x="362297" y="0"/>
                  </a:lnTo>
                  <a:lnTo>
                    <a:pt x="363041" y="1209"/>
                  </a:lnTo>
                  <a:lnTo>
                    <a:pt x="362552" y="3312"/>
                  </a:lnTo>
                  <a:lnTo>
                    <a:pt x="362395" y="4937"/>
                  </a:lnTo>
                  <a:lnTo>
                    <a:pt x="364497" y="8957"/>
                  </a:lnTo>
                  <a:lnTo>
                    <a:pt x="365195" y="12056"/>
                  </a:lnTo>
                  <a:lnTo>
                    <a:pt x="365487" y="14970"/>
                  </a:lnTo>
                  <a:lnTo>
                    <a:pt x="365900" y="17717"/>
                  </a:lnTo>
                  <a:lnTo>
                    <a:pt x="366099" y="21420"/>
                  </a:lnTo>
                  <a:lnTo>
                    <a:pt x="366070" y="27332"/>
                  </a:lnTo>
                  <a:lnTo>
                    <a:pt x="366341" y="32919"/>
                  </a:lnTo>
                  <a:lnTo>
                    <a:pt x="367099" y="34673"/>
                  </a:lnTo>
                  <a:lnTo>
                    <a:pt x="367772" y="35805"/>
                  </a:lnTo>
                  <a:lnTo>
                    <a:pt x="368733" y="35955"/>
                  </a:lnTo>
                  <a:close/>
                </a:path>
              </a:pathLst>
            </a:custGeom>
            <a:solidFill>
              <a:srgbClr val="FFFCF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1"/>
            <p:cNvSpPr/>
            <p:nvPr/>
          </p:nvSpPr>
          <p:spPr>
            <a:xfrm>
              <a:off x="5117823" y="3947053"/>
              <a:ext cx="1842" cy="5023"/>
            </a:xfrm>
            <a:custGeom>
              <a:avLst/>
              <a:pathLst>
                <a:path w="1842" h="5023">
                  <a:moveTo>
                    <a:pt x="1842" y="3332"/>
                  </a:moveTo>
                  <a:lnTo>
                    <a:pt x="813" y="5023"/>
                  </a:lnTo>
                  <a:lnTo>
                    <a:pt x="144" y="4135"/>
                  </a:lnTo>
                  <a:lnTo>
                    <a:pt x="0" y="2259"/>
                  </a:lnTo>
                  <a:lnTo>
                    <a:pt x="68" y="1437"/>
                  </a:lnTo>
                  <a:lnTo>
                    <a:pt x="894" y="0"/>
                  </a:lnTo>
                  <a:close/>
                </a:path>
              </a:pathLst>
            </a:custGeom>
            <a:solidFill>
              <a:srgbClr val="FFFCF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2"/>
            <p:cNvSpPr/>
            <p:nvPr/>
          </p:nvSpPr>
          <p:spPr>
            <a:xfrm>
              <a:off x="5118682" y="3933710"/>
              <a:ext cx="1775" cy="3361"/>
            </a:xfrm>
            <a:custGeom>
              <a:avLst/>
              <a:pathLst>
                <a:path w="1775" h="3361">
                  <a:moveTo>
                    <a:pt x="1775" y="1529"/>
                  </a:moveTo>
                  <a:lnTo>
                    <a:pt x="1040" y="3361"/>
                  </a:lnTo>
                  <a:lnTo>
                    <a:pt x="260" y="2813"/>
                  </a:lnTo>
                  <a:lnTo>
                    <a:pt x="0" y="1740"/>
                  </a:lnTo>
                  <a:lnTo>
                    <a:pt x="291" y="265"/>
                  </a:lnTo>
                  <a:lnTo>
                    <a:pt x="1278" y="0"/>
                  </a:lnTo>
                  <a:close/>
                </a:path>
              </a:pathLst>
            </a:custGeom>
            <a:solidFill>
              <a:srgbClr val="FFFCF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3"/>
            <p:cNvSpPr/>
            <p:nvPr/>
          </p:nvSpPr>
          <p:spPr>
            <a:xfrm>
              <a:off x="5117480" y="3931090"/>
              <a:ext cx="1164" cy="3826"/>
            </a:xfrm>
            <a:custGeom>
              <a:avLst/>
              <a:pathLst>
                <a:path w="1164" h="3826">
                  <a:moveTo>
                    <a:pt x="862" y="3024"/>
                  </a:moveTo>
                  <a:lnTo>
                    <a:pt x="546" y="3826"/>
                  </a:lnTo>
                  <a:lnTo>
                    <a:pt x="0" y="2069"/>
                  </a:lnTo>
                  <a:lnTo>
                    <a:pt x="631" y="0"/>
                  </a:lnTo>
                  <a:lnTo>
                    <a:pt x="1164" y="989"/>
                  </a:lnTo>
                  <a:close/>
                </a:path>
              </a:pathLst>
            </a:custGeom>
            <a:solidFill>
              <a:srgbClr val="FFFCF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4"/>
            <p:cNvSpPr/>
            <p:nvPr/>
          </p:nvSpPr>
          <p:spPr>
            <a:xfrm>
              <a:off x="3481545" y="2186134"/>
              <a:ext cx="94070" cy="76869"/>
            </a:xfrm>
            <a:custGeom>
              <a:avLst/>
              <a:pathLst>
                <a:path w="94070" h="76869">
                  <a:moveTo>
                    <a:pt x="91673" y="11887"/>
                  </a:moveTo>
                  <a:lnTo>
                    <a:pt x="91620" y="12190"/>
                  </a:lnTo>
                  <a:lnTo>
                    <a:pt x="91553" y="13302"/>
                  </a:lnTo>
                  <a:lnTo>
                    <a:pt x="91073" y="14703"/>
                  </a:lnTo>
                  <a:lnTo>
                    <a:pt x="90557" y="16539"/>
                  </a:lnTo>
                  <a:lnTo>
                    <a:pt x="90591" y="18149"/>
                  </a:lnTo>
                  <a:lnTo>
                    <a:pt x="91914" y="23728"/>
                  </a:lnTo>
                  <a:lnTo>
                    <a:pt x="93089" y="27122"/>
                  </a:lnTo>
                  <a:lnTo>
                    <a:pt x="93312" y="28413"/>
                  </a:lnTo>
                  <a:lnTo>
                    <a:pt x="94070" y="29406"/>
                  </a:lnTo>
                  <a:lnTo>
                    <a:pt x="93351" y="30657"/>
                  </a:lnTo>
                  <a:lnTo>
                    <a:pt x="93211" y="32511"/>
                  </a:lnTo>
                  <a:lnTo>
                    <a:pt x="92745" y="33336"/>
                  </a:lnTo>
                  <a:lnTo>
                    <a:pt x="92623" y="34395"/>
                  </a:lnTo>
                  <a:lnTo>
                    <a:pt x="92818" y="35357"/>
                  </a:lnTo>
                  <a:lnTo>
                    <a:pt x="92814" y="36562"/>
                  </a:lnTo>
                  <a:lnTo>
                    <a:pt x="93074" y="38223"/>
                  </a:lnTo>
                  <a:lnTo>
                    <a:pt x="91924" y="38585"/>
                  </a:lnTo>
                  <a:lnTo>
                    <a:pt x="90557" y="38527"/>
                  </a:lnTo>
                  <a:lnTo>
                    <a:pt x="90068" y="38624"/>
                  </a:lnTo>
                  <a:lnTo>
                    <a:pt x="89610" y="39077"/>
                  </a:lnTo>
                  <a:lnTo>
                    <a:pt x="89137" y="38852"/>
                  </a:lnTo>
                  <a:lnTo>
                    <a:pt x="87901" y="37294"/>
                  </a:lnTo>
                  <a:lnTo>
                    <a:pt x="87204" y="36953"/>
                  </a:lnTo>
                  <a:lnTo>
                    <a:pt x="86711" y="37047"/>
                  </a:lnTo>
                  <a:lnTo>
                    <a:pt x="86342" y="37724"/>
                  </a:lnTo>
                  <a:lnTo>
                    <a:pt x="85707" y="38592"/>
                  </a:lnTo>
                  <a:lnTo>
                    <a:pt x="85111" y="39201"/>
                  </a:lnTo>
                  <a:lnTo>
                    <a:pt x="85244" y="39738"/>
                  </a:lnTo>
                  <a:lnTo>
                    <a:pt x="87806" y="41139"/>
                  </a:lnTo>
                  <a:lnTo>
                    <a:pt x="88261" y="43291"/>
                  </a:lnTo>
                  <a:lnTo>
                    <a:pt x="87768" y="45047"/>
                  </a:lnTo>
                  <a:lnTo>
                    <a:pt x="87600" y="45906"/>
                  </a:lnTo>
                  <a:lnTo>
                    <a:pt x="87000" y="46583"/>
                  </a:lnTo>
                  <a:lnTo>
                    <a:pt x="86264" y="47177"/>
                  </a:lnTo>
                  <a:lnTo>
                    <a:pt x="85377" y="47325"/>
                  </a:lnTo>
                  <a:lnTo>
                    <a:pt x="85272" y="48273"/>
                  </a:lnTo>
                  <a:lnTo>
                    <a:pt x="85620" y="51060"/>
                  </a:lnTo>
                  <a:lnTo>
                    <a:pt x="85338" y="51663"/>
                  </a:lnTo>
                  <a:lnTo>
                    <a:pt x="85056" y="52528"/>
                  </a:lnTo>
                  <a:lnTo>
                    <a:pt x="85321" y="54820"/>
                  </a:lnTo>
                  <a:lnTo>
                    <a:pt x="85870" y="54983"/>
                  </a:lnTo>
                  <a:lnTo>
                    <a:pt x="85991" y="55506"/>
                  </a:lnTo>
                  <a:lnTo>
                    <a:pt x="85894" y="56434"/>
                  </a:lnTo>
                  <a:lnTo>
                    <a:pt x="85797" y="57421"/>
                  </a:lnTo>
                  <a:lnTo>
                    <a:pt x="85603" y="58467"/>
                  </a:lnTo>
                  <a:lnTo>
                    <a:pt x="85507" y="58930"/>
                  </a:lnTo>
                  <a:lnTo>
                    <a:pt x="85143" y="59220"/>
                  </a:lnTo>
                  <a:lnTo>
                    <a:pt x="84007" y="59066"/>
                  </a:lnTo>
                  <a:lnTo>
                    <a:pt x="83028" y="59960"/>
                  </a:lnTo>
                  <a:lnTo>
                    <a:pt x="81060" y="63171"/>
                  </a:lnTo>
                  <a:lnTo>
                    <a:pt x="80371" y="63716"/>
                  </a:lnTo>
                  <a:lnTo>
                    <a:pt x="79626" y="65000"/>
                  </a:lnTo>
                  <a:lnTo>
                    <a:pt x="79671" y="67822"/>
                  </a:lnTo>
                  <a:lnTo>
                    <a:pt x="79570" y="68078"/>
                  </a:lnTo>
                  <a:lnTo>
                    <a:pt x="79389" y="68656"/>
                  </a:lnTo>
                  <a:lnTo>
                    <a:pt x="76953" y="67678"/>
                  </a:lnTo>
                  <a:lnTo>
                    <a:pt x="75378" y="68042"/>
                  </a:lnTo>
                  <a:lnTo>
                    <a:pt x="74301" y="69336"/>
                  </a:lnTo>
                  <a:lnTo>
                    <a:pt x="72992" y="70075"/>
                  </a:lnTo>
                  <a:lnTo>
                    <a:pt x="70250" y="69681"/>
                  </a:lnTo>
                  <a:lnTo>
                    <a:pt x="67580" y="70183"/>
                  </a:lnTo>
                  <a:lnTo>
                    <a:pt x="66948" y="70559"/>
                  </a:lnTo>
                  <a:lnTo>
                    <a:pt x="66255" y="70776"/>
                  </a:lnTo>
                  <a:lnTo>
                    <a:pt x="65605" y="71527"/>
                  </a:lnTo>
                  <a:lnTo>
                    <a:pt x="65234" y="72588"/>
                  </a:lnTo>
                  <a:lnTo>
                    <a:pt x="64570" y="73931"/>
                  </a:lnTo>
                  <a:lnTo>
                    <a:pt x="63625" y="74986"/>
                  </a:lnTo>
                  <a:lnTo>
                    <a:pt x="62599" y="75794"/>
                  </a:lnTo>
                  <a:lnTo>
                    <a:pt x="62354" y="76478"/>
                  </a:lnTo>
                  <a:lnTo>
                    <a:pt x="62017" y="76869"/>
                  </a:lnTo>
                  <a:lnTo>
                    <a:pt x="61446" y="76357"/>
                  </a:lnTo>
                  <a:lnTo>
                    <a:pt x="60982" y="76384"/>
                  </a:lnTo>
                  <a:lnTo>
                    <a:pt x="60414" y="76035"/>
                  </a:lnTo>
                  <a:lnTo>
                    <a:pt x="58530" y="75657"/>
                  </a:lnTo>
                  <a:lnTo>
                    <a:pt x="56460" y="75031"/>
                  </a:lnTo>
                  <a:lnTo>
                    <a:pt x="55474" y="74432"/>
                  </a:lnTo>
                  <a:lnTo>
                    <a:pt x="54354" y="73959"/>
                  </a:lnTo>
                  <a:lnTo>
                    <a:pt x="53151" y="73573"/>
                  </a:lnTo>
                  <a:lnTo>
                    <a:pt x="52073" y="73483"/>
                  </a:lnTo>
                  <a:lnTo>
                    <a:pt x="51530" y="73306"/>
                  </a:lnTo>
                  <a:lnTo>
                    <a:pt x="48939" y="72263"/>
                  </a:lnTo>
                  <a:lnTo>
                    <a:pt x="47231" y="72194"/>
                  </a:lnTo>
                  <a:lnTo>
                    <a:pt x="44975" y="71758"/>
                  </a:lnTo>
                  <a:lnTo>
                    <a:pt x="40493" y="70186"/>
                  </a:lnTo>
                  <a:lnTo>
                    <a:pt x="39188" y="69548"/>
                  </a:lnTo>
                  <a:lnTo>
                    <a:pt x="37940" y="69352"/>
                  </a:lnTo>
                  <a:lnTo>
                    <a:pt x="36466" y="68808"/>
                  </a:lnTo>
                  <a:lnTo>
                    <a:pt x="35344" y="67918"/>
                  </a:lnTo>
                  <a:lnTo>
                    <a:pt x="34626" y="66228"/>
                  </a:lnTo>
                  <a:lnTo>
                    <a:pt x="33859" y="63980"/>
                  </a:lnTo>
                  <a:lnTo>
                    <a:pt x="32454" y="61044"/>
                  </a:lnTo>
                  <a:lnTo>
                    <a:pt x="32166" y="59581"/>
                  </a:lnTo>
                  <a:lnTo>
                    <a:pt x="32595" y="58298"/>
                  </a:lnTo>
                  <a:lnTo>
                    <a:pt x="33036" y="57332"/>
                  </a:lnTo>
                  <a:lnTo>
                    <a:pt x="32986" y="56915"/>
                  </a:lnTo>
                  <a:lnTo>
                    <a:pt x="32643" y="56704"/>
                  </a:lnTo>
                  <a:lnTo>
                    <a:pt x="30177" y="57958"/>
                  </a:lnTo>
                  <a:lnTo>
                    <a:pt x="27785" y="59542"/>
                  </a:lnTo>
                  <a:lnTo>
                    <a:pt x="26843" y="59584"/>
                  </a:lnTo>
                  <a:lnTo>
                    <a:pt x="25931" y="59232"/>
                  </a:lnTo>
                  <a:lnTo>
                    <a:pt x="24723" y="59207"/>
                  </a:lnTo>
                  <a:lnTo>
                    <a:pt x="23558" y="59631"/>
                  </a:lnTo>
                  <a:lnTo>
                    <a:pt x="21229" y="59849"/>
                  </a:lnTo>
                  <a:lnTo>
                    <a:pt x="19865" y="61016"/>
                  </a:lnTo>
                  <a:lnTo>
                    <a:pt x="18996" y="63293"/>
                  </a:lnTo>
                  <a:lnTo>
                    <a:pt x="18522" y="65130"/>
                  </a:lnTo>
                  <a:lnTo>
                    <a:pt x="18130" y="65720"/>
                  </a:lnTo>
                  <a:lnTo>
                    <a:pt x="17316" y="65942"/>
                  </a:lnTo>
                  <a:lnTo>
                    <a:pt x="16102" y="65772"/>
                  </a:lnTo>
                  <a:lnTo>
                    <a:pt x="15248" y="65238"/>
                  </a:lnTo>
                  <a:lnTo>
                    <a:pt x="14378" y="63670"/>
                  </a:lnTo>
                  <a:lnTo>
                    <a:pt x="13027" y="63453"/>
                  </a:lnTo>
                  <a:lnTo>
                    <a:pt x="11789" y="63412"/>
                  </a:lnTo>
                  <a:lnTo>
                    <a:pt x="11461" y="63122"/>
                  </a:lnTo>
                  <a:lnTo>
                    <a:pt x="11483" y="62103"/>
                  </a:lnTo>
                  <a:lnTo>
                    <a:pt x="10993" y="60183"/>
                  </a:lnTo>
                  <a:lnTo>
                    <a:pt x="10185" y="59581"/>
                  </a:lnTo>
                  <a:lnTo>
                    <a:pt x="8091" y="63198"/>
                  </a:lnTo>
                  <a:lnTo>
                    <a:pt x="7520" y="63518"/>
                  </a:lnTo>
                  <a:lnTo>
                    <a:pt x="5834" y="62518"/>
                  </a:lnTo>
                  <a:lnTo>
                    <a:pt x="4364" y="60972"/>
                  </a:lnTo>
                  <a:lnTo>
                    <a:pt x="4203" y="59841"/>
                  </a:lnTo>
                  <a:lnTo>
                    <a:pt x="3964" y="58913"/>
                  </a:lnTo>
                  <a:lnTo>
                    <a:pt x="2727" y="58034"/>
                  </a:lnTo>
                  <a:lnTo>
                    <a:pt x="1183" y="57433"/>
                  </a:lnTo>
                  <a:lnTo>
                    <a:pt x="694" y="57435"/>
                  </a:lnTo>
                  <a:lnTo>
                    <a:pt x="884" y="56890"/>
                  </a:lnTo>
                  <a:lnTo>
                    <a:pt x="1067" y="55965"/>
                  </a:lnTo>
                  <a:lnTo>
                    <a:pt x="952" y="55228"/>
                  </a:lnTo>
                  <a:lnTo>
                    <a:pt x="590" y="54465"/>
                  </a:lnTo>
                  <a:lnTo>
                    <a:pt x="391" y="53649"/>
                  </a:lnTo>
                  <a:lnTo>
                    <a:pt x="333" y="52859"/>
                  </a:lnTo>
                  <a:lnTo>
                    <a:pt x="224" y="52212"/>
                  </a:lnTo>
                  <a:lnTo>
                    <a:pt x="157" y="51606"/>
                  </a:lnTo>
                  <a:lnTo>
                    <a:pt x="43" y="51130"/>
                  </a:lnTo>
                  <a:lnTo>
                    <a:pt x="1049" y="47554"/>
                  </a:lnTo>
                  <a:lnTo>
                    <a:pt x="1256" y="45330"/>
                  </a:lnTo>
                  <a:lnTo>
                    <a:pt x="374" y="44027"/>
                  </a:lnTo>
                  <a:lnTo>
                    <a:pt x="0" y="43641"/>
                  </a:lnTo>
                  <a:lnTo>
                    <a:pt x="307" y="43351"/>
                  </a:lnTo>
                  <a:lnTo>
                    <a:pt x="1561" y="43592"/>
                  </a:lnTo>
                  <a:lnTo>
                    <a:pt x="2358" y="42856"/>
                  </a:lnTo>
                  <a:lnTo>
                    <a:pt x="2775" y="42124"/>
                  </a:lnTo>
                  <a:lnTo>
                    <a:pt x="3888" y="42811"/>
                  </a:lnTo>
                  <a:lnTo>
                    <a:pt x="5522" y="44199"/>
                  </a:lnTo>
                  <a:lnTo>
                    <a:pt x="6294" y="45137"/>
                  </a:lnTo>
                  <a:lnTo>
                    <a:pt x="6612" y="45861"/>
                  </a:lnTo>
                  <a:lnTo>
                    <a:pt x="6789" y="46468"/>
                  </a:lnTo>
                  <a:lnTo>
                    <a:pt x="6691" y="47507"/>
                  </a:lnTo>
                  <a:lnTo>
                    <a:pt x="7064" y="47914"/>
                  </a:lnTo>
                  <a:lnTo>
                    <a:pt x="7832" y="48071"/>
                  </a:lnTo>
                  <a:lnTo>
                    <a:pt x="8345" y="48392"/>
                  </a:lnTo>
                  <a:lnTo>
                    <a:pt x="8165" y="49758"/>
                  </a:lnTo>
                  <a:lnTo>
                    <a:pt x="8131" y="50892"/>
                  </a:lnTo>
                  <a:lnTo>
                    <a:pt x="8842" y="50735"/>
                  </a:lnTo>
                  <a:lnTo>
                    <a:pt x="9733" y="49869"/>
                  </a:lnTo>
                  <a:lnTo>
                    <a:pt x="10428" y="48314"/>
                  </a:lnTo>
                  <a:lnTo>
                    <a:pt x="10857" y="46809"/>
                  </a:lnTo>
                  <a:lnTo>
                    <a:pt x="11184" y="43143"/>
                  </a:lnTo>
                  <a:lnTo>
                    <a:pt x="11296" y="42833"/>
                  </a:lnTo>
                  <a:lnTo>
                    <a:pt x="11831" y="43121"/>
                  </a:lnTo>
                  <a:lnTo>
                    <a:pt x="14001" y="42961"/>
                  </a:lnTo>
                  <a:lnTo>
                    <a:pt x="15024" y="43643"/>
                  </a:lnTo>
                  <a:lnTo>
                    <a:pt x="16646" y="43759"/>
                  </a:lnTo>
                  <a:lnTo>
                    <a:pt x="16616" y="44333"/>
                  </a:lnTo>
                  <a:lnTo>
                    <a:pt x="16904" y="45229"/>
                  </a:lnTo>
                  <a:lnTo>
                    <a:pt x="17622" y="46522"/>
                  </a:lnTo>
                  <a:lnTo>
                    <a:pt x="17977" y="47366"/>
                  </a:lnTo>
                  <a:lnTo>
                    <a:pt x="18731" y="47515"/>
                  </a:lnTo>
                  <a:lnTo>
                    <a:pt x="19891" y="47049"/>
                  </a:lnTo>
                  <a:lnTo>
                    <a:pt x="20572" y="46567"/>
                  </a:lnTo>
                  <a:lnTo>
                    <a:pt x="20828" y="46909"/>
                  </a:lnTo>
                  <a:lnTo>
                    <a:pt x="21889" y="46575"/>
                  </a:lnTo>
                  <a:lnTo>
                    <a:pt x="22829" y="45531"/>
                  </a:lnTo>
                  <a:lnTo>
                    <a:pt x="23062" y="44736"/>
                  </a:lnTo>
                  <a:lnTo>
                    <a:pt x="24012" y="44176"/>
                  </a:lnTo>
                  <a:lnTo>
                    <a:pt x="25295" y="42886"/>
                  </a:lnTo>
                  <a:lnTo>
                    <a:pt x="27058" y="41889"/>
                  </a:lnTo>
                  <a:lnTo>
                    <a:pt x="32843" y="40824"/>
                  </a:lnTo>
                  <a:lnTo>
                    <a:pt x="33068" y="40021"/>
                  </a:lnTo>
                  <a:lnTo>
                    <a:pt x="32982" y="38178"/>
                  </a:lnTo>
                  <a:lnTo>
                    <a:pt x="33135" y="37907"/>
                  </a:lnTo>
                  <a:lnTo>
                    <a:pt x="33864" y="38366"/>
                  </a:lnTo>
                  <a:lnTo>
                    <a:pt x="35034" y="38796"/>
                  </a:lnTo>
                  <a:lnTo>
                    <a:pt x="35930" y="39448"/>
                  </a:lnTo>
                  <a:lnTo>
                    <a:pt x="36512" y="40299"/>
                  </a:lnTo>
                  <a:lnTo>
                    <a:pt x="37050" y="40334"/>
                  </a:lnTo>
                  <a:lnTo>
                    <a:pt x="37885" y="39738"/>
                  </a:lnTo>
                  <a:lnTo>
                    <a:pt x="39016" y="39353"/>
                  </a:lnTo>
                  <a:lnTo>
                    <a:pt x="40071" y="40237"/>
                  </a:lnTo>
                  <a:lnTo>
                    <a:pt x="40377" y="41194"/>
                  </a:lnTo>
                  <a:lnTo>
                    <a:pt x="40192" y="41684"/>
                  </a:lnTo>
                  <a:lnTo>
                    <a:pt x="40212" y="42460"/>
                  </a:lnTo>
                  <a:lnTo>
                    <a:pt x="40540" y="43110"/>
                  </a:lnTo>
                  <a:lnTo>
                    <a:pt x="41398" y="44166"/>
                  </a:lnTo>
                  <a:lnTo>
                    <a:pt x="42498" y="45075"/>
                  </a:lnTo>
                  <a:lnTo>
                    <a:pt x="43070" y="45004"/>
                  </a:lnTo>
                  <a:lnTo>
                    <a:pt x="43282" y="44119"/>
                  </a:lnTo>
                  <a:lnTo>
                    <a:pt x="43484" y="42017"/>
                  </a:lnTo>
                  <a:lnTo>
                    <a:pt x="43560" y="39772"/>
                  </a:lnTo>
                  <a:lnTo>
                    <a:pt x="43307" y="38484"/>
                  </a:lnTo>
                  <a:lnTo>
                    <a:pt x="42714" y="38168"/>
                  </a:lnTo>
                  <a:lnTo>
                    <a:pt x="42005" y="38067"/>
                  </a:lnTo>
                  <a:lnTo>
                    <a:pt x="41630" y="37800"/>
                  </a:lnTo>
                  <a:lnTo>
                    <a:pt x="41761" y="37093"/>
                  </a:lnTo>
                  <a:lnTo>
                    <a:pt x="42327" y="35262"/>
                  </a:lnTo>
                  <a:lnTo>
                    <a:pt x="42319" y="32814"/>
                  </a:lnTo>
                  <a:lnTo>
                    <a:pt x="41040" y="30030"/>
                  </a:lnTo>
                  <a:lnTo>
                    <a:pt x="39932" y="27337"/>
                  </a:lnTo>
                  <a:lnTo>
                    <a:pt x="39935" y="26420"/>
                  </a:lnTo>
                  <a:lnTo>
                    <a:pt x="40600" y="24829"/>
                  </a:lnTo>
                  <a:lnTo>
                    <a:pt x="41627" y="23562"/>
                  </a:lnTo>
                  <a:lnTo>
                    <a:pt x="43906" y="21453"/>
                  </a:lnTo>
                  <a:lnTo>
                    <a:pt x="44625" y="21014"/>
                  </a:lnTo>
                  <a:lnTo>
                    <a:pt x="45548" y="20661"/>
                  </a:lnTo>
                  <a:lnTo>
                    <a:pt x="46876" y="19794"/>
                  </a:lnTo>
                  <a:lnTo>
                    <a:pt x="47515" y="18903"/>
                  </a:lnTo>
                  <a:lnTo>
                    <a:pt x="47944" y="17935"/>
                  </a:lnTo>
                  <a:lnTo>
                    <a:pt x="48567" y="12900"/>
                  </a:lnTo>
                  <a:lnTo>
                    <a:pt x="48713" y="12685"/>
                  </a:lnTo>
                  <a:lnTo>
                    <a:pt x="48897" y="12389"/>
                  </a:lnTo>
                  <a:lnTo>
                    <a:pt x="51224" y="14126"/>
                  </a:lnTo>
                  <a:lnTo>
                    <a:pt x="51434" y="13839"/>
                  </a:lnTo>
                  <a:lnTo>
                    <a:pt x="51826" y="13555"/>
                  </a:lnTo>
                  <a:lnTo>
                    <a:pt x="52584" y="12223"/>
                  </a:lnTo>
                  <a:lnTo>
                    <a:pt x="52750" y="11212"/>
                  </a:lnTo>
                  <a:lnTo>
                    <a:pt x="52733" y="9299"/>
                  </a:lnTo>
                  <a:lnTo>
                    <a:pt x="52800" y="7494"/>
                  </a:lnTo>
                  <a:lnTo>
                    <a:pt x="52946" y="6919"/>
                  </a:lnTo>
                  <a:lnTo>
                    <a:pt x="53297" y="7128"/>
                  </a:lnTo>
                  <a:lnTo>
                    <a:pt x="54298" y="8069"/>
                  </a:lnTo>
                  <a:lnTo>
                    <a:pt x="55094" y="9121"/>
                  </a:lnTo>
                  <a:lnTo>
                    <a:pt x="55838" y="11779"/>
                  </a:lnTo>
                  <a:lnTo>
                    <a:pt x="57575" y="12486"/>
                  </a:lnTo>
                  <a:lnTo>
                    <a:pt x="59768" y="12555"/>
                  </a:lnTo>
                  <a:lnTo>
                    <a:pt x="60551" y="11372"/>
                  </a:lnTo>
                  <a:lnTo>
                    <a:pt x="61262" y="11098"/>
                  </a:lnTo>
                  <a:lnTo>
                    <a:pt x="62067" y="11458"/>
                  </a:lnTo>
                  <a:lnTo>
                    <a:pt x="63763" y="11875"/>
                  </a:lnTo>
                  <a:lnTo>
                    <a:pt x="63952" y="9727"/>
                  </a:lnTo>
                  <a:lnTo>
                    <a:pt x="64931" y="7498"/>
                  </a:lnTo>
                  <a:lnTo>
                    <a:pt x="65374" y="6710"/>
                  </a:lnTo>
                  <a:lnTo>
                    <a:pt x="66616" y="6788"/>
                  </a:lnTo>
                  <a:lnTo>
                    <a:pt x="66923" y="5123"/>
                  </a:lnTo>
                  <a:lnTo>
                    <a:pt x="67229" y="507"/>
                  </a:lnTo>
                  <a:lnTo>
                    <a:pt x="67491" y="0"/>
                  </a:lnTo>
                  <a:lnTo>
                    <a:pt x="68396" y="96"/>
                  </a:lnTo>
                  <a:lnTo>
                    <a:pt x="69296" y="939"/>
                  </a:lnTo>
                  <a:lnTo>
                    <a:pt x="69568" y="1620"/>
                  </a:lnTo>
                  <a:lnTo>
                    <a:pt x="70035" y="1565"/>
                  </a:lnTo>
                  <a:lnTo>
                    <a:pt x="70691" y="1100"/>
                  </a:lnTo>
                  <a:lnTo>
                    <a:pt x="71409" y="800"/>
                  </a:lnTo>
                  <a:lnTo>
                    <a:pt x="72544" y="1292"/>
                  </a:lnTo>
                  <a:lnTo>
                    <a:pt x="74969" y="3390"/>
                  </a:lnTo>
                  <a:lnTo>
                    <a:pt x="76220" y="4156"/>
                  </a:lnTo>
                  <a:lnTo>
                    <a:pt x="77013" y="4009"/>
                  </a:lnTo>
                  <a:lnTo>
                    <a:pt x="77755" y="4038"/>
                  </a:lnTo>
                  <a:lnTo>
                    <a:pt x="80618" y="7279"/>
                  </a:lnTo>
                  <a:lnTo>
                    <a:pt x="82618" y="7733"/>
                  </a:lnTo>
                  <a:lnTo>
                    <a:pt x="84444" y="7746"/>
                  </a:lnTo>
                  <a:lnTo>
                    <a:pt x="85031" y="6768"/>
                  </a:lnTo>
                  <a:lnTo>
                    <a:pt x="85809" y="5940"/>
                  </a:lnTo>
                  <a:lnTo>
                    <a:pt x="86619" y="6054"/>
                  </a:lnTo>
                  <a:lnTo>
                    <a:pt x="87328" y="6478"/>
                  </a:lnTo>
                  <a:lnTo>
                    <a:pt x="88706" y="7886"/>
                  </a:lnTo>
                  <a:lnTo>
                    <a:pt x="89345" y="8247"/>
                  </a:lnTo>
                  <a:lnTo>
                    <a:pt x="90193" y="8475"/>
                  </a:lnTo>
                  <a:lnTo>
                    <a:pt x="90816" y="8788"/>
                  </a:lnTo>
                  <a:lnTo>
                    <a:pt x="91367" y="11235"/>
                  </a:lnTo>
                  <a:close/>
                </a:path>
              </a:pathLst>
            </a:custGeom>
            <a:solidFill>
              <a:srgbClr val="F0F7E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5"/>
            <p:cNvSpPr/>
            <p:nvPr/>
          </p:nvSpPr>
          <p:spPr>
            <a:xfrm>
              <a:off x="3916453" y="2459048"/>
              <a:ext cx="16611" cy="26220"/>
            </a:xfrm>
            <a:custGeom>
              <a:avLst/>
              <a:pathLst>
                <a:path w="16611" h="26220">
                  <a:moveTo>
                    <a:pt x="16611" y="26220"/>
                  </a:moveTo>
                  <a:lnTo>
                    <a:pt x="14235" y="25330"/>
                  </a:lnTo>
                  <a:lnTo>
                    <a:pt x="9954" y="23412"/>
                  </a:lnTo>
                  <a:lnTo>
                    <a:pt x="8778" y="22424"/>
                  </a:lnTo>
                  <a:lnTo>
                    <a:pt x="7662" y="19775"/>
                  </a:lnTo>
                  <a:lnTo>
                    <a:pt x="7000" y="18497"/>
                  </a:lnTo>
                  <a:lnTo>
                    <a:pt x="6018" y="16856"/>
                  </a:lnTo>
                  <a:lnTo>
                    <a:pt x="5211" y="16237"/>
                  </a:lnTo>
                  <a:lnTo>
                    <a:pt x="4602" y="15094"/>
                  </a:lnTo>
                  <a:lnTo>
                    <a:pt x="4255" y="13402"/>
                  </a:lnTo>
                  <a:lnTo>
                    <a:pt x="3744" y="11886"/>
                  </a:lnTo>
                  <a:lnTo>
                    <a:pt x="2861" y="10094"/>
                  </a:lnTo>
                  <a:lnTo>
                    <a:pt x="862" y="4019"/>
                  </a:lnTo>
                  <a:lnTo>
                    <a:pt x="603" y="3389"/>
                  </a:lnTo>
                  <a:lnTo>
                    <a:pt x="186" y="2377"/>
                  </a:lnTo>
                  <a:lnTo>
                    <a:pt x="0" y="1820"/>
                  </a:lnTo>
                  <a:lnTo>
                    <a:pt x="1220" y="1359"/>
                  </a:lnTo>
                  <a:lnTo>
                    <a:pt x="3250" y="0"/>
                  </a:lnTo>
                  <a:lnTo>
                    <a:pt x="3803" y="659"/>
                  </a:lnTo>
                  <a:lnTo>
                    <a:pt x="4397" y="2032"/>
                  </a:lnTo>
                  <a:lnTo>
                    <a:pt x="4693" y="3207"/>
                  </a:lnTo>
                  <a:lnTo>
                    <a:pt x="4745" y="5391"/>
                  </a:lnTo>
                  <a:lnTo>
                    <a:pt x="4988" y="5748"/>
                  </a:lnTo>
                  <a:lnTo>
                    <a:pt x="5975" y="5013"/>
                  </a:lnTo>
                  <a:lnTo>
                    <a:pt x="6416" y="5896"/>
                  </a:lnTo>
                  <a:lnTo>
                    <a:pt x="7177" y="6951"/>
                  </a:lnTo>
                  <a:lnTo>
                    <a:pt x="8496" y="7997"/>
                  </a:lnTo>
                  <a:lnTo>
                    <a:pt x="10396" y="6362"/>
                  </a:lnTo>
                  <a:lnTo>
                    <a:pt x="11341" y="5941"/>
                  </a:lnTo>
                  <a:lnTo>
                    <a:pt x="12120" y="5974"/>
                  </a:lnTo>
                  <a:lnTo>
                    <a:pt x="12539" y="6486"/>
                  </a:lnTo>
                  <a:lnTo>
                    <a:pt x="12688" y="8185"/>
                  </a:lnTo>
                  <a:lnTo>
                    <a:pt x="12536" y="10280"/>
                  </a:lnTo>
                  <a:lnTo>
                    <a:pt x="12315" y="11425"/>
                  </a:lnTo>
                  <a:lnTo>
                    <a:pt x="12714" y="12261"/>
                  </a:lnTo>
                  <a:lnTo>
                    <a:pt x="14273" y="14278"/>
                  </a:lnTo>
                  <a:lnTo>
                    <a:pt x="14921" y="15402"/>
                  </a:lnTo>
                  <a:lnTo>
                    <a:pt x="14605" y="17345"/>
                  </a:lnTo>
                  <a:lnTo>
                    <a:pt x="15765" y="22090"/>
                  </a:lnTo>
                  <a:lnTo>
                    <a:pt x="16154" y="2394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6"/>
            <p:cNvSpPr/>
            <p:nvPr/>
          </p:nvSpPr>
          <p:spPr>
            <a:xfrm>
              <a:off x="3918805" y="2420030"/>
              <a:ext cx="861" cy="2061"/>
            </a:xfrm>
            <a:custGeom>
              <a:avLst/>
              <a:pathLst>
                <a:path w="861" h="2061">
                  <a:moveTo>
                    <a:pt x="125" y="1724"/>
                  </a:moveTo>
                  <a:lnTo>
                    <a:pt x="0" y="973"/>
                  </a:lnTo>
                  <a:lnTo>
                    <a:pt x="31" y="187"/>
                  </a:lnTo>
                  <a:lnTo>
                    <a:pt x="437" y="0"/>
                  </a:lnTo>
                  <a:lnTo>
                    <a:pt x="767" y="224"/>
                  </a:lnTo>
                  <a:lnTo>
                    <a:pt x="861" y="937"/>
                  </a:lnTo>
                  <a:lnTo>
                    <a:pt x="798" y="1724"/>
                  </a:lnTo>
                  <a:lnTo>
                    <a:pt x="532" y="206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7"/>
            <p:cNvSpPr/>
            <p:nvPr/>
          </p:nvSpPr>
          <p:spPr>
            <a:xfrm>
              <a:off x="3919329" y="2396232"/>
              <a:ext cx="66197" cy="103192"/>
            </a:xfrm>
            <a:custGeom>
              <a:avLst/>
              <a:pathLst>
                <a:path w="66197" h="103192">
                  <a:moveTo>
                    <a:pt x="44071" y="1373"/>
                  </a:moveTo>
                  <a:lnTo>
                    <a:pt x="45204" y="3083"/>
                  </a:lnTo>
                  <a:lnTo>
                    <a:pt x="47169" y="7723"/>
                  </a:lnTo>
                  <a:lnTo>
                    <a:pt x="49970" y="15276"/>
                  </a:lnTo>
                  <a:lnTo>
                    <a:pt x="50658" y="17412"/>
                  </a:lnTo>
                  <a:lnTo>
                    <a:pt x="51110" y="19892"/>
                  </a:lnTo>
                  <a:lnTo>
                    <a:pt x="51498" y="22896"/>
                  </a:lnTo>
                  <a:lnTo>
                    <a:pt x="52136" y="25552"/>
                  </a:lnTo>
                  <a:lnTo>
                    <a:pt x="54978" y="32241"/>
                  </a:lnTo>
                  <a:lnTo>
                    <a:pt x="56205" y="34710"/>
                  </a:lnTo>
                  <a:lnTo>
                    <a:pt x="58206" y="37907"/>
                  </a:lnTo>
                  <a:lnTo>
                    <a:pt x="58917" y="38620"/>
                  </a:lnTo>
                  <a:lnTo>
                    <a:pt x="59852" y="38820"/>
                  </a:lnTo>
                  <a:lnTo>
                    <a:pt x="61566" y="38832"/>
                  </a:lnTo>
                  <a:lnTo>
                    <a:pt x="63152" y="40081"/>
                  </a:lnTo>
                  <a:lnTo>
                    <a:pt x="63934" y="40960"/>
                  </a:lnTo>
                  <a:lnTo>
                    <a:pt x="64743" y="42231"/>
                  </a:lnTo>
                  <a:lnTo>
                    <a:pt x="65468" y="43695"/>
                  </a:lnTo>
                  <a:lnTo>
                    <a:pt x="66197" y="47617"/>
                  </a:lnTo>
                  <a:lnTo>
                    <a:pt x="63448" y="46324"/>
                  </a:lnTo>
                  <a:lnTo>
                    <a:pt x="60680" y="46526"/>
                  </a:lnTo>
                  <a:lnTo>
                    <a:pt x="59115" y="47369"/>
                  </a:lnTo>
                  <a:lnTo>
                    <a:pt x="57598" y="48517"/>
                  </a:lnTo>
                  <a:lnTo>
                    <a:pt x="56143" y="50139"/>
                  </a:lnTo>
                  <a:lnTo>
                    <a:pt x="55232" y="53298"/>
                  </a:lnTo>
                  <a:lnTo>
                    <a:pt x="54465" y="60608"/>
                  </a:lnTo>
                  <a:lnTo>
                    <a:pt x="53345" y="67449"/>
                  </a:lnTo>
                  <a:lnTo>
                    <a:pt x="53384" y="70614"/>
                  </a:lnTo>
                  <a:lnTo>
                    <a:pt x="53875" y="73653"/>
                  </a:lnTo>
                  <a:lnTo>
                    <a:pt x="53819" y="75096"/>
                  </a:lnTo>
                  <a:lnTo>
                    <a:pt x="53305" y="75706"/>
                  </a:lnTo>
                  <a:lnTo>
                    <a:pt x="52665" y="76999"/>
                  </a:lnTo>
                  <a:lnTo>
                    <a:pt x="51807" y="83278"/>
                  </a:lnTo>
                  <a:lnTo>
                    <a:pt x="51382" y="84530"/>
                  </a:lnTo>
                  <a:lnTo>
                    <a:pt x="50835" y="85309"/>
                  </a:lnTo>
                  <a:lnTo>
                    <a:pt x="50683" y="84566"/>
                  </a:lnTo>
                  <a:lnTo>
                    <a:pt x="50716" y="82922"/>
                  </a:lnTo>
                  <a:lnTo>
                    <a:pt x="49508" y="81466"/>
                  </a:lnTo>
                  <a:lnTo>
                    <a:pt x="48870" y="83098"/>
                  </a:lnTo>
                  <a:lnTo>
                    <a:pt x="48431" y="86555"/>
                  </a:lnTo>
                  <a:lnTo>
                    <a:pt x="47546" y="90188"/>
                  </a:lnTo>
                  <a:lnTo>
                    <a:pt x="47502" y="90882"/>
                  </a:lnTo>
                  <a:lnTo>
                    <a:pt x="47722" y="102105"/>
                  </a:lnTo>
                  <a:lnTo>
                    <a:pt x="47372" y="102053"/>
                  </a:lnTo>
                  <a:lnTo>
                    <a:pt x="44845" y="103192"/>
                  </a:lnTo>
                  <a:lnTo>
                    <a:pt x="44316" y="102827"/>
                  </a:lnTo>
                  <a:lnTo>
                    <a:pt x="42153" y="97651"/>
                  </a:lnTo>
                  <a:lnTo>
                    <a:pt x="41707" y="97078"/>
                  </a:lnTo>
                  <a:lnTo>
                    <a:pt x="40773" y="96846"/>
                  </a:lnTo>
                  <a:lnTo>
                    <a:pt x="40227" y="95995"/>
                  </a:lnTo>
                  <a:lnTo>
                    <a:pt x="39781" y="94608"/>
                  </a:lnTo>
                  <a:lnTo>
                    <a:pt x="39528" y="93577"/>
                  </a:lnTo>
                  <a:lnTo>
                    <a:pt x="37289" y="90772"/>
                  </a:lnTo>
                  <a:lnTo>
                    <a:pt x="36959" y="89746"/>
                  </a:lnTo>
                  <a:lnTo>
                    <a:pt x="36912" y="88844"/>
                  </a:lnTo>
                  <a:lnTo>
                    <a:pt x="37241" y="88031"/>
                  </a:lnTo>
                  <a:lnTo>
                    <a:pt x="37620" y="87345"/>
                  </a:lnTo>
                  <a:lnTo>
                    <a:pt x="38712" y="86647"/>
                  </a:lnTo>
                  <a:lnTo>
                    <a:pt x="39988" y="86047"/>
                  </a:lnTo>
                  <a:lnTo>
                    <a:pt x="40397" y="85614"/>
                  </a:lnTo>
                  <a:lnTo>
                    <a:pt x="40606" y="84868"/>
                  </a:lnTo>
                  <a:lnTo>
                    <a:pt x="40593" y="83673"/>
                  </a:lnTo>
                  <a:lnTo>
                    <a:pt x="40385" y="82496"/>
                  </a:lnTo>
                  <a:lnTo>
                    <a:pt x="38551" y="80353"/>
                  </a:lnTo>
                  <a:lnTo>
                    <a:pt x="38349" y="79431"/>
                  </a:lnTo>
                  <a:lnTo>
                    <a:pt x="38290" y="78300"/>
                  </a:lnTo>
                  <a:lnTo>
                    <a:pt x="38395" y="77118"/>
                  </a:lnTo>
                  <a:lnTo>
                    <a:pt x="38681" y="76195"/>
                  </a:lnTo>
                  <a:lnTo>
                    <a:pt x="40176" y="74936"/>
                  </a:lnTo>
                  <a:lnTo>
                    <a:pt x="40978" y="73633"/>
                  </a:lnTo>
                  <a:lnTo>
                    <a:pt x="40479" y="72177"/>
                  </a:lnTo>
                  <a:lnTo>
                    <a:pt x="38866" y="68861"/>
                  </a:lnTo>
                  <a:lnTo>
                    <a:pt x="36951" y="65215"/>
                  </a:lnTo>
                  <a:lnTo>
                    <a:pt x="35673" y="65182"/>
                  </a:lnTo>
                  <a:lnTo>
                    <a:pt x="34199" y="66260"/>
                  </a:lnTo>
                  <a:lnTo>
                    <a:pt x="31842" y="69369"/>
                  </a:lnTo>
                  <a:lnTo>
                    <a:pt x="30538" y="70699"/>
                  </a:lnTo>
                  <a:lnTo>
                    <a:pt x="28839" y="72900"/>
                  </a:lnTo>
                  <a:lnTo>
                    <a:pt x="26987" y="75350"/>
                  </a:lnTo>
                  <a:lnTo>
                    <a:pt x="25470" y="77952"/>
                  </a:lnTo>
                  <a:lnTo>
                    <a:pt x="24525" y="80101"/>
                  </a:lnTo>
                  <a:lnTo>
                    <a:pt x="22843" y="81039"/>
                  </a:lnTo>
                  <a:lnTo>
                    <a:pt x="21987" y="82842"/>
                  </a:lnTo>
                  <a:lnTo>
                    <a:pt x="19168" y="88250"/>
                  </a:lnTo>
                  <a:lnTo>
                    <a:pt x="18377" y="88182"/>
                  </a:lnTo>
                  <a:lnTo>
                    <a:pt x="18328" y="85500"/>
                  </a:lnTo>
                  <a:lnTo>
                    <a:pt x="18367" y="83373"/>
                  </a:lnTo>
                  <a:lnTo>
                    <a:pt x="18189" y="82148"/>
                  </a:lnTo>
                  <a:lnTo>
                    <a:pt x="17276" y="80470"/>
                  </a:lnTo>
                  <a:lnTo>
                    <a:pt x="17262" y="79746"/>
                  </a:lnTo>
                  <a:lnTo>
                    <a:pt x="17509" y="79297"/>
                  </a:lnTo>
                  <a:lnTo>
                    <a:pt x="18210" y="79568"/>
                  </a:lnTo>
                  <a:lnTo>
                    <a:pt x="19109" y="79473"/>
                  </a:lnTo>
                  <a:lnTo>
                    <a:pt x="19538" y="78815"/>
                  </a:lnTo>
                  <a:lnTo>
                    <a:pt x="18574" y="76603"/>
                  </a:lnTo>
                  <a:lnTo>
                    <a:pt x="17719" y="75126"/>
                  </a:lnTo>
                  <a:lnTo>
                    <a:pt x="16992" y="74129"/>
                  </a:lnTo>
                  <a:lnTo>
                    <a:pt x="16829" y="73532"/>
                  </a:lnTo>
                  <a:lnTo>
                    <a:pt x="16828" y="73109"/>
                  </a:lnTo>
                  <a:lnTo>
                    <a:pt x="16982" y="72604"/>
                  </a:lnTo>
                  <a:lnTo>
                    <a:pt x="18222" y="71386"/>
                  </a:lnTo>
                  <a:lnTo>
                    <a:pt x="18345" y="70271"/>
                  </a:lnTo>
                  <a:lnTo>
                    <a:pt x="18263" y="69020"/>
                  </a:lnTo>
                  <a:lnTo>
                    <a:pt x="16292" y="67180"/>
                  </a:lnTo>
                  <a:lnTo>
                    <a:pt x="14816" y="67858"/>
                  </a:lnTo>
                  <a:lnTo>
                    <a:pt x="13493" y="65791"/>
                  </a:lnTo>
                  <a:lnTo>
                    <a:pt x="12642" y="64192"/>
                  </a:lnTo>
                  <a:lnTo>
                    <a:pt x="11581" y="62478"/>
                  </a:lnTo>
                  <a:lnTo>
                    <a:pt x="10634" y="61539"/>
                  </a:lnTo>
                  <a:lnTo>
                    <a:pt x="9727" y="59389"/>
                  </a:lnTo>
                  <a:lnTo>
                    <a:pt x="8149" y="57170"/>
                  </a:lnTo>
                  <a:lnTo>
                    <a:pt x="7137" y="56540"/>
                  </a:lnTo>
                  <a:lnTo>
                    <a:pt x="7152" y="56200"/>
                  </a:lnTo>
                  <a:lnTo>
                    <a:pt x="7337" y="55792"/>
                  </a:lnTo>
                  <a:lnTo>
                    <a:pt x="7759" y="55456"/>
                  </a:lnTo>
                  <a:lnTo>
                    <a:pt x="10572" y="55542"/>
                  </a:lnTo>
                  <a:lnTo>
                    <a:pt x="10915" y="55141"/>
                  </a:lnTo>
                  <a:lnTo>
                    <a:pt x="11090" y="54189"/>
                  </a:lnTo>
                  <a:lnTo>
                    <a:pt x="11474" y="52782"/>
                  </a:lnTo>
                  <a:lnTo>
                    <a:pt x="11922" y="50710"/>
                  </a:lnTo>
                  <a:lnTo>
                    <a:pt x="11886" y="48968"/>
                  </a:lnTo>
                  <a:lnTo>
                    <a:pt x="9062" y="46151"/>
                  </a:lnTo>
                  <a:lnTo>
                    <a:pt x="7011" y="43558"/>
                  </a:lnTo>
                  <a:lnTo>
                    <a:pt x="5590" y="40145"/>
                  </a:lnTo>
                  <a:lnTo>
                    <a:pt x="4625" y="37021"/>
                  </a:lnTo>
                  <a:lnTo>
                    <a:pt x="4658" y="35972"/>
                  </a:lnTo>
                  <a:lnTo>
                    <a:pt x="4935" y="34981"/>
                  </a:lnTo>
                  <a:lnTo>
                    <a:pt x="7132" y="32104"/>
                  </a:lnTo>
                  <a:lnTo>
                    <a:pt x="7281" y="31358"/>
                  </a:lnTo>
                  <a:lnTo>
                    <a:pt x="7232" y="30850"/>
                  </a:lnTo>
                  <a:lnTo>
                    <a:pt x="6449" y="29378"/>
                  </a:lnTo>
                  <a:lnTo>
                    <a:pt x="5464" y="27863"/>
                  </a:lnTo>
                  <a:lnTo>
                    <a:pt x="5155" y="26749"/>
                  </a:lnTo>
                  <a:lnTo>
                    <a:pt x="4535" y="26182"/>
                  </a:lnTo>
                  <a:lnTo>
                    <a:pt x="3357" y="26142"/>
                  </a:lnTo>
                  <a:lnTo>
                    <a:pt x="1291" y="24278"/>
                  </a:lnTo>
                  <a:lnTo>
                    <a:pt x="853" y="24093"/>
                  </a:lnTo>
                  <a:lnTo>
                    <a:pt x="755" y="23722"/>
                  </a:lnTo>
                  <a:lnTo>
                    <a:pt x="855" y="23347"/>
                  </a:lnTo>
                  <a:lnTo>
                    <a:pt x="2330" y="22593"/>
                  </a:lnTo>
                  <a:lnTo>
                    <a:pt x="2310" y="21971"/>
                  </a:lnTo>
                  <a:lnTo>
                    <a:pt x="1863" y="21151"/>
                  </a:lnTo>
                  <a:lnTo>
                    <a:pt x="1029" y="20551"/>
                  </a:lnTo>
                  <a:lnTo>
                    <a:pt x="266" y="19067"/>
                  </a:lnTo>
                  <a:lnTo>
                    <a:pt x="0" y="17729"/>
                  </a:lnTo>
                  <a:lnTo>
                    <a:pt x="2663" y="13822"/>
                  </a:lnTo>
                  <a:lnTo>
                    <a:pt x="3450" y="13043"/>
                  </a:lnTo>
                  <a:lnTo>
                    <a:pt x="5193" y="13760"/>
                  </a:lnTo>
                  <a:lnTo>
                    <a:pt x="8813" y="16350"/>
                  </a:lnTo>
                  <a:lnTo>
                    <a:pt x="8568" y="17787"/>
                  </a:lnTo>
                  <a:lnTo>
                    <a:pt x="8935" y="18596"/>
                  </a:lnTo>
                  <a:lnTo>
                    <a:pt x="9765" y="19696"/>
                  </a:lnTo>
                  <a:lnTo>
                    <a:pt x="11360" y="20809"/>
                  </a:lnTo>
                  <a:lnTo>
                    <a:pt x="12708" y="21384"/>
                  </a:lnTo>
                  <a:lnTo>
                    <a:pt x="13390" y="20895"/>
                  </a:lnTo>
                  <a:lnTo>
                    <a:pt x="14429" y="20481"/>
                  </a:lnTo>
                  <a:lnTo>
                    <a:pt x="15777" y="21763"/>
                  </a:lnTo>
                  <a:lnTo>
                    <a:pt x="17021" y="23392"/>
                  </a:lnTo>
                  <a:lnTo>
                    <a:pt x="17640" y="24050"/>
                  </a:lnTo>
                  <a:lnTo>
                    <a:pt x="17973" y="24252"/>
                  </a:lnTo>
                  <a:lnTo>
                    <a:pt x="18917" y="23710"/>
                  </a:lnTo>
                  <a:lnTo>
                    <a:pt x="20052" y="21609"/>
                  </a:lnTo>
                  <a:lnTo>
                    <a:pt x="20496" y="19072"/>
                  </a:lnTo>
                  <a:lnTo>
                    <a:pt x="20622" y="17852"/>
                  </a:lnTo>
                  <a:lnTo>
                    <a:pt x="19960" y="16169"/>
                  </a:lnTo>
                  <a:lnTo>
                    <a:pt x="18601" y="14343"/>
                  </a:lnTo>
                  <a:lnTo>
                    <a:pt x="17073" y="12738"/>
                  </a:lnTo>
                  <a:lnTo>
                    <a:pt x="16092" y="11324"/>
                  </a:lnTo>
                  <a:lnTo>
                    <a:pt x="15465" y="8534"/>
                  </a:lnTo>
                  <a:lnTo>
                    <a:pt x="14834" y="8225"/>
                  </a:lnTo>
                  <a:lnTo>
                    <a:pt x="14674" y="7863"/>
                  </a:lnTo>
                  <a:lnTo>
                    <a:pt x="14570" y="6911"/>
                  </a:lnTo>
                  <a:lnTo>
                    <a:pt x="14596" y="5579"/>
                  </a:lnTo>
                  <a:lnTo>
                    <a:pt x="14813" y="4553"/>
                  </a:lnTo>
                  <a:lnTo>
                    <a:pt x="15430" y="4113"/>
                  </a:lnTo>
                  <a:lnTo>
                    <a:pt x="16056" y="3956"/>
                  </a:lnTo>
                  <a:lnTo>
                    <a:pt x="16620" y="2978"/>
                  </a:lnTo>
                  <a:lnTo>
                    <a:pt x="17326" y="1060"/>
                  </a:lnTo>
                  <a:lnTo>
                    <a:pt x="17627" y="0"/>
                  </a:lnTo>
                  <a:lnTo>
                    <a:pt x="18958" y="607"/>
                  </a:lnTo>
                  <a:lnTo>
                    <a:pt x="19136" y="2324"/>
                  </a:lnTo>
                  <a:lnTo>
                    <a:pt x="19372" y="2685"/>
                  </a:lnTo>
                  <a:lnTo>
                    <a:pt x="19924" y="2483"/>
                  </a:lnTo>
                  <a:lnTo>
                    <a:pt x="20841" y="1761"/>
                  </a:lnTo>
                  <a:lnTo>
                    <a:pt x="21569" y="2315"/>
                  </a:lnTo>
                  <a:lnTo>
                    <a:pt x="22510" y="4360"/>
                  </a:lnTo>
                  <a:lnTo>
                    <a:pt x="23809" y="6517"/>
                  </a:lnTo>
                  <a:lnTo>
                    <a:pt x="24512" y="7965"/>
                  </a:lnTo>
                  <a:lnTo>
                    <a:pt x="24788" y="8967"/>
                  </a:lnTo>
                  <a:lnTo>
                    <a:pt x="25452" y="9936"/>
                  </a:lnTo>
                  <a:lnTo>
                    <a:pt x="26422" y="11078"/>
                  </a:lnTo>
                  <a:lnTo>
                    <a:pt x="27195" y="12864"/>
                  </a:lnTo>
                  <a:lnTo>
                    <a:pt x="27885" y="17016"/>
                  </a:lnTo>
                  <a:lnTo>
                    <a:pt x="28582" y="17981"/>
                  </a:lnTo>
                  <a:lnTo>
                    <a:pt x="31086" y="19558"/>
                  </a:lnTo>
                  <a:lnTo>
                    <a:pt x="31965" y="19882"/>
                  </a:lnTo>
                  <a:lnTo>
                    <a:pt x="34423" y="20439"/>
                  </a:lnTo>
                  <a:lnTo>
                    <a:pt x="35289" y="20040"/>
                  </a:lnTo>
                  <a:lnTo>
                    <a:pt x="36554" y="16458"/>
                  </a:lnTo>
                  <a:lnTo>
                    <a:pt x="37694" y="12773"/>
                  </a:lnTo>
                  <a:lnTo>
                    <a:pt x="38758" y="12002"/>
                  </a:lnTo>
                  <a:lnTo>
                    <a:pt x="40681" y="10222"/>
                  </a:lnTo>
                  <a:lnTo>
                    <a:pt x="41832" y="8541"/>
                  </a:lnTo>
                  <a:lnTo>
                    <a:pt x="42316" y="6726"/>
                  </a:lnTo>
                  <a:lnTo>
                    <a:pt x="43402" y="329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8"/>
            <p:cNvSpPr/>
            <p:nvPr/>
          </p:nvSpPr>
          <p:spPr>
            <a:xfrm>
              <a:off x="3925221" y="2432463"/>
              <a:ext cx="1030" cy="1929"/>
            </a:xfrm>
            <a:custGeom>
              <a:avLst/>
              <a:pathLst>
                <a:path w="1030" h="1929">
                  <a:moveTo>
                    <a:pt x="907" y="1441"/>
                  </a:moveTo>
                  <a:lnTo>
                    <a:pt x="1030" y="463"/>
                  </a:lnTo>
                  <a:lnTo>
                    <a:pt x="683" y="24"/>
                  </a:lnTo>
                  <a:lnTo>
                    <a:pt x="316" y="0"/>
                  </a:lnTo>
                  <a:lnTo>
                    <a:pt x="0" y="487"/>
                  </a:lnTo>
                  <a:lnTo>
                    <a:pt x="0" y="1709"/>
                  </a:lnTo>
                  <a:lnTo>
                    <a:pt x="438" y="192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89"/>
            <p:cNvSpPr/>
            <p:nvPr/>
          </p:nvSpPr>
          <p:spPr>
            <a:xfrm>
              <a:off x="3722050" y="3702417"/>
              <a:ext cx="22177" cy="63319"/>
            </a:xfrm>
            <a:custGeom>
              <a:avLst/>
              <a:pathLst>
                <a:path w="22177" h="63319">
                  <a:moveTo>
                    <a:pt x="18996" y="2574"/>
                  </a:moveTo>
                  <a:lnTo>
                    <a:pt x="18750" y="3347"/>
                  </a:lnTo>
                  <a:lnTo>
                    <a:pt x="17619" y="8879"/>
                  </a:lnTo>
                  <a:lnTo>
                    <a:pt x="17399" y="9710"/>
                  </a:lnTo>
                  <a:lnTo>
                    <a:pt x="17525" y="10220"/>
                  </a:lnTo>
                  <a:lnTo>
                    <a:pt x="18006" y="11268"/>
                  </a:lnTo>
                  <a:lnTo>
                    <a:pt x="17724" y="13008"/>
                  </a:lnTo>
                  <a:lnTo>
                    <a:pt x="17610" y="13475"/>
                  </a:lnTo>
                  <a:lnTo>
                    <a:pt x="17397" y="15100"/>
                  </a:lnTo>
                  <a:lnTo>
                    <a:pt x="17514" y="16592"/>
                  </a:lnTo>
                  <a:lnTo>
                    <a:pt x="17786" y="17143"/>
                  </a:lnTo>
                  <a:lnTo>
                    <a:pt x="18520" y="17865"/>
                  </a:lnTo>
                  <a:lnTo>
                    <a:pt x="19622" y="18387"/>
                  </a:lnTo>
                  <a:lnTo>
                    <a:pt x="20919" y="19628"/>
                  </a:lnTo>
                  <a:lnTo>
                    <a:pt x="21793" y="19853"/>
                  </a:lnTo>
                  <a:lnTo>
                    <a:pt x="21998" y="20747"/>
                  </a:lnTo>
                  <a:lnTo>
                    <a:pt x="21957" y="22349"/>
                  </a:lnTo>
                  <a:lnTo>
                    <a:pt x="22174" y="23740"/>
                  </a:lnTo>
                  <a:lnTo>
                    <a:pt x="22177" y="26227"/>
                  </a:lnTo>
                  <a:lnTo>
                    <a:pt x="21916" y="28414"/>
                  </a:lnTo>
                  <a:lnTo>
                    <a:pt x="20578" y="29442"/>
                  </a:lnTo>
                  <a:lnTo>
                    <a:pt x="19890" y="30564"/>
                  </a:lnTo>
                  <a:lnTo>
                    <a:pt x="19703" y="31127"/>
                  </a:lnTo>
                  <a:lnTo>
                    <a:pt x="19872" y="31785"/>
                  </a:lnTo>
                  <a:lnTo>
                    <a:pt x="19963" y="32671"/>
                  </a:lnTo>
                  <a:lnTo>
                    <a:pt x="18703" y="34852"/>
                  </a:lnTo>
                  <a:lnTo>
                    <a:pt x="17409" y="37701"/>
                  </a:lnTo>
                  <a:lnTo>
                    <a:pt x="17101" y="39622"/>
                  </a:lnTo>
                  <a:lnTo>
                    <a:pt x="16843" y="41893"/>
                  </a:lnTo>
                  <a:lnTo>
                    <a:pt x="16464" y="43342"/>
                  </a:lnTo>
                  <a:lnTo>
                    <a:pt x="15479" y="45431"/>
                  </a:lnTo>
                  <a:lnTo>
                    <a:pt x="14474" y="49638"/>
                  </a:lnTo>
                  <a:lnTo>
                    <a:pt x="13981" y="52371"/>
                  </a:lnTo>
                  <a:lnTo>
                    <a:pt x="11514" y="58930"/>
                  </a:lnTo>
                  <a:lnTo>
                    <a:pt x="9321" y="62203"/>
                  </a:lnTo>
                  <a:lnTo>
                    <a:pt x="8682" y="63319"/>
                  </a:lnTo>
                  <a:lnTo>
                    <a:pt x="4800" y="63126"/>
                  </a:lnTo>
                  <a:lnTo>
                    <a:pt x="4504" y="58705"/>
                  </a:lnTo>
                  <a:lnTo>
                    <a:pt x="3914" y="52668"/>
                  </a:lnTo>
                  <a:lnTo>
                    <a:pt x="2580" y="47214"/>
                  </a:lnTo>
                  <a:lnTo>
                    <a:pt x="2439" y="44938"/>
                  </a:lnTo>
                  <a:lnTo>
                    <a:pt x="2500" y="40540"/>
                  </a:lnTo>
                  <a:lnTo>
                    <a:pt x="2505" y="34356"/>
                  </a:lnTo>
                  <a:lnTo>
                    <a:pt x="2417" y="31035"/>
                  </a:lnTo>
                  <a:lnTo>
                    <a:pt x="2445" y="28611"/>
                  </a:lnTo>
                  <a:lnTo>
                    <a:pt x="2615" y="24398"/>
                  </a:lnTo>
                  <a:lnTo>
                    <a:pt x="2594" y="21881"/>
                  </a:lnTo>
                  <a:lnTo>
                    <a:pt x="1716" y="18978"/>
                  </a:lnTo>
                  <a:lnTo>
                    <a:pt x="624" y="15891"/>
                  </a:lnTo>
                  <a:lnTo>
                    <a:pt x="30" y="14379"/>
                  </a:lnTo>
                  <a:lnTo>
                    <a:pt x="0" y="13158"/>
                  </a:lnTo>
                  <a:lnTo>
                    <a:pt x="2" y="12033"/>
                  </a:lnTo>
                  <a:lnTo>
                    <a:pt x="178" y="10388"/>
                  </a:lnTo>
                  <a:lnTo>
                    <a:pt x="604" y="8555"/>
                  </a:lnTo>
                  <a:lnTo>
                    <a:pt x="1084" y="8353"/>
                  </a:lnTo>
                  <a:lnTo>
                    <a:pt x="2263" y="9081"/>
                  </a:lnTo>
                  <a:lnTo>
                    <a:pt x="3491" y="10639"/>
                  </a:lnTo>
                  <a:lnTo>
                    <a:pt x="4141" y="14139"/>
                  </a:lnTo>
                  <a:lnTo>
                    <a:pt x="4640" y="14644"/>
                  </a:lnTo>
                  <a:lnTo>
                    <a:pt x="5546" y="14638"/>
                  </a:lnTo>
                  <a:lnTo>
                    <a:pt x="7863" y="14177"/>
                  </a:lnTo>
                  <a:lnTo>
                    <a:pt x="8439" y="14234"/>
                  </a:lnTo>
                  <a:lnTo>
                    <a:pt x="9492" y="13398"/>
                  </a:lnTo>
                  <a:lnTo>
                    <a:pt x="10538" y="11920"/>
                  </a:lnTo>
                  <a:lnTo>
                    <a:pt x="10839" y="10391"/>
                  </a:lnTo>
                  <a:lnTo>
                    <a:pt x="11084" y="6963"/>
                  </a:lnTo>
                  <a:lnTo>
                    <a:pt x="11303" y="784"/>
                  </a:lnTo>
                  <a:lnTo>
                    <a:pt x="11837" y="712"/>
                  </a:lnTo>
                  <a:lnTo>
                    <a:pt x="13299" y="2911"/>
                  </a:lnTo>
                  <a:lnTo>
                    <a:pt x="13612" y="3061"/>
                  </a:lnTo>
                  <a:lnTo>
                    <a:pt x="13920" y="2983"/>
                  </a:lnTo>
                  <a:lnTo>
                    <a:pt x="14426" y="1892"/>
                  </a:lnTo>
                  <a:lnTo>
                    <a:pt x="15050" y="1007"/>
                  </a:lnTo>
                  <a:lnTo>
                    <a:pt x="15509" y="1030"/>
                  </a:lnTo>
                  <a:lnTo>
                    <a:pt x="17205" y="0"/>
                  </a:lnTo>
                  <a:lnTo>
                    <a:pt x="18115" y="1864"/>
                  </a:lnTo>
                  <a:lnTo>
                    <a:pt x="18691" y="2441"/>
                  </a:lnTo>
                  <a:close/>
                </a:path>
              </a:pathLst>
            </a:custGeom>
            <a:solidFill>
              <a:srgbClr val="72AF6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0"/>
            <p:cNvSpPr/>
            <p:nvPr/>
          </p:nvSpPr>
          <p:spPr>
            <a:xfrm>
              <a:off x="3395177" y="2112557"/>
              <a:ext cx="47379" cy="58513"/>
            </a:xfrm>
            <a:custGeom>
              <a:avLst/>
              <a:pathLst>
                <a:path w="47379" h="58513">
                  <a:moveTo>
                    <a:pt x="42807" y="21886"/>
                  </a:moveTo>
                  <a:lnTo>
                    <a:pt x="42955" y="22424"/>
                  </a:lnTo>
                  <a:lnTo>
                    <a:pt x="44355" y="23989"/>
                  </a:lnTo>
                  <a:lnTo>
                    <a:pt x="44788" y="25230"/>
                  </a:lnTo>
                  <a:lnTo>
                    <a:pt x="45793" y="26429"/>
                  </a:lnTo>
                  <a:lnTo>
                    <a:pt x="44960" y="27946"/>
                  </a:lnTo>
                  <a:lnTo>
                    <a:pt x="45087" y="28621"/>
                  </a:lnTo>
                  <a:lnTo>
                    <a:pt x="45387" y="29312"/>
                  </a:lnTo>
                  <a:lnTo>
                    <a:pt x="46521" y="29714"/>
                  </a:lnTo>
                  <a:lnTo>
                    <a:pt x="47088" y="30711"/>
                  </a:lnTo>
                  <a:lnTo>
                    <a:pt x="47122" y="32234"/>
                  </a:lnTo>
                  <a:lnTo>
                    <a:pt x="47379" y="34718"/>
                  </a:lnTo>
                  <a:lnTo>
                    <a:pt x="45042" y="37185"/>
                  </a:lnTo>
                  <a:lnTo>
                    <a:pt x="44378" y="39943"/>
                  </a:lnTo>
                  <a:lnTo>
                    <a:pt x="44240" y="40403"/>
                  </a:lnTo>
                  <a:lnTo>
                    <a:pt x="43981" y="39492"/>
                  </a:lnTo>
                  <a:lnTo>
                    <a:pt x="43558" y="39501"/>
                  </a:lnTo>
                  <a:lnTo>
                    <a:pt x="42589" y="39120"/>
                  </a:lnTo>
                  <a:lnTo>
                    <a:pt x="41239" y="41613"/>
                  </a:lnTo>
                  <a:lnTo>
                    <a:pt x="40628" y="43685"/>
                  </a:lnTo>
                  <a:lnTo>
                    <a:pt x="40267" y="45206"/>
                  </a:lnTo>
                  <a:lnTo>
                    <a:pt x="39723" y="46435"/>
                  </a:lnTo>
                  <a:lnTo>
                    <a:pt x="39615" y="47735"/>
                  </a:lnTo>
                  <a:lnTo>
                    <a:pt x="39683" y="48281"/>
                  </a:lnTo>
                  <a:lnTo>
                    <a:pt x="39498" y="48985"/>
                  </a:lnTo>
                  <a:lnTo>
                    <a:pt x="39488" y="49725"/>
                  </a:lnTo>
                  <a:lnTo>
                    <a:pt x="40265" y="51185"/>
                  </a:lnTo>
                  <a:lnTo>
                    <a:pt x="40459" y="51974"/>
                  </a:lnTo>
                  <a:lnTo>
                    <a:pt x="41405" y="54557"/>
                  </a:lnTo>
                  <a:lnTo>
                    <a:pt x="41111" y="55501"/>
                  </a:lnTo>
                  <a:lnTo>
                    <a:pt x="40878" y="56521"/>
                  </a:lnTo>
                  <a:lnTo>
                    <a:pt x="40604" y="57245"/>
                  </a:lnTo>
                  <a:lnTo>
                    <a:pt x="40287" y="57704"/>
                  </a:lnTo>
                  <a:lnTo>
                    <a:pt x="39309" y="57676"/>
                  </a:lnTo>
                  <a:lnTo>
                    <a:pt x="38070" y="58001"/>
                  </a:lnTo>
                  <a:lnTo>
                    <a:pt x="37235" y="58509"/>
                  </a:lnTo>
                  <a:lnTo>
                    <a:pt x="36802" y="58513"/>
                  </a:lnTo>
                  <a:lnTo>
                    <a:pt x="35905" y="57225"/>
                  </a:lnTo>
                  <a:lnTo>
                    <a:pt x="34904" y="55294"/>
                  </a:lnTo>
                  <a:lnTo>
                    <a:pt x="34268" y="54374"/>
                  </a:lnTo>
                  <a:lnTo>
                    <a:pt x="33982" y="53577"/>
                  </a:lnTo>
                  <a:lnTo>
                    <a:pt x="33195" y="53243"/>
                  </a:lnTo>
                  <a:lnTo>
                    <a:pt x="32073" y="52290"/>
                  </a:lnTo>
                  <a:lnTo>
                    <a:pt x="31295" y="51254"/>
                  </a:lnTo>
                  <a:lnTo>
                    <a:pt x="30627" y="50609"/>
                  </a:lnTo>
                  <a:lnTo>
                    <a:pt x="29685" y="50288"/>
                  </a:lnTo>
                  <a:lnTo>
                    <a:pt x="28908" y="50321"/>
                  </a:lnTo>
                  <a:lnTo>
                    <a:pt x="28680" y="48578"/>
                  </a:lnTo>
                  <a:lnTo>
                    <a:pt x="28586" y="46587"/>
                  </a:lnTo>
                  <a:lnTo>
                    <a:pt x="27951" y="45255"/>
                  </a:lnTo>
                  <a:lnTo>
                    <a:pt x="28821" y="40045"/>
                  </a:lnTo>
                  <a:lnTo>
                    <a:pt x="28304" y="39534"/>
                  </a:lnTo>
                  <a:lnTo>
                    <a:pt x="27739" y="39951"/>
                  </a:lnTo>
                  <a:lnTo>
                    <a:pt x="26922" y="41192"/>
                  </a:lnTo>
                  <a:lnTo>
                    <a:pt x="26533" y="42675"/>
                  </a:lnTo>
                  <a:lnTo>
                    <a:pt x="26299" y="43988"/>
                  </a:lnTo>
                  <a:lnTo>
                    <a:pt x="24927" y="45235"/>
                  </a:lnTo>
                  <a:lnTo>
                    <a:pt x="22752" y="45687"/>
                  </a:lnTo>
                  <a:lnTo>
                    <a:pt x="20375" y="45235"/>
                  </a:lnTo>
                  <a:lnTo>
                    <a:pt x="20044" y="44900"/>
                  </a:lnTo>
                  <a:lnTo>
                    <a:pt x="19893" y="44519"/>
                  </a:lnTo>
                  <a:lnTo>
                    <a:pt x="19890" y="44060"/>
                  </a:lnTo>
                  <a:lnTo>
                    <a:pt x="20057" y="43355"/>
                  </a:lnTo>
                  <a:lnTo>
                    <a:pt x="20471" y="42499"/>
                  </a:lnTo>
                  <a:lnTo>
                    <a:pt x="20573" y="41279"/>
                  </a:lnTo>
                  <a:lnTo>
                    <a:pt x="20148" y="40223"/>
                  </a:lnTo>
                  <a:lnTo>
                    <a:pt x="19871" y="39811"/>
                  </a:lnTo>
                  <a:lnTo>
                    <a:pt x="19981" y="38788"/>
                  </a:lnTo>
                  <a:lnTo>
                    <a:pt x="20295" y="37507"/>
                  </a:lnTo>
                  <a:lnTo>
                    <a:pt x="20357" y="36777"/>
                  </a:lnTo>
                  <a:lnTo>
                    <a:pt x="18747" y="34565"/>
                  </a:lnTo>
                  <a:lnTo>
                    <a:pt x="17581" y="34134"/>
                  </a:lnTo>
                  <a:lnTo>
                    <a:pt x="16451" y="34056"/>
                  </a:lnTo>
                  <a:lnTo>
                    <a:pt x="15593" y="33808"/>
                  </a:lnTo>
                  <a:lnTo>
                    <a:pt x="15093" y="33910"/>
                  </a:lnTo>
                  <a:lnTo>
                    <a:pt x="14733" y="34555"/>
                  </a:lnTo>
                  <a:lnTo>
                    <a:pt x="14369" y="35017"/>
                  </a:lnTo>
                  <a:lnTo>
                    <a:pt x="14096" y="34463"/>
                  </a:lnTo>
                  <a:lnTo>
                    <a:pt x="13596" y="30547"/>
                  </a:lnTo>
                  <a:lnTo>
                    <a:pt x="13209" y="29955"/>
                  </a:lnTo>
                  <a:lnTo>
                    <a:pt x="11748" y="29302"/>
                  </a:lnTo>
                  <a:lnTo>
                    <a:pt x="9764" y="29068"/>
                  </a:lnTo>
                  <a:lnTo>
                    <a:pt x="9235" y="28354"/>
                  </a:lnTo>
                  <a:lnTo>
                    <a:pt x="8945" y="26592"/>
                  </a:lnTo>
                  <a:lnTo>
                    <a:pt x="8761" y="24471"/>
                  </a:lnTo>
                  <a:lnTo>
                    <a:pt x="8108" y="22440"/>
                  </a:lnTo>
                  <a:lnTo>
                    <a:pt x="7773" y="21930"/>
                  </a:lnTo>
                  <a:lnTo>
                    <a:pt x="7180" y="21029"/>
                  </a:lnTo>
                  <a:lnTo>
                    <a:pt x="6144" y="21399"/>
                  </a:lnTo>
                  <a:lnTo>
                    <a:pt x="4899" y="22577"/>
                  </a:lnTo>
                  <a:lnTo>
                    <a:pt x="4164" y="22903"/>
                  </a:lnTo>
                  <a:lnTo>
                    <a:pt x="3885" y="23028"/>
                  </a:lnTo>
                  <a:lnTo>
                    <a:pt x="2893" y="21880"/>
                  </a:lnTo>
                  <a:lnTo>
                    <a:pt x="1779" y="20084"/>
                  </a:lnTo>
                  <a:lnTo>
                    <a:pt x="886" y="18178"/>
                  </a:lnTo>
                  <a:lnTo>
                    <a:pt x="671" y="17118"/>
                  </a:lnTo>
                  <a:lnTo>
                    <a:pt x="944" y="15833"/>
                  </a:lnTo>
                  <a:lnTo>
                    <a:pt x="615" y="14849"/>
                  </a:lnTo>
                  <a:lnTo>
                    <a:pt x="137" y="13048"/>
                  </a:lnTo>
                  <a:lnTo>
                    <a:pt x="0" y="11642"/>
                  </a:lnTo>
                  <a:lnTo>
                    <a:pt x="5370" y="6668"/>
                  </a:lnTo>
                  <a:lnTo>
                    <a:pt x="8641" y="4122"/>
                  </a:lnTo>
                  <a:lnTo>
                    <a:pt x="10182" y="3351"/>
                  </a:lnTo>
                  <a:lnTo>
                    <a:pt x="10552" y="5909"/>
                  </a:lnTo>
                  <a:lnTo>
                    <a:pt x="10833" y="6722"/>
                  </a:lnTo>
                  <a:lnTo>
                    <a:pt x="11199" y="7250"/>
                  </a:lnTo>
                  <a:lnTo>
                    <a:pt x="11686" y="7354"/>
                  </a:lnTo>
                  <a:lnTo>
                    <a:pt x="12243" y="6722"/>
                  </a:lnTo>
                  <a:lnTo>
                    <a:pt x="13023" y="6055"/>
                  </a:lnTo>
                  <a:lnTo>
                    <a:pt x="14276" y="6365"/>
                  </a:lnTo>
                  <a:lnTo>
                    <a:pt x="15187" y="6981"/>
                  </a:lnTo>
                  <a:lnTo>
                    <a:pt x="15511" y="7620"/>
                  </a:lnTo>
                  <a:lnTo>
                    <a:pt x="16114" y="8229"/>
                  </a:lnTo>
                  <a:lnTo>
                    <a:pt x="16993" y="8375"/>
                  </a:lnTo>
                  <a:lnTo>
                    <a:pt x="18696" y="7211"/>
                  </a:lnTo>
                  <a:lnTo>
                    <a:pt x="20331" y="5437"/>
                  </a:lnTo>
                  <a:lnTo>
                    <a:pt x="20811" y="4207"/>
                  </a:lnTo>
                  <a:lnTo>
                    <a:pt x="20993" y="3091"/>
                  </a:lnTo>
                  <a:lnTo>
                    <a:pt x="21959" y="3829"/>
                  </a:lnTo>
                  <a:lnTo>
                    <a:pt x="22814" y="3992"/>
                  </a:lnTo>
                  <a:lnTo>
                    <a:pt x="23187" y="3664"/>
                  </a:lnTo>
                  <a:lnTo>
                    <a:pt x="22950" y="1877"/>
                  </a:lnTo>
                  <a:lnTo>
                    <a:pt x="23643" y="924"/>
                  </a:lnTo>
                  <a:lnTo>
                    <a:pt x="24414" y="484"/>
                  </a:lnTo>
                  <a:lnTo>
                    <a:pt x="24762" y="1256"/>
                  </a:lnTo>
                  <a:lnTo>
                    <a:pt x="25467" y="2044"/>
                  </a:lnTo>
                  <a:lnTo>
                    <a:pt x="26025" y="2050"/>
                  </a:lnTo>
                  <a:lnTo>
                    <a:pt x="27527" y="0"/>
                  </a:lnTo>
                  <a:lnTo>
                    <a:pt x="27879" y="405"/>
                  </a:lnTo>
                  <a:lnTo>
                    <a:pt x="28204" y="1134"/>
                  </a:lnTo>
                  <a:lnTo>
                    <a:pt x="28271" y="1722"/>
                  </a:lnTo>
                  <a:lnTo>
                    <a:pt x="28329" y="2335"/>
                  </a:lnTo>
                  <a:lnTo>
                    <a:pt x="28667" y="2595"/>
                  </a:lnTo>
                  <a:lnTo>
                    <a:pt x="29850" y="2462"/>
                  </a:lnTo>
                  <a:lnTo>
                    <a:pt x="30450" y="1351"/>
                  </a:lnTo>
                  <a:lnTo>
                    <a:pt x="30924" y="650"/>
                  </a:lnTo>
                  <a:lnTo>
                    <a:pt x="31276" y="1122"/>
                  </a:lnTo>
                  <a:lnTo>
                    <a:pt x="31448" y="2490"/>
                  </a:lnTo>
                  <a:lnTo>
                    <a:pt x="31775" y="4273"/>
                  </a:lnTo>
                  <a:lnTo>
                    <a:pt x="33184" y="6268"/>
                  </a:lnTo>
                  <a:lnTo>
                    <a:pt x="34377" y="6837"/>
                  </a:lnTo>
                  <a:lnTo>
                    <a:pt x="35845" y="6445"/>
                  </a:lnTo>
                  <a:lnTo>
                    <a:pt x="36426" y="6088"/>
                  </a:lnTo>
                  <a:lnTo>
                    <a:pt x="36820" y="6385"/>
                  </a:lnTo>
                  <a:lnTo>
                    <a:pt x="37211" y="7440"/>
                  </a:lnTo>
                  <a:lnTo>
                    <a:pt x="38054" y="8648"/>
                  </a:lnTo>
                  <a:lnTo>
                    <a:pt x="39826" y="9503"/>
                  </a:lnTo>
                  <a:lnTo>
                    <a:pt x="40370" y="9988"/>
                  </a:lnTo>
                  <a:lnTo>
                    <a:pt x="40749" y="10799"/>
                  </a:lnTo>
                  <a:lnTo>
                    <a:pt x="40639" y="11958"/>
                  </a:lnTo>
                  <a:lnTo>
                    <a:pt x="39794" y="14843"/>
                  </a:lnTo>
                  <a:lnTo>
                    <a:pt x="39683" y="15696"/>
                  </a:lnTo>
                  <a:lnTo>
                    <a:pt x="39797" y="15982"/>
                  </a:lnTo>
                  <a:lnTo>
                    <a:pt x="39632" y="16517"/>
                  </a:lnTo>
                  <a:lnTo>
                    <a:pt x="38533" y="18452"/>
                  </a:lnTo>
                  <a:lnTo>
                    <a:pt x="38432" y="19133"/>
                  </a:lnTo>
                  <a:lnTo>
                    <a:pt x="38799" y="20245"/>
                  </a:lnTo>
                  <a:lnTo>
                    <a:pt x="39100" y="21167"/>
                  </a:lnTo>
                  <a:lnTo>
                    <a:pt x="39760" y="21616"/>
                  </a:lnTo>
                  <a:lnTo>
                    <a:pt x="40381" y="21764"/>
                  </a:lnTo>
                  <a:lnTo>
                    <a:pt x="41555" y="21823"/>
                  </a:lnTo>
                  <a:close/>
                </a:path>
              </a:pathLst>
            </a:custGeom>
            <a:solidFill>
              <a:srgbClr val="EDF5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1"/>
            <p:cNvSpPr/>
            <p:nvPr/>
          </p:nvSpPr>
          <p:spPr>
            <a:xfrm>
              <a:off x="3373440" y="3268139"/>
              <a:ext cx="37896" cy="182230"/>
            </a:xfrm>
            <a:custGeom>
              <a:avLst/>
              <a:pathLst>
                <a:path w="37896" h="182230">
                  <a:moveTo>
                    <a:pt x="34946" y="20316"/>
                  </a:moveTo>
                  <a:lnTo>
                    <a:pt x="34434" y="22219"/>
                  </a:lnTo>
                  <a:lnTo>
                    <a:pt x="33652" y="26139"/>
                  </a:lnTo>
                  <a:lnTo>
                    <a:pt x="33618" y="29207"/>
                  </a:lnTo>
                  <a:lnTo>
                    <a:pt x="35482" y="35665"/>
                  </a:lnTo>
                  <a:lnTo>
                    <a:pt x="35697" y="36323"/>
                  </a:lnTo>
                  <a:lnTo>
                    <a:pt x="36179" y="37335"/>
                  </a:lnTo>
                  <a:lnTo>
                    <a:pt x="36439" y="38539"/>
                  </a:lnTo>
                  <a:lnTo>
                    <a:pt x="36659" y="41720"/>
                  </a:lnTo>
                  <a:lnTo>
                    <a:pt x="36791" y="45310"/>
                  </a:lnTo>
                  <a:lnTo>
                    <a:pt x="36938" y="47724"/>
                  </a:lnTo>
                  <a:lnTo>
                    <a:pt x="37837" y="51122"/>
                  </a:lnTo>
                  <a:lnTo>
                    <a:pt x="37896" y="52491"/>
                  </a:lnTo>
                  <a:lnTo>
                    <a:pt x="37271" y="57560"/>
                  </a:lnTo>
                  <a:lnTo>
                    <a:pt x="37123" y="58099"/>
                  </a:lnTo>
                  <a:lnTo>
                    <a:pt x="36959" y="58245"/>
                  </a:lnTo>
                  <a:lnTo>
                    <a:pt x="35993" y="57799"/>
                  </a:lnTo>
                  <a:lnTo>
                    <a:pt x="35578" y="58355"/>
                  </a:lnTo>
                  <a:lnTo>
                    <a:pt x="35053" y="60077"/>
                  </a:lnTo>
                  <a:lnTo>
                    <a:pt x="34731" y="61797"/>
                  </a:lnTo>
                  <a:lnTo>
                    <a:pt x="34714" y="62510"/>
                  </a:lnTo>
                  <a:lnTo>
                    <a:pt x="35569" y="65707"/>
                  </a:lnTo>
                  <a:lnTo>
                    <a:pt x="35028" y="70305"/>
                  </a:lnTo>
                  <a:lnTo>
                    <a:pt x="34475" y="73178"/>
                  </a:lnTo>
                  <a:lnTo>
                    <a:pt x="33482" y="74816"/>
                  </a:lnTo>
                  <a:lnTo>
                    <a:pt x="32594" y="75208"/>
                  </a:lnTo>
                  <a:lnTo>
                    <a:pt x="31973" y="75971"/>
                  </a:lnTo>
                  <a:lnTo>
                    <a:pt x="31612" y="76986"/>
                  </a:lnTo>
                  <a:lnTo>
                    <a:pt x="31665" y="80278"/>
                  </a:lnTo>
                  <a:lnTo>
                    <a:pt x="30356" y="83275"/>
                  </a:lnTo>
                  <a:lnTo>
                    <a:pt x="29631" y="85371"/>
                  </a:lnTo>
                  <a:lnTo>
                    <a:pt x="29279" y="86644"/>
                  </a:lnTo>
                  <a:lnTo>
                    <a:pt x="29426" y="90515"/>
                  </a:lnTo>
                  <a:lnTo>
                    <a:pt x="28962" y="94425"/>
                  </a:lnTo>
                  <a:lnTo>
                    <a:pt x="28153" y="97511"/>
                  </a:lnTo>
                  <a:lnTo>
                    <a:pt x="26341" y="98175"/>
                  </a:lnTo>
                  <a:lnTo>
                    <a:pt x="24820" y="98555"/>
                  </a:lnTo>
                  <a:lnTo>
                    <a:pt x="24303" y="106415"/>
                  </a:lnTo>
                  <a:lnTo>
                    <a:pt x="24325" y="111394"/>
                  </a:lnTo>
                  <a:lnTo>
                    <a:pt x="24189" y="116480"/>
                  </a:lnTo>
                  <a:lnTo>
                    <a:pt x="23936" y="118551"/>
                  </a:lnTo>
                  <a:lnTo>
                    <a:pt x="24039" y="121471"/>
                  </a:lnTo>
                  <a:lnTo>
                    <a:pt x="23926" y="128066"/>
                  </a:lnTo>
                  <a:lnTo>
                    <a:pt x="23725" y="133269"/>
                  </a:lnTo>
                  <a:lnTo>
                    <a:pt x="23992" y="134661"/>
                  </a:lnTo>
                  <a:lnTo>
                    <a:pt x="24149" y="137720"/>
                  </a:lnTo>
                  <a:lnTo>
                    <a:pt x="24136" y="140877"/>
                  </a:lnTo>
                  <a:lnTo>
                    <a:pt x="24526" y="143074"/>
                  </a:lnTo>
                  <a:lnTo>
                    <a:pt x="24948" y="144996"/>
                  </a:lnTo>
                  <a:lnTo>
                    <a:pt x="24933" y="145985"/>
                  </a:lnTo>
                  <a:lnTo>
                    <a:pt x="24709" y="146602"/>
                  </a:lnTo>
                  <a:lnTo>
                    <a:pt x="24520" y="147413"/>
                  </a:lnTo>
                  <a:lnTo>
                    <a:pt x="24521" y="154855"/>
                  </a:lnTo>
                  <a:lnTo>
                    <a:pt x="24597" y="157080"/>
                  </a:lnTo>
                  <a:lnTo>
                    <a:pt x="24486" y="158501"/>
                  </a:lnTo>
                  <a:lnTo>
                    <a:pt x="24161" y="159670"/>
                  </a:lnTo>
                  <a:lnTo>
                    <a:pt x="24289" y="163435"/>
                  </a:lnTo>
                  <a:lnTo>
                    <a:pt x="24550" y="165835"/>
                  </a:lnTo>
                  <a:lnTo>
                    <a:pt x="24818" y="167605"/>
                  </a:lnTo>
                  <a:lnTo>
                    <a:pt x="24560" y="169081"/>
                  </a:lnTo>
                  <a:lnTo>
                    <a:pt x="24337" y="171033"/>
                  </a:lnTo>
                  <a:lnTo>
                    <a:pt x="23996" y="175998"/>
                  </a:lnTo>
                  <a:lnTo>
                    <a:pt x="23977" y="177725"/>
                  </a:lnTo>
                  <a:lnTo>
                    <a:pt x="18800" y="178942"/>
                  </a:lnTo>
                  <a:lnTo>
                    <a:pt x="13015" y="180934"/>
                  </a:lnTo>
                  <a:lnTo>
                    <a:pt x="10603" y="182230"/>
                  </a:lnTo>
                  <a:lnTo>
                    <a:pt x="10458" y="181224"/>
                  </a:lnTo>
                  <a:lnTo>
                    <a:pt x="12519" y="179930"/>
                  </a:lnTo>
                  <a:lnTo>
                    <a:pt x="12090" y="176040"/>
                  </a:lnTo>
                  <a:lnTo>
                    <a:pt x="10808" y="171452"/>
                  </a:lnTo>
                  <a:lnTo>
                    <a:pt x="10305" y="170605"/>
                  </a:lnTo>
                  <a:lnTo>
                    <a:pt x="10046" y="168324"/>
                  </a:lnTo>
                  <a:lnTo>
                    <a:pt x="10359" y="166826"/>
                  </a:lnTo>
                  <a:lnTo>
                    <a:pt x="10210" y="165816"/>
                  </a:lnTo>
                  <a:lnTo>
                    <a:pt x="10102" y="162721"/>
                  </a:lnTo>
                  <a:lnTo>
                    <a:pt x="9471" y="159310"/>
                  </a:lnTo>
                  <a:lnTo>
                    <a:pt x="10628" y="159166"/>
                  </a:lnTo>
                  <a:lnTo>
                    <a:pt x="10628" y="148178"/>
                  </a:lnTo>
                  <a:lnTo>
                    <a:pt x="10627" y="137638"/>
                  </a:lnTo>
                  <a:lnTo>
                    <a:pt x="10627" y="128645"/>
                  </a:lnTo>
                  <a:lnTo>
                    <a:pt x="10627" y="121530"/>
                  </a:lnTo>
                  <a:lnTo>
                    <a:pt x="10405" y="113012"/>
                  </a:lnTo>
                  <a:lnTo>
                    <a:pt x="10370" y="106756"/>
                  </a:lnTo>
                  <a:lnTo>
                    <a:pt x="10326" y="98510"/>
                  </a:lnTo>
                  <a:lnTo>
                    <a:pt x="9908" y="95933"/>
                  </a:lnTo>
                  <a:lnTo>
                    <a:pt x="8155" y="91567"/>
                  </a:lnTo>
                  <a:lnTo>
                    <a:pt x="7679" y="89302"/>
                  </a:lnTo>
                  <a:lnTo>
                    <a:pt x="7595" y="86308"/>
                  </a:lnTo>
                  <a:lnTo>
                    <a:pt x="7202" y="83219"/>
                  </a:lnTo>
                  <a:lnTo>
                    <a:pt x="7178" y="77821"/>
                  </a:lnTo>
                  <a:lnTo>
                    <a:pt x="7150" y="71535"/>
                  </a:lnTo>
                  <a:lnTo>
                    <a:pt x="6992" y="70529"/>
                  </a:lnTo>
                  <a:lnTo>
                    <a:pt x="5093" y="67532"/>
                  </a:lnTo>
                  <a:lnTo>
                    <a:pt x="2405" y="63288"/>
                  </a:lnTo>
                  <a:lnTo>
                    <a:pt x="355" y="60051"/>
                  </a:lnTo>
                  <a:lnTo>
                    <a:pt x="204" y="59815"/>
                  </a:lnTo>
                  <a:lnTo>
                    <a:pt x="0" y="59014"/>
                  </a:lnTo>
                  <a:lnTo>
                    <a:pt x="297" y="49452"/>
                  </a:lnTo>
                  <a:lnTo>
                    <a:pt x="721" y="48201"/>
                  </a:lnTo>
                  <a:lnTo>
                    <a:pt x="1374" y="44267"/>
                  </a:lnTo>
                  <a:lnTo>
                    <a:pt x="1691" y="41090"/>
                  </a:lnTo>
                  <a:lnTo>
                    <a:pt x="1989" y="41103"/>
                  </a:lnTo>
                  <a:lnTo>
                    <a:pt x="2401" y="40070"/>
                  </a:lnTo>
                  <a:lnTo>
                    <a:pt x="2735" y="38556"/>
                  </a:lnTo>
                  <a:lnTo>
                    <a:pt x="3090" y="38878"/>
                  </a:lnTo>
                  <a:lnTo>
                    <a:pt x="3688" y="39171"/>
                  </a:lnTo>
                  <a:lnTo>
                    <a:pt x="3963" y="38634"/>
                  </a:lnTo>
                  <a:lnTo>
                    <a:pt x="3926" y="37462"/>
                  </a:lnTo>
                  <a:lnTo>
                    <a:pt x="4123" y="36271"/>
                  </a:lnTo>
                  <a:lnTo>
                    <a:pt x="4592" y="35738"/>
                  </a:lnTo>
                  <a:lnTo>
                    <a:pt x="4715" y="34673"/>
                  </a:lnTo>
                  <a:lnTo>
                    <a:pt x="4719" y="33447"/>
                  </a:lnTo>
                  <a:lnTo>
                    <a:pt x="5125" y="33127"/>
                  </a:lnTo>
                  <a:lnTo>
                    <a:pt x="5815" y="33177"/>
                  </a:lnTo>
                  <a:lnTo>
                    <a:pt x="6380" y="32795"/>
                  </a:lnTo>
                  <a:lnTo>
                    <a:pt x="6836" y="32166"/>
                  </a:lnTo>
                  <a:lnTo>
                    <a:pt x="7421" y="29694"/>
                  </a:lnTo>
                  <a:lnTo>
                    <a:pt x="7750" y="28834"/>
                  </a:lnTo>
                  <a:lnTo>
                    <a:pt x="7852" y="28223"/>
                  </a:lnTo>
                  <a:lnTo>
                    <a:pt x="8185" y="27679"/>
                  </a:lnTo>
                  <a:lnTo>
                    <a:pt x="9106" y="27429"/>
                  </a:lnTo>
                  <a:lnTo>
                    <a:pt x="9847" y="27620"/>
                  </a:lnTo>
                  <a:lnTo>
                    <a:pt x="10323" y="29052"/>
                  </a:lnTo>
                  <a:lnTo>
                    <a:pt x="13502" y="27790"/>
                  </a:lnTo>
                  <a:lnTo>
                    <a:pt x="15017" y="28527"/>
                  </a:lnTo>
                  <a:lnTo>
                    <a:pt x="18108" y="22300"/>
                  </a:lnTo>
                  <a:lnTo>
                    <a:pt x="18803" y="20465"/>
                  </a:lnTo>
                  <a:lnTo>
                    <a:pt x="19742" y="16067"/>
                  </a:lnTo>
                  <a:lnTo>
                    <a:pt x="20061" y="14383"/>
                  </a:lnTo>
                  <a:lnTo>
                    <a:pt x="20352" y="11362"/>
                  </a:lnTo>
                  <a:lnTo>
                    <a:pt x="19742" y="5774"/>
                  </a:lnTo>
                  <a:lnTo>
                    <a:pt x="19776" y="4784"/>
                  </a:lnTo>
                  <a:lnTo>
                    <a:pt x="21051" y="3576"/>
                  </a:lnTo>
                  <a:lnTo>
                    <a:pt x="22644" y="2644"/>
                  </a:lnTo>
                  <a:lnTo>
                    <a:pt x="23261" y="2572"/>
                  </a:lnTo>
                  <a:lnTo>
                    <a:pt x="23667" y="2099"/>
                  </a:lnTo>
                  <a:lnTo>
                    <a:pt x="24249" y="893"/>
                  </a:lnTo>
                  <a:lnTo>
                    <a:pt x="25196" y="0"/>
                  </a:lnTo>
                  <a:lnTo>
                    <a:pt x="25750" y="300"/>
                  </a:lnTo>
                  <a:lnTo>
                    <a:pt x="26095" y="476"/>
                  </a:lnTo>
                  <a:lnTo>
                    <a:pt x="29445" y="7853"/>
                  </a:lnTo>
                  <a:lnTo>
                    <a:pt x="30898" y="11581"/>
                  </a:lnTo>
                  <a:lnTo>
                    <a:pt x="31290" y="13494"/>
                  </a:lnTo>
                  <a:lnTo>
                    <a:pt x="32041" y="14874"/>
                  </a:lnTo>
                  <a:lnTo>
                    <a:pt x="33150" y="15716"/>
                  </a:lnTo>
                  <a:lnTo>
                    <a:pt x="34161" y="17622"/>
                  </a:lnTo>
                  <a:close/>
                </a:path>
              </a:pathLst>
            </a:custGeom>
            <a:solidFill>
              <a:srgbClr val="FFE5D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2"/>
            <p:cNvSpPr/>
            <p:nvPr/>
          </p:nvSpPr>
          <p:spPr>
            <a:xfrm>
              <a:off x="3295861" y="3188533"/>
              <a:ext cx="97641" cy="167045"/>
            </a:xfrm>
            <a:custGeom>
              <a:avLst/>
              <a:pathLst>
                <a:path w="97641" h="167045">
                  <a:moveTo>
                    <a:pt x="70843" y="4917"/>
                  </a:moveTo>
                  <a:lnTo>
                    <a:pt x="70674" y="6289"/>
                  </a:lnTo>
                  <a:lnTo>
                    <a:pt x="70661" y="8719"/>
                  </a:lnTo>
                  <a:lnTo>
                    <a:pt x="70443" y="12556"/>
                  </a:lnTo>
                  <a:lnTo>
                    <a:pt x="70181" y="17158"/>
                  </a:lnTo>
                  <a:lnTo>
                    <a:pt x="71251" y="20136"/>
                  </a:lnTo>
                  <a:lnTo>
                    <a:pt x="72534" y="23339"/>
                  </a:lnTo>
                  <a:lnTo>
                    <a:pt x="72879" y="24587"/>
                  </a:lnTo>
                  <a:lnTo>
                    <a:pt x="72538" y="27742"/>
                  </a:lnTo>
                  <a:lnTo>
                    <a:pt x="72774" y="29593"/>
                  </a:lnTo>
                  <a:lnTo>
                    <a:pt x="73455" y="32674"/>
                  </a:lnTo>
                  <a:lnTo>
                    <a:pt x="74605" y="36585"/>
                  </a:lnTo>
                  <a:lnTo>
                    <a:pt x="75787" y="40614"/>
                  </a:lnTo>
                  <a:lnTo>
                    <a:pt x="76606" y="41146"/>
                  </a:lnTo>
                  <a:lnTo>
                    <a:pt x="77386" y="41468"/>
                  </a:lnTo>
                  <a:lnTo>
                    <a:pt x="77858" y="42191"/>
                  </a:lnTo>
                  <a:lnTo>
                    <a:pt x="78553" y="42889"/>
                  </a:lnTo>
                  <a:lnTo>
                    <a:pt x="79239" y="43346"/>
                  </a:lnTo>
                  <a:lnTo>
                    <a:pt x="79840" y="44226"/>
                  </a:lnTo>
                  <a:lnTo>
                    <a:pt x="80224" y="45089"/>
                  </a:lnTo>
                  <a:lnTo>
                    <a:pt x="80719" y="47574"/>
                  </a:lnTo>
                  <a:lnTo>
                    <a:pt x="82053" y="49214"/>
                  </a:lnTo>
                  <a:lnTo>
                    <a:pt x="82981" y="50835"/>
                  </a:lnTo>
                  <a:lnTo>
                    <a:pt x="82608" y="51660"/>
                  </a:lnTo>
                  <a:lnTo>
                    <a:pt x="81447" y="51329"/>
                  </a:lnTo>
                  <a:lnTo>
                    <a:pt x="80357" y="50618"/>
                  </a:lnTo>
                  <a:lnTo>
                    <a:pt x="80212" y="51810"/>
                  </a:lnTo>
                  <a:lnTo>
                    <a:pt x="80166" y="56365"/>
                  </a:lnTo>
                  <a:lnTo>
                    <a:pt x="80342" y="60161"/>
                  </a:lnTo>
                  <a:lnTo>
                    <a:pt x="80596" y="60666"/>
                  </a:lnTo>
                  <a:lnTo>
                    <a:pt x="81693" y="61366"/>
                  </a:lnTo>
                  <a:lnTo>
                    <a:pt x="84308" y="66296"/>
                  </a:lnTo>
                  <a:lnTo>
                    <a:pt x="86675" y="70959"/>
                  </a:lnTo>
                  <a:lnTo>
                    <a:pt x="87470" y="72173"/>
                  </a:lnTo>
                  <a:lnTo>
                    <a:pt x="88780" y="72633"/>
                  </a:lnTo>
                  <a:lnTo>
                    <a:pt x="90245" y="72826"/>
                  </a:lnTo>
                  <a:lnTo>
                    <a:pt x="90876" y="72395"/>
                  </a:lnTo>
                  <a:lnTo>
                    <a:pt x="92297" y="70044"/>
                  </a:lnTo>
                  <a:lnTo>
                    <a:pt x="93053" y="69785"/>
                  </a:lnTo>
                  <a:lnTo>
                    <a:pt x="93750" y="69851"/>
                  </a:lnTo>
                  <a:lnTo>
                    <a:pt x="94129" y="70226"/>
                  </a:lnTo>
                  <a:lnTo>
                    <a:pt x="94810" y="72142"/>
                  </a:lnTo>
                  <a:lnTo>
                    <a:pt x="95449" y="75038"/>
                  </a:lnTo>
                  <a:lnTo>
                    <a:pt x="95631" y="77176"/>
                  </a:lnTo>
                  <a:lnTo>
                    <a:pt x="95570" y="78323"/>
                  </a:lnTo>
                  <a:lnTo>
                    <a:pt x="95354" y="78756"/>
                  </a:lnTo>
                  <a:lnTo>
                    <a:pt x="94188" y="79310"/>
                  </a:lnTo>
                  <a:lnTo>
                    <a:pt x="93685" y="79744"/>
                  </a:lnTo>
                  <a:lnTo>
                    <a:pt x="93559" y="80371"/>
                  </a:lnTo>
                  <a:lnTo>
                    <a:pt x="93739" y="81806"/>
                  </a:lnTo>
                  <a:lnTo>
                    <a:pt x="93966" y="82734"/>
                  </a:lnTo>
                  <a:lnTo>
                    <a:pt x="95238" y="86915"/>
                  </a:lnTo>
                  <a:lnTo>
                    <a:pt x="97076" y="92544"/>
                  </a:lnTo>
                  <a:lnTo>
                    <a:pt x="97641" y="93989"/>
                  </a:lnTo>
                  <a:lnTo>
                    <a:pt x="97321" y="95673"/>
                  </a:lnTo>
                  <a:lnTo>
                    <a:pt x="96383" y="100071"/>
                  </a:lnTo>
                  <a:lnTo>
                    <a:pt x="95687" y="101906"/>
                  </a:lnTo>
                  <a:lnTo>
                    <a:pt x="92596" y="108133"/>
                  </a:lnTo>
                  <a:lnTo>
                    <a:pt x="91082" y="107396"/>
                  </a:lnTo>
                  <a:lnTo>
                    <a:pt x="87903" y="108659"/>
                  </a:lnTo>
                  <a:lnTo>
                    <a:pt x="87427" y="107226"/>
                  </a:lnTo>
                  <a:lnTo>
                    <a:pt x="86686" y="107035"/>
                  </a:lnTo>
                  <a:lnTo>
                    <a:pt x="85765" y="107285"/>
                  </a:lnTo>
                  <a:lnTo>
                    <a:pt x="85431" y="107829"/>
                  </a:lnTo>
                  <a:lnTo>
                    <a:pt x="85330" y="108441"/>
                  </a:lnTo>
                  <a:lnTo>
                    <a:pt x="85001" y="109301"/>
                  </a:lnTo>
                  <a:lnTo>
                    <a:pt x="84415" y="111772"/>
                  </a:lnTo>
                  <a:lnTo>
                    <a:pt x="83960" y="112401"/>
                  </a:lnTo>
                  <a:lnTo>
                    <a:pt x="83394" y="112784"/>
                  </a:lnTo>
                  <a:lnTo>
                    <a:pt x="82704" y="112733"/>
                  </a:lnTo>
                  <a:lnTo>
                    <a:pt x="82298" y="113053"/>
                  </a:lnTo>
                  <a:lnTo>
                    <a:pt x="82294" y="114280"/>
                  </a:lnTo>
                  <a:lnTo>
                    <a:pt x="82171" y="115345"/>
                  </a:lnTo>
                  <a:lnTo>
                    <a:pt x="81703" y="115877"/>
                  </a:lnTo>
                  <a:lnTo>
                    <a:pt x="81505" y="117069"/>
                  </a:lnTo>
                  <a:lnTo>
                    <a:pt x="81542" y="118240"/>
                  </a:lnTo>
                  <a:lnTo>
                    <a:pt x="81268" y="118777"/>
                  </a:lnTo>
                  <a:lnTo>
                    <a:pt x="80670" y="118484"/>
                  </a:lnTo>
                  <a:lnTo>
                    <a:pt x="80314" y="118163"/>
                  </a:lnTo>
                  <a:lnTo>
                    <a:pt x="79981" y="119676"/>
                  </a:lnTo>
                  <a:lnTo>
                    <a:pt x="79568" y="120709"/>
                  </a:lnTo>
                  <a:lnTo>
                    <a:pt x="79271" y="120696"/>
                  </a:lnTo>
                  <a:lnTo>
                    <a:pt x="76093" y="120998"/>
                  </a:lnTo>
                  <a:lnTo>
                    <a:pt x="74935" y="121814"/>
                  </a:lnTo>
                  <a:lnTo>
                    <a:pt x="74238" y="121827"/>
                  </a:lnTo>
                  <a:lnTo>
                    <a:pt x="74214" y="121142"/>
                  </a:lnTo>
                  <a:lnTo>
                    <a:pt x="74134" y="120734"/>
                  </a:lnTo>
                  <a:lnTo>
                    <a:pt x="70124" y="118440"/>
                  </a:lnTo>
                  <a:lnTo>
                    <a:pt x="68159" y="117490"/>
                  </a:lnTo>
                  <a:lnTo>
                    <a:pt x="67312" y="117080"/>
                  </a:lnTo>
                  <a:lnTo>
                    <a:pt x="64464" y="115565"/>
                  </a:lnTo>
                  <a:lnTo>
                    <a:pt x="64302" y="116984"/>
                  </a:lnTo>
                  <a:lnTo>
                    <a:pt x="63892" y="117898"/>
                  </a:lnTo>
                  <a:lnTo>
                    <a:pt x="63277" y="117965"/>
                  </a:lnTo>
                  <a:lnTo>
                    <a:pt x="62849" y="117741"/>
                  </a:lnTo>
                  <a:lnTo>
                    <a:pt x="62563" y="118833"/>
                  </a:lnTo>
                  <a:lnTo>
                    <a:pt x="62091" y="120272"/>
                  </a:lnTo>
                  <a:lnTo>
                    <a:pt x="61431" y="120979"/>
                  </a:lnTo>
                  <a:lnTo>
                    <a:pt x="60784" y="121866"/>
                  </a:lnTo>
                  <a:lnTo>
                    <a:pt x="60420" y="122642"/>
                  </a:lnTo>
                  <a:lnTo>
                    <a:pt x="60156" y="122661"/>
                  </a:lnTo>
                  <a:lnTo>
                    <a:pt x="59504" y="120823"/>
                  </a:lnTo>
                  <a:lnTo>
                    <a:pt x="58638" y="120637"/>
                  </a:lnTo>
                  <a:lnTo>
                    <a:pt x="57017" y="120949"/>
                  </a:lnTo>
                  <a:lnTo>
                    <a:pt x="56290" y="120447"/>
                  </a:lnTo>
                  <a:lnTo>
                    <a:pt x="55295" y="120200"/>
                  </a:lnTo>
                  <a:lnTo>
                    <a:pt x="52949" y="120579"/>
                  </a:lnTo>
                  <a:lnTo>
                    <a:pt x="49195" y="119828"/>
                  </a:lnTo>
                  <a:lnTo>
                    <a:pt x="48582" y="120234"/>
                  </a:lnTo>
                  <a:lnTo>
                    <a:pt x="48419" y="120566"/>
                  </a:lnTo>
                  <a:lnTo>
                    <a:pt x="44705" y="120654"/>
                  </a:lnTo>
                  <a:lnTo>
                    <a:pt x="40617" y="120751"/>
                  </a:lnTo>
                  <a:lnTo>
                    <a:pt x="37196" y="120830"/>
                  </a:lnTo>
                  <a:lnTo>
                    <a:pt x="34204" y="120900"/>
                  </a:lnTo>
                  <a:lnTo>
                    <a:pt x="34199" y="120586"/>
                  </a:lnTo>
                  <a:lnTo>
                    <a:pt x="33238" y="120545"/>
                  </a:lnTo>
                  <a:lnTo>
                    <a:pt x="33131" y="121162"/>
                  </a:lnTo>
                  <a:lnTo>
                    <a:pt x="32283" y="128535"/>
                  </a:lnTo>
                  <a:lnTo>
                    <a:pt x="32190" y="132543"/>
                  </a:lnTo>
                  <a:lnTo>
                    <a:pt x="32640" y="135036"/>
                  </a:lnTo>
                  <a:lnTo>
                    <a:pt x="33148" y="136612"/>
                  </a:lnTo>
                  <a:lnTo>
                    <a:pt x="33716" y="137268"/>
                  </a:lnTo>
                  <a:lnTo>
                    <a:pt x="33773" y="138170"/>
                  </a:lnTo>
                  <a:lnTo>
                    <a:pt x="33318" y="139322"/>
                  </a:lnTo>
                  <a:lnTo>
                    <a:pt x="33357" y="140506"/>
                  </a:lnTo>
                  <a:lnTo>
                    <a:pt x="33890" y="141725"/>
                  </a:lnTo>
                  <a:lnTo>
                    <a:pt x="34021" y="143008"/>
                  </a:lnTo>
                  <a:lnTo>
                    <a:pt x="33750" y="144356"/>
                  </a:lnTo>
                  <a:lnTo>
                    <a:pt x="33815" y="147590"/>
                  </a:lnTo>
                  <a:lnTo>
                    <a:pt x="34215" y="152715"/>
                  </a:lnTo>
                  <a:lnTo>
                    <a:pt x="34227" y="156038"/>
                  </a:lnTo>
                  <a:lnTo>
                    <a:pt x="33848" y="157556"/>
                  </a:lnTo>
                  <a:lnTo>
                    <a:pt x="34027" y="160150"/>
                  </a:lnTo>
                  <a:lnTo>
                    <a:pt x="34765" y="163818"/>
                  </a:lnTo>
                  <a:lnTo>
                    <a:pt x="34893" y="165372"/>
                  </a:lnTo>
                  <a:lnTo>
                    <a:pt x="34629" y="166087"/>
                  </a:lnTo>
                  <a:lnTo>
                    <a:pt x="34020" y="167045"/>
                  </a:lnTo>
                  <a:lnTo>
                    <a:pt x="33401" y="167012"/>
                  </a:lnTo>
                  <a:lnTo>
                    <a:pt x="32680" y="164793"/>
                  </a:lnTo>
                  <a:lnTo>
                    <a:pt x="32363" y="163798"/>
                  </a:lnTo>
                  <a:lnTo>
                    <a:pt x="31779" y="161548"/>
                  </a:lnTo>
                  <a:lnTo>
                    <a:pt x="31284" y="159284"/>
                  </a:lnTo>
                  <a:lnTo>
                    <a:pt x="30613" y="158293"/>
                  </a:lnTo>
                  <a:lnTo>
                    <a:pt x="29957" y="157371"/>
                  </a:lnTo>
                  <a:lnTo>
                    <a:pt x="29157" y="154503"/>
                  </a:lnTo>
                  <a:lnTo>
                    <a:pt x="28381" y="153135"/>
                  </a:lnTo>
                  <a:lnTo>
                    <a:pt x="27565" y="153526"/>
                  </a:lnTo>
                  <a:lnTo>
                    <a:pt x="26373" y="152992"/>
                  </a:lnTo>
                  <a:lnTo>
                    <a:pt x="23968" y="152282"/>
                  </a:lnTo>
                  <a:lnTo>
                    <a:pt x="21383" y="152493"/>
                  </a:lnTo>
                  <a:lnTo>
                    <a:pt x="20310" y="153151"/>
                  </a:lnTo>
                  <a:lnTo>
                    <a:pt x="19250" y="154194"/>
                  </a:lnTo>
                  <a:lnTo>
                    <a:pt x="16564" y="156495"/>
                  </a:lnTo>
                  <a:lnTo>
                    <a:pt x="15503" y="157632"/>
                  </a:lnTo>
                  <a:lnTo>
                    <a:pt x="14700" y="160515"/>
                  </a:lnTo>
                  <a:lnTo>
                    <a:pt x="13787" y="160447"/>
                  </a:lnTo>
                  <a:lnTo>
                    <a:pt x="12873" y="159524"/>
                  </a:lnTo>
                  <a:lnTo>
                    <a:pt x="12301" y="158217"/>
                  </a:lnTo>
                  <a:lnTo>
                    <a:pt x="11077" y="158510"/>
                  </a:lnTo>
                  <a:lnTo>
                    <a:pt x="9893" y="157240"/>
                  </a:lnTo>
                  <a:lnTo>
                    <a:pt x="8749" y="154740"/>
                  </a:lnTo>
                  <a:lnTo>
                    <a:pt x="7907" y="153919"/>
                  </a:lnTo>
                  <a:lnTo>
                    <a:pt x="6831" y="152112"/>
                  </a:lnTo>
                  <a:lnTo>
                    <a:pt x="6533" y="148673"/>
                  </a:lnTo>
                  <a:lnTo>
                    <a:pt x="5851" y="146254"/>
                  </a:lnTo>
                  <a:lnTo>
                    <a:pt x="5228" y="142907"/>
                  </a:lnTo>
                  <a:lnTo>
                    <a:pt x="4297" y="141399"/>
                  </a:lnTo>
                  <a:lnTo>
                    <a:pt x="3223" y="140600"/>
                  </a:lnTo>
                  <a:lnTo>
                    <a:pt x="1743" y="140767"/>
                  </a:lnTo>
                  <a:lnTo>
                    <a:pt x="768" y="139421"/>
                  </a:lnTo>
                  <a:lnTo>
                    <a:pt x="0" y="137457"/>
                  </a:lnTo>
                  <a:lnTo>
                    <a:pt x="203" y="135761"/>
                  </a:lnTo>
                  <a:lnTo>
                    <a:pt x="549" y="133348"/>
                  </a:lnTo>
                  <a:lnTo>
                    <a:pt x="590" y="131018"/>
                  </a:lnTo>
                  <a:lnTo>
                    <a:pt x="820" y="127252"/>
                  </a:lnTo>
                  <a:lnTo>
                    <a:pt x="678" y="122534"/>
                  </a:lnTo>
                  <a:lnTo>
                    <a:pt x="407" y="119245"/>
                  </a:lnTo>
                  <a:lnTo>
                    <a:pt x="1225" y="117875"/>
                  </a:lnTo>
                  <a:lnTo>
                    <a:pt x="2173" y="116648"/>
                  </a:lnTo>
                  <a:lnTo>
                    <a:pt x="2760" y="114411"/>
                  </a:lnTo>
                  <a:lnTo>
                    <a:pt x="3372" y="109393"/>
                  </a:lnTo>
                  <a:lnTo>
                    <a:pt x="3629" y="105059"/>
                  </a:lnTo>
                  <a:lnTo>
                    <a:pt x="3439" y="103454"/>
                  </a:lnTo>
                  <a:lnTo>
                    <a:pt x="3124" y="102180"/>
                  </a:lnTo>
                  <a:lnTo>
                    <a:pt x="2875" y="100306"/>
                  </a:lnTo>
                  <a:lnTo>
                    <a:pt x="2733" y="98026"/>
                  </a:lnTo>
                  <a:lnTo>
                    <a:pt x="2904" y="96032"/>
                  </a:lnTo>
                  <a:lnTo>
                    <a:pt x="3619" y="94190"/>
                  </a:lnTo>
                  <a:lnTo>
                    <a:pt x="4516" y="92651"/>
                  </a:lnTo>
                  <a:lnTo>
                    <a:pt x="5153" y="91907"/>
                  </a:lnTo>
                  <a:lnTo>
                    <a:pt x="6842" y="91146"/>
                  </a:lnTo>
                  <a:lnTo>
                    <a:pt x="8953" y="89999"/>
                  </a:lnTo>
                  <a:lnTo>
                    <a:pt x="10170" y="88697"/>
                  </a:lnTo>
                  <a:lnTo>
                    <a:pt x="11060" y="87396"/>
                  </a:lnTo>
                  <a:lnTo>
                    <a:pt x="11557" y="86367"/>
                  </a:lnTo>
                  <a:lnTo>
                    <a:pt x="12062" y="84256"/>
                  </a:lnTo>
                  <a:lnTo>
                    <a:pt x="12878" y="82621"/>
                  </a:lnTo>
                  <a:lnTo>
                    <a:pt x="13509" y="80972"/>
                  </a:lnTo>
                  <a:lnTo>
                    <a:pt x="13597" y="76378"/>
                  </a:lnTo>
                  <a:lnTo>
                    <a:pt x="13593" y="73762"/>
                  </a:lnTo>
                  <a:lnTo>
                    <a:pt x="13125" y="72321"/>
                  </a:lnTo>
                  <a:lnTo>
                    <a:pt x="12869" y="71085"/>
                  </a:lnTo>
                  <a:lnTo>
                    <a:pt x="15997" y="67495"/>
                  </a:lnTo>
                  <a:lnTo>
                    <a:pt x="16020" y="64960"/>
                  </a:lnTo>
                  <a:lnTo>
                    <a:pt x="15583" y="62128"/>
                  </a:lnTo>
                  <a:lnTo>
                    <a:pt x="14971" y="59848"/>
                  </a:lnTo>
                  <a:lnTo>
                    <a:pt x="14743" y="57881"/>
                  </a:lnTo>
                  <a:lnTo>
                    <a:pt x="15607" y="55568"/>
                  </a:lnTo>
                  <a:lnTo>
                    <a:pt x="16379" y="53830"/>
                  </a:lnTo>
                  <a:lnTo>
                    <a:pt x="16936" y="52351"/>
                  </a:lnTo>
                  <a:lnTo>
                    <a:pt x="18168" y="50099"/>
                  </a:lnTo>
                  <a:lnTo>
                    <a:pt x="19450" y="49514"/>
                  </a:lnTo>
                  <a:lnTo>
                    <a:pt x="20608" y="50361"/>
                  </a:lnTo>
                  <a:lnTo>
                    <a:pt x="24034" y="55661"/>
                  </a:lnTo>
                  <a:lnTo>
                    <a:pt x="24629" y="56000"/>
                  </a:lnTo>
                  <a:lnTo>
                    <a:pt x="25341" y="55596"/>
                  </a:lnTo>
                  <a:lnTo>
                    <a:pt x="26244" y="54198"/>
                  </a:lnTo>
                  <a:lnTo>
                    <a:pt x="27416" y="53103"/>
                  </a:lnTo>
                  <a:lnTo>
                    <a:pt x="27848" y="49556"/>
                  </a:lnTo>
                  <a:lnTo>
                    <a:pt x="27806" y="44336"/>
                  </a:lnTo>
                  <a:lnTo>
                    <a:pt x="28071" y="41945"/>
                  </a:lnTo>
                  <a:lnTo>
                    <a:pt x="28691" y="41517"/>
                  </a:lnTo>
                  <a:lnTo>
                    <a:pt x="30662" y="42514"/>
                  </a:lnTo>
                  <a:lnTo>
                    <a:pt x="31174" y="42573"/>
                  </a:lnTo>
                  <a:lnTo>
                    <a:pt x="31746" y="42238"/>
                  </a:lnTo>
                  <a:lnTo>
                    <a:pt x="32163" y="41321"/>
                  </a:lnTo>
                  <a:lnTo>
                    <a:pt x="32145" y="39640"/>
                  </a:lnTo>
                  <a:lnTo>
                    <a:pt x="32054" y="38151"/>
                  </a:lnTo>
                  <a:lnTo>
                    <a:pt x="32695" y="33306"/>
                  </a:lnTo>
                  <a:lnTo>
                    <a:pt x="33868" y="29671"/>
                  </a:lnTo>
                  <a:lnTo>
                    <a:pt x="36239" y="25125"/>
                  </a:lnTo>
                  <a:lnTo>
                    <a:pt x="36977" y="24217"/>
                  </a:lnTo>
                  <a:lnTo>
                    <a:pt x="37837" y="23750"/>
                  </a:lnTo>
                  <a:lnTo>
                    <a:pt x="42082" y="26872"/>
                  </a:lnTo>
                  <a:lnTo>
                    <a:pt x="42774" y="26099"/>
                  </a:lnTo>
                  <a:lnTo>
                    <a:pt x="43812" y="18359"/>
                  </a:lnTo>
                  <a:lnTo>
                    <a:pt x="44963" y="17622"/>
                  </a:lnTo>
                  <a:lnTo>
                    <a:pt x="46345" y="17488"/>
                  </a:lnTo>
                  <a:lnTo>
                    <a:pt x="47242" y="16824"/>
                  </a:lnTo>
                  <a:lnTo>
                    <a:pt x="47708" y="16283"/>
                  </a:lnTo>
                  <a:lnTo>
                    <a:pt x="49728" y="13350"/>
                  </a:lnTo>
                  <a:lnTo>
                    <a:pt x="53290" y="9348"/>
                  </a:lnTo>
                  <a:lnTo>
                    <a:pt x="55208" y="7634"/>
                  </a:lnTo>
                  <a:lnTo>
                    <a:pt x="55582" y="6989"/>
                  </a:lnTo>
                  <a:lnTo>
                    <a:pt x="56955" y="4151"/>
                  </a:lnTo>
                  <a:lnTo>
                    <a:pt x="58775" y="890"/>
                  </a:lnTo>
                  <a:lnTo>
                    <a:pt x="59935" y="239"/>
                  </a:lnTo>
                  <a:lnTo>
                    <a:pt x="61538" y="0"/>
                  </a:lnTo>
                  <a:lnTo>
                    <a:pt x="62551" y="538"/>
                  </a:lnTo>
                  <a:lnTo>
                    <a:pt x="62825" y="1458"/>
                  </a:lnTo>
                  <a:lnTo>
                    <a:pt x="63156" y="1931"/>
                  </a:lnTo>
                  <a:lnTo>
                    <a:pt x="65248" y="545"/>
                  </a:lnTo>
                  <a:lnTo>
                    <a:pt x="68249" y="2750"/>
                  </a:lnTo>
                  <a:close/>
                </a:path>
              </a:pathLst>
            </a:custGeom>
            <a:solidFill>
              <a:srgbClr val="FEFEF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3"/>
            <p:cNvSpPr/>
            <p:nvPr/>
          </p:nvSpPr>
          <p:spPr>
            <a:xfrm>
              <a:off x="4497520" y="2992178"/>
              <a:ext cx="1294" cy="6489"/>
            </a:xfrm>
            <a:custGeom>
              <a:avLst/>
              <a:pathLst>
                <a:path w="1294" h="6489">
                  <a:moveTo>
                    <a:pt x="1137" y="6349"/>
                  </a:moveTo>
                  <a:lnTo>
                    <a:pt x="392" y="6489"/>
                  </a:lnTo>
                  <a:lnTo>
                    <a:pt x="30" y="5613"/>
                  </a:lnTo>
                  <a:lnTo>
                    <a:pt x="200" y="4389"/>
                  </a:lnTo>
                  <a:lnTo>
                    <a:pt x="0" y="418"/>
                  </a:lnTo>
                  <a:lnTo>
                    <a:pt x="625" y="0"/>
                  </a:lnTo>
                  <a:lnTo>
                    <a:pt x="949" y="23"/>
                  </a:lnTo>
                  <a:lnTo>
                    <a:pt x="1130" y="1193"/>
                  </a:lnTo>
                  <a:lnTo>
                    <a:pt x="1294" y="3344"/>
                  </a:lnTo>
                  <a:close/>
                </a:path>
              </a:pathLst>
            </a:custGeom>
            <a:solidFill>
              <a:srgbClr val="FFF7F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4"/>
            <p:cNvSpPr/>
            <p:nvPr/>
          </p:nvSpPr>
          <p:spPr>
            <a:xfrm>
              <a:off x="4497059" y="2986147"/>
              <a:ext cx="774" cy="5224"/>
            </a:xfrm>
            <a:custGeom>
              <a:avLst/>
              <a:pathLst>
                <a:path w="774" h="5224">
                  <a:moveTo>
                    <a:pt x="667" y="2804"/>
                  </a:moveTo>
                  <a:lnTo>
                    <a:pt x="220" y="5224"/>
                  </a:lnTo>
                  <a:lnTo>
                    <a:pt x="0" y="3464"/>
                  </a:lnTo>
                  <a:lnTo>
                    <a:pt x="190" y="1232"/>
                  </a:lnTo>
                  <a:lnTo>
                    <a:pt x="382" y="0"/>
                  </a:lnTo>
                  <a:lnTo>
                    <a:pt x="513" y="11"/>
                  </a:lnTo>
                  <a:lnTo>
                    <a:pt x="774" y="1282"/>
                  </a:lnTo>
                  <a:close/>
                </a:path>
              </a:pathLst>
            </a:custGeom>
            <a:solidFill>
              <a:srgbClr val="FFF7F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5"/>
            <p:cNvSpPr/>
            <p:nvPr/>
          </p:nvSpPr>
          <p:spPr>
            <a:xfrm>
              <a:off x="4487496" y="2968634"/>
              <a:ext cx="1647" cy="12249"/>
            </a:xfrm>
            <a:custGeom>
              <a:avLst/>
              <a:pathLst>
                <a:path w="1647" h="12249">
                  <a:moveTo>
                    <a:pt x="1308" y="10180"/>
                  </a:moveTo>
                  <a:lnTo>
                    <a:pt x="0" y="12249"/>
                  </a:lnTo>
                  <a:lnTo>
                    <a:pt x="428" y="0"/>
                  </a:lnTo>
                  <a:lnTo>
                    <a:pt x="1401" y="4559"/>
                  </a:lnTo>
                  <a:lnTo>
                    <a:pt x="1647" y="6994"/>
                  </a:lnTo>
                  <a:close/>
                </a:path>
              </a:pathLst>
            </a:custGeom>
            <a:solidFill>
              <a:srgbClr val="FFF7F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6"/>
            <p:cNvSpPr/>
            <p:nvPr/>
          </p:nvSpPr>
          <p:spPr>
            <a:xfrm>
              <a:off x="4492020" y="2965774"/>
              <a:ext cx="1794" cy="7792"/>
            </a:xfrm>
            <a:custGeom>
              <a:avLst/>
              <a:pathLst>
                <a:path w="1794" h="7792">
                  <a:moveTo>
                    <a:pt x="1794" y="6922"/>
                  </a:moveTo>
                  <a:lnTo>
                    <a:pt x="1223" y="7792"/>
                  </a:lnTo>
                  <a:lnTo>
                    <a:pt x="685" y="7035"/>
                  </a:lnTo>
                  <a:lnTo>
                    <a:pt x="0" y="4161"/>
                  </a:lnTo>
                  <a:lnTo>
                    <a:pt x="339" y="522"/>
                  </a:lnTo>
                  <a:lnTo>
                    <a:pt x="551" y="0"/>
                  </a:lnTo>
                  <a:lnTo>
                    <a:pt x="896" y="1180"/>
                  </a:lnTo>
                  <a:lnTo>
                    <a:pt x="1378" y="3716"/>
                  </a:lnTo>
                  <a:lnTo>
                    <a:pt x="1690" y="5647"/>
                  </a:lnTo>
                  <a:close/>
                </a:path>
              </a:pathLst>
            </a:custGeom>
            <a:solidFill>
              <a:srgbClr val="FFF7F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7"/>
            <p:cNvSpPr/>
            <p:nvPr/>
          </p:nvSpPr>
          <p:spPr>
            <a:xfrm>
              <a:off x="4480810" y="2958475"/>
              <a:ext cx="4506" cy="23914"/>
            </a:xfrm>
            <a:custGeom>
              <a:avLst/>
              <a:pathLst>
                <a:path w="4506" h="23914">
                  <a:moveTo>
                    <a:pt x="3389" y="22877"/>
                  </a:moveTo>
                  <a:lnTo>
                    <a:pt x="1242" y="23914"/>
                  </a:lnTo>
                  <a:lnTo>
                    <a:pt x="149" y="23591"/>
                  </a:lnTo>
                  <a:lnTo>
                    <a:pt x="2190" y="15839"/>
                  </a:lnTo>
                  <a:lnTo>
                    <a:pt x="2122" y="12367"/>
                  </a:lnTo>
                  <a:lnTo>
                    <a:pt x="1805" y="9539"/>
                  </a:lnTo>
                  <a:lnTo>
                    <a:pt x="765" y="7266"/>
                  </a:lnTo>
                  <a:lnTo>
                    <a:pt x="708" y="5642"/>
                  </a:lnTo>
                  <a:lnTo>
                    <a:pt x="242" y="3428"/>
                  </a:lnTo>
                  <a:lnTo>
                    <a:pt x="0" y="832"/>
                  </a:lnTo>
                  <a:lnTo>
                    <a:pt x="1154" y="0"/>
                  </a:lnTo>
                  <a:lnTo>
                    <a:pt x="2089" y="1487"/>
                  </a:lnTo>
                  <a:lnTo>
                    <a:pt x="2222" y="2311"/>
                  </a:lnTo>
                  <a:lnTo>
                    <a:pt x="2422" y="4432"/>
                  </a:lnTo>
                  <a:lnTo>
                    <a:pt x="2887" y="6642"/>
                  </a:lnTo>
                  <a:lnTo>
                    <a:pt x="4506" y="11189"/>
                  </a:lnTo>
                  <a:lnTo>
                    <a:pt x="4477" y="13975"/>
                  </a:lnTo>
                  <a:lnTo>
                    <a:pt x="4034" y="20789"/>
                  </a:lnTo>
                  <a:close/>
                </a:path>
              </a:pathLst>
            </a:custGeom>
            <a:solidFill>
              <a:srgbClr val="FFF7F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8"/>
            <p:cNvSpPr/>
            <p:nvPr/>
          </p:nvSpPr>
          <p:spPr>
            <a:xfrm>
              <a:off x="4481222" y="2953394"/>
              <a:ext cx="1520" cy="3410"/>
            </a:xfrm>
            <a:custGeom>
              <a:avLst/>
              <a:pathLst>
                <a:path w="1520" h="3410">
                  <a:moveTo>
                    <a:pt x="1301" y="2141"/>
                  </a:moveTo>
                  <a:lnTo>
                    <a:pt x="1520" y="3410"/>
                  </a:lnTo>
                  <a:lnTo>
                    <a:pt x="833" y="2656"/>
                  </a:lnTo>
                  <a:lnTo>
                    <a:pt x="320" y="1773"/>
                  </a:lnTo>
                  <a:lnTo>
                    <a:pt x="0" y="607"/>
                  </a:lnTo>
                  <a:lnTo>
                    <a:pt x="537" y="0"/>
                  </a:lnTo>
                  <a:close/>
                </a:path>
              </a:pathLst>
            </a:custGeom>
            <a:solidFill>
              <a:srgbClr val="FFF7F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199"/>
            <p:cNvSpPr/>
            <p:nvPr/>
          </p:nvSpPr>
          <p:spPr>
            <a:xfrm>
              <a:off x="4450214" y="2848907"/>
              <a:ext cx="56864" cy="170826"/>
            </a:xfrm>
            <a:custGeom>
              <a:avLst/>
              <a:pathLst>
                <a:path w="56864" h="170826">
                  <a:moveTo>
                    <a:pt x="56164" y="135732"/>
                  </a:moveTo>
                  <a:lnTo>
                    <a:pt x="56261" y="136847"/>
                  </a:lnTo>
                  <a:lnTo>
                    <a:pt x="56279" y="146637"/>
                  </a:lnTo>
                  <a:lnTo>
                    <a:pt x="56393" y="150824"/>
                  </a:lnTo>
                  <a:lnTo>
                    <a:pt x="56786" y="154269"/>
                  </a:lnTo>
                  <a:lnTo>
                    <a:pt x="56864" y="155585"/>
                  </a:lnTo>
                  <a:lnTo>
                    <a:pt x="56471" y="156650"/>
                  </a:lnTo>
                  <a:lnTo>
                    <a:pt x="56085" y="156852"/>
                  </a:lnTo>
                  <a:lnTo>
                    <a:pt x="55723" y="155182"/>
                  </a:lnTo>
                  <a:lnTo>
                    <a:pt x="54892" y="153907"/>
                  </a:lnTo>
                  <a:lnTo>
                    <a:pt x="53668" y="152546"/>
                  </a:lnTo>
                  <a:lnTo>
                    <a:pt x="53149" y="151637"/>
                  </a:lnTo>
                  <a:lnTo>
                    <a:pt x="52521" y="151998"/>
                  </a:lnTo>
                  <a:lnTo>
                    <a:pt x="51639" y="154059"/>
                  </a:lnTo>
                  <a:lnTo>
                    <a:pt x="51286" y="155972"/>
                  </a:lnTo>
                  <a:lnTo>
                    <a:pt x="51439" y="158657"/>
                  </a:lnTo>
                  <a:lnTo>
                    <a:pt x="51719" y="161303"/>
                  </a:lnTo>
                  <a:lnTo>
                    <a:pt x="52333" y="162816"/>
                  </a:lnTo>
                  <a:lnTo>
                    <a:pt x="52382" y="164494"/>
                  </a:lnTo>
                  <a:lnTo>
                    <a:pt x="52602" y="166654"/>
                  </a:lnTo>
                  <a:lnTo>
                    <a:pt x="52919" y="168638"/>
                  </a:lnTo>
                  <a:lnTo>
                    <a:pt x="53069" y="170784"/>
                  </a:lnTo>
                  <a:lnTo>
                    <a:pt x="52868" y="170826"/>
                  </a:lnTo>
                  <a:lnTo>
                    <a:pt x="52132" y="168073"/>
                  </a:lnTo>
                  <a:lnTo>
                    <a:pt x="51471" y="165098"/>
                  </a:lnTo>
                  <a:lnTo>
                    <a:pt x="49761" y="159468"/>
                  </a:lnTo>
                  <a:lnTo>
                    <a:pt x="49205" y="149378"/>
                  </a:lnTo>
                  <a:lnTo>
                    <a:pt x="49168" y="144399"/>
                  </a:lnTo>
                  <a:lnTo>
                    <a:pt x="47998" y="138540"/>
                  </a:lnTo>
                  <a:lnTo>
                    <a:pt x="47219" y="130434"/>
                  </a:lnTo>
                  <a:lnTo>
                    <a:pt x="46908" y="128327"/>
                  </a:lnTo>
                  <a:lnTo>
                    <a:pt x="47315" y="125707"/>
                  </a:lnTo>
                  <a:lnTo>
                    <a:pt x="47384" y="124727"/>
                  </a:lnTo>
                  <a:lnTo>
                    <a:pt x="47162" y="124945"/>
                  </a:lnTo>
                  <a:lnTo>
                    <a:pt x="46565" y="126294"/>
                  </a:lnTo>
                  <a:lnTo>
                    <a:pt x="45788" y="123067"/>
                  </a:lnTo>
                  <a:lnTo>
                    <a:pt x="45281" y="120168"/>
                  </a:lnTo>
                  <a:lnTo>
                    <a:pt x="43266" y="114173"/>
                  </a:lnTo>
                  <a:lnTo>
                    <a:pt x="42679" y="111521"/>
                  </a:lnTo>
                  <a:lnTo>
                    <a:pt x="42654" y="108938"/>
                  </a:lnTo>
                  <a:lnTo>
                    <a:pt x="41784" y="111533"/>
                  </a:lnTo>
                  <a:lnTo>
                    <a:pt x="40602" y="113361"/>
                  </a:lnTo>
                  <a:lnTo>
                    <a:pt x="39398" y="116106"/>
                  </a:lnTo>
                  <a:lnTo>
                    <a:pt x="38598" y="116939"/>
                  </a:lnTo>
                  <a:lnTo>
                    <a:pt x="36059" y="117443"/>
                  </a:lnTo>
                  <a:lnTo>
                    <a:pt x="34592" y="113768"/>
                  </a:lnTo>
                  <a:lnTo>
                    <a:pt x="32488" y="104782"/>
                  </a:lnTo>
                  <a:lnTo>
                    <a:pt x="32208" y="102750"/>
                  </a:lnTo>
                  <a:lnTo>
                    <a:pt x="32486" y="97467"/>
                  </a:lnTo>
                  <a:lnTo>
                    <a:pt x="31987" y="92464"/>
                  </a:lnTo>
                  <a:lnTo>
                    <a:pt x="31993" y="89825"/>
                  </a:lnTo>
                  <a:lnTo>
                    <a:pt x="31843" y="88061"/>
                  </a:lnTo>
                  <a:lnTo>
                    <a:pt x="31466" y="88452"/>
                  </a:lnTo>
                  <a:lnTo>
                    <a:pt x="31320" y="89664"/>
                  </a:lnTo>
                  <a:lnTo>
                    <a:pt x="31400" y="91521"/>
                  </a:lnTo>
                  <a:lnTo>
                    <a:pt x="31247" y="93079"/>
                  </a:lnTo>
                  <a:lnTo>
                    <a:pt x="29425" y="92773"/>
                  </a:lnTo>
                  <a:lnTo>
                    <a:pt x="27711" y="92065"/>
                  </a:lnTo>
                  <a:lnTo>
                    <a:pt x="29221" y="94692"/>
                  </a:lnTo>
                  <a:lnTo>
                    <a:pt x="30841" y="95307"/>
                  </a:lnTo>
                  <a:lnTo>
                    <a:pt x="31682" y="97663"/>
                  </a:lnTo>
                  <a:lnTo>
                    <a:pt x="31784" y="99502"/>
                  </a:lnTo>
                  <a:lnTo>
                    <a:pt x="31734" y="101577"/>
                  </a:lnTo>
                  <a:lnTo>
                    <a:pt x="30902" y="103024"/>
                  </a:lnTo>
                  <a:lnTo>
                    <a:pt x="30140" y="103942"/>
                  </a:lnTo>
                  <a:lnTo>
                    <a:pt x="30283" y="105926"/>
                  </a:lnTo>
                  <a:lnTo>
                    <a:pt x="31205" y="108346"/>
                  </a:lnTo>
                  <a:lnTo>
                    <a:pt x="30086" y="109028"/>
                  </a:lnTo>
                  <a:lnTo>
                    <a:pt x="29781" y="110612"/>
                  </a:lnTo>
                  <a:lnTo>
                    <a:pt x="29758" y="112866"/>
                  </a:lnTo>
                  <a:lnTo>
                    <a:pt x="30321" y="114853"/>
                  </a:lnTo>
                  <a:lnTo>
                    <a:pt x="30541" y="116326"/>
                  </a:lnTo>
                  <a:lnTo>
                    <a:pt x="30404" y="117688"/>
                  </a:lnTo>
                  <a:lnTo>
                    <a:pt x="30951" y="119148"/>
                  </a:lnTo>
                  <a:lnTo>
                    <a:pt x="31738" y="122205"/>
                  </a:lnTo>
                  <a:lnTo>
                    <a:pt x="31993" y="124382"/>
                  </a:lnTo>
                  <a:lnTo>
                    <a:pt x="31664" y="127447"/>
                  </a:lnTo>
                  <a:lnTo>
                    <a:pt x="31212" y="128637"/>
                  </a:lnTo>
                  <a:lnTo>
                    <a:pt x="30488" y="129797"/>
                  </a:lnTo>
                  <a:lnTo>
                    <a:pt x="28780" y="133658"/>
                  </a:lnTo>
                  <a:lnTo>
                    <a:pt x="27946" y="138056"/>
                  </a:lnTo>
                  <a:lnTo>
                    <a:pt x="27235" y="140114"/>
                  </a:lnTo>
                  <a:lnTo>
                    <a:pt x="26349" y="140496"/>
                  </a:lnTo>
                  <a:lnTo>
                    <a:pt x="26003" y="139593"/>
                  </a:lnTo>
                  <a:lnTo>
                    <a:pt x="25268" y="138415"/>
                  </a:lnTo>
                  <a:lnTo>
                    <a:pt x="25254" y="136269"/>
                  </a:lnTo>
                  <a:lnTo>
                    <a:pt x="25474" y="134567"/>
                  </a:lnTo>
                  <a:lnTo>
                    <a:pt x="26976" y="130457"/>
                  </a:lnTo>
                  <a:lnTo>
                    <a:pt x="26160" y="131009"/>
                  </a:lnTo>
                  <a:lnTo>
                    <a:pt x="25236" y="132182"/>
                  </a:lnTo>
                  <a:lnTo>
                    <a:pt x="23825" y="134409"/>
                  </a:lnTo>
                  <a:lnTo>
                    <a:pt x="23379" y="131651"/>
                  </a:lnTo>
                  <a:lnTo>
                    <a:pt x="23082" y="129098"/>
                  </a:lnTo>
                  <a:lnTo>
                    <a:pt x="23080" y="125971"/>
                  </a:lnTo>
                  <a:lnTo>
                    <a:pt x="24207" y="121302"/>
                  </a:lnTo>
                  <a:lnTo>
                    <a:pt x="22932" y="123631"/>
                  </a:lnTo>
                  <a:lnTo>
                    <a:pt x="22579" y="126545"/>
                  </a:lnTo>
                  <a:lnTo>
                    <a:pt x="22734" y="129971"/>
                  </a:lnTo>
                  <a:lnTo>
                    <a:pt x="22570" y="132397"/>
                  </a:lnTo>
                  <a:lnTo>
                    <a:pt x="22069" y="135572"/>
                  </a:lnTo>
                  <a:lnTo>
                    <a:pt x="21389" y="137476"/>
                  </a:lnTo>
                  <a:lnTo>
                    <a:pt x="20290" y="138698"/>
                  </a:lnTo>
                  <a:lnTo>
                    <a:pt x="19801" y="140575"/>
                  </a:lnTo>
                  <a:lnTo>
                    <a:pt x="19066" y="141956"/>
                  </a:lnTo>
                  <a:lnTo>
                    <a:pt x="19042" y="139203"/>
                  </a:lnTo>
                  <a:lnTo>
                    <a:pt x="18806" y="135566"/>
                  </a:lnTo>
                  <a:lnTo>
                    <a:pt x="18013" y="126942"/>
                  </a:lnTo>
                  <a:lnTo>
                    <a:pt x="17842" y="128792"/>
                  </a:lnTo>
                  <a:lnTo>
                    <a:pt x="18251" y="134142"/>
                  </a:lnTo>
                  <a:lnTo>
                    <a:pt x="18227" y="137615"/>
                  </a:lnTo>
                  <a:lnTo>
                    <a:pt x="17627" y="140370"/>
                  </a:lnTo>
                  <a:lnTo>
                    <a:pt x="16415" y="143325"/>
                  </a:lnTo>
                  <a:lnTo>
                    <a:pt x="15488" y="143742"/>
                  </a:lnTo>
                  <a:lnTo>
                    <a:pt x="14941" y="143288"/>
                  </a:lnTo>
                  <a:lnTo>
                    <a:pt x="14112" y="141458"/>
                  </a:lnTo>
                  <a:lnTo>
                    <a:pt x="13209" y="138844"/>
                  </a:lnTo>
                  <a:lnTo>
                    <a:pt x="13058" y="134642"/>
                  </a:lnTo>
                  <a:lnTo>
                    <a:pt x="12685" y="132331"/>
                  </a:lnTo>
                  <a:lnTo>
                    <a:pt x="12739" y="129581"/>
                  </a:lnTo>
                  <a:lnTo>
                    <a:pt x="12667" y="126970"/>
                  </a:lnTo>
                  <a:lnTo>
                    <a:pt x="11698" y="119986"/>
                  </a:lnTo>
                  <a:lnTo>
                    <a:pt x="11072" y="116408"/>
                  </a:lnTo>
                  <a:lnTo>
                    <a:pt x="11149" y="115252"/>
                  </a:lnTo>
                  <a:lnTo>
                    <a:pt x="11105" y="114768"/>
                  </a:lnTo>
                  <a:lnTo>
                    <a:pt x="10812" y="110159"/>
                  </a:lnTo>
                  <a:lnTo>
                    <a:pt x="10409" y="107341"/>
                  </a:lnTo>
                  <a:lnTo>
                    <a:pt x="10206" y="104337"/>
                  </a:lnTo>
                  <a:lnTo>
                    <a:pt x="11163" y="100020"/>
                  </a:lnTo>
                  <a:lnTo>
                    <a:pt x="10780" y="99318"/>
                  </a:lnTo>
                  <a:lnTo>
                    <a:pt x="9676" y="98748"/>
                  </a:lnTo>
                  <a:lnTo>
                    <a:pt x="8649" y="98000"/>
                  </a:lnTo>
                  <a:lnTo>
                    <a:pt x="8398" y="96882"/>
                  </a:lnTo>
                  <a:lnTo>
                    <a:pt x="8852" y="92633"/>
                  </a:lnTo>
                  <a:lnTo>
                    <a:pt x="8319" y="90967"/>
                  </a:lnTo>
                  <a:lnTo>
                    <a:pt x="7555" y="89283"/>
                  </a:lnTo>
                  <a:lnTo>
                    <a:pt x="7317" y="88611"/>
                  </a:lnTo>
                  <a:lnTo>
                    <a:pt x="7065" y="87741"/>
                  </a:lnTo>
                  <a:lnTo>
                    <a:pt x="6712" y="85607"/>
                  </a:lnTo>
                  <a:lnTo>
                    <a:pt x="7393" y="81117"/>
                  </a:lnTo>
                  <a:lnTo>
                    <a:pt x="8346" y="75911"/>
                  </a:lnTo>
                  <a:lnTo>
                    <a:pt x="8518" y="73928"/>
                  </a:lnTo>
                  <a:lnTo>
                    <a:pt x="8676" y="70483"/>
                  </a:lnTo>
                  <a:lnTo>
                    <a:pt x="8763" y="69163"/>
                  </a:lnTo>
                  <a:lnTo>
                    <a:pt x="8639" y="67863"/>
                  </a:lnTo>
                  <a:lnTo>
                    <a:pt x="7636" y="66354"/>
                  </a:lnTo>
                  <a:lnTo>
                    <a:pt x="5862" y="65743"/>
                  </a:lnTo>
                  <a:lnTo>
                    <a:pt x="4609" y="64484"/>
                  </a:lnTo>
                  <a:lnTo>
                    <a:pt x="3875" y="62575"/>
                  </a:lnTo>
                  <a:lnTo>
                    <a:pt x="3253" y="61810"/>
                  </a:lnTo>
                  <a:lnTo>
                    <a:pt x="2487" y="62374"/>
                  </a:lnTo>
                  <a:lnTo>
                    <a:pt x="1506" y="61631"/>
                  </a:lnTo>
                  <a:lnTo>
                    <a:pt x="686" y="59737"/>
                  </a:lnTo>
                  <a:lnTo>
                    <a:pt x="0" y="57434"/>
                  </a:lnTo>
                  <a:lnTo>
                    <a:pt x="84" y="56352"/>
                  </a:lnTo>
                  <a:lnTo>
                    <a:pt x="267" y="54916"/>
                  </a:lnTo>
                  <a:lnTo>
                    <a:pt x="1559" y="48959"/>
                  </a:lnTo>
                  <a:lnTo>
                    <a:pt x="2041" y="48783"/>
                  </a:lnTo>
                  <a:lnTo>
                    <a:pt x="3159" y="49926"/>
                  </a:lnTo>
                  <a:lnTo>
                    <a:pt x="3577" y="49928"/>
                  </a:lnTo>
                  <a:lnTo>
                    <a:pt x="4312" y="47574"/>
                  </a:lnTo>
                  <a:lnTo>
                    <a:pt x="5340" y="40869"/>
                  </a:lnTo>
                  <a:lnTo>
                    <a:pt x="6791" y="40885"/>
                  </a:lnTo>
                  <a:lnTo>
                    <a:pt x="8071" y="41104"/>
                  </a:lnTo>
                  <a:lnTo>
                    <a:pt x="8935" y="41445"/>
                  </a:lnTo>
                  <a:lnTo>
                    <a:pt x="9795" y="41230"/>
                  </a:lnTo>
                  <a:lnTo>
                    <a:pt x="10694" y="40693"/>
                  </a:lnTo>
                  <a:lnTo>
                    <a:pt x="11184" y="39847"/>
                  </a:lnTo>
                  <a:lnTo>
                    <a:pt x="11454" y="38775"/>
                  </a:lnTo>
                  <a:lnTo>
                    <a:pt x="11361" y="37845"/>
                  </a:lnTo>
                  <a:lnTo>
                    <a:pt x="10258" y="36581"/>
                  </a:lnTo>
                  <a:lnTo>
                    <a:pt x="9833" y="35636"/>
                  </a:lnTo>
                  <a:lnTo>
                    <a:pt x="9526" y="32955"/>
                  </a:lnTo>
                  <a:lnTo>
                    <a:pt x="9201" y="31944"/>
                  </a:lnTo>
                  <a:lnTo>
                    <a:pt x="7033" y="31801"/>
                  </a:lnTo>
                  <a:lnTo>
                    <a:pt x="5910" y="30569"/>
                  </a:lnTo>
                  <a:lnTo>
                    <a:pt x="5292" y="29463"/>
                  </a:lnTo>
                  <a:lnTo>
                    <a:pt x="4191" y="25806"/>
                  </a:lnTo>
                  <a:lnTo>
                    <a:pt x="2831" y="23099"/>
                  </a:lnTo>
                  <a:lnTo>
                    <a:pt x="1530" y="22460"/>
                  </a:lnTo>
                  <a:lnTo>
                    <a:pt x="1026" y="21583"/>
                  </a:lnTo>
                  <a:lnTo>
                    <a:pt x="754" y="20190"/>
                  </a:lnTo>
                  <a:lnTo>
                    <a:pt x="912" y="18178"/>
                  </a:lnTo>
                  <a:lnTo>
                    <a:pt x="1302" y="16350"/>
                  </a:lnTo>
                  <a:lnTo>
                    <a:pt x="1571" y="14312"/>
                  </a:lnTo>
                  <a:lnTo>
                    <a:pt x="2612" y="11626"/>
                  </a:lnTo>
                  <a:lnTo>
                    <a:pt x="3832" y="9278"/>
                  </a:lnTo>
                  <a:lnTo>
                    <a:pt x="4375" y="7668"/>
                  </a:lnTo>
                  <a:lnTo>
                    <a:pt x="5145" y="5970"/>
                  </a:lnTo>
                  <a:lnTo>
                    <a:pt x="5237" y="5038"/>
                  </a:lnTo>
                  <a:lnTo>
                    <a:pt x="5099" y="3972"/>
                  </a:lnTo>
                  <a:lnTo>
                    <a:pt x="4476" y="2954"/>
                  </a:lnTo>
                  <a:lnTo>
                    <a:pt x="4047" y="2628"/>
                  </a:lnTo>
                  <a:lnTo>
                    <a:pt x="3979" y="1972"/>
                  </a:lnTo>
                  <a:lnTo>
                    <a:pt x="4275" y="219"/>
                  </a:lnTo>
                  <a:lnTo>
                    <a:pt x="4870" y="0"/>
                  </a:lnTo>
                  <a:lnTo>
                    <a:pt x="6106" y="1588"/>
                  </a:lnTo>
                  <a:lnTo>
                    <a:pt x="7362" y="4162"/>
                  </a:lnTo>
                  <a:lnTo>
                    <a:pt x="8110" y="6458"/>
                  </a:lnTo>
                  <a:lnTo>
                    <a:pt x="8136" y="8268"/>
                  </a:lnTo>
                  <a:lnTo>
                    <a:pt x="8622" y="8560"/>
                  </a:lnTo>
                  <a:lnTo>
                    <a:pt x="9112" y="8632"/>
                  </a:lnTo>
                  <a:lnTo>
                    <a:pt x="9928" y="9436"/>
                  </a:lnTo>
                  <a:lnTo>
                    <a:pt x="10773" y="9190"/>
                  </a:lnTo>
                  <a:lnTo>
                    <a:pt x="11319" y="9638"/>
                  </a:lnTo>
                  <a:lnTo>
                    <a:pt x="11685" y="9475"/>
                  </a:lnTo>
                  <a:lnTo>
                    <a:pt x="11822" y="8433"/>
                  </a:lnTo>
                  <a:lnTo>
                    <a:pt x="11411" y="6901"/>
                  </a:lnTo>
                  <a:lnTo>
                    <a:pt x="11114" y="5804"/>
                  </a:lnTo>
                  <a:lnTo>
                    <a:pt x="11457" y="4710"/>
                  </a:lnTo>
                  <a:lnTo>
                    <a:pt x="11845" y="4491"/>
                  </a:lnTo>
                  <a:lnTo>
                    <a:pt x="12280" y="4765"/>
                  </a:lnTo>
                  <a:lnTo>
                    <a:pt x="12874" y="5751"/>
                  </a:lnTo>
                  <a:lnTo>
                    <a:pt x="13308" y="7776"/>
                  </a:lnTo>
                  <a:lnTo>
                    <a:pt x="13386" y="10912"/>
                  </a:lnTo>
                  <a:lnTo>
                    <a:pt x="14351" y="13757"/>
                  </a:lnTo>
                  <a:lnTo>
                    <a:pt x="15620" y="15777"/>
                  </a:lnTo>
                  <a:lnTo>
                    <a:pt x="16612" y="16707"/>
                  </a:lnTo>
                  <a:lnTo>
                    <a:pt x="17812" y="17374"/>
                  </a:lnTo>
                  <a:lnTo>
                    <a:pt x="18836" y="16732"/>
                  </a:lnTo>
                  <a:lnTo>
                    <a:pt x="19348" y="14748"/>
                  </a:lnTo>
                  <a:lnTo>
                    <a:pt x="19118" y="12978"/>
                  </a:lnTo>
                  <a:lnTo>
                    <a:pt x="19278" y="11391"/>
                  </a:lnTo>
                  <a:lnTo>
                    <a:pt x="19689" y="10515"/>
                  </a:lnTo>
                  <a:lnTo>
                    <a:pt x="20329" y="10570"/>
                  </a:lnTo>
                  <a:lnTo>
                    <a:pt x="20810" y="11828"/>
                  </a:lnTo>
                  <a:lnTo>
                    <a:pt x="22205" y="18619"/>
                  </a:lnTo>
                  <a:lnTo>
                    <a:pt x="21917" y="21627"/>
                  </a:lnTo>
                  <a:lnTo>
                    <a:pt x="22229" y="29885"/>
                  </a:lnTo>
                  <a:lnTo>
                    <a:pt x="21876" y="35331"/>
                  </a:lnTo>
                  <a:lnTo>
                    <a:pt x="21933" y="36504"/>
                  </a:lnTo>
                  <a:lnTo>
                    <a:pt x="22096" y="37413"/>
                  </a:lnTo>
                  <a:lnTo>
                    <a:pt x="22333" y="37786"/>
                  </a:lnTo>
                  <a:lnTo>
                    <a:pt x="22740" y="37774"/>
                  </a:lnTo>
                  <a:lnTo>
                    <a:pt x="24437" y="38803"/>
                  </a:lnTo>
                  <a:lnTo>
                    <a:pt x="25866" y="39937"/>
                  </a:lnTo>
                  <a:lnTo>
                    <a:pt x="27480" y="40971"/>
                  </a:lnTo>
                  <a:lnTo>
                    <a:pt x="29811" y="41776"/>
                  </a:lnTo>
                  <a:lnTo>
                    <a:pt x="31242" y="41514"/>
                  </a:lnTo>
                  <a:lnTo>
                    <a:pt x="31955" y="41481"/>
                  </a:lnTo>
                  <a:lnTo>
                    <a:pt x="33400" y="41725"/>
                  </a:lnTo>
                  <a:lnTo>
                    <a:pt x="37202" y="41293"/>
                  </a:lnTo>
                  <a:lnTo>
                    <a:pt x="40347" y="41178"/>
                  </a:lnTo>
                  <a:lnTo>
                    <a:pt x="41625" y="41957"/>
                  </a:lnTo>
                  <a:lnTo>
                    <a:pt x="42649" y="42237"/>
                  </a:lnTo>
                  <a:lnTo>
                    <a:pt x="46151" y="41690"/>
                  </a:lnTo>
                  <a:lnTo>
                    <a:pt x="49683" y="41429"/>
                  </a:lnTo>
                  <a:lnTo>
                    <a:pt x="51595" y="43159"/>
                  </a:lnTo>
                  <a:lnTo>
                    <a:pt x="53678" y="45990"/>
                  </a:lnTo>
                  <a:lnTo>
                    <a:pt x="54849" y="48087"/>
                  </a:lnTo>
                  <a:lnTo>
                    <a:pt x="55060" y="49294"/>
                  </a:lnTo>
                  <a:lnTo>
                    <a:pt x="54931" y="50322"/>
                  </a:lnTo>
                  <a:lnTo>
                    <a:pt x="54538" y="50887"/>
                  </a:lnTo>
                  <a:lnTo>
                    <a:pt x="53820" y="50905"/>
                  </a:lnTo>
                  <a:lnTo>
                    <a:pt x="52170" y="49537"/>
                  </a:lnTo>
                  <a:lnTo>
                    <a:pt x="51887" y="49943"/>
                  </a:lnTo>
                  <a:lnTo>
                    <a:pt x="51915" y="52754"/>
                  </a:lnTo>
                  <a:lnTo>
                    <a:pt x="51866" y="53204"/>
                  </a:lnTo>
                  <a:lnTo>
                    <a:pt x="51513" y="55723"/>
                  </a:lnTo>
                  <a:lnTo>
                    <a:pt x="50519" y="61390"/>
                  </a:lnTo>
                  <a:lnTo>
                    <a:pt x="50328" y="63928"/>
                  </a:lnTo>
                  <a:lnTo>
                    <a:pt x="50119" y="64575"/>
                  </a:lnTo>
                  <a:lnTo>
                    <a:pt x="49861" y="64924"/>
                  </a:lnTo>
                  <a:lnTo>
                    <a:pt x="49083" y="65026"/>
                  </a:lnTo>
                  <a:lnTo>
                    <a:pt x="48473" y="65445"/>
                  </a:lnTo>
                  <a:lnTo>
                    <a:pt x="48219" y="66367"/>
                  </a:lnTo>
                  <a:lnTo>
                    <a:pt x="47823" y="68283"/>
                  </a:lnTo>
                  <a:lnTo>
                    <a:pt x="47551" y="70215"/>
                  </a:lnTo>
                  <a:lnTo>
                    <a:pt x="47172" y="70806"/>
                  </a:lnTo>
                  <a:lnTo>
                    <a:pt x="46262" y="69762"/>
                  </a:lnTo>
                  <a:lnTo>
                    <a:pt x="45695" y="69926"/>
                  </a:lnTo>
                  <a:lnTo>
                    <a:pt x="44982" y="70369"/>
                  </a:lnTo>
                  <a:lnTo>
                    <a:pt x="44271" y="71470"/>
                  </a:lnTo>
                  <a:lnTo>
                    <a:pt x="43781" y="72836"/>
                  </a:lnTo>
                  <a:lnTo>
                    <a:pt x="43225" y="73304"/>
                  </a:lnTo>
                  <a:lnTo>
                    <a:pt x="41575" y="73028"/>
                  </a:lnTo>
                  <a:lnTo>
                    <a:pt x="41260" y="73223"/>
                  </a:lnTo>
                  <a:lnTo>
                    <a:pt x="41051" y="74198"/>
                  </a:lnTo>
                  <a:lnTo>
                    <a:pt x="40881" y="75430"/>
                  </a:lnTo>
                  <a:lnTo>
                    <a:pt x="39593" y="78336"/>
                  </a:lnTo>
                  <a:lnTo>
                    <a:pt x="39105" y="82992"/>
                  </a:lnTo>
                  <a:lnTo>
                    <a:pt x="38710" y="86013"/>
                  </a:lnTo>
                  <a:lnTo>
                    <a:pt x="38772" y="88365"/>
                  </a:lnTo>
                  <a:lnTo>
                    <a:pt x="39862" y="94494"/>
                  </a:lnTo>
                  <a:lnTo>
                    <a:pt x="40620" y="102450"/>
                  </a:lnTo>
                  <a:lnTo>
                    <a:pt x="40911" y="103260"/>
                  </a:lnTo>
                  <a:lnTo>
                    <a:pt x="41164" y="103515"/>
                  </a:lnTo>
                  <a:lnTo>
                    <a:pt x="41279" y="103332"/>
                  </a:lnTo>
                  <a:lnTo>
                    <a:pt x="41256" y="101680"/>
                  </a:lnTo>
                  <a:lnTo>
                    <a:pt x="41303" y="99684"/>
                  </a:lnTo>
                  <a:lnTo>
                    <a:pt x="41658" y="99215"/>
                  </a:lnTo>
                  <a:lnTo>
                    <a:pt x="42113" y="99628"/>
                  </a:lnTo>
                  <a:lnTo>
                    <a:pt x="42547" y="101361"/>
                  </a:lnTo>
                  <a:lnTo>
                    <a:pt x="43038" y="104539"/>
                  </a:lnTo>
                  <a:lnTo>
                    <a:pt x="43560" y="105785"/>
                  </a:lnTo>
                  <a:lnTo>
                    <a:pt x="44375" y="106135"/>
                  </a:lnTo>
                  <a:lnTo>
                    <a:pt x="45305" y="105392"/>
                  </a:lnTo>
                  <a:lnTo>
                    <a:pt x="45997" y="103954"/>
                  </a:lnTo>
                  <a:lnTo>
                    <a:pt x="46279" y="102400"/>
                  </a:lnTo>
                  <a:lnTo>
                    <a:pt x="46082" y="99335"/>
                  </a:lnTo>
                  <a:lnTo>
                    <a:pt x="46036" y="97045"/>
                  </a:lnTo>
                  <a:lnTo>
                    <a:pt x="46479" y="94867"/>
                  </a:lnTo>
                  <a:lnTo>
                    <a:pt x="48072" y="91616"/>
                  </a:lnTo>
                  <a:lnTo>
                    <a:pt x="48303" y="90622"/>
                  </a:lnTo>
                  <a:lnTo>
                    <a:pt x="48199" y="87857"/>
                  </a:lnTo>
                  <a:lnTo>
                    <a:pt x="48201" y="85265"/>
                  </a:lnTo>
                  <a:lnTo>
                    <a:pt x="48804" y="85087"/>
                  </a:lnTo>
                  <a:lnTo>
                    <a:pt x="49613" y="85507"/>
                  </a:lnTo>
                  <a:lnTo>
                    <a:pt x="50637" y="84230"/>
                  </a:lnTo>
                  <a:lnTo>
                    <a:pt x="50949" y="84204"/>
                  </a:lnTo>
                  <a:lnTo>
                    <a:pt x="51378" y="85573"/>
                  </a:lnTo>
                  <a:lnTo>
                    <a:pt x="52106" y="85335"/>
                  </a:lnTo>
                  <a:lnTo>
                    <a:pt x="52640" y="90983"/>
                  </a:lnTo>
                  <a:lnTo>
                    <a:pt x="53193" y="95966"/>
                  </a:lnTo>
                  <a:lnTo>
                    <a:pt x="53188" y="98373"/>
                  </a:lnTo>
                  <a:lnTo>
                    <a:pt x="53280" y="103472"/>
                  </a:lnTo>
                  <a:lnTo>
                    <a:pt x="53532" y="107633"/>
                  </a:lnTo>
                  <a:lnTo>
                    <a:pt x="53921" y="108578"/>
                  </a:lnTo>
                  <a:lnTo>
                    <a:pt x="54382" y="110800"/>
                  </a:lnTo>
                  <a:lnTo>
                    <a:pt x="54801" y="113382"/>
                  </a:lnTo>
                  <a:lnTo>
                    <a:pt x="55133" y="114831"/>
                  </a:lnTo>
                  <a:lnTo>
                    <a:pt x="55358" y="119550"/>
                  </a:lnTo>
                  <a:lnTo>
                    <a:pt x="55632" y="122960"/>
                  </a:lnTo>
                  <a:lnTo>
                    <a:pt x="55995" y="133664"/>
                  </a:lnTo>
                  <a:close/>
                </a:path>
              </a:pathLst>
            </a:custGeom>
            <a:solidFill>
              <a:srgbClr val="FFF7F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0"/>
            <p:cNvSpPr/>
            <p:nvPr/>
          </p:nvSpPr>
          <p:spPr>
            <a:xfrm>
              <a:off x="3639742" y="2326885"/>
              <a:ext cx="77016" cy="88476"/>
            </a:xfrm>
            <a:custGeom>
              <a:avLst/>
              <a:pathLst>
                <a:path w="77016" h="88476">
                  <a:moveTo>
                    <a:pt x="77016" y="14643"/>
                  </a:moveTo>
                  <a:lnTo>
                    <a:pt x="76726" y="21762"/>
                  </a:lnTo>
                  <a:lnTo>
                    <a:pt x="75536" y="25072"/>
                  </a:lnTo>
                  <a:lnTo>
                    <a:pt x="73737" y="23962"/>
                  </a:lnTo>
                  <a:lnTo>
                    <a:pt x="71443" y="24885"/>
                  </a:lnTo>
                  <a:lnTo>
                    <a:pt x="70227" y="28648"/>
                  </a:lnTo>
                  <a:lnTo>
                    <a:pt x="69537" y="29764"/>
                  </a:lnTo>
                  <a:lnTo>
                    <a:pt x="68916" y="31075"/>
                  </a:lnTo>
                  <a:lnTo>
                    <a:pt x="68516" y="35963"/>
                  </a:lnTo>
                  <a:lnTo>
                    <a:pt x="68422" y="43971"/>
                  </a:lnTo>
                  <a:lnTo>
                    <a:pt x="67552" y="44948"/>
                  </a:lnTo>
                  <a:lnTo>
                    <a:pt x="66754" y="45246"/>
                  </a:lnTo>
                  <a:lnTo>
                    <a:pt x="63435" y="52293"/>
                  </a:lnTo>
                  <a:lnTo>
                    <a:pt x="65345" y="54276"/>
                  </a:lnTo>
                  <a:lnTo>
                    <a:pt x="66192" y="55783"/>
                  </a:lnTo>
                  <a:lnTo>
                    <a:pt x="67589" y="59978"/>
                  </a:lnTo>
                  <a:lnTo>
                    <a:pt x="69580" y="64723"/>
                  </a:lnTo>
                  <a:lnTo>
                    <a:pt x="69971" y="67039"/>
                  </a:lnTo>
                  <a:lnTo>
                    <a:pt x="68302" y="66519"/>
                  </a:lnTo>
                  <a:lnTo>
                    <a:pt x="67719" y="66677"/>
                  </a:lnTo>
                  <a:lnTo>
                    <a:pt x="67345" y="67408"/>
                  </a:lnTo>
                  <a:lnTo>
                    <a:pt x="66571" y="67261"/>
                  </a:lnTo>
                  <a:lnTo>
                    <a:pt x="65611" y="67267"/>
                  </a:lnTo>
                  <a:lnTo>
                    <a:pt x="64609" y="68107"/>
                  </a:lnTo>
                  <a:lnTo>
                    <a:pt x="64053" y="68464"/>
                  </a:lnTo>
                  <a:lnTo>
                    <a:pt x="63312" y="67694"/>
                  </a:lnTo>
                  <a:lnTo>
                    <a:pt x="61931" y="65384"/>
                  </a:lnTo>
                  <a:lnTo>
                    <a:pt x="61092" y="63774"/>
                  </a:lnTo>
                  <a:lnTo>
                    <a:pt x="60468" y="63368"/>
                  </a:lnTo>
                  <a:lnTo>
                    <a:pt x="59839" y="63846"/>
                  </a:lnTo>
                  <a:lnTo>
                    <a:pt x="57598" y="64391"/>
                  </a:lnTo>
                  <a:lnTo>
                    <a:pt x="57068" y="65331"/>
                  </a:lnTo>
                  <a:lnTo>
                    <a:pt x="56032" y="66365"/>
                  </a:lnTo>
                  <a:lnTo>
                    <a:pt x="54990" y="66859"/>
                  </a:lnTo>
                  <a:lnTo>
                    <a:pt x="53495" y="67208"/>
                  </a:lnTo>
                  <a:lnTo>
                    <a:pt x="52706" y="67162"/>
                  </a:lnTo>
                  <a:lnTo>
                    <a:pt x="52267" y="67662"/>
                  </a:lnTo>
                  <a:lnTo>
                    <a:pt x="51897" y="69176"/>
                  </a:lnTo>
                  <a:lnTo>
                    <a:pt x="51645" y="70655"/>
                  </a:lnTo>
                  <a:lnTo>
                    <a:pt x="51424" y="71255"/>
                  </a:lnTo>
                  <a:lnTo>
                    <a:pt x="49560" y="71988"/>
                  </a:lnTo>
                  <a:lnTo>
                    <a:pt x="49151" y="72838"/>
                  </a:lnTo>
                  <a:lnTo>
                    <a:pt x="49037" y="73669"/>
                  </a:lnTo>
                  <a:lnTo>
                    <a:pt x="49073" y="74500"/>
                  </a:lnTo>
                  <a:lnTo>
                    <a:pt x="47589" y="73695"/>
                  </a:lnTo>
                  <a:lnTo>
                    <a:pt x="46439" y="74230"/>
                  </a:lnTo>
                  <a:lnTo>
                    <a:pt x="46169" y="74866"/>
                  </a:lnTo>
                  <a:lnTo>
                    <a:pt x="45928" y="75780"/>
                  </a:lnTo>
                  <a:lnTo>
                    <a:pt x="46063" y="76756"/>
                  </a:lnTo>
                  <a:lnTo>
                    <a:pt x="46486" y="77701"/>
                  </a:lnTo>
                  <a:lnTo>
                    <a:pt x="46885" y="80262"/>
                  </a:lnTo>
                  <a:lnTo>
                    <a:pt x="47028" y="82823"/>
                  </a:lnTo>
                  <a:lnTo>
                    <a:pt x="46784" y="84275"/>
                  </a:lnTo>
                  <a:lnTo>
                    <a:pt x="45933" y="85311"/>
                  </a:lnTo>
                  <a:lnTo>
                    <a:pt x="44167" y="86456"/>
                  </a:lnTo>
                  <a:lnTo>
                    <a:pt x="42460" y="85910"/>
                  </a:lnTo>
                  <a:lnTo>
                    <a:pt x="41707" y="86364"/>
                  </a:lnTo>
                  <a:lnTo>
                    <a:pt x="40443" y="86510"/>
                  </a:lnTo>
                  <a:lnTo>
                    <a:pt x="39277" y="86814"/>
                  </a:lnTo>
                  <a:lnTo>
                    <a:pt x="37487" y="87862"/>
                  </a:lnTo>
                  <a:lnTo>
                    <a:pt x="35873" y="88476"/>
                  </a:lnTo>
                  <a:lnTo>
                    <a:pt x="34420" y="86342"/>
                  </a:lnTo>
                  <a:lnTo>
                    <a:pt x="32694" y="84888"/>
                  </a:lnTo>
                  <a:lnTo>
                    <a:pt x="30884" y="84024"/>
                  </a:lnTo>
                  <a:lnTo>
                    <a:pt x="30254" y="84654"/>
                  </a:lnTo>
                  <a:lnTo>
                    <a:pt x="29981" y="85151"/>
                  </a:lnTo>
                  <a:lnTo>
                    <a:pt x="28468" y="83263"/>
                  </a:lnTo>
                  <a:lnTo>
                    <a:pt x="27788" y="82591"/>
                  </a:lnTo>
                  <a:lnTo>
                    <a:pt x="27459" y="81862"/>
                  </a:lnTo>
                  <a:lnTo>
                    <a:pt x="26829" y="79346"/>
                  </a:lnTo>
                  <a:lnTo>
                    <a:pt x="26454" y="79267"/>
                  </a:lnTo>
                  <a:lnTo>
                    <a:pt x="25206" y="80203"/>
                  </a:lnTo>
                  <a:lnTo>
                    <a:pt x="24006" y="80159"/>
                  </a:lnTo>
                  <a:lnTo>
                    <a:pt x="23276" y="79988"/>
                  </a:lnTo>
                  <a:lnTo>
                    <a:pt x="21125" y="80094"/>
                  </a:lnTo>
                  <a:lnTo>
                    <a:pt x="20840" y="81812"/>
                  </a:lnTo>
                  <a:lnTo>
                    <a:pt x="20573" y="82079"/>
                  </a:lnTo>
                  <a:lnTo>
                    <a:pt x="20107" y="82308"/>
                  </a:lnTo>
                  <a:lnTo>
                    <a:pt x="18964" y="82200"/>
                  </a:lnTo>
                  <a:lnTo>
                    <a:pt x="17501" y="83470"/>
                  </a:lnTo>
                  <a:lnTo>
                    <a:pt x="15932" y="84245"/>
                  </a:lnTo>
                  <a:lnTo>
                    <a:pt x="14706" y="84266"/>
                  </a:lnTo>
                  <a:lnTo>
                    <a:pt x="13442" y="83891"/>
                  </a:lnTo>
                  <a:lnTo>
                    <a:pt x="12685" y="84159"/>
                  </a:lnTo>
                  <a:lnTo>
                    <a:pt x="11054" y="84298"/>
                  </a:lnTo>
                  <a:lnTo>
                    <a:pt x="10018" y="86156"/>
                  </a:lnTo>
                  <a:lnTo>
                    <a:pt x="8410" y="86051"/>
                  </a:lnTo>
                  <a:lnTo>
                    <a:pt x="7058" y="85737"/>
                  </a:lnTo>
                  <a:lnTo>
                    <a:pt x="7226" y="85151"/>
                  </a:lnTo>
                  <a:lnTo>
                    <a:pt x="7495" y="77778"/>
                  </a:lnTo>
                  <a:lnTo>
                    <a:pt x="8164" y="74488"/>
                  </a:lnTo>
                  <a:lnTo>
                    <a:pt x="8138" y="73812"/>
                  </a:lnTo>
                  <a:lnTo>
                    <a:pt x="7995" y="73299"/>
                  </a:lnTo>
                  <a:lnTo>
                    <a:pt x="7402" y="72770"/>
                  </a:lnTo>
                  <a:lnTo>
                    <a:pt x="6973" y="70994"/>
                  </a:lnTo>
                  <a:lnTo>
                    <a:pt x="6080" y="66313"/>
                  </a:lnTo>
                  <a:lnTo>
                    <a:pt x="5578" y="65365"/>
                  </a:lnTo>
                  <a:lnTo>
                    <a:pt x="4174" y="64377"/>
                  </a:lnTo>
                  <a:lnTo>
                    <a:pt x="2945" y="63026"/>
                  </a:lnTo>
                  <a:lnTo>
                    <a:pt x="1902" y="61246"/>
                  </a:lnTo>
                  <a:lnTo>
                    <a:pt x="0" y="56847"/>
                  </a:lnTo>
                  <a:lnTo>
                    <a:pt x="962" y="56407"/>
                  </a:lnTo>
                  <a:lnTo>
                    <a:pt x="1254" y="55512"/>
                  </a:lnTo>
                  <a:lnTo>
                    <a:pt x="2214" y="53094"/>
                  </a:lnTo>
                  <a:lnTo>
                    <a:pt x="2324" y="51905"/>
                  </a:lnTo>
                  <a:lnTo>
                    <a:pt x="2223" y="51234"/>
                  </a:lnTo>
                  <a:lnTo>
                    <a:pt x="1579" y="50070"/>
                  </a:lnTo>
                  <a:lnTo>
                    <a:pt x="1137" y="47535"/>
                  </a:lnTo>
                  <a:lnTo>
                    <a:pt x="1471" y="45160"/>
                  </a:lnTo>
                  <a:lnTo>
                    <a:pt x="1500" y="43939"/>
                  </a:lnTo>
                  <a:lnTo>
                    <a:pt x="1174" y="42732"/>
                  </a:lnTo>
                  <a:lnTo>
                    <a:pt x="1514" y="41230"/>
                  </a:lnTo>
                  <a:lnTo>
                    <a:pt x="2205" y="40407"/>
                  </a:lnTo>
                  <a:lnTo>
                    <a:pt x="2641" y="40166"/>
                  </a:lnTo>
                  <a:lnTo>
                    <a:pt x="4468" y="40005"/>
                  </a:lnTo>
                  <a:lnTo>
                    <a:pt x="5625" y="36996"/>
                  </a:lnTo>
                  <a:lnTo>
                    <a:pt x="6327" y="36036"/>
                  </a:lnTo>
                  <a:lnTo>
                    <a:pt x="7048" y="34330"/>
                  </a:lnTo>
                  <a:lnTo>
                    <a:pt x="7382" y="33707"/>
                  </a:lnTo>
                  <a:lnTo>
                    <a:pt x="7699" y="32378"/>
                  </a:lnTo>
                  <a:lnTo>
                    <a:pt x="7808" y="31020"/>
                  </a:lnTo>
                  <a:lnTo>
                    <a:pt x="6361" y="29119"/>
                  </a:lnTo>
                  <a:lnTo>
                    <a:pt x="5869" y="27689"/>
                  </a:lnTo>
                  <a:lnTo>
                    <a:pt x="5226" y="26110"/>
                  </a:lnTo>
                  <a:lnTo>
                    <a:pt x="4355" y="25020"/>
                  </a:lnTo>
                  <a:lnTo>
                    <a:pt x="2598" y="23145"/>
                  </a:lnTo>
                  <a:lnTo>
                    <a:pt x="1913" y="21244"/>
                  </a:lnTo>
                  <a:lnTo>
                    <a:pt x="1605" y="18779"/>
                  </a:lnTo>
                  <a:lnTo>
                    <a:pt x="1138" y="16911"/>
                  </a:lnTo>
                  <a:lnTo>
                    <a:pt x="626" y="15695"/>
                  </a:lnTo>
                  <a:lnTo>
                    <a:pt x="529" y="14705"/>
                  </a:lnTo>
                  <a:lnTo>
                    <a:pt x="315" y="13489"/>
                  </a:lnTo>
                  <a:lnTo>
                    <a:pt x="263" y="11101"/>
                  </a:lnTo>
                  <a:lnTo>
                    <a:pt x="678" y="7926"/>
                  </a:lnTo>
                  <a:lnTo>
                    <a:pt x="947" y="6807"/>
                  </a:lnTo>
                  <a:lnTo>
                    <a:pt x="1542" y="6494"/>
                  </a:lnTo>
                  <a:lnTo>
                    <a:pt x="3127" y="4801"/>
                  </a:lnTo>
                  <a:lnTo>
                    <a:pt x="3200" y="2636"/>
                  </a:lnTo>
                  <a:lnTo>
                    <a:pt x="3486" y="1291"/>
                  </a:lnTo>
                  <a:lnTo>
                    <a:pt x="3991" y="519"/>
                  </a:lnTo>
                  <a:lnTo>
                    <a:pt x="4455" y="0"/>
                  </a:lnTo>
                  <a:lnTo>
                    <a:pt x="5320" y="1258"/>
                  </a:lnTo>
                  <a:lnTo>
                    <a:pt x="7420" y="3265"/>
                  </a:lnTo>
                  <a:lnTo>
                    <a:pt x="8446" y="4722"/>
                  </a:lnTo>
                  <a:lnTo>
                    <a:pt x="8395" y="5631"/>
                  </a:lnTo>
                  <a:lnTo>
                    <a:pt x="7913" y="6524"/>
                  </a:lnTo>
                  <a:lnTo>
                    <a:pt x="7000" y="7404"/>
                  </a:lnTo>
                  <a:lnTo>
                    <a:pt x="6468" y="8566"/>
                  </a:lnTo>
                  <a:lnTo>
                    <a:pt x="6322" y="10010"/>
                  </a:lnTo>
                  <a:lnTo>
                    <a:pt x="6461" y="11028"/>
                  </a:lnTo>
                  <a:lnTo>
                    <a:pt x="7095" y="11917"/>
                  </a:lnTo>
                  <a:lnTo>
                    <a:pt x="10866" y="10753"/>
                  </a:lnTo>
                  <a:lnTo>
                    <a:pt x="14690" y="11353"/>
                  </a:lnTo>
                  <a:lnTo>
                    <a:pt x="19826" y="13330"/>
                  </a:lnTo>
                  <a:lnTo>
                    <a:pt x="23232" y="14015"/>
                  </a:lnTo>
                  <a:lnTo>
                    <a:pt x="25747" y="13102"/>
                  </a:lnTo>
                  <a:lnTo>
                    <a:pt x="30407" y="14755"/>
                  </a:lnTo>
                  <a:lnTo>
                    <a:pt x="34744" y="16295"/>
                  </a:lnTo>
                  <a:lnTo>
                    <a:pt x="38907" y="16754"/>
                  </a:lnTo>
                  <a:lnTo>
                    <a:pt x="41240" y="15543"/>
                  </a:lnTo>
                  <a:lnTo>
                    <a:pt x="42878" y="13916"/>
                  </a:lnTo>
                  <a:lnTo>
                    <a:pt x="44291" y="10851"/>
                  </a:lnTo>
                  <a:lnTo>
                    <a:pt x="47777" y="6811"/>
                  </a:lnTo>
                  <a:lnTo>
                    <a:pt x="51151" y="4544"/>
                  </a:lnTo>
                  <a:lnTo>
                    <a:pt x="55574" y="2706"/>
                  </a:lnTo>
                  <a:lnTo>
                    <a:pt x="58526" y="2080"/>
                  </a:lnTo>
                  <a:lnTo>
                    <a:pt x="58943" y="2708"/>
                  </a:lnTo>
                  <a:lnTo>
                    <a:pt x="62702" y="6420"/>
                  </a:lnTo>
                  <a:lnTo>
                    <a:pt x="64376" y="6433"/>
                  </a:lnTo>
                  <a:lnTo>
                    <a:pt x="65732" y="7091"/>
                  </a:lnTo>
                  <a:lnTo>
                    <a:pt x="66224" y="8072"/>
                  </a:lnTo>
                  <a:lnTo>
                    <a:pt x="66567" y="8317"/>
                  </a:lnTo>
                  <a:lnTo>
                    <a:pt x="68365" y="7400"/>
                  </a:lnTo>
                  <a:lnTo>
                    <a:pt x="69163" y="9431"/>
                  </a:lnTo>
                  <a:lnTo>
                    <a:pt x="70410" y="12274"/>
                  </a:lnTo>
                  <a:lnTo>
                    <a:pt x="72532" y="13738"/>
                  </a:lnTo>
                  <a:lnTo>
                    <a:pt x="74423" y="14568"/>
                  </a:lnTo>
                  <a:lnTo>
                    <a:pt x="75018" y="14695"/>
                  </a:lnTo>
                  <a:close/>
                </a:path>
              </a:pathLst>
            </a:custGeom>
            <a:solidFill>
              <a:srgbClr val="EBF3E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1"/>
            <p:cNvSpPr/>
            <p:nvPr/>
          </p:nvSpPr>
          <p:spPr>
            <a:xfrm>
              <a:off x="3986595" y="2858513"/>
              <a:ext cx="2036" cy="12991"/>
            </a:xfrm>
            <a:custGeom>
              <a:avLst/>
              <a:pathLst>
                <a:path w="2036" h="12991">
                  <a:moveTo>
                    <a:pt x="1910" y="10736"/>
                  </a:moveTo>
                  <a:lnTo>
                    <a:pt x="1511" y="12991"/>
                  </a:lnTo>
                  <a:lnTo>
                    <a:pt x="1130" y="12202"/>
                  </a:lnTo>
                  <a:lnTo>
                    <a:pt x="166" y="8300"/>
                  </a:lnTo>
                  <a:lnTo>
                    <a:pt x="456" y="5554"/>
                  </a:lnTo>
                  <a:lnTo>
                    <a:pt x="0" y="1643"/>
                  </a:lnTo>
                  <a:lnTo>
                    <a:pt x="215" y="516"/>
                  </a:lnTo>
                  <a:lnTo>
                    <a:pt x="1377" y="0"/>
                  </a:lnTo>
                  <a:lnTo>
                    <a:pt x="1647" y="168"/>
                  </a:lnTo>
                  <a:lnTo>
                    <a:pt x="1300" y="1422"/>
                  </a:lnTo>
                  <a:lnTo>
                    <a:pt x="1941" y="3604"/>
                  </a:lnTo>
                  <a:lnTo>
                    <a:pt x="2036" y="7212"/>
                  </a:lnTo>
                  <a:close/>
                </a:path>
              </a:pathLst>
            </a:custGeom>
            <a:solidFill>
              <a:srgbClr val="FFF2E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2"/>
            <p:cNvSpPr/>
            <p:nvPr/>
          </p:nvSpPr>
          <p:spPr>
            <a:xfrm>
              <a:off x="2454739" y="3004280"/>
              <a:ext cx="8331" cy="11109"/>
            </a:xfrm>
            <a:custGeom>
              <a:avLst/>
              <a:pathLst>
                <a:path w="8331" h="11109">
                  <a:moveTo>
                    <a:pt x="8143" y="3575"/>
                  </a:moveTo>
                  <a:lnTo>
                    <a:pt x="7750" y="5742"/>
                  </a:lnTo>
                  <a:lnTo>
                    <a:pt x="6444" y="9876"/>
                  </a:lnTo>
                  <a:lnTo>
                    <a:pt x="3529" y="10917"/>
                  </a:lnTo>
                  <a:lnTo>
                    <a:pt x="318" y="11109"/>
                  </a:lnTo>
                  <a:lnTo>
                    <a:pt x="69" y="9981"/>
                  </a:lnTo>
                  <a:lnTo>
                    <a:pt x="0" y="8990"/>
                  </a:lnTo>
                  <a:lnTo>
                    <a:pt x="234" y="7440"/>
                  </a:lnTo>
                  <a:lnTo>
                    <a:pt x="212" y="6830"/>
                  </a:lnTo>
                  <a:lnTo>
                    <a:pt x="79" y="6207"/>
                  </a:lnTo>
                  <a:lnTo>
                    <a:pt x="1255" y="5538"/>
                  </a:lnTo>
                  <a:lnTo>
                    <a:pt x="2020" y="3621"/>
                  </a:lnTo>
                  <a:lnTo>
                    <a:pt x="3236" y="3298"/>
                  </a:lnTo>
                  <a:lnTo>
                    <a:pt x="4754" y="4645"/>
                  </a:lnTo>
                  <a:lnTo>
                    <a:pt x="5571" y="4694"/>
                  </a:lnTo>
                  <a:lnTo>
                    <a:pt x="6780" y="3208"/>
                  </a:lnTo>
                  <a:lnTo>
                    <a:pt x="7753" y="0"/>
                  </a:lnTo>
                  <a:lnTo>
                    <a:pt x="8331" y="409"/>
                  </a:lnTo>
                  <a:close/>
                </a:path>
              </a:pathLst>
            </a:custGeom>
            <a:solidFill>
              <a:srgbClr val="F5FAF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3"/>
            <p:cNvSpPr/>
            <p:nvPr/>
          </p:nvSpPr>
          <p:spPr>
            <a:xfrm>
              <a:off x="2462440" y="2996945"/>
              <a:ext cx="1808" cy="3073"/>
            </a:xfrm>
            <a:custGeom>
              <a:avLst/>
              <a:pathLst>
                <a:path w="1808" h="3073">
                  <a:moveTo>
                    <a:pt x="1808" y="1623"/>
                  </a:moveTo>
                  <a:lnTo>
                    <a:pt x="165" y="3073"/>
                  </a:lnTo>
                  <a:lnTo>
                    <a:pt x="0" y="1367"/>
                  </a:lnTo>
                  <a:lnTo>
                    <a:pt x="838" y="0"/>
                  </a:lnTo>
                  <a:close/>
                </a:path>
              </a:pathLst>
            </a:custGeom>
            <a:solidFill>
              <a:srgbClr val="F5FAF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4"/>
            <p:cNvSpPr/>
            <p:nvPr/>
          </p:nvSpPr>
          <p:spPr>
            <a:xfrm>
              <a:off x="2461216" y="2970537"/>
              <a:ext cx="5116" cy="4866"/>
            </a:xfrm>
            <a:custGeom>
              <a:avLst/>
              <a:pathLst>
                <a:path w="5116" h="4866">
                  <a:moveTo>
                    <a:pt x="1491" y="776"/>
                  </a:moveTo>
                  <a:lnTo>
                    <a:pt x="2257" y="1203"/>
                  </a:lnTo>
                  <a:lnTo>
                    <a:pt x="2674" y="1172"/>
                  </a:lnTo>
                  <a:lnTo>
                    <a:pt x="4086" y="2060"/>
                  </a:lnTo>
                  <a:lnTo>
                    <a:pt x="4927" y="3278"/>
                  </a:lnTo>
                  <a:lnTo>
                    <a:pt x="5116" y="3780"/>
                  </a:lnTo>
                  <a:lnTo>
                    <a:pt x="4664" y="4866"/>
                  </a:lnTo>
                  <a:lnTo>
                    <a:pt x="3365" y="2809"/>
                  </a:lnTo>
                  <a:lnTo>
                    <a:pt x="2231" y="2543"/>
                  </a:lnTo>
                  <a:lnTo>
                    <a:pt x="638" y="2592"/>
                  </a:lnTo>
                  <a:lnTo>
                    <a:pt x="0" y="2204"/>
                  </a:lnTo>
                  <a:lnTo>
                    <a:pt x="425" y="0"/>
                  </a:lnTo>
                  <a:close/>
                </a:path>
              </a:pathLst>
            </a:custGeom>
            <a:solidFill>
              <a:srgbClr val="F5FAF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5"/>
            <p:cNvSpPr/>
            <p:nvPr/>
          </p:nvSpPr>
          <p:spPr>
            <a:xfrm>
              <a:off x="2447457" y="2962389"/>
              <a:ext cx="5434" cy="16174"/>
            </a:xfrm>
            <a:custGeom>
              <a:avLst/>
              <a:pathLst>
                <a:path w="5434" h="16174">
                  <a:moveTo>
                    <a:pt x="865" y="15285"/>
                  </a:moveTo>
                  <a:lnTo>
                    <a:pt x="0" y="16174"/>
                  </a:lnTo>
                  <a:lnTo>
                    <a:pt x="192" y="14641"/>
                  </a:lnTo>
                  <a:lnTo>
                    <a:pt x="1852" y="12046"/>
                  </a:lnTo>
                  <a:lnTo>
                    <a:pt x="2771" y="9763"/>
                  </a:lnTo>
                  <a:lnTo>
                    <a:pt x="3292" y="8955"/>
                  </a:lnTo>
                  <a:lnTo>
                    <a:pt x="3479" y="8328"/>
                  </a:lnTo>
                  <a:lnTo>
                    <a:pt x="4206" y="7485"/>
                  </a:lnTo>
                  <a:lnTo>
                    <a:pt x="4572" y="6016"/>
                  </a:lnTo>
                  <a:lnTo>
                    <a:pt x="4471" y="4817"/>
                  </a:lnTo>
                  <a:lnTo>
                    <a:pt x="3708" y="2836"/>
                  </a:lnTo>
                  <a:lnTo>
                    <a:pt x="3719" y="1441"/>
                  </a:lnTo>
                  <a:lnTo>
                    <a:pt x="3982" y="458"/>
                  </a:lnTo>
                  <a:lnTo>
                    <a:pt x="5268" y="0"/>
                  </a:lnTo>
                  <a:lnTo>
                    <a:pt x="4928" y="1486"/>
                  </a:lnTo>
                  <a:lnTo>
                    <a:pt x="5434" y="5691"/>
                  </a:lnTo>
                  <a:lnTo>
                    <a:pt x="3730" y="10929"/>
                  </a:lnTo>
                  <a:lnTo>
                    <a:pt x="2270" y="12552"/>
                  </a:lnTo>
                  <a:close/>
                </a:path>
              </a:pathLst>
            </a:custGeom>
            <a:solidFill>
              <a:srgbClr val="F5FAF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6"/>
            <p:cNvSpPr/>
            <p:nvPr/>
          </p:nvSpPr>
          <p:spPr>
            <a:xfrm>
              <a:off x="2447000" y="2959182"/>
              <a:ext cx="3445" cy="5146"/>
            </a:xfrm>
            <a:custGeom>
              <a:avLst/>
              <a:pathLst>
                <a:path w="3445" h="5146">
                  <a:moveTo>
                    <a:pt x="3164" y="3431"/>
                  </a:moveTo>
                  <a:lnTo>
                    <a:pt x="3445" y="3960"/>
                  </a:lnTo>
                  <a:lnTo>
                    <a:pt x="2657" y="5146"/>
                  </a:lnTo>
                  <a:lnTo>
                    <a:pt x="885" y="3679"/>
                  </a:lnTo>
                  <a:lnTo>
                    <a:pt x="485" y="3780"/>
                  </a:lnTo>
                  <a:lnTo>
                    <a:pt x="133" y="2220"/>
                  </a:lnTo>
                  <a:lnTo>
                    <a:pt x="0" y="1064"/>
                  </a:lnTo>
                  <a:lnTo>
                    <a:pt x="85" y="0"/>
                  </a:lnTo>
                  <a:lnTo>
                    <a:pt x="1141" y="828"/>
                  </a:lnTo>
                  <a:lnTo>
                    <a:pt x="1709" y="2354"/>
                  </a:lnTo>
                  <a:close/>
                </a:path>
              </a:pathLst>
            </a:custGeom>
            <a:solidFill>
              <a:srgbClr val="F5FAF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7"/>
            <p:cNvSpPr/>
            <p:nvPr/>
          </p:nvSpPr>
          <p:spPr>
            <a:xfrm>
              <a:off x="2434635" y="2934693"/>
              <a:ext cx="5867" cy="23629"/>
            </a:xfrm>
            <a:custGeom>
              <a:avLst/>
              <a:pathLst>
                <a:path w="5867" h="23629">
                  <a:moveTo>
                    <a:pt x="5867" y="22871"/>
                  </a:moveTo>
                  <a:lnTo>
                    <a:pt x="5788" y="23629"/>
                  </a:lnTo>
                  <a:lnTo>
                    <a:pt x="4227" y="17723"/>
                  </a:lnTo>
                  <a:lnTo>
                    <a:pt x="2268" y="16289"/>
                  </a:lnTo>
                  <a:lnTo>
                    <a:pt x="1143" y="14863"/>
                  </a:lnTo>
                  <a:lnTo>
                    <a:pt x="1376" y="14054"/>
                  </a:lnTo>
                  <a:lnTo>
                    <a:pt x="2157" y="13702"/>
                  </a:lnTo>
                  <a:lnTo>
                    <a:pt x="2287" y="11832"/>
                  </a:lnTo>
                  <a:lnTo>
                    <a:pt x="1954" y="9809"/>
                  </a:lnTo>
                  <a:lnTo>
                    <a:pt x="921" y="5725"/>
                  </a:lnTo>
                  <a:lnTo>
                    <a:pt x="342" y="2957"/>
                  </a:lnTo>
                  <a:lnTo>
                    <a:pt x="75" y="2320"/>
                  </a:lnTo>
                  <a:lnTo>
                    <a:pt x="0" y="0"/>
                  </a:lnTo>
                  <a:lnTo>
                    <a:pt x="1226" y="3592"/>
                  </a:lnTo>
                  <a:lnTo>
                    <a:pt x="1735" y="6787"/>
                  </a:lnTo>
                  <a:lnTo>
                    <a:pt x="2556" y="9915"/>
                  </a:lnTo>
                  <a:lnTo>
                    <a:pt x="3106" y="15311"/>
                  </a:lnTo>
                  <a:lnTo>
                    <a:pt x="4675" y="17145"/>
                  </a:lnTo>
                  <a:lnTo>
                    <a:pt x="5804" y="19752"/>
                  </a:lnTo>
                  <a:close/>
                </a:path>
              </a:pathLst>
            </a:custGeom>
            <a:solidFill>
              <a:srgbClr val="F5FAF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8"/>
            <p:cNvSpPr/>
            <p:nvPr/>
          </p:nvSpPr>
          <p:spPr>
            <a:xfrm>
              <a:off x="2425736" y="2934603"/>
              <a:ext cx="4597" cy="6712"/>
            </a:xfrm>
            <a:custGeom>
              <a:avLst/>
              <a:pathLst>
                <a:path w="4597" h="6712">
                  <a:moveTo>
                    <a:pt x="4597" y="6537"/>
                  </a:moveTo>
                  <a:lnTo>
                    <a:pt x="4081" y="6712"/>
                  </a:lnTo>
                  <a:lnTo>
                    <a:pt x="3160" y="5931"/>
                  </a:lnTo>
                  <a:lnTo>
                    <a:pt x="1001" y="2337"/>
                  </a:lnTo>
                  <a:lnTo>
                    <a:pt x="0" y="2027"/>
                  </a:lnTo>
                  <a:lnTo>
                    <a:pt x="328" y="0"/>
                  </a:lnTo>
                  <a:lnTo>
                    <a:pt x="1091" y="708"/>
                  </a:lnTo>
                  <a:lnTo>
                    <a:pt x="2833" y="3807"/>
                  </a:lnTo>
                  <a:lnTo>
                    <a:pt x="3490" y="5360"/>
                  </a:lnTo>
                  <a:close/>
                </a:path>
              </a:pathLst>
            </a:custGeom>
            <a:solidFill>
              <a:srgbClr val="F5FAF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09"/>
            <p:cNvSpPr/>
            <p:nvPr/>
          </p:nvSpPr>
          <p:spPr>
            <a:xfrm>
              <a:off x="2444076" y="2921150"/>
              <a:ext cx="1499" cy="4932"/>
            </a:xfrm>
            <a:custGeom>
              <a:avLst/>
              <a:pathLst>
                <a:path w="1499" h="4932">
                  <a:moveTo>
                    <a:pt x="1499" y="1731"/>
                  </a:moveTo>
                  <a:lnTo>
                    <a:pt x="521" y="4932"/>
                  </a:lnTo>
                  <a:lnTo>
                    <a:pt x="0" y="4660"/>
                  </a:lnTo>
                  <a:lnTo>
                    <a:pt x="296" y="637"/>
                  </a:lnTo>
                  <a:lnTo>
                    <a:pt x="973" y="0"/>
                  </a:lnTo>
                  <a:lnTo>
                    <a:pt x="1239" y="34"/>
                  </a:lnTo>
                  <a:close/>
                </a:path>
              </a:pathLst>
            </a:custGeom>
            <a:solidFill>
              <a:srgbClr val="F5FAF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0"/>
            <p:cNvSpPr/>
            <p:nvPr/>
          </p:nvSpPr>
          <p:spPr>
            <a:xfrm>
              <a:off x="2401516" y="2916396"/>
              <a:ext cx="5937" cy="16204"/>
            </a:xfrm>
            <a:custGeom>
              <a:avLst/>
              <a:pathLst>
                <a:path w="5937" h="16204">
                  <a:moveTo>
                    <a:pt x="4222" y="1125"/>
                  </a:moveTo>
                  <a:lnTo>
                    <a:pt x="4241" y="1802"/>
                  </a:lnTo>
                  <a:lnTo>
                    <a:pt x="3018" y="3666"/>
                  </a:lnTo>
                  <a:lnTo>
                    <a:pt x="3907" y="4996"/>
                  </a:lnTo>
                  <a:lnTo>
                    <a:pt x="4744" y="2103"/>
                  </a:lnTo>
                  <a:lnTo>
                    <a:pt x="5409" y="4453"/>
                  </a:lnTo>
                  <a:lnTo>
                    <a:pt x="5773" y="8861"/>
                  </a:lnTo>
                  <a:lnTo>
                    <a:pt x="5714" y="9629"/>
                  </a:lnTo>
                  <a:lnTo>
                    <a:pt x="5775" y="10287"/>
                  </a:lnTo>
                  <a:lnTo>
                    <a:pt x="5905" y="11131"/>
                  </a:lnTo>
                  <a:lnTo>
                    <a:pt x="5937" y="12354"/>
                  </a:lnTo>
                  <a:lnTo>
                    <a:pt x="5258" y="16204"/>
                  </a:lnTo>
                  <a:lnTo>
                    <a:pt x="2821" y="15809"/>
                  </a:lnTo>
                  <a:lnTo>
                    <a:pt x="2765" y="12564"/>
                  </a:lnTo>
                  <a:lnTo>
                    <a:pt x="2389" y="11937"/>
                  </a:lnTo>
                  <a:lnTo>
                    <a:pt x="1822" y="7303"/>
                  </a:lnTo>
                  <a:lnTo>
                    <a:pt x="1059" y="5810"/>
                  </a:lnTo>
                  <a:lnTo>
                    <a:pt x="0" y="2001"/>
                  </a:lnTo>
                  <a:lnTo>
                    <a:pt x="615" y="1018"/>
                  </a:lnTo>
                  <a:lnTo>
                    <a:pt x="1435" y="1346"/>
                  </a:lnTo>
                  <a:lnTo>
                    <a:pt x="1855" y="887"/>
                  </a:lnTo>
                  <a:lnTo>
                    <a:pt x="2992" y="520"/>
                  </a:lnTo>
                  <a:lnTo>
                    <a:pt x="3682" y="0"/>
                  </a:lnTo>
                  <a:close/>
                </a:path>
              </a:pathLst>
            </a:custGeom>
            <a:solidFill>
              <a:srgbClr val="F5FAF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1"/>
            <p:cNvSpPr/>
            <p:nvPr/>
          </p:nvSpPr>
          <p:spPr>
            <a:xfrm>
              <a:off x="2429353" y="2904282"/>
              <a:ext cx="5457" cy="16501"/>
            </a:xfrm>
            <a:custGeom>
              <a:avLst/>
              <a:pathLst>
                <a:path w="5457" h="16501">
                  <a:moveTo>
                    <a:pt x="5375" y="14700"/>
                  </a:moveTo>
                  <a:lnTo>
                    <a:pt x="5457" y="16202"/>
                  </a:lnTo>
                  <a:lnTo>
                    <a:pt x="4630" y="15898"/>
                  </a:lnTo>
                  <a:lnTo>
                    <a:pt x="3410" y="16485"/>
                  </a:lnTo>
                  <a:lnTo>
                    <a:pt x="2971" y="16501"/>
                  </a:lnTo>
                  <a:lnTo>
                    <a:pt x="3244" y="15472"/>
                  </a:lnTo>
                  <a:lnTo>
                    <a:pt x="4091" y="14081"/>
                  </a:lnTo>
                  <a:lnTo>
                    <a:pt x="4134" y="12757"/>
                  </a:lnTo>
                  <a:lnTo>
                    <a:pt x="3086" y="10847"/>
                  </a:lnTo>
                  <a:lnTo>
                    <a:pt x="1866" y="6094"/>
                  </a:lnTo>
                  <a:lnTo>
                    <a:pt x="1294" y="4967"/>
                  </a:lnTo>
                  <a:lnTo>
                    <a:pt x="1023" y="3181"/>
                  </a:lnTo>
                  <a:lnTo>
                    <a:pt x="0" y="1265"/>
                  </a:lnTo>
                  <a:lnTo>
                    <a:pt x="213" y="240"/>
                  </a:lnTo>
                  <a:lnTo>
                    <a:pt x="424" y="0"/>
                  </a:lnTo>
                  <a:lnTo>
                    <a:pt x="1116" y="492"/>
                  </a:lnTo>
                  <a:lnTo>
                    <a:pt x="2684" y="7328"/>
                  </a:lnTo>
                  <a:lnTo>
                    <a:pt x="2786" y="7983"/>
                  </a:lnTo>
                  <a:close/>
                </a:path>
              </a:pathLst>
            </a:custGeom>
            <a:solidFill>
              <a:srgbClr val="F5FAF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2"/>
            <p:cNvSpPr/>
            <p:nvPr/>
          </p:nvSpPr>
          <p:spPr>
            <a:xfrm>
              <a:off x="2406921" y="2892891"/>
              <a:ext cx="3612" cy="2656"/>
            </a:xfrm>
            <a:custGeom>
              <a:avLst/>
              <a:pathLst>
                <a:path w="3612" h="2656">
                  <a:moveTo>
                    <a:pt x="2645" y="2043"/>
                  </a:moveTo>
                  <a:lnTo>
                    <a:pt x="1251" y="2656"/>
                  </a:lnTo>
                  <a:lnTo>
                    <a:pt x="255" y="2051"/>
                  </a:lnTo>
                  <a:lnTo>
                    <a:pt x="0" y="1565"/>
                  </a:lnTo>
                  <a:lnTo>
                    <a:pt x="426" y="748"/>
                  </a:lnTo>
                  <a:lnTo>
                    <a:pt x="1365" y="67"/>
                  </a:lnTo>
                  <a:lnTo>
                    <a:pt x="2872" y="0"/>
                  </a:lnTo>
                  <a:lnTo>
                    <a:pt x="3533" y="805"/>
                  </a:lnTo>
                  <a:lnTo>
                    <a:pt x="3612" y="1157"/>
                  </a:lnTo>
                  <a:close/>
                </a:path>
              </a:pathLst>
            </a:custGeom>
            <a:solidFill>
              <a:srgbClr val="F5FAF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3"/>
            <p:cNvSpPr/>
            <p:nvPr/>
          </p:nvSpPr>
          <p:spPr>
            <a:xfrm>
              <a:off x="2396143" y="2889365"/>
              <a:ext cx="8640" cy="27034"/>
            </a:xfrm>
            <a:custGeom>
              <a:avLst/>
              <a:pathLst>
                <a:path w="8640" h="27034">
                  <a:moveTo>
                    <a:pt x="8532" y="14624"/>
                  </a:moveTo>
                  <a:lnTo>
                    <a:pt x="8505" y="18202"/>
                  </a:lnTo>
                  <a:lnTo>
                    <a:pt x="8640" y="20879"/>
                  </a:lnTo>
                  <a:lnTo>
                    <a:pt x="8515" y="21832"/>
                  </a:lnTo>
                  <a:lnTo>
                    <a:pt x="7180" y="23621"/>
                  </a:lnTo>
                  <a:lnTo>
                    <a:pt x="6837" y="24621"/>
                  </a:lnTo>
                  <a:lnTo>
                    <a:pt x="5578" y="25630"/>
                  </a:lnTo>
                  <a:lnTo>
                    <a:pt x="4817" y="27034"/>
                  </a:lnTo>
                  <a:lnTo>
                    <a:pt x="4435" y="24753"/>
                  </a:lnTo>
                  <a:lnTo>
                    <a:pt x="3696" y="23343"/>
                  </a:lnTo>
                  <a:lnTo>
                    <a:pt x="3572" y="20946"/>
                  </a:lnTo>
                  <a:lnTo>
                    <a:pt x="3007" y="21756"/>
                  </a:lnTo>
                  <a:lnTo>
                    <a:pt x="2192" y="21262"/>
                  </a:lnTo>
                  <a:lnTo>
                    <a:pt x="849" y="19447"/>
                  </a:lnTo>
                  <a:lnTo>
                    <a:pt x="0" y="16983"/>
                  </a:lnTo>
                  <a:lnTo>
                    <a:pt x="1189" y="16556"/>
                  </a:lnTo>
                  <a:lnTo>
                    <a:pt x="1435" y="18087"/>
                  </a:lnTo>
                  <a:lnTo>
                    <a:pt x="2376" y="16208"/>
                  </a:lnTo>
                  <a:lnTo>
                    <a:pt x="2162" y="15218"/>
                  </a:lnTo>
                  <a:lnTo>
                    <a:pt x="1992" y="15092"/>
                  </a:lnTo>
                  <a:lnTo>
                    <a:pt x="1684" y="13250"/>
                  </a:lnTo>
                  <a:lnTo>
                    <a:pt x="3100" y="8429"/>
                  </a:lnTo>
                  <a:lnTo>
                    <a:pt x="3405" y="5318"/>
                  </a:lnTo>
                  <a:lnTo>
                    <a:pt x="2763" y="327"/>
                  </a:lnTo>
                  <a:lnTo>
                    <a:pt x="3362" y="0"/>
                  </a:lnTo>
                  <a:lnTo>
                    <a:pt x="4960" y="1750"/>
                  </a:lnTo>
                  <a:lnTo>
                    <a:pt x="5676" y="3472"/>
                  </a:lnTo>
                  <a:lnTo>
                    <a:pt x="5699" y="5837"/>
                  </a:lnTo>
                  <a:lnTo>
                    <a:pt x="6371" y="7668"/>
                  </a:lnTo>
                  <a:lnTo>
                    <a:pt x="7344" y="12054"/>
                  </a:lnTo>
                  <a:close/>
                </a:path>
              </a:pathLst>
            </a:custGeom>
            <a:solidFill>
              <a:srgbClr val="F5FAF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4"/>
            <p:cNvSpPr/>
            <p:nvPr/>
          </p:nvSpPr>
          <p:spPr>
            <a:xfrm>
              <a:off x="2416561" y="2878652"/>
              <a:ext cx="8214" cy="27051"/>
            </a:xfrm>
            <a:custGeom>
              <a:avLst/>
              <a:pathLst>
                <a:path w="8214" h="27051">
                  <a:moveTo>
                    <a:pt x="1626" y="2289"/>
                  </a:moveTo>
                  <a:lnTo>
                    <a:pt x="3658" y="5622"/>
                  </a:lnTo>
                  <a:lnTo>
                    <a:pt x="5390" y="6880"/>
                  </a:lnTo>
                  <a:lnTo>
                    <a:pt x="7264" y="11053"/>
                  </a:lnTo>
                  <a:lnTo>
                    <a:pt x="8070" y="12539"/>
                  </a:lnTo>
                  <a:lnTo>
                    <a:pt x="8214" y="13892"/>
                  </a:lnTo>
                  <a:lnTo>
                    <a:pt x="7899" y="20071"/>
                  </a:lnTo>
                  <a:lnTo>
                    <a:pt x="7477" y="23790"/>
                  </a:lnTo>
                  <a:lnTo>
                    <a:pt x="7541" y="27051"/>
                  </a:lnTo>
                  <a:lnTo>
                    <a:pt x="7101" y="26086"/>
                  </a:lnTo>
                  <a:lnTo>
                    <a:pt x="6656" y="23950"/>
                  </a:lnTo>
                  <a:lnTo>
                    <a:pt x="5927" y="22723"/>
                  </a:lnTo>
                  <a:lnTo>
                    <a:pt x="5684" y="22079"/>
                  </a:lnTo>
                  <a:lnTo>
                    <a:pt x="6995" y="21938"/>
                  </a:lnTo>
                  <a:lnTo>
                    <a:pt x="7111" y="18576"/>
                  </a:lnTo>
                  <a:lnTo>
                    <a:pt x="7750" y="15924"/>
                  </a:lnTo>
                  <a:lnTo>
                    <a:pt x="7653" y="13165"/>
                  </a:lnTo>
                  <a:lnTo>
                    <a:pt x="6124" y="10128"/>
                  </a:lnTo>
                  <a:lnTo>
                    <a:pt x="5076" y="7455"/>
                  </a:lnTo>
                  <a:lnTo>
                    <a:pt x="3464" y="6599"/>
                  </a:lnTo>
                  <a:lnTo>
                    <a:pt x="1973" y="3937"/>
                  </a:lnTo>
                  <a:lnTo>
                    <a:pt x="1084" y="3609"/>
                  </a:lnTo>
                  <a:lnTo>
                    <a:pt x="0" y="4078"/>
                  </a:lnTo>
                  <a:lnTo>
                    <a:pt x="391" y="2491"/>
                  </a:lnTo>
                  <a:lnTo>
                    <a:pt x="662" y="392"/>
                  </a:lnTo>
                  <a:lnTo>
                    <a:pt x="861" y="0"/>
                  </a:lnTo>
                  <a:close/>
                </a:path>
              </a:pathLst>
            </a:custGeom>
            <a:solidFill>
              <a:srgbClr val="F5FAF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5"/>
            <p:cNvSpPr/>
            <p:nvPr/>
          </p:nvSpPr>
          <p:spPr>
            <a:xfrm>
              <a:off x="2389352" y="2842216"/>
              <a:ext cx="13119" cy="8783"/>
            </a:xfrm>
            <a:custGeom>
              <a:avLst/>
              <a:pathLst>
                <a:path w="13119" h="8783">
                  <a:moveTo>
                    <a:pt x="6080" y="2035"/>
                  </a:moveTo>
                  <a:lnTo>
                    <a:pt x="7575" y="2954"/>
                  </a:lnTo>
                  <a:lnTo>
                    <a:pt x="8376" y="2829"/>
                  </a:lnTo>
                  <a:lnTo>
                    <a:pt x="8856" y="2224"/>
                  </a:lnTo>
                  <a:lnTo>
                    <a:pt x="11068" y="2471"/>
                  </a:lnTo>
                  <a:lnTo>
                    <a:pt x="12854" y="1587"/>
                  </a:lnTo>
                  <a:lnTo>
                    <a:pt x="13119" y="3156"/>
                  </a:lnTo>
                  <a:lnTo>
                    <a:pt x="13074" y="3976"/>
                  </a:lnTo>
                  <a:lnTo>
                    <a:pt x="9276" y="4745"/>
                  </a:lnTo>
                  <a:lnTo>
                    <a:pt x="5792" y="7049"/>
                  </a:lnTo>
                  <a:lnTo>
                    <a:pt x="3883" y="8610"/>
                  </a:lnTo>
                  <a:lnTo>
                    <a:pt x="2986" y="8783"/>
                  </a:lnTo>
                  <a:lnTo>
                    <a:pt x="2300" y="7962"/>
                  </a:lnTo>
                  <a:lnTo>
                    <a:pt x="0" y="3204"/>
                  </a:lnTo>
                  <a:lnTo>
                    <a:pt x="615" y="3679"/>
                  </a:lnTo>
                  <a:lnTo>
                    <a:pt x="2314" y="6368"/>
                  </a:lnTo>
                  <a:lnTo>
                    <a:pt x="3370" y="5878"/>
                  </a:lnTo>
                  <a:lnTo>
                    <a:pt x="4348" y="4100"/>
                  </a:lnTo>
                  <a:lnTo>
                    <a:pt x="4497" y="2757"/>
                  </a:lnTo>
                  <a:lnTo>
                    <a:pt x="4352" y="2121"/>
                  </a:lnTo>
                  <a:lnTo>
                    <a:pt x="4794" y="0"/>
                  </a:lnTo>
                  <a:close/>
                </a:path>
              </a:pathLst>
            </a:custGeom>
            <a:solidFill>
              <a:srgbClr val="F5FAF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6"/>
            <p:cNvSpPr/>
            <p:nvPr/>
          </p:nvSpPr>
          <p:spPr>
            <a:xfrm>
              <a:off x="2402209" y="2838016"/>
              <a:ext cx="11173" cy="30867"/>
            </a:xfrm>
            <a:custGeom>
              <a:avLst/>
              <a:pathLst>
                <a:path w="11173" h="30867">
                  <a:moveTo>
                    <a:pt x="8861" y="30609"/>
                  </a:moveTo>
                  <a:lnTo>
                    <a:pt x="8604" y="30867"/>
                  </a:lnTo>
                  <a:lnTo>
                    <a:pt x="7533" y="27908"/>
                  </a:lnTo>
                  <a:lnTo>
                    <a:pt x="6670" y="27048"/>
                  </a:lnTo>
                  <a:lnTo>
                    <a:pt x="8018" y="24956"/>
                  </a:lnTo>
                  <a:lnTo>
                    <a:pt x="8600" y="23158"/>
                  </a:lnTo>
                  <a:lnTo>
                    <a:pt x="8588" y="19237"/>
                  </a:lnTo>
                  <a:lnTo>
                    <a:pt x="8917" y="17088"/>
                  </a:lnTo>
                  <a:lnTo>
                    <a:pt x="8805" y="15229"/>
                  </a:lnTo>
                  <a:lnTo>
                    <a:pt x="9103" y="13330"/>
                  </a:lnTo>
                  <a:lnTo>
                    <a:pt x="8701" y="11197"/>
                  </a:lnTo>
                  <a:lnTo>
                    <a:pt x="7574" y="9506"/>
                  </a:lnTo>
                  <a:lnTo>
                    <a:pt x="5345" y="2780"/>
                  </a:lnTo>
                  <a:lnTo>
                    <a:pt x="1823" y="1147"/>
                  </a:lnTo>
                  <a:lnTo>
                    <a:pt x="0" y="1079"/>
                  </a:lnTo>
                  <a:lnTo>
                    <a:pt x="1001" y="0"/>
                  </a:lnTo>
                  <a:lnTo>
                    <a:pt x="1927" y="131"/>
                  </a:lnTo>
                  <a:lnTo>
                    <a:pt x="3351" y="773"/>
                  </a:lnTo>
                  <a:lnTo>
                    <a:pt x="5057" y="1083"/>
                  </a:lnTo>
                  <a:lnTo>
                    <a:pt x="6099" y="3063"/>
                  </a:lnTo>
                  <a:lnTo>
                    <a:pt x="7095" y="5687"/>
                  </a:lnTo>
                  <a:lnTo>
                    <a:pt x="7994" y="6749"/>
                  </a:lnTo>
                  <a:lnTo>
                    <a:pt x="8364" y="7424"/>
                  </a:lnTo>
                  <a:lnTo>
                    <a:pt x="8322" y="8186"/>
                  </a:lnTo>
                  <a:lnTo>
                    <a:pt x="8472" y="8902"/>
                  </a:lnTo>
                  <a:lnTo>
                    <a:pt x="9645" y="10130"/>
                  </a:lnTo>
                  <a:lnTo>
                    <a:pt x="10826" y="12112"/>
                  </a:lnTo>
                  <a:lnTo>
                    <a:pt x="11173" y="17925"/>
                  </a:lnTo>
                  <a:lnTo>
                    <a:pt x="9581" y="20677"/>
                  </a:lnTo>
                  <a:lnTo>
                    <a:pt x="9288" y="29094"/>
                  </a:lnTo>
                  <a:close/>
                </a:path>
              </a:pathLst>
            </a:custGeom>
            <a:solidFill>
              <a:srgbClr val="F5FAF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7"/>
            <p:cNvSpPr/>
            <p:nvPr/>
          </p:nvSpPr>
          <p:spPr>
            <a:xfrm>
              <a:off x="3558208" y="2296191"/>
              <a:ext cx="47473" cy="80280"/>
            </a:xfrm>
            <a:custGeom>
              <a:avLst/>
              <a:pathLst>
                <a:path w="47473" h="80280">
                  <a:moveTo>
                    <a:pt x="40357" y="12037"/>
                  </a:moveTo>
                  <a:lnTo>
                    <a:pt x="40788" y="11973"/>
                  </a:lnTo>
                  <a:lnTo>
                    <a:pt x="41892" y="11138"/>
                  </a:lnTo>
                  <a:lnTo>
                    <a:pt x="43191" y="10705"/>
                  </a:lnTo>
                  <a:lnTo>
                    <a:pt x="44128" y="11202"/>
                  </a:lnTo>
                  <a:lnTo>
                    <a:pt x="44571" y="11691"/>
                  </a:lnTo>
                  <a:lnTo>
                    <a:pt x="44672" y="12352"/>
                  </a:lnTo>
                  <a:lnTo>
                    <a:pt x="44396" y="14653"/>
                  </a:lnTo>
                  <a:lnTo>
                    <a:pt x="43871" y="17132"/>
                  </a:lnTo>
                  <a:lnTo>
                    <a:pt x="43023" y="19708"/>
                  </a:lnTo>
                  <a:lnTo>
                    <a:pt x="42137" y="22138"/>
                  </a:lnTo>
                  <a:lnTo>
                    <a:pt x="41903" y="23425"/>
                  </a:lnTo>
                  <a:lnTo>
                    <a:pt x="41840" y="25471"/>
                  </a:lnTo>
                  <a:lnTo>
                    <a:pt x="41731" y="27084"/>
                  </a:lnTo>
                  <a:lnTo>
                    <a:pt x="41852" y="27961"/>
                  </a:lnTo>
                  <a:lnTo>
                    <a:pt x="42143" y="28781"/>
                  </a:lnTo>
                  <a:lnTo>
                    <a:pt x="43126" y="29430"/>
                  </a:lnTo>
                  <a:lnTo>
                    <a:pt x="44451" y="31048"/>
                  </a:lnTo>
                  <a:lnTo>
                    <a:pt x="45577" y="33156"/>
                  </a:lnTo>
                  <a:lnTo>
                    <a:pt x="47021" y="35549"/>
                  </a:lnTo>
                  <a:lnTo>
                    <a:pt x="47473" y="36437"/>
                  </a:lnTo>
                  <a:lnTo>
                    <a:pt x="47472" y="37393"/>
                  </a:lnTo>
                  <a:lnTo>
                    <a:pt x="47050" y="38102"/>
                  </a:lnTo>
                  <a:lnTo>
                    <a:pt x="45815" y="38370"/>
                  </a:lnTo>
                  <a:lnTo>
                    <a:pt x="44529" y="38161"/>
                  </a:lnTo>
                  <a:lnTo>
                    <a:pt x="44036" y="37917"/>
                  </a:lnTo>
                  <a:lnTo>
                    <a:pt x="43577" y="38210"/>
                  </a:lnTo>
                  <a:lnTo>
                    <a:pt x="43293" y="38754"/>
                  </a:lnTo>
                  <a:lnTo>
                    <a:pt x="43443" y="39396"/>
                  </a:lnTo>
                  <a:lnTo>
                    <a:pt x="44761" y="42308"/>
                  </a:lnTo>
                  <a:lnTo>
                    <a:pt x="46293" y="46480"/>
                  </a:lnTo>
                  <a:lnTo>
                    <a:pt x="46379" y="48273"/>
                  </a:lnTo>
                  <a:lnTo>
                    <a:pt x="46192" y="49683"/>
                  </a:lnTo>
                  <a:lnTo>
                    <a:pt x="45838" y="50661"/>
                  </a:lnTo>
                  <a:lnTo>
                    <a:pt x="45200" y="50498"/>
                  </a:lnTo>
                  <a:lnTo>
                    <a:pt x="44716" y="49734"/>
                  </a:lnTo>
                  <a:lnTo>
                    <a:pt x="43981" y="49783"/>
                  </a:lnTo>
                  <a:lnTo>
                    <a:pt x="43409" y="50002"/>
                  </a:lnTo>
                  <a:lnTo>
                    <a:pt x="42667" y="51511"/>
                  </a:lnTo>
                  <a:lnTo>
                    <a:pt x="42297" y="51448"/>
                  </a:lnTo>
                  <a:lnTo>
                    <a:pt x="41661" y="51676"/>
                  </a:lnTo>
                  <a:lnTo>
                    <a:pt x="41257" y="51972"/>
                  </a:lnTo>
                  <a:lnTo>
                    <a:pt x="40618" y="51534"/>
                  </a:lnTo>
                  <a:lnTo>
                    <a:pt x="39951" y="51244"/>
                  </a:lnTo>
                  <a:lnTo>
                    <a:pt x="39660" y="51707"/>
                  </a:lnTo>
                  <a:lnTo>
                    <a:pt x="39531" y="52592"/>
                  </a:lnTo>
                  <a:lnTo>
                    <a:pt x="39946" y="54198"/>
                  </a:lnTo>
                  <a:lnTo>
                    <a:pt x="40722" y="56711"/>
                  </a:lnTo>
                  <a:lnTo>
                    <a:pt x="40598" y="58629"/>
                  </a:lnTo>
                  <a:lnTo>
                    <a:pt x="40006" y="58836"/>
                  </a:lnTo>
                  <a:lnTo>
                    <a:pt x="39463" y="57239"/>
                  </a:lnTo>
                  <a:lnTo>
                    <a:pt x="38981" y="56981"/>
                  </a:lnTo>
                  <a:lnTo>
                    <a:pt x="38431" y="57036"/>
                  </a:lnTo>
                  <a:lnTo>
                    <a:pt x="37174" y="58891"/>
                  </a:lnTo>
                  <a:lnTo>
                    <a:pt x="36249" y="60449"/>
                  </a:lnTo>
                  <a:lnTo>
                    <a:pt x="36034" y="61539"/>
                  </a:lnTo>
                  <a:lnTo>
                    <a:pt x="35703" y="62729"/>
                  </a:lnTo>
                  <a:lnTo>
                    <a:pt x="35603" y="63588"/>
                  </a:lnTo>
                  <a:lnTo>
                    <a:pt x="35625" y="66452"/>
                  </a:lnTo>
                  <a:lnTo>
                    <a:pt x="33957" y="66910"/>
                  </a:lnTo>
                  <a:lnTo>
                    <a:pt x="33607" y="67332"/>
                  </a:lnTo>
                  <a:lnTo>
                    <a:pt x="33406" y="68202"/>
                  </a:lnTo>
                  <a:lnTo>
                    <a:pt x="33545" y="71877"/>
                  </a:lnTo>
                  <a:lnTo>
                    <a:pt x="33680" y="73852"/>
                  </a:lnTo>
                  <a:lnTo>
                    <a:pt x="34633" y="76898"/>
                  </a:lnTo>
                  <a:lnTo>
                    <a:pt x="34665" y="77860"/>
                  </a:lnTo>
                  <a:lnTo>
                    <a:pt x="34531" y="78495"/>
                  </a:lnTo>
                  <a:lnTo>
                    <a:pt x="33853" y="79704"/>
                  </a:lnTo>
                  <a:lnTo>
                    <a:pt x="33530" y="80138"/>
                  </a:lnTo>
                  <a:lnTo>
                    <a:pt x="33313" y="80280"/>
                  </a:lnTo>
                  <a:lnTo>
                    <a:pt x="32206" y="79483"/>
                  </a:lnTo>
                  <a:lnTo>
                    <a:pt x="31681" y="79107"/>
                  </a:lnTo>
                  <a:lnTo>
                    <a:pt x="29458" y="76413"/>
                  </a:lnTo>
                  <a:lnTo>
                    <a:pt x="28479" y="74915"/>
                  </a:lnTo>
                  <a:lnTo>
                    <a:pt x="26928" y="72960"/>
                  </a:lnTo>
                  <a:lnTo>
                    <a:pt x="25971" y="71848"/>
                  </a:lnTo>
                  <a:lnTo>
                    <a:pt x="25485" y="70158"/>
                  </a:lnTo>
                  <a:lnTo>
                    <a:pt x="24724" y="69767"/>
                  </a:lnTo>
                  <a:lnTo>
                    <a:pt x="23827" y="70310"/>
                  </a:lnTo>
                  <a:lnTo>
                    <a:pt x="22810" y="69091"/>
                  </a:lnTo>
                  <a:lnTo>
                    <a:pt x="23530" y="68459"/>
                  </a:lnTo>
                  <a:lnTo>
                    <a:pt x="23707" y="67858"/>
                  </a:lnTo>
                  <a:lnTo>
                    <a:pt x="23616" y="67075"/>
                  </a:lnTo>
                  <a:lnTo>
                    <a:pt x="23299" y="66006"/>
                  </a:lnTo>
                  <a:lnTo>
                    <a:pt x="20553" y="61392"/>
                  </a:lnTo>
                  <a:lnTo>
                    <a:pt x="19206" y="58239"/>
                  </a:lnTo>
                  <a:lnTo>
                    <a:pt x="18986" y="57109"/>
                  </a:lnTo>
                  <a:lnTo>
                    <a:pt x="18968" y="54098"/>
                  </a:lnTo>
                  <a:lnTo>
                    <a:pt x="18650" y="53375"/>
                  </a:lnTo>
                  <a:lnTo>
                    <a:pt x="16633" y="52006"/>
                  </a:lnTo>
                  <a:lnTo>
                    <a:pt x="14378" y="48092"/>
                  </a:lnTo>
                  <a:lnTo>
                    <a:pt x="12054" y="44257"/>
                  </a:lnTo>
                  <a:lnTo>
                    <a:pt x="11736" y="43186"/>
                  </a:lnTo>
                  <a:lnTo>
                    <a:pt x="10537" y="40286"/>
                  </a:lnTo>
                  <a:lnTo>
                    <a:pt x="9075" y="37644"/>
                  </a:lnTo>
                  <a:lnTo>
                    <a:pt x="7908" y="35959"/>
                  </a:lnTo>
                  <a:lnTo>
                    <a:pt x="6953" y="34041"/>
                  </a:lnTo>
                  <a:lnTo>
                    <a:pt x="5893" y="31364"/>
                  </a:lnTo>
                  <a:lnTo>
                    <a:pt x="5345" y="27319"/>
                  </a:lnTo>
                  <a:lnTo>
                    <a:pt x="4857" y="23722"/>
                  </a:lnTo>
                  <a:lnTo>
                    <a:pt x="4526" y="22326"/>
                  </a:lnTo>
                  <a:lnTo>
                    <a:pt x="3854" y="21835"/>
                  </a:lnTo>
                  <a:lnTo>
                    <a:pt x="1770" y="17570"/>
                  </a:lnTo>
                  <a:lnTo>
                    <a:pt x="0" y="15091"/>
                  </a:lnTo>
                  <a:lnTo>
                    <a:pt x="16" y="12415"/>
                  </a:lnTo>
                  <a:lnTo>
                    <a:pt x="307" y="7949"/>
                  </a:lnTo>
                  <a:lnTo>
                    <a:pt x="635" y="2884"/>
                  </a:lnTo>
                  <a:lnTo>
                    <a:pt x="1064" y="2180"/>
                  </a:lnTo>
                  <a:lnTo>
                    <a:pt x="1871" y="1797"/>
                  </a:lnTo>
                  <a:lnTo>
                    <a:pt x="2795" y="1943"/>
                  </a:lnTo>
                  <a:lnTo>
                    <a:pt x="3599" y="2569"/>
                  </a:lnTo>
                  <a:lnTo>
                    <a:pt x="5191" y="6038"/>
                  </a:lnTo>
                  <a:lnTo>
                    <a:pt x="6101" y="7385"/>
                  </a:lnTo>
                  <a:lnTo>
                    <a:pt x="6870" y="7911"/>
                  </a:lnTo>
                  <a:lnTo>
                    <a:pt x="7754" y="6447"/>
                  </a:lnTo>
                  <a:lnTo>
                    <a:pt x="8846" y="3384"/>
                  </a:lnTo>
                  <a:lnTo>
                    <a:pt x="9798" y="1768"/>
                  </a:lnTo>
                  <a:lnTo>
                    <a:pt x="13008" y="2354"/>
                  </a:lnTo>
                  <a:lnTo>
                    <a:pt x="14586" y="0"/>
                  </a:lnTo>
                  <a:lnTo>
                    <a:pt x="17137" y="3096"/>
                  </a:lnTo>
                  <a:lnTo>
                    <a:pt x="18189" y="3560"/>
                  </a:lnTo>
                  <a:lnTo>
                    <a:pt x="18782" y="3132"/>
                  </a:lnTo>
                  <a:lnTo>
                    <a:pt x="19589" y="3327"/>
                  </a:lnTo>
                  <a:lnTo>
                    <a:pt x="21378" y="4233"/>
                  </a:lnTo>
                  <a:lnTo>
                    <a:pt x="21792" y="4615"/>
                  </a:lnTo>
                  <a:lnTo>
                    <a:pt x="22330" y="4550"/>
                  </a:lnTo>
                  <a:lnTo>
                    <a:pt x="23654" y="3341"/>
                  </a:lnTo>
                  <a:lnTo>
                    <a:pt x="24106" y="3491"/>
                  </a:lnTo>
                  <a:lnTo>
                    <a:pt x="25619" y="5863"/>
                  </a:lnTo>
                  <a:lnTo>
                    <a:pt x="26379" y="5889"/>
                  </a:lnTo>
                  <a:lnTo>
                    <a:pt x="27295" y="4866"/>
                  </a:lnTo>
                  <a:lnTo>
                    <a:pt x="27883" y="3982"/>
                  </a:lnTo>
                  <a:lnTo>
                    <a:pt x="29622" y="4644"/>
                  </a:lnTo>
                  <a:lnTo>
                    <a:pt x="30619" y="4244"/>
                  </a:lnTo>
                  <a:lnTo>
                    <a:pt x="31446" y="4204"/>
                  </a:lnTo>
                  <a:lnTo>
                    <a:pt x="32342" y="4609"/>
                  </a:lnTo>
                  <a:lnTo>
                    <a:pt x="33160" y="5157"/>
                  </a:lnTo>
                  <a:lnTo>
                    <a:pt x="33954" y="5635"/>
                  </a:lnTo>
                  <a:lnTo>
                    <a:pt x="36106" y="5883"/>
                  </a:lnTo>
                  <a:lnTo>
                    <a:pt x="37136" y="7388"/>
                  </a:lnTo>
                  <a:lnTo>
                    <a:pt x="37547" y="8844"/>
                  </a:lnTo>
                  <a:lnTo>
                    <a:pt x="37556" y="9731"/>
                  </a:lnTo>
                  <a:lnTo>
                    <a:pt x="37658" y="10686"/>
                  </a:lnTo>
                  <a:lnTo>
                    <a:pt x="38251" y="11621"/>
                  </a:lnTo>
                  <a:lnTo>
                    <a:pt x="39545" y="1215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8"/>
            <p:cNvSpPr/>
            <p:nvPr/>
          </p:nvSpPr>
          <p:spPr>
            <a:xfrm>
              <a:off x="2588149" y="3104602"/>
              <a:ext cx="934" cy="1272"/>
            </a:xfrm>
            <a:custGeom>
              <a:avLst/>
              <a:pathLst>
                <a:path w="934" h="1272">
                  <a:moveTo>
                    <a:pt x="536" y="1235"/>
                  </a:moveTo>
                  <a:lnTo>
                    <a:pt x="351" y="1272"/>
                  </a:lnTo>
                  <a:lnTo>
                    <a:pt x="203" y="1022"/>
                  </a:lnTo>
                  <a:lnTo>
                    <a:pt x="74" y="581"/>
                  </a:lnTo>
                  <a:lnTo>
                    <a:pt x="0" y="138"/>
                  </a:lnTo>
                  <a:lnTo>
                    <a:pt x="123" y="0"/>
                  </a:lnTo>
                  <a:lnTo>
                    <a:pt x="934" y="282"/>
                  </a:lnTo>
                  <a:lnTo>
                    <a:pt x="844" y="608"/>
                  </a:lnTo>
                  <a:lnTo>
                    <a:pt x="706" y="969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19"/>
            <p:cNvSpPr/>
            <p:nvPr/>
          </p:nvSpPr>
          <p:spPr>
            <a:xfrm>
              <a:off x="3649997" y="1975015"/>
              <a:ext cx="117662" cy="144221"/>
            </a:xfrm>
            <a:custGeom>
              <a:avLst/>
              <a:pathLst>
                <a:path w="117662" h="144221">
                  <a:moveTo>
                    <a:pt x="61364" y="85"/>
                  </a:moveTo>
                  <a:lnTo>
                    <a:pt x="63046" y="2656"/>
                  </a:lnTo>
                  <a:lnTo>
                    <a:pt x="63441" y="2755"/>
                  </a:lnTo>
                  <a:lnTo>
                    <a:pt x="64376" y="1745"/>
                  </a:lnTo>
                  <a:lnTo>
                    <a:pt x="64561" y="1677"/>
                  </a:lnTo>
                  <a:lnTo>
                    <a:pt x="66497" y="1590"/>
                  </a:lnTo>
                  <a:lnTo>
                    <a:pt x="67397" y="2483"/>
                  </a:lnTo>
                  <a:lnTo>
                    <a:pt x="68063" y="4230"/>
                  </a:lnTo>
                  <a:lnTo>
                    <a:pt x="68680" y="5627"/>
                  </a:lnTo>
                  <a:lnTo>
                    <a:pt x="69345" y="6005"/>
                  </a:lnTo>
                  <a:lnTo>
                    <a:pt x="71229" y="4246"/>
                  </a:lnTo>
                  <a:lnTo>
                    <a:pt x="72269" y="3664"/>
                  </a:lnTo>
                  <a:lnTo>
                    <a:pt x="72956" y="3683"/>
                  </a:lnTo>
                  <a:lnTo>
                    <a:pt x="75370" y="5257"/>
                  </a:lnTo>
                  <a:lnTo>
                    <a:pt x="76505" y="6119"/>
                  </a:lnTo>
                  <a:lnTo>
                    <a:pt x="76765" y="6902"/>
                  </a:lnTo>
                  <a:lnTo>
                    <a:pt x="76788" y="7822"/>
                  </a:lnTo>
                  <a:lnTo>
                    <a:pt x="76482" y="9192"/>
                  </a:lnTo>
                  <a:lnTo>
                    <a:pt x="76239" y="10679"/>
                  </a:lnTo>
                  <a:lnTo>
                    <a:pt x="76974" y="12438"/>
                  </a:lnTo>
                  <a:lnTo>
                    <a:pt x="77828" y="13628"/>
                  </a:lnTo>
                  <a:lnTo>
                    <a:pt x="79653" y="11660"/>
                  </a:lnTo>
                  <a:lnTo>
                    <a:pt x="80325" y="11112"/>
                  </a:lnTo>
                  <a:lnTo>
                    <a:pt x="81060" y="11092"/>
                  </a:lnTo>
                  <a:lnTo>
                    <a:pt x="82045" y="10362"/>
                  </a:lnTo>
                  <a:lnTo>
                    <a:pt x="82757" y="9262"/>
                  </a:lnTo>
                  <a:lnTo>
                    <a:pt x="83440" y="8880"/>
                  </a:lnTo>
                  <a:lnTo>
                    <a:pt x="84744" y="9141"/>
                  </a:lnTo>
                  <a:lnTo>
                    <a:pt x="87100" y="8882"/>
                  </a:lnTo>
                  <a:lnTo>
                    <a:pt x="89848" y="10607"/>
                  </a:lnTo>
                  <a:lnTo>
                    <a:pt x="90084" y="11140"/>
                  </a:lnTo>
                  <a:lnTo>
                    <a:pt x="91458" y="13164"/>
                  </a:lnTo>
                  <a:lnTo>
                    <a:pt x="91937" y="14170"/>
                  </a:lnTo>
                  <a:lnTo>
                    <a:pt x="92390" y="14488"/>
                  </a:lnTo>
                  <a:lnTo>
                    <a:pt x="93123" y="15474"/>
                  </a:lnTo>
                  <a:lnTo>
                    <a:pt x="94099" y="16094"/>
                  </a:lnTo>
                  <a:lnTo>
                    <a:pt x="94780" y="15905"/>
                  </a:lnTo>
                  <a:lnTo>
                    <a:pt x="95104" y="16234"/>
                  </a:lnTo>
                  <a:lnTo>
                    <a:pt x="95408" y="17013"/>
                  </a:lnTo>
                  <a:lnTo>
                    <a:pt x="95432" y="18333"/>
                  </a:lnTo>
                  <a:lnTo>
                    <a:pt x="95331" y="22114"/>
                  </a:lnTo>
                  <a:lnTo>
                    <a:pt x="94852" y="23207"/>
                  </a:lnTo>
                  <a:lnTo>
                    <a:pt x="94349" y="24098"/>
                  </a:lnTo>
                  <a:lnTo>
                    <a:pt x="94220" y="24786"/>
                  </a:lnTo>
                  <a:lnTo>
                    <a:pt x="94268" y="25621"/>
                  </a:lnTo>
                  <a:lnTo>
                    <a:pt x="95045" y="27254"/>
                  </a:lnTo>
                  <a:lnTo>
                    <a:pt x="96050" y="29791"/>
                  </a:lnTo>
                  <a:lnTo>
                    <a:pt x="96283" y="31263"/>
                  </a:lnTo>
                  <a:lnTo>
                    <a:pt x="96283" y="32365"/>
                  </a:lnTo>
                  <a:lnTo>
                    <a:pt x="94914" y="35608"/>
                  </a:lnTo>
                  <a:lnTo>
                    <a:pt x="94458" y="36369"/>
                  </a:lnTo>
                  <a:lnTo>
                    <a:pt x="94145" y="37966"/>
                  </a:lnTo>
                  <a:lnTo>
                    <a:pt x="93979" y="39589"/>
                  </a:lnTo>
                  <a:lnTo>
                    <a:pt x="94075" y="40262"/>
                  </a:lnTo>
                  <a:lnTo>
                    <a:pt x="96362" y="42843"/>
                  </a:lnTo>
                  <a:lnTo>
                    <a:pt x="98054" y="44244"/>
                  </a:lnTo>
                  <a:lnTo>
                    <a:pt x="98435" y="44928"/>
                  </a:lnTo>
                  <a:lnTo>
                    <a:pt x="98469" y="45353"/>
                  </a:lnTo>
                  <a:lnTo>
                    <a:pt x="97568" y="48126"/>
                  </a:lnTo>
                  <a:lnTo>
                    <a:pt x="97480" y="48874"/>
                  </a:lnTo>
                  <a:lnTo>
                    <a:pt x="98837" y="50021"/>
                  </a:lnTo>
                  <a:lnTo>
                    <a:pt x="99587" y="51833"/>
                  </a:lnTo>
                  <a:lnTo>
                    <a:pt x="100248" y="54786"/>
                  </a:lnTo>
                  <a:lnTo>
                    <a:pt x="101538" y="57616"/>
                  </a:lnTo>
                  <a:lnTo>
                    <a:pt x="104312" y="60121"/>
                  </a:lnTo>
                  <a:lnTo>
                    <a:pt x="106330" y="61754"/>
                  </a:lnTo>
                  <a:lnTo>
                    <a:pt x="106750" y="62498"/>
                  </a:lnTo>
                  <a:lnTo>
                    <a:pt x="106896" y="63383"/>
                  </a:lnTo>
                  <a:lnTo>
                    <a:pt x="106741" y="65326"/>
                  </a:lnTo>
                  <a:lnTo>
                    <a:pt x="106220" y="67691"/>
                  </a:lnTo>
                  <a:lnTo>
                    <a:pt x="105864" y="69007"/>
                  </a:lnTo>
                  <a:lnTo>
                    <a:pt x="106686" y="69554"/>
                  </a:lnTo>
                  <a:lnTo>
                    <a:pt x="108801" y="69408"/>
                  </a:lnTo>
                  <a:lnTo>
                    <a:pt x="111370" y="69870"/>
                  </a:lnTo>
                  <a:lnTo>
                    <a:pt x="114453" y="72480"/>
                  </a:lnTo>
                  <a:lnTo>
                    <a:pt x="114462" y="73650"/>
                  </a:lnTo>
                  <a:lnTo>
                    <a:pt x="114144" y="74715"/>
                  </a:lnTo>
                  <a:lnTo>
                    <a:pt x="114356" y="75839"/>
                  </a:lnTo>
                  <a:lnTo>
                    <a:pt x="114692" y="76792"/>
                  </a:lnTo>
                  <a:lnTo>
                    <a:pt x="117359" y="79713"/>
                  </a:lnTo>
                  <a:lnTo>
                    <a:pt x="117615" y="80561"/>
                  </a:lnTo>
                  <a:lnTo>
                    <a:pt x="117662" y="81979"/>
                  </a:lnTo>
                  <a:lnTo>
                    <a:pt x="117588" y="83017"/>
                  </a:lnTo>
                  <a:lnTo>
                    <a:pt x="116849" y="83236"/>
                  </a:lnTo>
                  <a:lnTo>
                    <a:pt x="116030" y="83724"/>
                  </a:lnTo>
                  <a:lnTo>
                    <a:pt x="114689" y="84967"/>
                  </a:lnTo>
                  <a:lnTo>
                    <a:pt x="114157" y="86732"/>
                  </a:lnTo>
                  <a:lnTo>
                    <a:pt x="111991" y="89162"/>
                  </a:lnTo>
                  <a:lnTo>
                    <a:pt x="110649" y="90261"/>
                  </a:lnTo>
                  <a:lnTo>
                    <a:pt x="109582" y="90312"/>
                  </a:lnTo>
                  <a:lnTo>
                    <a:pt x="107043" y="89817"/>
                  </a:lnTo>
                  <a:lnTo>
                    <a:pt x="106151" y="88615"/>
                  </a:lnTo>
                  <a:lnTo>
                    <a:pt x="105781" y="87513"/>
                  </a:lnTo>
                  <a:lnTo>
                    <a:pt x="104804" y="87018"/>
                  </a:lnTo>
                  <a:lnTo>
                    <a:pt x="103505" y="86971"/>
                  </a:lnTo>
                  <a:lnTo>
                    <a:pt x="101714" y="87162"/>
                  </a:lnTo>
                  <a:lnTo>
                    <a:pt x="101350" y="87494"/>
                  </a:lnTo>
                  <a:lnTo>
                    <a:pt x="101056" y="88849"/>
                  </a:lnTo>
                  <a:lnTo>
                    <a:pt x="100295" y="91156"/>
                  </a:lnTo>
                  <a:lnTo>
                    <a:pt x="99751" y="92461"/>
                  </a:lnTo>
                  <a:lnTo>
                    <a:pt x="100199" y="93256"/>
                  </a:lnTo>
                  <a:lnTo>
                    <a:pt x="100914" y="94921"/>
                  </a:lnTo>
                  <a:lnTo>
                    <a:pt x="102021" y="97038"/>
                  </a:lnTo>
                  <a:lnTo>
                    <a:pt x="103161" y="98917"/>
                  </a:lnTo>
                  <a:lnTo>
                    <a:pt x="103527" y="100070"/>
                  </a:lnTo>
                  <a:lnTo>
                    <a:pt x="103511" y="100890"/>
                  </a:lnTo>
                  <a:lnTo>
                    <a:pt x="102967" y="101857"/>
                  </a:lnTo>
                  <a:lnTo>
                    <a:pt x="103050" y="103799"/>
                  </a:lnTo>
                  <a:lnTo>
                    <a:pt x="104158" y="106365"/>
                  </a:lnTo>
                  <a:lnTo>
                    <a:pt x="103783" y="106770"/>
                  </a:lnTo>
                  <a:lnTo>
                    <a:pt x="103672" y="109915"/>
                  </a:lnTo>
                  <a:lnTo>
                    <a:pt x="103682" y="113276"/>
                  </a:lnTo>
                  <a:lnTo>
                    <a:pt x="103981" y="114088"/>
                  </a:lnTo>
                  <a:lnTo>
                    <a:pt x="104577" y="114756"/>
                  </a:lnTo>
                  <a:lnTo>
                    <a:pt x="105080" y="115984"/>
                  </a:lnTo>
                  <a:lnTo>
                    <a:pt x="105918" y="118786"/>
                  </a:lnTo>
                  <a:lnTo>
                    <a:pt x="105977" y="119517"/>
                  </a:lnTo>
                  <a:lnTo>
                    <a:pt x="103637" y="119310"/>
                  </a:lnTo>
                  <a:lnTo>
                    <a:pt x="100827" y="119390"/>
                  </a:lnTo>
                  <a:lnTo>
                    <a:pt x="99247" y="121019"/>
                  </a:lnTo>
                  <a:lnTo>
                    <a:pt x="98636" y="120644"/>
                  </a:lnTo>
                  <a:lnTo>
                    <a:pt x="97536" y="120230"/>
                  </a:lnTo>
                  <a:lnTo>
                    <a:pt x="96319" y="121139"/>
                  </a:lnTo>
                  <a:lnTo>
                    <a:pt x="94653" y="123891"/>
                  </a:lnTo>
                  <a:lnTo>
                    <a:pt x="93537" y="125602"/>
                  </a:lnTo>
                  <a:lnTo>
                    <a:pt x="92452" y="127997"/>
                  </a:lnTo>
                  <a:lnTo>
                    <a:pt x="92108" y="129298"/>
                  </a:lnTo>
                  <a:lnTo>
                    <a:pt x="91423" y="131695"/>
                  </a:lnTo>
                  <a:lnTo>
                    <a:pt x="90795" y="134432"/>
                  </a:lnTo>
                  <a:lnTo>
                    <a:pt x="91137" y="136348"/>
                  </a:lnTo>
                  <a:lnTo>
                    <a:pt x="91650" y="138128"/>
                  </a:lnTo>
                  <a:lnTo>
                    <a:pt x="91766" y="140046"/>
                  </a:lnTo>
                  <a:lnTo>
                    <a:pt x="92023" y="141551"/>
                  </a:lnTo>
                  <a:lnTo>
                    <a:pt x="91337" y="142646"/>
                  </a:lnTo>
                  <a:lnTo>
                    <a:pt x="90937" y="144221"/>
                  </a:lnTo>
                  <a:lnTo>
                    <a:pt x="89764" y="143947"/>
                  </a:lnTo>
                  <a:lnTo>
                    <a:pt x="88332" y="142434"/>
                  </a:lnTo>
                  <a:lnTo>
                    <a:pt x="88030" y="140245"/>
                  </a:lnTo>
                  <a:lnTo>
                    <a:pt x="86927" y="138720"/>
                  </a:lnTo>
                  <a:lnTo>
                    <a:pt x="86201" y="137932"/>
                  </a:lnTo>
                  <a:lnTo>
                    <a:pt x="85004" y="137809"/>
                  </a:lnTo>
                  <a:lnTo>
                    <a:pt x="83092" y="138519"/>
                  </a:lnTo>
                  <a:lnTo>
                    <a:pt x="80590" y="139065"/>
                  </a:lnTo>
                  <a:lnTo>
                    <a:pt x="78703" y="139212"/>
                  </a:lnTo>
                  <a:lnTo>
                    <a:pt x="77673" y="139987"/>
                  </a:lnTo>
                  <a:lnTo>
                    <a:pt x="76153" y="140748"/>
                  </a:lnTo>
                  <a:lnTo>
                    <a:pt x="75565" y="139848"/>
                  </a:lnTo>
                  <a:lnTo>
                    <a:pt x="74722" y="137367"/>
                  </a:lnTo>
                  <a:lnTo>
                    <a:pt x="74028" y="134896"/>
                  </a:lnTo>
                  <a:lnTo>
                    <a:pt x="73552" y="133813"/>
                  </a:lnTo>
                  <a:lnTo>
                    <a:pt x="73137" y="133510"/>
                  </a:lnTo>
                  <a:lnTo>
                    <a:pt x="72627" y="133572"/>
                  </a:lnTo>
                  <a:lnTo>
                    <a:pt x="72039" y="134355"/>
                  </a:lnTo>
                  <a:lnTo>
                    <a:pt x="71603" y="135158"/>
                  </a:lnTo>
                  <a:lnTo>
                    <a:pt x="70984" y="135442"/>
                  </a:lnTo>
                  <a:lnTo>
                    <a:pt x="70021" y="136091"/>
                  </a:lnTo>
                  <a:lnTo>
                    <a:pt x="69327" y="136973"/>
                  </a:lnTo>
                  <a:lnTo>
                    <a:pt x="68561" y="139246"/>
                  </a:lnTo>
                  <a:lnTo>
                    <a:pt x="68055" y="139085"/>
                  </a:lnTo>
                  <a:lnTo>
                    <a:pt x="67531" y="138563"/>
                  </a:lnTo>
                  <a:lnTo>
                    <a:pt x="66930" y="136019"/>
                  </a:lnTo>
                  <a:lnTo>
                    <a:pt x="66103" y="135433"/>
                  </a:lnTo>
                  <a:lnTo>
                    <a:pt x="64777" y="135399"/>
                  </a:lnTo>
                  <a:lnTo>
                    <a:pt x="63136" y="134860"/>
                  </a:lnTo>
                  <a:lnTo>
                    <a:pt x="61806" y="134091"/>
                  </a:lnTo>
                  <a:lnTo>
                    <a:pt x="61320" y="134275"/>
                  </a:lnTo>
                  <a:lnTo>
                    <a:pt x="60528" y="135357"/>
                  </a:lnTo>
                  <a:lnTo>
                    <a:pt x="59670" y="135513"/>
                  </a:lnTo>
                  <a:lnTo>
                    <a:pt x="57793" y="134549"/>
                  </a:lnTo>
                  <a:lnTo>
                    <a:pt x="57425" y="134990"/>
                  </a:lnTo>
                  <a:lnTo>
                    <a:pt x="56933" y="136417"/>
                  </a:lnTo>
                  <a:lnTo>
                    <a:pt x="56346" y="137794"/>
                  </a:lnTo>
                  <a:lnTo>
                    <a:pt x="55836" y="137929"/>
                  </a:lnTo>
                  <a:lnTo>
                    <a:pt x="55549" y="137576"/>
                  </a:lnTo>
                  <a:lnTo>
                    <a:pt x="55709" y="135139"/>
                  </a:lnTo>
                  <a:lnTo>
                    <a:pt x="54619" y="134276"/>
                  </a:lnTo>
                  <a:lnTo>
                    <a:pt x="52780" y="134143"/>
                  </a:lnTo>
                  <a:lnTo>
                    <a:pt x="51488" y="134497"/>
                  </a:lnTo>
                  <a:lnTo>
                    <a:pt x="50854" y="134400"/>
                  </a:lnTo>
                  <a:lnTo>
                    <a:pt x="50531" y="133922"/>
                  </a:lnTo>
                  <a:lnTo>
                    <a:pt x="48950" y="129831"/>
                  </a:lnTo>
                  <a:lnTo>
                    <a:pt x="48113" y="129571"/>
                  </a:lnTo>
                  <a:lnTo>
                    <a:pt x="46616" y="129773"/>
                  </a:lnTo>
                  <a:lnTo>
                    <a:pt x="44402" y="129280"/>
                  </a:lnTo>
                  <a:lnTo>
                    <a:pt x="41854" y="128358"/>
                  </a:lnTo>
                  <a:lnTo>
                    <a:pt x="40453" y="128017"/>
                  </a:lnTo>
                  <a:lnTo>
                    <a:pt x="39724" y="127101"/>
                  </a:lnTo>
                  <a:lnTo>
                    <a:pt x="38154" y="126788"/>
                  </a:lnTo>
                  <a:lnTo>
                    <a:pt x="33936" y="125059"/>
                  </a:lnTo>
                  <a:lnTo>
                    <a:pt x="32214" y="124755"/>
                  </a:lnTo>
                  <a:lnTo>
                    <a:pt x="29679" y="124727"/>
                  </a:lnTo>
                  <a:lnTo>
                    <a:pt x="25815" y="124344"/>
                  </a:lnTo>
                  <a:lnTo>
                    <a:pt x="23341" y="124557"/>
                  </a:lnTo>
                  <a:lnTo>
                    <a:pt x="22196" y="125130"/>
                  </a:lnTo>
                  <a:lnTo>
                    <a:pt x="20870" y="125485"/>
                  </a:lnTo>
                  <a:lnTo>
                    <a:pt x="18633" y="125805"/>
                  </a:lnTo>
                  <a:lnTo>
                    <a:pt x="17722" y="125769"/>
                  </a:lnTo>
                  <a:lnTo>
                    <a:pt x="16289" y="125960"/>
                  </a:lnTo>
                  <a:lnTo>
                    <a:pt x="14645" y="126418"/>
                  </a:lnTo>
                  <a:lnTo>
                    <a:pt x="14173" y="127278"/>
                  </a:lnTo>
                  <a:lnTo>
                    <a:pt x="13635" y="129161"/>
                  </a:lnTo>
                  <a:lnTo>
                    <a:pt x="11744" y="132413"/>
                  </a:lnTo>
                  <a:lnTo>
                    <a:pt x="9911" y="134580"/>
                  </a:lnTo>
                  <a:lnTo>
                    <a:pt x="9576" y="134765"/>
                  </a:lnTo>
                  <a:lnTo>
                    <a:pt x="8504" y="133615"/>
                  </a:lnTo>
                  <a:lnTo>
                    <a:pt x="7608" y="133227"/>
                  </a:lnTo>
                  <a:lnTo>
                    <a:pt x="6561" y="133103"/>
                  </a:lnTo>
                  <a:lnTo>
                    <a:pt x="5819" y="133471"/>
                  </a:lnTo>
                  <a:lnTo>
                    <a:pt x="5349" y="134013"/>
                  </a:lnTo>
                  <a:lnTo>
                    <a:pt x="5413" y="136528"/>
                  </a:lnTo>
                  <a:lnTo>
                    <a:pt x="5308" y="136749"/>
                  </a:lnTo>
                  <a:lnTo>
                    <a:pt x="4498" y="133765"/>
                  </a:lnTo>
                  <a:lnTo>
                    <a:pt x="4562" y="131066"/>
                  </a:lnTo>
                  <a:lnTo>
                    <a:pt x="5013" y="129525"/>
                  </a:lnTo>
                  <a:lnTo>
                    <a:pt x="5560" y="128138"/>
                  </a:lnTo>
                  <a:lnTo>
                    <a:pt x="5334" y="126056"/>
                  </a:lnTo>
                  <a:lnTo>
                    <a:pt x="5873" y="123302"/>
                  </a:lnTo>
                  <a:lnTo>
                    <a:pt x="5890" y="121311"/>
                  </a:lnTo>
                  <a:lnTo>
                    <a:pt x="5654" y="120448"/>
                  </a:lnTo>
                  <a:lnTo>
                    <a:pt x="5217" y="119458"/>
                  </a:lnTo>
                  <a:lnTo>
                    <a:pt x="4023" y="118356"/>
                  </a:lnTo>
                  <a:lnTo>
                    <a:pt x="3495" y="117494"/>
                  </a:lnTo>
                  <a:lnTo>
                    <a:pt x="1876" y="116345"/>
                  </a:lnTo>
                  <a:lnTo>
                    <a:pt x="269" y="114912"/>
                  </a:lnTo>
                  <a:lnTo>
                    <a:pt x="0" y="114035"/>
                  </a:lnTo>
                  <a:lnTo>
                    <a:pt x="75" y="113433"/>
                  </a:lnTo>
                  <a:lnTo>
                    <a:pt x="357" y="112520"/>
                  </a:lnTo>
                  <a:lnTo>
                    <a:pt x="1582" y="109846"/>
                  </a:lnTo>
                  <a:lnTo>
                    <a:pt x="2910" y="107250"/>
                  </a:lnTo>
                  <a:lnTo>
                    <a:pt x="3757" y="106206"/>
                  </a:lnTo>
                  <a:lnTo>
                    <a:pt x="8263" y="102877"/>
                  </a:lnTo>
                  <a:lnTo>
                    <a:pt x="8960" y="101713"/>
                  </a:lnTo>
                  <a:lnTo>
                    <a:pt x="9135" y="99743"/>
                  </a:lnTo>
                  <a:lnTo>
                    <a:pt x="9146" y="98311"/>
                  </a:lnTo>
                  <a:lnTo>
                    <a:pt x="9060" y="95766"/>
                  </a:lnTo>
                  <a:lnTo>
                    <a:pt x="8786" y="92141"/>
                  </a:lnTo>
                  <a:lnTo>
                    <a:pt x="8441" y="89642"/>
                  </a:lnTo>
                  <a:lnTo>
                    <a:pt x="7578" y="84949"/>
                  </a:lnTo>
                  <a:lnTo>
                    <a:pt x="5229" y="75249"/>
                  </a:lnTo>
                  <a:lnTo>
                    <a:pt x="3820" y="65185"/>
                  </a:lnTo>
                  <a:lnTo>
                    <a:pt x="4738" y="65775"/>
                  </a:lnTo>
                  <a:lnTo>
                    <a:pt x="6892" y="65999"/>
                  </a:lnTo>
                  <a:lnTo>
                    <a:pt x="8606" y="65306"/>
                  </a:lnTo>
                  <a:lnTo>
                    <a:pt x="9493" y="65209"/>
                  </a:lnTo>
                  <a:lnTo>
                    <a:pt x="10283" y="65426"/>
                  </a:lnTo>
                  <a:lnTo>
                    <a:pt x="11461" y="65031"/>
                  </a:lnTo>
                  <a:lnTo>
                    <a:pt x="12539" y="64870"/>
                  </a:lnTo>
                  <a:lnTo>
                    <a:pt x="13098" y="65771"/>
                  </a:lnTo>
                  <a:lnTo>
                    <a:pt x="14102" y="66569"/>
                  </a:lnTo>
                  <a:lnTo>
                    <a:pt x="16083" y="65420"/>
                  </a:lnTo>
                  <a:lnTo>
                    <a:pt x="17838" y="64002"/>
                  </a:lnTo>
                  <a:lnTo>
                    <a:pt x="19658" y="64155"/>
                  </a:lnTo>
                  <a:lnTo>
                    <a:pt x="19918" y="63458"/>
                  </a:lnTo>
                  <a:lnTo>
                    <a:pt x="20367" y="59890"/>
                  </a:lnTo>
                  <a:lnTo>
                    <a:pt x="20908" y="59116"/>
                  </a:lnTo>
                  <a:lnTo>
                    <a:pt x="23087" y="59474"/>
                  </a:lnTo>
                  <a:lnTo>
                    <a:pt x="23893" y="58828"/>
                  </a:lnTo>
                  <a:lnTo>
                    <a:pt x="24733" y="57075"/>
                  </a:lnTo>
                  <a:lnTo>
                    <a:pt x="26019" y="55981"/>
                  </a:lnTo>
                  <a:lnTo>
                    <a:pt x="27092" y="55983"/>
                  </a:lnTo>
                  <a:lnTo>
                    <a:pt x="28209" y="54755"/>
                  </a:lnTo>
                  <a:lnTo>
                    <a:pt x="28758" y="55577"/>
                  </a:lnTo>
                  <a:lnTo>
                    <a:pt x="29026" y="57049"/>
                  </a:lnTo>
                  <a:lnTo>
                    <a:pt x="28656" y="58228"/>
                  </a:lnTo>
                  <a:lnTo>
                    <a:pt x="28816" y="58689"/>
                  </a:lnTo>
                  <a:lnTo>
                    <a:pt x="29590" y="59272"/>
                  </a:lnTo>
                  <a:lnTo>
                    <a:pt x="30917" y="59255"/>
                  </a:lnTo>
                  <a:lnTo>
                    <a:pt x="31764" y="58767"/>
                  </a:lnTo>
                  <a:lnTo>
                    <a:pt x="31961" y="58093"/>
                  </a:lnTo>
                  <a:lnTo>
                    <a:pt x="31959" y="56870"/>
                  </a:lnTo>
                  <a:lnTo>
                    <a:pt x="31750" y="55733"/>
                  </a:lnTo>
                  <a:lnTo>
                    <a:pt x="31188" y="54749"/>
                  </a:lnTo>
                  <a:lnTo>
                    <a:pt x="30131" y="54243"/>
                  </a:lnTo>
                  <a:lnTo>
                    <a:pt x="29398" y="54225"/>
                  </a:lnTo>
                  <a:lnTo>
                    <a:pt x="29273" y="53600"/>
                  </a:lnTo>
                  <a:lnTo>
                    <a:pt x="29522" y="52264"/>
                  </a:lnTo>
                  <a:lnTo>
                    <a:pt x="30173" y="49802"/>
                  </a:lnTo>
                  <a:lnTo>
                    <a:pt x="30973" y="47574"/>
                  </a:lnTo>
                  <a:lnTo>
                    <a:pt x="31462" y="46733"/>
                  </a:lnTo>
                  <a:lnTo>
                    <a:pt x="31547" y="45961"/>
                  </a:lnTo>
                  <a:lnTo>
                    <a:pt x="31452" y="44612"/>
                  </a:lnTo>
                  <a:lnTo>
                    <a:pt x="31434" y="42193"/>
                  </a:lnTo>
                  <a:lnTo>
                    <a:pt x="32154" y="38784"/>
                  </a:lnTo>
                  <a:lnTo>
                    <a:pt x="33122" y="36242"/>
                  </a:lnTo>
                  <a:lnTo>
                    <a:pt x="34420" y="35418"/>
                  </a:lnTo>
                  <a:lnTo>
                    <a:pt x="36005" y="34971"/>
                  </a:lnTo>
                  <a:lnTo>
                    <a:pt x="37020" y="33760"/>
                  </a:lnTo>
                  <a:lnTo>
                    <a:pt x="37521" y="32368"/>
                  </a:lnTo>
                  <a:lnTo>
                    <a:pt x="37712" y="31193"/>
                  </a:lnTo>
                  <a:lnTo>
                    <a:pt x="37953" y="30178"/>
                  </a:lnTo>
                  <a:lnTo>
                    <a:pt x="38459" y="29732"/>
                  </a:lnTo>
                  <a:lnTo>
                    <a:pt x="42277" y="30010"/>
                  </a:lnTo>
                  <a:lnTo>
                    <a:pt x="42860" y="27823"/>
                  </a:lnTo>
                  <a:lnTo>
                    <a:pt x="43188" y="27211"/>
                  </a:lnTo>
                  <a:lnTo>
                    <a:pt x="43920" y="26565"/>
                  </a:lnTo>
                  <a:lnTo>
                    <a:pt x="44430" y="25787"/>
                  </a:lnTo>
                  <a:lnTo>
                    <a:pt x="44238" y="25188"/>
                  </a:lnTo>
                  <a:lnTo>
                    <a:pt x="43265" y="24802"/>
                  </a:lnTo>
                  <a:lnTo>
                    <a:pt x="40970" y="24460"/>
                  </a:lnTo>
                  <a:lnTo>
                    <a:pt x="40505" y="23737"/>
                  </a:lnTo>
                  <a:lnTo>
                    <a:pt x="40652" y="22867"/>
                  </a:lnTo>
                  <a:lnTo>
                    <a:pt x="41266" y="20615"/>
                  </a:lnTo>
                  <a:lnTo>
                    <a:pt x="41850" y="17709"/>
                  </a:lnTo>
                  <a:lnTo>
                    <a:pt x="42149" y="15458"/>
                  </a:lnTo>
                  <a:lnTo>
                    <a:pt x="42183" y="14132"/>
                  </a:lnTo>
                  <a:lnTo>
                    <a:pt x="42512" y="13774"/>
                  </a:lnTo>
                  <a:lnTo>
                    <a:pt x="44383" y="13350"/>
                  </a:lnTo>
                  <a:lnTo>
                    <a:pt x="45007" y="12900"/>
                  </a:lnTo>
                  <a:lnTo>
                    <a:pt x="46618" y="9835"/>
                  </a:lnTo>
                  <a:lnTo>
                    <a:pt x="47846" y="9314"/>
                  </a:lnTo>
                  <a:lnTo>
                    <a:pt x="51013" y="10102"/>
                  </a:lnTo>
                  <a:lnTo>
                    <a:pt x="52469" y="10042"/>
                  </a:lnTo>
                  <a:lnTo>
                    <a:pt x="52864" y="10114"/>
                  </a:lnTo>
                  <a:lnTo>
                    <a:pt x="54315" y="10254"/>
                  </a:lnTo>
                  <a:lnTo>
                    <a:pt x="54472" y="9946"/>
                  </a:lnTo>
                  <a:lnTo>
                    <a:pt x="55124" y="6916"/>
                  </a:lnTo>
                  <a:lnTo>
                    <a:pt x="55765" y="6035"/>
                  </a:lnTo>
                  <a:lnTo>
                    <a:pt x="58258" y="2057"/>
                  </a:lnTo>
                  <a:lnTo>
                    <a:pt x="59933" y="369"/>
                  </a:lnTo>
                  <a:lnTo>
                    <a:pt x="60992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0"/>
            <p:cNvSpPr/>
            <p:nvPr/>
          </p:nvSpPr>
          <p:spPr>
            <a:xfrm>
              <a:off x="2278920" y="3115594"/>
              <a:ext cx="1804" cy="7779"/>
            </a:xfrm>
            <a:custGeom>
              <a:avLst/>
              <a:pathLst>
                <a:path w="1804" h="7779">
                  <a:moveTo>
                    <a:pt x="1010" y="3647"/>
                  </a:moveTo>
                  <a:lnTo>
                    <a:pt x="60" y="7779"/>
                  </a:lnTo>
                  <a:lnTo>
                    <a:pt x="0" y="6599"/>
                  </a:lnTo>
                  <a:lnTo>
                    <a:pt x="395" y="3540"/>
                  </a:lnTo>
                  <a:lnTo>
                    <a:pt x="930" y="2467"/>
                  </a:lnTo>
                  <a:lnTo>
                    <a:pt x="1262" y="1336"/>
                  </a:lnTo>
                  <a:lnTo>
                    <a:pt x="1338" y="0"/>
                  </a:lnTo>
                  <a:lnTo>
                    <a:pt x="1804" y="652"/>
                  </a:lnTo>
                  <a:lnTo>
                    <a:pt x="1686" y="1970"/>
                  </a:lnTo>
                  <a:close/>
                </a:path>
              </a:pathLst>
            </a:custGeom>
            <a:solidFill>
              <a:srgbClr val="F8FBF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1"/>
            <p:cNvSpPr/>
            <p:nvPr/>
          </p:nvSpPr>
          <p:spPr>
            <a:xfrm>
              <a:off x="2278140" y="3097609"/>
              <a:ext cx="1845" cy="7345"/>
            </a:xfrm>
            <a:custGeom>
              <a:avLst/>
              <a:pathLst>
                <a:path w="1845" h="7345">
                  <a:moveTo>
                    <a:pt x="586" y="6795"/>
                  </a:moveTo>
                  <a:lnTo>
                    <a:pt x="0" y="7345"/>
                  </a:lnTo>
                  <a:lnTo>
                    <a:pt x="482" y="5641"/>
                  </a:lnTo>
                  <a:lnTo>
                    <a:pt x="552" y="4546"/>
                  </a:lnTo>
                  <a:lnTo>
                    <a:pt x="1230" y="0"/>
                  </a:lnTo>
                  <a:lnTo>
                    <a:pt x="1717" y="25"/>
                  </a:lnTo>
                  <a:lnTo>
                    <a:pt x="1845" y="429"/>
                  </a:lnTo>
                  <a:close/>
                </a:path>
              </a:pathLst>
            </a:custGeom>
            <a:solidFill>
              <a:srgbClr val="F8FBF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2"/>
            <p:cNvSpPr/>
            <p:nvPr/>
          </p:nvSpPr>
          <p:spPr>
            <a:xfrm>
              <a:off x="2262846" y="3087935"/>
              <a:ext cx="14218" cy="76639"/>
            </a:xfrm>
            <a:custGeom>
              <a:avLst/>
              <a:pathLst>
                <a:path w="14218" h="76639">
                  <a:moveTo>
                    <a:pt x="4238" y="76582"/>
                  </a:moveTo>
                  <a:lnTo>
                    <a:pt x="3706" y="76605"/>
                  </a:lnTo>
                  <a:lnTo>
                    <a:pt x="1529" y="76285"/>
                  </a:lnTo>
                  <a:lnTo>
                    <a:pt x="57" y="76639"/>
                  </a:lnTo>
                  <a:lnTo>
                    <a:pt x="0" y="76469"/>
                  </a:lnTo>
                  <a:lnTo>
                    <a:pt x="121" y="69130"/>
                  </a:lnTo>
                  <a:lnTo>
                    <a:pt x="309" y="57773"/>
                  </a:lnTo>
                  <a:lnTo>
                    <a:pt x="447" y="49445"/>
                  </a:lnTo>
                  <a:lnTo>
                    <a:pt x="581" y="41299"/>
                  </a:lnTo>
                  <a:lnTo>
                    <a:pt x="682" y="35196"/>
                  </a:lnTo>
                  <a:lnTo>
                    <a:pt x="819" y="26891"/>
                  </a:lnTo>
                  <a:lnTo>
                    <a:pt x="938" y="19723"/>
                  </a:lnTo>
                  <a:lnTo>
                    <a:pt x="927" y="17149"/>
                  </a:lnTo>
                  <a:lnTo>
                    <a:pt x="1282" y="15114"/>
                  </a:lnTo>
                  <a:lnTo>
                    <a:pt x="2308" y="14260"/>
                  </a:lnTo>
                  <a:lnTo>
                    <a:pt x="3638" y="16035"/>
                  </a:lnTo>
                  <a:lnTo>
                    <a:pt x="4191" y="16777"/>
                  </a:lnTo>
                  <a:lnTo>
                    <a:pt x="4690" y="16355"/>
                  </a:lnTo>
                  <a:lnTo>
                    <a:pt x="5320" y="15270"/>
                  </a:lnTo>
                  <a:lnTo>
                    <a:pt x="6094" y="12135"/>
                  </a:lnTo>
                  <a:lnTo>
                    <a:pt x="8037" y="5667"/>
                  </a:lnTo>
                  <a:lnTo>
                    <a:pt x="8816" y="1076"/>
                  </a:lnTo>
                  <a:lnTo>
                    <a:pt x="9578" y="164"/>
                  </a:lnTo>
                  <a:lnTo>
                    <a:pt x="10675" y="0"/>
                  </a:lnTo>
                  <a:lnTo>
                    <a:pt x="11622" y="292"/>
                  </a:lnTo>
                  <a:lnTo>
                    <a:pt x="10960" y="3648"/>
                  </a:lnTo>
                  <a:lnTo>
                    <a:pt x="11622" y="4084"/>
                  </a:lnTo>
                  <a:lnTo>
                    <a:pt x="12219" y="3771"/>
                  </a:lnTo>
                  <a:lnTo>
                    <a:pt x="13663" y="3888"/>
                  </a:lnTo>
                  <a:lnTo>
                    <a:pt x="14218" y="7570"/>
                  </a:lnTo>
                  <a:lnTo>
                    <a:pt x="14070" y="10658"/>
                  </a:lnTo>
                  <a:lnTo>
                    <a:pt x="12710" y="18800"/>
                  </a:lnTo>
                  <a:lnTo>
                    <a:pt x="12538" y="21599"/>
                  </a:lnTo>
                  <a:lnTo>
                    <a:pt x="11917" y="25780"/>
                  </a:lnTo>
                  <a:lnTo>
                    <a:pt x="12759" y="28536"/>
                  </a:lnTo>
                  <a:lnTo>
                    <a:pt x="11973" y="32200"/>
                  </a:lnTo>
                  <a:lnTo>
                    <a:pt x="11706" y="34561"/>
                  </a:lnTo>
                  <a:lnTo>
                    <a:pt x="11642" y="38123"/>
                  </a:lnTo>
                  <a:lnTo>
                    <a:pt x="12039" y="44893"/>
                  </a:lnTo>
                  <a:lnTo>
                    <a:pt x="11402" y="54652"/>
                  </a:lnTo>
                  <a:lnTo>
                    <a:pt x="10278" y="58911"/>
                  </a:lnTo>
                  <a:lnTo>
                    <a:pt x="9580" y="60532"/>
                  </a:lnTo>
                  <a:lnTo>
                    <a:pt x="8331" y="64768"/>
                  </a:lnTo>
                  <a:lnTo>
                    <a:pt x="6692" y="66032"/>
                  </a:lnTo>
                  <a:lnTo>
                    <a:pt x="4422" y="72858"/>
                  </a:lnTo>
                  <a:lnTo>
                    <a:pt x="4020" y="74650"/>
                  </a:lnTo>
                  <a:close/>
                </a:path>
              </a:pathLst>
            </a:custGeom>
            <a:solidFill>
              <a:srgbClr val="F8FBF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3"/>
            <p:cNvSpPr/>
            <p:nvPr/>
          </p:nvSpPr>
          <p:spPr>
            <a:xfrm>
              <a:off x="2563625" y="2677068"/>
              <a:ext cx="2400" cy="3761"/>
            </a:xfrm>
            <a:custGeom>
              <a:avLst/>
              <a:pathLst>
                <a:path w="2400" h="3761">
                  <a:moveTo>
                    <a:pt x="1635" y="2761"/>
                  </a:moveTo>
                  <a:lnTo>
                    <a:pt x="527" y="3761"/>
                  </a:lnTo>
                  <a:lnTo>
                    <a:pt x="219" y="3682"/>
                  </a:lnTo>
                  <a:lnTo>
                    <a:pt x="0" y="3340"/>
                  </a:lnTo>
                  <a:lnTo>
                    <a:pt x="1131" y="2340"/>
                  </a:lnTo>
                  <a:lnTo>
                    <a:pt x="2075" y="0"/>
                  </a:lnTo>
                  <a:lnTo>
                    <a:pt x="2400" y="147"/>
                  </a:lnTo>
                  <a:close/>
                </a:path>
              </a:pathLst>
            </a:custGeom>
            <a:solidFill>
              <a:srgbClr val="FFFDF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4"/>
            <p:cNvSpPr/>
            <p:nvPr/>
          </p:nvSpPr>
          <p:spPr>
            <a:xfrm>
              <a:off x="2504605" y="3921004"/>
              <a:ext cx="149929" cy="389493"/>
            </a:xfrm>
            <a:custGeom>
              <a:avLst/>
              <a:pathLst>
                <a:path w="149929" h="389493">
                  <a:moveTo>
                    <a:pt x="141734" y="308911"/>
                  </a:moveTo>
                  <a:lnTo>
                    <a:pt x="141979" y="304011"/>
                  </a:lnTo>
                  <a:lnTo>
                    <a:pt x="141730" y="299758"/>
                  </a:lnTo>
                  <a:lnTo>
                    <a:pt x="141482" y="298664"/>
                  </a:lnTo>
                  <a:lnTo>
                    <a:pt x="137854" y="293588"/>
                  </a:lnTo>
                  <a:lnTo>
                    <a:pt x="134560" y="288983"/>
                  </a:lnTo>
                  <a:lnTo>
                    <a:pt x="130248" y="282955"/>
                  </a:lnTo>
                  <a:lnTo>
                    <a:pt x="124691" y="283119"/>
                  </a:lnTo>
                  <a:lnTo>
                    <a:pt x="118935" y="283289"/>
                  </a:lnTo>
                  <a:lnTo>
                    <a:pt x="113453" y="285985"/>
                  </a:lnTo>
                  <a:lnTo>
                    <a:pt x="108059" y="288637"/>
                  </a:lnTo>
                  <a:lnTo>
                    <a:pt x="105501" y="289892"/>
                  </a:lnTo>
                  <a:lnTo>
                    <a:pt x="100370" y="292417"/>
                  </a:lnTo>
                  <a:lnTo>
                    <a:pt x="97347" y="293565"/>
                  </a:lnTo>
                  <a:lnTo>
                    <a:pt x="96556" y="298416"/>
                  </a:lnTo>
                  <a:lnTo>
                    <a:pt x="95371" y="305682"/>
                  </a:lnTo>
                  <a:lnTo>
                    <a:pt x="94200" y="309927"/>
                  </a:lnTo>
                  <a:lnTo>
                    <a:pt x="92845" y="314385"/>
                  </a:lnTo>
                  <a:lnTo>
                    <a:pt x="90936" y="320667"/>
                  </a:lnTo>
                  <a:lnTo>
                    <a:pt x="90934" y="328300"/>
                  </a:lnTo>
                  <a:lnTo>
                    <a:pt x="90932" y="335546"/>
                  </a:lnTo>
                  <a:lnTo>
                    <a:pt x="89590" y="345761"/>
                  </a:lnTo>
                  <a:lnTo>
                    <a:pt x="88450" y="354435"/>
                  </a:lnTo>
                  <a:lnTo>
                    <a:pt x="87350" y="362809"/>
                  </a:lnTo>
                  <a:lnTo>
                    <a:pt x="86590" y="368581"/>
                  </a:lnTo>
                  <a:lnTo>
                    <a:pt x="86313" y="370049"/>
                  </a:lnTo>
                  <a:lnTo>
                    <a:pt x="86137" y="369585"/>
                  </a:lnTo>
                  <a:lnTo>
                    <a:pt x="85158" y="367868"/>
                  </a:lnTo>
                  <a:lnTo>
                    <a:pt x="84288" y="364610"/>
                  </a:lnTo>
                  <a:lnTo>
                    <a:pt x="83939" y="363063"/>
                  </a:lnTo>
                  <a:lnTo>
                    <a:pt x="78709" y="363161"/>
                  </a:lnTo>
                  <a:lnTo>
                    <a:pt x="73673" y="363271"/>
                  </a:lnTo>
                  <a:lnTo>
                    <a:pt x="73159" y="363958"/>
                  </a:lnTo>
                  <a:lnTo>
                    <a:pt x="72436" y="363949"/>
                  </a:lnTo>
                  <a:lnTo>
                    <a:pt x="71904" y="363306"/>
                  </a:lnTo>
                  <a:lnTo>
                    <a:pt x="71381" y="363358"/>
                  </a:lnTo>
                  <a:lnTo>
                    <a:pt x="70633" y="363990"/>
                  </a:lnTo>
                  <a:lnTo>
                    <a:pt x="69961" y="365288"/>
                  </a:lnTo>
                  <a:lnTo>
                    <a:pt x="68040" y="373954"/>
                  </a:lnTo>
                  <a:lnTo>
                    <a:pt x="67086" y="377662"/>
                  </a:lnTo>
                  <a:lnTo>
                    <a:pt x="66379" y="380972"/>
                  </a:lnTo>
                  <a:lnTo>
                    <a:pt x="65867" y="386645"/>
                  </a:lnTo>
                  <a:lnTo>
                    <a:pt x="65652" y="387600"/>
                  </a:lnTo>
                  <a:lnTo>
                    <a:pt x="65052" y="385632"/>
                  </a:lnTo>
                  <a:lnTo>
                    <a:pt x="64169" y="380441"/>
                  </a:lnTo>
                  <a:lnTo>
                    <a:pt x="63771" y="377486"/>
                  </a:lnTo>
                  <a:lnTo>
                    <a:pt x="63205" y="374124"/>
                  </a:lnTo>
                  <a:lnTo>
                    <a:pt x="62195" y="369905"/>
                  </a:lnTo>
                  <a:lnTo>
                    <a:pt x="61027" y="368627"/>
                  </a:lnTo>
                  <a:lnTo>
                    <a:pt x="60305" y="368205"/>
                  </a:lnTo>
                  <a:lnTo>
                    <a:pt x="59263" y="367397"/>
                  </a:lnTo>
                  <a:lnTo>
                    <a:pt x="57418" y="366385"/>
                  </a:lnTo>
                  <a:lnTo>
                    <a:pt x="56613" y="366180"/>
                  </a:lnTo>
                  <a:lnTo>
                    <a:pt x="51344" y="366044"/>
                  </a:lnTo>
                  <a:lnTo>
                    <a:pt x="50925" y="365937"/>
                  </a:lnTo>
                  <a:lnTo>
                    <a:pt x="48859" y="366402"/>
                  </a:lnTo>
                  <a:lnTo>
                    <a:pt x="47812" y="366087"/>
                  </a:lnTo>
                  <a:lnTo>
                    <a:pt x="46713" y="363727"/>
                  </a:lnTo>
                  <a:lnTo>
                    <a:pt x="44264" y="359583"/>
                  </a:lnTo>
                  <a:lnTo>
                    <a:pt x="43770" y="358270"/>
                  </a:lnTo>
                  <a:lnTo>
                    <a:pt x="42832" y="357402"/>
                  </a:lnTo>
                  <a:lnTo>
                    <a:pt x="42270" y="357309"/>
                  </a:lnTo>
                  <a:lnTo>
                    <a:pt x="41931" y="358135"/>
                  </a:lnTo>
                  <a:lnTo>
                    <a:pt x="41505" y="361591"/>
                  </a:lnTo>
                  <a:lnTo>
                    <a:pt x="41008" y="364714"/>
                  </a:lnTo>
                  <a:lnTo>
                    <a:pt x="40481" y="366506"/>
                  </a:lnTo>
                  <a:lnTo>
                    <a:pt x="38731" y="367825"/>
                  </a:lnTo>
                  <a:lnTo>
                    <a:pt x="37102" y="369213"/>
                  </a:lnTo>
                  <a:lnTo>
                    <a:pt x="36204" y="369536"/>
                  </a:lnTo>
                  <a:lnTo>
                    <a:pt x="35724" y="371103"/>
                  </a:lnTo>
                  <a:lnTo>
                    <a:pt x="35516" y="373281"/>
                  </a:lnTo>
                  <a:lnTo>
                    <a:pt x="35111" y="375249"/>
                  </a:lnTo>
                  <a:lnTo>
                    <a:pt x="32757" y="378210"/>
                  </a:lnTo>
                  <a:lnTo>
                    <a:pt x="32233" y="379462"/>
                  </a:lnTo>
                  <a:lnTo>
                    <a:pt x="31963" y="382377"/>
                  </a:lnTo>
                  <a:lnTo>
                    <a:pt x="30649" y="386010"/>
                  </a:lnTo>
                  <a:lnTo>
                    <a:pt x="30242" y="387424"/>
                  </a:lnTo>
                  <a:lnTo>
                    <a:pt x="28177" y="388414"/>
                  </a:lnTo>
                  <a:lnTo>
                    <a:pt x="25491" y="389493"/>
                  </a:lnTo>
                  <a:lnTo>
                    <a:pt x="23919" y="389418"/>
                  </a:lnTo>
                  <a:lnTo>
                    <a:pt x="22844" y="389132"/>
                  </a:lnTo>
                  <a:lnTo>
                    <a:pt x="22522" y="388489"/>
                  </a:lnTo>
                  <a:lnTo>
                    <a:pt x="21795" y="387461"/>
                  </a:lnTo>
                  <a:lnTo>
                    <a:pt x="21675" y="386316"/>
                  </a:lnTo>
                  <a:lnTo>
                    <a:pt x="21665" y="384691"/>
                  </a:lnTo>
                  <a:lnTo>
                    <a:pt x="21865" y="381777"/>
                  </a:lnTo>
                  <a:lnTo>
                    <a:pt x="21767" y="377722"/>
                  </a:lnTo>
                  <a:lnTo>
                    <a:pt x="20919" y="373004"/>
                  </a:lnTo>
                  <a:lnTo>
                    <a:pt x="20987" y="371484"/>
                  </a:lnTo>
                  <a:lnTo>
                    <a:pt x="20876" y="369172"/>
                  </a:lnTo>
                  <a:lnTo>
                    <a:pt x="20451" y="364832"/>
                  </a:lnTo>
                  <a:lnTo>
                    <a:pt x="19360" y="362636"/>
                  </a:lnTo>
                  <a:lnTo>
                    <a:pt x="19051" y="359026"/>
                  </a:lnTo>
                  <a:lnTo>
                    <a:pt x="18923" y="355846"/>
                  </a:lnTo>
                  <a:lnTo>
                    <a:pt x="18007" y="351873"/>
                  </a:lnTo>
                  <a:lnTo>
                    <a:pt x="17857" y="346811"/>
                  </a:lnTo>
                  <a:lnTo>
                    <a:pt x="17876" y="342468"/>
                  </a:lnTo>
                  <a:lnTo>
                    <a:pt x="16434" y="337427"/>
                  </a:lnTo>
                  <a:lnTo>
                    <a:pt x="14933" y="332066"/>
                  </a:lnTo>
                  <a:lnTo>
                    <a:pt x="13720" y="331338"/>
                  </a:lnTo>
                  <a:lnTo>
                    <a:pt x="13419" y="330698"/>
                  </a:lnTo>
                  <a:lnTo>
                    <a:pt x="13287" y="329157"/>
                  </a:lnTo>
                  <a:lnTo>
                    <a:pt x="13261" y="326773"/>
                  </a:lnTo>
                  <a:lnTo>
                    <a:pt x="13358" y="325325"/>
                  </a:lnTo>
                  <a:lnTo>
                    <a:pt x="14293" y="322979"/>
                  </a:lnTo>
                  <a:lnTo>
                    <a:pt x="14331" y="322615"/>
                  </a:lnTo>
                  <a:lnTo>
                    <a:pt x="14139" y="322130"/>
                  </a:lnTo>
                  <a:lnTo>
                    <a:pt x="11721" y="318613"/>
                  </a:lnTo>
                  <a:lnTo>
                    <a:pt x="11112" y="317597"/>
                  </a:lnTo>
                  <a:lnTo>
                    <a:pt x="10922" y="316345"/>
                  </a:lnTo>
                  <a:lnTo>
                    <a:pt x="10939" y="315216"/>
                  </a:lnTo>
                  <a:lnTo>
                    <a:pt x="11518" y="314062"/>
                  </a:lnTo>
                  <a:lnTo>
                    <a:pt x="11810" y="313208"/>
                  </a:lnTo>
                  <a:lnTo>
                    <a:pt x="11243" y="310700"/>
                  </a:lnTo>
                  <a:lnTo>
                    <a:pt x="11299" y="308432"/>
                  </a:lnTo>
                  <a:lnTo>
                    <a:pt x="10937" y="307460"/>
                  </a:lnTo>
                  <a:lnTo>
                    <a:pt x="10981" y="306730"/>
                  </a:lnTo>
                  <a:lnTo>
                    <a:pt x="11330" y="306103"/>
                  </a:lnTo>
                  <a:lnTo>
                    <a:pt x="12901" y="305373"/>
                  </a:lnTo>
                  <a:lnTo>
                    <a:pt x="13388" y="303073"/>
                  </a:lnTo>
                  <a:lnTo>
                    <a:pt x="13405" y="301160"/>
                  </a:lnTo>
                  <a:lnTo>
                    <a:pt x="13171" y="299807"/>
                  </a:lnTo>
                  <a:lnTo>
                    <a:pt x="11716" y="296385"/>
                  </a:lnTo>
                  <a:lnTo>
                    <a:pt x="11690" y="295805"/>
                  </a:lnTo>
                  <a:lnTo>
                    <a:pt x="13208" y="291049"/>
                  </a:lnTo>
                  <a:lnTo>
                    <a:pt x="14298" y="287924"/>
                  </a:lnTo>
                  <a:lnTo>
                    <a:pt x="14595" y="287286"/>
                  </a:lnTo>
                  <a:lnTo>
                    <a:pt x="14505" y="286611"/>
                  </a:lnTo>
                  <a:lnTo>
                    <a:pt x="14236" y="285783"/>
                  </a:lnTo>
                  <a:lnTo>
                    <a:pt x="13547" y="284576"/>
                  </a:lnTo>
                  <a:lnTo>
                    <a:pt x="12650" y="283263"/>
                  </a:lnTo>
                  <a:lnTo>
                    <a:pt x="11908" y="281659"/>
                  </a:lnTo>
                  <a:lnTo>
                    <a:pt x="10940" y="279290"/>
                  </a:lnTo>
                  <a:lnTo>
                    <a:pt x="9720" y="277256"/>
                  </a:lnTo>
                  <a:lnTo>
                    <a:pt x="8819" y="275241"/>
                  </a:lnTo>
                  <a:lnTo>
                    <a:pt x="8358" y="273550"/>
                  </a:lnTo>
                  <a:lnTo>
                    <a:pt x="8349" y="271828"/>
                  </a:lnTo>
                  <a:lnTo>
                    <a:pt x="8228" y="268971"/>
                  </a:lnTo>
                  <a:lnTo>
                    <a:pt x="7637" y="264339"/>
                  </a:lnTo>
                  <a:lnTo>
                    <a:pt x="7481" y="261203"/>
                  </a:lnTo>
                  <a:lnTo>
                    <a:pt x="7225" y="257743"/>
                  </a:lnTo>
                  <a:lnTo>
                    <a:pt x="6968" y="255486"/>
                  </a:lnTo>
                  <a:lnTo>
                    <a:pt x="6829" y="253293"/>
                  </a:lnTo>
                  <a:lnTo>
                    <a:pt x="6408" y="250930"/>
                  </a:lnTo>
                  <a:lnTo>
                    <a:pt x="6172" y="249204"/>
                  </a:lnTo>
                  <a:lnTo>
                    <a:pt x="6510" y="247984"/>
                  </a:lnTo>
                  <a:lnTo>
                    <a:pt x="6851" y="247037"/>
                  </a:lnTo>
                  <a:lnTo>
                    <a:pt x="6808" y="246440"/>
                  </a:lnTo>
                  <a:lnTo>
                    <a:pt x="4484" y="243909"/>
                  </a:lnTo>
                  <a:lnTo>
                    <a:pt x="4100" y="243268"/>
                  </a:lnTo>
                  <a:lnTo>
                    <a:pt x="3550" y="238201"/>
                  </a:lnTo>
                  <a:lnTo>
                    <a:pt x="1859" y="233705"/>
                  </a:lnTo>
                  <a:lnTo>
                    <a:pt x="1661" y="230318"/>
                  </a:lnTo>
                  <a:lnTo>
                    <a:pt x="1662" y="229002"/>
                  </a:lnTo>
                  <a:lnTo>
                    <a:pt x="1527" y="226892"/>
                  </a:lnTo>
                  <a:lnTo>
                    <a:pt x="1010" y="225236"/>
                  </a:lnTo>
                  <a:lnTo>
                    <a:pt x="244" y="224099"/>
                  </a:lnTo>
                  <a:lnTo>
                    <a:pt x="0" y="222743"/>
                  </a:lnTo>
                  <a:lnTo>
                    <a:pt x="257" y="221314"/>
                  </a:lnTo>
                  <a:lnTo>
                    <a:pt x="1757" y="218495"/>
                  </a:lnTo>
                  <a:lnTo>
                    <a:pt x="2558" y="218010"/>
                  </a:lnTo>
                  <a:lnTo>
                    <a:pt x="2771" y="216582"/>
                  </a:lnTo>
                  <a:lnTo>
                    <a:pt x="3259" y="215439"/>
                  </a:lnTo>
                  <a:lnTo>
                    <a:pt x="4670" y="211290"/>
                  </a:lnTo>
                  <a:lnTo>
                    <a:pt x="5502" y="208557"/>
                  </a:lnTo>
                  <a:lnTo>
                    <a:pt x="6332" y="206921"/>
                  </a:lnTo>
                  <a:lnTo>
                    <a:pt x="7294" y="205775"/>
                  </a:lnTo>
                  <a:lnTo>
                    <a:pt x="7712" y="204826"/>
                  </a:lnTo>
                  <a:lnTo>
                    <a:pt x="7494" y="201885"/>
                  </a:lnTo>
                  <a:lnTo>
                    <a:pt x="7561" y="199914"/>
                  </a:lnTo>
                  <a:lnTo>
                    <a:pt x="7890" y="198665"/>
                  </a:lnTo>
                  <a:lnTo>
                    <a:pt x="8855" y="197346"/>
                  </a:lnTo>
                  <a:lnTo>
                    <a:pt x="9722" y="196333"/>
                  </a:lnTo>
                  <a:lnTo>
                    <a:pt x="9908" y="195834"/>
                  </a:lnTo>
                  <a:lnTo>
                    <a:pt x="9833" y="195092"/>
                  </a:lnTo>
                  <a:lnTo>
                    <a:pt x="9035" y="193589"/>
                  </a:lnTo>
                  <a:lnTo>
                    <a:pt x="7397" y="192282"/>
                  </a:lnTo>
                  <a:lnTo>
                    <a:pt x="6312" y="192409"/>
                  </a:lnTo>
                  <a:lnTo>
                    <a:pt x="5648" y="191252"/>
                  </a:lnTo>
                  <a:lnTo>
                    <a:pt x="5282" y="190256"/>
                  </a:lnTo>
                  <a:lnTo>
                    <a:pt x="3132" y="178076"/>
                  </a:lnTo>
                  <a:lnTo>
                    <a:pt x="2774" y="175231"/>
                  </a:lnTo>
                  <a:lnTo>
                    <a:pt x="2803" y="174131"/>
                  </a:lnTo>
                  <a:lnTo>
                    <a:pt x="4242" y="168103"/>
                  </a:lnTo>
                  <a:lnTo>
                    <a:pt x="4829" y="166138"/>
                  </a:lnTo>
                  <a:lnTo>
                    <a:pt x="5839" y="163293"/>
                  </a:lnTo>
                  <a:lnTo>
                    <a:pt x="5658" y="162173"/>
                  </a:lnTo>
                  <a:lnTo>
                    <a:pt x="3886" y="157452"/>
                  </a:lnTo>
                  <a:lnTo>
                    <a:pt x="3344" y="155207"/>
                  </a:lnTo>
                  <a:lnTo>
                    <a:pt x="3356" y="152976"/>
                  </a:lnTo>
                  <a:lnTo>
                    <a:pt x="3532" y="150252"/>
                  </a:lnTo>
                  <a:lnTo>
                    <a:pt x="4561" y="148792"/>
                  </a:lnTo>
                  <a:lnTo>
                    <a:pt x="4853" y="146582"/>
                  </a:lnTo>
                  <a:lnTo>
                    <a:pt x="5069" y="144394"/>
                  </a:lnTo>
                  <a:lnTo>
                    <a:pt x="5508" y="143670"/>
                  </a:lnTo>
                  <a:lnTo>
                    <a:pt x="5960" y="142441"/>
                  </a:lnTo>
                  <a:lnTo>
                    <a:pt x="6490" y="140649"/>
                  </a:lnTo>
                  <a:lnTo>
                    <a:pt x="7316" y="139091"/>
                  </a:lnTo>
                  <a:lnTo>
                    <a:pt x="7805" y="137899"/>
                  </a:lnTo>
                  <a:lnTo>
                    <a:pt x="7912" y="134583"/>
                  </a:lnTo>
                  <a:lnTo>
                    <a:pt x="8316" y="133677"/>
                  </a:lnTo>
                  <a:lnTo>
                    <a:pt x="9444" y="132627"/>
                  </a:lnTo>
                  <a:lnTo>
                    <a:pt x="9560" y="131767"/>
                  </a:lnTo>
                  <a:lnTo>
                    <a:pt x="9304" y="129539"/>
                  </a:lnTo>
                  <a:lnTo>
                    <a:pt x="8739" y="127184"/>
                  </a:lnTo>
                  <a:lnTo>
                    <a:pt x="8285" y="126042"/>
                  </a:lnTo>
                  <a:lnTo>
                    <a:pt x="7683" y="120259"/>
                  </a:lnTo>
                  <a:lnTo>
                    <a:pt x="7053" y="117379"/>
                  </a:lnTo>
                  <a:lnTo>
                    <a:pt x="7315" y="116231"/>
                  </a:lnTo>
                  <a:lnTo>
                    <a:pt x="7751" y="114768"/>
                  </a:lnTo>
                  <a:lnTo>
                    <a:pt x="8172" y="111870"/>
                  </a:lnTo>
                  <a:lnTo>
                    <a:pt x="8310" y="108500"/>
                  </a:lnTo>
                  <a:lnTo>
                    <a:pt x="8208" y="96097"/>
                  </a:lnTo>
                  <a:lnTo>
                    <a:pt x="8231" y="93659"/>
                  </a:lnTo>
                  <a:lnTo>
                    <a:pt x="8785" y="91945"/>
                  </a:lnTo>
                  <a:lnTo>
                    <a:pt x="9600" y="89968"/>
                  </a:lnTo>
                  <a:lnTo>
                    <a:pt x="10290" y="89212"/>
                  </a:lnTo>
                  <a:lnTo>
                    <a:pt x="10940" y="87960"/>
                  </a:lnTo>
                  <a:lnTo>
                    <a:pt x="10893" y="85611"/>
                  </a:lnTo>
                  <a:lnTo>
                    <a:pt x="11322" y="84223"/>
                  </a:lnTo>
                  <a:lnTo>
                    <a:pt x="11851" y="82486"/>
                  </a:lnTo>
                  <a:lnTo>
                    <a:pt x="10205" y="75644"/>
                  </a:lnTo>
                  <a:lnTo>
                    <a:pt x="8757" y="69627"/>
                  </a:lnTo>
                  <a:lnTo>
                    <a:pt x="7397" y="63980"/>
                  </a:lnTo>
                  <a:lnTo>
                    <a:pt x="5824" y="57438"/>
                  </a:lnTo>
                  <a:lnTo>
                    <a:pt x="4787" y="53133"/>
                  </a:lnTo>
                  <a:lnTo>
                    <a:pt x="3500" y="47783"/>
                  </a:lnTo>
                  <a:lnTo>
                    <a:pt x="2370" y="43091"/>
                  </a:lnTo>
                  <a:lnTo>
                    <a:pt x="827" y="36679"/>
                  </a:lnTo>
                  <a:lnTo>
                    <a:pt x="2260" y="36572"/>
                  </a:lnTo>
                  <a:lnTo>
                    <a:pt x="5148" y="36794"/>
                  </a:lnTo>
                  <a:lnTo>
                    <a:pt x="7947" y="37937"/>
                  </a:lnTo>
                  <a:lnTo>
                    <a:pt x="9839" y="38433"/>
                  </a:lnTo>
                  <a:lnTo>
                    <a:pt x="10632" y="39423"/>
                  </a:lnTo>
                  <a:lnTo>
                    <a:pt x="10807" y="40990"/>
                  </a:lnTo>
                  <a:lnTo>
                    <a:pt x="11330" y="41723"/>
                  </a:lnTo>
                  <a:lnTo>
                    <a:pt x="11936" y="41437"/>
                  </a:lnTo>
                  <a:lnTo>
                    <a:pt x="12624" y="41331"/>
                  </a:lnTo>
                  <a:lnTo>
                    <a:pt x="14158" y="39723"/>
                  </a:lnTo>
                  <a:lnTo>
                    <a:pt x="15396" y="38659"/>
                  </a:lnTo>
                  <a:lnTo>
                    <a:pt x="16468" y="37372"/>
                  </a:lnTo>
                  <a:lnTo>
                    <a:pt x="17017" y="36128"/>
                  </a:lnTo>
                  <a:lnTo>
                    <a:pt x="18350" y="31753"/>
                  </a:lnTo>
                  <a:lnTo>
                    <a:pt x="19423" y="29332"/>
                  </a:lnTo>
                  <a:lnTo>
                    <a:pt x="20410" y="28484"/>
                  </a:lnTo>
                  <a:lnTo>
                    <a:pt x="22343" y="28140"/>
                  </a:lnTo>
                  <a:lnTo>
                    <a:pt x="22952" y="28827"/>
                  </a:lnTo>
                  <a:lnTo>
                    <a:pt x="23740" y="28741"/>
                  </a:lnTo>
                  <a:lnTo>
                    <a:pt x="24421" y="26253"/>
                  </a:lnTo>
                  <a:lnTo>
                    <a:pt x="25460" y="23506"/>
                  </a:lnTo>
                  <a:lnTo>
                    <a:pt x="27502" y="20075"/>
                  </a:lnTo>
                  <a:lnTo>
                    <a:pt x="28541" y="19131"/>
                  </a:lnTo>
                  <a:lnTo>
                    <a:pt x="29186" y="17931"/>
                  </a:lnTo>
                  <a:lnTo>
                    <a:pt x="30297" y="17758"/>
                  </a:lnTo>
                  <a:lnTo>
                    <a:pt x="31271" y="16503"/>
                  </a:lnTo>
                  <a:lnTo>
                    <a:pt x="35979" y="7831"/>
                  </a:lnTo>
                  <a:lnTo>
                    <a:pt x="37887" y="5598"/>
                  </a:lnTo>
                  <a:lnTo>
                    <a:pt x="39077" y="5191"/>
                  </a:lnTo>
                  <a:lnTo>
                    <a:pt x="40061" y="4660"/>
                  </a:lnTo>
                  <a:lnTo>
                    <a:pt x="41734" y="3416"/>
                  </a:lnTo>
                  <a:lnTo>
                    <a:pt x="45916" y="2216"/>
                  </a:lnTo>
                  <a:lnTo>
                    <a:pt x="48605" y="1714"/>
                  </a:lnTo>
                  <a:lnTo>
                    <a:pt x="49465" y="2914"/>
                  </a:lnTo>
                  <a:lnTo>
                    <a:pt x="50433" y="2571"/>
                  </a:lnTo>
                  <a:lnTo>
                    <a:pt x="51256" y="629"/>
                  </a:lnTo>
                  <a:lnTo>
                    <a:pt x="51937" y="0"/>
                  </a:lnTo>
                  <a:lnTo>
                    <a:pt x="52438" y="57"/>
                  </a:lnTo>
                  <a:lnTo>
                    <a:pt x="53157" y="2357"/>
                  </a:lnTo>
                  <a:lnTo>
                    <a:pt x="53510" y="4793"/>
                  </a:lnTo>
                  <a:lnTo>
                    <a:pt x="53278" y="6651"/>
                  </a:lnTo>
                  <a:lnTo>
                    <a:pt x="53322" y="9352"/>
                  </a:lnTo>
                  <a:lnTo>
                    <a:pt x="53642" y="12893"/>
                  </a:lnTo>
                  <a:lnTo>
                    <a:pt x="53463" y="16032"/>
                  </a:lnTo>
                  <a:lnTo>
                    <a:pt x="52447" y="20147"/>
                  </a:lnTo>
                  <a:lnTo>
                    <a:pt x="51935" y="21824"/>
                  </a:lnTo>
                  <a:lnTo>
                    <a:pt x="51809" y="23549"/>
                  </a:lnTo>
                  <a:lnTo>
                    <a:pt x="51897" y="25878"/>
                  </a:lnTo>
                  <a:lnTo>
                    <a:pt x="52362" y="29676"/>
                  </a:lnTo>
                  <a:lnTo>
                    <a:pt x="53205" y="34936"/>
                  </a:lnTo>
                  <a:lnTo>
                    <a:pt x="53331" y="38837"/>
                  </a:lnTo>
                  <a:lnTo>
                    <a:pt x="52741" y="41365"/>
                  </a:lnTo>
                  <a:lnTo>
                    <a:pt x="52470" y="43550"/>
                  </a:lnTo>
                  <a:lnTo>
                    <a:pt x="52515" y="45382"/>
                  </a:lnTo>
                  <a:lnTo>
                    <a:pt x="52726" y="46672"/>
                  </a:lnTo>
                  <a:lnTo>
                    <a:pt x="53102" y="47414"/>
                  </a:lnTo>
                  <a:lnTo>
                    <a:pt x="53310" y="48882"/>
                  </a:lnTo>
                  <a:lnTo>
                    <a:pt x="53353" y="51081"/>
                  </a:lnTo>
                  <a:lnTo>
                    <a:pt x="53843" y="53205"/>
                  </a:lnTo>
                  <a:lnTo>
                    <a:pt x="54782" y="55260"/>
                  </a:lnTo>
                  <a:lnTo>
                    <a:pt x="55162" y="57219"/>
                  </a:lnTo>
                  <a:lnTo>
                    <a:pt x="54985" y="59086"/>
                  </a:lnTo>
                  <a:lnTo>
                    <a:pt x="55035" y="60252"/>
                  </a:lnTo>
                  <a:lnTo>
                    <a:pt x="55311" y="60714"/>
                  </a:lnTo>
                  <a:lnTo>
                    <a:pt x="55566" y="60336"/>
                  </a:lnTo>
                  <a:lnTo>
                    <a:pt x="55906" y="59825"/>
                  </a:lnTo>
                  <a:lnTo>
                    <a:pt x="56213" y="60007"/>
                  </a:lnTo>
                  <a:lnTo>
                    <a:pt x="56869" y="62612"/>
                  </a:lnTo>
                  <a:lnTo>
                    <a:pt x="56953" y="63143"/>
                  </a:lnTo>
                  <a:lnTo>
                    <a:pt x="57312" y="65290"/>
                  </a:lnTo>
                  <a:lnTo>
                    <a:pt x="57419" y="66921"/>
                  </a:lnTo>
                  <a:lnTo>
                    <a:pt x="58383" y="67830"/>
                  </a:lnTo>
                  <a:lnTo>
                    <a:pt x="59426" y="68548"/>
                  </a:lnTo>
                  <a:lnTo>
                    <a:pt x="59999" y="69408"/>
                  </a:lnTo>
                  <a:lnTo>
                    <a:pt x="61152" y="71982"/>
                  </a:lnTo>
                  <a:lnTo>
                    <a:pt x="62119" y="73679"/>
                  </a:lnTo>
                  <a:lnTo>
                    <a:pt x="63331" y="75070"/>
                  </a:lnTo>
                  <a:lnTo>
                    <a:pt x="63734" y="77292"/>
                  </a:lnTo>
                  <a:lnTo>
                    <a:pt x="64477" y="80648"/>
                  </a:lnTo>
                  <a:lnTo>
                    <a:pt x="66519" y="81935"/>
                  </a:lnTo>
                  <a:lnTo>
                    <a:pt x="68906" y="82578"/>
                  </a:lnTo>
                  <a:lnTo>
                    <a:pt x="70424" y="83305"/>
                  </a:lnTo>
                  <a:lnTo>
                    <a:pt x="72281" y="81525"/>
                  </a:lnTo>
                  <a:lnTo>
                    <a:pt x="73509" y="81779"/>
                  </a:lnTo>
                  <a:lnTo>
                    <a:pt x="74780" y="82988"/>
                  </a:lnTo>
                  <a:lnTo>
                    <a:pt x="75319" y="83807"/>
                  </a:lnTo>
                  <a:lnTo>
                    <a:pt x="76265" y="85536"/>
                  </a:lnTo>
                  <a:lnTo>
                    <a:pt x="77728" y="87749"/>
                  </a:lnTo>
                  <a:lnTo>
                    <a:pt x="78924" y="88572"/>
                  </a:lnTo>
                  <a:lnTo>
                    <a:pt x="79777" y="87339"/>
                  </a:lnTo>
                  <a:lnTo>
                    <a:pt x="80565" y="86909"/>
                  </a:lnTo>
                  <a:lnTo>
                    <a:pt x="81174" y="87426"/>
                  </a:lnTo>
                  <a:lnTo>
                    <a:pt x="81496" y="89827"/>
                  </a:lnTo>
                  <a:lnTo>
                    <a:pt x="81819" y="91457"/>
                  </a:lnTo>
                  <a:lnTo>
                    <a:pt x="82526" y="92684"/>
                  </a:lnTo>
                  <a:lnTo>
                    <a:pt x="84040" y="95835"/>
                  </a:lnTo>
                  <a:lnTo>
                    <a:pt x="84900" y="97122"/>
                  </a:lnTo>
                  <a:lnTo>
                    <a:pt x="85868" y="97035"/>
                  </a:lnTo>
                  <a:lnTo>
                    <a:pt x="87861" y="99101"/>
                  </a:lnTo>
                  <a:lnTo>
                    <a:pt x="89992" y="101116"/>
                  </a:lnTo>
                  <a:lnTo>
                    <a:pt x="91089" y="101447"/>
                  </a:lnTo>
                  <a:lnTo>
                    <a:pt x="92173" y="101153"/>
                  </a:lnTo>
                  <a:lnTo>
                    <a:pt x="92890" y="101923"/>
                  </a:lnTo>
                  <a:lnTo>
                    <a:pt x="93177" y="104353"/>
                  </a:lnTo>
                  <a:lnTo>
                    <a:pt x="95028" y="109207"/>
                  </a:lnTo>
                  <a:lnTo>
                    <a:pt x="95899" y="111103"/>
                  </a:lnTo>
                  <a:lnTo>
                    <a:pt x="96938" y="112733"/>
                  </a:lnTo>
                  <a:lnTo>
                    <a:pt x="99582" y="112710"/>
                  </a:lnTo>
                  <a:lnTo>
                    <a:pt x="100373" y="113195"/>
                  </a:lnTo>
                  <a:lnTo>
                    <a:pt x="101552" y="112762"/>
                  </a:lnTo>
                  <a:lnTo>
                    <a:pt x="105092" y="111934"/>
                  </a:lnTo>
                  <a:lnTo>
                    <a:pt x="105736" y="111674"/>
                  </a:lnTo>
                  <a:lnTo>
                    <a:pt x="107741" y="113792"/>
                  </a:lnTo>
                  <a:lnTo>
                    <a:pt x="110112" y="116834"/>
                  </a:lnTo>
                  <a:lnTo>
                    <a:pt x="111680" y="119226"/>
                  </a:lnTo>
                  <a:lnTo>
                    <a:pt x="112775" y="120542"/>
                  </a:lnTo>
                  <a:lnTo>
                    <a:pt x="113347" y="122686"/>
                  </a:lnTo>
                  <a:lnTo>
                    <a:pt x="113814" y="124919"/>
                  </a:lnTo>
                  <a:lnTo>
                    <a:pt x="114028" y="127320"/>
                  </a:lnTo>
                  <a:lnTo>
                    <a:pt x="113743" y="129707"/>
                  </a:lnTo>
                  <a:lnTo>
                    <a:pt x="113313" y="130665"/>
                  </a:lnTo>
                  <a:lnTo>
                    <a:pt x="113169" y="132211"/>
                  </a:lnTo>
                  <a:lnTo>
                    <a:pt x="113347" y="134526"/>
                  </a:lnTo>
                  <a:lnTo>
                    <a:pt x="114136" y="136586"/>
                  </a:lnTo>
                  <a:lnTo>
                    <a:pt x="114427" y="139125"/>
                  </a:lnTo>
                  <a:lnTo>
                    <a:pt x="114854" y="143610"/>
                  </a:lnTo>
                  <a:lnTo>
                    <a:pt x="115338" y="145029"/>
                  </a:lnTo>
                  <a:lnTo>
                    <a:pt x="115653" y="158924"/>
                  </a:lnTo>
                  <a:lnTo>
                    <a:pt x="114065" y="159042"/>
                  </a:lnTo>
                  <a:lnTo>
                    <a:pt x="111829" y="159207"/>
                  </a:lnTo>
                  <a:lnTo>
                    <a:pt x="112480" y="160531"/>
                  </a:lnTo>
                  <a:lnTo>
                    <a:pt x="114331" y="165705"/>
                  </a:lnTo>
                  <a:lnTo>
                    <a:pt x="116035" y="170472"/>
                  </a:lnTo>
                  <a:lnTo>
                    <a:pt x="116306" y="178128"/>
                  </a:lnTo>
                  <a:lnTo>
                    <a:pt x="116476" y="182953"/>
                  </a:lnTo>
                  <a:lnTo>
                    <a:pt x="116716" y="189754"/>
                  </a:lnTo>
                  <a:lnTo>
                    <a:pt x="116859" y="193808"/>
                  </a:lnTo>
                  <a:lnTo>
                    <a:pt x="121109" y="194175"/>
                  </a:lnTo>
                  <a:lnTo>
                    <a:pt x="126007" y="194596"/>
                  </a:lnTo>
                  <a:lnTo>
                    <a:pt x="131893" y="195104"/>
                  </a:lnTo>
                  <a:lnTo>
                    <a:pt x="137067" y="195548"/>
                  </a:lnTo>
                  <a:lnTo>
                    <a:pt x="137578" y="195502"/>
                  </a:lnTo>
                  <a:lnTo>
                    <a:pt x="138477" y="194948"/>
                  </a:lnTo>
                  <a:lnTo>
                    <a:pt x="139073" y="194230"/>
                  </a:lnTo>
                  <a:lnTo>
                    <a:pt x="139441" y="194253"/>
                  </a:lnTo>
                  <a:lnTo>
                    <a:pt x="139503" y="195895"/>
                  </a:lnTo>
                  <a:lnTo>
                    <a:pt x="139377" y="197972"/>
                  </a:lnTo>
                  <a:lnTo>
                    <a:pt x="139382" y="200353"/>
                  </a:lnTo>
                  <a:lnTo>
                    <a:pt x="137898" y="205062"/>
                  </a:lnTo>
                  <a:lnTo>
                    <a:pt x="137805" y="206554"/>
                  </a:lnTo>
                  <a:lnTo>
                    <a:pt x="138031" y="212761"/>
                  </a:lnTo>
                  <a:lnTo>
                    <a:pt x="138555" y="217779"/>
                  </a:lnTo>
                  <a:lnTo>
                    <a:pt x="138819" y="222321"/>
                  </a:lnTo>
                  <a:lnTo>
                    <a:pt x="139414" y="223735"/>
                  </a:lnTo>
                  <a:lnTo>
                    <a:pt x="141169" y="226128"/>
                  </a:lnTo>
                  <a:lnTo>
                    <a:pt x="143818" y="230554"/>
                  </a:lnTo>
                  <a:lnTo>
                    <a:pt x="144877" y="231128"/>
                  </a:lnTo>
                  <a:lnTo>
                    <a:pt x="145773" y="230531"/>
                  </a:lnTo>
                  <a:lnTo>
                    <a:pt x="146311" y="232332"/>
                  </a:lnTo>
                  <a:lnTo>
                    <a:pt x="146418" y="235249"/>
                  </a:lnTo>
                  <a:lnTo>
                    <a:pt x="147880" y="243392"/>
                  </a:lnTo>
                  <a:lnTo>
                    <a:pt x="148808" y="248561"/>
                  </a:lnTo>
                  <a:lnTo>
                    <a:pt x="149233" y="250358"/>
                  </a:lnTo>
                  <a:lnTo>
                    <a:pt x="149929" y="251290"/>
                  </a:lnTo>
                  <a:lnTo>
                    <a:pt x="149799" y="251960"/>
                  </a:lnTo>
                  <a:lnTo>
                    <a:pt x="149220" y="252231"/>
                  </a:lnTo>
                  <a:lnTo>
                    <a:pt x="148962" y="253201"/>
                  </a:lnTo>
                  <a:lnTo>
                    <a:pt x="148158" y="258984"/>
                  </a:lnTo>
                  <a:lnTo>
                    <a:pt x="147099" y="266613"/>
                  </a:lnTo>
                  <a:lnTo>
                    <a:pt x="146382" y="271963"/>
                  </a:lnTo>
                  <a:lnTo>
                    <a:pt x="147027" y="272050"/>
                  </a:lnTo>
                  <a:lnTo>
                    <a:pt x="147054" y="273533"/>
                  </a:lnTo>
                  <a:lnTo>
                    <a:pt x="147200" y="275798"/>
                  </a:lnTo>
                  <a:lnTo>
                    <a:pt x="146402" y="276078"/>
                  </a:lnTo>
                  <a:lnTo>
                    <a:pt x="146169" y="276889"/>
                  </a:lnTo>
                  <a:lnTo>
                    <a:pt x="145254" y="281278"/>
                  </a:lnTo>
                  <a:lnTo>
                    <a:pt x="144055" y="287032"/>
                  </a:lnTo>
                  <a:lnTo>
                    <a:pt x="142817" y="292974"/>
                  </a:lnTo>
                  <a:lnTo>
                    <a:pt x="142083" y="296497"/>
                  </a:lnTo>
                  <a:lnTo>
                    <a:pt x="143336" y="299103"/>
                  </a:lnTo>
                  <a:lnTo>
                    <a:pt x="145424" y="303443"/>
                  </a:lnTo>
                  <a:lnTo>
                    <a:pt x="145092" y="304649"/>
                  </a:lnTo>
                  <a:lnTo>
                    <a:pt x="144197" y="305249"/>
                  </a:lnTo>
                  <a:lnTo>
                    <a:pt x="143444" y="305676"/>
                  </a:lnTo>
                  <a:lnTo>
                    <a:pt x="142871" y="307307"/>
                  </a:lnTo>
                  <a:lnTo>
                    <a:pt x="142549" y="308510"/>
                  </a:lnTo>
                  <a:close/>
                </a:path>
              </a:pathLst>
            </a:custGeom>
            <a:solidFill>
              <a:srgbClr val="FD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5"/>
            <p:cNvSpPr/>
            <p:nvPr/>
          </p:nvSpPr>
          <p:spPr>
            <a:xfrm>
              <a:off x="2764866" y="4443702"/>
              <a:ext cx="2179" cy="12191"/>
            </a:xfrm>
            <a:custGeom>
              <a:avLst/>
              <a:pathLst>
                <a:path w="2179" h="12191">
                  <a:moveTo>
                    <a:pt x="847" y="10855"/>
                  </a:moveTo>
                  <a:lnTo>
                    <a:pt x="0" y="12191"/>
                  </a:lnTo>
                  <a:lnTo>
                    <a:pt x="153" y="5176"/>
                  </a:lnTo>
                  <a:lnTo>
                    <a:pt x="609" y="2833"/>
                  </a:lnTo>
                  <a:lnTo>
                    <a:pt x="1108" y="1085"/>
                  </a:lnTo>
                  <a:lnTo>
                    <a:pt x="1723" y="0"/>
                  </a:lnTo>
                  <a:lnTo>
                    <a:pt x="2179" y="1532"/>
                  </a:lnTo>
                  <a:lnTo>
                    <a:pt x="1789" y="4925"/>
                  </a:lnTo>
                  <a:lnTo>
                    <a:pt x="713" y="9084"/>
                  </a:lnTo>
                  <a:close/>
                </a:path>
              </a:pathLst>
            </a:custGeom>
            <a:solidFill>
              <a:srgbClr val="EEF5E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6"/>
            <p:cNvSpPr/>
            <p:nvPr/>
          </p:nvSpPr>
          <p:spPr>
            <a:xfrm>
              <a:off x="2763494" y="4407378"/>
              <a:ext cx="2075" cy="7193"/>
            </a:xfrm>
            <a:custGeom>
              <a:avLst/>
              <a:pathLst>
                <a:path w="2075" h="7193">
                  <a:moveTo>
                    <a:pt x="1003" y="6833"/>
                  </a:moveTo>
                  <a:lnTo>
                    <a:pt x="773" y="7193"/>
                  </a:lnTo>
                  <a:lnTo>
                    <a:pt x="0" y="3526"/>
                  </a:lnTo>
                  <a:lnTo>
                    <a:pt x="1555" y="0"/>
                  </a:lnTo>
                  <a:lnTo>
                    <a:pt x="2075" y="1431"/>
                  </a:lnTo>
                  <a:lnTo>
                    <a:pt x="1661" y="4221"/>
                  </a:lnTo>
                  <a:lnTo>
                    <a:pt x="1205" y="6186"/>
                  </a:lnTo>
                  <a:close/>
                </a:path>
              </a:pathLst>
            </a:custGeom>
            <a:solidFill>
              <a:srgbClr val="EEF5E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7"/>
            <p:cNvSpPr/>
            <p:nvPr/>
          </p:nvSpPr>
          <p:spPr>
            <a:xfrm>
              <a:off x="2803158" y="4335196"/>
              <a:ext cx="2693" cy="6316"/>
            </a:xfrm>
            <a:custGeom>
              <a:avLst/>
              <a:pathLst>
                <a:path w="2693" h="6316">
                  <a:moveTo>
                    <a:pt x="2358" y="4775"/>
                  </a:moveTo>
                  <a:lnTo>
                    <a:pt x="2351" y="6316"/>
                  </a:lnTo>
                  <a:lnTo>
                    <a:pt x="1837" y="5531"/>
                  </a:lnTo>
                  <a:lnTo>
                    <a:pt x="475" y="6129"/>
                  </a:lnTo>
                  <a:lnTo>
                    <a:pt x="0" y="4966"/>
                  </a:lnTo>
                  <a:lnTo>
                    <a:pt x="1839" y="0"/>
                  </a:lnTo>
                  <a:lnTo>
                    <a:pt x="2210" y="721"/>
                  </a:lnTo>
                  <a:lnTo>
                    <a:pt x="2496" y="1627"/>
                  </a:lnTo>
                  <a:lnTo>
                    <a:pt x="2693" y="2891"/>
                  </a:lnTo>
                  <a:lnTo>
                    <a:pt x="2481" y="3708"/>
                  </a:lnTo>
                  <a:close/>
                </a:path>
              </a:pathLst>
            </a:custGeom>
            <a:solidFill>
              <a:srgbClr val="EEF5E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8"/>
            <p:cNvSpPr/>
            <p:nvPr/>
          </p:nvSpPr>
          <p:spPr>
            <a:xfrm>
              <a:off x="2816624" y="4315888"/>
              <a:ext cx="3234" cy="4083"/>
            </a:xfrm>
            <a:custGeom>
              <a:avLst/>
              <a:pathLst>
                <a:path w="3234" h="4083">
                  <a:moveTo>
                    <a:pt x="2848" y="2002"/>
                  </a:moveTo>
                  <a:lnTo>
                    <a:pt x="3234" y="2813"/>
                  </a:lnTo>
                  <a:lnTo>
                    <a:pt x="2522" y="2732"/>
                  </a:lnTo>
                  <a:lnTo>
                    <a:pt x="1723" y="3448"/>
                  </a:lnTo>
                  <a:lnTo>
                    <a:pt x="494" y="4083"/>
                  </a:lnTo>
                  <a:lnTo>
                    <a:pt x="0" y="2894"/>
                  </a:lnTo>
                  <a:lnTo>
                    <a:pt x="1061" y="1243"/>
                  </a:lnTo>
                  <a:lnTo>
                    <a:pt x="1447" y="0"/>
                  </a:lnTo>
                  <a:lnTo>
                    <a:pt x="1724" y="259"/>
                  </a:lnTo>
                  <a:lnTo>
                    <a:pt x="2079" y="1157"/>
                  </a:lnTo>
                  <a:close/>
                </a:path>
              </a:pathLst>
            </a:custGeom>
            <a:solidFill>
              <a:srgbClr val="EEF5E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29"/>
            <p:cNvSpPr/>
            <p:nvPr/>
          </p:nvSpPr>
          <p:spPr>
            <a:xfrm>
              <a:off x="2882494" y="4029981"/>
              <a:ext cx="1463" cy="3956"/>
            </a:xfrm>
            <a:custGeom>
              <a:avLst/>
              <a:pathLst>
                <a:path w="1463" h="3956">
                  <a:moveTo>
                    <a:pt x="1463" y="2216"/>
                  </a:moveTo>
                  <a:lnTo>
                    <a:pt x="1039" y="3956"/>
                  </a:lnTo>
                  <a:lnTo>
                    <a:pt x="550" y="3696"/>
                  </a:lnTo>
                  <a:lnTo>
                    <a:pt x="357" y="2530"/>
                  </a:lnTo>
                  <a:lnTo>
                    <a:pt x="0" y="1393"/>
                  </a:lnTo>
                  <a:lnTo>
                    <a:pt x="192" y="504"/>
                  </a:lnTo>
                  <a:lnTo>
                    <a:pt x="518" y="0"/>
                  </a:lnTo>
                  <a:lnTo>
                    <a:pt x="1419" y="77"/>
                  </a:lnTo>
                  <a:close/>
                </a:path>
              </a:pathLst>
            </a:custGeom>
            <a:solidFill>
              <a:srgbClr val="EEF5E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0"/>
            <p:cNvSpPr/>
            <p:nvPr/>
          </p:nvSpPr>
          <p:spPr>
            <a:xfrm>
              <a:off x="2885396" y="4014667"/>
              <a:ext cx="2303" cy="7046"/>
            </a:xfrm>
            <a:custGeom>
              <a:avLst/>
              <a:pathLst>
                <a:path w="2303" h="7046">
                  <a:moveTo>
                    <a:pt x="532" y="6409"/>
                  </a:moveTo>
                  <a:lnTo>
                    <a:pt x="48" y="7046"/>
                  </a:lnTo>
                  <a:lnTo>
                    <a:pt x="0" y="5168"/>
                  </a:lnTo>
                  <a:lnTo>
                    <a:pt x="1259" y="2799"/>
                  </a:lnTo>
                  <a:lnTo>
                    <a:pt x="1466" y="0"/>
                  </a:lnTo>
                  <a:lnTo>
                    <a:pt x="2127" y="1295"/>
                  </a:lnTo>
                  <a:lnTo>
                    <a:pt x="2303" y="2726"/>
                  </a:lnTo>
                  <a:lnTo>
                    <a:pt x="2292" y="3321"/>
                  </a:lnTo>
                  <a:close/>
                </a:path>
              </a:pathLst>
            </a:custGeom>
            <a:solidFill>
              <a:srgbClr val="EEF5E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1"/>
            <p:cNvSpPr/>
            <p:nvPr/>
          </p:nvSpPr>
          <p:spPr>
            <a:xfrm>
              <a:off x="2813692" y="3714372"/>
              <a:ext cx="1435" cy="9456"/>
            </a:xfrm>
            <a:custGeom>
              <a:avLst/>
              <a:pathLst>
                <a:path w="1435" h="9456">
                  <a:moveTo>
                    <a:pt x="1214" y="6561"/>
                  </a:moveTo>
                  <a:lnTo>
                    <a:pt x="0" y="9456"/>
                  </a:lnTo>
                  <a:lnTo>
                    <a:pt x="400" y="6097"/>
                  </a:lnTo>
                  <a:lnTo>
                    <a:pt x="195" y="3783"/>
                  </a:lnTo>
                  <a:lnTo>
                    <a:pt x="353" y="1991"/>
                  </a:lnTo>
                  <a:lnTo>
                    <a:pt x="1182" y="256"/>
                  </a:lnTo>
                  <a:lnTo>
                    <a:pt x="1435" y="0"/>
                  </a:lnTo>
                  <a:lnTo>
                    <a:pt x="1362" y="2132"/>
                  </a:lnTo>
                  <a:lnTo>
                    <a:pt x="1421" y="2787"/>
                  </a:lnTo>
                  <a:close/>
                </a:path>
              </a:pathLst>
            </a:custGeom>
            <a:solidFill>
              <a:srgbClr val="EEF5E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2"/>
            <p:cNvSpPr/>
            <p:nvPr/>
          </p:nvSpPr>
          <p:spPr>
            <a:xfrm>
              <a:off x="2808471" y="3671517"/>
              <a:ext cx="1699" cy="3650"/>
            </a:xfrm>
            <a:custGeom>
              <a:avLst/>
              <a:pathLst>
                <a:path w="1699" h="3650">
                  <a:moveTo>
                    <a:pt x="1699" y="1494"/>
                  </a:moveTo>
                  <a:lnTo>
                    <a:pt x="909" y="2917"/>
                  </a:lnTo>
                  <a:lnTo>
                    <a:pt x="653" y="3650"/>
                  </a:lnTo>
                  <a:lnTo>
                    <a:pt x="0" y="3104"/>
                  </a:lnTo>
                  <a:lnTo>
                    <a:pt x="118" y="2288"/>
                  </a:lnTo>
                  <a:lnTo>
                    <a:pt x="311" y="2371"/>
                  </a:lnTo>
                  <a:lnTo>
                    <a:pt x="520" y="0"/>
                  </a:lnTo>
                  <a:lnTo>
                    <a:pt x="1635" y="282"/>
                  </a:lnTo>
                  <a:close/>
                </a:path>
              </a:pathLst>
            </a:custGeom>
            <a:solidFill>
              <a:srgbClr val="EEF5E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3"/>
            <p:cNvSpPr/>
            <p:nvPr/>
          </p:nvSpPr>
          <p:spPr>
            <a:xfrm>
              <a:off x="2723110" y="3650068"/>
              <a:ext cx="9595" cy="26925"/>
            </a:xfrm>
            <a:custGeom>
              <a:avLst/>
              <a:pathLst>
                <a:path w="9595" h="26925">
                  <a:moveTo>
                    <a:pt x="1306" y="26369"/>
                  </a:moveTo>
                  <a:lnTo>
                    <a:pt x="0" y="26925"/>
                  </a:lnTo>
                  <a:lnTo>
                    <a:pt x="1682" y="19535"/>
                  </a:lnTo>
                  <a:lnTo>
                    <a:pt x="3187" y="16096"/>
                  </a:lnTo>
                  <a:lnTo>
                    <a:pt x="3209" y="9268"/>
                  </a:lnTo>
                  <a:lnTo>
                    <a:pt x="4841" y="3197"/>
                  </a:lnTo>
                  <a:lnTo>
                    <a:pt x="6341" y="724"/>
                  </a:lnTo>
                  <a:lnTo>
                    <a:pt x="8445" y="0"/>
                  </a:lnTo>
                  <a:lnTo>
                    <a:pt x="9595" y="3702"/>
                  </a:lnTo>
                  <a:lnTo>
                    <a:pt x="8169" y="14194"/>
                  </a:lnTo>
                  <a:lnTo>
                    <a:pt x="7752" y="14255"/>
                  </a:lnTo>
                  <a:lnTo>
                    <a:pt x="5839" y="19789"/>
                  </a:lnTo>
                  <a:lnTo>
                    <a:pt x="3710" y="23653"/>
                  </a:lnTo>
                  <a:close/>
                </a:path>
              </a:pathLst>
            </a:custGeom>
            <a:solidFill>
              <a:srgbClr val="EEF5E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4"/>
            <p:cNvSpPr/>
            <p:nvPr/>
          </p:nvSpPr>
          <p:spPr>
            <a:xfrm>
              <a:off x="2737206" y="3637510"/>
              <a:ext cx="29817" cy="49768"/>
            </a:xfrm>
            <a:custGeom>
              <a:avLst/>
              <a:pathLst>
                <a:path w="29817" h="49768">
                  <a:moveTo>
                    <a:pt x="14405" y="3332"/>
                  </a:moveTo>
                  <a:lnTo>
                    <a:pt x="15559" y="3462"/>
                  </a:lnTo>
                  <a:lnTo>
                    <a:pt x="17191" y="2902"/>
                  </a:lnTo>
                  <a:lnTo>
                    <a:pt x="18285" y="1520"/>
                  </a:lnTo>
                  <a:lnTo>
                    <a:pt x="19509" y="1249"/>
                  </a:lnTo>
                  <a:lnTo>
                    <a:pt x="20719" y="1393"/>
                  </a:lnTo>
                  <a:lnTo>
                    <a:pt x="24797" y="2928"/>
                  </a:lnTo>
                  <a:lnTo>
                    <a:pt x="27247" y="3405"/>
                  </a:lnTo>
                  <a:lnTo>
                    <a:pt x="28142" y="3895"/>
                  </a:lnTo>
                  <a:lnTo>
                    <a:pt x="29018" y="4593"/>
                  </a:lnTo>
                  <a:lnTo>
                    <a:pt x="29657" y="5347"/>
                  </a:lnTo>
                  <a:lnTo>
                    <a:pt x="29817" y="6986"/>
                  </a:lnTo>
                  <a:lnTo>
                    <a:pt x="29221" y="9606"/>
                  </a:lnTo>
                  <a:lnTo>
                    <a:pt x="28778" y="12362"/>
                  </a:lnTo>
                  <a:lnTo>
                    <a:pt x="28364" y="16208"/>
                  </a:lnTo>
                  <a:lnTo>
                    <a:pt x="28045" y="16990"/>
                  </a:lnTo>
                  <a:lnTo>
                    <a:pt x="27510" y="16785"/>
                  </a:lnTo>
                  <a:lnTo>
                    <a:pt x="27843" y="20228"/>
                  </a:lnTo>
                  <a:lnTo>
                    <a:pt x="27722" y="21604"/>
                  </a:lnTo>
                  <a:lnTo>
                    <a:pt x="27457" y="22943"/>
                  </a:lnTo>
                  <a:lnTo>
                    <a:pt x="26802" y="25722"/>
                  </a:lnTo>
                  <a:lnTo>
                    <a:pt x="25808" y="29260"/>
                  </a:lnTo>
                  <a:lnTo>
                    <a:pt x="25513" y="30002"/>
                  </a:lnTo>
                  <a:lnTo>
                    <a:pt x="24756" y="31231"/>
                  </a:lnTo>
                  <a:lnTo>
                    <a:pt x="24141" y="32804"/>
                  </a:lnTo>
                  <a:lnTo>
                    <a:pt x="24273" y="34281"/>
                  </a:lnTo>
                  <a:lnTo>
                    <a:pt x="24581" y="35770"/>
                  </a:lnTo>
                  <a:lnTo>
                    <a:pt x="24216" y="37634"/>
                  </a:lnTo>
                  <a:lnTo>
                    <a:pt x="23040" y="40361"/>
                  </a:lnTo>
                  <a:lnTo>
                    <a:pt x="22336" y="41022"/>
                  </a:lnTo>
                  <a:lnTo>
                    <a:pt x="21688" y="41299"/>
                  </a:lnTo>
                  <a:lnTo>
                    <a:pt x="21091" y="41033"/>
                  </a:lnTo>
                  <a:lnTo>
                    <a:pt x="20032" y="38301"/>
                  </a:lnTo>
                  <a:lnTo>
                    <a:pt x="19921" y="40439"/>
                  </a:lnTo>
                  <a:lnTo>
                    <a:pt x="19636" y="42626"/>
                  </a:lnTo>
                  <a:lnTo>
                    <a:pt x="19276" y="43824"/>
                  </a:lnTo>
                  <a:lnTo>
                    <a:pt x="17908" y="43697"/>
                  </a:lnTo>
                  <a:lnTo>
                    <a:pt x="17146" y="42525"/>
                  </a:lnTo>
                  <a:lnTo>
                    <a:pt x="15911" y="41227"/>
                  </a:lnTo>
                  <a:lnTo>
                    <a:pt x="15676" y="44739"/>
                  </a:lnTo>
                  <a:lnTo>
                    <a:pt x="14908" y="47160"/>
                  </a:lnTo>
                  <a:lnTo>
                    <a:pt x="14135" y="47919"/>
                  </a:lnTo>
                  <a:lnTo>
                    <a:pt x="12923" y="48429"/>
                  </a:lnTo>
                  <a:lnTo>
                    <a:pt x="12228" y="49460"/>
                  </a:lnTo>
                  <a:lnTo>
                    <a:pt x="10917" y="48654"/>
                  </a:lnTo>
                  <a:lnTo>
                    <a:pt x="9700" y="47044"/>
                  </a:lnTo>
                  <a:lnTo>
                    <a:pt x="9012" y="46906"/>
                  </a:lnTo>
                  <a:lnTo>
                    <a:pt x="8475" y="48207"/>
                  </a:lnTo>
                  <a:lnTo>
                    <a:pt x="5647" y="48447"/>
                  </a:lnTo>
                  <a:lnTo>
                    <a:pt x="4351" y="49768"/>
                  </a:lnTo>
                  <a:lnTo>
                    <a:pt x="3559" y="49393"/>
                  </a:lnTo>
                  <a:lnTo>
                    <a:pt x="2394" y="46727"/>
                  </a:lnTo>
                  <a:lnTo>
                    <a:pt x="2207" y="44952"/>
                  </a:lnTo>
                  <a:lnTo>
                    <a:pt x="1514" y="41357"/>
                  </a:lnTo>
                  <a:lnTo>
                    <a:pt x="891" y="37086"/>
                  </a:lnTo>
                  <a:lnTo>
                    <a:pt x="448" y="33208"/>
                  </a:lnTo>
                  <a:lnTo>
                    <a:pt x="821" y="29854"/>
                  </a:lnTo>
                  <a:lnTo>
                    <a:pt x="1576" y="29967"/>
                  </a:lnTo>
                  <a:lnTo>
                    <a:pt x="2470" y="30466"/>
                  </a:lnTo>
                  <a:lnTo>
                    <a:pt x="2660" y="30230"/>
                  </a:lnTo>
                  <a:lnTo>
                    <a:pt x="2704" y="29156"/>
                  </a:lnTo>
                  <a:lnTo>
                    <a:pt x="2507" y="28264"/>
                  </a:lnTo>
                  <a:lnTo>
                    <a:pt x="1067" y="28406"/>
                  </a:lnTo>
                  <a:lnTo>
                    <a:pt x="157" y="26415"/>
                  </a:lnTo>
                  <a:lnTo>
                    <a:pt x="0" y="23339"/>
                  </a:lnTo>
                  <a:lnTo>
                    <a:pt x="186" y="16944"/>
                  </a:lnTo>
                  <a:lnTo>
                    <a:pt x="304" y="15631"/>
                  </a:lnTo>
                  <a:lnTo>
                    <a:pt x="939" y="13799"/>
                  </a:lnTo>
                  <a:lnTo>
                    <a:pt x="1147" y="12177"/>
                  </a:lnTo>
                  <a:lnTo>
                    <a:pt x="990" y="10454"/>
                  </a:lnTo>
                  <a:lnTo>
                    <a:pt x="1263" y="7329"/>
                  </a:lnTo>
                  <a:lnTo>
                    <a:pt x="1858" y="4622"/>
                  </a:lnTo>
                  <a:lnTo>
                    <a:pt x="4127" y="1211"/>
                  </a:lnTo>
                  <a:lnTo>
                    <a:pt x="6760" y="0"/>
                  </a:lnTo>
                  <a:close/>
                </a:path>
              </a:pathLst>
            </a:custGeom>
            <a:solidFill>
              <a:srgbClr val="EEF5E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5"/>
            <p:cNvSpPr/>
            <p:nvPr/>
          </p:nvSpPr>
          <p:spPr>
            <a:xfrm>
              <a:off x="2734220" y="3635278"/>
              <a:ext cx="4781" cy="8465"/>
            </a:xfrm>
            <a:custGeom>
              <a:avLst/>
              <a:pathLst>
                <a:path w="4781" h="8465">
                  <a:moveTo>
                    <a:pt x="4753" y="2682"/>
                  </a:moveTo>
                  <a:lnTo>
                    <a:pt x="1378" y="8465"/>
                  </a:lnTo>
                  <a:lnTo>
                    <a:pt x="235" y="6566"/>
                  </a:lnTo>
                  <a:lnTo>
                    <a:pt x="0" y="5466"/>
                  </a:lnTo>
                  <a:lnTo>
                    <a:pt x="194" y="4358"/>
                  </a:lnTo>
                  <a:lnTo>
                    <a:pt x="152" y="3885"/>
                  </a:lnTo>
                  <a:lnTo>
                    <a:pt x="530" y="1903"/>
                  </a:lnTo>
                  <a:lnTo>
                    <a:pt x="2417" y="275"/>
                  </a:lnTo>
                  <a:lnTo>
                    <a:pt x="3366" y="0"/>
                  </a:lnTo>
                  <a:lnTo>
                    <a:pt x="4579" y="506"/>
                  </a:lnTo>
                  <a:lnTo>
                    <a:pt x="4781" y="1920"/>
                  </a:lnTo>
                  <a:close/>
                </a:path>
              </a:pathLst>
            </a:custGeom>
            <a:solidFill>
              <a:srgbClr val="EEF5E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6"/>
            <p:cNvSpPr/>
            <p:nvPr/>
          </p:nvSpPr>
          <p:spPr>
            <a:xfrm>
              <a:off x="2749126" y="3631597"/>
              <a:ext cx="5648" cy="6720"/>
            </a:xfrm>
            <a:custGeom>
              <a:avLst/>
              <a:pathLst>
                <a:path w="5648" h="6720">
                  <a:moveTo>
                    <a:pt x="4765" y="5794"/>
                  </a:moveTo>
                  <a:lnTo>
                    <a:pt x="1496" y="6720"/>
                  </a:lnTo>
                  <a:lnTo>
                    <a:pt x="0" y="5247"/>
                  </a:lnTo>
                  <a:lnTo>
                    <a:pt x="338" y="4005"/>
                  </a:lnTo>
                  <a:lnTo>
                    <a:pt x="1453" y="2025"/>
                  </a:lnTo>
                  <a:lnTo>
                    <a:pt x="2812" y="620"/>
                  </a:lnTo>
                  <a:lnTo>
                    <a:pt x="4030" y="0"/>
                  </a:lnTo>
                  <a:lnTo>
                    <a:pt x="5301" y="782"/>
                  </a:lnTo>
                  <a:lnTo>
                    <a:pt x="5648" y="2441"/>
                  </a:lnTo>
                  <a:lnTo>
                    <a:pt x="5543" y="4112"/>
                  </a:lnTo>
                  <a:close/>
                </a:path>
              </a:pathLst>
            </a:custGeom>
            <a:solidFill>
              <a:srgbClr val="EEF5E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7"/>
            <p:cNvSpPr/>
            <p:nvPr/>
          </p:nvSpPr>
          <p:spPr>
            <a:xfrm>
              <a:off x="2742771" y="3625071"/>
              <a:ext cx="7994" cy="9864"/>
            </a:xfrm>
            <a:custGeom>
              <a:avLst/>
              <a:pathLst>
                <a:path w="7994" h="9864">
                  <a:moveTo>
                    <a:pt x="7488" y="1074"/>
                  </a:moveTo>
                  <a:lnTo>
                    <a:pt x="7994" y="2617"/>
                  </a:lnTo>
                  <a:lnTo>
                    <a:pt x="6245" y="8795"/>
                  </a:lnTo>
                  <a:lnTo>
                    <a:pt x="5281" y="9684"/>
                  </a:lnTo>
                  <a:lnTo>
                    <a:pt x="4227" y="9864"/>
                  </a:lnTo>
                  <a:lnTo>
                    <a:pt x="2862" y="8023"/>
                  </a:lnTo>
                  <a:lnTo>
                    <a:pt x="734" y="8154"/>
                  </a:lnTo>
                  <a:lnTo>
                    <a:pt x="69" y="7717"/>
                  </a:lnTo>
                  <a:lnTo>
                    <a:pt x="0" y="5025"/>
                  </a:lnTo>
                  <a:lnTo>
                    <a:pt x="894" y="2151"/>
                  </a:lnTo>
                  <a:lnTo>
                    <a:pt x="2679" y="2305"/>
                  </a:lnTo>
                  <a:lnTo>
                    <a:pt x="5751" y="0"/>
                  </a:lnTo>
                  <a:close/>
                </a:path>
              </a:pathLst>
            </a:custGeom>
            <a:solidFill>
              <a:srgbClr val="EEF5E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8"/>
            <p:cNvSpPr/>
            <p:nvPr/>
          </p:nvSpPr>
          <p:spPr>
            <a:xfrm>
              <a:off x="2739331" y="3616610"/>
              <a:ext cx="3598" cy="17686"/>
            </a:xfrm>
            <a:custGeom>
              <a:avLst/>
              <a:pathLst>
                <a:path w="3598" h="17686">
                  <a:moveTo>
                    <a:pt x="2440" y="13344"/>
                  </a:moveTo>
                  <a:lnTo>
                    <a:pt x="2220" y="17686"/>
                  </a:lnTo>
                  <a:lnTo>
                    <a:pt x="0" y="15852"/>
                  </a:lnTo>
                  <a:lnTo>
                    <a:pt x="166" y="11408"/>
                  </a:lnTo>
                  <a:lnTo>
                    <a:pt x="1205" y="10163"/>
                  </a:lnTo>
                  <a:lnTo>
                    <a:pt x="2126" y="7799"/>
                  </a:lnTo>
                  <a:lnTo>
                    <a:pt x="2441" y="4902"/>
                  </a:lnTo>
                  <a:lnTo>
                    <a:pt x="2460" y="963"/>
                  </a:lnTo>
                  <a:lnTo>
                    <a:pt x="2801" y="279"/>
                  </a:lnTo>
                  <a:lnTo>
                    <a:pt x="3099" y="0"/>
                  </a:lnTo>
                  <a:lnTo>
                    <a:pt x="3368" y="269"/>
                  </a:lnTo>
                  <a:lnTo>
                    <a:pt x="3472" y="6183"/>
                  </a:lnTo>
                  <a:lnTo>
                    <a:pt x="3598" y="9805"/>
                  </a:lnTo>
                  <a:close/>
                </a:path>
              </a:pathLst>
            </a:custGeom>
            <a:solidFill>
              <a:srgbClr val="EEF5E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39"/>
            <p:cNvSpPr/>
            <p:nvPr/>
          </p:nvSpPr>
          <p:spPr>
            <a:xfrm>
              <a:off x="2743554" y="3615217"/>
              <a:ext cx="3021" cy="8239"/>
            </a:xfrm>
            <a:custGeom>
              <a:avLst/>
              <a:pathLst>
                <a:path w="3021" h="8239">
                  <a:moveTo>
                    <a:pt x="1588" y="7240"/>
                  </a:moveTo>
                  <a:lnTo>
                    <a:pt x="251" y="8239"/>
                  </a:lnTo>
                  <a:lnTo>
                    <a:pt x="1" y="7305"/>
                  </a:lnTo>
                  <a:lnTo>
                    <a:pt x="0" y="3591"/>
                  </a:lnTo>
                  <a:lnTo>
                    <a:pt x="376" y="1553"/>
                  </a:lnTo>
                  <a:lnTo>
                    <a:pt x="2084" y="984"/>
                  </a:lnTo>
                  <a:lnTo>
                    <a:pt x="2258" y="385"/>
                  </a:lnTo>
                  <a:lnTo>
                    <a:pt x="2749" y="0"/>
                  </a:lnTo>
                  <a:lnTo>
                    <a:pt x="3021" y="1276"/>
                  </a:lnTo>
                  <a:lnTo>
                    <a:pt x="2981" y="3405"/>
                  </a:lnTo>
                  <a:close/>
                </a:path>
              </a:pathLst>
            </a:custGeom>
            <a:solidFill>
              <a:srgbClr val="EEF5E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0"/>
            <p:cNvSpPr/>
            <p:nvPr/>
          </p:nvSpPr>
          <p:spPr>
            <a:xfrm>
              <a:off x="2740749" y="3570200"/>
              <a:ext cx="2676" cy="7936"/>
            </a:xfrm>
            <a:custGeom>
              <a:avLst/>
              <a:pathLst>
                <a:path w="2676" h="7936">
                  <a:moveTo>
                    <a:pt x="2591" y="6587"/>
                  </a:moveTo>
                  <a:lnTo>
                    <a:pt x="1359" y="7936"/>
                  </a:lnTo>
                  <a:lnTo>
                    <a:pt x="652" y="7416"/>
                  </a:lnTo>
                  <a:lnTo>
                    <a:pt x="0" y="3898"/>
                  </a:lnTo>
                  <a:lnTo>
                    <a:pt x="221" y="971"/>
                  </a:lnTo>
                  <a:lnTo>
                    <a:pt x="1113" y="0"/>
                  </a:lnTo>
                  <a:lnTo>
                    <a:pt x="1805" y="207"/>
                  </a:lnTo>
                  <a:lnTo>
                    <a:pt x="2060" y="582"/>
                  </a:lnTo>
                  <a:lnTo>
                    <a:pt x="2676" y="5374"/>
                  </a:lnTo>
                  <a:close/>
                </a:path>
              </a:pathLst>
            </a:custGeom>
            <a:solidFill>
              <a:srgbClr val="EEF5E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1"/>
            <p:cNvSpPr/>
            <p:nvPr/>
          </p:nvSpPr>
          <p:spPr>
            <a:xfrm>
              <a:off x="2450849" y="3478702"/>
              <a:ext cx="483678" cy="1152417"/>
            </a:xfrm>
            <a:custGeom>
              <a:avLst/>
              <a:pathLst>
                <a:path w="483678" h="1152417">
                  <a:moveTo>
                    <a:pt x="216184" y="97979"/>
                  </a:moveTo>
                  <a:lnTo>
                    <a:pt x="216554" y="98269"/>
                  </a:lnTo>
                  <a:lnTo>
                    <a:pt x="217380" y="98518"/>
                  </a:lnTo>
                  <a:lnTo>
                    <a:pt x="219339" y="99657"/>
                  </a:lnTo>
                  <a:lnTo>
                    <a:pt x="221896" y="100931"/>
                  </a:lnTo>
                  <a:lnTo>
                    <a:pt x="222594" y="100492"/>
                  </a:lnTo>
                  <a:lnTo>
                    <a:pt x="223010" y="99593"/>
                  </a:lnTo>
                  <a:lnTo>
                    <a:pt x="223109" y="96959"/>
                  </a:lnTo>
                  <a:lnTo>
                    <a:pt x="223186" y="95100"/>
                  </a:lnTo>
                  <a:lnTo>
                    <a:pt x="222611" y="93458"/>
                  </a:lnTo>
                  <a:lnTo>
                    <a:pt x="221894" y="91596"/>
                  </a:lnTo>
                  <a:lnTo>
                    <a:pt x="221233" y="89273"/>
                  </a:lnTo>
                  <a:lnTo>
                    <a:pt x="220442" y="88615"/>
                  </a:lnTo>
                  <a:lnTo>
                    <a:pt x="220545" y="87419"/>
                  </a:lnTo>
                  <a:lnTo>
                    <a:pt x="221058" y="86184"/>
                  </a:lnTo>
                  <a:lnTo>
                    <a:pt x="221585" y="85501"/>
                  </a:lnTo>
                  <a:lnTo>
                    <a:pt x="221890" y="84663"/>
                  </a:lnTo>
                  <a:lnTo>
                    <a:pt x="222222" y="81568"/>
                  </a:lnTo>
                  <a:lnTo>
                    <a:pt x="222443" y="81023"/>
                  </a:lnTo>
                  <a:lnTo>
                    <a:pt x="222666" y="80890"/>
                  </a:lnTo>
                  <a:lnTo>
                    <a:pt x="222932" y="81004"/>
                  </a:lnTo>
                  <a:lnTo>
                    <a:pt x="223453" y="81805"/>
                  </a:lnTo>
                  <a:lnTo>
                    <a:pt x="225466" y="84268"/>
                  </a:lnTo>
                  <a:lnTo>
                    <a:pt x="226350" y="83895"/>
                  </a:lnTo>
                  <a:lnTo>
                    <a:pt x="229726" y="83249"/>
                  </a:lnTo>
                  <a:lnTo>
                    <a:pt x="230237" y="81826"/>
                  </a:lnTo>
                  <a:lnTo>
                    <a:pt x="230952" y="81505"/>
                  </a:lnTo>
                  <a:lnTo>
                    <a:pt x="232165" y="80091"/>
                  </a:lnTo>
                  <a:lnTo>
                    <a:pt x="232645" y="79994"/>
                  </a:lnTo>
                  <a:lnTo>
                    <a:pt x="233073" y="80336"/>
                  </a:lnTo>
                  <a:lnTo>
                    <a:pt x="233614" y="80066"/>
                  </a:lnTo>
                  <a:lnTo>
                    <a:pt x="234410" y="78747"/>
                  </a:lnTo>
                  <a:lnTo>
                    <a:pt x="234745" y="78609"/>
                  </a:lnTo>
                  <a:lnTo>
                    <a:pt x="234871" y="80066"/>
                  </a:lnTo>
                  <a:lnTo>
                    <a:pt x="235388" y="81572"/>
                  </a:lnTo>
                  <a:lnTo>
                    <a:pt x="236011" y="82960"/>
                  </a:lnTo>
                  <a:lnTo>
                    <a:pt x="236312" y="83281"/>
                  </a:lnTo>
                  <a:lnTo>
                    <a:pt x="237358" y="82832"/>
                  </a:lnTo>
                  <a:lnTo>
                    <a:pt x="237909" y="83219"/>
                  </a:lnTo>
                  <a:lnTo>
                    <a:pt x="238147" y="84510"/>
                  </a:lnTo>
                  <a:lnTo>
                    <a:pt x="238215" y="85637"/>
                  </a:lnTo>
                  <a:lnTo>
                    <a:pt x="238654" y="86591"/>
                  </a:lnTo>
                  <a:lnTo>
                    <a:pt x="239217" y="86614"/>
                  </a:lnTo>
                  <a:lnTo>
                    <a:pt x="239517" y="86997"/>
                  </a:lnTo>
                  <a:lnTo>
                    <a:pt x="240028" y="87609"/>
                  </a:lnTo>
                  <a:lnTo>
                    <a:pt x="240465" y="89016"/>
                  </a:lnTo>
                  <a:lnTo>
                    <a:pt x="241477" y="90137"/>
                  </a:lnTo>
                  <a:lnTo>
                    <a:pt x="243205" y="91711"/>
                  </a:lnTo>
                  <a:lnTo>
                    <a:pt x="244008" y="91739"/>
                  </a:lnTo>
                  <a:lnTo>
                    <a:pt x="244756" y="92219"/>
                  </a:lnTo>
                  <a:lnTo>
                    <a:pt x="245216" y="92692"/>
                  </a:lnTo>
                  <a:lnTo>
                    <a:pt x="245714" y="91822"/>
                  </a:lnTo>
                  <a:lnTo>
                    <a:pt x="247482" y="89397"/>
                  </a:lnTo>
                  <a:lnTo>
                    <a:pt x="248344" y="88046"/>
                  </a:lnTo>
                  <a:lnTo>
                    <a:pt x="248925" y="87022"/>
                  </a:lnTo>
                  <a:lnTo>
                    <a:pt x="249360" y="86045"/>
                  </a:lnTo>
                  <a:lnTo>
                    <a:pt x="249687" y="85784"/>
                  </a:lnTo>
                  <a:lnTo>
                    <a:pt x="249904" y="86370"/>
                  </a:lnTo>
                  <a:lnTo>
                    <a:pt x="250095" y="87152"/>
                  </a:lnTo>
                  <a:lnTo>
                    <a:pt x="250724" y="87614"/>
                  </a:lnTo>
                  <a:lnTo>
                    <a:pt x="252202" y="88530"/>
                  </a:lnTo>
                  <a:lnTo>
                    <a:pt x="252880" y="88789"/>
                  </a:lnTo>
                  <a:lnTo>
                    <a:pt x="253832" y="88012"/>
                  </a:lnTo>
                  <a:lnTo>
                    <a:pt x="254644" y="86689"/>
                  </a:lnTo>
                  <a:lnTo>
                    <a:pt x="255034" y="86230"/>
                  </a:lnTo>
                  <a:lnTo>
                    <a:pt x="255638" y="87546"/>
                  </a:lnTo>
                  <a:lnTo>
                    <a:pt x="256049" y="89406"/>
                  </a:lnTo>
                  <a:lnTo>
                    <a:pt x="256325" y="90215"/>
                  </a:lnTo>
                  <a:lnTo>
                    <a:pt x="256939" y="90025"/>
                  </a:lnTo>
                  <a:lnTo>
                    <a:pt x="258146" y="90309"/>
                  </a:lnTo>
                  <a:lnTo>
                    <a:pt x="259041" y="90899"/>
                  </a:lnTo>
                  <a:lnTo>
                    <a:pt x="259595" y="90845"/>
                  </a:lnTo>
                  <a:lnTo>
                    <a:pt x="260352" y="90019"/>
                  </a:lnTo>
                  <a:lnTo>
                    <a:pt x="260760" y="88390"/>
                  </a:lnTo>
                  <a:lnTo>
                    <a:pt x="261834" y="86896"/>
                  </a:lnTo>
                  <a:lnTo>
                    <a:pt x="262855" y="85523"/>
                  </a:lnTo>
                  <a:lnTo>
                    <a:pt x="263441" y="83689"/>
                  </a:lnTo>
                  <a:lnTo>
                    <a:pt x="264307" y="80640"/>
                  </a:lnTo>
                  <a:lnTo>
                    <a:pt x="264597" y="79333"/>
                  </a:lnTo>
                  <a:lnTo>
                    <a:pt x="264656" y="77131"/>
                  </a:lnTo>
                  <a:lnTo>
                    <a:pt x="265876" y="70734"/>
                  </a:lnTo>
                  <a:lnTo>
                    <a:pt x="266338" y="69561"/>
                  </a:lnTo>
                  <a:lnTo>
                    <a:pt x="266610" y="67541"/>
                  </a:lnTo>
                  <a:lnTo>
                    <a:pt x="267100" y="65196"/>
                  </a:lnTo>
                  <a:lnTo>
                    <a:pt x="267100" y="63241"/>
                  </a:lnTo>
                  <a:lnTo>
                    <a:pt x="267455" y="61350"/>
                  </a:lnTo>
                  <a:lnTo>
                    <a:pt x="268154" y="59714"/>
                  </a:lnTo>
                  <a:lnTo>
                    <a:pt x="268670" y="58692"/>
                  </a:lnTo>
                  <a:lnTo>
                    <a:pt x="269494" y="55944"/>
                  </a:lnTo>
                  <a:lnTo>
                    <a:pt x="270068" y="53355"/>
                  </a:lnTo>
                  <a:lnTo>
                    <a:pt x="271507" y="47605"/>
                  </a:lnTo>
                  <a:lnTo>
                    <a:pt x="271617" y="45977"/>
                  </a:lnTo>
                  <a:lnTo>
                    <a:pt x="272188" y="44998"/>
                  </a:lnTo>
                  <a:lnTo>
                    <a:pt x="272378" y="43762"/>
                  </a:lnTo>
                  <a:lnTo>
                    <a:pt x="272988" y="42237"/>
                  </a:lnTo>
                  <a:lnTo>
                    <a:pt x="273630" y="41025"/>
                  </a:lnTo>
                  <a:lnTo>
                    <a:pt x="273904" y="39241"/>
                  </a:lnTo>
                  <a:lnTo>
                    <a:pt x="274375" y="37387"/>
                  </a:lnTo>
                  <a:lnTo>
                    <a:pt x="275407" y="35998"/>
                  </a:lnTo>
                  <a:lnTo>
                    <a:pt x="275788" y="35360"/>
                  </a:lnTo>
                  <a:lnTo>
                    <a:pt x="276957" y="30263"/>
                  </a:lnTo>
                  <a:lnTo>
                    <a:pt x="277090" y="27985"/>
                  </a:lnTo>
                  <a:lnTo>
                    <a:pt x="278146" y="27899"/>
                  </a:lnTo>
                  <a:lnTo>
                    <a:pt x="279804" y="30530"/>
                  </a:lnTo>
                  <a:lnTo>
                    <a:pt x="281127" y="34405"/>
                  </a:lnTo>
                  <a:lnTo>
                    <a:pt x="282899" y="46873"/>
                  </a:lnTo>
                  <a:lnTo>
                    <a:pt x="283194" y="58392"/>
                  </a:lnTo>
                  <a:lnTo>
                    <a:pt x="283913" y="64429"/>
                  </a:lnTo>
                  <a:lnTo>
                    <a:pt x="285973" y="77007"/>
                  </a:lnTo>
                  <a:lnTo>
                    <a:pt x="286105" y="79336"/>
                  </a:lnTo>
                  <a:lnTo>
                    <a:pt x="286436" y="82151"/>
                  </a:lnTo>
                  <a:lnTo>
                    <a:pt x="287086" y="85136"/>
                  </a:lnTo>
                  <a:lnTo>
                    <a:pt x="287805" y="90053"/>
                  </a:lnTo>
                  <a:lnTo>
                    <a:pt x="287832" y="90967"/>
                  </a:lnTo>
                  <a:lnTo>
                    <a:pt x="287365" y="92309"/>
                  </a:lnTo>
                  <a:lnTo>
                    <a:pt x="288049" y="92399"/>
                  </a:lnTo>
                  <a:lnTo>
                    <a:pt x="288669" y="93193"/>
                  </a:lnTo>
                  <a:lnTo>
                    <a:pt x="289074" y="96311"/>
                  </a:lnTo>
                  <a:lnTo>
                    <a:pt x="289586" y="98419"/>
                  </a:lnTo>
                  <a:lnTo>
                    <a:pt x="290518" y="101305"/>
                  </a:lnTo>
                  <a:lnTo>
                    <a:pt x="292426" y="102248"/>
                  </a:lnTo>
                  <a:lnTo>
                    <a:pt x="293866" y="102593"/>
                  </a:lnTo>
                  <a:lnTo>
                    <a:pt x="295506" y="104226"/>
                  </a:lnTo>
                  <a:lnTo>
                    <a:pt x="296710" y="106320"/>
                  </a:lnTo>
                  <a:lnTo>
                    <a:pt x="297642" y="113410"/>
                  </a:lnTo>
                  <a:lnTo>
                    <a:pt x="297337" y="117868"/>
                  </a:lnTo>
                  <a:lnTo>
                    <a:pt x="297428" y="121002"/>
                  </a:lnTo>
                  <a:lnTo>
                    <a:pt x="296946" y="122230"/>
                  </a:lnTo>
                  <a:lnTo>
                    <a:pt x="295598" y="124283"/>
                  </a:lnTo>
                  <a:lnTo>
                    <a:pt x="295304" y="125372"/>
                  </a:lnTo>
                  <a:lnTo>
                    <a:pt x="292547" y="130672"/>
                  </a:lnTo>
                  <a:lnTo>
                    <a:pt x="291945" y="133175"/>
                  </a:lnTo>
                  <a:lnTo>
                    <a:pt x="290467" y="136535"/>
                  </a:lnTo>
                  <a:lnTo>
                    <a:pt x="289004" y="142942"/>
                  </a:lnTo>
                  <a:lnTo>
                    <a:pt x="286863" y="148791"/>
                  </a:lnTo>
                  <a:lnTo>
                    <a:pt x="286107" y="150268"/>
                  </a:lnTo>
                  <a:lnTo>
                    <a:pt x="284949" y="150610"/>
                  </a:lnTo>
                  <a:lnTo>
                    <a:pt x="284247" y="151518"/>
                  </a:lnTo>
                  <a:lnTo>
                    <a:pt x="282583" y="156291"/>
                  </a:lnTo>
                  <a:lnTo>
                    <a:pt x="280350" y="157885"/>
                  </a:lnTo>
                  <a:lnTo>
                    <a:pt x="280144" y="160651"/>
                  </a:lnTo>
                  <a:lnTo>
                    <a:pt x="278853" y="166970"/>
                  </a:lnTo>
                  <a:lnTo>
                    <a:pt x="277717" y="170422"/>
                  </a:lnTo>
                  <a:lnTo>
                    <a:pt x="276992" y="171593"/>
                  </a:lnTo>
                  <a:lnTo>
                    <a:pt x="275170" y="177893"/>
                  </a:lnTo>
                  <a:lnTo>
                    <a:pt x="274937" y="180645"/>
                  </a:lnTo>
                  <a:lnTo>
                    <a:pt x="274948" y="185462"/>
                  </a:lnTo>
                  <a:lnTo>
                    <a:pt x="273733" y="188396"/>
                  </a:lnTo>
                  <a:lnTo>
                    <a:pt x="272468" y="190260"/>
                  </a:lnTo>
                  <a:lnTo>
                    <a:pt x="272309" y="194381"/>
                  </a:lnTo>
                  <a:lnTo>
                    <a:pt x="271738" y="195789"/>
                  </a:lnTo>
                  <a:lnTo>
                    <a:pt x="271248" y="196707"/>
                  </a:lnTo>
                  <a:lnTo>
                    <a:pt x="268672" y="195628"/>
                  </a:lnTo>
                  <a:lnTo>
                    <a:pt x="264672" y="200106"/>
                  </a:lnTo>
                  <a:lnTo>
                    <a:pt x="263305" y="201220"/>
                  </a:lnTo>
                  <a:lnTo>
                    <a:pt x="267672" y="201451"/>
                  </a:lnTo>
                  <a:lnTo>
                    <a:pt x="269074" y="203832"/>
                  </a:lnTo>
                  <a:lnTo>
                    <a:pt x="272148" y="202253"/>
                  </a:lnTo>
                  <a:lnTo>
                    <a:pt x="275866" y="196568"/>
                  </a:lnTo>
                  <a:lnTo>
                    <a:pt x="277286" y="195380"/>
                  </a:lnTo>
                  <a:lnTo>
                    <a:pt x="280171" y="191521"/>
                  </a:lnTo>
                  <a:lnTo>
                    <a:pt x="281344" y="188950"/>
                  </a:lnTo>
                  <a:lnTo>
                    <a:pt x="283483" y="185866"/>
                  </a:lnTo>
                  <a:lnTo>
                    <a:pt x="283939" y="184512"/>
                  </a:lnTo>
                  <a:lnTo>
                    <a:pt x="285137" y="183072"/>
                  </a:lnTo>
                  <a:lnTo>
                    <a:pt x="285787" y="184905"/>
                  </a:lnTo>
                  <a:lnTo>
                    <a:pt x="285837" y="186065"/>
                  </a:lnTo>
                  <a:lnTo>
                    <a:pt x="284854" y="188321"/>
                  </a:lnTo>
                  <a:lnTo>
                    <a:pt x="285110" y="189776"/>
                  </a:lnTo>
                  <a:lnTo>
                    <a:pt x="285758" y="191602"/>
                  </a:lnTo>
                  <a:lnTo>
                    <a:pt x="285993" y="194119"/>
                  </a:lnTo>
                  <a:lnTo>
                    <a:pt x="286078" y="196035"/>
                  </a:lnTo>
                  <a:lnTo>
                    <a:pt x="286480" y="199394"/>
                  </a:lnTo>
                  <a:lnTo>
                    <a:pt x="287802" y="203941"/>
                  </a:lnTo>
                  <a:lnTo>
                    <a:pt x="287847" y="205445"/>
                  </a:lnTo>
                  <a:lnTo>
                    <a:pt x="287665" y="207424"/>
                  </a:lnTo>
                  <a:lnTo>
                    <a:pt x="288298" y="209060"/>
                  </a:lnTo>
                  <a:lnTo>
                    <a:pt x="288954" y="210030"/>
                  </a:lnTo>
                  <a:lnTo>
                    <a:pt x="291205" y="214924"/>
                  </a:lnTo>
                  <a:lnTo>
                    <a:pt x="292967" y="212188"/>
                  </a:lnTo>
                  <a:lnTo>
                    <a:pt x="294049" y="211398"/>
                  </a:lnTo>
                  <a:lnTo>
                    <a:pt x="294742" y="210255"/>
                  </a:lnTo>
                  <a:lnTo>
                    <a:pt x="296190" y="209496"/>
                  </a:lnTo>
                  <a:lnTo>
                    <a:pt x="297378" y="210642"/>
                  </a:lnTo>
                  <a:lnTo>
                    <a:pt x="299641" y="212289"/>
                  </a:lnTo>
                  <a:lnTo>
                    <a:pt x="301297" y="210541"/>
                  </a:lnTo>
                  <a:lnTo>
                    <a:pt x="304650" y="206538"/>
                  </a:lnTo>
                  <a:lnTo>
                    <a:pt x="303601" y="213626"/>
                  </a:lnTo>
                  <a:lnTo>
                    <a:pt x="302842" y="220124"/>
                  </a:lnTo>
                  <a:lnTo>
                    <a:pt x="302264" y="222747"/>
                  </a:lnTo>
                  <a:lnTo>
                    <a:pt x="301692" y="229828"/>
                  </a:lnTo>
                  <a:lnTo>
                    <a:pt x="301125" y="231719"/>
                  </a:lnTo>
                  <a:lnTo>
                    <a:pt x="300666" y="233877"/>
                  </a:lnTo>
                  <a:lnTo>
                    <a:pt x="301414" y="233124"/>
                  </a:lnTo>
                  <a:lnTo>
                    <a:pt x="302055" y="232102"/>
                  </a:lnTo>
                  <a:lnTo>
                    <a:pt x="302875" y="229375"/>
                  </a:lnTo>
                  <a:lnTo>
                    <a:pt x="303490" y="224640"/>
                  </a:lnTo>
                  <a:lnTo>
                    <a:pt x="305916" y="211998"/>
                  </a:lnTo>
                  <a:lnTo>
                    <a:pt x="306610" y="210876"/>
                  </a:lnTo>
                  <a:lnTo>
                    <a:pt x="308628" y="209436"/>
                  </a:lnTo>
                  <a:lnTo>
                    <a:pt x="312099" y="199327"/>
                  </a:lnTo>
                  <a:lnTo>
                    <a:pt x="313456" y="199359"/>
                  </a:lnTo>
                  <a:lnTo>
                    <a:pt x="314325" y="201685"/>
                  </a:lnTo>
                  <a:lnTo>
                    <a:pt x="315148" y="203058"/>
                  </a:lnTo>
                  <a:lnTo>
                    <a:pt x="315358" y="200294"/>
                  </a:lnTo>
                  <a:lnTo>
                    <a:pt x="316544" y="199163"/>
                  </a:lnTo>
                  <a:lnTo>
                    <a:pt x="315289" y="197795"/>
                  </a:lnTo>
                  <a:lnTo>
                    <a:pt x="315084" y="196554"/>
                  </a:lnTo>
                  <a:lnTo>
                    <a:pt x="314965" y="194485"/>
                  </a:lnTo>
                  <a:lnTo>
                    <a:pt x="315818" y="191689"/>
                  </a:lnTo>
                  <a:lnTo>
                    <a:pt x="315310" y="189216"/>
                  </a:lnTo>
                  <a:lnTo>
                    <a:pt x="317078" y="186094"/>
                  </a:lnTo>
                  <a:lnTo>
                    <a:pt x="316941" y="183750"/>
                  </a:lnTo>
                  <a:lnTo>
                    <a:pt x="317572" y="181817"/>
                  </a:lnTo>
                  <a:lnTo>
                    <a:pt x="318370" y="179832"/>
                  </a:lnTo>
                  <a:lnTo>
                    <a:pt x="319275" y="178865"/>
                  </a:lnTo>
                  <a:lnTo>
                    <a:pt x="319440" y="177160"/>
                  </a:lnTo>
                  <a:lnTo>
                    <a:pt x="320011" y="176455"/>
                  </a:lnTo>
                  <a:lnTo>
                    <a:pt x="320458" y="176202"/>
                  </a:lnTo>
                  <a:lnTo>
                    <a:pt x="321342" y="178109"/>
                  </a:lnTo>
                  <a:lnTo>
                    <a:pt x="322299" y="175855"/>
                  </a:lnTo>
                  <a:lnTo>
                    <a:pt x="323233" y="174972"/>
                  </a:lnTo>
                  <a:lnTo>
                    <a:pt x="323652" y="175365"/>
                  </a:lnTo>
                  <a:lnTo>
                    <a:pt x="324173" y="176360"/>
                  </a:lnTo>
                  <a:lnTo>
                    <a:pt x="324721" y="176784"/>
                  </a:lnTo>
                  <a:lnTo>
                    <a:pt x="325166" y="176606"/>
                  </a:lnTo>
                  <a:lnTo>
                    <a:pt x="326323" y="175163"/>
                  </a:lnTo>
                  <a:lnTo>
                    <a:pt x="327392" y="177486"/>
                  </a:lnTo>
                  <a:lnTo>
                    <a:pt x="328034" y="177999"/>
                  </a:lnTo>
                  <a:lnTo>
                    <a:pt x="327858" y="176698"/>
                  </a:lnTo>
                  <a:lnTo>
                    <a:pt x="327519" y="175489"/>
                  </a:lnTo>
                  <a:lnTo>
                    <a:pt x="327782" y="174505"/>
                  </a:lnTo>
                  <a:lnTo>
                    <a:pt x="328288" y="173884"/>
                  </a:lnTo>
                  <a:lnTo>
                    <a:pt x="329885" y="174438"/>
                  </a:lnTo>
                  <a:lnTo>
                    <a:pt x="330725" y="175474"/>
                  </a:lnTo>
                  <a:lnTo>
                    <a:pt x="331634" y="177393"/>
                  </a:lnTo>
                  <a:lnTo>
                    <a:pt x="332896" y="177535"/>
                  </a:lnTo>
                  <a:lnTo>
                    <a:pt x="333887" y="177333"/>
                  </a:lnTo>
                  <a:lnTo>
                    <a:pt x="334512" y="178412"/>
                  </a:lnTo>
                  <a:lnTo>
                    <a:pt x="335529" y="178406"/>
                  </a:lnTo>
                  <a:lnTo>
                    <a:pt x="336039" y="180086"/>
                  </a:lnTo>
                  <a:lnTo>
                    <a:pt x="337588" y="182446"/>
                  </a:lnTo>
                  <a:lnTo>
                    <a:pt x="337923" y="184048"/>
                  </a:lnTo>
                  <a:lnTo>
                    <a:pt x="339169" y="184824"/>
                  </a:lnTo>
                  <a:lnTo>
                    <a:pt x="340336" y="185805"/>
                  </a:lnTo>
                  <a:lnTo>
                    <a:pt x="341581" y="186073"/>
                  </a:lnTo>
                  <a:lnTo>
                    <a:pt x="342836" y="185840"/>
                  </a:lnTo>
                  <a:lnTo>
                    <a:pt x="342887" y="187865"/>
                  </a:lnTo>
                  <a:lnTo>
                    <a:pt x="343807" y="188414"/>
                  </a:lnTo>
                  <a:lnTo>
                    <a:pt x="344989" y="187961"/>
                  </a:lnTo>
                  <a:lnTo>
                    <a:pt x="345882" y="190454"/>
                  </a:lnTo>
                  <a:lnTo>
                    <a:pt x="348269" y="192327"/>
                  </a:lnTo>
                  <a:lnTo>
                    <a:pt x="349923" y="195195"/>
                  </a:lnTo>
                  <a:lnTo>
                    <a:pt x="351007" y="194687"/>
                  </a:lnTo>
                  <a:lnTo>
                    <a:pt x="352221" y="195443"/>
                  </a:lnTo>
                  <a:lnTo>
                    <a:pt x="353523" y="201682"/>
                  </a:lnTo>
                  <a:lnTo>
                    <a:pt x="353818" y="206111"/>
                  </a:lnTo>
                  <a:lnTo>
                    <a:pt x="354398" y="205500"/>
                  </a:lnTo>
                  <a:lnTo>
                    <a:pt x="354936" y="203517"/>
                  </a:lnTo>
                  <a:lnTo>
                    <a:pt x="355633" y="199899"/>
                  </a:lnTo>
                  <a:lnTo>
                    <a:pt x="356937" y="198698"/>
                  </a:lnTo>
                  <a:lnTo>
                    <a:pt x="357561" y="200089"/>
                  </a:lnTo>
                  <a:lnTo>
                    <a:pt x="358870" y="202317"/>
                  </a:lnTo>
                  <a:lnTo>
                    <a:pt x="359997" y="204764"/>
                  </a:lnTo>
                  <a:lnTo>
                    <a:pt x="360473" y="206333"/>
                  </a:lnTo>
                  <a:lnTo>
                    <a:pt x="361321" y="206590"/>
                  </a:lnTo>
                  <a:lnTo>
                    <a:pt x="360613" y="208521"/>
                  </a:lnTo>
                  <a:lnTo>
                    <a:pt x="361323" y="208327"/>
                  </a:lnTo>
                  <a:lnTo>
                    <a:pt x="362183" y="206954"/>
                  </a:lnTo>
                  <a:lnTo>
                    <a:pt x="362918" y="209791"/>
                  </a:lnTo>
                  <a:lnTo>
                    <a:pt x="363472" y="212878"/>
                  </a:lnTo>
                  <a:lnTo>
                    <a:pt x="363583" y="216023"/>
                  </a:lnTo>
                  <a:lnTo>
                    <a:pt x="363062" y="217830"/>
                  </a:lnTo>
                  <a:lnTo>
                    <a:pt x="362602" y="218961"/>
                  </a:lnTo>
                  <a:lnTo>
                    <a:pt x="362092" y="221189"/>
                  </a:lnTo>
                  <a:lnTo>
                    <a:pt x="361489" y="221590"/>
                  </a:lnTo>
                  <a:lnTo>
                    <a:pt x="360886" y="222311"/>
                  </a:lnTo>
                  <a:lnTo>
                    <a:pt x="361574" y="223933"/>
                  </a:lnTo>
                  <a:lnTo>
                    <a:pt x="362045" y="225494"/>
                  </a:lnTo>
                  <a:lnTo>
                    <a:pt x="363075" y="221275"/>
                  </a:lnTo>
                  <a:lnTo>
                    <a:pt x="363798" y="220089"/>
                  </a:lnTo>
                  <a:lnTo>
                    <a:pt x="364846" y="219431"/>
                  </a:lnTo>
                  <a:lnTo>
                    <a:pt x="365391" y="222433"/>
                  </a:lnTo>
                  <a:lnTo>
                    <a:pt x="365508" y="225266"/>
                  </a:lnTo>
                  <a:lnTo>
                    <a:pt x="363801" y="226446"/>
                  </a:lnTo>
                  <a:lnTo>
                    <a:pt x="363795" y="228686"/>
                  </a:lnTo>
                  <a:lnTo>
                    <a:pt x="363284" y="229955"/>
                  </a:lnTo>
                  <a:lnTo>
                    <a:pt x="362951" y="231410"/>
                  </a:lnTo>
                  <a:lnTo>
                    <a:pt x="362682" y="234466"/>
                  </a:lnTo>
                  <a:lnTo>
                    <a:pt x="362335" y="236996"/>
                  </a:lnTo>
                  <a:lnTo>
                    <a:pt x="361318" y="248219"/>
                  </a:lnTo>
                  <a:lnTo>
                    <a:pt x="361297" y="250065"/>
                  </a:lnTo>
                  <a:lnTo>
                    <a:pt x="362536" y="248089"/>
                  </a:lnTo>
                  <a:lnTo>
                    <a:pt x="364820" y="242372"/>
                  </a:lnTo>
                  <a:lnTo>
                    <a:pt x="365516" y="236284"/>
                  </a:lnTo>
                  <a:lnTo>
                    <a:pt x="366417" y="230279"/>
                  </a:lnTo>
                  <a:lnTo>
                    <a:pt x="367398" y="228391"/>
                  </a:lnTo>
                  <a:lnTo>
                    <a:pt x="368006" y="228389"/>
                  </a:lnTo>
                  <a:lnTo>
                    <a:pt x="368917" y="229046"/>
                  </a:lnTo>
                  <a:lnTo>
                    <a:pt x="368969" y="231014"/>
                  </a:lnTo>
                  <a:lnTo>
                    <a:pt x="368829" y="232151"/>
                  </a:lnTo>
                  <a:lnTo>
                    <a:pt x="367855" y="235138"/>
                  </a:lnTo>
                  <a:lnTo>
                    <a:pt x="367441" y="236774"/>
                  </a:lnTo>
                  <a:lnTo>
                    <a:pt x="367842" y="238387"/>
                  </a:lnTo>
                  <a:lnTo>
                    <a:pt x="370056" y="233441"/>
                  </a:lnTo>
                  <a:lnTo>
                    <a:pt x="371047" y="231707"/>
                  </a:lnTo>
                  <a:lnTo>
                    <a:pt x="371892" y="232059"/>
                  </a:lnTo>
                  <a:lnTo>
                    <a:pt x="373568" y="229776"/>
                  </a:lnTo>
                  <a:lnTo>
                    <a:pt x="376943" y="229300"/>
                  </a:lnTo>
                  <a:lnTo>
                    <a:pt x="377196" y="226689"/>
                  </a:lnTo>
                  <a:lnTo>
                    <a:pt x="377869" y="225578"/>
                  </a:lnTo>
                  <a:lnTo>
                    <a:pt x="379725" y="225872"/>
                  </a:lnTo>
                  <a:lnTo>
                    <a:pt x="383340" y="228207"/>
                  </a:lnTo>
                  <a:lnTo>
                    <a:pt x="384629" y="230114"/>
                  </a:lnTo>
                  <a:lnTo>
                    <a:pt x="386559" y="231889"/>
                  </a:lnTo>
                  <a:lnTo>
                    <a:pt x="387575" y="233998"/>
                  </a:lnTo>
                  <a:lnTo>
                    <a:pt x="391819" y="237868"/>
                  </a:lnTo>
                  <a:lnTo>
                    <a:pt x="394901" y="238283"/>
                  </a:lnTo>
                  <a:lnTo>
                    <a:pt x="396427" y="236526"/>
                  </a:lnTo>
                  <a:lnTo>
                    <a:pt x="398331" y="238367"/>
                  </a:lnTo>
                  <a:lnTo>
                    <a:pt x="399340" y="240427"/>
                  </a:lnTo>
                  <a:lnTo>
                    <a:pt x="401317" y="241547"/>
                  </a:lnTo>
                  <a:lnTo>
                    <a:pt x="403312" y="242130"/>
                  </a:lnTo>
                  <a:lnTo>
                    <a:pt x="404838" y="240650"/>
                  </a:lnTo>
                  <a:lnTo>
                    <a:pt x="408774" y="240162"/>
                  </a:lnTo>
                  <a:lnTo>
                    <a:pt x="413723" y="237975"/>
                  </a:lnTo>
                  <a:lnTo>
                    <a:pt x="416674" y="238494"/>
                  </a:lnTo>
                  <a:lnTo>
                    <a:pt x="420014" y="239922"/>
                  </a:lnTo>
                  <a:lnTo>
                    <a:pt x="422394" y="243596"/>
                  </a:lnTo>
                  <a:lnTo>
                    <a:pt x="424398" y="245676"/>
                  </a:lnTo>
                  <a:lnTo>
                    <a:pt x="425611" y="247725"/>
                  </a:lnTo>
                  <a:lnTo>
                    <a:pt x="427566" y="249846"/>
                  </a:lnTo>
                  <a:lnTo>
                    <a:pt x="431741" y="255545"/>
                  </a:lnTo>
                  <a:lnTo>
                    <a:pt x="433202" y="258841"/>
                  </a:lnTo>
                  <a:lnTo>
                    <a:pt x="435790" y="263331"/>
                  </a:lnTo>
                  <a:lnTo>
                    <a:pt x="438387" y="265215"/>
                  </a:lnTo>
                  <a:lnTo>
                    <a:pt x="439792" y="269913"/>
                  </a:lnTo>
                  <a:lnTo>
                    <a:pt x="440903" y="272028"/>
                  </a:lnTo>
                  <a:lnTo>
                    <a:pt x="443656" y="279958"/>
                  </a:lnTo>
                  <a:lnTo>
                    <a:pt x="446780" y="285510"/>
                  </a:lnTo>
                  <a:lnTo>
                    <a:pt x="448869" y="291059"/>
                  </a:lnTo>
                  <a:lnTo>
                    <a:pt x="452878" y="294634"/>
                  </a:lnTo>
                  <a:lnTo>
                    <a:pt x="454443" y="300524"/>
                  </a:lnTo>
                  <a:lnTo>
                    <a:pt x="457155" y="301242"/>
                  </a:lnTo>
                  <a:lnTo>
                    <a:pt x="458312" y="302125"/>
                  </a:lnTo>
                  <a:lnTo>
                    <a:pt x="459716" y="304610"/>
                  </a:lnTo>
                  <a:lnTo>
                    <a:pt x="461648" y="305995"/>
                  </a:lnTo>
                  <a:lnTo>
                    <a:pt x="464166" y="305603"/>
                  </a:lnTo>
                  <a:lnTo>
                    <a:pt x="466942" y="305883"/>
                  </a:lnTo>
                  <a:lnTo>
                    <a:pt x="469186" y="304720"/>
                  </a:lnTo>
                  <a:lnTo>
                    <a:pt x="474498" y="306936"/>
                  </a:lnTo>
                  <a:lnTo>
                    <a:pt x="475334" y="308018"/>
                  </a:lnTo>
                  <a:lnTo>
                    <a:pt x="476433" y="310526"/>
                  </a:lnTo>
                  <a:lnTo>
                    <a:pt x="478372" y="319858"/>
                  </a:lnTo>
                  <a:lnTo>
                    <a:pt x="479529" y="330214"/>
                  </a:lnTo>
                  <a:lnTo>
                    <a:pt x="480100" y="338138"/>
                  </a:lnTo>
                  <a:lnTo>
                    <a:pt x="481424" y="344296"/>
                  </a:lnTo>
                  <a:lnTo>
                    <a:pt x="482147" y="355859"/>
                  </a:lnTo>
                  <a:lnTo>
                    <a:pt x="482760" y="359498"/>
                  </a:lnTo>
                  <a:lnTo>
                    <a:pt x="482808" y="362297"/>
                  </a:lnTo>
                  <a:lnTo>
                    <a:pt x="483328" y="362932"/>
                  </a:lnTo>
                  <a:lnTo>
                    <a:pt x="483678" y="370732"/>
                  </a:lnTo>
                  <a:lnTo>
                    <a:pt x="483541" y="373877"/>
                  </a:lnTo>
                  <a:lnTo>
                    <a:pt x="483033" y="377969"/>
                  </a:lnTo>
                  <a:lnTo>
                    <a:pt x="482995" y="379793"/>
                  </a:lnTo>
                  <a:lnTo>
                    <a:pt x="483070" y="380953"/>
                  </a:lnTo>
                  <a:lnTo>
                    <a:pt x="482845" y="382661"/>
                  </a:lnTo>
                  <a:lnTo>
                    <a:pt x="482776" y="384297"/>
                  </a:lnTo>
                  <a:lnTo>
                    <a:pt x="483290" y="387971"/>
                  </a:lnTo>
                  <a:lnTo>
                    <a:pt x="483318" y="390917"/>
                  </a:lnTo>
                  <a:lnTo>
                    <a:pt x="482629" y="394484"/>
                  </a:lnTo>
                  <a:lnTo>
                    <a:pt x="481689" y="403804"/>
                  </a:lnTo>
                  <a:lnTo>
                    <a:pt x="479331" y="419257"/>
                  </a:lnTo>
                  <a:lnTo>
                    <a:pt x="477071" y="428124"/>
                  </a:lnTo>
                  <a:lnTo>
                    <a:pt x="473910" y="437284"/>
                  </a:lnTo>
                  <a:lnTo>
                    <a:pt x="471851" y="442068"/>
                  </a:lnTo>
                  <a:lnTo>
                    <a:pt x="471034" y="442556"/>
                  </a:lnTo>
                  <a:lnTo>
                    <a:pt x="470285" y="441609"/>
                  </a:lnTo>
                  <a:lnTo>
                    <a:pt x="470817" y="444134"/>
                  </a:lnTo>
                  <a:lnTo>
                    <a:pt x="470351" y="446356"/>
                  </a:lnTo>
                  <a:lnTo>
                    <a:pt x="468259" y="453097"/>
                  </a:lnTo>
                  <a:lnTo>
                    <a:pt x="466180" y="457509"/>
                  </a:lnTo>
                  <a:lnTo>
                    <a:pt x="464022" y="465162"/>
                  </a:lnTo>
                  <a:lnTo>
                    <a:pt x="463859" y="465335"/>
                  </a:lnTo>
                  <a:lnTo>
                    <a:pt x="461093" y="468290"/>
                  </a:lnTo>
                  <a:lnTo>
                    <a:pt x="459457" y="470705"/>
                  </a:lnTo>
                  <a:lnTo>
                    <a:pt x="457366" y="475100"/>
                  </a:lnTo>
                  <a:lnTo>
                    <a:pt x="455446" y="482026"/>
                  </a:lnTo>
                  <a:lnTo>
                    <a:pt x="455050" y="482917"/>
                  </a:lnTo>
                  <a:lnTo>
                    <a:pt x="454342" y="482430"/>
                  </a:lnTo>
                  <a:lnTo>
                    <a:pt x="454362" y="485947"/>
                  </a:lnTo>
                  <a:lnTo>
                    <a:pt x="452709" y="491516"/>
                  </a:lnTo>
                  <a:lnTo>
                    <a:pt x="452205" y="492342"/>
                  </a:lnTo>
                  <a:lnTo>
                    <a:pt x="452219" y="490763"/>
                  </a:lnTo>
                  <a:lnTo>
                    <a:pt x="452506" y="489563"/>
                  </a:lnTo>
                  <a:lnTo>
                    <a:pt x="452639" y="488284"/>
                  </a:lnTo>
                  <a:lnTo>
                    <a:pt x="452627" y="486764"/>
                  </a:lnTo>
                  <a:lnTo>
                    <a:pt x="452165" y="487869"/>
                  </a:lnTo>
                  <a:lnTo>
                    <a:pt x="451187" y="492042"/>
                  </a:lnTo>
                  <a:lnTo>
                    <a:pt x="451516" y="495100"/>
                  </a:lnTo>
                  <a:lnTo>
                    <a:pt x="450807" y="499720"/>
                  </a:lnTo>
                  <a:lnTo>
                    <a:pt x="448099" y="512911"/>
                  </a:lnTo>
                  <a:lnTo>
                    <a:pt x="444785" y="524006"/>
                  </a:lnTo>
                  <a:lnTo>
                    <a:pt x="444021" y="527428"/>
                  </a:lnTo>
                  <a:lnTo>
                    <a:pt x="441300" y="534902"/>
                  </a:lnTo>
                  <a:lnTo>
                    <a:pt x="439301" y="538506"/>
                  </a:lnTo>
                  <a:lnTo>
                    <a:pt x="438738" y="538532"/>
                  </a:lnTo>
                  <a:lnTo>
                    <a:pt x="438102" y="538224"/>
                  </a:lnTo>
                  <a:lnTo>
                    <a:pt x="437781" y="532481"/>
                  </a:lnTo>
                  <a:lnTo>
                    <a:pt x="436188" y="529004"/>
                  </a:lnTo>
                  <a:lnTo>
                    <a:pt x="435732" y="528392"/>
                  </a:lnTo>
                  <a:lnTo>
                    <a:pt x="435079" y="532074"/>
                  </a:lnTo>
                  <a:lnTo>
                    <a:pt x="434535" y="533084"/>
                  </a:lnTo>
                  <a:lnTo>
                    <a:pt x="433748" y="533304"/>
                  </a:lnTo>
                  <a:lnTo>
                    <a:pt x="434589" y="534908"/>
                  </a:lnTo>
                  <a:lnTo>
                    <a:pt x="434834" y="536763"/>
                  </a:lnTo>
                  <a:lnTo>
                    <a:pt x="433977" y="540477"/>
                  </a:lnTo>
                  <a:lnTo>
                    <a:pt x="433951" y="543853"/>
                  </a:lnTo>
                  <a:lnTo>
                    <a:pt x="432422" y="547573"/>
                  </a:lnTo>
                  <a:lnTo>
                    <a:pt x="431537" y="550294"/>
                  </a:lnTo>
                  <a:lnTo>
                    <a:pt x="431087" y="553702"/>
                  </a:lnTo>
                  <a:lnTo>
                    <a:pt x="430816" y="556885"/>
                  </a:lnTo>
                  <a:lnTo>
                    <a:pt x="431488" y="556016"/>
                  </a:lnTo>
                  <a:lnTo>
                    <a:pt x="431806" y="556686"/>
                  </a:lnTo>
                  <a:lnTo>
                    <a:pt x="432059" y="557679"/>
                  </a:lnTo>
                  <a:lnTo>
                    <a:pt x="431903" y="559142"/>
                  </a:lnTo>
                  <a:lnTo>
                    <a:pt x="431411" y="561906"/>
                  </a:lnTo>
                  <a:lnTo>
                    <a:pt x="431488" y="568788"/>
                  </a:lnTo>
                  <a:lnTo>
                    <a:pt x="431324" y="570352"/>
                  </a:lnTo>
                  <a:lnTo>
                    <a:pt x="431814" y="572043"/>
                  </a:lnTo>
                  <a:lnTo>
                    <a:pt x="432332" y="569155"/>
                  </a:lnTo>
                  <a:lnTo>
                    <a:pt x="432630" y="569960"/>
                  </a:lnTo>
                  <a:lnTo>
                    <a:pt x="431183" y="588402"/>
                  </a:lnTo>
                  <a:lnTo>
                    <a:pt x="431753" y="596701"/>
                  </a:lnTo>
                  <a:lnTo>
                    <a:pt x="431965" y="606103"/>
                  </a:lnTo>
                  <a:lnTo>
                    <a:pt x="432619" y="615279"/>
                  </a:lnTo>
                  <a:lnTo>
                    <a:pt x="433334" y="623483"/>
                  </a:lnTo>
                  <a:lnTo>
                    <a:pt x="433392" y="624141"/>
                  </a:lnTo>
                  <a:lnTo>
                    <a:pt x="432402" y="633663"/>
                  </a:lnTo>
                  <a:lnTo>
                    <a:pt x="431138" y="643056"/>
                  </a:lnTo>
                  <a:lnTo>
                    <a:pt x="430375" y="650715"/>
                  </a:lnTo>
                  <a:lnTo>
                    <a:pt x="429895" y="658988"/>
                  </a:lnTo>
                  <a:lnTo>
                    <a:pt x="429415" y="662964"/>
                  </a:lnTo>
                  <a:lnTo>
                    <a:pt x="429263" y="667033"/>
                  </a:lnTo>
                  <a:lnTo>
                    <a:pt x="429813" y="676674"/>
                  </a:lnTo>
                  <a:lnTo>
                    <a:pt x="430018" y="678501"/>
                  </a:lnTo>
                  <a:lnTo>
                    <a:pt x="428483" y="682800"/>
                  </a:lnTo>
                  <a:lnTo>
                    <a:pt x="426827" y="684887"/>
                  </a:lnTo>
                  <a:lnTo>
                    <a:pt x="425912" y="686958"/>
                  </a:lnTo>
                  <a:lnTo>
                    <a:pt x="423888" y="694707"/>
                  </a:lnTo>
                  <a:lnTo>
                    <a:pt x="422790" y="706157"/>
                  </a:lnTo>
                  <a:lnTo>
                    <a:pt x="422763" y="712248"/>
                  </a:lnTo>
                  <a:lnTo>
                    <a:pt x="423282" y="725009"/>
                  </a:lnTo>
                  <a:lnTo>
                    <a:pt x="422893" y="730212"/>
                  </a:lnTo>
                  <a:lnTo>
                    <a:pt x="422253" y="733695"/>
                  </a:lnTo>
                  <a:lnTo>
                    <a:pt x="421495" y="735980"/>
                  </a:lnTo>
                  <a:lnTo>
                    <a:pt x="419562" y="738724"/>
                  </a:lnTo>
                  <a:lnTo>
                    <a:pt x="417830" y="745410"/>
                  </a:lnTo>
                  <a:lnTo>
                    <a:pt x="417077" y="752437"/>
                  </a:lnTo>
                  <a:lnTo>
                    <a:pt x="415891" y="754996"/>
                  </a:lnTo>
                  <a:lnTo>
                    <a:pt x="415648" y="758930"/>
                  </a:lnTo>
                  <a:lnTo>
                    <a:pt x="414693" y="763174"/>
                  </a:lnTo>
                  <a:lnTo>
                    <a:pt x="412217" y="769508"/>
                  </a:lnTo>
                  <a:lnTo>
                    <a:pt x="410607" y="771352"/>
                  </a:lnTo>
                  <a:lnTo>
                    <a:pt x="409839" y="773121"/>
                  </a:lnTo>
                  <a:lnTo>
                    <a:pt x="409352" y="776823"/>
                  </a:lnTo>
                  <a:lnTo>
                    <a:pt x="407800" y="782927"/>
                  </a:lnTo>
                  <a:lnTo>
                    <a:pt x="406656" y="790839"/>
                  </a:lnTo>
                  <a:lnTo>
                    <a:pt x="406953" y="793534"/>
                  </a:lnTo>
                  <a:lnTo>
                    <a:pt x="406972" y="793947"/>
                  </a:lnTo>
                  <a:lnTo>
                    <a:pt x="407389" y="803091"/>
                  </a:lnTo>
                  <a:lnTo>
                    <a:pt x="407235" y="805417"/>
                  </a:lnTo>
                  <a:lnTo>
                    <a:pt x="405727" y="807939"/>
                  </a:lnTo>
                  <a:lnTo>
                    <a:pt x="400046" y="812646"/>
                  </a:lnTo>
                  <a:lnTo>
                    <a:pt x="398533" y="814597"/>
                  </a:lnTo>
                  <a:lnTo>
                    <a:pt x="395141" y="822604"/>
                  </a:lnTo>
                  <a:lnTo>
                    <a:pt x="394929" y="824494"/>
                  </a:lnTo>
                  <a:lnTo>
                    <a:pt x="395070" y="827190"/>
                  </a:lnTo>
                  <a:lnTo>
                    <a:pt x="395628" y="828739"/>
                  </a:lnTo>
                  <a:lnTo>
                    <a:pt x="395053" y="830419"/>
                  </a:lnTo>
                  <a:lnTo>
                    <a:pt x="394376" y="833431"/>
                  </a:lnTo>
                  <a:lnTo>
                    <a:pt x="393388" y="833247"/>
                  </a:lnTo>
                  <a:lnTo>
                    <a:pt x="387729" y="833252"/>
                  </a:lnTo>
                  <a:lnTo>
                    <a:pt x="384666" y="834207"/>
                  </a:lnTo>
                  <a:lnTo>
                    <a:pt x="383074" y="834023"/>
                  </a:lnTo>
                  <a:lnTo>
                    <a:pt x="382359" y="833298"/>
                  </a:lnTo>
                  <a:lnTo>
                    <a:pt x="381558" y="832115"/>
                  </a:lnTo>
                  <a:lnTo>
                    <a:pt x="381317" y="830566"/>
                  </a:lnTo>
                  <a:lnTo>
                    <a:pt x="381752" y="828220"/>
                  </a:lnTo>
                  <a:lnTo>
                    <a:pt x="381495" y="826820"/>
                  </a:lnTo>
                  <a:lnTo>
                    <a:pt x="380655" y="826875"/>
                  </a:lnTo>
                  <a:lnTo>
                    <a:pt x="379733" y="827539"/>
                  </a:lnTo>
                  <a:lnTo>
                    <a:pt x="379574" y="828941"/>
                  </a:lnTo>
                  <a:lnTo>
                    <a:pt x="379639" y="829937"/>
                  </a:lnTo>
                  <a:lnTo>
                    <a:pt x="379982" y="831394"/>
                  </a:lnTo>
                  <a:lnTo>
                    <a:pt x="380170" y="833180"/>
                  </a:lnTo>
                  <a:lnTo>
                    <a:pt x="379793" y="834735"/>
                  </a:lnTo>
                  <a:lnTo>
                    <a:pt x="378000" y="834937"/>
                  </a:lnTo>
                  <a:lnTo>
                    <a:pt x="375984" y="836366"/>
                  </a:lnTo>
                  <a:lnTo>
                    <a:pt x="373471" y="836963"/>
                  </a:lnTo>
                  <a:lnTo>
                    <a:pt x="371468" y="837993"/>
                  </a:lnTo>
                  <a:lnTo>
                    <a:pt x="370542" y="836689"/>
                  </a:lnTo>
                  <a:lnTo>
                    <a:pt x="371468" y="836037"/>
                  </a:lnTo>
                  <a:lnTo>
                    <a:pt x="372793" y="836354"/>
                  </a:lnTo>
                  <a:lnTo>
                    <a:pt x="374218" y="835275"/>
                  </a:lnTo>
                  <a:lnTo>
                    <a:pt x="373885" y="834000"/>
                  </a:lnTo>
                  <a:lnTo>
                    <a:pt x="371871" y="832352"/>
                  </a:lnTo>
                  <a:lnTo>
                    <a:pt x="369634" y="833362"/>
                  </a:lnTo>
                  <a:lnTo>
                    <a:pt x="368393" y="835321"/>
                  </a:lnTo>
                  <a:lnTo>
                    <a:pt x="365679" y="835142"/>
                  </a:lnTo>
                  <a:lnTo>
                    <a:pt x="362356" y="836634"/>
                  </a:lnTo>
                  <a:lnTo>
                    <a:pt x="361814" y="838155"/>
                  </a:lnTo>
                  <a:lnTo>
                    <a:pt x="361904" y="841101"/>
                  </a:lnTo>
                  <a:lnTo>
                    <a:pt x="362555" y="841748"/>
                  </a:lnTo>
                  <a:lnTo>
                    <a:pt x="363190" y="843092"/>
                  </a:lnTo>
                  <a:lnTo>
                    <a:pt x="362580" y="844345"/>
                  </a:lnTo>
                  <a:lnTo>
                    <a:pt x="361986" y="844899"/>
                  </a:lnTo>
                  <a:lnTo>
                    <a:pt x="358476" y="846267"/>
                  </a:lnTo>
                  <a:lnTo>
                    <a:pt x="355221" y="852003"/>
                  </a:lnTo>
                  <a:lnTo>
                    <a:pt x="353864" y="852716"/>
                  </a:lnTo>
                  <a:lnTo>
                    <a:pt x="352656" y="855247"/>
                  </a:lnTo>
                  <a:lnTo>
                    <a:pt x="352532" y="857408"/>
                  </a:lnTo>
                  <a:lnTo>
                    <a:pt x="352150" y="858709"/>
                  </a:lnTo>
                  <a:lnTo>
                    <a:pt x="351375" y="858776"/>
                  </a:lnTo>
                  <a:lnTo>
                    <a:pt x="349678" y="857596"/>
                  </a:lnTo>
                  <a:lnTo>
                    <a:pt x="347475" y="857561"/>
                  </a:lnTo>
                  <a:lnTo>
                    <a:pt x="345884" y="858502"/>
                  </a:lnTo>
                  <a:lnTo>
                    <a:pt x="337756" y="867805"/>
                  </a:lnTo>
                  <a:lnTo>
                    <a:pt x="334838" y="871528"/>
                  </a:lnTo>
                  <a:lnTo>
                    <a:pt x="331507" y="879117"/>
                  </a:lnTo>
                  <a:lnTo>
                    <a:pt x="325892" y="887624"/>
                  </a:lnTo>
                  <a:lnTo>
                    <a:pt x="322944" y="892702"/>
                  </a:lnTo>
                  <a:lnTo>
                    <a:pt x="322383" y="894018"/>
                  </a:lnTo>
                  <a:lnTo>
                    <a:pt x="321918" y="894090"/>
                  </a:lnTo>
                  <a:lnTo>
                    <a:pt x="320994" y="895149"/>
                  </a:lnTo>
                  <a:lnTo>
                    <a:pt x="321361" y="896027"/>
                  </a:lnTo>
                  <a:lnTo>
                    <a:pt x="321991" y="896107"/>
                  </a:lnTo>
                  <a:lnTo>
                    <a:pt x="321731" y="899065"/>
                  </a:lnTo>
                  <a:lnTo>
                    <a:pt x="320559" y="901088"/>
                  </a:lnTo>
                  <a:lnTo>
                    <a:pt x="318358" y="906401"/>
                  </a:lnTo>
                  <a:lnTo>
                    <a:pt x="317869" y="906011"/>
                  </a:lnTo>
                  <a:lnTo>
                    <a:pt x="318566" y="903249"/>
                  </a:lnTo>
                  <a:lnTo>
                    <a:pt x="317485" y="903146"/>
                  </a:lnTo>
                  <a:lnTo>
                    <a:pt x="315893" y="902133"/>
                  </a:lnTo>
                  <a:lnTo>
                    <a:pt x="315202" y="903275"/>
                  </a:lnTo>
                  <a:lnTo>
                    <a:pt x="315583" y="906011"/>
                  </a:lnTo>
                  <a:lnTo>
                    <a:pt x="314985" y="907183"/>
                  </a:lnTo>
                  <a:lnTo>
                    <a:pt x="313898" y="907315"/>
                  </a:lnTo>
                  <a:lnTo>
                    <a:pt x="312913" y="906992"/>
                  </a:lnTo>
                  <a:lnTo>
                    <a:pt x="311831" y="904989"/>
                  </a:lnTo>
                  <a:lnTo>
                    <a:pt x="312319" y="908617"/>
                  </a:lnTo>
                  <a:lnTo>
                    <a:pt x="314603" y="909497"/>
                  </a:lnTo>
                  <a:lnTo>
                    <a:pt x="315555" y="910351"/>
                  </a:lnTo>
                  <a:lnTo>
                    <a:pt x="315910" y="911745"/>
                  </a:lnTo>
                  <a:lnTo>
                    <a:pt x="314133" y="918203"/>
                  </a:lnTo>
                  <a:lnTo>
                    <a:pt x="312645" y="919043"/>
                  </a:lnTo>
                  <a:lnTo>
                    <a:pt x="312481" y="919954"/>
                  </a:lnTo>
                  <a:lnTo>
                    <a:pt x="313298" y="919949"/>
                  </a:lnTo>
                  <a:lnTo>
                    <a:pt x="313748" y="921735"/>
                  </a:lnTo>
                  <a:lnTo>
                    <a:pt x="313216" y="928943"/>
                  </a:lnTo>
                  <a:lnTo>
                    <a:pt x="312481" y="930314"/>
                  </a:lnTo>
                  <a:lnTo>
                    <a:pt x="312052" y="930349"/>
                  </a:lnTo>
                  <a:lnTo>
                    <a:pt x="311626" y="931581"/>
                  </a:lnTo>
                  <a:lnTo>
                    <a:pt x="312214" y="933935"/>
                  </a:lnTo>
                  <a:lnTo>
                    <a:pt x="312819" y="935652"/>
                  </a:lnTo>
                  <a:lnTo>
                    <a:pt x="312739" y="938982"/>
                  </a:lnTo>
                  <a:lnTo>
                    <a:pt x="312512" y="941738"/>
                  </a:lnTo>
                  <a:lnTo>
                    <a:pt x="312497" y="944413"/>
                  </a:lnTo>
                  <a:lnTo>
                    <a:pt x="313263" y="949590"/>
                  </a:lnTo>
                  <a:lnTo>
                    <a:pt x="313538" y="954905"/>
                  </a:lnTo>
                  <a:lnTo>
                    <a:pt x="313847" y="956839"/>
                  </a:lnTo>
                  <a:lnTo>
                    <a:pt x="314022" y="958983"/>
                  </a:lnTo>
                  <a:lnTo>
                    <a:pt x="313512" y="960988"/>
                  </a:lnTo>
                  <a:lnTo>
                    <a:pt x="313802" y="964206"/>
                  </a:lnTo>
                  <a:lnTo>
                    <a:pt x="312931" y="969677"/>
                  </a:lnTo>
                  <a:lnTo>
                    <a:pt x="313386" y="977575"/>
                  </a:lnTo>
                  <a:lnTo>
                    <a:pt x="313200" y="984974"/>
                  </a:lnTo>
                  <a:lnTo>
                    <a:pt x="312858" y="988864"/>
                  </a:lnTo>
                  <a:lnTo>
                    <a:pt x="312306" y="991905"/>
                  </a:lnTo>
                  <a:lnTo>
                    <a:pt x="311022" y="995821"/>
                  </a:lnTo>
                  <a:lnTo>
                    <a:pt x="310992" y="999740"/>
                  </a:lnTo>
                  <a:lnTo>
                    <a:pt x="308229" y="1003384"/>
                  </a:lnTo>
                  <a:lnTo>
                    <a:pt x="305173" y="1008483"/>
                  </a:lnTo>
                  <a:lnTo>
                    <a:pt x="302352" y="1014517"/>
                  </a:lnTo>
                  <a:lnTo>
                    <a:pt x="299315" y="1023021"/>
                  </a:lnTo>
                  <a:lnTo>
                    <a:pt x="295769" y="1035958"/>
                  </a:lnTo>
                  <a:lnTo>
                    <a:pt x="292485" y="1054420"/>
                  </a:lnTo>
                  <a:lnTo>
                    <a:pt x="288530" y="1068363"/>
                  </a:lnTo>
                  <a:lnTo>
                    <a:pt x="286948" y="1073399"/>
                  </a:lnTo>
                  <a:lnTo>
                    <a:pt x="284811" y="1079023"/>
                  </a:lnTo>
                  <a:lnTo>
                    <a:pt x="281968" y="1085582"/>
                  </a:lnTo>
                  <a:lnTo>
                    <a:pt x="278159" y="1092144"/>
                  </a:lnTo>
                  <a:lnTo>
                    <a:pt x="273992" y="1097990"/>
                  </a:lnTo>
                  <a:lnTo>
                    <a:pt x="272485" y="1100628"/>
                  </a:lnTo>
                  <a:lnTo>
                    <a:pt x="271017" y="1104330"/>
                  </a:lnTo>
                  <a:lnTo>
                    <a:pt x="270650" y="1102801"/>
                  </a:lnTo>
                  <a:lnTo>
                    <a:pt x="270968" y="1100273"/>
                  </a:lnTo>
                  <a:lnTo>
                    <a:pt x="270766" y="1098380"/>
                  </a:lnTo>
                  <a:lnTo>
                    <a:pt x="270721" y="1095924"/>
                  </a:lnTo>
                  <a:lnTo>
                    <a:pt x="271561" y="1095471"/>
                  </a:lnTo>
                  <a:lnTo>
                    <a:pt x="272819" y="1097029"/>
                  </a:lnTo>
                  <a:lnTo>
                    <a:pt x="273460" y="1095973"/>
                  </a:lnTo>
                  <a:lnTo>
                    <a:pt x="273927" y="1094929"/>
                  </a:lnTo>
                  <a:lnTo>
                    <a:pt x="275441" y="1094277"/>
                  </a:lnTo>
                  <a:lnTo>
                    <a:pt x="278335" y="1087856"/>
                  </a:lnTo>
                  <a:lnTo>
                    <a:pt x="280482" y="1085481"/>
                  </a:lnTo>
                  <a:lnTo>
                    <a:pt x="281690" y="1081427"/>
                  </a:lnTo>
                  <a:lnTo>
                    <a:pt x="281897" y="1079271"/>
                  </a:lnTo>
                  <a:lnTo>
                    <a:pt x="281849" y="1074899"/>
                  </a:lnTo>
                  <a:lnTo>
                    <a:pt x="282533" y="1073791"/>
                  </a:lnTo>
                  <a:lnTo>
                    <a:pt x="284086" y="1074172"/>
                  </a:lnTo>
                  <a:lnTo>
                    <a:pt x="284403" y="1072928"/>
                  </a:lnTo>
                  <a:lnTo>
                    <a:pt x="284268" y="1071549"/>
                  </a:lnTo>
                  <a:lnTo>
                    <a:pt x="284571" y="1068542"/>
                  </a:lnTo>
                  <a:lnTo>
                    <a:pt x="286677" y="1065873"/>
                  </a:lnTo>
                  <a:lnTo>
                    <a:pt x="287675" y="1062647"/>
                  </a:lnTo>
                  <a:lnTo>
                    <a:pt x="287341" y="1054426"/>
                  </a:lnTo>
                  <a:lnTo>
                    <a:pt x="287727" y="1054056"/>
                  </a:lnTo>
                  <a:lnTo>
                    <a:pt x="288593" y="1055338"/>
                  </a:lnTo>
                  <a:lnTo>
                    <a:pt x="289000" y="1054807"/>
                  </a:lnTo>
                  <a:lnTo>
                    <a:pt x="289436" y="1051202"/>
                  </a:lnTo>
                  <a:lnTo>
                    <a:pt x="289227" y="1049333"/>
                  </a:lnTo>
                  <a:lnTo>
                    <a:pt x="288207" y="1048836"/>
                  </a:lnTo>
                  <a:lnTo>
                    <a:pt x="284681" y="1052899"/>
                  </a:lnTo>
                  <a:lnTo>
                    <a:pt x="283533" y="1052732"/>
                  </a:lnTo>
                  <a:lnTo>
                    <a:pt x="283342" y="1049540"/>
                  </a:lnTo>
                  <a:lnTo>
                    <a:pt x="281628" y="1048074"/>
                  </a:lnTo>
                  <a:lnTo>
                    <a:pt x="280958" y="1045425"/>
                  </a:lnTo>
                  <a:lnTo>
                    <a:pt x="280757" y="1043610"/>
                  </a:lnTo>
                  <a:lnTo>
                    <a:pt x="280163" y="1042869"/>
                  </a:lnTo>
                  <a:lnTo>
                    <a:pt x="280200" y="1046005"/>
                  </a:lnTo>
                  <a:lnTo>
                    <a:pt x="280363" y="1049053"/>
                  </a:lnTo>
                  <a:lnTo>
                    <a:pt x="281900" y="1052602"/>
                  </a:lnTo>
                  <a:lnTo>
                    <a:pt x="281526" y="1054010"/>
                  </a:lnTo>
                  <a:lnTo>
                    <a:pt x="280798" y="1055655"/>
                  </a:lnTo>
                  <a:lnTo>
                    <a:pt x="280291" y="1059308"/>
                  </a:lnTo>
                  <a:lnTo>
                    <a:pt x="280348" y="1064047"/>
                  </a:lnTo>
                  <a:lnTo>
                    <a:pt x="279936" y="1062604"/>
                  </a:lnTo>
                  <a:lnTo>
                    <a:pt x="279410" y="1061770"/>
                  </a:lnTo>
                  <a:lnTo>
                    <a:pt x="279195" y="1066863"/>
                  </a:lnTo>
                  <a:lnTo>
                    <a:pt x="278175" y="1068811"/>
                  </a:lnTo>
                  <a:lnTo>
                    <a:pt x="277853" y="1070724"/>
                  </a:lnTo>
                  <a:lnTo>
                    <a:pt x="278119" y="1072943"/>
                  </a:lnTo>
                  <a:lnTo>
                    <a:pt x="277593" y="1074475"/>
                  </a:lnTo>
                  <a:lnTo>
                    <a:pt x="274994" y="1078590"/>
                  </a:lnTo>
                  <a:lnTo>
                    <a:pt x="272404" y="1081401"/>
                  </a:lnTo>
                  <a:lnTo>
                    <a:pt x="271841" y="1082728"/>
                  </a:lnTo>
                  <a:lnTo>
                    <a:pt x="271564" y="1085865"/>
                  </a:lnTo>
                  <a:lnTo>
                    <a:pt x="271168" y="1089088"/>
                  </a:lnTo>
                  <a:lnTo>
                    <a:pt x="270022" y="1091922"/>
                  </a:lnTo>
                  <a:lnTo>
                    <a:pt x="269112" y="1097555"/>
                  </a:lnTo>
                  <a:lnTo>
                    <a:pt x="269137" y="1099979"/>
                  </a:lnTo>
                  <a:lnTo>
                    <a:pt x="269439" y="1103551"/>
                  </a:lnTo>
                  <a:lnTo>
                    <a:pt x="269929" y="1105894"/>
                  </a:lnTo>
                  <a:lnTo>
                    <a:pt x="269154" y="1107461"/>
                  </a:lnTo>
                  <a:lnTo>
                    <a:pt x="268112" y="1110503"/>
                  </a:lnTo>
                  <a:lnTo>
                    <a:pt x="267285" y="1113931"/>
                  </a:lnTo>
                  <a:lnTo>
                    <a:pt x="265226" y="1126801"/>
                  </a:lnTo>
                  <a:lnTo>
                    <a:pt x="263452" y="1134557"/>
                  </a:lnTo>
                  <a:lnTo>
                    <a:pt x="262087" y="1138358"/>
                  </a:lnTo>
                  <a:lnTo>
                    <a:pt x="260138" y="1142363"/>
                  </a:lnTo>
                  <a:lnTo>
                    <a:pt x="254588" y="1152417"/>
                  </a:lnTo>
                  <a:lnTo>
                    <a:pt x="254255" y="1152272"/>
                  </a:lnTo>
                  <a:lnTo>
                    <a:pt x="253441" y="1151461"/>
                  </a:lnTo>
                  <a:lnTo>
                    <a:pt x="252759" y="1150498"/>
                  </a:lnTo>
                  <a:lnTo>
                    <a:pt x="252604" y="1149854"/>
                  </a:lnTo>
                  <a:lnTo>
                    <a:pt x="252527" y="1148890"/>
                  </a:lnTo>
                  <a:lnTo>
                    <a:pt x="252616" y="1145269"/>
                  </a:lnTo>
                  <a:lnTo>
                    <a:pt x="252604" y="1135536"/>
                  </a:lnTo>
                  <a:lnTo>
                    <a:pt x="252845" y="1133697"/>
                  </a:lnTo>
                  <a:lnTo>
                    <a:pt x="253203" y="1132511"/>
                  </a:lnTo>
                  <a:lnTo>
                    <a:pt x="254284" y="1130792"/>
                  </a:lnTo>
                  <a:lnTo>
                    <a:pt x="255334" y="1128330"/>
                  </a:lnTo>
                  <a:lnTo>
                    <a:pt x="256520" y="1125199"/>
                  </a:lnTo>
                  <a:lnTo>
                    <a:pt x="257611" y="1122706"/>
                  </a:lnTo>
                  <a:lnTo>
                    <a:pt x="257220" y="1121032"/>
                  </a:lnTo>
                  <a:lnTo>
                    <a:pt x="256307" y="1119416"/>
                  </a:lnTo>
                  <a:lnTo>
                    <a:pt x="254685" y="1118109"/>
                  </a:lnTo>
                  <a:lnTo>
                    <a:pt x="253122" y="1115806"/>
                  </a:lnTo>
                  <a:lnTo>
                    <a:pt x="251736" y="1112846"/>
                  </a:lnTo>
                  <a:lnTo>
                    <a:pt x="251096" y="1109764"/>
                  </a:lnTo>
                  <a:lnTo>
                    <a:pt x="250509" y="1106442"/>
                  </a:lnTo>
                  <a:lnTo>
                    <a:pt x="249948" y="1103816"/>
                  </a:lnTo>
                  <a:lnTo>
                    <a:pt x="249762" y="1102616"/>
                  </a:lnTo>
                  <a:lnTo>
                    <a:pt x="249214" y="1102117"/>
                  </a:lnTo>
                  <a:lnTo>
                    <a:pt x="248345" y="1100775"/>
                  </a:lnTo>
                  <a:lnTo>
                    <a:pt x="247801" y="1099528"/>
                  </a:lnTo>
                  <a:lnTo>
                    <a:pt x="247004" y="1098813"/>
                  </a:lnTo>
                  <a:lnTo>
                    <a:pt x="245582" y="1098028"/>
                  </a:lnTo>
                  <a:lnTo>
                    <a:pt x="244100" y="1096657"/>
                  </a:lnTo>
                  <a:lnTo>
                    <a:pt x="242256" y="1093402"/>
                  </a:lnTo>
                  <a:lnTo>
                    <a:pt x="240927" y="1089789"/>
                  </a:lnTo>
                  <a:lnTo>
                    <a:pt x="240270" y="1087403"/>
                  </a:lnTo>
                  <a:lnTo>
                    <a:pt x="239570" y="1085723"/>
                  </a:lnTo>
                  <a:lnTo>
                    <a:pt x="235765" y="1082947"/>
                  </a:lnTo>
                  <a:lnTo>
                    <a:pt x="234037" y="1079632"/>
                  </a:lnTo>
                  <a:lnTo>
                    <a:pt x="233356" y="1080665"/>
                  </a:lnTo>
                  <a:lnTo>
                    <a:pt x="232340" y="1079649"/>
                  </a:lnTo>
                  <a:lnTo>
                    <a:pt x="231339" y="1078053"/>
                  </a:lnTo>
                  <a:lnTo>
                    <a:pt x="231039" y="1076830"/>
                  </a:lnTo>
                  <a:lnTo>
                    <a:pt x="230616" y="1075575"/>
                  </a:lnTo>
                  <a:lnTo>
                    <a:pt x="230218" y="1074135"/>
                  </a:lnTo>
                  <a:lnTo>
                    <a:pt x="229964" y="1072752"/>
                  </a:lnTo>
                  <a:lnTo>
                    <a:pt x="228934" y="1070337"/>
                  </a:lnTo>
                  <a:lnTo>
                    <a:pt x="227604" y="1067723"/>
                  </a:lnTo>
                  <a:lnTo>
                    <a:pt x="227040" y="1066978"/>
                  </a:lnTo>
                  <a:lnTo>
                    <a:pt x="226742" y="1067195"/>
                  </a:lnTo>
                  <a:lnTo>
                    <a:pt x="226454" y="1068199"/>
                  </a:lnTo>
                  <a:lnTo>
                    <a:pt x="226272" y="1069169"/>
                  </a:lnTo>
                  <a:lnTo>
                    <a:pt x="225770" y="1069809"/>
                  </a:lnTo>
                  <a:lnTo>
                    <a:pt x="225148" y="1071007"/>
                  </a:lnTo>
                  <a:lnTo>
                    <a:pt x="224514" y="1072473"/>
                  </a:lnTo>
                  <a:lnTo>
                    <a:pt x="223700" y="1073445"/>
                  </a:lnTo>
                  <a:lnTo>
                    <a:pt x="222734" y="1073777"/>
                  </a:lnTo>
                  <a:lnTo>
                    <a:pt x="222084" y="1073728"/>
                  </a:lnTo>
                  <a:lnTo>
                    <a:pt x="221950" y="1073151"/>
                  </a:lnTo>
                  <a:lnTo>
                    <a:pt x="221914" y="1071148"/>
                  </a:lnTo>
                  <a:lnTo>
                    <a:pt x="222154" y="1066577"/>
                  </a:lnTo>
                  <a:lnTo>
                    <a:pt x="221588" y="1064817"/>
                  </a:lnTo>
                  <a:lnTo>
                    <a:pt x="220835" y="1062930"/>
                  </a:lnTo>
                  <a:lnTo>
                    <a:pt x="219968" y="1060408"/>
                  </a:lnTo>
                  <a:lnTo>
                    <a:pt x="217116" y="1055061"/>
                  </a:lnTo>
                  <a:lnTo>
                    <a:pt x="213236" y="1047362"/>
                  </a:lnTo>
                  <a:lnTo>
                    <a:pt x="211866" y="1045007"/>
                  </a:lnTo>
                  <a:lnTo>
                    <a:pt x="210576" y="1044825"/>
                  </a:lnTo>
                  <a:lnTo>
                    <a:pt x="209398" y="1045088"/>
                  </a:lnTo>
                  <a:lnTo>
                    <a:pt x="208315" y="1046106"/>
                  </a:lnTo>
                  <a:lnTo>
                    <a:pt x="207495" y="1049664"/>
                  </a:lnTo>
                  <a:lnTo>
                    <a:pt x="207155" y="1050213"/>
                  </a:lnTo>
                  <a:lnTo>
                    <a:pt x="205065" y="1050132"/>
                  </a:lnTo>
                  <a:lnTo>
                    <a:pt x="202987" y="1049558"/>
                  </a:lnTo>
                  <a:lnTo>
                    <a:pt x="202288" y="1047388"/>
                  </a:lnTo>
                  <a:lnTo>
                    <a:pt x="202844" y="1045974"/>
                  </a:lnTo>
                  <a:lnTo>
                    <a:pt x="204801" y="1042840"/>
                  </a:lnTo>
                  <a:lnTo>
                    <a:pt x="205884" y="1040049"/>
                  </a:lnTo>
                  <a:lnTo>
                    <a:pt x="206091" y="1037599"/>
                  </a:lnTo>
                  <a:lnTo>
                    <a:pt x="207030" y="1035401"/>
                  </a:lnTo>
                  <a:lnTo>
                    <a:pt x="208699" y="1033453"/>
                  </a:lnTo>
                  <a:lnTo>
                    <a:pt x="210559" y="1029866"/>
                  </a:lnTo>
                  <a:lnTo>
                    <a:pt x="212610" y="1024637"/>
                  </a:lnTo>
                  <a:lnTo>
                    <a:pt x="213855" y="1020779"/>
                  </a:lnTo>
                  <a:lnTo>
                    <a:pt x="214295" y="1018289"/>
                  </a:lnTo>
                  <a:lnTo>
                    <a:pt x="215099" y="1016370"/>
                  </a:lnTo>
                  <a:lnTo>
                    <a:pt x="216268" y="1015022"/>
                  </a:lnTo>
                  <a:lnTo>
                    <a:pt x="217289" y="1012209"/>
                  </a:lnTo>
                  <a:lnTo>
                    <a:pt x="218164" y="1007929"/>
                  </a:lnTo>
                  <a:lnTo>
                    <a:pt x="219358" y="1004524"/>
                  </a:lnTo>
                  <a:lnTo>
                    <a:pt x="220872" y="1001999"/>
                  </a:lnTo>
                  <a:lnTo>
                    <a:pt x="221719" y="999904"/>
                  </a:lnTo>
                  <a:lnTo>
                    <a:pt x="221899" y="998242"/>
                  </a:lnTo>
                  <a:lnTo>
                    <a:pt x="222328" y="997177"/>
                  </a:lnTo>
                  <a:lnTo>
                    <a:pt x="223003" y="996713"/>
                  </a:lnTo>
                  <a:lnTo>
                    <a:pt x="223330" y="995838"/>
                  </a:lnTo>
                  <a:lnTo>
                    <a:pt x="223309" y="994548"/>
                  </a:lnTo>
                  <a:lnTo>
                    <a:pt x="223492" y="993674"/>
                  </a:lnTo>
                  <a:lnTo>
                    <a:pt x="223883" y="993207"/>
                  </a:lnTo>
                  <a:lnTo>
                    <a:pt x="224535" y="993371"/>
                  </a:lnTo>
                  <a:lnTo>
                    <a:pt x="225449" y="994165"/>
                  </a:lnTo>
                  <a:lnTo>
                    <a:pt x="226001" y="994018"/>
                  </a:lnTo>
                  <a:lnTo>
                    <a:pt x="226189" y="992933"/>
                  </a:lnTo>
                  <a:lnTo>
                    <a:pt x="225948" y="991689"/>
                  </a:lnTo>
                  <a:lnTo>
                    <a:pt x="225276" y="990289"/>
                  </a:lnTo>
                  <a:lnTo>
                    <a:pt x="225529" y="988771"/>
                  </a:lnTo>
                  <a:lnTo>
                    <a:pt x="227295" y="986316"/>
                  </a:lnTo>
                  <a:lnTo>
                    <a:pt x="228599" y="985381"/>
                  </a:lnTo>
                  <a:lnTo>
                    <a:pt x="229424" y="983857"/>
                  </a:lnTo>
                  <a:lnTo>
                    <a:pt x="230206" y="981439"/>
                  </a:lnTo>
                  <a:lnTo>
                    <a:pt x="231474" y="979751"/>
                  </a:lnTo>
                  <a:lnTo>
                    <a:pt x="233229" y="978804"/>
                  </a:lnTo>
                  <a:lnTo>
                    <a:pt x="233693" y="977893"/>
                  </a:lnTo>
                  <a:lnTo>
                    <a:pt x="233630" y="976721"/>
                  </a:lnTo>
                  <a:lnTo>
                    <a:pt x="233988" y="975878"/>
                  </a:lnTo>
                  <a:lnTo>
                    <a:pt x="235025" y="975270"/>
                  </a:lnTo>
                  <a:lnTo>
                    <a:pt x="235589" y="974130"/>
                  </a:lnTo>
                  <a:lnTo>
                    <a:pt x="235681" y="972456"/>
                  </a:lnTo>
                  <a:lnTo>
                    <a:pt x="236015" y="970898"/>
                  </a:lnTo>
                  <a:lnTo>
                    <a:pt x="236590" y="969461"/>
                  </a:lnTo>
                  <a:lnTo>
                    <a:pt x="237232" y="968927"/>
                  </a:lnTo>
                  <a:lnTo>
                    <a:pt x="237940" y="969293"/>
                  </a:lnTo>
                  <a:lnTo>
                    <a:pt x="238604" y="968751"/>
                  </a:lnTo>
                  <a:lnTo>
                    <a:pt x="239227" y="967291"/>
                  </a:lnTo>
                  <a:lnTo>
                    <a:pt x="239973" y="966610"/>
                  </a:lnTo>
                  <a:lnTo>
                    <a:pt x="240845" y="966705"/>
                  </a:lnTo>
                  <a:lnTo>
                    <a:pt x="241291" y="966385"/>
                  </a:lnTo>
                  <a:lnTo>
                    <a:pt x="242786" y="965706"/>
                  </a:lnTo>
                  <a:lnTo>
                    <a:pt x="243611" y="964480"/>
                  </a:lnTo>
                  <a:lnTo>
                    <a:pt x="244289" y="961750"/>
                  </a:lnTo>
                  <a:lnTo>
                    <a:pt x="244891" y="960691"/>
                  </a:lnTo>
                  <a:lnTo>
                    <a:pt x="245417" y="961309"/>
                  </a:lnTo>
                  <a:lnTo>
                    <a:pt x="246326" y="960394"/>
                  </a:lnTo>
                  <a:lnTo>
                    <a:pt x="247619" y="957953"/>
                  </a:lnTo>
                  <a:lnTo>
                    <a:pt x="247862" y="957907"/>
                  </a:lnTo>
                  <a:lnTo>
                    <a:pt x="248818" y="956770"/>
                  </a:lnTo>
                  <a:lnTo>
                    <a:pt x="249801" y="952551"/>
                  </a:lnTo>
                  <a:lnTo>
                    <a:pt x="250310" y="949729"/>
                  </a:lnTo>
                  <a:lnTo>
                    <a:pt x="250188" y="947420"/>
                  </a:lnTo>
                  <a:lnTo>
                    <a:pt x="249865" y="945764"/>
                  </a:lnTo>
                  <a:lnTo>
                    <a:pt x="249973" y="943337"/>
                  </a:lnTo>
                  <a:lnTo>
                    <a:pt x="250299" y="936737"/>
                  </a:lnTo>
                  <a:lnTo>
                    <a:pt x="250388" y="934039"/>
                  </a:lnTo>
                  <a:lnTo>
                    <a:pt x="250911" y="932158"/>
                  </a:lnTo>
                  <a:lnTo>
                    <a:pt x="250877" y="930294"/>
                  </a:lnTo>
                  <a:lnTo>
                    <a:pt x="249944" y="926115"/>
                  </a:lnTo>
                  <a:lnTo>
                    <a:pt x="249002" y="922448"/>
                  </a:lnTo>
                  <a:lnTo>
                    <a:pt x="248497" y="916220"/>
                  </a:lnTo>
                  <a:lnTo>
                    <a:pt x="248164" y="913857"/>
                  </a:lnTo>
                  <a:lnTo>
                    <a:pt x="247379" y="913231"/>
                  </a:lnTo>
                  <a:lnTo>
                    <a:pt x="246669" y="911171"/>
                  </a:lnTo>
                  <a:lnTo>
                    <a:pt x="245772" y="910992"/>
                  </a:lnTo>
                  <a:lnTo>
                    <a:pt x="245350" y="910204"/>
                  </a:lnTo>
                  <a:lnTo>
                    <a:pt x="244914" y="909549"/>
                  </a:lnTo>
                  <a:lnTo>
                    <a:pt x="244277" y="909742"/>
                  </a:lnTo>
                  <a:lnTo>
                    <a:pt x="243735" y="910948"/>
                  </a:lnTo>
                  <a:lnTo>
                    <a:pt x="242726" y="910992"/>
                  </a:lnTo>
                  <a:lnTo>
                    <a:pt x="242091" y="911488"/>
                  </a:lnTo>
                  <a:lnTo>
                    <a:pt x="241343" y="912561"/>
                  </a:lnTo>
                  <a:lnTo>
                    <a:pt x="240633" y="912068"/>
                  </a:lnTo>
                  <a:lnTo>
                    <a:pt x="240184" y="911127"/>
                  </a:lnTo>
                  <a:lnTo>
                    <a:pt x="239221" y="911116"/>
                  </a:lnTo>
                  <a:lnTo>
                    <a:pt x="239287" y="906880"/>
                  </a:lnTo>
                  <a:lnTo>
                    <a:pt x="240983" y="900600"/>
                  </a:lnTo>
                  <a:lnTo>
                    <a:pt x="241438" y="897677"/>
                  </a:lnTo>
                  <a:lnTo>
                    <a:pt x="241218" y="896021"/>
                  </a:lnTo>
                  <a:lnTo>
                    <a:pt x="241725" y="890177"/>
                  </a:lnTo>
                  <a:lnTo>
                    <a:pt x="242960" y="880150"/>
                  </a:lnTo>
                  <a:lnTo>
                    <a:pt x="243354" y="873588"/>
                  </a:lnTo>
                  <a:lnTo>
                    <a:pt x="242906" y="870492"/>
                  </a:lnTo>
                  <a:lnTo>
                    <a:pt x="242894" y="868330"/>
                  </a:lnTo>
                  <a:lnTo>
                    <a:pt x="243528" y="866489"/>
                  </a:lnTo>
                  <a:lnTo>
                    <a:pt x="243837" y="865941"/>
                  </a:lnTo>
                  <a:lnTo>
                    <a:pt x="242246" y="863693"/>
                  </a:lnTo>
                  <a:lnTo>
                    <a:pt x="241389" y="861641"/>
                  </a:lnTo>
                  <a:lnTo>
                    <a:pt x="240286" y="860175"/>
                  </a:lnTo>
                  <a:lnTo>
                    <a:pt x="239103" y="859004"/>
                  </a:lnTo>
                  <a:lnTo>
                    <a:pt x="238532" y="859491"/>
                  </a:lnTo>
                  <a:lnTo>
                    <a:pt x="237919" y="860175"/>
                  </a:lnTo>
                  <a:lnTo>
                    <a:pt x="236736" y="861249"/>
                  </a:lnTo>
                  <a:lnTo>
                    <a:pt x="235389" y="863107"/>
                  </a:lnTo>
                  <a:lnTo>
                    <a:pt x="234695" y="863791"/>
                  </a:lnTo>
                  <a:lnTo>
                    <a:pt x="233471" y="864475"/>
                  </a:lnTo>
                  <a:lnTo>
                    <a:pt x="232083" y="865061"/>
                  </a:lnTo>
                  <a:lnTo>
                    <a:pt x="230941" y="864671"/>
                  </a:lnTo>
                  <a:lnTo>
                    <a:pt x="229961" y="864279"/>
                  </a:lnTo>
                  <a:lnTo>
                    <a:pt x="229349" y="863107"/>
                  </a:lnTo>
                  <a:lnTo>
                    <a:pt x="229022" y="860565"/>
                  </a:lnTo>
                  <a:lnTo>
                    <a:pt x="229022" y="858415"/>
                  </a:lnTo>
                  <a:lnTo>
                    <a:pt x="228819" y="855287"/>
                  </a:lnTo>
                  <a:lnTo>
                    <a:pt x="228084" y="853530"/>
                  </a:lnTo>
                  <a:lnTo>
                    <a:pt x="227839" y="852162"/>
                  </a:lnTo>
                  <a:lnTo>
                    <a:pt x="227798" y="850500"/>
                  </a:lnTo>
                  <a:lnTo>
                    <a:pt x="227880" y="848644"/>
                  </a:lnTo>
                  <a:lnTo>
                    <a:pt x="228084" y="847277"/>
                  </a:lnTo>
                  <a:lnTo>
                    <a:pt x="227961" y="845614"/>
                  </a:lnTo>
                  <a:lnTo>
                    <a:pt x="227635" y="844440"/>
                  </a:lnTo>
                  <a:lnTo>
                    <a:pt x="227717" y="842388"/>
                  </a:lnTo>
                  <a:lnTo>
                    <a:pt x="227553" y="839555"/>
                  </a:lnTo>
                  <a:lnTo>
                    <a:pt x="227064" y="837794"/>
                  </a:lnTo>
                  <a:lnTo>
                    <a:pt x="226818" y="835743"/>
                  </a:lnTo>
                  <a:lnTo>
                    <a:pt x="226818" y="833691"/>
                  </a:lnTo>
                  <a:lnTo>
                    <a:pt x="226451" y="831639"/>
                  </a:lnTo>
                  <a:lnTo>
                    <a:pt x="226410" y="829391"/>
                  </a:lnTo>
                  <a:lnTo>
                    <a:pt x="226737" y="827340"/>
                  </a:lnTo>
                  <a:lnTo>
                    <a:pt x="226859" y="825288"/>
                  </a:lnTo>
                  <a:lnTo>
                    <a:pt x="226492" y="823822"/>
                  </a:lnTo>
                  <a:lnTo>
                    <a:pt x="225798" y="822942"/>
                  </a:lnTo>
                  <a:lnTo>
                    <a:pt x="225268" y="820596"/>
                  </a:lnTo>
                  <a:lnTo>
                    <a:pt x="225186" y="817566"/>
                  </a:lnTo>
                  <a:lnTo>
                    <a:pt x="224615" y="815904"/>
                  </a:lnTo>
                  <a:lnTo>
                    <a:pt x="224003" y="814536"/>
                  </a:lnTo>
                  <a:lnTo>
                    <a:pt x="223309" y="814536"/>
                  </a:lnTo>
                  <a:lnTo>
                    <a:pt x="222248" y="813754"/>
                  </a:lnTo>
                  <a:lnTo>
                    <a:pt x="221309" y="813852"/>
                  </a:lnTo>
                  <a:lnTo>
                    <a:pt x="219799" y="813754"/>
                  </a:lnTo>
                  <a:lnTo>
                    <a:pt x="219105" y="813266"/>
                  </a:lnTo>
                  <a:lnTo>
                    <a:pt x="218738" y="812190"/>
                  </a:lnTo>
                  <a:lnTo>
                    <a:pt x="217800" y="810724"/>
                  </a:lnTo>
                  <a:lnTo>
                    <a:pt x="217269" y="808185"/>
                  </a:lnTo>
                  <a:lnTo>
                    <a:pt x="216616" y="807697"/>
                  </a:lnTo>
                  <a:lnTo>
                    <a:pt x="215678" y="808476"/>
                  </a:lnTo>
                  <a:lnTo>
                    <a:pt x="215351" y="809454"/>
                  </a:lnTo>
                  <a:lnTo>
                    <a:pt x="214983" y="810822"/>
                  </a:lnTo>
                  <a:lnTo>
                    <a:pt x="214330" y="812386"/>
                  </a:lnTo>
                  <a:lnTo>
                    <a:pt x="213474" y="812288"/>
                  </a:lnTo>
                  <a:lnTo>
                    <a:pt x="212576" y="813168"/>
                  </a:lnTo>
                  <a:lnTo>
                    <a:pt x="211718" y="813266"/>
                  </a:lnTo>
                  <a:lnTo>
                    <a:pt x="210576" y="813462"/>
                  </a:lnTo>
                  <a:lnTo>
                    <a:pt x="209433" y="812681"/>
                  </a:lnTo>
                  <a:lnTo>
                    <a:pt x="208045" y="811800"/>
                  </a:lnTo>
                  <a:lnTo>
                    <a:pt x="206862" y="811215"/>
                  </a:lnTo>
                  <a:lnTo>
                    <a:pt x="205719" y="811800"/>
                  </a:lnTo>
                  <a:lnTo>
                    <a:pt x="204944" y="811310"/>
                  </a:lnTo>
                  <a:lnTo>
                    <a:pt x="203923" y="811018"/>
                  </a:lnTo>
                  <a:lnTo>
                    <a:pt x="202781" y="810822"/>
                  </a:lnTo>
                  <a:lnTo>
                    <a:pt x="201883" y="809258"/>
                  </a:lnTo>
                  <a:lnTo>
                    <a:pt x="200904" y="808378"/>
                  </a:lnTo>
                  <a:lnTo>
                    <a:pt x="200373" y="808672"/>
                  </a:lnTo>
                  <a:lnTo>
                    <a:pt x="199679" y="809651"/>
                  </a:lnTo>
                  <a:lnTo>
                    <a:pt x="198945" y="809454"/>
                  </a:lnTo>
                  <a:lnTo>
                    <a:pt x="198006" y="808672"/>
                  </a:lnTo>
                  <a:lnTo>
                    <a:pt x="197638" y="806817"/>
                  </a:lnTo>
                  <a:lnTo>
                    <a:pt x="197720" y="805642"/>
                  </a:lnTo>
                  <a:lnTo>
                    <a:pt x="197925" y="804471"/>
                  </a:lnTo>
                  <a:lnTo>
                    <a:pt x="198292" y="802809"/>
                  </a:lnTo>
                  <a:lnTo>
                    <a:pt x="198087" y="801048"/>
                  </a:lnTo>
                  <a:lnTo>
                    <a:pt x="198169" y="799487"/>
                  </a:lnTo>
                  <a:lnTo>
                    <a:pt x="198333" y="798117"/>
                  </a:lnTo>
                  <a:lnTo>
                    <a:pt x="198496" y="796555"/>
                  </a:lnTo>
                  <a:lnTo>
                    <a:pt x="198373" y="795090"/>
                  </a:lnTo>
                  <a:lnTo>
                    <a:pt x="198333" y="793526"/>
                  </a:lnTo>
                  <a:lnTo>
                    <a:pt x="198251" y="792060"/>
                  </a:lnTo>
                  <a:lnTo>
                    <a:pt x="198128" y="790496"/>
                  </a:lnTo>
                  <a:lnTo>
                    <a:pt x="198618" y="788248"/>
                  </a:lnTo>
                  <a:lnTo>
                    <a:pt x="199026" y="786389"/>
                  </a:lnTo>
                  <a:lnTo>
                    <a:pt x="198781" y="784828"/>
                  </a:lnTo>
                  <a:lnTo>
                    <a:pt x="198863" y="783752"/>
                  </a:lnTo>
                  <a:lnTo>
                    <a:pt x="199189" y="781992"/>
                  </a:lnTo>
                  <a:lnTo>
                    <a:pt x="199597" y="779845"/>
                  </a:lnTo>
                  <a:lnTo>
                    <a:pt x="199557" y="775837"/>
                  </a:lnTo>
                  <a:lnTo>
                    <a:pt x="199189" y="773490"/>
                  </a:lnTo>
                  <a:lnTo>
                    <a:pt x="198792" y="772856"/>
                  </a:lnTo>
                  <a:lnTo>
                    <a:pt x="198690" y="772146"/>
                  </a:lnTo>
                  <a:lnTo>
                    <a:pt x="198883" y="771219"/>
                  </a:lnTo>
                  <a:lnTo>
                    <a:pt x="198672" y="770264"/>
                  </a:lnTo>
                  <a:lnTo>
                    <a:pt x="198591" y="769289"/>
                  </a:lnTo>
                  <a:lnTo>
                    <a:pt x="198802" y="768435"/>
                  </a:lnTo>
                  <a:lnTo>
                    <a:pt x="198509" y="766747"/>
                  </a:lnTo>
                  <a:lnTo>
                    <a:pt x="197925" y="766259"/>
                  </a:lnTo>
                  <a:lnTo>
                    <a:pt x="197720" y="765771"/>
                  </a:lnTo>
                  <a:lnTo>
                    <a:pt x="197516" y="763913"/>
                  </a:lnTo>
                  <a:lnTo>
                    <a:pt x="197353" y="761763"/>
                  </a:lnTo>
                  <a:lnTo>
                    <a:pt x="197434" y="760101"/>
                  </a:lnTo>
                  <a:lnTo>
                    <a:pt x="197149" y="758635"/>
                  </a:lnTo>
                  <a:lnTo>
                    <a:pt x="196741" y="757758"/>
                  </a:lnTo>
                  <a:lnTo>
                    <a:pt x="196333" y="756194"/>
                  </a:lnTo>
                  <a:lnTo>
                    <a:pt x="195924" y="755019"/>
                  </a:lnTo>
                  <a:lnTo>
                    <a:pt x="195762" y="753360"/>
                  </a:lnTo>
                  <a:lnTo>
                    <a:pt x="195490" y="751213"/>
                  </a:lnTo>
                  <a:lnTo>
                    <a:pt x="196305" y="750812"/>
                  </a:lnTo>
                  <a:lnTo>
                    <a:pt x="196627" y="749609"/>
                  </a:lnTo>
                  <a:lnTo>
                    <a:pt x="197201" y="747978"/>
                  </a:lnTo>
                  <a:lnTo>
                    <a:pt x="197954" y="747551"/>
                  </a:lnTo>
                  <a:lnTo>
                    <a:pt x="198849" y="746951"/>
                  </a:lnTo>
                  <a:lnTo>
                    <a:pt x="199180" y="745745"/>
                  </a:lnTo>
                  <a:lnTo>
                    <a:pt x="197093" y="741405"/>
                  </a:lnTo>
                  <a:lnTo>
                    <a:pt x="195839" y="738799"/>
                  </a:lnTo>
                  <a:lnTo>
                    <a:pt x="196573" y="735276"/>
                  </a:lnTo>
                  <a:lnTo>
                    <a:pt x="197811" y="729334"/>
                  </a:lnTo>
                  <a:lnTo>
                    <a:pt x="199010" y="723580"/>
                  </a:lnTo>
                  <a:lnTo>
                    <a:pt x="199925" y="719191"/>
                  </a:lnTo>
                  <a:lnTo>
                    <a:pt x="200159" y="718380"/>
                  </a:lnTo>
                  <a:lnTo>
                    <a:pt x="200957" y="718100"/>
                  </a:lnTo>
                  <a:lnTo>
                    <a:pt x="200811" y="715835"/>
                  </a:lnTo>
                  <a:lnTo>
                    <a:pt x="200783" y="714352"/>
                  </a:lnTo>
                  <a:lnTo>
                    <a:pt x="200138" y="714265"/>
                  </a:lnTo>
                  <a:lnTo>
                    <a:pt x="200855" y="708915"/>
                  </a:lnTo>
                  <a:lnTo>
                    <a:pt x="201915" y="701286"/>
                  </a:lnTo>
                  <a:lnTo>
                    <a:pt x="202718" y="695503"/>
                  </a:lnTo>
                  <a:lnTo>
                    <a:pt x="202976" y="694533"/>
                  </a:lnTo>
                  <a:lnTo>
                    <a:pt x="203556" y="694262"/>
                  </a:lnTo>
                  <a:lnTo>
                    <a:pt x="203685" y="693593"/>
                  </a:lnTo>
                  <a:lnTo>
                    <a:pt x="202990" y="692661"/>
                  </a:lnTo>
                  <a:lnTo>
                    <a:pt x="202565" y="690863"/>
                  </a:lnTo>
                  <a:lnTo>
                    <a:pt x="201637" y="685695"/>
                  </a:lnTo>
                  <a:lnTo>
                    <a:pt x="200174" y="677551"/>
                  </a:lnTo>
                  <a:lnTo>
                    <a:pt x="200067" y="674634"/>
                  </a:lnTo>
                  <a:lnTo>
                    <a:pt x="199529" y="672833"/>
                  </a:lnTo>
                  <a:lnTo>
                    <a:pt x="198634" y="673431"/>
                  </a:lnTo>
                  <a:lnTo>
                    <a:pt x="197574" y="672856"/>
                  </a:lnTo>
                  <a:lnTo>
                    <a:pt x="194925" y="668430"/>
                  </a:lnTo>
                  <a:lnTo>
                    <a:pt x="193171" y="666038"/>
                  </a:lnTo>
                  <a:lnTo>
                    <a:pt x="192575" y="664624"/>
                  </a:lnTo>
                  <a:lnTo>
                    <a:pt x="192311" y="660082"/>
                  </a:lnTo>
                  <a:lnTo>
                    <a:pt x="191788" y="655063"/>
                  </a:lnTo>
                  <a:lnTo>
                    <a:pt x="191562" y="648856"/>
                  </a:lnTo>
                  <a:lnTo>
                    <a:pt x="191655" y="647365"/>
                  </a:lnTo>
                  <a:lnTo>
                    <a:pt x="193138" y="642655"/>
                  </a:lnTo>
                  <a:lnTo>
                    <a:pt x="193133" y="640274"/>
                  </a:lnTo>
                  <a:lnTo>
                    <a:pt x="193259" y="638197"/>
                  </a:lnTo>
                  <a:lnTo>
                    <a:pt x="193197" y="636555"/>
                  </a:lnTo>
                  <a:lnTo>
                    <a:pt x="192830" y="636532"/>
                  </a:lnTo>
                  <a:lnTo>
                    <a:pt x="192234" y="637250"/>
                  </a:lnTo>
                  <a:lnTo>
                    <a:pt x="191334" y="637804"/>
                  </a:lnTo>
                  <a:lnTo>
                    <a:pt x="190824" y="637851"/>
                  </a:lnTo>
                  <a:lnTo>
                    <a:pt x="185649" y="637406"/>
                  </a:lnTo>
                  <a:lnTo>
                    <a:pt x="179763" y="636898"/>
                  </a:lnTo>
                  <a:lnTo>
                    <a:pt x="174866" y="636477"/>
                  </a:lnTo>
                  <a:lnTo>
                    <a:pt x="170616" y="636111"/>
                  </a:lnTo>
                  <a:lnTo>
                    <a:pt x="170472" y="632056"/>
                  </a:lnTo>
                  <a:lnTo>
                    <a:pt x="170232" y="625255"/>
                  </a:lnTo>
                  <a:lnTo>
                    <a:pt x="170062" y="620430"/>
                  </a:lnTo>
                  <a:lnTo>
                    <a:pt x="169792" y="612774"/>
                  </a:lnTo>
                  <a:lnTo>
                    <a:pt x="168087" y="608007"/>
                  </a:lnTo>
                  <a:lnTo>
                    <a:pt x="166236" y="602833"/>
                  </a:lnTo>
                  <a:lnTo>
                    <a:pt x="165586" y="601509"/>
                  </a:lnTo>
                  <a:lnTo>
                    <a:pt x="167822" y="601344"/>
                  </a:lnTo>
                  <a:lnTo>
                    <a:pt x="169409" y="601226"/>
                  </a:lnTo>
                  <a:lnTo>
                    <a:pt x="169094" y="587332"/>
                  </a:lnTo>
                  <a:lnTo>
                    <a:pt x="168611" y="585912"/>
                  </a:lnTo>
                  <a:lnTo>
                    <a:pt x="168183" y="581427"/>
                  </a:lnTo>
                  <a:lnTo>
                    <a:pt x="167893" y="578888"/>
                  </a:lnTo>
                  <a:lnTo>
                    <a:pt x="167104" y="576828"/>
                  </a:lnTo>
                  <a:lnTo>
                    <a:pt x="166925" y="574513"/>
                  </a:lnTo>
                  <a:lnTo>
                    <a:pt x="167069" y="572967"/>
                  </a:lnTo>
                  <a:lnTo>
                    <a:pt x="167500" y="572009"/>
                  </a:lnTo>
                  <a:lnTo>
                    <a:pt x="167785" y="569622"/>
                  </a:lnTo>
                  <a:lnTo>
                    <a:pt x="167570" y="567221"/>
                  </a:lnTo>
                  <a:lnTo>
                    <a:pt x="167104" y="564988"/>
                  </a:lnTo>
                  <a:lnTo>
                    <a:pt x="166531" y="562844"/>
                  </a:lnTo>
                  <a:lnTo>
                    <a:pt x="165436" y="561528"/>
                  </a:lnTo>
                  <a:lnTo>
                    <a:pt x="163868" y="559136"/>
                  </a:lnTo>
                  <a:lnTo>
                    <a:pt x="161498" y="556094"/>
                  </a:lnTo>
                  <a:lnTo>
                    <a:pt x="159492" y="553976"/>
                  </a:lnTo>
                  <a:lnTo>
                    <a:pt x="158849" y="554236"/>
                  </a:lnTo>
                  <a:lnTo>
                    <a:pt x="155308" y="555064"/>
                  </a:lnTo>
                  <a:lnTo>
                    <a:pt x="154130" y="555497"/>
                  </a:lnTo>
                  <a:lnTo>
                    <a:pt x="153339" y="555012"/>
                  </a:lnTo>
                  <a:lnTo>
                    <a:pt x="150695" y="555035"/>
                  </a:lnTo>
                  <a:lnTo>
                    <a:pt x="149656" y="553405"/>
                  </a:lnTo>
                  <a:lnTo>
                    <a:pt x="148785" y="551509"/>
                  </a:lnTo>
                  <a:lnTo>
                    <a:pt x="146933" y="546655"/>
                  </a:lnTo>
                  <a:lnTo>
                    <a:pt x="146646" y="544226"/>
                  </a:lnTo>
                  <a:lnTo>
                    <a:pt x="145930" y="543455"/>
                  </a:lnTo>
                  <a:lnTo>
                    <a:pt x="144846" y="543750"/>
                  </a:lnTo>
                  <a:lnTo>
                    <a:pt x="143749" y="543418"/>
                  </a:lnTo>
                  <a:lnTo>
                    <a:pt x="141618" y="541404"/>
                  </a:lnTo>
                  <a:lnTo>
                    <a:pt x="139624" y="539337"/>
                  </a:lnTo>
                  <a:lnTo>
                    <a:pt x="138657" y="539424"/>
                  </a:lnTo>
                  <a:lnTo>
                    <a:pt x="137797" y="538137"/>
                  </a:lnTo>
                  <a:lnTo>
                    <a:pt x="136282" y="534986"/>
                  </a:lnTo>
                  <a:lnTo>
                    <a:pt x="135575" y="533759"/>
                  </a:lnTo>
                  <a:lnTo>
                    <a:pt x="135253" y="532129"/>
                  </a:lnTo>
                  <a:lnTo>
                    <a:pt x="134930" y="529728"/>
                  </a:lnTo>
                  <a:lnTo>
                    <a:pt x="134322" y="529212"/>
                  </a:lnTo>
                  <a:lnTo>
                    <a:pt x="133533" y="529642"/>
                  </a:lnTo>
                  <a:lnTo>
                    <a:pt x="132681" y="530874"/>
                  </a:lnTo>
                  <a:lnTo>
                    <a:pt x="131485" y="530051"/>
                  </a:lnTo>
                  <a:lnTo>
                    <a:pt x="130022" y="527838"/>
                  </a:lnTo>
                  <a:lnTo>
                    <a:pt x="129076" y="526110"/>
                  </a:lnTo>
                  <a:lnTo>
                    <a:pt x="128536" y="525290"/>
                  </a:lnTo>
                  <a:lnTo>
                    <a:pt x="127266" y="524081"/>
                  </a:lnTo>
                  <a:lnTo>
                    <a:pt x="126038" y="523827"/>
                  </a:lnTo>
                  <a:lnTo>
                    <a:pt x="124181" y="525607"/>
                  </a:lnTo>
                  <a:lnTo>
                    <a:pt x="122663" y="524880"/>
                  </a:lnTo>
                  <a:lnTo>
                    <a:pt x="120276" y="524237"/>
                  </a:lnTo>
                  <a:lnTo>
                    <a:pt x="118234" y="522950"/>
                  </a:lnTo>
                  <a:lnTo>
                    <a:pt x="117490" y="519594"/>
                  </a:lnTo>
                  <a:lnTo>
                    <a:pt x="117087" y="517372"/>
                  </a:lnTo>
                  <a:lnTo>
                    <a:pt x="115875" y="515981"/>
                  </a:lnTo>
                  <a:lnTo>
                    <a:pt x="114908" y="514284"/>
                  </a:lnTo>
                  <a:lnTo>
                    <a:pt x="113755" y="511710"/>
                  </a:lnTo>
                  <a:lnTo>
                    <a:pt x="113182" y="510850"/>
                  </a:lnTo>
                  <a:lnTo>
                    <a:pt x="112140" y="510132"/>
                  </a:lnTo>
                  <a:lnTo>
                    <a:pt x="111175" y="509223"/>
                  </a:lnTo>
                  <a:lnTo>
                    <a:pt x="111068" y="507592"/>
                  </a:lnTo>
                  <a:lnTo>
                    <a:pt x="110710" y="505445"/>
                  </a:lnTo>
                  <a:lnTo>
                    <a:pt x="110625" y="504914"/>
                  </a:lnTo>
                  <a:lnTo>
                    <a:pt x="109969" y="502309"/>
                  </a:lnTo>
                  <a:lnTo>
                    <a:pt x="109662" y="502127"/>
                  </a:lnTo>
                  <a:lnTo>
                    <a:pt x="109323" y="502638"/>
                  </a:lnTo>
                  <a:lnTo>
                    <a:pt x="109067" y="503016"/>
                  </a:lnTo>
                  <a:lnTo>
                    <a:pt x="108791" y="502554"/>
                  </a:lnTo>
                  <a:lnTo>
                    <a:pt x="108742" y="501388"/>
                  </a:lnTo>
                  <a:lnTo>
                    <a:pt x="108919" y="499521"/>
                  </a:lnTo>
                  <a:lnTo>
                    <a:pt x="108539" y="497562"/>
                  </a:lnTo>
                  <a:lnTo>
                    <a:pt x="107600" y="495507"/>
                  </a:lnTo>
                  <a:lnTo>
                    <a:pt x="107110" y="493383"/>
                  </a:lnTo>
                  <a:lnTo>
                    <a:pt x="107067" y="491185"/>
                  </a:lnTo>
                  <a:lnTo>
                    <a:pt x="106858" y="489716"/>
                  </a:lnTo>
                  <a:lnTo>
                    <a:pt x="106482" y="488974"/>
                  </a:lnTo>
                  <a:lnTo>
                    <a:pt x="106272" y="487684"/>
                  </a:lnTo>
                  <a:lnTo>
                    <a:pt x="106226" y="485852"/>
                  </a:lnTo>
                  <a:lnTo>
                    <a:pt x="106498" y="483667"/>
                  </a:lnTo>
                  <a:lnTo>
                    <a:pt x="107088" y="481140"/>
                  </a:lnTo>
                  <a:lnTo>
                    <a:pt x="106961" y="477238"/>
                  </a:lnTo>
                  <a:lnTo>
                    <a:pt x="106119" y="471978"/>
                  </a:lnTo>
                  <a:lnTo>
                    <a:pt x="105654" y="468180"/>
                  </a:lnTo>
                  <a:lnTo>
                    <a:pt x="105566" y="465851"/>
                  </a:lnTo>
                  <a:lnTo>
                    <a:pt x="105692" y="464126"/>
                  </a:lnTo>
                  <a:lnTo>
                    <a:pt x="106203" y="462449"/>
                  </a:lnTo>
                  <a:lnTo>
                    <a:pt x="107220" y="458334"/>
                  </a:lnTo>
                  <a:lnTo>
                    <a:pt x="107399" y="455195"/>
                  </a:lnTo>
                  <a:lnTo>
                    <a:pt x="107078" y="451654"/>
                  </a:lnTo>
                  <a:lnTo>
                    <a:pt x="107034" y="448953"/>
                  </a:lnTo>
                  <a:lnTo>
                    <a:pt x="107266" y="447095"/>
                  </a:lnTo>
                  <a:lnTo>
                    <a:pt x="106914" y="444659"/>
                  </a:lnTo>
                  <a:lnTo>
                    <a:pt x="106195" y="442359"/>
                  </a:lnTo>
                  <a:lnTo>
                    <a:pt x="105694" y="442302"/>
                  </a:lnTo>
                  <a:lnTo>
                    <a:pt x="105012" y="442931"/>
                  </a:lnTo>
                  <a:lnTo>
                    <a:pt x="104189" y="444873"/>
                  </a:lnTo>
                  <a:lnTo>
                    <a:pt x="103221" y="445216"/>
                  </a:lnTo>
                  <a:lnTo>
                    <a:pt x="102362" y="444016"/>
                  </a:lnTo>
                  <a:lnTo>
                    <a:pt x="99672" y="444518"/>
                  </a:lnTo>
                  <a:lnTo>
                    <a:pt x="95491" y="445718"/>
                  </a:lnTo>
                  <a:lnTo>
                    <a:pt x="93817" y="446962"/>
                  </a:lnTo>
                  <a:lnTo>
                    <a:pt x="92834" y="447493"/>
                  </a:lnTo>
                  <a:lnTo>
                    <a:pt x="91644" y="447900"/>
                  </a:lnTo>
                  <a:lnTo>
                    <a:pt x="89736" y="450133"/>
                  </a:lnTo>
                  <a:lnTo>
                    <a:pt x="85027" y="458805"/>
                  </a:lnTo>
                  <a:lnTo>
                    <a:pt x="84053" y="460060"/>
                  </a:lnTo>
                  <a:lnTo>
                    <a:pt x="82943" y="460233"/>
                  </a:lnTo>
                  <a:lnTo>
                    <a:pt x="82298" y="461434"/>
                  </a:lnTo>
                  <a:lnTo>
                    <a:pt x="81259" y="462377"/>
                  </a:lnTo>
                  <a:lnTo>
                    <a:pt x="79217" y="465808"/>
                  </a:lnTo>
                  <a:lnTo>
                    <a:pt x="78177" y="468555"/>
                  </a:lnTo>
                  <a:lnTo>
                    <a:pt x="77497" y="471043"/>
                  </a:lnTo>
                  <a:lnTo>
                    <a:pt x="76708" y="471129"/>
                  </a:lnTo>
                  <a:lnTo>
                    <a:pt x="76100" y="470443"/>
                  </a:lnTo>
                  <a:lnTo>
                    <a:pt x="74166" y="470786"/>
                  </a:lnTo>
                  <a:lnTo>
                    <a:pt x="73179" y="471634"/>
                  </a:lnTo>
                  <a:lnTo>
                    <a:pt x="72106" y="474055"/>
                  </a:lnTo>
                  <a:lnTo>
                    <a:pt x="70774" y="478430"/>
                  </a:lnTo>
                  <a:lnTo>
                    <a:pt x="70224" y="479674"/>
                  </a:lnTo>
                  <a:lnTo>
                    <a:pt x="69152" y="480961"/>
                  </a:lnTo>
                  <a:lnTo>
                    <a:pt x="67914" y="482026"/>
                  </a:lnTo>
                  <a:lnTo>
                    <a:pt x="66380" y="483633"/>
                  </a:lnTo>
                  <a:lnTo>
                    <a:pt x="65693" y="483740"/>
                  </a:lnTo>
                  <a:lnTo>
                    <a:pt x="65087" y="484025"/>
                  </a:lnTo>
                  <a:lnTo>
                    <a:pt x="64563" y="483292"/>
                  </a:lnTo>
                  <a:lnTo>
                    <a:pt x="64388" y="481725"/>
                  </a:lnTo>
                  <a:lnTo>
                    <a:pt x="63595" y="480736"/>
                  </a:lnTo>
                  <a:lnTo>
                    <a:pt x="61703" y="480239"/>
                  </a:lnTo>
                  <a:lnTo>
                    <a:pt x="58904" y="479097"/>
                  </a:lnTo>
                  <a:lnTo>
                    <a:pt x="56016" y="478874"/>
                  </a:lnTo>
                  <a:lnTo>
                    <a:pt x="54584" y="478981"/>
                  </a:lnTo>
                  <a:lnTo>
                    <a:pt x="53407" y="479050"/>
                  </a:lnTo>
                  <a:lnTo>
                    <a:pt x="51361" y="478439"/>
                  </a:lnTo>
                  <a:lnTo>
                    <a:pt x="49873" y="478335"/>
                  </a:lnTo>
                  <a:lnTo>
                    <a:pt x="48566" y="479887"/>
                  </a:lnTo>
                  <a:lnTo>
                    <a:pt x="46668" y="481815"/>
                  </a:lnTo>
                  <a:lnTo>
                    <a:pt x="45801" y="482305"/>
                  </a:lnTo>
                  <a:lnTo>
                    <a:pt x="45164" y="482378"/>
                  </a:lnTo>
                  <a:lnTo>
                    <a:pt x="44543" y="482138"/>
                  </a:lnTo>
                  <a:lnTo>
                    <a:pt x="43820" y="481140"/>
                  </a:lnTo>
                  <a:lnTo>
                    <a:pt x="42804" y="478837"/>
                  </a:lnTo>
                  <a:lnTo>
                    <a:pt x="42023" y="479723"/>
                  </a:lnTo>
                  <a:lnTo>
                    <a:pt x="41458" y="480710"/>
                  </a:lnTo>
                  <a:lnTo>
                    <a:pt x="41467" y="475703"/>
                  </a:lnTo>
                  <a:lnTo>
                    <a:pt x="41483" y="468174"/>
                  </a:lnTo>
                  <a:lnTo>
                    <a:pt x="41495" y="461535"/>
                  </a:lnTo>
                  <a:lnTo>
                    <a:pt x="41505" y="456222"/>
                  </a:lnTo>
                  <a:lnTo>
                    <a:pt x="41516" y="450024"/>
                  </a:lnTo>
                  <a:lnTo>
                    <a:pt x="41525" y="445649"/>
                  </a:lnTo>
                  <a:lnTo>
                    <a:pt x="42057" y="443987"/>
                  </a:lnTo>
                  <a:lnTo>
                    <a:pt x="42385" y="442129"/>
                  </a:lnTo>
                  <a:lnTo>
                    <a:pt x="41990" y="439644"/>
                  </a:lnTo>
                  <a:lnTo>
                    <a:pt x="42076" y="437367"/>
                  </a:lnTo>
                  <a:lnTo>
                    <a:pt x="42348" y="435783"/>
                  </a:lnTo>
                  <a:lnTo>
                    <a:pt x="42707" y="434236"/>
                  </a:lnTo>
                  <a:lnTo>
                    <a:pt x="41883" y="435010"/>
                  </a:lnTo>
                  <a:lnTo>
                    <a:pt x="41525" y="435440"/>
                  </a:lnTo>
                  <a:lnTo>
                    <a:pt x="41086" y="436614"/>
                  </a:lnTo>
                  <a:lnTo>
                    <a:pt x="40024" y="438201"/>
                  </a:lnTo>
                  <a:lnTo>
                    <a:pt x="39312" y="439785"/>
                  </a:lnTo>
                  <a:lnTo>
                    <a:pt x="38469" y="441078"/>
                  </a:lnTo>
                  <a:lnTo>
                    <a:pt x="37405" y="443935"/>
                  </a:lnTo>
                  <a:lnTo>
                    <a:pt x="36529" y="445502"/>
                  </a:lnTo>
                  <a:lnTo>
                    <a:pt x="35622" y="446497"/>
                  </a:lnTo>
                  <a:lnTo>
                    <a:pt x="34108" y="449853"/>
                  </a:lnTo>
                  <a:lnTo>
                    <a:pt x="32856" y="450520"/>
                  </a:lnTo>
                  <a:lnTo>
                    <a:pt x="29542" y="451037"/>
                  </a:lnTo>
                  <a:lnTo>
                    <a:pt x="26093" y="451022"/>
                  </a:lnTo>
                  <a:lnTo>
                    <a:pt x="22940" y="451011"/>
                  </a:lnTo>
                  <a:lnTo>
                    <a:pt x="22464" y="450967"/>
                  </a:lnTo>
                  <a:lnTo>
                    <a:pt x="22494" y="448203"/>
                  </a:lnTo>
                  <a:lnTo>
                    <a:pt x="22572" y="446249"/>
                  </a:lnTo>
                  <a:lnTo>
                    <a:pt x="21497" y="444189"/>
                  </a:lnTo>
                  <a:lnTo>
                    <a:pt x="21424" y="441652"/>
                  </a:lnTo>
                  <a:lnTo>
                    <a:pt x="21138" y="439901"/>
                  </a:lnTo>
                  <a:lnTo>
                    <a:pt x="20780" y="437757"/>
                  </a:lnTo>
                  <a:lnTo>
                    <a:pt x="20027" y="436383"/>
                  </a:lnTo>
                  <a:lnTo>
                    <a:pt x="18970" y="435852"/>
                  </a:lnTo>
                  <a:lnTo>
                    <a:pt x="17233" y="434666"/>
                  </a:lnTo>
                  <a:lnTo>
                    <a:pt x="14657" y="433434"/>
                  </a:lnTo>
                  <a:lnTo>
                    <a:pt x="12195" y="433348"/>
                  </a:lnTo>
                  <a:lnTo>
                    <a:pt x="9780" y="433466"/>
                  </a:lnTo>
                  <a:lnTo>
                    <a:pt x="11256" y="429160"/>
                  </a:lnTo>
                  <a:lnTo>
                    <a:pt x="12730" y="424858"/>
                  </a:lnTo>
                  <a:lnTo>
                    <a:pt x="12685" y="421107"/>
                  </a:lnTo>
                  <a:lnTo>
                    <a:pt x="11495" y="417846"/>
                  </a:lnTo>
                  <a:lnTo>
                    <a:pt x="10852" y="415814"/>
                  </a:lnTo>
                  <a:lnTo>
                    <a:pt x="9858" y="413015"/>
                  </a:lnTo>
                  <a:lnTo>
                    <a:pt x="8633" y="411085"/>
                  </a:lnTo>
                  <a:lnTo>
                    <a:pt x="7963" y="408514"/>
                  </a:lnTo>
                  <a:lnTo>
                    <a:pt x="8025" y="406952"/>
                  </a:lnTo>
                  <a:lnTo>
                    <a:pt x="7917" y="405922"/>
                  </a:lnTo>
                  <a:lnTo>
                    <a:pt x="7452" y="405322"/>
                  </a:lnTo>
                  <a:lnTo>
                    <a:pt x="6986" y="404378"/>
                  </a:lnTo>
                  <a:lnTo>
                    <a:pt x="6341" y="403348"/>
                  </a:lnTo>
                  <a:lnTo>
                    <a:pt x="5589" y="401978"/>
                  </a:lnTo>
                  <a:lnTo>
                    <a:pt x="5589" y="400604"/>
                  </a:lnTo>
                  <a:lnTo>
                    <a:pt x="5302" y="399144"/>
                  </a:lnTo>
                  <a:lnTo>
                    <a:pt x="4836" y="397430"/>
                  </a:lnTo>
                  <a:lnTo>
                    <a:pt x="4836" y="396056"/>
                  </a:lnTo>
                  <a:lnTo>
                    <a:pt x="4406" y="393912"/>
                  </a:lnTo>
                  <a:lnTo>
                    <a:pt x="3941" y="392368"/>
                  </a:lnTo>
                  <a:lnTo>
                    <a:pt x="3475" y="391338"/>
                  </a:lnTo>
                  <a:lnTo>
                    <a:pt x="2794" y="389881"/>
                  </a:lnTo>
                  <a:lnTo>
                    <a:pt x="2830" y="388678"/>
                  </a:lnTo>
                  <a:lnTo>
                    <a:pt x="3332" y="388077"/>
                  </a:lnTo>
                  <a:lnTo>
                    <a:pt x="3547" y="386707"/>
                  </a:lnTo>
                  <a:lnTo>
                    <a:pt x="3475" y="385333"/>
                  </a:lnTo>
                  <a:lnTo>
                    <a:pt x="2901" y="384476"/>
                  </a:lnTo>
                  <a:lnTo>
                    <a:pt x="2220" y="384046"/>
                  </a:lnTo>
                  <a:lnTo>
                    <a:pt x="1325" y="381559"/>
                  </a:lnTo>
                  <a:lnTo>
                    <a:pt x="680" y="380272"/>
                  </a:lnTo>
                  <a:lnTo>
                    <a:pt x="250" y="379498"/>
                  </a:lnTo>
                  <a:lnTo>
                    <a:pt x="0" y="378641"/>
                  </a:lnTo>
                  <a:lnTo>
                    <a:pt x="250" y="378041"/>
                  </a:lnTo>
                  <a:lnTo>
                    <a:pt x="537" y="377181"/>
                  </a:lnTo>
                  <a:lnTo>
                    <a:pt x="609" y="375811"/>
                  </a:lnTo>
                  <a:lnTo>
                    <a:pt x="465" y="374524"/>
                  </a:lnTo>
                  <a:lnTo>
                    <a:pt x="465" y="373407"/>
                  </a:lnTo>
                  <a:lnTo>
                    <a:pt x="895" y="373063"/>
                  </a:lnTo>
                  <a:lnTo>
                    <a:pt x="1361" y="373237"/>
                  </a:lnTo>
                  <a:lnTo>
                    <a:pt x="1826" y="372550"/>
                  </a:lnTo>
                  <a:lnTo>
                    <a:pt x="2436" y="372293"/>
                  </a:lnTo>
                  <a:lnTo>
                    <a:pt x="3116" y="372120"/>
                  </a:lnTo>
                  <a:lnTo>
                    <a:pt x="3475" y="371349"/>
                  </a:lnTo>
                  <a:lnTo>
                    <a:pt x="3439" y="369976"/>
                  </a:lnTo>
                  <a:lnTo>
                    <a:pt x="3009" y="367315"/>
                  </a:lnTo>
                  <a:lnTo>
                    <a:pt x="2579" y="366201"/>
                  </a:lnTo>
                  <a:lnTo>
                    <a:pt x="2436" y="364571"/>
                  </a:lnTo>
                  <a:lnTo>
                    <a:pt x="2786" y="361428"/>
                  </a:lnTo>
                  <a:lnTo>
                    <a:pt x="3010" y="359426"/>
                  </a:lnTo>
                  <a:lnTo>
                    <a:pt x="3794" y="357299"/>
                  </a:lnTo>
                  <a:lnTo>
                    <a:pt x="6196" y="352740"/>
                  </a:lnTo>
                  <a:lnTo>
                    <a:pt x="8348" y="349643"/>
                  </a:lnTo>
                  <a:lnTo>
                    <a:pt x="9399" y="349329"/>
                  </a:lnTo>
                  <a:lnTo>
                    <a:pt x="10175" y="348180"/>
                  </a:lnTo>
                  <a:lnTo>
                    <a:pt x="10670" y="346426"/>
                  </a:lnTo>
                  <a:lnTo>
                    <a:pt x="10806" y="344507"/>
                  </a:lnTo>
                  <a:lnTo>
                    <a:pt x="10694" y="342836"/>
                  </a:lnTo>
                  <a:lnTo>
                    <a:pt x="10295" y="340363"/>
                  </a:lnTo>
                  <a:lnTo>
                    <a:pt x="9817" y="337284"/>
                  </a:lnTo>
                  <a:lnTo>
                    <a:pt x="9458" y="335570"/>
                  </a:lnTo>
                  <a:lnTo>
                    <a:pt x="9781" y="333510"/>
                  </a:lnTo>
                  <a:lnTo>
                    <a:pt x="10355" y="330693"/>
                  </a:lnTo>
                  <a:lnTo>
                    <a:pt x="11525" y="326443"/>
                  </a:lnTo>
                  <a:lnTo>
                    <a:pt x="12613" y="321872"/>
                  </a:lnTo>
                  <a:lnTo>
                    <a:pt x="12732" y="320536"/>
                  </a:lnTo>
                  <a:lnTo>
                    <a:pt x="12871" y="317746"/>
                  </a:lnTo>
                  <a:lnTo>
                    <a:pt x="13373" y="312052"/>
                  </a:lnTo>
                  <a:lnTo>
                    <a:pt x="13650" y="308970"/>
                  </a:lnTo>
                  <a:lnTo>
                    <a:pt x="13506" y="307773"/>
                  </a:lnTo>
                  <a:lnTo>
                    <a:pt x="13758" y="306740"/>
                  </a:lnTo>
                  <a:lnTo>
                    <a:pt x="14439" y="305883"/>
                  </a:lnTo>
                  <a:lnTo>
                    <a:pt x="16082" y="305098"/>
                  </a:lnTo>
                  <a:lnTo>
                    <a:pt x="17198" y="303395"/>
                  </a:lnTo>
                  <a:lnTo>
                    <a:pt x="18917" y="300195"/>
                  </a:lnTo>
                  <a:lnTo>
                    <a:pt x="20351" y="296790"/>
                  </a:lnTo>
                  <a:lnTo>
                    <a:pt x="21536" y="295693"/>
                  </a:lnTo>
                  <a:lnTo>
                    <a:pt x="23686" y="292542"/>
                  </a:lnTo>
                  <a:lnTo>
                    <a:pt x="24921" y="290543"/>
                  </a:lnTo>
                  <a:lnTo>
                    <a:pt x="25406" y="289913"/>
                  </a:lnTo>
                  <a:lnTo>
                    <a:pt x="26621" y="288468"/>
                  </a:lnTo>
                  <a:lnTo>
                    <a:pt x="28797" y="287963"/>
                  </a:lnTo>
                  <a:lnTo>
                    <a:pt x="30611" y="287443"/>
                  </a:lnTo>
                  <a:lnTo>
                    <a:pt x="31636" y="286494"/>
                  </a:lnTo>
                  <a:lnTo>
                    <a:pt x="33135" y="286101"/>
                  </a:lnTo>
                  <a:lnTo>
                    <a:pt x="34144" y="285034"/>
                  </a:lnTo>
                  <a:lnTo>
                    <a:pt x="35264" y="285005"/>
                  </a:lnTo>
                  <a:lnTo>
                    <a:pt x="37369" y="283920"/>
                  </a:lnTo>
                  <a:lnTo>
                    <a:pt x="38085" y="282290"/>
                  </a:lnTo>
                  <a:lnTo>
                    <a:pt x="38698" y="280348"/>
                  </a:lnTo>
                  <a:lnTo>
                    <a:pt x="39518" y="278685"/>
                  </a:lnTo>
                  <a:lnTo>
                    <a:pt x="40480" y="278258"/>
                  </a:lnTo>
                  <a:lnTo>
                    <a:pt x="41554" y="278547"/>
                  </a:lnTo>
                  <a:lnTo>
                    <a:pt x="42836" y="278515"/>
                  </a:lnTo>
                  <a:lnTo>
                    <a:pt x="44391" y="277999"/>
                  </a:lnTo>
                  <a:lnTo>
                    <a:pt x="45144" y="279286"/>
                  </a:lnTo>
                  <a:lnTo>
                    <a:pt x="45474" y="280861"/>
                  </a:lnTo>
                  <a:lnTo>
                    <a:pt x="46433" y="282463"/>
                  </a:lnTo>
                  <a:lnTo>
                    <a:pt x="47114" y="282373"/>
                  </a:lnTo>
                  <a:lnTo>
                    <a:pt x="47795" y="282033"/>
                  </a:lnTo>
                  <a:lnTo>
                    <a:pt x="48726" y="283406"/>
                  </a:lnTo>
                  <a:lnTo>
                    <a:pt x="49335" y="283233"/>
                  </a:lnTo>
                  <a:lnTo>
                    <a:pt x="49729" y="282463"/>
                  </a:lnTo>
                  <a:lnTo>
                    <a:pt x="49805" y="280535"/>
                  </a:lnTo>
                  <a:lnTo>
                    <a:pt x="50023" y="279490"/>
                  </a:lnTo>
                  <a:lnTo>
                    <a:pt x="50482" y="273462"/>
                  </a:lnTo>
                  <a:lnTo>
                    <a:pt x="51238" y="263513"/>
                  </a:lnTo>
                  <a:lnTo>
                    <a:pt x="51924" y="254492"/>
                  </a:lnTo>
                  <a:lnTo>
                    <a:pt x="52684" y="244508"/>
                  </a:lnTo>
                  <a:lnTo>
                    <a:pt x="53468" y="234194"/>
                  </a:lnTo>
                  <a:lnTo>
                    <a:pt x="54262" y="223751"/>
                  </a:lnTo>
                  <a:lnTo>
                    <a:pt x="54914" y="215181"/>
                  </a:lnTo>
                  <a:lnTo>
                    <a:pt x="55474" y="207814"/>
                  </a:lnTo>
                  <a:lnTo>
                    <a:pt x="55818" y="203295"/>
                  </a:lnTo>
                  <a:lnTo>
                    <a:pt x="56357" y="197376"/>
                  </a:lnTo>
                  <a:lnTo>
                    <a:pt x="56567" y="192176"/>
                  </a:lnTo>
                  <a:lnTo>
                    <a:pt x="56785" y="190676"/>
                  </a:lnTo>
                  <a:lnTo>
                    <a:pt x="56647" y="189415"/>
                  </a:lnTo>
                  <a:lnTo>
                    <a:pt x="56182" y="187623"/>
                  </a:lnTo>
                  <a:lnTo>
                    <a:pt x="56187" y="186835"/>
                  </a:lnTo>
                  <a:lnTo>
                    <a:pt x="56241" y="185791"/>
                  </a:lnTo>
                  <a:lnTo>
                    <a:pt x="56187" y="184879"/>
                  </a:lnTo>
                  <a:lnTo>
                    <a:pt x="55697" y="183903"/>
                  </a:lnTo>
                  <a:lnTo>
                    <a:pt x="55316" y="183315"/>
                  </a:lnTo>
                  <a:lnTo>
                    <a:pt x="55017" y="182469"/>
                  </a:lnTo>
                  <a:lnTo>
                    <a:pt x="54880" y="181295"/>
                  </a:lnTo>
                  <a:lnTo>
                    <a:pt x="54636" y="180123"/>
                  </a:lnTo>
                  <a:lnTo>
                    <a:pt x="54527" y="178885"/>
                  </a:lnTo>
                  <a:lnTo>
                    <a:pt x="54173" y="177907"/>
                  </a:lnTo>
                  <a:lnTo>
                    <a:pt x="54065" y="176669"/>
                  </a:lnTo>
                  <a:lnTo>
                    <a:pt x="54309" y="175497"/>
                  </a:lnTo>
                  <a:lnTo>
                    <a:pt x="54418" y="174260"/>
                  </a:lnTo>
                  <a:lnTo>
                    <a:pt x="54309" y="173085"/>
                  </a:lnTo>
                  <a:lnTo>
                    <a:pt x="54173" y="171717"/>
                  </a:lnTo>
                  <a:lnTo>
                    <a:pt x="53901" y="170416"/>
                  </a:lnTo>
                  <a:lnTo>
                    <a:pt x="53487" y="169622"/>
                  </a:lnTo>
                  <a:lnTo>
                    <a:pt x="52500" y="168739"/>
                  </a:lnTo>
                  <a:lnTo>
                    <a:pt x="51507" y="166636"/>
                  </a:lnTo>
                  <a:lnTo>
                    <a:pt x="50337" y="164748"/>
                  </a:lnTo>
                  <a:lnTo>
                    <a:pt x="48841" y="161164"/>
                  </a:lnTo>
                  <a:lnTo>
                    <a:pt x="48514" y="159471"/>
                  </a:lnTo>
                  <a:lnTo>
                    <a:pt x="48509" y="154819"/>
                  </a:lnTo>
                  <a:lnTo>
                    <a:pt x="48573" y="149772"/>
                  </a:lnTo>
                  <a:lnTo>
                    <a:pt x="48669" y="142148"/>
                  </a:lnTo>
                  <a:lnTo>
                    <a:pt x="48719" y="138270"/>
                  </a:lnTo>
                  <a:lnTo>
                    <a:pt x="49564" y="138056"/>
                  </a:lnTo>
                  <a:lnTo>
                    <a:pt x="50308" y="137951"/>
                  </a:lnTo>
                  <a:lnTo>
                    <a:pt x="51086" y="137682"/>
                  </a:lnTo>
                  <a:lnTo>
                    <a:pt x="51764" y="137417"/>
                  </a:lnTo>
                  <a:lnTo>
                    <a:pt x="52386" y="136859"/>
                  </a:lnTo>
                  <a:lnTo>
                    <a:pt x="52853" y="136166"/>
                  </a:lnTo>
                  <a:lnTo>
                    <a:pt x="53409" y="135714"/>
                  </a:lnTo>
                  <a:lnTo>
                    <a:pt x="53842" y="135875"/>
                  </a:lnTo>
                  <a:lnTo>
                    <a:pt x="54275" y="135263"/>
                  </a:lnTo>
                  <a:lnTo>
                    <a:pt x="54754" y="134677"/>
                  </a:lnTo>
                  <a:lnTo>
                    <a:pt x="55220" y="134198"/>
                  </a:lnTo>
                  <a:lnTo>
                    <a:pt x="55898" y="133798"/>
                  </a:lnTo>
                  <a:lnTo>
                    <a:pt x="56531" y="134730"/>
                  </a:lnTo>
                  <a:lnTo>
                    <a:pt x="56887" y="135661"/>
                  </a:lnTo>
                  <a:lnTo>
                    <a:pt x="57298" y="136114"/>
                  </a:lnTo>
                  <a:lnTo>
                    <a:pt x="57687" y="136007"/>
                  </a:lnTo>
                  <a:lnTo>
                    <a:pt x="57954" y="136088"/>
                  </a:lnTo>
                  <a:lnTo>
                    <a:pt x="58232" y="136833"/>
                  </a:lnTo>
                  <a:lnTo>
                    <a:pt x="58587" y="136886"/>
                  </a:lnTo>
                  <a:lnTo>
                    <a:pt x="59098" y="136753"/>
                  </a:lnTo>
                  <a:lnTo>
                    <a:pt x="59576" y="136593"/>
                  </a:lnTo>
                  <a:lnTo>
                    <a:pt x="59798" y="136381"/>
                  </a:lnTo>
                  <a:lnTo>
                    <a:pt x="59832" y="135901"/>
                  </a:lnTo>
                  <a:lnTo>
                    <a:pt x="59710" y="135077"/>
                  </a:lnTo>
                  <a:lnTo>
                    <a:pt x="59543" y="134303"/>
                  </a:lnTo>
                  <a:lnTo>
                    <a:pt x="59676" y="133107"/>
                  </a:lnTo>
                  <a:lnTo>
                    <a:pt x="59687" y="131670"/>
                  </a:lnTo>
                  <a:lnTo>
                    <a:pt x="59710" y="129835"/>
                  </a:lnTo>
                  <a:lnTo>
                    <a:pt x="59332" y="128824"/>
                  </a:lnTo>
                  <a:lnTo>
                    <a:pt x="58954" y="126907"/>
                  </a:lnTo>
                  <a:lnTo>
                    <a:pt x="58532" y="125364"/>
                  </a:lnTo>
                  <a:lnTo>
                    <a:pt x="57876" y="124326"/>
                  </a:lnTo>
                  <a:lnTo>
                    <a:pt x="57265" y="123927"/>
                  </a:lnTo>
                  <a:lnTo>
                    <a:pt x="56754" y="124566"/>
                  </a:lnTo>
                  <a:lnTo>
                    <a:pt x="56276" y="124671"/>
                  </a:lnTo>
                  <a:lnTo>
                    <a:pt x="55920" y="124087"/>
                  </a:lnTo>
                  <a:lnTo>
                    <a:pt x="55342" y="124061"/>
                  </a:lnTo>
                  <a:lnTo>
                    <a:pt x="54720" y="123875"/>
                  </a:lnTo>
                  <a:lnTo>
                    <a:pt x="54062" y="123654"/>
                  </a:lnTo>
                  <a:lnTo>
                    <a:pt x="52876" y="124072"/>
                  </a:lnTo>
                  <a:lnTo>
                    <a:pt x="52453" y="123554"/>
                  </a:lnTo>
                  <a:lnTo>
                    <a:pt x="51875" y="123501"/>
                  </a:lnTo>
                  <a:lnTo>
                    <a:pt x="51209" y="124059"/>
                  </a:lnTo>
                  <a:lnTo>
                    <a:pt x="51225" y="116694"/>
                  </a:lnTo>
                  <a:lnTo>
                    <a:pt x="51242" y="109746"/>
                  </a:lnTo>
                  <a:lnTo>
                    <a:pt x="51253" y="104876"/>
                  </a:lnTo>
                  <a:lnTo>
                    <a:pt x="51853" y="104981"/>
                  </a:lnTo>
                  <a:lnTo>
                    <a:pt x="52597" y="104104"/>
                  </a:lnTo>
                  <a:lnTo>
                    <a:pt x="53702" y="103968"/>
                  </a:lnTo>
                  <a:lnTo>
                    <a:pt x="54551" y="103043"/>
                  </a:lnTo>
                  <a:lnTo>
                    <a:pt x="55024" y="102970"/>
                  </a:lnTo>
                  <a:lnTo>
                    <a:pt x="55922" y="103423"/>
                  </a:lnTo>
                  <a:lnTo>
                    <a:pt x="56858" y="104372"/>
                  </a:lnTo>
                  <a:lnTo>
                    <a:pt x="57779" y="104506"/>
                  </a:lnTo>
                  <a:lnTo>
                    <a:pt x="60190" y="104505"/>
                  </a:lnTo>
                  <a:lnTo>
                    <a:pt x="62795" y="104502"/>
                  </a:lnTo>
                  <a:lnTo>
                    <a:pt x="65692" y="104499"/>
                  </a:lnTo>
                  <a:lnTo>
                    <a:pt x="68592" y="104496"/>
                  </a:lnTo>
                  <a:lnTo>
                    <a:pt x="71108" y="104493"/>
                  </a:lnTo>
                  <a:lnTo>
                    <a:pt x="71885" y="104548"/>
                  </a:lnTo>
                  <a:lnTo>
                    <a:pt x="71432" y="102931"/>
                  </a:lnTo>
                  <a:lnTo>
                    <a:pt x="70905" y="100834"/>
                  </a:lnTo>
                  <a:lnTo>
                    <a:pt x="71109" y="99184"/>
                  </a:lnTo>
                  <a:lnTo>
                    <a:pt x="71369" y="97521"/>
                  </a:lnTo>
                  <a:lnTo>
                    <a:pt x="71672" y="96653"/>
                  </a:lnTo>
                  <a:lnTo>
                    <a:pt x="72456" y="97576"/>
                  </a:lnTo>
                  <a:lnTo>
                    <a:pt x="73113" y="100403"/>
                  </a:lnTo>
                  <a:lnTo>
                    <a:pt x="73658" y="102532"/>
                  </a:lnTo>
                  <a:lnTo>
                    <a:pt x="74190" y="103581"/>
                  </a:lnTo>
                  <a:lnTo>
                    <a:pt x="74851" y="103701"/>
                  </a:lnTo>
                  <a:lnTo>
                    <a:pt x="75600" y="103343"/>
                  </a:lnTo>
                  <a:lnTo>
                    <a:pt x="76345" y="102472"/>
                  </a:lnTo>
                  <a:lnTo>
                    <a:pt x="77619" y="98570"/>
                  </a:lnTo>
                  <a:lnTo>
                    <a:pt x="78886" y="95233"/>
                  </a:lnTo>
                  <a:lnTo>
                    <a:pt x="79542" y="94112"/>
                  </a:lnTo>
                  <a:lnTo>
                    <a:pt x="80238" y="93080"/>
                  </a:lnTo>
                  <a:lnTo>
                    <a:pt x="80755" y="92689"/>
                  </a:lnTo>
                  <a:lnTo>
                    <a:pt x="81462" y="92821"/>
                  </a:lnTo>
                  <a:lnTo>
                    <a:pt x="82060" y="93733"/>
                  </a:lnTo>
                  <a:lnTo>
                    <a:pt x="82447" y="95321"/>
                  </a:lnTo>
                  <a:lnTo>
                    <a:pt x="83864" y="100854"/>
                  </a:lnTo>
                  <a:lnTo>
                    <a:pt x="84932" y="105027"/>
                  </a:lnTo>
                  <a:lnTo>
                    <a:pt x="85291" y="107628"/>
                  </a:lnTo>
                  <a:lnTo>
                    <a:pt x="85314" y="113981"/>
                  </a:lnTo>
                  <a:lnTo>
                    <a:pt x="85248" y="119613"/>
                  </a:lnTo>
                  <a:lnTo>
                    <a:pt x="85388" y="120340"/>
                  </a:lnTo>
                  <a:lnTo>
                    <a:pt x="85599" y="120547"/>
                  </a:lnTo>
                  <a:lnTo>
                    <a:pt x="87933" y="119227"/>
                  </a:lnTo>
                  <a:lnTo>
                    <a:pt x="91105" y="126050"/>
                  </a:lnTo>
                  <a:lnTo>
                    <a:pt x="93447" y="131087"/>
                  </a:lnTo>
                  <a:lnTo>
                    <a:pt x="94460" y="132698"/>
                  </a:lnTo>
                  <a:lnTo>
                    <a:pt x="95021" y="133148"/>
                  </a:lnTo>
                  <a:lnTo>
                    <a:pt x="96384" y="132813"/>
                  </a:lnTo>
                  <a:lnTo>
                    <a:pt x="98002" y="132161"/>
                  </a:lnTo>
                  <a:lnTo>
                    <a:pt x="98789" y="131439"/>
                  </a:lnTo>
                  <a:lnTo>
                    <a:pt x="99658" y="129862"/>
                  </a:lnTo>
                  <a:lnTo>
                    <a:pt x="101072" y="127672"/>
                  </a:lnTo>
                  <a:lnTo>
                    <a:pt x="102222" y="126467"/>
                  </a:lnTo>
                  <a:lnTo>
                    <a:pt x="102674" y="126307"/>
                  </a:lnTo>
                  <a:lnTo>
                    <a:pt x="103128" y="126694"/>
                  </a:lnTo>
                  <a:lnTo>
                    <a:pt x="104099" y="128003"/>
                  </a:lnTo>
                  <a:lnTo>
                    <a:pt x="104630" y="130445"/>
                  </a:lnTo>
                  <a:lnTo>
                    <a:pt x="104140" y="133279"/>
                  </a:lnTo>
                  <a:lnTo>
                    <a:pt x="104222" y="135038"/>
                  </a:lnTo>
                  <a:lnTo>
                    <a:pt x="105242" y="134941"/>
                  </a:lnTo>
                  <a:lnTo>
                    <a:pt x="106058" y="132009"/>
                  </a:lnTo>
                  <a:lnTo>
                    <a:pt x="106630" y="129699"/>
                  </a:lnTo>
                  <a:lnTo>
                    <a:pt x="107826" y="127831"/>
                  </a:lnTo>
                  <a:lnTo>
                    <a:pt x="108990" y="125162"/>
                  </a:lnTo>
                  <a:lnTo>
                    <a:pt x="109803" y="122624"/>
                  </a:lnTo>
                  <a:lnTo>
                    <a:pt x="110755" y="121136"/>
                  </a:lnTo>
                  <a:lnTo>
                    <a:pt x="112192" y="119325"/>
                  </a:lnTo>
                  <a:lnTo>
                    <a:pt x="113329" y="118220"/>
                  </a:lnTo>
                  <a:lnTo>
                    <a:pt x="114396" y="118333"/>
                  </a:lnTo>
                  <a:lnTo>
                    <a:pt x="115187" y="117135"/>
                  </a:lnTo>
                  <a:lnTo>
                    <a:pt x="116212" y="114889"/>
                  </a:lnTo>
                  <a:lnTo>
                    <a:pt x="116929" y="113082"/>
                  </a:lnTo>
                  <a:lnTo>
                    <a:pt x="117425" y="112439"/>
                  </a:lnTo>
                  <a:lnTo>
                    <a:pt x="118424" y="112613"/>
                  </a:lnTo>
                  <a:lnTo>
                    <a:pt x="119669" y="112365"/>
                  </a:lnTo>
                  <a:lnTo>
                    <a:pt x="120893" y="110172"/>
                  </a:lnTo>
                  <a:lnTo>
                    <a:pt x="122006" y="107519"/>
                  </a:lnTo>
                  <a:lnTo>
                    <a:pt x="122596" y="103050"/>
                  </a:lnTo>
                  <a:lnTo>
                    <a:pt x="122986" y="99093"/>
                  </a:lnTo>
                  <a:lnTo>
                    <a:pt x="123318" y="98290"/>
                  </a:lnTo>
                  <a:lnTo>
                    <a:pt x="123722" y="97657"/>
                  </a:lnTo>
                  <a:lnTo>
                    <a:pt x="124198" y="97244"/>
                  </a:lnTo>
                  <a:lnTo>
                    <a:pt x="125342" y="96957"/>
                  </a:lnTo>
                  <a:lnTo>
                    <a:pt x="127345" y="94846"/>
                  </a:lnTo>
                  <a:lnTo>
                    <a:pt x="128726" y="92708"/>
                  </a:lnTo>
                  <a:lnTo>
                    <a:pt x="130038" y="92249"/>
                  </a:lnTo>
                  <a:lnTo>
                    <a:pt x="130426" y="91672"/>
                  </a:lnTo>
                  <a:lnTo>
                    <a:pt x="130902" y="89694"/>
                  </a:lnTo>
                  <a:lnTo>
                    <a:pt x="131137" y="86210"/>
                  </a:lnTo>
                  <a:lnTo>
                    <a:pt x="130959" y="84097"/>
                  </a:lnTo>
                  <a:lnTo>
                    <a:pt x="128549" y="83447"/>
                  </a:lnTo>
                  <a:lnTo>
                    <a:pt x="126970" y="83444"/>
                  </a:lnTo>
                  <a:lnTo>
                    <a:pt x="124359" y="82900"/>
                  </a:lnTo>
                  <a:lnTo>
                    <a:pt x="123116" y="82030"/>
                  </a:lnTo>
                  <a:lnTo>
                    <a:pt x="122848" y="81424"/>
                  </a:lnTo>
                  <a:lnTo>
                    <a:pt x="122820" y="80753"/>
                  </a:lnTo>
                  <a:lnTo>
                    <a:pt x="123069" y="79247"/>
                  </a:lnTo>
                  <a:lnTo>
                    <a:pt x="123312" y="76416"/>
                  </a:lnTo>
                  <a:lnTo>
                    <a:pt x="122957" y="72585"/>
                  </a:lnTo>
                  <a:lnTo>
                    <a:pt x="121652" y="66576"/>
                  </a:lnTo>
                  <a:lnTo>
                    <a:pt x="120722" y="60672"/>
                  </a:lnTo>
                  <a:lnTo>
                    <a:pt x="120600" y="56555"/>
                  </a:lnTo>
                  <a:lnTo>
                    <a:pt x="120621" y="52205"/>
                  </a:lnTo>
                  <a:lnTo>
                    <a:pt x="120695" y="49363"/>
                  </a:lnTo>
                  <a:lnTo>
                    <a:pt x="120026" y="47138"/>
                  </a:lnTo>
                  <a:lnTo>
                    <a:pt x="116415" y="40132"/>
                  </a:lnTo>
                  <a:lnTo>
                    <a:pt x="115168" y="36822"/>
                  </a:lnTo>
                  <a:lnTo>
                    <a:pt x="114753" y="34532"/>
                  </a:lnTo>
                  <a:lnTo>
                    <a:pt x="113331" y="30307"/>
                  </a:lnTo>
                  <a:lnTo>
                    <a:pt x="113691" y="29015"/>
                  </a:lnTo>
                  <a:lnTo>
                    <a:pt x="114510" y="29062"/>
                  </a:lnTo>
                  <a:lnTo>
                    <a:pt x="115211" y="30165"/>
                  </a:lnTo>
                  <a:lnTo>
                    <a:pt x="115850" y="32511"/>
                  </a:lnTo>
                  <a:lnTo>
                    <a:pt x="116311" y="33037"/>
                  </a:lnTo>
                  <a:lnTo>
                    <a:pt x="116938" y="33034"/>
                  </a:lnTo>
                  <a:lnTo>
                    <a:pt x="120268" y="33024"/>
                  </a:lnTo>
                  <a:lnTo>
                    <a:pt x="121048" y="33423"/>
                  </a:lnTo>
                  <a:lnTo>
                    <a:pt x="121519" y="34212"/>
                  </a:lnTo>
                  <a:lnTo>
                    <a:pt x="121921" y="35191"/>
                  </a:lnTo>
                  <a:lnTo>
                    <a:pt x="122517" y="37927"/>
                  </a:lnTo>
                  <a:lnTo>
                    <a:pt x="123158" y="39266"/>
                  </a:lnTo>
                  <a:lnTo>
                    <a:pt x="124476" y="39220"/>
                  </a:lnTo>
                  <a:lnTo>
                    <a:pt x="126545" y="39164"/>
                  </a:lnTo>
                  <a:lnTo>
                    <a:pt x="127706" y="38920"/>
                  </a:lnTo>
                  <a:lnTo>
                    <a:pt x="128401" y="39682"/>
                  </a:lnTo>
                  <a:lnTo>
                    <a:pt x="129262" y="40312"/>
                  </a:lnTo>
                  <a:lnTo>
                    <a:pt x="131076" y="38859"/>
                  </a:lnTo>
                  <a:lnTo>
                    <a:pt x="131584" y="38829"/>
                  </a:lnTo>
                  <a:lnTo>
                    <a:pt x="132126" y="39468"/>
                  </a:lnTo>
                  <a:lnTo>
                    <a:pt x="134082" y="44368"/>
                  </a:lnTo>
                  <a:lnTo>
                    <a:pt x="135204" y="46435"/>
                  </a:lnTo>
                  <a:lnTo>
                    <a:pt x="136150" y="49170"/>
                  </a:lnTo>
                  <a:lnTo>
                    <a:pt x="137528" y="49184"/>
                  </a:lnTo>
                  <a:lnTo>
                    <a:pt x="138668" y="46835"/>
                  </a:lnTo>
                  <a:lnTo>
                    <a:pt x="138972" y="38934"/>
                  </a:lnTo>
                  <a:lnTo>
                    <a:pt x="139315" y="36641"/>
                  </a:lnTo>
                  <a:lnTo>
                    <a:pt x="139893" y="35999"/>
                  </a:lnTo>
                  <a:lnTo>
                    <a:pt x="140578" y="35921"/>
                  </a:lnTo>
                  <a:lnTo>
                    <a:pt x="141390" y="34679"/>
                  </a:lnTo>
                  <a:lnTo>
                    <a:pt x="142271" y="33078"/>
                  </a:lnTo>
                  <a:lnTo>
                    <a:pt x="143035" y="32540"/>
                  </a:lnTo>
                  <a:lnTo>
                    <a:pt x="146213" y="34264"/>
                  </a:lnTo>
                  <a:lnTo>
                    <a:pt x="147096" y="33438"/>
                  </a:lnTo>
                  <a:lnTo>
                    <a:pt x="150313" y="31349"/>
                  </a:lnTo>
                  <a:lnTo>
                    <a:pt x="153603" y="28667"/>
                  </a:lnTo>
                  <a:lnTo>
                    <a:pt x="154527" y="25285"/>
                  </a:lnTo>
                  <a:lnTo>
                    <a:pt x="155907" y="24376"/>
                  </a:lnTo>
                  <a:lnTo>
                    <a:pt x="156986" y="21897"/>
                  </a:lnTo>
                  <a:lnTo>
                    <a:pt x="157858" y="22158"/>
                  </a:lnTo>
                  <a:lnTo>
                    <a:pt x="159178" y="22258"/>
                  </a:lnTo>
                  <a:lnTo>
                    <a:pt x="159995" y="21825"/>
                  </a:lnTo>
                  <a:lnTo>
                    <a:pt x="160408" y="21355"/>
                  </a:lnTo>
                  <a:lnTo>
                    <a:pt x="160857" y="20189"/>
                  </a:lnTo>
                  <a:lnTo>
                    <a:pt x="161599" y="16876"/>
                  </a:lnTo>
                  <a:lnTo>
                    <a:pt x="162498" y="15624"/>
                  </a:lnTo>
                  <a:lnTo>
                    <a:pt x="163629" y="14296"/>
                  </a:lnTo>
                  <a:lnTo>
                    <a:pt x="164402" y="12731"/>
                  </a:lnTo>
                  <a:lnTo>
                    <a:pt x="165038" y="10798"/>
                  </a:lnTo>
                  <a:lnTo>
                    <a:pt x="165331" y="9118"/>
                  </a:lnTo>
                  <a:lnTo>
                    <a:pt x="165323" y="7782"/>
                  </a:lnTo>
                  <a:lnTo>
                    <a:pt x="164946" y="5199"/>
                  </a:lnTo>
                  <a:lnTo>
                    <a:pt x="164490" y="2765"/>
                  </a:lnTo>
                  <a:lnTo>
                    <a:pt x="163997" y="1962"/>
                  </a:lnTo>
                  <a:lnTo>
                    <a:pt x="163624" y="1652"/>
                  </a:lnTo>
                  <a:lnTo>
                    <a:pt x="164744" y="1087"/>
                  </a:lnTo>
                  <a:lnTo>
                    <a:pt x="165669" y="1934"/>
                  </a:lnTo>
                  <a:lnTo>
                    <a:pt x="167112" y="2064"/>
                  </a:lnTo>
                  <a:lnTo>
                    <a:pt x="167738" y="1412"/>
                  </a:lnTo>
                  <a:lnTo>
                    <a:pt x="168646" y="1732"/>
                  </a:lnTo>
                  <a:lnTo>
                    <a:pt x="169800" y="0"/>
                  </a:lnTo>
                  <a:lnTo>
                    <a:pt x="170540" y="565"/>
                  </a:lnTo>
                  <a:lnTo>
                    <a:pt x="171029" y="565"/>
                  </a:lnTo>
                  <a:lnTo>
                    <a:pt x="171475" y="1882"/>
                  </a:lnTo>
                  <a:lnTo>
                    <a:pt x="171819" y="3367"/>
                  </a:lnTo>
                  <a:lnTo>
                    <a:pt x="172897" y="5173"/>
                  </a:lnTo>
                  <a:lnTo>
                    <a:pt x="172790" y="7922"/>
                  </a:lnTo>
                  <a:lnTo>
                    <a:pt x="172591" y="10355"/>
                  </a:lnTo>
                  <a:lnTo>
                    <a:pt x="172452" y="13157"/>
                  </a:lnTo>
                  <a:lnTo>
                    <a:pt x="172390" y="15289"/>
                  </a:lnTo>
                  <a:lnTo>
                    <a:pt x="171931" y="17472"/>
                  </a:lnTo>
                  <a:lnTo>
                    <a:pt x="171245" y="19511"/>
                  </a:lnTo>
                  <a:lnTo>
                    <a:pt x="171043" y="20339"/>
                  </a:lnTo>
                  <a:lnTo>
                    <a:pt x="170948" y="21414"/>
                  </a:lnTo>
                  <a:lnTo>
                    <a:pt x="171411" y="22066"/>
                  </a:lnTo>
                  <a:lnTo>
                    <a:pt x="172227" y="22261"/>
                  </a:lnTo>
                  <a:lnTo>
                    <a:pt x="173247" y="22346"/>
                  </a:lnTo>
                  <a:lnTo>
                    <a:pt x="173941" y="22978"/>
                  </a:lnTo>
                  <a:lnTo>
                    <a:pt x="174839" y="23108"/>
                  </a:lnTo>
                  <a:lnTo>
                    <a:pt x="175919" y="24859"/>
                  </a:lnTo>
                  <a:lnTo>
                    <a:pt x="176444" y="25910"/>
                  </a:lnTo>
                  <a:lnTo>
                    <a:pt x="176488" y="26725"/>
                  </a:lnTo>
                  <a:lnTo>
                    <a:pt x="176145" y="28671"/>
                  </a:lnTo>
                  <a:lnTo>
                    <a:pt x="176008" y="30471"/>
                  </a:lnTo>
                  <a:lnTo>
                    <a:pt x="176276" y="31610"/>
                  </a:lnTo>
                  <a:lnTo>
                    <a:pt x="176593" y="32431"/>
                  </a:lnTo>
                  <a:lnTo>
                    <a:pt x="177469" y="36487"/>
                  </a:lnTo>
                  <a:lnTo>
                    <a:pt x="177886" y="37898"/>
                  </a:lnTo>
                  <a:lnTo>
                    <a:pt x="178239" y="38353"/>
                  </a:lnTo>
                  <a:lnTo>
                    <a:pt x="178321" y="39135"/>
                  </a:lnTo>
                  <a:lnTo>
                    <a:pt x="178022" y="40615"/>
                  </a:lnTo>
                  <a:lnTo>
                    <a:pt x="177663" y="42499"/>
                  </a:lnTo>
                  <a:lnTo>
                    <a:pt x="176852" y="44477"/>
                  </a:lnTo>
                  <a:lnTo>
                    <a:pt x="176743" y="46041"/>
                  </a:lnTo>
                  <a:lnTo>
                    <a:pt x="176094" y="47024"/>
                  </a:lnTo>
                  <a:lnTo>
                    <a:pt x="174579" y="49360"/>
                  </a:lnTo>
                  <a:lnTo>
                    <a:pt x="174842" y="53064"/>
                  </a:lnTo>
                  <a:lnTo>
                    <a:pt x="174895" y="54942"/>
                  </a:lnTo>
                  <a:lnTo>
                    <a:pt x="174866" y="56401"/>
                  </a:lnTo>
                  <a:lnTo>
                    <a:pt x="174349" y="58355"/>
                  </a:lnTo>
                  <a:lnTo>
                    <a:pt x="173453" y="64124"/>
                  </a:lnTo>
                  <a:lnTo>
                    <a:pt x="173124" y="67001"/>
                  </a:lnTo>
                  <a:lnTo>
                    <a:pt x="172833" y="73651"/>
                  </a:lnTo>
                  <a:lnTo>
                    <a:pt x="172852" y="75881"/>
                  </a:lnTo>
                  <a:lnTo>
                    <a:pt x="173266" y="78883"/>
                  </a:lnTo>
                  <a:lnTo>
                    <a:pt x="174144" y="85545"/>
                  </a:lnTo>
                  <a:lnTo>
                    <a:pt x="174644" y="86605"/>
                  </a:lnTo>
                  <a:lnTo>
                    <a:pt x="175803" y="88169"/>
                  </a:lnTo>
                  <a:lnTo>
                    <a:pt x="175947" y="92675"/>
                  </a:lnTo>
                  <a:lnTo>
                    <a:pt x="175846" y="97380"/>
                  </a:lnTo>
                  <a:lnTo>
                    <a:pt x="175791" y="99205"/>
                  </a:lnTo>
                  <a:lnTo>
                    <a:pt x="175982" y="99987"/>
                  </a:lnTo>
                  <a:lnTo>
                    <a:pt x="176502" y="100362"/>
                  </a:lnTo>
                  <a:lnTo>
                    <a:pt x="176873" y="100928"/>
                  </a:lnTo>
                  <a:lnTo>
                    <a:pt x="176931" y="102320"/>
                  </a:lnTo>
                  <a:lnTo>
                    <a:pt x="176896" y="103766"/>
                  </a:lnTo>
                  <a:lnTo>
                    <a:pt x="177760" y="104601"/>
                  </a:lnTo>
                  <a:lnTo>
                    <a:pt x="178512" y="105134"/>
                  </a:lnTo>
                  <a:lnTo>
                    <a:pt x="179206" y="107131"/>
                  </a:lnTo>
                  <a:lnTo>
                    <a:pt x="180462" y="110236"/>
                  </a:lnTo>
                  <a:lnTo>
                    <a:pt x="180960" y="110801"/>
                  </a:lnTo>
                  <a:lnTo>
                    <a:pt x="181211" y="112090"/>
                  </a:lnTo>
                  <a:lnTo>
                    <a:pt x="182269" y="114707"/>
                  </a:lnTo>
                  <a:lnTo>
                    <a:pt x="183883" y="115664"/>
                  </a:lnTo>
                  <a:lnTo>
                    <a:pt x="185511" y="116818"/>
                  </a:lnTo>
                  <a:lnTo>
                    <a:pt x="186151" y="118464"/>
                  </a:lnTo>
                  <a:lnTo>
                    <a:pt x="186819" y="119802"/>
                  </a:lnTo>
                  <a:lnTo>
                    <a:pt x="187321" y="119872"/>
                  </a:lnTo>
                  <a:lnTo>
                    <a:pt x="187748" y="119657"/>
                  </a:lnTo>
                  <a:lnTo>
                    <a:pt x="188450" y="118504"/>
                  </a:lnTo>
                  <a:lnTo>
                    <a:pt x="189014" y="117513"/>
                  </a:lnTo>
                  <a:lnTo>
                    <a:pt x="189995" y="117569"/>
                  </a:lnTo>
                  <a:lnTo>
                    <a:pt x="191146" y="117406"/>
                  </a:lnTo>
                  <a:lnTo>
                    <a:pt x="191345" y="116591"/>
                  </a:lnTo>
                  <a:lnTo>
                    <a:pt x="191454" y="115542"/>
                  </a:lnTo>
                  <a:lnTo>
                    <a:pt x="191217" y="112856"/>
                  </a:lnTo>
                  <a:lnTo>
                    <a:pt x="191626" y="112041"/>
                  </a:lnTo>
                  <a:lnTo>
                    <a:pt x="192578" y="111583"/>
                  </a:lnTo>
                  <a:lnTo>
                    <a:pt x="192768" y="110150"/>
                  </a:lnTo>
                  <a:lnTo>
                    <a:pt x="192986" y="109368"/>
                  </a:lnTo>
                  <a:lnTo>
                    <a:pt x="193258" y="108457"/>
                  </a:lnTo>
                  <a:lnTo>
                    <a:pt x="193585" y="108327"/>
                  </a:lnTo>
                  <a:lnTo>
                    <a:pt x="193993" y="108848"/>
                  </a:lnTo>
                  <a:lnTo>
                    <a:pt x="194619" y="109174"/>
                  </a:lnTo>
                  <a:lnTo>
                    <a:pt x="195326" y="109630"/>
                  </a:lnTo>
                  <a:lnTo>
                    <a:pt x="195707" y="110541"/>
                  </a:lnTo>
                  <a:lnTo>
                    <a:pt x="196335" y="110619"/>
                  </a:lnTo>
                  <a:lnTo>
                    <a:pt x="197034" y="110445"/>
                  </a:lnTo>
                  <a:lnTo>
                    <a:pt x="197317" y="109863"/>
                  </a:lnTo>
                  <a:lnTo>
                    <a:pt x="197522" y="108848"/>
                  </a:lnTo>
                  <a:lnTo>
                    <a:pt x="197674" y="106657"/>
                  </a:lnTo>
                  <a:lnTo>
                    <a:pt x="198124" y="106594"/>
                  </a:lnTo>
                  <a:lnTo>
                    <a:pt x="199024" y="106100"/>
                  </a:lnTo>
                  <a:lnTo>
                    <a:pt x="199984" y="105134"/>
                  </a:lnTo>
                  <a:lnTo>
                    <a:pt x="201266" y="104992"/>
                  </a:lnTo>
                  <a:lnTo>
                    <a:pt x="202466" y="105013"/>
                  </a:lnTo>
                  <a:lnTo>
                    <a:pt x="203067" y="104363"/>
                  </a:lnTo>
                  <a:lnTo>
                    <a:pt x="203626" y="102952"/>
                  </a:lnTo>
                  <a:lnTo>
                    <a:pt x="204709" y="98960"/>
                  </a:lnTo>
                  <a:lnTo>
                    <a:pt x="205276" y="98038"/>
                  </a:lnTo>
                  <a:lnTo>
                    <a:pt x="205884" y="97348"/>
                  </a:lnTo>
                  <a:lnTo>
                    <a:pt x="206401" y="97474"/>
                  </a:lnTo>
                  <a:lnTo>
                    <a:pt x="207462" y="96813"/>
                  </a:lnTo>
                  <a:lnTo>
                    <a:pt x="208335" y="95856"/>
                  </a:lnTo>
                  <a:lnTo>
                    <a:pt x="208658" y="96097"/>
                  </a:lnTo>
                  <a:lnTo>
                    <a:pt x="209338" y="98146"/>
                  </a:lnTo>
                  <a:lnTo>
                    <a:pt x="209678" y="98596"/>
                  </a:lnTo>
                  <a:lnTo>
                    <a:pt x="210178" y="98739"/>
                  </a:lnTo>
                  <a:lnTo>
                    <a:pt x="211817" y="99778"/>
                  </a:lnTo>
                  <a:lnTo>
                    <a:pt x="212686" y="99455"/>
                  </a:lnTo>
                  <a:lnTo>
                    <a:pt x="213629" y="98801"/>
                  </a:lnTo>
                  <a:lnTo>
                    <a:pt x="214535" y="98555"/>
                  </a:lnTo>
                  <a:lnTo>
                    <a:pt x="215187" y="99010"/>
                  </a:lnTo>
                  <a:lnTo>
                    <a:pt x="215657" y="98419"/>
                  </a:lnTo>
                  <a:close/>
                </a:path>
              </a:pathLst>
            </a:custGeom>
            <a:solidFill>
              <a:srgbClr val="EEF5E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2"/>
            <p:cNvSpPr/>
            <p:nvPr/>
          </p:nvSpPr>
          <p:spPr>
            <a:xfrm>
              <a:off x="2627991" y="3240545"/>
              <a:ext cx="2702" cy="7548"/>
            </a:xfrm>
            <a:custGeom>
              <a:avLst/>
              <a:pathLst>
                <a:path w="2702" h="7548">
                  <a:moveTo>
                    <a:pt x="1892" y="6964"/>
                  </a:moveTo>
                  <a:lnTo>
                    <a:pt x="1540" y="7548"/>
                  </a:lnTo>
                  <a:lnTo>
                    <a:pt x="436" y="6370"/>
                  </a:lnTo>
                  <a:lnTo>
                    <a:pt x="48" y="4945"/>
                  </a:lnTo>
                  <a:lnTo>
                    <a:pt x="0" y="429"/>
                  </a:lnTo>
                  <a:lnTo>
                    <a:pt x="679" y="0"/>
                  </a:lnTo>
                  <a:lnTo>
                    <a:pt x="1959" y="3570"/>
                  </a:lnTo>
                  <a:lnTo>
                    <a:pt x="2702" y="4872"/>
                  </a:lnTo>
                  <a:close/>
                </a:path>
              </a:pathLst>
            </a:custGeom>
            <a:solidFill>
              <a:srgbClr val="FD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3"/>
            <p:cNvSpPr/>
            <p:nvPr/>
          </p:nvSpPr>
          <p:spPr>
            <a:xfrm>
              <a:off x="4783430" y="3489287"/>
              <a:ext cx="3702" cy="16326"/>
            </a:xfrm>
            <a:custGeom>
              <a:avLst/>
              <a:pathLst>
                <a:path w="3702" h="16326">
                  <a:moveTo>
                    <a:pt x="0" y="1"/>
                  </a:moveTo>
                  <a:lnTo>
                    <a:pt x="1397" y="0"/>
                  </a:lnTo>
                  <a:lnTo>
                    <a:pt x="1748" y="976"/>
                  </a:lnTo>
                  <a:lnTo>
                    <a:pt x="2482" y="4407"/>
                  </a:lnTo>
                  <a:lnTo>
                    <a:pt x="2960" y="7853"/>
                  </a:lnTo>
                  <a:lnTo>
                    <a:pt x="3116" y="13102"/>
                  </a:lnTo>
                  <a:lnTo>
                    <a:pt x="3702" y="15335"/>
                  </a:lnTo>
                  <a:lnTo>
                    <a:pt x="3609" y="15793"/>
                  </a:lnTo>
                  <a:lnTo>
                    <a:pt x="3256" y="16168"/>
                  </a:lnTo>
                  <a:lnTo>
                    <a:pt x="2713" y="16326"/>
                  </a:lnTo>
                  <a:lnTo>
                    <a:pt x="1775" y="15824"/>
                  </a:lnTo>
                  <a:lnTo>
                    <a:pt x="990" y="15050"/>
                  </a:lnTo>
                  <a:lnTo>
                    <a:pt x="306" y="9369"/>
                  </a:lnTo>
                  <a:lnTo>
                    <a:pt x="0" y="6157"/>
                  </a:lnTo>
                  <a:lnTo>
                    <a:pt x="25" y="232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4"/>
            <p:cNvSpPr/>
            <p:nvPr/>
          </p:nvSpPr>
          <p:spPr>
            <a:xfrm>
              <a:off x="4771548" y="3485664"/>
              <a:ext cx="12139" cy="29501"/>
            </a:xfrm>
            <a:custGeom>
              <a:avLst/>
              <a:pathLst>
                <a:path w="12139" h="29501">
                  <a:moveTo>
                    <a:pt x="11881" y="3624"/>
                  </a:moveTo>
                  <a:lnTo>
                    <a:pt x="10869" y="4908"/>
                  </a:lnTo>
                  <a:lnTo>
                    <a:pt x="9880" y="6518"/>
                  </a:lnTo>
                  <a:lnTo>
                    <a:pt x="8888" y="7905"/>
                  </a:lnTo>
                  <a:lnTo>
                    <a:pt x="8425" y="8991"/>
                  </a:lnTo>
                  <a:lnTo>
                    <a:pt x="8589" y="10515"/>
                  </a:lnTo>
                  <a:lnTo>
                    <a:pt x="8828" y="13868"/>
                  </a:lnTo>
                  <a:lnTo>
                    <a:pt x="8962" y="16501"/>
                  </a:lnTo>
                  <a:lnTo>
                    <a:pt x="9309" y="17540"/>
                  </a:lnTo>
                  <a:lnTo>
                    <a:pt x="9580" y="18590"/>
                  </a:lnTo>
                  <a:lnTo>
                    <a:pt x="9466" y="19734"/>
                  </a:lnTo>
                  <a:lnTo>
                    <a:pt x="8880" y="21913"/>
                  </a:lnTo>
                  <a:lnTo>
                    <a:pt x="9212" y="22334"/>
                  </a:lnTo>
                  <a:lnTo>
                    <a:pt x="8789" y="25222"/>
                  </a:lnTo>
                  <a:lnTo>
                    <a:pt x="8158" y="27357"/>
                  </a:lnTo>
                  <a:lnTo>
                    <a:pt x="7283" y="29097"/>
                  </a:lnTo>
                  <a:lnTo>
                    <a:pt x="6718" y="29501"/>
                  </a:lnTo>
                  <a:lnTo>
                    <a:pt x="6267" y="28759"/>
                  </a:lnTo>
                  <a:lnTo>
                    <a:pt x="5532" y="26853"/>
                  </a:lnTo>
                  <a:lnTo>
                    <a:pt x="4728" y="24194"/>
                  </a:lnTo>
                  <a:lnTo>
                    <a:pt x="4352" y="22649"/>
                  </a:lnTo>
                  <a:lnTo>
                    <a:pt x="3196" y="22444"/>
                  </a:lnTo>
                  <a:lnTo>
                    <a:pt x="2786" y="21221"/>
                  </a:lnTo>
                  <a:lnTo>
                    <a:pt x="2760" y="19727"/>
                  </a:lnTo>
                  <a:lnTo>
                    <a:pt x="2432" y="17968"/>
                  </a:lnTo>
                  <a:lnTo>
                    <a:pt x="1977" y="16088"/>
                  </a:lnTo>
                  <a:lnTo>
                    <a:pt x="1295" y="14638"/>
                  </a:lnTo>
                  <a:lnTo>
                    <a:pt x="385" y="13507"/>
                  </a:lnTo>
                  <a:lnTo>
                    <a:pt x="0" y="12696"/>
                  </a:lnTo>
                  <a:lnTo>
                    <a:pt x="1407" y="12747"/>
                  </a:lnTo>
                  <a:lnTo>
                    <a:pt x="2906" y="12268"/>
                  </a:lnTo>
                  <a:lnTo>
                    <a:pt x="4449" y="10695"/>
                  </a:lnTo>
                  <a:lnTo>
                    <a:pt x="5933" y="8799"/>
                  </a:lnTo>
                  <a:lnTo>
                    <a:pt x="7182" y="6625"/>
                  </a:lnTo>
                  <a:lnTo>
                    <a:pt x="8353" y="4176"/>
                  </a:lnTo>
                  <a:lnTo>
                    <a:pt x="9585" y="2245"/>
                  </a:lnTo>
                  <a:lnTo>
                    <a:pt x="11495" y="0"/>
                  </a:lnTo>
                  <a:lnTo>
                    <a:pt x="12139" y="177"/>
                  </a:lnTo>
                  <a:lnTo>
                    <a:pt x="12132" y="177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5"/>
            <p:cNvSpPr/>
            <p:nvPr/>
          </p:nvSpPr>
          <p:spPr>
            <a:xfrm>
              <a:off x="4459041" y="2797502"/>
              <a:ext cx="41272" cy="47562"/>
            </a:xfrm>
            <a:custGeom>
              <a:avLst/>
              <a:pathLst>
                <a:path w="41272" h="47562">
                  <a:moveTo>
                    <a:pt x="35701" y="16288"/>
                  </a:moveTo>
                  <a:lnTo>
                    <a:pt x="35626" y="16957"/>
                  </a:lnTo>
                  <a:lnTo>
                    <a:pt x="35278" y="18739"/>
                  </a:lnTo>
                  <a:lnTo>
                    <a:pt x="35051" y="20677"/>
                  </a:lnTo>
                  <a:lnTo>
                    <a:pt x="35241" y="22265"/>
                  </a:lnTo>
                  <a:lnTo>
                    <a:pt x="36024" y="24158"/>
                  </a:lnTo>
                  <a:lnTo>
                    <a:pt x="37072" y="25667"/>
                  </a:lnTo>
                  <a:lnTo>
                    <a:pt x="38407" y="25783"/>
                  </a:lnTo>
                  <a:lnTo>
                    <a:pt x="39638" y="25201"/>
                  </a:lnTo>
                  <a:lnTo>
                    <a:pt x="40129" y="25441"/>
                  </a:lnTo>
                  <a:lnTo>
                    <a:pt x="40797" y="27967"/>
                  </a:lnTo>
                  <a:lnTo>
                    <a:pt x="41272" y="30156"/>
                  </a:lnTo>
                  <a:lnTo>
                    <a:pt x="40627" y="32411"/>
                  </a:lnTo>
                  <a:lnTo>
                    <a:pt x="40274" y="34389"/>
                  </a:lnTo>
                  <a:lnTo>
                    <a:pt x="40147" y="35792"/>
                  </a:lnTo>
                  <a:lnTo>
                    <a:pt x="40226" y="36400"/>
                  </a:lnTo>
                  <a:lnTo>
                    <a:pt x="40623" y="37538"/>
                  </a:lnTo>
                  <a:lnTo>
                    <a:pt x="41084" y="39477"/>
                  </a:lnTo>
                  <a:lnTo>
                    <a:pt x="41149" y="41260"/>
                  </a:lnTo>
                  <a:lnTo>
                    <a:pt x="40856" y="42442"/>
                  </a:lnTo>
                  <a:lnTo>
                    <a:pt x="40222" y="43029"/>
                  </a:lnTo>
                  <a:lnTo>
                    <a:pt x="39548" y="42856"/>
                  </a:lnTo>
                  <a:lnTo>
                    <a:pt x="38992" y="42879"/>
                  </a:lnTo>
                  <a:lnTo>
                    <a:pt x="38294" y="43088"/>
                  </a:lnTo>
                  <a:lnTo>
                    <a:pt x="37203" y="43744"/>
                  </a:lnTo>
                  <a:lnTo>
                    <a:pt x="36190" y="44594"/>
                  </a:lnTo>
                  <a:lnTo>
                    <a:pt x="34289" y="44437"/>
                  </a:lnTo>
                  <a:lnTo>
                    <a:pt x="33528" y="42677"/>
                  </a:lnTo>
                  <a:lnTo>
                    <a:pt x="33169" y="42671"/>
                  </a:lnTo>
                  <a:lnTo>
                    <a:pt x="31438" y="44951"/>
                  </a:lnTo>
                  <a:lnTo>
                    <a:pt x="29555" y="44553"/>
                  </a:lnTo>
                  <a:lnTo>
                    <a:pt x="26123" y="45311"/>
                  </a:lnTo>
                  <a:lnTo>
                    <a:pt x="24690" y="45490"/>
                  </a:lnTo>
                  <a:lnTo>
                    <a:pt x="23217" y="45238"/>
                  </a:lnTo>
                  <a:lnTo>
                    <a:pt x="22472" y="44754"/>
                  </a:lnTo>
                  <a:lnTo>
                    <a:pt x="21087" y="43153"/>
                  </a:lnTo>
                  <a:lnTo>
                    <a:pt x="19831" y="41984"/>
                  </a:lnTo>
                  <a:lnTo>
                    <a:pt x="18554" y="43053"/>
                  </a:lnTo>
                  <a:lnTo>
                    <a:pt x="18106" y="43250"/>
                  </a:lnTo>
                  <a:lnTo>
                    <a:pt x="17080" y="45995"/>
                  </a:lnTo>
                  <a:lnTo>
                    <a:pt x="14861" y="46901"/>
                  </a:lnTo>
                  <a:lnTo>
                    <a:pt x="12649" y="47562"/>
                  </a:lnTo>
                  <a:lnTo>
                    <a:pt x="11996" y="47197"/>
                  </a:lnTo>
                  <a:lnTo>
                    <a:pt x="10750" y="47034"/>
                  </a:lnTo>
                  <a:lnTo>
                    <a:pt x="10703" y="46394"/>
                  </a:lnTo>
                  <a:lnTo>
                    <a:pt x="10740" y="45770"/>
                  </a:lnTo>
                  <a:lnTo>
                    <a:pt x="10456" y="45275"/>
                  </a:lnTo>
                  <a:lnTo>
                    <a:pt x="9950" y="44765"/>
                  </a:lnTo>
                  <a:lnTo>
                    <a:pt x="9080" y="44553"/>
                  </a:lnTo>
                  <a:lnTo>
                    <a:pt x="7964" y="43869"/>
                  </a:lnTo>
                  <a:lnTo>
                    <a:pt x="7321" y="43216"/>
                  </a:lnTo>
                  <a:lnTo>
                    <a:pt x="5052" y="44176"/>
                  </a:lnTo>
                  <a:lnTo>
                    <a:pt x="3728" y="42732"/>
                  </a:lnTo>
                  <a:lnTo>
                    <a:pt x="2225" y="40746"/>
                  </a:lnTo>
                  <a:lnTo>
                    <a:pt x="1466" y="39882"/>
                  </a:lnTo>
                  <a:lnTo>
                    <a:pt x="1189" y="36806"/>
                  </a:lnTo>
                  <a:lnTo>
                    <a:pt x="923" y="35818"/>
                  </a:lnTo>
                  <a:lnTo>
                    <a:pt x="331" y="34777"/>
                  </a:lnTo>
                  <a:lnTo>
                    <a:pt x="0" y="33555"/>
                  </a:lnTo>
                  <a:lnTo>
                    <a:pt x="266" y="32299"/>
                  </a:lnTo>
                  <a:lnTo>
                    <a:pt x="1762" y="29954"/>
                  </a:lnTo>
                  <a:lnTo>
                    <a:pt x="1883" y="29404"/>
                  </a:lnTo>
                  <a:lnTo>
                    <a:pt x="2576" y="25033"/>
                  </a:lnTo>
                  <a:lnTo>
                    <a:pt x="3538" y="23441"/>
                  </a:lnTo>
                  <a:lnTo>
                    <a:pt x="4486" y="21234"/>
                  </a:lnTo>
                  <a:lnTo>
                    <a:pt x="5203" y="17726"/>
                  </a:lnTo>
                  <a:lnTo>
                    <a:pt x="6588" y="14125"/>
                  </a:lnTo>
                  <a:lnTo>
                    <a:pt x="8108" y="10431"/>
                  </a:lnTo>
                  <a:lnTo>
                    <a:pt x="9154" y="7423"/>
                  </a:lnTo>
                  <a:lnTo>
                    <a:pt x="9849" y="6020"/>
                  </a:lnTo>
                  <a:lnTo>
                    <a:pt x="11278" y="4517"/>
                  </a:lnTo>
                  <a:lnTo>
                    <a:pt x="12476" y="3634"/>
                  </a:lnTo>
                  <a:lnTo>
                    <a:pt x="13303" y="1621"/>
                  </a:lnTo>
                  <a:lnTo>
                    <a:pt x="14302" y="503"/>
                  </a:lnTo>
                  <a:lnTo>
                    <a:pt x="15329" y="0"/>
                  </a:lnTo>
                  <a:lnTo>
                    <a:pt x="16852" y="269"/>
                  </a:lnTo>
                  <a:lnTo>
                    <a:pt x="18288" y="988"/>
                  </a:lnTo>
                  <a:lnTo>
                    <a:pt x="19860" y="1986"/>
                  </a:lnTo>
                  <a:lnTo>
                    <a:pt x="20042" y="2797"/>
                  </a:lnTo>
                  <a:lnTo>
                    <a:pt x="19908" y="4226"/>
                  </a:lnTo>
                  <a:lnTo>
                    <a:pt x="19682" y="5674"/>
                  </a:lnTo>
                  <a:lnTo>
                    <a:pt x="19673" y="6417"/>
                  </a:lnTo>
                  <a:lnTo>
                    <a:pt x="19916" y="6824"/>
                  </a:lnTo>
                  <a:lnTo>
                    <a:pt x="21453" y="7101"/>
                  </a:lnTo>
                  <a:lnTo>
                    <a:pt x="23338" y="6873"/>
                  </a:lnTo>
                  <a:lnTo>
                    <a:pt x="24395" y="7075"/>
                  </a:lnTo>
                  <a:lnTo>
                    <a:pt x="26751" y="8411"/>
                  </a:lnTo>
                  <a:lnTo>
                    <a:pt x="27440" y="9355"/>
                  </a:lnTo>
                  <a:lnTo>
                    <a:pt x="28159" y="10079"/>
                  </a:lnTo>
                  <a:lnTo>
                    <a:pt x="28862" y="9949"/>
                  </a:lnTo>
                  <a:lnTo>
                    <a:pt x="29752" y="8404"/>
                  </a:lnTo>
                  <a:lnTo>
                    <a:pt x="30690" y="7090"/>
                  </a:lnTo>
                  <a:lnTo>
                    <a:pt x="31272" y="6879"/>
                  </a:lnTo>
                  <a:lnTo>
                    <a:pt x="31689" y="7303"/>
                  </a:lnTo>
                  <a:lnTo>
                    <a:pt x="32439" y="8555"/>
                  </a:lnTo>
                  <a:lnTo>
                    <a:pt x="33991" y="9733"/>
                  </a:lnTo>
                  <a:lnTo>
                    <a:pt x="35375" y="10622"/>
                  </a:lnTo>
                  <a:lnTo>
                    <a:pt x="35823" y="11463"/>
                  </a:lnTo>
                  <a:lnTo>
                    <a:pt x="35669" y="15078"/>
                  </a:lnTo>
                  <a:close/>
                </a:path>
              </a:pathLst>
            </a:custGeom>
            <a:solidFill>
              <a:srgbClr val="C5DEB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6"/>
            <p:cNvSpPr/>
            <p:nvPr/>
          </p:nvSpPr>
          <p:spPr>
            <a:xfrm>
              <a:off x="3610537" y="4159677"/>
              <a:ext cx="115840" cy="267909"/>
            </a:xfrm>
            <a:custGeom>
              <a:avLst/>
              <a:pathLst>
                <a:path w="115840" h="267909">
                  <a:moveTo>
                    <a:pt x="65172" y="175"/>
                  </a:moveTo>
                  <a:lnTo>
                    <a:pt x="64928" y="1639"/>
                  </a:lnTo>
                  <a:lnTo>
                    <a:pt x="64743" y="3771"/>
                  </a:lnTo>
                  <a:lnTo>
                    <a:pt x="64968" y="5361"/>
                  </a:lnTo>
                  <a:lnTo>
                    <a:pt x="65463" y="7493"/>
                  </a:lnTo>
                  <a:lnTo>
                    <a:pt x="66177" y="9363"/>
                  </a:lnTo>
                  <a:lnTo>
                    <a:pt x="66721" y="10471"/>
                  </a:lnTo>
                  <a:lnTo>
                    <a:pt x="67367" y="13219"/>
                  </a:lnTo>
                  <a:lnTo>
                    <a:pt x="68015" y="16655"/>
                  </a:lnTo>
                  <a:lnTo>
                    <a:pt x="68868" y="19330"/>
                  </a:lnTo>
                  <a:lnTo>
                    <a:pt x="71372" y="25459"/>
                  </a:lnTo>
                  <a:lnTo>
                    <a:pt x="71649" y="27656"/>
                  </a:lnTo>
                  <a:lnTo>
                    <a:pt x="71997" y="29828"/>
                  </a:lnTo>
                  <a:lnTo>
                    <a:pt x="73570" y="34013"/>
                  </a:lnTo>
                  <a:lnTo>
                    <a:pt x="73814" y="35401"/>
                  </a:lnTo>
                  <a:lnTo>
                    <a:pt x="73709" y="38240"/>
                  </a:lnTo>
                  <a:lnTo>
                    <a:pt x="75329" y="46756"/>
                  </a:lnTo>
                  <a:lnTo>
                    <a:pt x="76392" y="51731"/>
                  </a:lnTo>
                  <a:lnTo>
                    <a:pt x="77292" y="52648"/>
                  </a:lnTo>
                  <a:lnTo>
                    <a:pt x="80175" y="57946"/>
                  </a:lnTo>
                  <a:lnTo>
                    <a:pt x="82687" y="62205"/>
                  </a:lnTo>
                  <a:lnTo>
                    <a:pt x="85630" y="65082"/>
                  </a:lnTo>
                  <a:lnTo>
                    <a:pt x="87791" y="66975"/>
                  </a:lnTo>
                  <a:lnTo>
                    <a:pt x="88857" y="68358"/>
                  </a:lnTo>
                  <a:lnTo>
                    <a:pt x="89391" y="69682"/>
                  </a:lnTo>
                  <a:lnTo>
                    <a:pt x="89826" y="72230"/>
                  </a:lnTo>
                  <a:lnTo>
                    <a:pt x="90046" y="76657"/>
                  </a:lnTo>
                  <a:lnTo>
                    <a:pt x="90122" y="79519"/>
                  </a:lnTo>
                  <a:lnTo>
                    <a:pt x="92445" y="79404"/>
                  </a:lnTo>
                  <a:lnTo>
                    <a:pt x="94365" y="79664"/>
                  </a:lnTo>
                  <a:lnTo>
                    <a:pt x="95040" y="80238"/>
                  </a:lnTo>
                  <a:lnTo>
                    <a:pt x="95291" y="81054"/>
                  </a:lnTo>
                  <a:lnTo>
                    <a:pt x="95232" y="82942"/>
                  </a:lnTo>
                  <a:lnTo>
                    <a:pt x="95258" y="85755"/>
                  </a:lnTo>
                  <a:lnTo>
                    <a:pt x="95349" y="88020"/>
                  </a:lnTo>
                  <a:lnTo>
                    <a:pt x="95149" y="90441"/>
                  </a:lnTo>
                  <a:lnTo>
                    <a:pt x="95011" y="93292"/>
                  </a:lnTo>
                  <a:lnTo>
                    <a:pt x="94918" y="96822"/>
                  </a:lnTo>
                  <a:lnTo>
                    <a:pt x="95215" y="98204"/>
                  </a:lnTo>
                  <a:lnTo>
                    <a:pt x="97074" y="102651"/>
                  </a:lnTo>
                  <a:lnTo>
                    <a:pt x="97855" y="105533"/>
                  </a:lnTo>
                  <a:lnTo>
                    <a:pt x="98684" y="109896"/>
                  </a:lnTo>
                  <a:lnTo>
                    <a:pt x="99171" y="111299"/>
                  </a:lnTo>
                  <a:lnTo>
                    <a:pt x="99560" y="111856"/>
                  </a:lnTo>
                  <a:lnTo>
                    <a:pt x="101239" y="112338"/>
                  </a:lnTo>
                  <a:lnTo>
                    <a:pt x="105563" y="114167"/>
                  </a:lnTo>
                  <a:lnTo>
                    <a:pt x="108225" y="115832"/>
                  </a:lnTo>
                  <a:lnTo>
                    <a:pt x="110342" y="117558"/>
                  </a:lnTo>
                  <a:lnTo>
                    <a:pt x="111223" y="118014"/>
                  </a:lnTo>
                  <a:lnTo>
                    <a:pt x="111653" y="118470"/>
                  </a:lnTo>
                  <a:lnTo>
                    <a:pt x="111798" y="118897"/>
                  </a:lnTo>
                  <a:lnTo>
                    <a:pt x="111533" y="122697"/>
                  </a:lnTo>
                  <a:lnTo>
                    <a:pt x="111625" y="123918"/>
                  </a:lnTo>
                  <a:lnTo>
                    <a:pt x="111860" y="125014"/>
                  </a:lnTo>
                  <a:lnTo>
                    <a:pt x="112220" y="125874"/>
                  </a:lnTo>
                  <a:lnTo>
                    <a:pt x="112656" y="126414"/>
                  </a:lnTo>
                  <a:lnTo>
                    <a:pt x="114265" y="126821"/>
                  </a:lnTo>
                  <a:lnTo>
                    <a:pt x="115227" y="129132"/>
                  </a:lnTo>
                  <a:lnTo>
                    <a:pt x="115840" y="130203"/>
                  </a:lnTo>
                  <a:lnTo>
                    <a:pt x="112940" y="130774"/>
                  </a:lnTo>
                  <a:lnTo>
                    <a:pt x="111504" y="132699"/>
                  </a:lnTo>
                  <a:lnTo>
                    <a:pt x="110669" y="136147"/>
                  </a:lnTo>
                  <a:lnTo>
                    <a:pt x="109361" y="138681"/>
                  </a:lnTo>
                  <a:lnTo>
                    <a:pt x="107580" y="140294"/>
                  </a:lnTo>
                  <a:lnTo>
                    <a:pt x="105697" y="141402"/>
                  </a:lnTo>
                  <a:lnTo>
                    <a:pt x="103708" y="142005"/>
                  </a:lnTo>
                  <a:lnTo>
                    <a:pt x="101591" y="144969"/>
                  </a:lnTo>
                  <a:lnTo>
                    <a:pt x="99342" y="150290"/>
                  </a:lnTo>
                  <a:lnTo>
                    <a:pt x="98196" y="153637"/>
                  </a:lnTo>
                  <a:lnTo>
                    <a:pt x="98150" y="155014"/>
                  </a:lnTo>
                  <a:lnTo>
                    <a:pt x="97647" y="156205"/>
                  </a:lnTo>
                  <a:lnTo>
                    <a:pt x="96685" y="157212"/>
                  </a:lnTo>
                  <a:lnTo>
                    <a:pt x="96142" y="158422"/>
                  </a:lnTo>
                  <a:lnTo>
                    <a:pt x="96015" y="159836"/>
                  </a:lnTo>
                  <a:lnTo>
                    <a:pt x="95503" y="160511"/>
                  </a:lnTo>
                  <a:lnTo>
                    <a:pt x="94603" y="160453"/>
                  </a:lnTo>
                  <a:lnTo>
                    <a:pt x="93971" y="161486"/>
                  </a:lnTo>
                  <a:lnTo>
                    <a:pt x="93607" y="163613"/>
                  </a:lnTo>
                  <a:lnTo>
                    <a:pt x="92812" y="164906"/>
                  </a:lnTo>
                  <a:lnTo>
                    <a:pt x="91584" y="165356"/>
                  </a:lnTo>
                  <a:lnTo>
                    <a:pt x="90525" y="166556"/>
                  </a:lnTo>
                  <a:lnTo>
                    <a:pt x="89634" y="168501"/>
                  </a:lnTo>
                  <a:lnTo>
                    <a:pt x="88947" y="169488"/>
                  </a:lnTo>
                  <a:lnTo>
                    <a:pt x="88464" y="169517"/>
                  </a:lnTo>
                  <a:lnTo>
                    <a:pt x="87713" y="171098"/>
                  </a:lnTo>
                  <a:lnTo>
                    <a:pt x="86498" y="174841"/>
                  </a:lnTo>
                  <a:lnTo>
                    <a:pt x="86295" y="176581"/>
                  </a:lnTo>
                  <a:lnTo>
                    <a:pt x="84622" y="190686"/>
                  </a:lnTo>
                  <a:lnTo>
                    <a:pt x="83710" y="192351"/>
                  </a:lnTo>
                  <a:lnTo>
                    <a:pt x="81941" y="195257"/>
                  </a:lnTo>
                  <a:lnTo>
                    <a:pt x="80507" y="198737"/>
                  </a:lnTo>
                  <a:lnTo>
                    <a:pt x="79893" y="200789"/>
                  </a:lnTo>
                  <a:lnTo>
                    <a:pt x="79219" y="201701"/>
                  </a:lnTo>
                  <a:lnTo>
                    <a:pt x="75933" y="203412"/>
                  </a:lnTo>
                  <a:lnTo>
                    <a:pt x="74711" y="204326"/>
                  </a:lnTo>
                  <a:lnTo>
                    <a:pt x="73233" y="205657"/>
                  </a:lnTo>
                  <a:lnTo>
                    <a:pt x="72860" y="206854"/>
                  </a:lnTo>
                  <a:lnTo>
                    <a:pt x="72497" y="211206"/>
                  </a:lnTo>
                  <a:lnTo>
                    <a:pt x="71479" y="217448"/>
                  </a:lnTo>
                  <a:lnTo>
                    <a:pt x="70649" y="222053"/>
                  </a:lnTo>
                  <a:lnTo>
                    <a:pt x="70112" y="226058"/>
                  </a:lnTo>
                  <a:lnTo>
                    <a:pt x="69182" y="231033"/>
                  </a:lnTo>
                  <a:lnTo>
                    <a:pt x="68372" y="232704"/>
                  </a:lnTo>
                  <a:lnTo>
                    <a:pt x="67453" y="234230"/>
                  </a:lnTo>
                  <a:lnTo>
                    <a:pt x="66250" y="234984"/>
                  </a:lnTo>
                  <a:lnTo>
                    <a:pt x="64611" y="235466"/>
                  </a:lnTo>
                  <a:lnTo>
                    <a:pt x="63119" y="235324"/>
                  </a:lnTo>
                  <a:lnTo>
                    <a:pt x="61965" y="235399"/>
                  </a:lnTo>
                  <a:lnTo>
                    <a:pt x="60365" y="237157"/>
                  </a:lnTo>
                  <a:lnTo>
                    <a:pt x="58870" y="237272"/>
                  </a:lnTo>
                  <a:lnTo>
                    <a:pt x="56498" y="236259"/>
                  </a:lnTo>
                  <a:lnTo>
                    <a:pt x="54577" y="235275"/>
                  </a:lnTo>
                  <a:lnTo>
                    <a:pt x="53717" y="235070"/>
                  </a:lnTo>
                  <a:lnTo>
                    <a:pt x="52020" y="231821"/>
                  </a:lnTo>
                  <a:lnTo>
                    <a:pt x="50928" y="231879"/>
                  </a:lnTo>
                  <a:lnTo>
                    <a:pt x="49262" y="231619"/>
                  </a:lnTo>
                  <a:lnTo>
                    <a:pt x="48327" y="230874"/>
                  </a:lnTo>
                  <a:lnTo>
                    <a:pt x="47460" y="229212"/>
                  </a:lnTo>
                  <a:lnTo>
                    <a:pt x="45575" y="225943"/>
                  </a:lnTo>
                  <a:lnTo>
                    <a:pt x="43734" y="223297"/>
                  </a:lnTo>
                  <a:lnTo>
                    <a:pt x="42102" y="221730"/>
                  </a:lnTo>
                  <a:lnTo>
                    <a:pt x="40581" y="220997"/>
                  </a:lnTo>
                  <a:lnTo>
                    <a:pt x="39134" y="221649"/>
                  </a:lnTo>
                  <a:lnTo>
                    <a:pt x="38008" y="222347"/>
                  </a:lnTo>
                  <a:lnTo>
                    <a:pt x="37571" y="222697"/>
                  </a:lnTo>
                  <a:lnTo>
                    <a:pt x="36697" y="224061"/>
                  </a:lnTo>
                  <a:lnTo>
                    <a:pt x="35803" y="226650"/>
                  </a:lnTo>
                  <a:lnTo>
                    <a:pt x="35064" y="230704"/>
                  </a:lnTo>
                  <a:lnTo>
                    <a:pt x="34782" y="233186"/>
                  </a:lnTo>
                  <a:lnTo>
                    <a:pt x="33954" y="238452"/>
                  </a:lnTo>
                  <a:lnTo>
                    <a:pt x="32859" y="244772"/>
                  </a:lnTo>
                  <a:lnTo>
                    <a:pt x="32334" y="246590"/>
                  </a:lnTo>
                  <a:lnTo>
                    <a:pt x="31729" y="247940"/>
                  </a:lnTo>
                  <a:lnTo>
                    <a:pt x="30770" y="249141"/>
                  </a:lnTo>
                  <a:lnTo>
                    <a:pt x="27644" y="254159"/>
                  </a:lnTo>
                  <a:lnTo>
                    <a:pt x="26081" y="259812"/>
                  </a:lnTo>
                  <a:lnTo>
                    <a:pt x="25094" y="261457"/>
                  </a:lnTo>
                  <a:lnTo>
                    <a:pt x="23904" y="262227"/>
                  </a:lnTo>
                  <a:lnTo>
                    <a:pt x="22900" y="262712"/>
                  </a:lnTo>
                  <a:lnTo>
                    <a:pt x="22346" y="263650"/>
                  </a:lnTo>
                  <a:lnTo>
                    <a:pt x="21727" y="266509"/>
                  </a:lnTo>
                  <a:lnTo>
                    <a:pt x="21192" y="267516"/>
                  </a:lnTo>
                  <a:lnTo>
                    <a:pt x="20594" y="267909"/>
                  </a:lnTo>
                  <a:lnTo>
                    <a:pt x="18806" y="267568"/>
                  </a:lnTo>
                  <a:lnTo>
                    <a:pt x="18233" y="267277"/>
                  </a:lnTo>
                  <a:lnTo>
                    <a:pt x="13495" y="267837"/>
                  </a:lnTo>
                  <a:lnTo>
                    <a:pt x="12050" y="266931"/>
                  </a:lnTo>
                  <a:lnTo>
                    <a:pt x="11026" y="266567"/>
                  </a:lnTo>
                  <a:lnTo>
                    <a:pt x="9409" y="267750"/>
                  </a:lnTo>
                  <a:lnTo>
                    <a:pt x="8733" y="266971"/>
                  </a:lnTo>
                  <a:lnTo>
                    <a:pt x="8194" y="264599"/>
                  </a:lnTo>
                  <a:lnTo>
                    <a:pt x="7929" y="259832"/>
                  </a:lnTo>
                  <a:lnTo>
                    <a:pt x="8013" y="255783"/>
                  </a:lnTo>
                  <a:lnTo>
                    <a:pt x="8890" y="252719"/>
                  </a:lnTo>
                  <a:lnTo>
                    <a:pt x="9621" y="250474"/>
                  </a:lnTo>
                  <a:lnTo>
                    <a:pt x="10336" y="247542"/>
                  </a:lnTo>
                  <a:lnTo>
                    <a:pt x="10430" y="246232"/>
                  </a:lnTo>
                  <a:lnTo>
                    <a:pt x="10287" y="245049"/>
                  </a:lnTo>
                  <a:lnTo>
                    <a:pt x="10144" y="242639"/>
                  </a:lnTo>
                  <a:lnTo>
                    <a:pt x="10067" y="240175"/>
                  </a:lnTo>
                  <a:lnTo>
                    <a:pt x="9050" y="234785"/>
                  </a:lnTo>
                  <a:lnTo>
                    <a:pt x="7797" y="227634"/>
                  </a:lnTo>
                  <a:lnTo>
                    <a:pt x="6118" y="219658"/>
                  </a:lnTo>
                  <a:lnTo>
                    <a:pt x="5593" y="217465"/>
                  </a:lnTo>
                  <a:lnTo>
                    <a:pt x="4539" y="214002"/>
                  </a:lnTo>
                  <a:lnTo>
                    <a:pt x="632" y="207417"/>
                  </a:lnTo>
                  <a:lnTo>
                    <a:pt x="38" y="206522"/>
                  </a:lnTo>
                  <a:lnTo>
                    <a:pt x="38" y="205789"/>
                  </a:lnTo>
                  <a:lnTo>
                    <a:pt x="34" y="199401"/>
                  </a:lnTo>
                  <a:lnTo>
                    <a:pt x="31" y="190928"/>
                  </a:lnTo>
                  <a:lnTo>
                    <a:pt x="27" y="182459"/>
                  </a:lnTo>
                  <a:lnTo>
                    <a:pt x="24" y="173990"/>
                  </a:lnTo>
                  <a:lnTo>
                    <a:pt x="19" y="165520"/>
                  </a:lnTo>
                  <a:lnTo>
                    <a:pt x="14" y="157051"/>
                  </a:lnTo>
                  <a:lnTo>
                    <a:pt x="10" y="148582"/>
                  </a:lnTo>
                  <a:lnTo>
                    <a:pt x="7" y="140112"/>
                  </a:lnTo>
                  <a:lnTo>
                    <a:pt x="3" y="131640"/>
                  </a:lnTo>
                  <a:lnTo>
                    <a:pt x="0" y="124478"/>
                  </a:lnTo>
                  <a:lnTo>
                    <a:pt x="2813" y="124478"/>
                  </a:lnTo>
                  <a:lnTo>
                    <a:pt x="6295" y="124478"/>
                  </a:lnTo>
                  <a:lnTo>
                    <a:pt x="10432" y="124478"/>
                  </a:lnTo>
                  <a:lnTo>
                    <a:pt x="12261" y="124478"/>
                  </a:lnTo>
                  <a:lnTo>
                    <a:pt x="12366" y="123347"/>
                  </a:lnTo>
                  <a:lnTo>
                    <a:pt x="12363" y="118092"/>
                  </a:lnTo>
                  <a:lnTo>
                    <a:pt x="12356" y="106035"/>
                  </a:lnTo>
                  <a:lnTo>
                    <a:pt x="12349" y="93982"/>
                  </a:lnTo>
                  <a:lnTo>
                    <a:pt x="12341" y="81929"/>
                  </a:lnTo>
                  <a:lnTo>
                    <a:pt x="12333" y="69875"/>
                  </a:lnTo>
                  <a:lnTo>
                    <a:pt x="12325" y="57819"/>
                  </a:lnTo>
                  <a:lnTo>
                    <a:pt x="12318" y="45766"/>
                  </a:lnTo>
                  <a:lnTo>
                    <a:pt x="12310" y="33712"/>
                  </a:lnTo>
                  <a:lnTo>
                    <a:pt x="12302" y="21656"/>
                  </a:lnTo>
                  <a:lnTo>
                    <a:pt x="12300" y="15697"/>
                  </a:lnTo>
                  <a:lnTo>
                    <a:pt x="15488" y="15342"/>
                  </a:lnTo>
                  <a:lnTo>
                    <a:pt x="19155" y="14125"/>
                  </a:lnTo>
                  <a:lnTo>
                    <a:pt x="25100" y="12145"/>
                  </a:lnTo>
                  <a:lnTo>
                    <a:pt x="30636" y="9695"/>
                  </a:lnTo>
                  <a:lnTo>
                    <a:pt x="34247" y="8261"/>
                  </a:lnTo>
                  <a:lnTo>
                    <a:pt x="38531" y="6558"/>
                  </a:lnTo>
                  <a:lnTo>
                    <a:pt x="40005" y="6267"/>
                  </a:lnTo>
                  <a:lnTo>
                    <a:pt x="40403" y="6498"/>
                  </a:lnTo>
                  <a:lnTo>
                    <a:pt x="40984" y="7084"/>
                  </a:lnTo>
                  <a:lnTo>
                    <a:pt x="42972" y="13103"/>
                  </a:lnTo>
                  <a:lnTo>
                    <a:pt x="44211" y="17694"/>
                  </a:lnTo>
                  <a:lnTo>
                    <a:pt x="44463" y="19659"/>
                  </a:lnTo>
                  <a:lnTo>
                    <a:pt x="44699" y="19867"/>
                  </a:lnTo>
                  <a:lnTo>
                    <a:pt x="45284" y="19555"/>
                  </a:lnTo>
                  <a:lnTo>
                    <a:pt x="45942" y="18814"/>
                  </a:lnTo>
                  <a:lnTo>
                    <a:pt x="47963" y="14240"/>
                  </a:lnTo>
                  <a:lnTo>
                    <a:pt x="48384" y="13048"/>
                  </a:lnTo>
                  <a:lnTo>
                    <a:pt x="49671" y="10829"/>
                  </a:lnTo>
                  <a:lnTo>
                    <a:pt x="51234" y="8567"/>
                  </a:lnTo>
                  <a:lnTo>
                    <a:pt x="52649" y="6968"/>
                  </a:lnTo>
                  <a:lnTo>
                    <a:pt x="54068" y="5632"/>
                  </a:lnTo>
                  <a:lnTo>
                    <a:pt x="54725" y="5964"/>
                  </a:lnTo>
                  <a:lnTo>
                    <a:pt x="55499" y="7118"/>
                  </a:lnTo>
                  <a:lnTo>
                    <a:pt x="56185" y="7834"/>
                  </a:lnTo>
                  <a:lnTo>
                    <a:pt x="59414" y="2276"/>
                  </a:lnTo>
                  <a:lnTo>
                    <a:pt x="60856" y="998"/>
                  </a:lnTo>
                  <a:lnTo>
                    <a:pt x="64644" y="0"/>
                  </a:lnTo>
                  <a:close/>
                </a:path>
              </a:pathLst>
            </a:custGeom>
            <a:solidFill>
              <a:srgbClr val="BEDAB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7"/>
            <p:cNvSpPr/>
            <p:nvPr/>
          </p:nvSpPr>
          <p:spPr>
            <a:xfrm>
              <a:off x="3542098" y="3309142"/>
              <a:ext cx="160074" cy="257850"/>
            </a:xfrm>
            <a:custGeom>
              <a:avLst/>
              <a:pathLst>
                <a:path w="160074" h="257850">
                  <a:moveTo>
                    <a:pt x="104011" y="2262"/>
                  </a:moveTo>
                  <a:lnTo>
                    <a:pt x="104883" y="5937"/>
                  </a:lnTo>
                  <a:lnTo>
                    <a:pt x="105298" y="7222"/>
                  </a:lnTo>
                  <a:lnTo>
                    <a:pt x="108895" y="15910"/>
                  </a:lnTo>
                  <a:lnTo>
                    <a:pt x="109591" y="17974"/>
                  </a:lnTo>
                  <a:lnTo>
                    <a:pt x="111372" y="24288"/>
                  </a:lnTo>
                  <a:lnTo>
                    <a:pt x="112463" y="28549"/>
                  </a:lnTo>
                  <a:lnTo>
                    <a:pt x="113713" y="34671"/>
                  </a:lnTo>
                  <a:lnTo>
                    <a:pt x="113836" y="37996"/>
                  </a:lnTo>
                  <a:lnTo>
                    <a:pt x="113669" y="40846"/>
                  </a:lnTo>
                  <a:lnTo>
                    <a:pt x="113421" y="48921"/>
                  </a:lnTo>
                  <a:lnTo>
                    <a:pt x="113093" y="51247"/>
                  </a:lnTo>
                  <a:lnTo>
                    <a:pt x="111516" y="55596"/>
                  </a:lnTo>
                  <a:lnTo>
                    <a:pt x="111448" y="57554"/>
                  </a:lnTo>
                  <a:lnTo>
                    <a:pt x="111772" y="59184"/>
                  </a:lnTo>
                  <a:lnTo>
                    <a:pt x="112253" y="59855"/>
                  </a:lnTo>
                  <a:lnTo>
                    <a:pt x="112547" y="60664"/>
                  </a:lnTo>
                  <a:lnTo>
                    <a:pt x="112368" y="64429"/>
                  </a:lnTo>
                  <a:lnTo>
                    <a:pt x="112934" y="65906"/>
                  </a:lnTo>
                  <a:lnTo>
                    <a:pt x="114120" y="66892"/>
                  </a:lnTo>
                  <a:lnTo>
                    <a:pt x="117115" y="67564"/>
                  </a:lnTo>
                  <a:lnTo>
                    <a:pt x="118671" y="68108"/>
                  </a:lnTo>
                  <a:lnTo>
                    <a:pt x="119896" y="68867"/>
                  </a:lnTo>
                  <a:lnTo>
                    <a:pt x="120481" y="69229"/>
                  </a:lnTo>
                  <a:lnTo>
                    <a:pt x="120803" y="70562"/>
                  </a:lnTo>
                  <a:lnTo>
                    <a:pt x="120298" y="74909"/>
                  </a:lnTo>
                  <a:lnTo>
                    <a:pt x="120649" y="77628"/>
                  </a:lnTo>
                  <a:lnTo>
                    <a:pt x="121673" y="79925"/>
                  </a:lnTo>
                  <a:lnTo>
                    <a:pt x="122711" y="80899"/>
                  </a:lnTo>
                  <a:lnTo>
                    <a:pt x="123705" y="81460"/>
                  </a:lnTo>
                  <a:lnTo>
                    <a:pt x="127168" y="82875"/>
                  </a:lnTo>
                  <a:lnTo>
                    <a:pt x="128607" y="84471"/>
                  </a:lnTo>
                  <a:lnTo>
                    <a:pt x="130506" y="89574"/>
                  </a:lnTo>
                  <a:lnTo>
                    <a:pt x="132890" y="94212"/>
                  </a:lnTo>
                  <a:lnTo>
                    <a:pt x="133470" y="96674"/>
                  </a:lnTo>
                  <a:lnTo>
                    <a:pt x="133362" y="98908"/>
                  </a:lnTo>
                  <a:lnTo>
                    <a:pt x="132655" y="101619"/>
                  </a:lnTo>
                  <a:lnTo>
                    <a:pt x="132763" y="102739"/>
                  </a:lnTo>
                  <a:lnTo>
                    <a:pt x="133859" y="105453"/>
                  </a:lnTo>
                  <a:lnTo>
                    <a:pt x="135114" y="108233"/>
                  </a:lnTo>
                  <a:lnTo>
                    <a:pt x="137409" y="111326"/>
                  </a:lnTo>
                  <a:lnTo>
                    <a:pt x="141387" y="116166"/>
                  </a:lnTo>
                  <a:lnTo>
                    <a:pt x="143208" y="119408"/>
                  </a:lnTo>
                  <a:lnTo>
                    <a:pt x="143829" y="121863"/>
                  </a:lnTo>
                  <a:lnTo>
                    <a:pt x="144847" y="124534"/>
                  </a:lnTo>
                  <a:lnTo>
                    <a:pt x="146269" y="126978"/>
                  </a:lnTo>
                  <a:lnTo>
                    <a:pt x="147222" y="128861"/>
                  </a:lnTo>
                  <a:lnTo>
                    <a:pt x="146565" y="134179"/>
                  </a:lnTo>
                  <a:lnTo>
                    <a:pt x="146763" y="135925"/>
                  </a:lnTo>
                  <a:lnTo>
                    <a:pt x="147117" y="137441"/>
                  </a:lnTo>
                  <a:lnTo>
                    <a:pt x="147946" y="139532"/>
                  </a:lnTo>
                  <a:lnTo>
                    <a:pt x="148279" y="142226"/>
                  </a:lnTo>
                  <a:lnTo>
                    <a:pt x="149103" y="145588"/>
                  </a:lnTo>
                  <a:lnTo>
                    <a:pt x="150083" y="147116"/>
                  </a:lnTo>
                  <a:lnTo>
                    <a:pt x="151720" y="147686"/>
                  </a:lnTo>
                  <a:lnTo>
                    <a:pt x="152585" y="149244"/>
                  </a:lnTo>
                  <a:lnTo>
                    <a:pt x="154385" y="151920"/>
                  </a:lnTo>
                  <a:lnTo>
                    <a:pt x="156126" y="154227"/>
                  </a:lnTo>
                  <a:lnTo>
                    <a:pt x="156873" y="155820"/>
                  </a:lnTo>
                  <a:lnTo>
                    <a:pt x="157333" y="157233"/>
                  </a:lnTo>
                  <a:lnTo>
                    <a:pt x="157730" y="158898"/>
                  </a:lnTo>
                  <a:lnTo>
                    <a:pt x="157924" y="160561"/>
                  </a:lnTo>
                  <a:lnTo>
                    <a:pt x="157966" y="164158"/>
                  </a:lnTo>
                  <a:lnTo>
                    <a:pt x="158265" y="168624"/>
                  </a:lnTo>
                  <a:lnTo>
                    <a:pt x="159199" y="171677"/>
                  </a:lnTo>
                  <a:lnTo>
                    <a:pt x="160074" y="173956"/>
                  </a:lnTo>
                  <a:lnTo>
                    <a:pt x="156515" y="171336"/>
                  </a:lnTo>
                  <a:lnTo>
                    <a:pt x="155984" y="171280"/>
                  </a:lnTo>
                  <a:lnTo>
                    <a:pt x="155351" y="171735"/>
                  </a:lnTo>
                  <a:lnTo>
                    <a:pt x="153494" y="174946"/>
                  </a:lnTo>
                  <a:lnTo>
                    <a:pt x="152901" y="175339"/>
                  </a:lnTo>
                  <a:lnTo>
                    <a:pt x="152229" y="175057"/>
                  </a:lnTo>
                  <a:lnTo>
                    <a:pt x="150563" y="174665"/>
                  </a:lnTo>
                  <a:lnTo>
                    <a:pt x="144898" y="172126"/>
                  </a:lnTo>
                  <a:lnTo>
                    <a:pt x="140535" y="169686"/>
                  </a:lnTo>
                  <a:lnTo>
                    <a:pt x="139226" y="168800"/>
                  </a:lnTo>
                  <a:lnTo>
                    <a:pt x="136897" y="167960"/>
                  </a:lnTo>
                  <a:lnTo>
                    <a:pt x="135355" y="169621"/>
                  </a:lnTo>
                  <a:lnTo>
                    <a:pt x="133911" y="175330"/>
                  </a:lnTo>
                  <a:lnTo>
                    <a:pt x="133494" y="176457"/>
                  </a:lnTo>
                  <a:lnTo>
                    <a:pt x="131222" y="178145"/>
                  </a:lnTo>
                  <a:lnTo>
                    <a:pt x="130151" y="177686"/>
                  </a:lnTo>
                  <a:lnTo>
                    <a:pt x="127524" y="179249"/>
                  </a:lnTo>
                  <a:lnTo>
                    <a:pt x="123471" y="176888"/>
                  </a:lnTo>
                  <a:lnTo>
                    <a:pt x="122024" y="177356"/>
                  </a:lnTo>
                  <a:lnTo>
                    <a:pt x="120888" y="178546"/>
                  </a:lnTo>
                  <a:lnTo>
                    <a:pt x="117975" y="181135"/>
                  </a:lnTo>
                  <a:lnTo>
                    <a:pt x="116207" y="182609"/>
                  </a:lnTo>
                  <a:lnTo>
                    <a:pt x="114151" y="183955"/>
                  </a:lnTo>
                  <a:lnTo>
                    <a:pt x="112199" y="186010"/>
                  </a:lnTo>
                  <a:lnTo>
                    <a:pt x="110886" y="187137"/>
                  </a:lnTo>
                  <a:lnTo>
                    <a:pt x="109599" y="187125"/>
                  </a:lnTo>
                  <a:lnTo>
                    <a:pt x="108438" y="185959"/>
                  </a:lnTo>
                  <a:lnTo>
                    <a:pt x="107168" y="184957"/>
                  </a:lnTo>
                  <a:lnTo>
                    <a:pt x="105650" y="184752"/>
                  </a:lnTo>
                  <a:lnTo>
                    <a:pt x="104066" y="185342"/>
                  </a:lnTo>
                  <a:lnTo>
                    <a:pt x="102724" y="187623"/>
                  </a:lnTo>
                  <a:lnTo>
                    <a:pt x="102180" y="189246"/>
                  </a:lnTo>
                  <a:lnTo>
                    <a:pt x="101014" y="193566"/>
                  </a:lnTo>
                  <a:lnTo>
                    <a:pt x="99638" y="200595"/>
                  </a:lnTo>
                  <a:lnTo>
                    <a:pt x="99096" y="202011"/>
                  </a:lnTo>
                  <a:lnTo>
                    <a:pt x="98947" y="202148"/>
                  </a:lnTo>
                  <a:lnTo>
                    <a:pt x="98607" y="202744"/>
                  </a:lnTo>
                  <a:lnTo>
                    <a:pt x="92265" y="199229"/>
                  </a:lnTo>
                  <a:lnTo>
                    <a:pt x="89535" y="198417"/>
                  </a:lnTo>
                  <a:lnTo>
                    <a:pt x="87692" y="199497"/>
                  </a:lnTo>
                  <a:lnTo>
                    <a:pt x="85379" y="197531"/>
                  </a:lnTo>
                  <a:lnTo>
                    <a:pt x="84369" y="197185"/>
                  </a:lnTo>
                  <a:lnTo>
                    <a:pt x="83893" y="197802"/>
                  </a:lnTo>
                  <a:lnTo>
                    <a:pt x="82608" y="196916"/>
                  </a:lnTo>
                  <a:lnTo>
                    <a:pt x="80512" y="194524"/>
                  </a:lnTo>
                  <a:lnTo>
                    <a:pt x="78503" y="193514"/>
                  </a:lnTo>
                  <a:lnTo>
                    <a:pt x="76708" y="193859"/>
                  </a:lnTo>
                  <a:lnTo>
                    <a:pt x="75605" y="193060"/>
                  </a:lnTo>
                  <a:lnTo>
                    <a:pt x="74722" y="190729"/>
                  </a:lnTo>
                  <a:lnTo>
                    <a:pt x="73574" y="186456"/>
                  </a:lnTo>
                  <a:lnTo>
                    <a:pt x="71511" y="182217"/>
                  </a:lnTo>
                  <a:lnTo>
                    <a:pt x="68747" y="178816"/>
                  </a:lnTo>
                  <a:lnTo>
                    <a:pt x="67021" y="176258"/>
                  </a:lnTo>
                  <a:lnTo>
                    <a:pt x="66331" y="174544"/>
                  </a:lnTo>
                  <a:lnTo>
                    <a:pt x="64844" y="173596"/>
                  </a:lnTo>
                  <a:lnTo>
                    <a:pt x="62560" y="173415"/>
                  </a:lnTo>
                  <a:lnTo>
                    <a:pt x="60369" y="175092"/>
                  </a:lnTo>
                  <a:lnTo>
                    <a:pt x="57224" y="180392"/>
                  </a:lnTo>
                  <a:lnTo>
                    <a:pt x="54302" y="191265"/>
                  </a:lnTo>
                  <a:lnTo>
                    <a:pt x="52675" y="195426"/>
                  </a:lnTo>
                  <a:lnTo>
                    <a:pt x="51370" y="196501"/>
                  </a:lnTo>
                  <a:lnTo>
                    <a:pt x="51041" y="199121"/>
                  </a:lnTo>
                  <a:lnTo>
                    <a:pt x="51688" y="203286"/>
                  </a:lnTo>
                  <a:lnTo>
                    <a:pt x="51858" y="208082"/>
                  </a:lnTo>
                  <a:lnTo>
                    <a:pt x="51401" y="216225"/>
                  </a:lnTo>
                  <a:lnTo>
                    <a:pt x="51570" y="222144"/>
                  </a:lnTo>
                  <a:lnTo>
                    <a:pt x="50872" y="221205"/>
                  </a:lnTo>
                  <a:lnTo>
                    <a:pt x="50206" y="218430"/>
                  </a:lnTo>
                  <a:lnTo>
                    <a:pt x="49893" y="217872"/>
                  </a:lnTo>
                  <a:lnTo>
                    <a:pt x="47965" y="219118"/>
                  </a:lnTo>
                  <a:lnTo>
                    <a:pt x="46964" y="220245"/>
                  </a:lnTo>
                  <a:lnTo>
                    <a:pt x="46432" y="221346"/>
                  </a:lnTo>
                  <a:lnTo>
                    <a:pt x="46024" y="221512"/>
                  </a:lnTo>
                  <a:lnTo>
                    <a:pt x="45412" y="219997"/>
                  </a:lnTo>
                  <a:lnTo>
                    <a:pt x="44930" y="219724"/>
                  </a:lnTo>
                  <a:lnTo>
                    <a:pt x="44171" y="220004"/>
                  </a:lnTo>
                  <a:lnTo>
                    <a:pt x="43396" y="219977"/>
                  </a:lnTo>
                  <a:lnTo>
                    <a:pt x="42892" y="219781"/>
                  </a:lnTo>
                  <a:lnTo>
                    <a:pt x="42562" y="219915"/>
                  </a:lnTo>
                  <a:lnTo>
                    <a:pt x="41652" y="219019"/>
                  </a:lnTo>
                  <a:lnTo>
                    <a:pt x="38334" y="216730"/>
                  </a:lnTo>
                  <a:lnTo>
                    <a:pt x="37765" y="215972"/>
                  </a:lnTo>
                  <a:lnTo>
                    <a:pt x="37103" y="216051"/>
                  </a:lnTo>
                  <a:lnTo>
                    <a:pt x="35381" y="218043"/>
                  </a:lnTo>
                  <a:lnTo>
                    <a:pt x="34471" y="218597"/>
                  </a:lnTo>
                  <a:lnTo>
                    <a:pt x="31730" y="219831"/>
                  </a:lnTo>
                  <a:lnTo>
                    <a:pt x="28791" y="220434"/>
                  </a:lnTo>
                  <a:lnTo>
                    <a:pt x="27668" y="220466"/>
                  </a:lnTo>
                  <a:lnTo>
                    <a:pt x="26895" y="221348"/>
                  </a:lnTo>
                  <a:lnTo>
                    <a:pt x="26398" y="222597"/>
                  </a:lnTo>
                  <a:lnTo>
                    <a:pt x="26060" y="225361"/>
                  </a:lnTo>
                  <a:lnTo>
                    <a:pt x="25483" y="230110"/>
                  </a:lnTo>
                  <a:lnTo>
                    <a:pt x="25242" y="231401"/>
                  </a:lnTo>
                  <a:lnTo>
                    <a:pt x="25283" y="233297"/>
                  </a:lnTo>
                  <a:lnTo>
                    <a:pt x="25112" y="236481"/>
                  </a:lnTo>
                  <a:lnTo>
                    <a:pt x="25030" y="239338"/>
                  </a:lnTo>
                  <a:lnTo>
                    <a:pt x="25141" y="241253"/>
                  </a:lnTo>
                  <a:lnTo>
                    <a:pt x="24310" y="245115"/>
                  </a:lnTo>
                  <a:lnTo>
                    <a:pt x="23303" y="249791"/>
                  </a:lnTo>
                  <a:lnTo>
                    <a:pt x="22465" y="253810"/>
                  </a:lnTo>
                  <a:lnTo>
                    <a:pt x="21622" y="257850"/>
                  </a:lnTo>
                  <a:lnTo>
                    <a:pt x="21039" y="255081"/>
                  </a:lnTo>
                  <a:lnTo>
                    <a:pt x="20676" y="251839"/>
                  </a:lnTo>
                  <a:lnTo>
                    <a:pt x="20537" y="248123"/>
                  </a:lnTo>
                  <a:lnTo>
                    <a:pt x="20616" y="247135"/>
                  </a:lnTo>
                  <a:lnTo>
                    <a:pt x="20389" y="246031"/>
                  </a:lnTo>
                  <a:lnTo>
                    <a:pt x="20372" y="245790"/>
                  </a:lnTo>
                  <a:lnTo>
                    <a:pt x="20090" y="242988"/>
                  </a:lnTo>
                  <a:lnTo>
                    <a:pt x="20376" y="241035"/>
                  </a:lnTo>
                  <a:lnTo>
                    <a:pt x="20142" y="238982"/>
                  </a:lnTo>
                  <a:lnTo>
                    <a:pt x="19460" y="236970"/>
                  </a:lnTo>
                  <a:lnTo>
                    <a:pt x="18841" y="235432"/>
                  </a:lnTo>
                  <a:lnTo>
                    <a:pt x="18479" y="234041"/>
                  </a:lnTo>
                  <a:lnTo>
                    <a:pt x="18185" y="233448"/>
                  </a:lnTo>
                  <a:lnTo>
                    <a:pt x="17499" y="233235"/>
                  </a:lnTo>
                  <a:lnTo>
                    <a:pt x="16582" y="232522"/>
                  </a:lnTo>
                  <a:lnTo>
                    <a:pt x="15368" y="229494"/>
                  </a:lnTo>
                  <a:lnTo>
                    <a:pt x="14187" y="226550"/>
                  </a:lnTo>
                  <a:lnTo>
                    <a:pt x="12676" y="222782"/>
                  </a:lnTo>
                  <a:lnTo>
                    <a:pt x="11463" y="219522"/>
                  </a:lnTo>
                  <a:lnTo>
                    <a:pt x="9979" y="215533"/>
                  </a:lnTo>
                  <a:lnTo>
                    <a:pt x="8607" y="211847"/>
                  </a:lnTo>
                  <a:lnTo>
                    <a:pt x="7785" y="208291"/>
                  </a:lnTo>
                  <a:lnTo>
                    <a:pt x="7449" y="206248"/>
                  </a:lnTo>
                  <a:lnTo>
                    <a:pt x="7850" y="206054"/>
                  </a:lnTo>
                  <a:lnTo>
                    <a:pt x="8443" y="206009"/>
                  </a:lnTo>
                  <a:lnTo>
                    <a:pt x="8695" y="205641"/>
                  </a:lnTo>
                  <a:lnTo>
                    <a:pt x="8708" y="204689"/>
                  </a:lnTo>
                  <a:lnTo>
                    <a:pt x="8099" y="201887"/>
                  </a:lnTo>
                  <a:lnTo>
                    <a:pt x="7803" y="198314"/>
                  </a:lnTo>
                  <a:lnTo>
                    <a:pt x="7300" y="196137"/>
                  </a:lnTo>
                  <a:lnTo>
                    <a:pt x="5705" y="192788"/>
                  </a:lnTo>
                  <a:lnTo>
                    <a:pt x="4186" y="190240"/>
                  </a:lnTo>
                  <a:lnTo>
                    <a:pt x="3703" y="188932"/>
                  </a:lnTo>
                  <a:lnTo>
                    <a:pt x="3428" y="187065"/>
                  </a:lnTo>
                  <a:lnTo>
                    <a:pt x="2845" y="175246"/>
                  </a:lnTo>
                  <a:lnTo>
                    <a:pt x="2584" y="171892"/>
                  </a:lnTo>
                  <a:lnTo>
                    <a:pt x="2105" y="170422"/>
                  </a:lnTo>
                  <a:lnTo>
                    <a:pt x="1756" y="169745"/>
                  </a:lnTo>
                  <a:lnTo>
                    <a:pt x="1626" y="168911"/>
                  </a:lnTo>
                  <a:lnTo>
                    <a:pt x="1689" y="166809"/>
                  </a:lnTo>
                  <a:lnTo>
                    <a:pt x="1890" y="164927"/>
                  </a:lnTo>
                  <a:lnTo>
                    <a:pt x="1881" y="164191"/>
                  </a:lnTo>
                  <a:lnTo>
                    <a:pt x="2292" y="162541"/>
                  </a:lnTo>
                  <a:lnTo>
                    <a:pt x="2292" y="151619"/>
                  </a:lnTo>
                  <a:lnTo>
                    <a:pt x="2069" y="151062"/>
                  </a:lnTo>
                  <a:lnTo>
                    <a:pt x="1802" y="150115"/>
                  </a:lnTo>
                  <a:lnTo>
                    <a:pt x="1373" y="150187"/>
                  </a:lnTo>
                  <a:lnTo>
                    <a:pt x="888" y="150089"/>
                  </a:lnTo>
                  <a:lnTo>
                    <a:pt x="403" y="148499"/>
                  </a:lnTo>
                  <a:lnTo>
                    <a:pt x="0" y="146489"/>
                  </a:lnTo>
                  <a:lnTo>
                    <a:pt x="118" y="145071"/>
                  </a:lnTo>
                  <a:lnTo>
                    <a:pt x="541" y="143887"/>
                  </a:lnTo>
                  <a:lnTo>
                    <a:pt x="999" y="142849"/>
                  </a:lnTo>
                  <a:lnTo>
                    <a:pt x="1582" y="141984"/>
                  </a:lnTo>
                  <a:lnTo>
                    <a:pt x="3311" y="140239"/>
                  </a:lnTo>
                  <a:lnTo>
                    <a:pt x="3801" y="139366"/>
                  </a:lnTo>
                  <a:lnTo>
                    <a:pt x="4108" y="138286"/>
                  </a:lnTo>
                  <a:lnTo>
                    <a:pt x="4309" y="136827"/>
                  </a:lnTo>
                  <a:lnTo>
                    <a:pt x="5315" y="131213"/>
                  </a:lnTo>
                  <a:lnTo>
                    <a:pt x="6806" y="125610"/>
                  </a:lnTo>
                  <a:lnTo>
                    <a:pt x="7446" y="124455"/>
                  </a:lnTo>
                  <a:lnTo>
                    <a:pt x="8084" y="120747"/>
                  </a:lnTo>
                  <a:lnTo>
                    <a:pt x="8958" y="116206"/>
                  </a:lnTo>
                  <a:lnTo>
                    <a:pt x="9312" y="114098"/>
                  </a:lnTo>
                  <a:lnTo>
                    <a:pt x="9570" y="111993"/>
                  </a:lnTo>
                  <a:lnTo>
                    <a:pt x="10053" y="110296"/>
                  </a:lnTo>
                  <a:lnTo>
                    <a:pt x="11697" y="107501"/>
                  </a:lnTo>
                  <a:lnTo>
                    <a:pt x="12943" y="102607"/>
                  </a:lnTo>
                  <a:lnTo>
                    <a:pt x="14290" y="102866"/>
                  </a:lnTo>
                  <a:lnTo>
                    <a:pt x="15673" y="103652"/>
                  </a:lnTo>
                  <a:lnTo>
                    <a:pt x="17446" y="104040"/>
                  </a:lnTo>
                  <a:lnTo>
                    <a:pt x="18836" y="103086"/>
                  </a:lnTo>
                  <a:lnTo>
                    <a:pt x="19737" y="101179"/>
                  </a:lnTo>
                  <a:lnTo>
                    <a:pt x="21717" y="99663"/>
                  </a:lnTo>
                  <a:lnTo>
                    <a:pt x="24034" y="97886"/>
                  </a:lnTo>
                  <a:lnTo>
                    <a:pt x="24349" y="95262"/>
                  </a:lnTo>
                  <a:lnTo>
                    <a:pt x="25027" y="93884"/>
                  </a:lnTo>
                  <a:lnTo>
                    <a:pt x="25816" y="92674"/>
                  </a:lnTo>
                  <a:lnTo>
                    <a:pt x="26088" y="92511"/>
                  </a:lnTo>
                  <a:lnTo>
                    <a:pt x="26148" y="93385"/>
                  </a:lnTo>
                  <a:lnTo>
                    <a:pt x="26627" y="96119"/>
                  </a:lnTo>
                  <a:lnTo>
                    <a:pt x="27606" y="98826"/>
                  </a:lnTo>
                  <a:lnTo>
                    <a:pt x="29043" y="101804"/>
                  </a:lnTo>
                  <a:lnTo>
                    <a:pt x="29455" y="101616"/>
                  </a:lnTo>
                  <a:lnTo>
                    <a:pt x="30345" y="99360"/>
                  </a:lnTo>
                  <a:lnTo>
                    <a:pt x="32587" y="97967"/>
                  </a:lnTo>
                  <a:lnTo>
                    <a:pt x="33154" y="97344"/>
                  </a:lnTo>
                  <a:lnTo>
                    <a:pt x="34746" y="94062"/>
                  </a:lnTo>
                  <a:lnTo>
                    <a:pt x="36661" y="91946"/>
                  </a:lnTo>
                  <a:lnTo>
                    <a:pt x="37084" y="91759"/>
                  </a:lnTo>
                  <a:lnTo>
                    <a:pt x="37778" y="91200"/>
                  </a:lnTo>
                  <a:lnTo>
                    <a:pt x="39712" y="89020"/>
                  </a:lnTo>
                  <a:lnTo>
                    <a:pt x="41087" y="89309"/>
                  </a:lnTo>
                  <a:lnTo>
                    <a:pt x="43300" y="88965"/>
                  </a:lnTo>
                  <a:lnTo>
                    <a:pt x="46986" y="87934"/>
                  </a:lnTo>
                  <a:lnTo>
                    <a:pt x="49654" y="87589"/>
                  </a:lnTo>
                  <a:lnTo>
                    <a:pt x="51000" y="87179"/>
                  </a:lnTo>
                  <a:lnTo>
                    <a:pt x="51339" y="86739"/>
                  </a:lnTo>
                  <a:lnTo>
                    <a:pt x="51857" y="83579"/>
                  </a:lnTo>
                  <a:lnTo>
                    <a:pt x="52259" y="82694"/>
                  </a:lnTo>
                  <a:lnTo>
                    <a:pt x="53262" y="81332"/>
                  </a:lnTo>
                  <a:lnTo>
                    <a:pt x="55224" y="76566"/>
                  </a:lnTo>
                  <a:lnTo>
                    <a:pt x="56512" y="72543"/>
                  </a:lnTo>
                  <a:lnTo>
                    <a:pt x="56901" y="71093"/>
                  </a:lnTo>
                  <a:lnTo>
                    <a:pt x="57166" y="70841"/>
                  </a:lnTo>
                  <a:lnTo>
                    <a:pt x="57720" y="69147"/>
                  </a:lnTo>
                  <a:lnTo>
                    <a:pt x="57170" y="67395"/>
                  </a:lnTo>
                  <a:lnTo>
                    <a:pt x="54972" y="63831"/>
                  </a:lnTo>
                  <a:lnTo>
                    <a:pt x="55003" y="63345"/>
                  </a:lnTo>
                  <a:lnTo>
                    <a:pt x="54877" y="62733"/>
                  </a:lnTo>
                  <a:lnTo>
                    <a:pt x="55000" y="62244"/>
                  </a:lnTo>
                  <a:lnTo>
                    <a:pt x="55838" y="60793"/>
                  </a:lnTo>
                  <a:lnTo>
                    <a:pt x="56969" y="59134"/>
                  </a:lnTo>
                  <a:lnTo>
                    <a:pt x="58174" y="58515"/>
                  </a:lnTo>
                  <a:lnTo>
                    <a:pt x="61318" y="58643"/>
                  </a:lnTo>
                  <a:lnTo>
                    <a:pt x="63998" y="58290"/>
                  </a:lnTo>
                  <a:lnTo>
                    <a:pt x="64626" y="58369"/>
                  </a:lnTo>
                  <a:lnTo>
                    <a:pt x="66715" y="57528"/>
                  </a:lnTo>
                  <a:lnTo>
                    <a:pt x="68144" y="56766"/>
                  </a:lnTo>
                  <a:lnTo>
                    <a:pt x="69615" y="55050"/>
                  </a:lnTo>
                  <a:lnTo>
                    <a:pt x="72939" y="55231"/>
                  </a:lnTo>
                  <a:lnTo>
                    <a:pt x="75713" y="50862"/>
                  </a:lnTo>
                  <a:lnTo>
                    <a:pt x="76510" y="50081"/>
                  </a:lnTo>
                  <a:lnTo>
                    <a:pt x="76858" y="49397"/>
                  </a:lnTo>
                  <a:lnTo>
                    <a:pt x="76963" y="48729"/>
                  </a:lnTo>
                  <a:lnTo>
                    <a:pt x="78260" y="46999"/>
                  </a:lnTo>
                  <a:lnTo>
                    <a:pt x="79713" y="43410"/>
                  </a:lnTo>
                  <a:lnTo>
                    <a:pt x="80863" y="40185"/>
                  </a:lnTo>
                  <a:lnTo>
                    <a:pt x="81175" y="37911"/>
                  </a:lnTo>
                  <a:lnTo>
                    <a:pt x="84314" y="30188"/>
                  </a:lnTo>
                  <a:lnTo>
                    <a:pt x="85407" y="30349"/>
                  </a:lnTo>
                  <a:lnTo>
                    <a:pt x="85944" y="29397"/>
                  </a:lnTo>
                  <a:lnTo>
                    <a:pt x="87189" y="24246"/>
                  </a:lnTo>
                  <a:lnTo>
                    <a:pt x="87574" y="23297"/>
                  </a:lnTo>
                  <a:lnTo>
                    <a:pt x="88163" y="22979"/>
                  </a:lnTo>
                  <a:lnTo>
                    <a:pt x="88865" y="22396"/>
                  </a:lnTo>
                  <a:lnTo>
                    <a:pt x="89482" y="20873"/>
                  </a:lnTo>
                  <a:lnTo>
                    <a:pt x="90014" y="18606"/>
                  </a:lnTo>
                  <a:lnTo>
                    <a:pt x="90019" y="15797"/>
                  </a:lnTo>
                  <a:lnTo>
                    <a:pt x="89777" y="13543"/>
                  </a:lnTo>
                  <a:lnTo>
                    <a:pt x="89777" y="12453"/>
                  </a:lnTo>
                  <a:lnTo>
                    <a:pt x="90074" y="11451"/>
                  </a:lnTo>
                  <a:lnTo>
                    <a:pt x="90578" y="10443"/>
                  </a:lnTo>
                  <a:lnTo>
                    <a:pt x="92964" y="7670"/>
                  </a:lnTo>
                  <a:lnTo>
                    <a:pt x="93568" y="6329"/>
                  </a:lnTo>
                  <a:lnTo>
                    <a:pt x="93930" y="5127"/>
                  </a:lnTo>
                  <a:lnTo>
                    <a:pt x="94597" y="4909"/>
                  </a:lnTo>
                  <a:lnTo>
                    <a:pt x="95326" y="5028"/>
                  </a:lnTo>
                  <a:lnTo>
                    <a:pt x="95787" y="4280"/>
                  </a:lnTo>
                  <a:lnTo>
                    <a:pt x="96309" y="3016"/>
                  </a:lnTo>
                  <a:lnTo>
                    <a:pt x="97961" y="1321"/>
                  </a:lnTo>
                  <a:lnTo>
                    <a:pt x="99492" y="0"/>
                  </a:lnTo>
                  <a:lnTo>
                    <a:pt x="101098" y="558"/>
                  </a:lnTo>
                  <a:lnTo>
                    <a:pt x="102408" y="1246"/>
                  </a:lnTo>
                  <a:lnTo>
                    <a:pt x="103484" y="2040"/>
                  </a:lnTo>
                  <a:close/>
                </a:path>
              </a:pathLst>
            </a:custGeom>
            <a:solidFill>
              <a:srgbClr val="E6F1E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8"/>
            <p:cNvSpPr/>
            <p:nvPr/>
          </p:nvSpPr>
          <p:spPr>
            <a:xfrm>
              <a:off x="2622182" y="2333828"/>
              <a:ext cx="4816" cy="2923"/>
            </a:xfrm>
            <a:custGeom>
              <a:avLst/>
              <a:pathLst>
                <a:path w="4816" h="2923">
                  <a:moveTo>
                    <a:pt x="4070" y="1868"/>
                  </a:moveTo>
                  <a:lnTo>
                    <a:pt x="2408" y="2923"/>
                  </a:lnTo>
                  <a:lnTo>
                    <a:pt x="983" y="2842"/>
                  </a:lnTo>
                  <a:lnTo>
                    <a:pt x="39" y="1882"/>
                  </a:lnTo>
                  <a:lnTo>
                    <a:pt x="0" y="1461"/>
                  </a:lnTo>
                  <a:lnTo>
                    <a:pt x="2239" y="1868"/>
                  </a:lnTo>
                  <a:lnTo>
                    <a:pt x="3098" y="1644"/>
                  </a:lnTo>
                  <a:lnTo>
                    <a:pt x="4816" y="0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49"/>
            <p:cNvSpPr/>
            <p:nvPr/>
          </p:nvSpPr>
          <p:spPr>
            <a:xfrm>
              <a:off x="2545593" y="2322327"/>
              <a:ext cx="1403" cy="3980"/>
            </a:xfrm>
            <a:custGeom>
              <a:avLst/>
              <a:pathLst>
                <a:path w="1403" h="3980">
                  <a:moveTo>
                    <a:pt x="621" y="2947"/>
                  </a:moveTo>
                  <a:lnTo>
                    <a:pt x="0" y="3980"/>
                  </a:lnTo>
                  <a:lnTo>
                    <a:pt x="150" y="2967"/>
                  </a:lnTo>
                  <a:lnTo>
                    <a:pt x="908" y="385"/>
                  </a:lnTo>
                  <a:lnTo>
                    <a:pt x="1403" y="0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0"/>
            <p:cNvSpPr/>
            <p:nvPr/>
          </p:nvSpPr>
          <p:spPr>
            <a:xfrm>
              <a:off x="2538523" y="2310114"/>
              <a:ext cx="1871" cy="5214"/>
            </a:xfrm>
            <a:custGeom>
              <a:avLst/>
              <a:pathLst>
                <a:path w="1871" h="5214">
                  <a:moveTo>
                    <a:pt x="1660" y="3651"/>
                  </a:moveTo>
                  <a:lnTo>
                    <a:pt x="0" y="5214"/>
                  </a:lnTo>
                  <a:lnTo>
                    <a:pt x="645" y="1224"/>
                  </a:lnTo>
                  <a:lnTo>
                    <a:pt x="1171" y="0"/>
                  </a:lnTo>
                  <a:lnTo>
                    <a:pt x="1871" y="412"/>
                  </a:lnTo>
                  <a:lnTo>
                    <a:pt x="1773" y="2823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1"/>
            <p:cNvSpPr/>
            <p:nvPr/>
          </p:nvSpPr>
          <p:spPr>
            <a:xfrm>
              <a:off x="2610283" y="2287303"/>
              <a:ext cx="2088" cy="2825"/>
            </a:xfrm>
            <a:custGeom>
              <a:avLst/>
              <a:pathLst>
                <a:path w="2088" h="2825">
                  <a:moveTo>
                    <a:pt x="1482" y="2582"/>
                  </a:moveTo>
                  <a:lnTo>
                    <a:pt x="973" y="2825"/>
                  </a:lnTo>
                  <a:lnTo>
                    <a:pt x="854" y="2402"/>
                  </a:lnTo>
                  <a:lnTo>
                    <a:pt x="68" y="1183"/>
                  </a:lnTo>
                  <a:lnTo>
                    <a:pt x="0" y="577"/>
                  </a:lnTo>
                  <a:lnTo>
                    <a:pt x="688" y="0"/>
                  </a:lnTo>
                  <a:lnTo>
                    <a:pt x="2088" y="297"/>
                  </a:lnTo>
                  <a:lnTo>
                    <a:pt x="1588" y="1826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2"/>
            <p:cNvSpPr/>
            <p:nvPr/>
          </p:nvSpPr>
          <p:spPr>
            <a:xfrm>
              <a:off x="2452630" y="2283842"/>
              <a:ext cx="3521" cy="3829"/>
            </a:xfrm>
            <a:custGeom>
              <a:avLst/>
              <a:pathLst>
                <a:path w="3521" h="3829">
                  <a:moveTo>
                    <a:pt x="2004" y="3220"/>
                  </a:moveTo>
                  <a:lnTo>
                    <a:pt x="515" y="3829"/>
                  </a:lnTo>
                  <a:lnTo>
                    <a:pt x="0" y="3572"/>
                  </a:lnTo>
                  <a:lnTo>
                    <a:pt x="1641" y="669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3"/>
            <p:cNvSpPr/>
            <p:nvPr/>
          </p:nvSpPr>
          <p:spPr>
            <a:xfrm>
              <a:off x="2451361" y="2283539"/>
              <a:ext cx="5978" cy="7781"/>
            </a:xfrm>
            <a:custGeom>
              <a:avLst/>
              <a:pathLst>
                <a:path w="5978" h="7781">
                  <a:moveTo>
                    <a:pt x="4862" y="6963"/>
                  </a:moveTo>
                  <a:lnTo>
                    <a:pt x="3911" y="7553"/>
                  </a:lnTo>
                  <a:lnTo>
                    <a:pt x="2285" y="7006"/>
                  </a:lnTo>
                  <a:lnTo>
                    <a:pt x="497" y="7765"/>
                  </a:lnTo>
                  <a:lnTo>
                    <a:pt x="0" y="7781"/>
                  </a:lnTo>
                  <a:lnTo>
                    <a:pt x="1328" y="5585"/>
                  </a:lnTo>
                  <a:lnTo>
                    <a:pt x="3370" y="4234"/>
                  </a:lnTo>
                  <a:lnTo>
                    <a:pt x="5405" y="105"/>
                  </a:lnTo>
                  <a:lnTo>
                    <a:pt x="5978" y="0"/>
                  </a:lnTo>
                  <a:lnTo>
                    <a:pt x="5203" y="4677"/>
                  </a:lnTo>
                  <a:lnTo>
                    <a:pt x="5045" y="6349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4"/>
            <p:cNvSpPr/>
            <p:nvPr/>
          </p:nvSpPr>
          <p:spPr>
            <a:xfrm>
              <a:off x="2486454" y="2245380"/>
              <a:ext cx="3589" cy="3878"/>
            </a:xfrm>
            <a:custGeom>
              <a:avLst/>
              <a:pathLst>
                <a:path w="3589" h="3878">
                  <a:moveTo>
                    <a:pt x="1121" y="3638"/>
                  </a:moveTo>
                  <a:lnTo>
                    <a:pt x="0" y="3878"/>
                  </a:lnTo>
                  <a:lnTo>
                    <a:pt x="267" y="2852"/>
                  </a:lnTo>
                  <a:lnTo>
                    <a:pt x="1799" y="1024"/>
                  </a:lnTo>
                  <a:lnTo>
                    <a:pt x="2924" y="0"/>
                  </a:lnTo>
                  <a:lnTo>
                    <a:pt x="3589" y="21"/>
                  </a:lnTo>
                  <a:lnTo>
                    <a:pt x="2507" y="2262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5"/>
            <p:cNvSpPr/>
            <p:nvPr/>
          </p:nvSpPr>
          <p:spPr>
            <a:xfrm>
              <a:off x="2605180" y="2244978"/>
              <a:ext cx="20574" cy="42468"/>
            </a:xfrm>
            <a:custGeom>
              <a:avLst/>
              <a:pathLst>
                <a:path w="20574" h="42468">
                  <a:moveTo>
                    <a:pt x="4814" y="31469"/>
                  </a:moveTo>
                  <a:lnTo>
                    <a:pt x="5231" y="31694"/>
                  </a:lnTo>
                  <a:lnTo>
                    <a:pt x="6894" y="30263"/>
                  </a:lnTo>
                  <a:lnTo>
                    <a:pt x="7775" y="30323"/>
                  </a:lnTo>
                  <a:lnTo>
                    <a:pt x="7735" y="31354"/>
                  </a:lnTo>
                  <a:lnTo>
                    <a:pt x="6306" y="32475"/>
                  </a:lnTo>
                  <a:lnTo>
                    <a:pt x="5648" y="33316"/>
                  </a:lnTo>
                  <a:lnTo>
                    <a:pt x="6474" y="34096"/>
                  </a:lnTo>
                  <a:lnTo>
                    <a:pt x="6463" y="34623"/>
                  </a:lnTo>
                  <a:lnTo>
                    <a:pt x="5471" y="35893"/>
                  </a:lnTo>
                  <a:lnTo>
                    <a:pt x="4975" y="37270"/>
                  </a:lnTo>
                  <a:lnTo>
                    <a:pt x="5383" y="38601"/>
                  </a:lnTo>
                  <a:lnTo>
                    <a:pt x="6971" y="37291"/>
                  </a:lnTo>
                  <a:lnTo>
                    <a:pt x="7622" y="37279"/>
                  </a:lnTo>
                  <a:lnTo>
                    <a:pt x="8504" y="37575"/>
                  </a:lnTo>
                  <a:lnTo>
                    <a:pt x="9346" y="37181"/>
                  </a:lnTo>
                  <a:lnTo>
                    <a:pt x="9825" y="36533"/>
                  </a:lnTo>
                  <a:lnTo>
                    <a:pt x="12623" y="31416"/>
                  </a:lnTo>
                  <a:lnTo>
                    <a:pt x="12768" y="30761"/>
                  </a:lnTo>
                  <a:lnTo>
                    <a:pt x="9753" y="31818"/>
                  </a:lnTo>
                  <a:lnTo>
                    <a:pt x="9403" y="31118"/>
                  </a:lnTo>
                  <a:lnTo>
                    <a:pt x="11378" y="28021"/>
                  </a:lnTo>
                  <a:lnTo>
                    <a:pt x="11223" y="26389"/>
                  </a:lnTo>
                  <a:lnTo>
                    <a:pt x="12221" y="23812"/>
                  </a:lnTo>
                  <a:lnTo>
                    <a:pt x="13135" y="22282"/>
                  </a:lnTo>
                  <a:lnTo>
                    <a:pt x="13805" y="21427"/>
                  </a:lnTo>
                  <a:lnTo>
                    <a:pt x="14775" y="20639"/>
                  </a:lnTo>
                  <a:lnTo>
                    <a:pt x="15442" y="21854"/>
                  </a:lnTo>
                  <a:lnTo>
                    <a:pt x="15657" y="24057"/>
                  </a:lnTo>
                  <a:lnTo>
                    <a:pt x="17310" y="23748"/>
                  </a:lnTo>
                  <a:lnTo>
                    <a:pt x="18927" y="24193"/>
                  </a:lnTo>
                  <a:lnTo>
                    <a:pt x="20117" y="25122"/>
                  </a:lnTo>
                  <a:lnTo>
                    <a:pt x="20302" y="25657"/>
                  </a:lnTo>
                  <a:lnTo>
                    <a:pt x="20317" y="26498"/>
                  </a:lnTo>
                  <a:lnTo>
                    <a:pt x="19921" y="28015"/>
                  </a:lnTo>
                  <a:lnTo>
                    <a:pt x="19265" y="29261"/>
                  </a:lnTo>
                  <a:lnTo>
                    <a:pt x="20574" y="30866"/>
                  </a:lnTo>
                  <a:lnTo>
                    <a:pt x="20399" y="31563"/>
                  </a:lnTo>
                  <a:lnTo>
                    <a:pt x="18256" y="33368"/>
                  </a:lnTo>
                  <a:lnTo>
                    <a:pt x="17039" y="35187"/>
                  </a:lnTo>
                  <a:lnTo>
                    <a:pt x="15921" y="37429"/>
                  </a:lnTo>
                  <a:lnTo>
                    <a:pt x="13687" y="40041"/>
                  </a:lnTo>
                  <a:lnTo>
                    <a:pt x="10147" y="41927"/>
                  </a:lnTo>
                  <a:lnTo>
                    <a:pt x="9027" y="41927"/>
                  </a:lnTo>
                  <a:lnTo>
                    <a:pt x="7696" y="41339"/>
                  </a:lnTo>
                  <a:lnTo>
                    <a:pt x="6376" y="41473"/>
                  </a:lnTo>
                  <a:lnTo>
                    <a:pt x="5079" y="42176"/>
                  </a:lnTo>
                  <a:lnTo>
                    <a:pt x="3811" y="42098"/>
                  </a:lnTo>
                  <a:lnTo>
                    <a:pt x="3195" y="42468"/>
                  </a:lnTo>
                  <a:lnTo>
                    <a:pt x="2611" y="42427"/>
                  </a:lnTo>
                  <a:lnTo>
                    <a:pt x="2120" y="41700"/>
                  </a:lnTo>
                  <a:lnTo>
                    <a:pt x="1073" y="39614"/>
                  </a:lnTo>
                  <a:lnTo>
                    <a:pt x="561" y="38221"/>
                  </a:lnTo>
                  <a:lnTo>
                    <a:pt x="0" y="31566"/>
                  </a:lnTo>
                  <a:lnTo>
                    <a:pt x="181" y="28070"/>
                  </a:lnTo>
                  <a:lnTo>
                    <a:pt x="1069" y="24802"/>
                  </a:lnTo>
                  <a:lnTo>
                    <a:pt x="2383" y="22630"/>
                  </a:lnTo>
                  <a:lnTo>
                    <a:pt x="3144" y="20896"/>
                  </a:lnTo>
                  <a:lnTo>
                    <a:pt x="6327" y="10614"/>
                  </a:lnTo>
                  <a:lnTo>
                    <a:pt x="6951" y="8281"/>
                  </a:lnTo>
                  <a:lnTo>
                    <a:pt x="7714" y="6292"/>
                  </a:lnTo>
                  <a:lnTo>
                    <a:pt x="9077" y="4324"/>
                  </a:lnTo>
                  <a:lnTo>
                    <a:pt x="10842" y="1002"/>
                  </a:lnTo>
                  <a:lnTo>
                    <a:pt x="11405" y="321"/>
                  </a:lnTo>
                  <a:lnTo>
                    <a:pt x="12416" y="0"/>
                  </a:lnTo>
                  <a:lnTo>
                    <a:pt x="13414" y="183"/>
                  </a:lnTo>
                  <a:lnTo>
                    <a:pt x="13129" y="1382"/>
                  </a:lnTo>
                  <a:lnTo>
                    <a:pt x="13202" y="2556"/>
                  </a:lnTo>
                  <a:lnTo>
                    <a:pt x="14358" y="7147"/>
                  </a:lnTo>
                  <a:lnTo>
                    <a:pt x="14343" y="8058"/>
                  </a:lnTo>
                  <a:lnTo>
                    <a:pt x="13712" y="11712"/>
                  </a:lnTo>
                  <a:lnTo>
                    <a:pt x="12498" y="17616"/>
                  </a:lnTo>
                  <a:lnTo>
                    <a:pt x="12186" y="20871"/>
                  </a:lnTo>
                  <a:lnTo>
                    <a:pt x="12349" y="21850"/>
                  </a:lnTo>
                  <a:lnTo>
                    <a:pt x="11857" y="23496"/>
                  </a:lnTo>
                  <a:lnTo>
                    <a:pt x="11333" y="24748"/>
                  </a:lnTo>
                  <a:lnTo>
                    <a:pt x="9260" y="27097"/>
                  </a:lnTo>
                  <a:lnTo>
                    <a:pt x="8202" y="27645"/>
                  </a:lnTo>
                  <a:lnTo>
                    <a:pt x="7195" y="28518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6"/>
            <p:cNvSpPr/>
            <p:nvPr/>
          </p:nvSpPr>
          <p:spPr>
            <a:xfrm>
              <a:off x="2569298" y="2243446"/>
              <a:ext cx="29361" cy="32346"/>
            </a:xfrm>
            <a:custGeom>
              <a:avLst/>
              <a:pathLst>
                <a:path w="29361" h="32346">
                  <a:moveTo>
                    <a:pt x="7303" y="17518"/>
                  </a:moveTo>
                  <a:lnTo>
                    <a:pt x="7637" y="17934"/>
                  </a:lnTo>
                  <a:lnTo>
                    <a:pt x="8219" y="17169"/>
                  </a:lnTo>
                  <a:lnTo>
                    <a:pt x="8905" y="14764"/>
                  </a:lnTo>
                  <a:lnTo>
                    <a:pt x="10720" y="15393"/>
                  </a:lnTo>
                  <a:lnTo>
                    <a:pt x="11681" y="16478"/>
                  </a:lnTo>
                  <a:lnTo>
                    <a:pt x="12216" y="16238"/>
                  </a:lnTo>
                  <a:lnTo>
                    <a:pt x="12765" y="16349"/>
                  </a:lnTo>
                  <a:lnTo>
                    <a:pt x="13784" y="17769"/>
                  </a:lnTo>
                  <a:lnTo>
                    <a:pt x="15717" y="18892"/>
                  </a:lnTo>
                  <a:lnTo>
                    <a:pt x="17758" y="18729"/>
                  </a:lnTo>
                  <a:lnTo>
                    <a:pt x="20868" y="18062"/>
                  </a:lnTo>
                  <a:lnTo>
                    <a:pt x="21239" y="17792"/>
                  </a:lnTo>
                  <a:lnTo>
                    <a:pt x="24433" y="17235"/>
                  </a:lnTo>
                  <a:lnTo>
                    <a:pt x="27635" y="16971"/>
                  </a:lnTo>
                  <a:lnTo>
                    <a:pt x="28737" y="17606"/>
                  </a:lnTo>
                  <a:lnTo>
                    <a:pt x="29149" y="18198"/>
                  </a:lnTo>
                  <a:lnTo>
                    <a:pt x="29361" y="18911"/>
                  </a:lnTo>
                  <a:lnTo>
                    <a:pt x="27534" y="20867"/>
                  </a:lnTo>
                  <a:lnTo>
                    <a:pt x="25705" y="23144"/>
                  </a:lnTo>
                  <a:lnTo>
                    <a:pt x="23162" y="25373"/>
                  </a:lnTo>
                  <a:lnTo>
                    <a:pt x="22842" y="26465"/>
                  </a:lnTo>
                  <a:lnTo>
                    <a:pt x="23000" y="28474"/>
                  </a:lnTo>
                  <a:lnTo>
                    <a:pt x="22950" y="30521"/>
                  </a:lnTo>
                  <a:lnTo>
                    <a:pt x="23452" y="30690"/>
                  </a:lnTo>
                  <a:lnTo>
                    <a:pt x="23754" y="31377"/>
                  </a:lnTo>
                  <a:lnTo>
                    <a:pt x="23097" y="32039"/>
                  </a:lnTo>
                  <a:lnTo>
                    <a:pt x="20483" y="32346"/>
                  </a:lnTo>
                  <a:lnTo>
                    <a:pt x="19721" y="32160"/>
                  </a:lnTo>
                  <a:lnTo>
                    <a:pt x="18815" y="31327"/>
                  </a:lnTo>
                  <a:lnTo>
                    <a:pt x="18504" y="29351"/>
                  </a:lnTo>
                  <a:lnTo>
                    <a:pt x="17380" y="29641"/>
                  </a:lnTo>
                  <a:lnTo>
                    <a:pt x="17041" y="29400"/>
                  </a:lnTo>
                  <a:lnTo>
                    <a:pt x="18615" y="27716"/>
                  </a:lnTo>
                  <a:lnTo>
                    <a:pt x="17898" y="25601"/>
                  </a:lnTo>
                  <a:lnTo>
                    <a:pt x="17128" y="25755"/>
                  </a:lnTo>
                  <a:lnTo>
                    <a:pt x="16618" y="24751"/>
                  </a:lnTo>
                  <a:lnTo>
                    <a:pt x="16661" y="23395"/>
                  </a:lnTo>
                  <a:lnTo>
                    <a:pt x="17374" y="22735"/>
                  </a:lnTo>
                  <a:lnTo>
                    <a:pt x="17579" y="22020"/>
                  </a:lnTo>
                  <a:lnTo>
                    <a:pt x="16612" y="22640"/>
                  </a:lnTo>
                  <a:lnTo>
                    <a:pt x="15870" y="23897"/>
                  </a:lnTo>
                  <a:lnTo>
                    <a:pt x="14911" y="24373"/>
                  </a:lnTo>
                  <a:lnTo>
                    <a:pt x="13972" y="25458"/>
                  </a:lnTo>
                  <a:lnTo>
                    <a:pt x="15428" y="25803"/>
                  </a:lnTo>
                  <a:lnTo>
                    <a:pt x="14680" y="26644"/>
                  </a:lnTo>
                  <a:lnTo>
                    <a:pt x="13900" y="26839"/>
                  </a:lnTo>
                  <a:lnTo>
                    <a:pt x="10294" y="25185"/>
                  </a:lnTo>
                  <a:lnTo>
                    <a:pt x="9404" y="24558"/>
                  </a:lnTo>
                  <a:lnTo>
                    <a:pt x="8284" y="22826"/>
                  </a:lnTo>
                  <a:lnTo>
                    <a:pt x="7435" y="20514"/>
                  </a:lnTo>
                  <a:lnTo>
                    <a:pt x="7896" y="20424"/>
                  </a:lnTo>
                  <a:lnTo>
                    <a:pt x="8052" y="20010"/>
                  </a:lnTo>
                  <a:lnTo>
                    <a:pt x="7952" y="19619"/>
                  </a:lnTo>
                  <a:lnTo>
                    <a:pt x="6695" y="19307"/>
                  </a:lnTo>
                  <a:lnTo>
                    <a:pt x="4731" y="19405"/>
                  </a:lnTo>
                  <a:lnTo>
                    <a:pt x="3606" y="18796"/>
                  </a:lnTo>
                  <a:lnTo>
                    <a:pt x="3659" y="14758"/>
                  </a:lnTo>
                  <a:lnTo>
                    <a:pt x="3295" y="13647"/>
                  </a:lnTo>
                  <a:lnTo>
                    <a:pt x="2066" y="12709"/>
                  </a:lnTo>
                  <a:lnTo>
                    <a:pt x="186" y="12431"/>
                  </a:lnTo>
                  <a:lnTo>
                    <a:pt x="0" y="10932"/>
                  </a:lnTo>
                  <a:lnTo>
                    <a:pt x="598" y="8638"/>
                  </a:lnTo>
                  <a:lnTo>
                    <a:pt x="1519" y="6673"/>
                  </a:lnTo>
                  <a:lnTo>
                    <a:pt x="2219" y="4736"/>
                  </a:lnTo>
                  <a:lnTo>
                    <a:pt x="3037" y="3152"/>
                  </a:lnTo>
                  <a:lnTo>
                    <a:pt x="5054" y="0"/>
                  </a:lnTo>
                  <a:lnTo>
                    <a:pt x="5008" y="2358"/>
                  </a:lnTo>
                  <a:lnTo>
                    <a:pt x="5202" y="4390"/>
                  </a:lnTo>
                  <a:lnTo>
                    <a:pt x="3889" y="8454"/>
                  </a:lnTo>
                  <a:lnTo>
                    <a:pt x="6171" y="12483"/>
                  </a:lnTo>
                  <a:lnTo>
                    <a:pt x="6463" y="13373"/>
                  </a:lnTo>
                  <a:lnTo>
                    <a:pt x="6656" y="14455"/>
                  </a:lnTo>
                  <a:lnTo>
                    <a:pt x="6509" y="15451"/>
                  </a:lnTo>
                  <a:lnTo>
                    <a:pt x="6139" y="16334"/>
                  </a:lnTo>
                  <a:lnTo>
                    <a:pt x="7027" y="16774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7"/>
            <p:cNvSpPr/>
            <p:nvPr/>
          </p:nvSpPr>
          <p:spPr>
            <a:xfrm>
              <a:off x="2598849" y="2226153"/>
              <a:ext cx="7561" cy="12640"/>
            </a:xfrm>
            <a:custGeom>
              <a:avLst/>
              <a:pathLst>
                <a:path w="7561" h="12640">
                  <a:moveTo>
                    <a:pt x="1162" y="10704"/>
                  </a:moveTo>
                  <a:lnTo>
                    <a:pt x="1599" y="11265"/>
                  </a:lnTo>
                  <a:lnTo>
                    <a:pt x="2379" y="11204"/>
                  </a:lnTo>
                  <a:lnTo>
                    <a:pt x="2908" y="11434"/>
                  </a:lnTo>
                  <a:lnTo>
                    <a:pt x="2153" y="12533"/>
                  </a:lnTo>
                  <a:lnTo>
                    <a:pt x="709" y="12640"/>
                  </a:lnTo>
                  <a:lnTo>
                    <a:pt x="0" y="12188"/>
                  </a:lnTo>
                  <a:lnTo>
                    <a:pt x="1031" y="6549"/>
                  </a:lnTo>
                  <a:lnTo>
                    <a:pt x="2233" y="5250"/>
                  </a:lnTo>
                  <a:lnTo>
                    <a:pt x="4694" y="1563"/>
                  </a:lnTo>
                  <a:lnTo>
                    <a:pt x="5679" y="442"/>
                  </a:lnTo>
                  <a:lnTo>
                    <a:pt x="6592" y="0"/>
                  </a:lnTo>
                  <a:lnTo>
                    <a:pt x="7561" y="269"/>
                  </a:lnTo>
                  <a:lnTo>
                    <a:pt x="6574" y="2447"/>
                  </a:lnTo>
                  <a:lnTo>
                    <a:pt x="5257" y="2563"/>
                  </a:lnTo>
                  <a:lnTo>
                    <a:pt x="4000" y="4374"/>
                  </a:lnTo>
                  <a:lnTo>
                    <a:pt x="3176" y="6381"/>
                  </a:lnTo>
                  <a:lnTo>
                    <a:pt x="2184" y="7527"/>
                  </a:lnTo>
                  <a:lnTo>
                    <a:pt x="1501" y="8928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8"/>
            <p:cNvSpPr/>
            <p:nvPr/>
          </p:nvSpPr>
          <p:spPr>
            <a:xfrm>
              <a:off x="2693648" y="2226152"/>
              <a:ext cx="2440" cy="7100"/>
            </a:xfrm>
            <a:custGeom>
              <a:avLst/>
              <a:pathLst>
                <a:path w="2440" h="7100">
                  <a:moveTo>
                    <a:pt x="1219" y="6071"/>
                  </a:moveTo>
                  <a:lnTo>
                    <a:pt x="615" y="7100"/>
                  </a:lnTo>
                  <a:lnTo>
                    <a:pt x="0" y="7054"/>
                  </a:lnTo>
                  <a:lnTo>
                    <a:pt x="72" y="6155"/>
                  </a:lnTo>
                  <a:lnTo>
                    <a:pt x="830" y="4407"/>
                  </a:lnTo>
                  <a:lnTo>
                    <a:pt x="1216" y="3156"/>
                  </a:lnTo>
                  <a:lnTo>
                    <a:pt x="1230" y="2402"/>
                  </a:lnTo>
                  <a:lnTo>
                    <a:pt x="1370" y="1823"/>
                  </a:lnTo>
                  <a:lnTo>
                    <a:pt x="1944" y="1174"/>
                  </a:lnTo>
                  <a:lnTo>
                    <a:pt x="2440" y="0"/>
                  </a:lnTo>
                  <a:lnTo>
                    <a:pt x="2201" y="2178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59"/>
            <p:cNvSpPr/>
            <p:nvPr/>
          </p:nvSpPr>
          <p:spPr>
            <a:xfrm>
              <a:off x="2565825" y="2219063"/>
              <a:ext cx="2171" cy="4110"/>
            </a:xfrm>
            <a:custGeom>
              <a:avLst/>
              <a:pathLst>
                <a:path w="2171" h="4110">
                  <a:moveTo>
                    <a:pt x="2171" y="0"/>
                  </a:moveTo>
                  <a:lnTo>
                    <a:pt x="1859" y="2155"/>
                  </a:lnTo>
                  <a:lnTo>
                    <a:pt x="780" y="3983"/>
                  </a:lnTo>
                  <a:lnTo>
                    <a:pt x="245" y="4110"/>
                  </a:lnTo>
                  <a:lnTo>
                    <a:pt x="0" y="3933"/>
                  </a:lnTo>
                  <a:lnTo>
                    <a:pt x="297" y="2752"/>
                  </a:lnTo>
                  <a:lnTo>
                    <a:pt x="262" y="699"/>
                  </a:lnTo>
                  <a:lnTo>
                    <a:pt x="1153" y="421"/>
                  </a:lnTo>
                  <a:lnTo>
                    <a:pt x="1477" y="604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0"/>
            <p:cNvSpPr/>
            <p:nvPr/>
          </p:nvSpPr>
          <p:spPr>
            <a:xfrm>
              <a:off x="2566976" y="2215309"/>
              <a:ext cx="1421" cy="3148"/>
            </a:xfrm>
            <a:custGeom>
              <a:avLst/>
              <a:pathLst>
                <a:path w="1421" h="3148">
                  <a:moveTo>
                    <a:pt x="1421" y="1621"/>
                  </a:moveTo>
                  <a:lnTo>
                    <a:pt x="0" y="3148"/>
                  </a:lnTo>
                  <a:lnTo>
                    <a:pt x="624" y="851"/>
                  </a:lnTo>
                  <a:lnTo>
                    <a:pt x="885" y="256"/>
                  </a:lnTo>
                  <a:lnTo>
                    <a:pt x="1124" y="0"/>
                  </a:lnTo>
                  <a:lnTo>
                    <a:pt x="1358" y="201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1"/>
            <p:cNvSpPr/>
            <p:nvPr/>
          </p:nvSpPr>
          <p:spPr>
            <a:xfrm>
              <a:off x="1839037" y="2188360"/>
              <a:ext cx="2166" cy="5821"/>
            </a:xfrm>
            <a:custGeom>
              <a:avLst/>
              <a:pathLst>
                <a:path w="2166" h="5821">
                  <a:moveTo>
                    <a:pt x="1813" y="5062"/>
                  </a:moveTo>
                  <a:lnTo>
                    <a:pt x="1296" y="5821"/>
                  </a:lnTo>
                  <a:lnTo>
                    <a:pt x="1020" y="5720"/>
                  </a:lnTo>
                  <a:lnTo>
                    <a:pt x="799" y="5189"/>
                  </a:lnTo>
                  <a:lnTo>
                    <a:pt x="0" y="0"/>
                  </a:lnTo>
                  <a:lnTo>
                    <a:pt x="340" y="109"/>
                  </a:lnTo>
                  <a:lnTo>
                    <a:pt x="1412" y="1725"/>
                  </a:lnTo>
                  <a:lnTo>
                    <a:pt x="1169" y="2366"/>
                  </a:lnTo>
                  <a:lnTo>
                    <a:pt x="1969" y="3912"/>
                  </a:lnTo>
                  <a:lnTo>
                    <a:pt x="2166" y="5015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2"/>
            <p:cNvSpPr/>
            <p:nvPr/>
          </p:nvSpPr>
          <p:spPr>
            <a:xfrm>
              <a:off x="1837718" y="2183356"/>
              <a:ext cx="3910" cy="6498"/>
            </a:xfrm>
            <a:custGeom>
              <a:avLst/>
              <a:pathLst>
                <a:path w="3910" h="6498">
                  <a:moveTo>
                    <a:pt x="3910" y="6175"/>
                  </a:moveTo>
                  <a:lnTo>
                    <a:pt x="3756" y="6498"/>
                  </a:lnTo>
                  <a:lnTo>
                    <a:pt x="1829" y="4407"/>
                  </a:lnTo>
                  <a:lnTo>
                    <a:pt x="538" y="1669"/>
                  </a:lnTo>
                  <a:lnTo>
                    <a:pt x="0" y="0"/>
                  </a:lnTo>
                  <a:lnTo>
                    <a:pt x="2553" y="4149"/>
                  </a:lnTo>
                  <a:lnTo>
                    <a:pt x="3841" y="5521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3"/>
            <p:cNvSpPr/>
            <p:nvPr/>
          </p:nvSpPr>
          <p:spPr>
            <a:xfrm>
              <a:off x="2442126" y="2178302"/>
              <a:ext cx="168776" cy="169850"/>
            </a:xfrm>
            <a:custGeom>
              <a:avLst/>
              <a:pathLst>
                <a:path w="168776" h="169850">
                  <a:moveTo>
                    <a:pt x="0" y="125947"/>
                  </a:moveTo>
                  <a:lnTo>
                    <a:pt x="1759" y="124831"/>
                  </a:lnTo>
                  <a:lnTo>
                    <a:pt x="5427" y="120497"/>
                  </a:lnTo>
                  <a:lnTo>
                    <a:pt x="8133" y="118927"/>
                  </a:lnTo>
                  <a:lnTo>
                    <a:pt x="11651" y="114375"/>
                  </a:lnTo>
                  <a:lnTo>
                    <a:pt x="14200" y="113499"/>
                  </a:lnTo>
                  <a:lnTo>
                    <a:pt x="14685" y="112498"/>
                  </a:lnTo>
                  <a:lnTo>
                    <a:pt x="15112" y="108722"/>
                  </a:lnTo>
                  <a:lnTo>
                    <a:pt x="15345" y="107376"/>
                  </a:lnTo>
                  <a:lnTo>
                    <a:pt x="16535" y="103668"/>
                  </a:lnTo>
                  <a:lnTo>
                    <a:pt x="17965" y="100540"/>
                  </a:lnTo>
                  <a:lnTo>
                    <a:pt x="19118" y="96214"/>
                  </a:lnTo>
                  <a:lnTo>
                    <a:pt x="21211" y="93450"/>
                  </a:lnTo>
                  <a:lnTo>
                    <a:pt x="24376" y="91138"/>
                  </a:lnTo>
                  <a:lnTo>
                    <a:pt x="27304" y="86090"/>
                  </a:lnTo>
                  <a:lnTo>
                    <a:pt x="28908" y="84550"/>
                  </a:lnTo>
                  <a:lnTo>
                    <a:pt x="30464" y="83448"/>
                  </a:lnTo>
                  <a:lnTo>
                    <a:pt x="31117" y="81397"/>
                  </a:lnTo>
                  <a:lnTo>
                    <a:pt x="32078" y="80223"/>
                  </a:lnTo>
                  <a:lnTo>
                    <a:pt x="34649" y="77838"/>
                  </a:lnTo>
                  <a:lnTo>
                    <a:pt x="37483" y="77194"/>
                  </a:lnTo>
                  <a:lnTo>
                    <a:pt x="40347" y="75214"/>
                  </a:lnTo>
                  <a:lnTo>
                    <a:pt x="42544" y="74165"/>
                  </a:lnTo>
                  <a:lnTo>
                    <a:pt x="43891" y="72308"/>
                  </a:lnTo>
                  <a:lnTo>
                    <a:pt x="45850" y="71330"/>
                  </a:lnTo>
                  <a:lnTo>
                    <a:pt x="51696" y="66002"/>
                  </a:lnTo>
                  <a:lnTo>
                    <a:pt x="53317" y="63507"/>
                  </a:lnTo>
                  <a:lnTo>
                    <a:pt x="55419" y="58398"/>
                  </a:lnTo>
                  <a:lnTo>
                    <a:pt x="57248" y="55799"/>
                  </a:lnTo>
                  <a:lnTo>
                    <a:pt x="57895" y="53032"/>
                  </a:lnTo>
                  <a:lnTo>
                    <a:pt x="60547" y="48540"/>
                  </a:lnTo>
                  <a:lnTo>
                    <a:pt x="63276" y="42623"/>
                  </a:lnTo>
                  <a:lnTo>
                    <a:pt x="64634" y="38380"/>
                  </a:lnTo>
                  <a:lnTo>
                    <a:pt x="66666" y="36024"/>
                  </a:lnTo>
                  <a:lnTo>
                    <a:pt x="70606" y="29287"/>
                  </a:lnTo>
                  <a:lnTo>
                    <a:pt x="72721" y="26598"/>
                  </a:lnTo>
                  <a:lnTo>
                    <a:pt x="73580" y="26291"/>
                  </a:lnTo>
                  <a:lnTo>
                    <a:pt x="75974" y="23900"/>
                  </a:lnTo>
                  <a:lnTo>
                    <a:pt x="77461" y="21407"/>
                  </a:lnTo>
                  <a:lnTo>
                    <a:pt x="79847" y="18903"/>
                  </a:lnTo>
                  <a:lnTo>
                    <a:pt x="84156" y="15816"/>
                  </a:lnTo>
                  <a:lnTo>
                    <a:pt x="88205" y="12121"/>
                  </a:lnTo>
                  <a:lnTo>
                    <a:pt x="93676" y="8923"/>
                  </a:lnTo>
                  <a:lnTo>
                    <a:pt x="100085" y="4130"/>
                  </a:lnTo>
                  <a:lnTo>
                    <a:pt x="105267" y="1566"/>
                  </a:lnTo>
                  <a:lnTo>
                    <a:pt x="108912" y="1196"/>
                  </a:lnTo>
                  <a:lnTo>
                    <a:pt x="113347" y="0"/>
                  </a:lnTo>
                  <a:lnTo>
                    <a:pt x="114917" y="121"/>
                  </a:lnTo>
                  <a:lnTo>
                    <a:pt x="121825" y="2198"/>
                  </a:lnTo>
                  <a:lnTo>
                    <a:pt x="125140" y="4768"/>
                  </a:lnTo>
                  <a:lnTo>
                    <a:pt x="128915" y="10173"/>
                  </a:lnTo>
                  <a:lnTo>
                    <a:pt x="129477" y="11598"/>
                  </a:lnTo>
                  <a:lnTo>
                    <a:pt x="129569" y="13591"/>
                  </a:lnTo>
                  <a:lnTo>
                    <a:pt x="127570" y="12623"/>
                  </a:lnTo>
                  <a:lnTo>
                    <a:pt x="125806" y="12559"/>
                  </a:lnTo>
                  <a:lnTo>
                    <a:pt x="127030" y="13667"/>
                  </a:lnTo>
                  <a:lnTo>
                    <a:pt x="129109" y="16992"/>
                  </a:lnTo>
                  <a:lnTo>
                    <a:pt x="129014" y="21150"/>
                  </a:lnTo>
                  <a:lnTo>
                    <a:pt x="127841" y="24908"/>
                  </a:lnTo>
                  <a:lnTo>
                    <a:pt x="124332" y="26761"/>
                  </a:lnTo>
                  <a:lnTo>
                    <a:pt x="123436" y="28236"/>
                  </a:lnTo>
                  <a:lnTo>
                    <a:pt x="122711" y="30674"/>
                  </a:lnTo>
                  <a:lnTo>
                    <a:pt x="122001" y="31608"/>
                  </a:lnTo>
                  <a:lnTo>
                    <a:pt x="120300" y="32690"/>
                  </a:lnTo>
                  <a:lnTo>
                    <a:pt x="119360" y="34274"/>
                  </a:lnTo>
                  <a:lnTo>
                    <a:pt x="116604" y="36786"/>
                  </a:lnTo>
                  <a:lnTo>
                    <a:pt x="115363" y="37084"/>
                  </a:lnTo>
                  <a:lnTo>
                    <a:pt x="113933" y="36483"/>
                  </a:lnTo>
                  <a:lnTo>
                    <a:pt x="110493" y="34114"/>
                  </a:lnTo>
                  <a:lnTo>
                    <a:pt x="108370" y="31833"/>
                  </a:lnTo>
                  <a:lnTo>
                    <a:pt x="107311" y="33079"/>
                  </a:lnTo>
                  <a:lnTo>
                    <a:pt x="106440" y="34379"/>
                  </a:lnTo>
                  <a:lnTo>
                    <a:pt x="104398" y="33946"/>
                  </a:lnTo>
                  <a:lnTo>
                    <a:pt x="103464" y="34521"/>
                  </a:lnTo>
                  <a:lnTo>
                    <a:pt x="101925" y="33878"/>
                  </a:lnTo>
                  <a:lnTo>
                    <a:pt x="98774" y="36750"/>
                  </a:lnTo>
                  <a:lnTo>
                    <a:pt x="99673" y="37086"/>
                  </a:lnTo>
                  <a:lnTo>
                    <a:pt x="102174" y="35435"/>
                  </a:lnTo>
                  <a:lnTo>
                    <a:pt x="103028" y="35621"/>
                  </a:lnTo>
                  <a:lnTo>
                    <a:pt x="104872" y="37751"/>
                  </a:lnTo>
                  <a:lnTo>
                    <a:pt x="109324" y="40042"/>
                  </a:lnTo>
                  <a:lnTo>
                    <a:pt x="110480" y="41557"/>
                  </a:lnTo>
                  <a:lnTo>
                    <a:pt x="111582" y="46392"/>
                  </a:lnTo>
                  <a:lnTo>
                    <a:pt x="112312" y="47164"/>
                  </a:lnTo>
                  <a:lnTo>
                    <a:pt x="113839" y="46662"/>
                  </a:lnTo>
                  <a:lnTo>
                    <a:pt x="115561" y="44271"/>
                  </a:lnTo>
                  <a:lnTo>
                    <a:pt x="116990" y="42990"/>
                  </a:lnTo>
                  <a:lnTo>
                    <a:pt x="119785" y="41939"/>
                  </a:lnTo>
                  <a:lnTo>
                    <a:pt x="119233" y="43530"/>
                  </a:lnTo>
                  <a:lnTo>
                    <a:pt x="121361" y="43405"/>
                  </a:lnTo>
                  <a:lnTo>
                    <a:pt x="123468" y="45544"/>
                  </a:lnTo>
                  <a:lnTo>
                    <a:pt x="122689" y="47062"/>
                  </a:lnTo>
                  <a:lnTo>
                    <a:pt x="121630" y="50123"/>
                  </a:lnTo>
                  <a:lnTo>
                    <a:pt x="120889" y="56069"/>
                  </a:lnTo>
                  <a:lnTo>
                    <a:pt x="118743" y="60054"/>
                  </a:lnTo>
                  <a:lnTo>
                    <a:pt x="115870" y="63972"/>
                  </a:lnTo>
                  <a:lnTo>
                    <a:pt x="116595" y="64917"/>
                  </a:lnTo>
                  <a:lnTo>
                    <a:pt x="117435" y="65498"/>
                  </a:lnTo>
                  <a:lnTo>
                    <a:pt x="119282" y="64338"/>
                  </a:lnTo>
                  <a:lnTo>
                    <a:pt x="120516" y="64416"/>
                  </a:lnTo>
                  <a:lnTo>
                    <a:pt x="121886" y="65166"/>
                  </a:lnTo>
                  <a:lnTo>
                    <a:pt x="121461" y="68209"/>
                  </a:lnTo>
                  <a:lnTo>
                    <a:pt x="120968" y="70274"/>
                  </a:lnTo>
                  <a:lnTo>
                    <a:pt x="121255" y="72197"/>
                  </a:lnTo>
                  <a:lnTo>
                    <a:pt x="122067" y="75866"/>
                  </a:lnTo>
                  <a:lnTo>
                    <a:pt x="123188" y="76671"/>
                  </a:lnTo>
                  <a:lnTo>
                    <a:pt x="123637" y="81373"/>
                  </a:lnTo>
                  <a:lnTo>
                    <a:pt x="124231" y="83936"/>
                  </a:lnTo>
                  <a:lnTo>
                    <a:pt x="124151" y="85993"/>
                  </a:lnTo>
                  <a:lnTo>
                    <a:pt x="125274" y="87309"/>
                  </a:lnTo>
                  <a:lnTo>
                    <a:pt x="125463" y="89410"/>
                  </a:lnTo>
                  <a:lnTo>
                    <a:pt x="129532" y="90004"/>
                  </a:lnTo>
                  <a:lnTo>
                    <a:pt x="130356" y="90812"/>
                  </a:lnTo>
                  <a:lnTo>
                    <a:pt x="133183" y="91612"/>
                  </a:lnTo>
                  <a:lnTo>
                    <a:pt x="133717" y="92192"/>
                  </a:lnTo>
                  <a:lnTo>
                    <a:pt x="134219" y="93344"/>
                  </a:lnTo>
                  <a:lnTo>
                    <a:pt x="131449" y="95881"/>
                  </a:lnTo>
                  <a:lnTo>
                    <a:pt x="133691" y="97716"/>
                  </a:lnTo>
                  <a:lnTo>
                    <a:pt x="135812" y="100707"/>
                  </a:lnTo>
                  <a:lnTo>
                    <a:pt x="137480" y="100119"/>
                  </a:lnTo>
                  <a:lnTo>
                    <a:pt x="138201" y="100214"/>
                  </a:lnTo>
                  <a:lnTo>
                    <a:pt x="140067" y="102088"/>
                  </a:lnTo>
                  <a:lnTo>
                    <a:pt x="140587" y="103016"/>
                  </a:lnTo>
                  <a:lnTo>
                    <a:pt x="140872" y="103841"/>
                  </a:lnTo>
                  <a:lnTo>
                    <a:pt x="141809" y="103664"/>
                  </a:lnTo>
                  <a:lnTo>
                    <a:pt x="143154" y="102941"/>
                  </a:lnTo>
                  <a:lnTo>
                    <a:pt x="145586" y="103120"/>
                  </a:lnTo>
                  <a:lnTo>
                    <a:pt x="148179" y="104177"/>
                  </a:lnTo>
                  <a:lnTo>
                    <a:pt x="147960" y="105790"/>
                  </a:lnTo>
                  <a:lnTo>
                    <a:pt x="147569" y="106906"/>
                  </a:lnTo>
                  <a:lnTo>
                    <a:pt x="149598" y="106538"/>
                  </a:lnTo>
                  <a:lnTo>
                    <a:pt x="150864" y="107686"/>
                  </a:lnTo>
                  <a:lnTo>
                    <a:pt x="151306" y="107134"/>
                  </a:lnTo>
                  <a:lnTo>
                    <a:pt x="151619" y="106421"/>
                  </a:lnTo>
                  <a:lnTo>
                    <a:pt x="154138" y="104464"/>
                  </a:lnTo>
                  <a:lnTo>
                    <a:pt x="157374" y="100407"/>
                  </a:lnTo>
                  <a:lnTo>
                    <a:pt x="157768" y="100909"/>
                  </a:lnTo>
                  <a:lnTo>
                    <a:pt x="157916" y="102447"/>
                  </a:lnTo>
                  <a:lnTo>
                    <a:pt x="158340" y="104956"/>
                  </a:lnTo>
                  <a:lnTo>
                    <a:pt x="159583" y="106688"/>
                  </a:lnTo>
                  <a:lnTo>
                    <a:pt x="161059" y="107085"/>
                  </a:lnTo>
                  <a:lnTo>
                    <a:pt x="163090" y="105760"/>
                  </a:lnTo>
                  <a:lnTo>
                    <a:pt x="163888" y="106904"/>
                  </a:lnTo>
                  <a:lnTo>
                    <a:pt x="164840" y="109109"/>
                  </a:lnTo>
                  <a:lnTo>
                    <a:pt x="165746" y="111994"/>
                  </a:lnTo>
                  <a:lnTo>
                    <a:pt x="165685" y="113028"/>
                  </a:lnTo>
                  <a:lnTo>
                    <a:pt x="164523" y="113928"/>
                  </a:lnTo>
                  <a:lnTo>
                    <a:pt x="163476" y="115225"/>
                  </a:lnTo>
                  <a:lnTo>
                    <a:pt x="167848" y="115759"/>
                  </a:lnTo>
                  <a:lnTo>
                    <a:pt x="168291" y="116304"/>
                  </a:lnTo>
                  <a:lnTo>
                    <a:pt x="168776" y="117440"/>
                  </a:lnTo>
                  <a:lnTo>
                    <a:pt x="168330" y="118590"/>
                  </a:lnTo>
                  <a:lnTo>
                    <a:pt x="167918" y="119162"/>
                  </a:lnTo>
                  <a:lnTo>
                    <a:pt x="167125" y="118493"/>
                  </a:lnTo>
                  <a:lnTo>
                    <a:pt x="165663" y="119102"/>
                  </a:lnTo>
                  <a:lnTo>
                    <a:pt x="164386" y="120592"/>
                  </a:lnTo>
                  <a:lnTo>
                    <a:pt x="163021" y="121420"/>
                  </a:lnTo>
                  <a:lnTo>
                    <a:pt x="162146" y="121516"/>
                  </a:lnTo>
                  <a:lnTo>
                    <a:pt x="161176" y="122204"/>
                  </a:lnTo>
                  <a:lnTo>
                    <a:pt x="160290" y="123269"/>
                  </a:lnTo>
                  <a:lnTo>
                    <a:pt x="159368" y="123566"/>
                  </a:lnTo>
                  <a:lnTo>
                    <a:pt x="156494" y="126224"/>
                  </a:lnTo>
                  <a:lnTo>
                    <a:pt x="153555" y="127938"/>
                  </a:lnTo>
                  <a:lnTo>
                    <a:pt x="150482" y="130681"/>
                  </a:lnTo>
                  <a:lnTo>
                    <a:pt x="147347" y="132410"/>
                  </a:lnTo>
                  <a:lnTo>
                    <a:pt x="144092" y="134488"/>
                  </a:lnTo>
                  <a:lnTo>
                    <a:pt x="143384" y="134673"/>
                  </a:lnTo>
                  <a:lnTo>
                    <a:pt x="142564" y="134591"/>
                  </a:lnTo>
                  <a:lnTo>
                    <a:pt x="140705" y="136622"/>
                  </a:lnTo>
                  <a:lnTo>
                    <a:pt x="139786" y="136346"/>
                  </a:lnTo>
                  <a:lnTo>
                    <a:pt x="138848" y="136700"/>
                  </a:lnTo>
                  <a:lnTo>
                    <a:pt x="137768" y="136253"/>
                  </a:lnTo>
                  <a:lnTo>
                    <a:pt x="137032" y="135422"/>
                  </a:lnTo>
                  <a:lnTo>
                    <a:pt x="137596" y="137567"/>
                  </a:lnTo>
                  <a:lnTo>
                    <a:pt x="137762" y="139542"/>
                  </a:lnTo>
                  <a:lnTo>
                    <a:pt x="137480" y="140408"/>
                  </a:lnTo>
                  <a:lnTo>
                    <a:pt x="136961" y="141427"/>
                  </a:lnTo>
                  <a:lnTo>
                    <a:pt x="135093" y="141236"/>
                  </a:lnTo>
                  <a:lnTo>
                    <a:pt x="134358" y="140520"/>
                  </a:lnTo>
                  <a:lnTo>
                    <a:pt x="133486" y="139466"/>
                  </a:lnTo>
                  <a:lnTo>
                    <a:pt x="133087" y="137766"/>
                  </a:lnTo>
                  <a:lnTo>
                    <a:pt x="132149" y="136553"/>
                  </a:lnTo>
                  <a:lnTo>
                    <a:pt x="131591" y="138238"/>
                  </a:lnTo>
                  <a:lnTo>
                    <a:pt x="131595" y="139493"/>
                  </a:lnTo>
                  <a:lnTo>
                    <a:pt x="130900" y="141206"/>
                  </a:lnTo>
                  <a:lnTo>
                    <a:pt x="130085" y="138274"/>
                  </a:lnTo>
                  <a:lnTo>
                    <a:pt x="128615" y="139347"/>
                  </a:lnTo>
                  <a:lnTo>
                    <a:pt x="127968" y="142464"/>
                  </a:lnTo>
                  <a:lnTo>
                    <a:pt x="128292" y="143354"/>
                  </a:lnTo>
                  <a:lnTo>
                    <a:pt x="128743" y="145738"/>
                  </a:lnTo>
                  <a:lnTo>
                    <a:pt x="128017" y="146981"/>
                  </a:lnTo>
                  <a:lnTo>
                    <a:pt x="127478" y="146640"/>
                  </a:lnTo>
                  <a:lnTo>
                    <a:pt x="126360" y="150138"/>
                  </a:lnTo>
                  <a:lnTo>
                    <a:pt x="125007" y="151412"/>
                  </a:lnTo>
                  <a:lnTo>
                    <a:pt x="123611" y="154979"/>
                  </a:lnTo>
                  <a:lnTo>
                    <a:pt x="121957" y="157697"/>
                  </a:lnTo>
                  <a:lnTo>
                    <a:pt x="121504" y="159514"/>
                  </a:lnTo>
                  <a:lnTo>
                    <a:pt x="118734" y="163671"/>
                  </a:lnTo>
                  <a:lnTo>
                    <a:pt x="117682" y="163547"/>
                  </a:lnTo>
                  <a:lnTo>
                    <a:pt x="116907" y="163684"/>
                  </a:lnTo>
                  <a:lnTo>
                    <a:pt x="115738" y="165417"/>
                  </a:lnTo>
                  <a:lnTo>
                    <a:pt x="115557" y="168918"/>
                  </a:lnTo>
                  <a:lnTo>
                    <a:pt x="115041" y="168455"/>
                  </a:lnTo>
                  <a:lnTo>
                    <a:pt x="114518" y="168569"/>
                  </a:lnTo>
                  <a:lnTo>
                    <a:pt x="114247" y="169668"/>
                  </a:lnTo>
                  <a:lnTo>
                    <a:pt x="113862" y="169850"/>
                  </a:lnTo>
                  <a:lnTo>
                    <a:pt x="112840" y="168810"/>
                  </a:lnTo>
                  <a:lnTo>
                    <a:pt x="111638" y="169378"/>
                  </a:lnTo>
                  <a:lnTo>
                    <a:pt x="110697" y="168589"/>
                  </a:lnTo>
                  <a:lnTo>
                    <a:pt x="109498" y="163459"/>
                  </a:lnTo>
                  <a:lnTo>
                    <a:pt x="108861" y="161661"/>
                  </a:lnTo>
                  <a:lnTo>
                    <a:pt x="107732" y="161081"/>
                  </a:lnTo>
                  <a:lnTo>
                    <a:pt x="107439" y="162166"/>
                  </a:lnTo>
                  <a:lnTo>
                    <a:pt x="107001" y="163228"/>
                  </a:lnTo>
                  <a:lnTo>
                    <a:pt x="105914" y="161111"/>
                  </a:lnTo>
                  <a:lnTo>
                    <a:pt x="105090" y="153255"/>
                  </a:lnTo>
                  <a:lnTo>
                    <a:pt x="105083" y="151359"/>
                  </a:lnTo>
                  <a:lnTo>
                    <a:pt x="106237" y="144751"/>
                  </a:lnTo>
                  <a:lnTo>
                    <a:pt x="109094" y="138802"/>
                  </a:lnTo>
                  <a:lnTo>
                    <a:pt x="108182" y="138603"/>
                  </a:lnTo>
                  <a:lnTo>
                    <a:pt x="105659" y="142728"/>
                  </a:lnTo>
                  <a:lnTo>
                    <a:pt x="105920" y="141730"/>
                  </a:lnTo>
                  <a:lnTo>
                    <a:pt x="106347" y="140689"/>
                  </a:lnTo>
                  <a:lnTo>
                    <a:pt x="107198" y="139011"/>
                  </a:lnTo>
                  <a:lnTo>
                    <a:pt x="108489" y="137434"/>
                  </a:lnTo>
                  <a:lnTo>
                    <a:pt x="110209" y="136515"/>
                  </a:lnTo>
                  <a:lnTo>
                    <a:pt x="111392" y="136375"/>
                  </a:lnTo>
                  <a:lnTo>
                    <a:pt x="112207" y="135504"/>
                  </a:lnTo>
                  <a:lnTo>
                    <a:pt x="113389" y="133960"/>
                  </a:lnTo>
                  <a:lnTo>
                    <a:pt x="113608" y="133140"/>
                  </a:lnTo>
                  <a:lnTo>
                    <a:pt x="112560" y="134083"/>
                  </a:lnTo>
                  <a:lnTo>
                    <a:pt x="110819" y="135010"/>
                  </a:lnTo>
                  <a:lnTo>
                    <a:pt x="111266" y="133794"/>
                  </a:lnTo>
                  <a:lnTo>
                    <a:pt x="111701" y="133143"/>
                  </a:lnTo>
                  <a:lnTo>
                    <a:pt x="121003" y="122491"/>
                  </a:lnTo>
                  <a:lnTo>
                    <a:pt x="122875" y="120735"/>
                  </a:lnTo>
                  <a:lnTo>
                    <a:pt x="126607" y="118494"/>
                  </a:lnTo>
                  <a:lnTo>
                    <a:pt x="127124" y="117027"/>
                  </a:lnTo>
                  <a:lnTo>
                    <a:pt x="126615" y="116089"/>
                  </a:lnTo>
                  <a:lnTo>
                    <a:pt x="128064" y="116920"/>
                  </a:lnTo>
                  <a:lnTo>
                    <a:pt x="127944" y="118135"/>
                  </a:lnTo>
                  <a:lnTo>
                    <a:pt x="127717" y="119021"/>
                  </a:lnTo>
                  <a:lnTo>
                    <a:pt x="127632" y="120527"/>
                  </a:lnTo>
                  <a:lnTo>
                    <a:pt x="127774" y="121976"/>
                  </a:lnTo>
                  <a:lnTo>
                    <a:pt x="129245" y="122683"/>
                  </a:lnTo>
                  <a:lnTo>
                    <a:pt x="130473" y="125380"/>
                  </a:lnTo>
                  <a:lnTo>
                    <a:pt x="129891" y="121716"/>
                  </a:lnTo>
                  <a:lnTo>
                    <a:pt x="130996" y="119646"/>
                  </a:lnTo>
                  <a:lnTo>
                    <a:pt x="135251" y="116874"/>
                  </a:lnTo>
                  <a:lnTo>
                    <a:pt x="138806" y="116573"/>
                  </a:lnTo>
                  <a:lnTo>
                    <a:pt x="139944" y="115281"/>
                  </a:lnTo>
                  <a:lnTo>
                    <a:pt x="136903" y="114414"/>
                  </a:lnTo>
                  <a:lnTo>
                    <a:pt x="133300" y="114886"/>
                  </a:lnTo>
                  <a:lnTo>
                    <a:pt x="131070" y="113919"/>
                  </a:lnTo>
                  <a:lnTo>
                    <a:pt x="127994" y="114550"/>
                  </a:lnTo>
                  <a:lnTo>
                    <a:pt x="124739" y="113944"/>
                  </a:lnTo>
                  <a:lnTo>
                    <a:pt x="123741" y="114744"/>
                  </a:lnTo>
                  <a:lnTo>
                    <a:pt x="122931" y="116476"/>
                  </a:lnTo>
                  <a:lnTo>
                    <a:pt x="121879" y="115711"/>
                  </a:lnTo>
                  <a:lnTo>
                    <a:pt x="121371" y="115583"/>
                  </a:lnTo>
                  <a:lnTo>
                    <a:pt x="120880" y="114985"/>
                  </a:lnTo>
                  <a:lnTo>
                    <a:pt x="121935" y="112009"/>
                  </a:lnTo>
                  <a:lnTo>
                    <a:pt x="125234" y="107578"/>
                  </a:lnTo>
                  <a:lnTo>
                    <a:pt x="127245" y="103726"/>
                  </a:lnTo>
                  <a:lnTo>
                    <a:pt x="127812" y="102918"/>
                  </a:lnTo>
                  <a:lnTo>
                    <a:pt x="128263" y="101367"/>
                  </a:lnTo>
                  <a:lnTo>
                    <a:pt x="127159" y="101626"/>
                  </a:lnTo>
                  <a:lnTo>
                    <a:pt x="126195" y="102234"/>
                  </a:lnTo>
                  <a:lnTo>
                    <a:pt x="125527" y="100453"/>
                  </a:lnTo>
                  <a:lnTo>
                    <a:pt x="124338" y="98088"/>
                  </a:lnTo>
                  <a:lnTo>
                    <a:pt x="124223" y="99073"/>
                  </a:lnTo>
                  <a:lnTo>
                    <a:pt x="124820" y="102017"/>
                  </a:lnTo>
                  <a:lnTo>
                    <a:pt x="122539" y="107196"/>
                  </a:lnTo>
                  <a:lnTo>
                    <a:pt x="121065" y="107564"/>
                  </a:lnTo>
                  <a:lnTo>
                    <a:pt x="119099" y="109979"/>
                  </a:lnTo>
                  <a:lnTo>
                    <a:pt x="116322" y="112081"/>
                  </a:lnTo>
                  <a:lnTo>
                    <a:pt x="113080" y="116094"/>
                  </a:lnTo>
                  <a:lnTo>
                    <a:pt x="108891" y="119474"/>
                  </a:lnTo>
                  <a:lnTo>
                    <a:pt x="108013" y="119487"/>
                  </a:lnTo>
                  <a:lnTo>
                    <a:pt x="106111" y="116705"/>
                  </a:lnTo>
                  <a:lnTo>
                    <a:pt x="106643" y="115439"/>
                  </a:lnTo>
                  <a:lnTo>
                    <a:pt x="107138" y="113721"/>
                  </a:lnTo>
                  <a:lnTo>
                    <a:pt x="106665" y="114216"/>
                  </a:lnTo>
                  <a:lnTo>
                    <a:pt x="106358" y="114961"/>
                  </a:lnTo>
                  <a:lnTo>
                    <a:pt x="105211" y="116156"/>
                  </a:lnTo>
                  <a:lnTo>
                    <a:pt x="106141" y="118468"/>
                  </a:lnTo>
                  <a:lnTo>
                    <a:pt x="105692" y="119336"/>
                  </a:lnTo>
                  <a:lnTo>
                    <a:pt x="104361" y="120475"/>
                  </a:lnTo>
                  <a:lnTo>
                    <a:pt x="103123" y="122124"/>
                  </a:lnTo>
                  <a:lnTo>
                    <a:pt x="102038" y="123227"/>
                  </a:lnTo>
                  <a:lnTo>
                    <a:pt x="101161" y="121824"/>
                  </a:lnTo>
                  <a:lnTo>
                    <a:pt x="98739" y="123596"/>
                  </a:lnTo>
                  <a:lnTo>
                    <a:pt x="96700" y="124072"/>
                  </a:lnTo>
                  <a:lnTo>
                    <a:pt x="96259" y="123175"/>
                  </a:lnTo>
                  <a:lnTo>
                    <a:pt x="96129" y="121758"/>
                  </a:lnTo>
                  <a:lnTo>
                    <a:pt x="95415" y="121416"/>
                  </a:lnTo>
                  <a:lnTo>
                    <a:pt x="94088" y="121807"/>
                  </a:lnTo>
                  <a:lnTo>
                    <a:pt x="93585" y="121054"/>
                  </a:lnTo>
                  <a:lnTo>
                    <a:pt x="93016" y="120683"/>
                  </a:lnTo>
                  <a:lnTo>
                    <a:pt x="92495" y="120371"/>
                  </a:lnTo>
                  <a:lnTo>
                    <a:pt x="92046" y="120128"/>
                  </a:lnTo>
                  <a:lnTo>
                    <a:pt x="91785" y="120543"/>
                  </a:lnTo>
                  <a:lnTo>
                    <a:pt x="91539" y="121099"/>
                  </a:lnTo>
                  <a:lnTo>
                    <a:pt x="91235" y="121516"/>
                  </a:lnTo>
                  <a:lnTo>
                    <a:pt x="90598" y="120926"/>
                  </a:lnTo>
                  <a:lnTo>
                    <a:pt x="90192" y="119851"/>
                  </a:lnTo>
                  <a:lnTo>
                    <a:pt x="89541" y="118742"/>
                  </a:lnTo>
                  <a:lnTo>
                    <a:pt x="89295" y="117909"/>
                  </a:lnTo>
                  <a:lnTo>
                    <a:pt x="89425" y="116939"/>
                  </a:lnTo>
                  <a:lnTo>
                    <a:pt x="89714" y="116003"/>
                  </a:lnTo>
                  <a:lnTo>
                    <a:pt x="89845" y="114893"/>
                  </a:lnTo>
                  <a:lnTo>
                    <a:pt x="89527" y="113613"/>
                  </a:lnTo>
                  <a:lnTo>
                    <a:pt x="89237" y="112885"/>
                  </a:lnTo>
                  <a:lnTo>
                    <a:pt x="89034" y="112052"/>
                  </a:lnTo>
                  <a:lnTo>
                    <a:pt x="89107" y="111256"/>
                  </a:lnTo>
                  <a:lnTo>
                    <a:pt x="89512" y="110873"/>
                  </a:lnTo>
                  <a:lnTo>
                    <a:pt x="89889" y="110387"/>
                  </a:lnTo>
                  <a:lnTo>
                    <a:pt x="90019" y="109348"/>
                  </a:lnTo>
                  <a:lnTo>
                    <a:pt x="89787" y="108239"/>
                  </a:lnTo>
                  <a:lnTo>
                    <a:pt x="89121" y="107787"/>
                  </a:lnTo>
                  <a:lnTo>
                    <a:pt x="88571" y="107960"/>
                  </a:lnTo>
                  <a:lnTo>
                    <a:pt x="87774" y="107718"/>
                  </a:lnTo>
                  <a:lnTo>
                    <a:pt x="87007" y="107025"/>
                  </a:lnTo>
                  <a:lnTo>
                    <a:pt x="86501" y="106227"/>
                  </a:lnTo>
                  <a:lnTo>
                    <a:pt x="86110" y="105776"/>
                  </a:lnTo>
                  <a:lnTo>
                    <a:pt x="85805" y="105776"/>
                  </a:lnTo>
                  <a:lnTo>
                    <a:pt x="85443" y="105326"/>
                  </a:lnTo>
                  <a:lnTo>
                    <a:pt x="85226" y="104562"/>
                  </a:lnTo>
                  <a:lnTo>
                    <a:pt x="85255" y="103314"/>
                  </a:lnTo>
                  <a:lnTo>
                    <a:pt x="85356" y="102553"/>
                  </a:lnTo>
                  <a:lnTo>
                    <a:pt x="85559" y="101893"/>
                  </a:lnTo>
                  <a:lnTo>
                    <a:pt x="85573" y="101165"/>
                  </a:lnTo>
                  <a:lnTo>
                    <a:pt x="85487" y="100644"/>
                  </a:lnTo>
                  <a:lnTo>
                    <a:pt x="85473" y="100230"/>
                  </a:lnTo>
                  <a:lnTo>
                    <a:pt x="85530" y="99709"/>
                  </a:lnTo>
                  <a:lnTo>
                    <a:pt x="85661" y="98669"/>
                  </a:lnTo>
                  <a:lnTo>
                    <a:pt x="85443" y="97907"/>
                  </a:lnTo>
                  <a:lnTo>
                    <a:pt x="85421" y="95266"/>
                  </a:lnTo>
                  <a:lnTo>
                    <a:pt x="85378" y="90326"/>
                  </a:lnTo>
                  <a:lnTo>
                    <a:pt x="85346" y="86542"/>
                  </a:lnTo>
                  <a:lnTo>
                    <a:pt x="85306" y="81785"/>
                  </a:lnTo>
                  <a:lnTo>
                    <a:pt x="85282" y="78320"/>
                  </a:lnTo>
                  <a:lnTo>
                    <a:pt x="85250" y="73467"/>
                  </a:lnTo>
                  <a:lnTo>
                    <a:pt x="85219" y="68861"/>
                  </a:lnTo>
                  <a:lnTo>
                    <a:pt x="85170" y="64515"/>
                  </a:lnTo>
                  <a:lnTo>
                    <a:pt x="83590" y="62009"/>
                  </a:lnTo>
                  <a:lnTo>
                    <a:pt x="81592" y="58841"/>
                  </a:lnTo>
                  <a:lnTo>
                    <a:pt x="79880" y="56740"/>
                  </a:lnTo>
                  <a:lnTo>
                    <a:pt x="78950" y="56488"/>
                  </a:lnTo>
                  <a:lnTo>
                    <a:pt x="78368" y="56782"/>
                  </a:lnTo>
                  <a:lnTo>
                    <a:pt x="78135" y="57620"/>
                  </a:lnTo>
                  <a:lnTo>
                    <a:pt x="76858" y="58518"/>
                  </a:lnTo>
                  <a:lnTo>
                    <a:pt x="74536" y="59473"/>
                  </a:lnTo>
                  <a:lnTo>
                    <a:pt x="72560" y="60955"/>
                  </a:lnTo>
                  <a:lnTo>
                    <a:pt x="71836" y="60969"/>
                  </a:lnTo>
                  <a:lnTo>
                    <a:pt x="71221" y="60721"/>
                  </a:lnTo>
                  <a:lnTo>
                    <a:pt x="70408" y="59976"/>
                  </a:lnTo>
                  <a:lnTo>
                    <a:pt x="69847" y="58877"/>
                  </a:lnTo>
                  <a:lnTo>
                    <a:pt x="69653" y="56971"/>
                  </a:lnTo>
                  <a:lnTo>
                    <a:pt x="69827" y="54357"/>
                  </a:lnTo>
                  <a:lnTo>
                    <a:pt x="68641" y="53820"/>
                  </a:lnTo>
                  <a:lnTo>
                    <a:pt x="67449" y="53282"/>
                  </a:lnTo>
                  <a:lnTo>
                    <a:pt x="66718" y="55084"/>
                  </a:lnTo>
                  <a:lnTo>
                    <a:pt x="66018" y="56602"/>
                  </a:lnTo>
                  <a:lnTo>
                    <a:pt x="64628" y="59910"/>
                  </a:lnTo>
                  <a:lnTo>
                    <a:pt x="62675" y="64559"/>
                  </a:lnTo>
                  <a:lnTo>
                    <a:pt x="61592" y="67114"/>
                  </a:lnTo>
                  <a:lnTo>
                    <a:pt x="59689" y="71604"/>
                  </a:lnTo>
                  <a:lnTo>
                    <a:pt x="58011" y="75563"/>
                  </a:lnTo>
                  <a:lnTo>
                    <a:pt x="57635" y="79626"/>
                  </a:lnTo>
                  <a:lnTo>
                    <a:pt x="57277" y="83478"/>
                  </a:lnTo>
                  <a:lnTo>
                    <a:pt x="55889" y="86410"/>
                  </a:lnTo>
                  <a:lnTo>
                    <a:pt x="55043" y="89098"/>
                  </a:lnTo>
                  <a:lnTo>
                    <a:pt x="54665" y="92079"/>
                  </a:lnTo>
                  <a:lnTo>
                    <a:pt x="54349" y="94816"/>
                  </a:lnTo>
                  <a:lnTo>
                    <a:pt x="54325" y="97107"/>
                  </a:lnTo>
                  <a:lnTo>
                    <a:pt x="54563" y="98309"/>
                  </a:lnTo>
                  <a:lnTo>
                    <a:pt x="54451" y="99286"/>
                  </a:lnTo>
                  <a:lnTo>
                    <a:pt x="53992" y="100410"/>
                  </a:lnTo>
                  <a:lnTo>
                    <a:pt x="53073" y="102365"/>
                  </a:lnTo>
                  <a:lnTo>
                    <a:pt x="52910" y="104246"/>
                  </a:lnTo>
                  <a:lnTo>
                    <a:pt x="52349" y="105174"/>
                  </a:lnTo>
                  <a:lnTo>
                    <a:pt x="50747" y="107031"/>
                  </a:lnTo>
                  <a:lnTo>
                    <a:pt x="49441" y="109768"/>
                  </a:lnTo>
                  <a:lnTo>
                    <a:pt x="49377" y="111318"/>
                  </a:lnTo>
                  <a:lnTo>
                    <a:pt x="49566" y="112605"/>
                  </a:lnTo>
                  <a:lnTo>
                    <a:pt x="49594" y="113404"/>
                  </a:lnTo>
                  <a:lnTo>
                    <a:pt x="49334" y="113961"/>
                  </a:lnTo>
                  <a:lnTo>
                    <a:pt x="48811" y="113925"/>
                  </a:lnTo>
                  <a:lnTo>
                    <a:pt x="48245" y="114100"/>
                  </a:lnTo>
                  <a:lnTo>
                    <a:pt x="47768" y="115241"/>
                  </a:lnTo>
                  <a:lnTo>
                    <a:pt x="47780" y="116880"/>
                  </a:lnTo>
                  <a:lnTo>
                    <a:pt x="47432" y="118062"/>
                  </a:lnTo>
                  <a:lnTo>
                    <a:pt x="47025" y="118305"/>
                  </a:lnTo>
                  <a:lnTo>
                    <a:pt x="46677" y="117470"/>
                  </a:lnTo>
                  <a:lnTo>
                    <a:pt x="46258" y="116218"/>
                  </a:lnTo>
                  <a:lnTo>
                    <a:pt x="45768" y="116095"/>
                  </a:lnTo>
                  <a:lnTo>
                    <a:pt x="45023" y="116926"/>
                  </a:lnTo>
                  <a:lnTo>
                    <a:pt x="44105" y="118294"/>
                  </a:lnTo>
                  <a:lnTo>
                    <a:pt x="43279" y="118367"/>
                  </a:lnTo>
                  <a:lnTo>
                    <a:pt x="41728" y="117489"/>
                  </a:lnTo>
                  <a:lnTo>
                    <a:pt x="40596" y="120141"/>
                  </a:lnTo>
                  <a:lnTo>
                    <a:pt x="39380" y="125837"/>
                  </a:lnTo>
                  <a:lnTo>
                    <a:pt x="34246" y="125851"/>
                  </a:lnTo>
                  <a:lnTo>
                    <a:pt x="29111" y="125866"/>
                  </a:lnTo>
                  <a:lnTo>
                    <a:pt x="23975" y="125880"/>
                  </a:lnTo>
                  <a:lnTo>
                    <a:pt x="18841" y="125895"/>
                  </a:lnTo>
                  <a:lnTo>
                    <a:pt x="13706" y="125908"/>
                  </a:lnTo>
                  <a:lnTo>
                    <a:pt x="8571" y="125922"/>
                  </a:lnTo>
                  <a:lnTo>
                    <a:pt x="3436" y="125936"/>
                  </a:lnTo>
                  <a:lnTo>
                    <a:pt x="563" y="125945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4"/>
            <p:cNvSpPr/>
            <p:nvPr/>
          </p:nvSpPr>
          <p:spPr>
            <a:xfrm>
              <a:off x="1806347" y="2174944"/>
              <a:ext cx="2066" cy="3432"/>
            </a:xfrm>
            <a:custGeom>
              <a:avLst/>
              <a:pathLst>
                <a:path w="2066" h="3432">
                  <a:moveTo>
                    <a:pt x="1719" y="761"/>
                  </a:moveTo>
                  <a:lnTo>
                    <a:pt x="2066" y="3432"/>
                  </a:lnTo>
                  <a:lnTo>
                    <a:pt x="550" y="3003"/>
                  </a:lnTo>
                  <a:lnTo>
                    <a:pt x="22" y="2485"/>
                  </a:lnTo>
                  <a:lnTo>
                    <a:pt x="0" y="1203"/>
                  </a:lnTo>
                  <a:lnTo>
                    <a:pt x="282" y="0"/>
                  </a:lnTo>
                  <a:lnTo>
                    <a:pt x="1433" y="435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5"/>
            <p:cNvSpPr/>
            <p:nvPr/>
          </p:nvSpPr>
          <p:spPr>
            <a:xfrm>
              <a:off x="2687014" y="2167507"/>
              <a:ext cx="4021" cy="3999"/>
            </a:xfrm>
            <a:custGeom>
              <a:avLst/>
              <a:pathLst>
                <a:path w="4021" h="3999">
                  <a:moveTo>
                    <a:pt x="3815" y="1259"/>
                  </a:moveTo>
                  <a:lnTo>
                    <a:pt x="1911" y="2979"/>
                  </a:lnTo>
                  <a:lnTo>
                    <a:pt x="1477" y="3656"/>
                  </a:lnTo>
                  <a:lnTo>
                    <a:pt x="950" y="3999"/>
                  </a:lnTo>
                  <a:lnTo>
                    <a:pt x="556" y="3458"/>
                  </a:lnTo>
                  <a:lnTo>
                    <a:pt x="0" y="1637"/>
                  </a:lnTo>
                  <a:lnTo>
                    <a:pt x="100" y="1031"/>
                  </a:lnTo>
                  <a:lnTo>
                    <a:pt x="623" y="949"/>
                  </a:lnTo>
                  <a:lnTo>
                    <a:pt x="923" y="1190"/>
                  </a:lnTo>
                  <a:lnTo>
                    <a:pt x="998" y="1755"/>
                  </a:lnTo>
                  <a:lnTo>
                    <a:pt x="1227" y="2043"/>
                  </a:lnTo>
                  <a:lnTo>
                    <a:pt x="1609" y="2048"/>
                  </a:lnTo>
                  <a:lnTo>
                    <a:pt x="3021" y="278"/>
                  </a:lnTo>
                  <a:lnTo>
                    <a:pt x="3756" y="0"/>
                  </a:lnTo>
                  <a:lnTo>
                    <a:pt x="4021" y="340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6"/>
            <p:cNvSpPr/>
            <p:nvPr/>
          </p:nvSpPr>
          <p:spPr>
            <a:xfrm>
              <a:off x="2694107" y="2163970"/>
              <a:ext cx="3801" cy="4850"/>
            </a:xfrm>
            <a:custGeom>
              <a:avLst/>
              <a:pathLst>
                <a:path w="3801" h="4850">
                  <a:moveTo>
                    <a:pt x="2407" y="199"/>
                  </a:moveTo>
                  <a:lnTo>
                    <a:pt x="3317" y="2118"/>
                  </a:lnTo>
                  <a:lnTo>
                    <a:pt x="3801" y="2636"/>
                  </a:lnTo>
                  <a:lnTo>
                    <a:pt x="621" y="4713"/>
                  </a:lnTo>
                  <a:lnTo>
                    <a:pt x="241" y="4850"/>
                  </a:lnTo>
                  <a:lnTo>
                    <a:pt x="32" y="4604"/>
                  </a:lnTo>
                  <a:lnTo>
                    <a:pt x="0" y="2669"/>
                  </a:lnTo>
                  <a:lnTo>
                    <a:pt x="137" y="1173"/>
                  </a:lnTo>
                  <a:lnTo>
                    <a:pt x="367" y="950"/>
                  </a:lnTo>
                  <a:lnTo>
                    <a:pt x="1103" y="1851"/>
                  </a:lnTo>
                  <a:lnTo>
                    <a:pt x="1864" y="0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7"/>
            <p:cNvSpPr/>
            <p:nvPr/>
          </p:nvSpPr>
          <p:spPr>
            <a:xfrm>
              <a:off x="1825864" y="2163263"/>
              <a:ext cx="6294" cy="7823"/>
            </a:xfrm>
            <a:custGeom>
              <a:avLst/>
              <a:pathLst>
                <a:path w="6294" h="7823">
                  <a:moveTo>
                    <a:pt x="6122" y="7208"/>
                  </a:moveTo>
                  <a:lnTo>
                    <a:pt x="6294" y="7823"/>
                  </a:lnTo>
                  <a:lnTo>
                    <a:pt x="3548" y="5523"/>
                  </a:lnTo>
                  <a:lnTo>
                    <a:pt x="2377" y="4162"/>
                  </a:lnTo>
                  <a:lnTo>
                    <a:pt x="1923" y="3180"/>
                  </a:lnTo>
                  <a:lnTo>
                    <a:pt x="1629" y="2623"/>
                  </a:lnTo>
                  <a:lnTo>
                    <a:pt x="233" y="1164"/>
                  </a:lnTo>
                  <a:lnTo>
                    <a:pt x="0" y="495"/>
                  </a:lnTo>
                  <a:lnTo>
                    <a:pt x="327" y="0"/>
                  </a:lnTo>
                  <a:lnTo>
                    <a:pt x="1267" y="300"/>
                  </a:lnTo>
                  <a:lnTo>
                    <a:pt x="2818" y="1398"/>
                  </a:lnTo>
                  <a:lnTo>
                    <a:pt x="4204" y="3185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8"/>
            <p:cNvSpPr/>
            <p:nvPr/>
          </p:nvSpPr>
          <p:spPr>
            <a:xfrm>
              <a:off x="1797465" y="2160389"/>
              <a:ext cx="4016" cy="8007"/>
            </a:xfrm>
            <a:custGeom>
              <a:avLst/>
              <a:pathLst>
                <a:path w="4016" h="8007">
                  <a:moveTo>
                    <a:pt x="3825" y="7876"/>
                  </a:moveTo>
                  <a:lnTo>
                    <a:pt x="3342" y="8007"/>
                  </a:lnTo>
                  <a:lnTo>
                    <a:pt x="2564" y="7649"/>
                  </a:lnTo>
                  <a:lnTo>
                    <a:pt x="1691" y="6804"/>
                  </a:lnTo>
                  <a:lnTo>
                    <a:pt x="156" y="4547"/>
                  </a:lnTo>
                  <a:lnTo>
                    <a:pt x="0" y="4038"/>
                  </a:lnTo>
                  <a:lnTo>
                    <a:pt x="138" y="3601"/>
                  </a:lnTo>
                  <a:lnTo>
                    <a:pt x="572" y="3237"/>
                  </a:lnTo>
                  <a:lnTo>
                    <a:pt x="671" y="2643"/>
                  </a:lnTo>
                  <a:lnTo>
                    <a:pt x="313" y="1022"/>
                  </a:lnTo>
                  <a:lnTo>
                    <a:pt x="1544" y="0"/>
                  </a:lnTo>
                  <a:lnTo>
                    <a:pt x="2629" y="848"/>
                  </a:lnTo>
                  <a:lnTo>
                    <a:pt x="3123" y="1887"/>
                  </a:lnTo>
                  <a:lnTo>
                    <a:pt x="3718" y="3739"/>
                  </a:lnTo>
                  <a:lnTo>
                    <a:pt x="3986" y="5827"/>
                  </a:lnTo>
                  <a:lnTo>
                    <a:pt x="4016" y="7256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69"/>
            <p:cNvSpPr/>
            <p:nvPr/>
          </p:nvSpPr>
          <p:spPr>
            <a:xfrm>
              <a:off x="2568285" y="2158261"/>
              <a:ext cx="34416" cy="25568"/>
            </a:xfrm>
            <a:custGeom>
              <a:avLst/>
              <a:pathLst>
                <a:path w="34416" h="25568">
                  <a:moveTo>
                    <a:pt x="33121" y="25131"/>
                  </a:moveTo>
                  <a:lnTo>
                    <a:pt x="27957" y="25568"/>
                  </a:lnTo>
                  <a:lnTo>
                    <a:pt x="23847" y="23743"/>
                  </a:lnTo>
                  <a:lnTo>
                    <a:pt x="20799" y="22861"/>
                  </a:lnTo>
                  <a:lnTo>
                    <a:pt x="17814" y="21258"/>
                  </a:lnTo>
                  <a:lnTo>
                    <a:pt x="11344" y="16106"/>
                  </a:lnTo>
                  <a:lnTo>
                    <a:pt x="10603" y="14315"/>
                  </a:lnTo>
                  <a:lnTo>
                    <a:pt x="9982" y="12116"/>
                  </a:lnTo>
                  <a:lnTo>
                    <a:pt x="8743" y="10117"/>
                  </a:lnTo>
                  <a:lnTo>
                    <a:pt x="7407" y="8470"/>
                  </a:lnTo>
                  <a:lnTo>
                    <a:pt x="557" y="3446"/>
                  </a:lnTo>
                  <a:lnTo>
                    <a:pt x="0" y="1696"/>
                  </a:lnTo>
                  <a:lnTo>
                    <a:pt x="1385" y="545"/>
                  </a:lnTo>
                  <a:lnTo>
                    <a:pt x="2979" y="0"/>
                  </a:lnTo>
                  <a:lnTo>
                    <a:pt x="4365" y="80"/>
                  </a:lnTo>
                  <a:lnTo>
                    <a:pt x="8946" y="2043"/>
                  </a:lnTo>
                  <a:lnTo>
                    <a:pt x="14724" y="3768"/>
                  </a:lnTo>
                  <a:lnTo>
                    <a:pt x="17231" y="5072"/>
                  </a:lnTo>
                  <a:lnTo>
                    <a:pt x="20072" y="7059"/>
                  </a:lnTo>
                  <a:lnTo>
                    <a:pt x="22850" y="9469"/>
                  </a:lnTo>
                  <a:lnTo>
                    <a:pt x="29025" y="15876"/>
                  </a:lnTo>
                  <a:lnTo>
                    <a:pt x="30135" y="16387"/>
                  </a:lnTo>
                  <a:lnTo>
                    <a:pt x="32923" y="19527"/>
                  </a:lnTo>
                  <a:lnTo>
                    <a:pt x="33926" y="21884"/>
                  </a:lnTo>
                  <a:lnTo>
                    <a:pt x="34416" y="23797"/>
                  </a:lnTo>
                  <a:lnTo>
                    <a:pt x="33807" y="24780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0"/>
            <p:cNvSpPr/>
            <p:nvPr/>
          </p:nvSpPr>
          <p:spPr>
            <a:xfrm>
              <a:off x="1821223" y="2150201"/>
              <a:ext cx="1462" cy="5803"/>
            </a:xfrm>
            <a:custGeom>
              <a:avLst/>
              <a:pathLst>
                <a:path w="1462" h="5803">
                  <a:moveTo>
                    <a:pt x="595" y="5542"/>
                  </a:moveTo>
                  <a:lnTo>
                    <a:pt x="301" y="5803"/>
                  </a:lnTo>
                  <a:lnTo>
                    <a:pt x="0" y="2454"/>
                  </a:lnTo>
                  <a:lnTo>
                    <a:pt x="374" y="1239"/>
                  </a:lnTo>
                  <a:lnTo>
                    <a:pt x="480" y="629"/>
                  </a:lnTo>
                  <a:lnTo>
                    <a:pt x="433" y="0"/>
                  </a:lnTo>
                  <a:lnTo>
                    <a:pt x="1087" y="1513"/>
                  </a:lnTo>
                  <a:lnTo>
                    <a:pt x="1352" y="2529"/>
                  </a:lnTo>
                  <a:lnTo>
                    <a:pt x="1462" y="3934"/>
                  </a:lnTo>
                  <a:lnTo>
                    <a:pt x="1450" y="4309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1"/>
            <p:cNvSpPr/>
            <p:nvPr/>
          </p:nvSpPr>
          <p:spPr>
            <a:xfrm>
              <a:off x="1817120" y="2144271"/>
              <a:ext cx="3509" cy="11036"/>
            </a:xfrm>
            <a:custGeom>
              <a:avLst/>
              <a:pathLst>
                <a:path w="3509" h="11036">
                  <a:moveTo>
                    <a:pt x="2151" y="9476"/>
                  </a:moveTo>
                  <a:lnTo>
                    <a:pt x="2015" y="11036"/>
                  </a:lnTo>
                  <a:lnTo>
                    <a:pt x="1220" y="8503"/>
                  </a:lnTo>
                  <a:lnTo>
                    <a:pt x="0" y="3141"/>
                  </a:lnTo>
                  <a:lnTo>
                    <a:pt x="162" y="1887"/>
                  </a:lnTo>
                  <a:lnTo>
                    <a:pt x="706" y="111"/>
                  </a:lnTo>
                  <a:lnTo>
                    <a:pt x="1203" y="0"/>
                  </a:lnTo>
                  <a:lnTo>
                    <a:pt x="2004" y="829"/>
                  </a:lnTo>
                  <a:lnTo>
                    <a:pt x="2701" y="2308"/>
                  </a:lnTo>
                  <a:lnTo>
                    <a:pt x="2862" y="2882"/>
                  </a:lnTo>
                  <a:lnTo>
                    <a:pt x="3295" y="4433"/>
                  </a:lnTo>
                  <a:lnTo>
                    <a:pt x="3509" y="5826"/>
                  </a:lnTo>
                  <a:lnTo>
                    <a:pt x="3029" y="7515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2"/>
            <p:cNvSpPr/>
            <p:nvPr/>
          </p:nvSpPr>
          <p:spPr>
            <a:xfrm>
              <a:off x="2677509" y="2132942"/>
              <a:ext cx="2031" cy="2734"/>
            </a:xfrm>
            <a:custGeom>
              <a:avLst/>
              <a:pathLst>
                <a:path w="2031" h="2734">
                  <a:moveTo>
                    <a:pt x="1206" y="2409"/>
                  </a:moveTo>
                  <a:lnTo>
                    <a:pt x="792" y="2734"/>
                  </a:lnTo>
                  <a:lnTo>
                    <a:pt x="408" y="2724"/>
                  </a:lnTo>
                  <a:lnTo>
                    <a:pt x="56" y="2376"/>
                  </a:lnTo>
                  <a:lnTo>
                    <a:pt x="0" y="1803"/>
                  </a:lnTo>
                  <a:lnTo>
                    <a:pt x="362" y="605"/>
                  </a:lnTo>
                  <a:lnTo>
                    <a:pt x="1316" y="0"/>
                  </a:lnTo>
                  <a:lnTo>
                    <a:pt x="2031" y="142"/>
                  </a:lnTo>
                  <a:lnTo>
                    <a:pt x="1988" y="747"/>
                  </a:lnTo>
                  <a:lnTo>
                    <a:pt x="1605" y="1745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3"/>
            <p:cNvSpPr/>
            <p:nvPr/>
          </p:nvSpPr>
          <p:spPr>
            <a:xfrm>
              <a:off x="1780206" y="2131189"/>
              <a:ext cx="62514" cy="74987"/>
            </a:xfrm>
            <a:custGeom>
              <a:avLst/>
              <a:pathLst>
                <a:path w="62514" h="74987">
                  <a:moveTo>
                    <a:pt x="14222" y="6505"/>
                  </a:moveTo>
                  <a:lnTo>
                    <a:pt x="20348" y="10194"/>
                  </a:lnTo>
                  <a:lnTo>
                    <a:pt x="26481" y="12017"/>
                  </a:lnTo>
                  <a:lnTo>
                    <a:pt x="30982" y="14175"/>
                  </a:lnTo>
                  <a:lnTo>
                    <a:pt x="33745" y="14833"/>
                  </a:lnTo>
                  <a:lnTo>
                    <a:pt x="34743" y="15308"/>
                  </a:lnTo>
                  <a:lnTo>
                    <a:pt x="35388" y="16067"/>
                  </a:lnTo>
                  <a:lnTo>
                    <a:pt x="36148" y="17903"/>
                  </a:lnTo>
                  <a:lnTo>
                    <a:pt x="37462" y="22275"/>
                  </a:lnTo>
                  <a:lnTo>
                    <a:pt x="38459" y="25067"/>
                  </a:lnTo>
                  <a:lnTo>
                    <a:pt x="40517" y="29914"/>
                  </a:lnTo>
                  <a:lnTo>
                    <a:pt x="42143" y="33357"/>
                  </a:lnTo>
                  <a:lnTo>
                    <a:pt x="42513" y="34725"/>
                  </a:lnTo>
                  <a:lnTo>
                    <a:pt x="42170" y="35166"/>
                  </a:lnTo>
                  <a:lnTo>
                    <a:pt x="42192" y="35972"/>
                  </a:lnTo>
                  <a:lnTo>
                    <a:pt x="43427" y="39314"/>
                  </a:lnTo>
                  <a:lnTo>
                    <a:pt x="45744" y="42310"/>
                  </a:lnTo>
                  <a:lnTo>
                    <a:pt x="47557" y="43740"/>
                  </a:lnTo>
                  <a:lnTo>
                    <a:pt x="51383" y="46095"/>
                  </a:lnTo>
                  <a:lnTo>
                    <a:pt x="53728" y="48357"/>
                  </a:lnTo>
                  <a:lnTo>
                    <a:pt x="54452" y="49930"/>
                  </a:lnTo>
                  <a:lnTo>
                    <a:pt x="55472" y="51455"/>
                  </a:lnTo>
                  <a:lnTo>
                    <a:pt x="55897" y="52510"/>
                  </a:lnTo>
                  <a:lnTo>
                    <a:pt x="56733" y="56418"/>
                  </a:lnTo>
                  <a:lnTo>
                    <a:pt x="58285" y="60177"/>
                  </a:lnTo>
                  <a:lnTo>
                    <a:pt x="59883" y="67326"/>
                  </a:lnTo>
                  <a:lnTo>
                    <a:pt x="60181" y="66729"/>
                  </a:lnTo>
                  <a:lnTo>
                    <a:pt x="60365" y="64598"/>
                  </a:lnTo>
                  <a:lnTo>
                    <a:pt x="60549" y="64123"/>
                  </a:lnTo>
                  <a:lnTo>
                    <a:pt x="60889" y="63895"/>
                  </a:lnTo>
                  <a:lnTo>
                    <a:pt x="61205" y="64722"/>
                  </a:lnTo>
                  <a:lnTo>
                    <a:pt x="61496" y="66606"/>
                  </a:lnTo>
                  <a:lnTo>
                    <a:pt x="62514" y="71076"/>
                  </a:lnTo>
                  <a:lnTo>
                    <a:pt x="62183" y="72380"/>
                  </a:lnTo>
                  <a:lnTo>
                    <a:pt x="61888" y="72514"/>
                  </a:lnTo>
                  <a:lnTo>
                    <a:pt x="60514" y="71901"/>
                  </a:lnTo>
                  <a:lnTo>
                    <a:pt x="60037" y="72703"/>
                  </a:lnTo>
                  <a:lnTo>
                    <a:pt x="59396" y="74332"/>
                  </a:lnTo>
                  <a:lnTo>
                    <a:pt x="58944" y="74987"/>
                  </a:lnTo>
                  <a:lnTo>
                    <a:pt x="58679" y="74670"/>
                  </a:lnTo>
                  <a:lnTo>
                    <a:pt x="54701" y="73103"/>
                  </a:lnTo>
                  <a:lnTo>
                    <a:pt x="52254" y="71630"/>
                  </a:lnTo>
                  <a:lnTo>
                    <a:pt x="49034" y="69301"/>
                  </a:lnTo>
                  <a:lnTo>
                    <a:pt x="45169" y="66876"/>
                  </a:lnTo>
                  <a:lnTo>
                    <a:pt x="42962" y="65212"/>
                  </a:lnTo>
                  <a:lnTo>
                    <a:pt x="41124" y="63502"/>
                  </a:lnTo>
                  <a:lnTo>
                    <a:pt x="39847" y="62045"/>
                  </a:lnTo>
                  <a:lnTo>
                    <a:pt x="39606" y="60809"/>
                  </a:lnTo>
                  <a:lnTo>
                    <a:pt x="39662" y="60224"/>
                  </a:lnTo>
                  <a:lnTo>
                    <a:pt x="42142" y="56267"/>
                  </a:lnTo>
                  <a:lnTo>
                    <a:pt x="43192" y="54141"/>
                  </a:lnTo>
                  <a:lnTo>
                    <a:pt x="43594" y="52515"/>
                  </a:lnTo>
                  <a:lnTo>
                    <a:pt x="43802" y="50794"/>
                  </a:lnTo>
                  <a:lnTo>
                    <a:pt x="43648" y="48693"/>
                  </a:lnTo>
                  <a:lnTo>
                    <a:pt x="43549" y="48856"/>
                  </a:lnTo>
                  <a:lnTo>
                    <a:pt x="43327" y="50868"/>
                  </a:lnTo>
                  <a:lnTo>
                    <a:pt x="42962" y="52657"/>
                  </a:lnTo>
                  <a:lnTo>
                    <a:pt x="42516" y="54061"/>
                  </a:lnTo>
                  <a:lnTo>
                    <a:pt x="42233" y="54557"/>
                  </a:lnTo>
                  <a:lnTo>
                    <a:pt x="39261" y="55242"/>
                  </a:lnTo>
                  <a:lnTo>
                    <a:pt x="36861" y="55029"/>
                  </a:lnTo>
                  <a:lnTo>
                    <a:pt x="35657" y="56718"/>
                  </a:lnTo>
                  <a:lnTo>
                    <a:pt x="35297" y="56933"/>
                  </a:lnTo>
                  <a:lnTo>
                    <a:pt x="34635" y="56371"/>
                  </a:lnTo>
                  <a:lnTo>
                    <a:pt x="33186" y="54115"/>
                  </a:lnTo>
                  <a:lnTo>
                    <a:pt x="31113" y="52263"/>
                  </a:lnTo>
                  <a:lnTo>
                    <a:pt x="31317" y="51808"/>
                  </a:lnTo>
                  <a:lnTo>
                    <a:pt x="32670" y="50863"/>
                  </a:lnTo>
                  <a:lnTo>
                    <a:pt x="33387" y="49487"/>
                  </a:lnTo>
                  <a:lnTo>
                    <a:pt x="33259" y="49268"/>
                  </a:lnTo>
                  <a:lnTo>
                    <a:pt x="32776" y="49351"/>
                  </a:lnTo>
                  <a:lnTo>
                    <a:pt x="32353" y="49071"/>
                  </a:lnTo>
                  <a:lnTo>
                    <a:pt x="31509" y="47288"/>
                  </a:lnTo>
                  <a:lnTo>
                    <a:pt x="31027" y="46802"/>
                  </a:lnTo>
                  <a:lnTo>
                    <a:pt x="30004" y="47604"/>
                  </a:lnTo>
                  <a:lnTo>
                    <a:pt x="29593" y="47647"/>
                  </a:lnTo>
                  <a:lnTo>
                    <a:pt x="29196" y="46470"/>
                  </a:lnTo>
                  <a:lnTo>
                    <a:pt x="29766" y="43755"/>
                  </a:lnTo>
                  <a:lnTo>
                    <a:pt x="29794" y="43114"/>
                  </a:lnTo>
                  <a:lnTo>
                    <a:pt x="28746" y="44102"/>
                  </a:lnTo>
                  <a:lnTo>
                    <a:pt x="28400" y="43778"/>
                  </a:lnTo>
                  <a:lnTo>
                    <a:pt x="28073" y="42897"/>
                  </a:lnTo>
                  <a:lnTo>
                    <a:pt x="27765" y="42528"/>
                  </a:lnTo>
                  <a:lnTo>
                    <a:pt x="26913" y="42709"/>
                  </a:lnTo>
                  <a:lnTo>
                    <a:pt x="25991" y="41896"/>
                  </a:lnTo>
                  <a:lnTo>
                    <a:pt x="25669" y="42215"/>
                  </a:lnTo>
                  <a:lnTo>
                    <a:pt x="25546" y="43388"/>
                  </a:lnTo>
                  <a:lnTo>
                    <a:pt x="25239" y="43688"/>
                  </a:lnTo>
                  <a:lnTo>
                    <a:pt x="23831" y="41709"/>
                  </a:lnTo>
                  <a:lnTo>
                    <a:pt x="23511" y="41647"/>
                  </a:lnTo>
                  <a:lnTo>
                    <a:pt x="22829" y="43159"/>
                  </a:lnTo>
                  <a:lnTo>
                    <a:pt x="22591" y="43252"/>
                  </a:lnTo>
                  <a:lnTo>
                    <a:pt x="22228" y="42597"/>
                  </a:lnTo>
                  <a:lnTo>
                    <a:pt x="22041" y="38924"/>
                  </a:lnTo>
                  <a:lnTo>
                    <a:pt x="22118" y="37879"/>
                  </a:lnTo>
                  <a:lnTo>
                    <a:pt x="22310" y="37529"/>
                  </a:lnTo>
                  <a:lnTo>
                    <a:pt x="23533" y="36678"/>
                  </a:lnTo>
                  <a:lnTo>
                    <a:pt x="27049" y="35766"/>
                  </a:lnTo>
                  <a:lnTo>
                    <a:pt x="27342" y="35111"/>
                  </a:lnTo>
                  <a:lnTo>
                    <a:pt x="24708" y="35450"/>
                  </a:lnTo>
                  <a:lnTo>
                    <a:pt x="24022" y="34950"/>
                  </a:lnTo>
                  <a:lnTo>
                    <a:pt x="23286" y="33695"/>
                  </a:lnTo>
                  <a:lnTo>
                    <a:pt x="22515" y="33714"/>
                  </a:lnTo>
                  <a:lnTo>
                    <a:pt x="22108" y="33306"/>
                  </a:lnTo>
                  <a:lnTo>
                    <a:pt x="21681" y="32398"/>
                  </a:lnTo>
                  <a:lnTo>
                    <a:pt x="20567" y="29078"/>
                  </a:lnTo>
                  <a:lnTo>
                    <a:pt x="19808" y="28237"/>
                  </a:lnTo>
                  <a:lnTo>
                    <a:pt x="18516" y="27709"/>
                  </a:lnTo>
                  <a:lnTo>
                    <a:pt x="17850" y="27078"/>
                  </a:lnTo>
                  <a:lnTo>
                    <a:pt x="17569" y="27357"/>
                  </a:lnTo>
                  <a:lnTo>
                    <a:pt x="17299" y="28303"/>
                  </a:lnTo>
                  <a:lnTo>
                    <a:pt x="16940" y="28891"/>
                  </a:lnTo>
                  <a:lnTo>
                    <a:pt x="16056" y="29224"/>
                  </a:lnTo>
                  <a:lnTo>
                    <a:pt x="15247" y="28981"/>
                  </a:lnTo>
                  <a:lnTo>
                    <a:pt x="14614" y="28074"/>
                  </a:lnTo>
                  <a:lnTo>
                    <a:pt x="14240" y="26930"/>
                  </a:lnTo>
                  <a:lnTo>
                    <a:pt x="14096" y="25651"/>
                  </a:lnTo>
                  <a:lnTo>
                    <a:pt x="14447" y="23942"/>
                  </a:lnTo>
                  <a:lnTo>
                    <a:pt x="14440" y="23267"/>
                  </a:lnTo>
                  <a:lnTo>
                    <a:pt x="14284" y="22476"/>
                  </a:lnTo>
                  <a:lnTo>
                    <a:pt x="13996" y="21838"/>
                  </a:lnTo>
                  <a:lnTo>
                    <a:pt x="13575" y="21350"/>
                  </a:lnTo>
                  <a:lnTo>
                    <a:pt x="13345" y="21606"/>
                  </a:lnTo>
                  <a:lnTo>
                    <a:pt x="13306" y="22604"/>
                  </a:lnTo>
                  <a:lnTo>
                    <a:pt x="13078" y="23334"/>
                  </a:lnTo>
                  <a:lnTo>
                    <a:pt x="12345" y="23893"/>
                  </a:lnTo>
                  <a:lnTo>
                    <a:pt x="11747" y="22916"/>
                  </a:lnTo>
                  <a:lnTo>
                    <a:pt x="11354" y="21561"/>
                  </a:lnTo>
                  <a:lnTo>
                    <a:pt x="10893" y="20599"/>
                  </a:lnTo>
                  <a:lnTo>
                    <a:pt x="8329" y="20602"/>
                  </a:lnTo>
                  <a:lnTo>
                    <a:pt x="7150" y="21848"/>
                  </a:lnTo>
                  <a:lnTo>
                    <a:pt x="6584" y="21949"/>
                  </a:lnTo>
                  <a:lnTo>
                    <a:pt x="5996" y="21653"/>
                  </a:lnTo>
                  <a:lnTo>
                    <a:pt x="5884" y="20993"/>
                  </a:lnTo>
                  <a:lnTo>
                    <a:pt x="6437" y="19180"/>
                  </a:lnTo>
                  <a:lnTo>
                    <a:pt x="6302" y="16764"/>
                  </a:lnTo>
                  <a:lnTo>
                    <a:pt x="6158" y="16158"/>
                  </a:lnTo>
                  <a:lnTo>
                    <a:pt x="4975" y="15788"/>
                  </a:lnTo>
                  <a:lnTo>
                    <a:pt x="4775" y="15204"/>
                  </a:lnTo>
                  <a:lnTo>
                    <a:pt x="5479" y="12272"/>
                  </a:lnTo>
                  <a:lnTo>
                    <a:pt x="5872" y="11718"/>
                  </a:lnTo>
                  <a:lnTo>
                    <a:pt x="6396" y="11509"/>
                  </a:lnTo>
                  <a:lnTo>
                    <a:pt x="8742" y="11271"/>
                  </a:lnTo>
                  <a:lnTo>
                    <a:pt x="9523" y="11689"/>
                  </a:lnTo>
                  <a:lnTo>
                    <a:pt x="10653" y="13471"/>
                  </a:lnTo>
                  <a:lnTo>
                    <a:pt x="10618" y="12800"/>
                  </a:lnTo>
                  <a:lnTo>
                    <a:pt x="10191" y="10779"/>
                  </a:lnTo>
                  <a:lnTo>
                    <a:pt x="10129" y="9567"/>
                  </a:lnTo>
                  <a:lnTo>
                    <a:pt x="10908" y="8198"/>
                  </a:lnTo>
                  <a:lnTo>
                    <a:pt x="10164" y="7797"/>
                  </a:lnTo>
                  <a:lnTo>
                    <a:pt x="7384" y="7480"/>
                  </a:lnTo>
                  <a:lnTo>
                    <a:pt x="7406" y="8356"/>
                  </a:lnTo>
                  <a:lnTo>
                    <a:pt x="7635" y="9597"/>
                  </a:lnTo>
                  <a:lnTo>
                    <a:pt x="5987" y="10686"/>
                  </a:lnTo>
                  <a:lnTo>
                    <a:pt x="4765" y="10871"/>
                  </a:lnTo>
                  <a:lnTo>
                    <a:pt x="3597" y="10698"/>
                  </a:lnTo>
                  <a:lnTo>
                    <a:pt x="2643" y="10046"/>
                  </a:lnTo>
                  <a:lnTo>
                    <a:pt x="1017" y="7424"/>
                  </a:lnTo>
                  <a:lnTo>
                    <a:pt x="0" y="4844"/>
                  </a:lnTo>
                  <a:lnTo>
                    <a:pt x="47" y="3436"/>
                  </a:lnTo>
                  <a:lnTo>
                    <a:pt x="605" y="1962"/>
                  </a:lnTo>
                  <a:lnTo>
                    <a:pt x="1336" y="956"/>
                  </a:lnTo>
                  <a:lnTo>
                    <a:pt x="3067" y="82"/>
                  </a:lnTo>
                  <a:lnTo>
                    <a:pt x="5328" y="0"/>
                  </a:lnTo>
                  <a:lnTo>
                    <a:pt x="7858" y="1175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4"/>
            <p:cNvSpPr/>
            <p:nvPr/>
          </p:nvSpPr>
          <p:spPr>
            <a:xfrm>
              <a:off x="2631499" y="2109446"/>
              <a:ext cx="82784" cy="146803"/>
            </a:xfrm>
            <a:custGeom>
              <a:avLst/>
              <a:pathLst>
                <a:path w="82784" h="146803">
                  <a:moveTo>
                    <a:pt x="48170" y="1768"/>
                  </a:moveTo>
                  <a:lnTo>
                    <a:pt x="47261" y="4710"/>
                  </a:lnTo>
                  <a:lnTo>
                    <a:pt x="46632" y="6140"/>
                  </a:lnTo>
                  <a:lnTo>
                    <a:pt x="46047" y="6603"/>
                  </a:lnTo>
                  <a:lnTo>
                    <a:pt x="44814" y="7023"/>
                  </a:lnTo>
                  <a:lnTo>
                    <a:pt x="42217" y="7486"/>
                  </a:lnTo>
                  <a:lnTo>
                    <a:pt x="41107" y="7919"/>
                  </a:lnTo>
                  <a:lnTo>
                    <a:pt x="40949" y="9884"/>
                  </a:lnTo>
                  <a:lnTo>
                    <a:pt x="41113" y="10917"/>
                  </a:lnTo>
                  <a:lnTo>
                    <a:pt x="41492" y="11734"/>
                  </a:lnTo>
                  <a:lnTo>
                    <a:pt x="41974" y="11966"/>
                  </a:lnTo>
                  <a:lnTo>
                    <a:pt x="43052" y="11479"/>
                  </a:lnTo>
                  <a:lnTo>
                    <a:pt x="43452" y="11562"/>
                  </a:lnTo>
                  <a:lnTo>
                    <a:pt x="43773" y="11973"/>
                  </a:lnTo>
                  <a:lnTo>
                    <a:pt x="44014" y="12712"/>
                  </a:lnTo>
                  <a:lnTo>
                    <a:pt x="44140" y="13738"/>
                  </a:lnTo>
                  <a:lnTo>
                    <a:pt x="44147" y="15050"/>
                  </a:lnTo>
                  <a:lnTo>
                    <a:pt x="43959" y="16638"/>
                  </a:lnTo>
                  <a:lnTo>
                    <a:pt x="43078" y="20359"/>
                  </a:lnTo>
                  <a:lnTo>
                    <a:pt x="41960" y="22418"/>
                  </a:lnTo>
                  <a:lnTo>
                    <a:pt x="40527" y="24095"/>
                  </a:lnTo>
                  <a:lnTo>
                    <a:pt x="40176" y="24735"/>
                  </a:lnTo>
                  <a:lnTo>
                    <a:pt x="39995" y="25488"/>
                  </a:lnTo>
                  <a:lnTo>
                    <a:pt x="39817" y="27936"/>
                  </a:lnTo>
                  <a:lnTo>
                    <a:pt x="39075" y="29892"/>
                  </a:lnTo>
                  <a:lnTo>
                    <a:pt x="36772" y="34849"/>
                  </a:lnTo>
                  <a:lnTo>
                    <a:pt x="35884" y="35942"/>
                  </a:lnTo>
                  <a:lnTo>
                    <a:pt x="35879" y="36815"/>
                  </a:lnTo>
                  <a:lnTo>
                    <a:pt x="35519" y="39168"/>
                  </a:lnTo>
                  <a:lnTo>
                    <a:pt x="34835" y="41062"/>
                  </a:lnTo>
                  <a:lnTo>
                    <a:pt x="32927" y="45408"/>
                  </a:lnTo>
                  <a:lnTo>
                    <a:pt x="32454" y="46943"/>
                  </a:lnTo>
                  <a:lnTo>
                    <a:pt x="32242" y="48160"/>
                  </a:lnTo>
                  <a:lnTo>
                    <a:pt x="32271" y="49875"/>
                  </a:lnTo>
                  <a:lnTo>
                    <a:pt x="32185" y="50631"/>
                  </a:lnTo>
                  <a:lnTo>
                    <a:pt x="31749" y="52084"/>
                  </a:lnTo>
                  <a:lnTo>
                    <a:pt x="31139" y="53443"/>
                  </a:lnTo>
                  <a:lnTo>
                    <a:pt x="31019" y="54105"/>
                  </a:lnTo>
                  <a:lnTo>
                    <a:pt x="31259" y="55309"/>
                  </a:lnTo>
                  <a:lnTo>
                    <a:pt x="31505" y="55729"/>
                  </a:lnTo>
                  <a:lnTo>
                    <a:pt x="31534" y="56824"/>
                  </a:lnTo>
                  <a:lnTo>
                    <a:pt x="31346" y="58593"/>
                  </a:lnTo>
                  <a:lnTo>
                    <a:pt x="32152" y="57466"/>
                  </a:lnTo>
                  <a:lnTo>
                    <a:pt x="33956" y="53445"/>
                  </a:lnTo>
                  <a:lnTo>
                    <a:pt x="35310" y="51024"/>
                  </a:lnTo>
                  <a:lnTo>
                    <a:pt x="36215" y="50203"/>
                  </a:lnTo>
                  <a:lnTo>
                    <a:pt x="36846" y="49130"/>
                  </a:lnTo>
                  <a:lnTo>
                    <a:pt x="37520" y="46764"/>
                  </a:lnTo>
                  <a:lnTo>
                    <a:pt x="38442" y="44509"/>
                  </a:lnTo>
                  <a:lnTo>
                    <a:pt x="39277" y="43773"/>
                  </a:lnTo>
                  <a:lnTo>
                    <a:pt x="39660" y="44206"/>
                  </a:lnTo>
                  <a:lnTo>
                    <a:pt x="39983" y="45314"/>
                  </a:lnTo>
                  <a:lnTo>
                    <a:pt x="39918" y="46724"/>
                  </a:lnTo>
                  <a:lnTo>
                    <a:pt x="39465" y="48434"/>
                  </a:lnTo>
                  <a:lnTo>
                    <a:pt x="39501" y="48940"/>
                  </a:lnTo>
                  <a:lnTo>
                    <a:pt x="40565" y="47685"/>
                  </a:lnTo>
                  <a:lnTo>
                    <a:pt x="42392" y="46646"/>
                  </a:lnTo>
                  <a:lnTo>
                    <a:pt x="43054" y="46783"/>
                  </a:lnTo>
                  <a:lnTo>
                    <a:pt x="44394" y="48340"/>
                  </a:lnTo>
                  <a:lnTo>
                    <a:pt x="45508" y="48160"/>
                  </a:lnTo>
                  <a:lnTo>
                    <a:pt x="47290" y="47255"/>
                  </a:lnTo>
                  <a:lnTo>
                    <a:pt x="47625" y="47669"/>
                  </a:lnTo>
                  <a:lnTo>
                    <a:pt x="47328" y="49040"/>
                  </a:lnTo>
                  <a:lnTo>
                    <a:pt x="46628" y="50351"/>
                  </a:lnTo>
                  <a:lnTo>
                    <a:pt x="44975" y="52224"/>
                  </a:lnTo>
                  <a:lnTo>
                    <a:pt x="40997" y="55897"/>
                  </a:lnTo>
                  <a:lnTo>
                    <a:pt x="39761" y="58425"/>
                  </a:lnTo>
                  <a:lnTo>
                    <a:pt x="39995" y="58349"/>
                  </a:lnTo>
                  <a:lnTo>
                    <a:pt x="40854" y="57265"/>
                  </a:lnTo>
                  <a:lnTo>
                    <a:pt x="41756" y="56682"/>
                  </a:lnTo>
                  <a:lnTo>
                    <a:pt x="42702" y="56602"/>
                  </a:lnTo>
                  <a:lnTo>
                    <a:pt x="43097" y="56917"/>
                  </a:lnTo>
                  <a:lnTo>
                    <a:pt x="42943" y="57633"/>
                  </a:lnTo>
                  <a:lnTo>
                    <a:pt x="42823" y="59574"/>
                  </a:lnTo>
                  <a:lnTo>
                    <a:pt x="40414" y="63365"/>
                  </a:lnTo>
                  <a:lnTo>
                    <a:pt x="40982" y="63221"/>
                  </a:lnTo>
                  <a:lnTo>
                    <a:pt x="43771" y="61494"/>
                  </a:lnTo>
                  <a:lnTo>
                    <a:pt x="45463" y="63878"/>
                  </a:lnTo>
                  <a:lnTo>
                    <a:pt x="47787" y="63054"/>
                  </a:lnTo>
                  <a:lnTo>
                    <a:pt x="49192" y="62249"/>
                  </a:lnTo>
                  <a:lnTo>
                    <a:pt x="49152" y="62746"/>
                  </a:lnTo>
                  <a:lnTo>
                    <a:pt x="49456" y="63787"/>
                  </a:lnTo>
                  <a:lnTo>
                    <a:pt x="49446" y="65466"/>
                  </a:lnTo>
                  <a:lnTo>
                    <a:pt x="49588" y="65701"/>
                  </a:lnTo>
                  <a:lnTo>
                    <a:pt x="50253" y="65139"/>
                  </a:lnTo>
                  <a:lnTo>
                    <a:pt x="50373" y="64524"/>
                  </a:lnTo>
                  <a:lnTo>
                    <a:pt x="50338" y="61537"/>
                  </a:lnTo>
                  <a:lnTo>
                    <a:pt x="50544" y="61239"/>
                  </a:lnTo>
                  <a:lnTo>
                    <a:pt x="50998" y="61705"/>
                  </a:lnTo>
                  <a:lnTo>
                    <a:pt x="51276" y="62477"/>
                  </a:lnTo>
                  <a:lnTo>
                    <a:pt x="51359" y="64650"/>
                  </a:lnTo>
                  <a:lnTo>
                    <a:pt x="51054" y="66831"/>
                  </a:lnTo>
                  <a:lnTo>
                    <a:pt x="50631" y="68831"/>
                  </a:lnTo>
                  <a:lnTo>
                    <a:pt x="49605" y="71753"/>
                  </a:lnTo>
                  <a:lnTo>
                    <a:pt x="49735" y="73009"/>
                  </a:lnTo>
                  <a:lnTo>
                    <a:pt x="49473" y="74373"/>
                  </a:lnTo>
                  <a:lnTo>
                    <a:pt x="49700" y="74419"/>
                  </a:lnTo>
                  <a:lnTo>
                    <a:pt x="50717" y="73148"/>
                  </a:lnTo>
                  <a:lnTo>
                    <a:pt x="50778" y="72626"/>
                  </a:lnTo>
                  <a:lnTo>
                    <a:pt x="50699" y="71412"/>
                  </a:lnTo>
                  <a:lnTo>
                    <a:pt x="50813" y="70816"/>
                  </a:lnTo>
                  <a:lnTo>
                    <a:pt x="51657" y="69497"/>
                  </a:lnTo>
                  <a:lnTo>
                    <a:pt x="53051" y="67933"/>
                  </a:lnTo>
                  <a:lnTo>
                    <a:pt x="53508" y="67697"/>
                  </a:lnTo>
                  <a:lnTo>
                    <a:pt x="53702" y="68062"/>
                  </a:lnTo>
                  <a:lnTo>
                    <a:pt x="53634" y="69027"/>
                  </a:lnTo>
                  <a:lnTo>
                    <a:pt x="54045" y="68798"/>
                  </a:lnTo>
                  <a:lnTo>
                    <a:pt x="54935" y="67375"/>
                  </a:lnTo>
                  <a:lnTo>
                    <a:pt x="55760" y="66514"/>
                  </a:lnTo>
                  <a:lnTo>
                    <a:pt x="56522" y="66216"/>
                  </a:lnTo>
                  <a:lnTo>
                    <a:pt x="57315" y="65238"/>
                  </a:lnTo>
                  <a:lnTo>
                    <a:pt x="58139" y="63585"/>
                  </a:lnTo>
                  <a:lnTo>
                    <a:pt x="59025" y="62217"/>
                  </a:lnTo>
                  <a:lnTo>
                    <a:pt x="59974" y="61138"/>
                  </a:lnTo>
                  <a:lnTo>
                    <a:pt x="60381" y="61066"/>
                  </a:lnTo>
                  <a:lnTo>
                    <a:pt x="60240" y="62852"/>
                  </a:lnTo>
                  <a:lnTo>
                    <a:pt x="60427" y="64885"/>
                  </a:lnTo>
                  <a:lnTo>
                    <a:pt x="60451" y="66622"/>
                  </a:lnTo>
                  <a:lnTo>
                    <a:pt x="60639" y="66985"/>
                  </a:lnTo>
                  <a:lnTo>
                    <a:pt x="61370" y="65133"/>
                  </a:lnTo>
                  <a:lnTo>
                    <a:pt x="61776" y="64456"/>
                  </a:lnTo>
                  <a:lnTo>
                    <a:pt x="62262" y="64188"/>
                  </a:lnTo>
                  <a:lnTo>
                    <a:pt x="62829" y="64331"/>
                  </a:lnTo>
                  <a:lnTo>
                    <a:pt x="66692" y="63664"/>
                  </a:lnTo>
                  <a:lnTo>
                    <a:pt x="67868" y="64123"/>
                  </a:lnTo>
                  <a:lnTo>
                    <a:pt x="69194" y="65335"/>
                  </a:lnTo>
                  <a:lnTo>
                    <a:pt x="70867" y="67216"/>
                  </a:lnTo>
                  <a:lnTo>
                    <a:pt x="71482" y="68915"/>
                  </a:lnTo>
                  <a:lnTo>
                    <a:pt x="71599" y="71056"/>
                  </a:lnTo>
                  <a:lnTo>
                    <a:pt x="71434" y="72548"/>
                  </a:lnTo>
                  <a:lnTo>
                    <a:pt x="70229" y="74429"/>
                  </a:lnTo>
                  <a:lnTo>
                    <a:pt x="69156" y="75674"/>
                  </a:lnTo>
                  <a:lnTo>
                    <a:pt x="68523" y="76915"/>
                  </a:lnTo>
                  <a:lnTo>
                    <a:pt x="68331" y="78157"/>
                  </a:lnTo>
                  <a:lnTo>
                    <a:pt x="68081" y="78923"/>
                  </a:lnTo>
                  <a:lnTo>
                    <a:pt x="67365" y="79995"/>
                  </a:lnTo>
                  <a:lnTo>
                    <a:pt x="64180" y="82994"/>
                  </a:lnTo>
                  <a:lnTo>
                    <a:pt x="64943" y="83080"/>
                  </a:lnTo>
                  <a:lnTo>
                    <a:pt x="66779" y="82430"/>
                  </a:lnTo>
                  <a:lnTo>
                    <a:pt x="67986" y="82295"/>
                  </a:lnTo>
                  <a:lnTo>
                    <a:pt x="68049" y="82728"/>
                  </a:lnTo>
                  <a:lnTo>
                    <a:pt x="67567" y="83581"/>
                  </a:lnTo>
                  <a:lnTo>
                    <a:pt x="66645" y="84436"/>
                  </a:lnTo>
                  <a:lnTo>
                    <a:pt x="66546" y="84849"/>
                  </a:lnTo>
                  <a:lnTo>
                    <a:pt x="66590" y="85387"/>
                  </a:lnTo>
                  <a:lnTo>
                    <a:pt x="67576" y="86038"/>
                  </a:lnTo>
                  <a:lnTo>
                    <a:pt x="68835" y="85721"/>
                  </a:lnTo>
                  <a:lnTo>
                    <a:pt x="69897" y="86181"/>
                  </a:lnTo>
                  <a:lnTo>
                    <a:pt x="69794" y="86899"/>
                  </a:lnTo>
                  <a:lnTo>
                    <a:pt x="68952" y="89240"/>
                  </a:lnTo>
                  <a:lnTo>
                    <a:pt x="68705" y="90716"/>
                  </a:lnTo>
                  <a:lnTo>
                    <a:pt x="67583" y="91951"/>
                  </a:lnTo>
                  <a:lnTo>
                    <a:pt x="65334" y="93893"/>
                  </a:lnTo>
                  <a:lnTo>
                    <a:pt x="64758" y="94639"/>
                  </a:lnTo>
                  <a:lnTo>
                    <a:pt x="64884" y="94793"/>
                  </a:lnTo>
                  <a:lnTo>
                    <a:pt x="66948" y="93367"/>
                  </a:lnTo>
                  <a:lnTo>
                    <a:pt x="67988" y="93007"/>
                  </a:lnTo>
                  <a:lnTo>
                    <a:pt x="68647" y="92995"/>
                  </a:lnTo>
                  <a:lnTo>
                    <a:pt x="69393" y="91619"/>
                  </a:lnTo>
                  <a:lnTo>
                    <a:pt x="70558" y="91163"/>
                  </a:lnTo>
                  <a:lnTo>
                    <a:pt x="71698" y="92033"/>
                  </a:lnTo>
                  <a:lnTo>
                    <a:pt x="73435" y="89658"/>
                  </a:lnTo>
                  <a:lnTo>
                    <a:pt x="74055" y="89349"/>
                  </a:lnTo>
                  <a:lnTo>
                    <a:pt x="75112" y="89623"/>
                  </a:lnTo>
                  <a:lnTo>
                    <a:pt x="75792" y="89193"/>
                  </a:lnTo>
                  <a:lnTo>
                    <a:pt x="76939" y="87577"/>
                  </a:lnTo>
                  <a:lnTo>
                    <a:pt x="77804" y="86796"/>
                  </a:lnTo>
                  <a:lnTo>
                    <a:pt x="77984" y="86866"/>
                  </a:lnTo>
                  <a:lnTo>
                    <a:pt x="78170" y="87514"/>
                  </a:lnTo>
                  <a:lnTo>
                    <a:pt x="78254" y="89378"/>
                  </a:lnTo>
                  <a:lnTo>
                    <a:pt x="78050" y="91026"/>
                  </a:lnTo>
                  <a:lnTo>
                    <a:pt x="77768" y="92076"/>
                  </a:lnTo>
                  <a:lnTo>
                    <a:pt x="76835" y="94395"/>
                  </a:lnTo>
                  <a:lnTo>
                    <a:pt x="76263" y="95207"/>
                  </a:lnTo>
                  <a:lnTo>
                    <a:pt x="75733" y="95513"/>
                  </a:lnTo>
                  <a:lnTo>
                    <a:pt x="74794" y="95390"/>
                  </a:lnTo>
                  <a:lnTo>
                    <a:pt x="74385" y="95751"/>
                  </a:lnTo>
                  <a:lnTo>
                    <a:pt x="73506" y="97572"/>
                  </a:lnTo>
                  <a:lnTo>
                    <a:pt x="71955" y="99417"/>
                  </a:lnTo>
                  <a:lnTo>
                    <a:pt x="70986" y="100132"/>
                  </a:lnTo>
                  <a:lnTo>
                    <a:pt x="71598" y="101133"/>
                  </a:lnTo>
                  <a:lnTo>
                    <a:pt x="71824" y="103065"/>
                  </a:lnTo>
                  <a:lnTo>
                    <a:pt x="71484" y="103666"/>
                  </a:lnTo>
                  <a:lnTo>
                    <a:pt x="69820" y="104262"/>
                  </a:lnTo>
                  <a:lnTo>
                    <a:pt x="69747" y="104590"/>
                  </a:lnTo>
                  <a:lnTo>
                    <a:pt x="69154" y="105017"/>
                  </a:lnTo>
                  <a:lnTo>
                    <a:pt x="67780" y="105688"/>
                  </a:lnTo>
                  <a:lnTo>
                    <a:pt x="68718" y="105982"/>
                  </a:lnTo>
                  <a:lnTo>
                    <a:pt x="70452" y="105509"/>
                  </a:lnTo>
                  <a:lnTo>
                    <a:pt x="70635" y="105836"/>
                  </a:lnTo>
                  <a:lnTo>
                    <a:pt x="70396" y="107196"/>
                  </a:lnTo>
                  <a:lnTo>
                    <a:pt x="69934" y="108598"/>
                  </a:lnTo>
                  <a:lnTo>
                    <a:pt x="67878" y="112201"/>
                  </a:lnTo>
                  <a:lnTo>
                    <a:pt x="67853" y="112563"/>
                  </a:lnTo>
                  <a:lnTo>
                    <a:pt x="68173" y="114329"/>
                  </a:lnTo>
                  <a:lnTo>
                    <a:pt x="68572" y="115665"/>
                  </a:lnTo>
                  <a:lnTo>
                    <a:pt x="69069" y="116609"/>
                  </a:lnTo>
                  <a:lnTo>
                    <a:pt x="70214" y="116663"/>
                  </a:lnTo>
                  <a:lnTo>
                    <a:pt x="71060" y="116248"/>
                  </a:lnTo>
                  <a:lnTo>
                    <a:pt x="72294" y="113838"/>
                  </a:lnTo>
                  <a:lnTo>
                    <a:pt x="75022" y="106333"/>
                  </a:lnTo>
                  <a:lnTo>
                    <a:pt x="77456" y="104245"/>
                  </a:lnTo>
                  <a:lnTo>
                    <a:pt x="79485" y="101924"/>
                  </a:lnTo>
                  <a:lnTo>
                    <a:pt x="79950" y="102394"/>
                  </a:lnTo>
                  <a:lnTo>
                    <a:pt x="80164" y="102930"/>
                  </a:lnTo>
                  <a:lnTo>
                    <a:pt x="80090" y="103493"/>
                  </a:lnTo>
                  <a:lnTo>
                    <a:pt x="79066" y="105404"/>
                  </a:lnTo>
                  <a:lnTo>
                    <a:pt x="78532" y="106981"/>
                  </a:lnTo>
                  <a:lnTo>
                    <a:pt x="77143" y="111827"/>
                  </a:lnTo>
                  <a:lnTo>
                    <a:pt x="76612" y="114112"/>
                  </a:lnTo>
                  <a:lnTo>
                    <a:pt x="76344" y="116523"/>
                  </a:lnTo>
                  <a:lnTo>
                    <a:pt x="76415" y="120686"/>
                  </a:lnTo>
                  <a:lnTo>
                    <a:pt x="76565" y="121405"/>
                  </a:lnTo>
                  <a:lnTo>
                    <a:pt x="76999" y="122370"/>
                  </a:lnTo>
                  <a:lnTo>
                    <a:pt x="77809" y="121543"/>
                  </a:lnTo>
                  <a:lnTo>
                    <a:pt x="79189" y="119483"/>
                  </a:lnTo>
                  <a:lnTo>
                    <a:pt x="80075" y="117515"/>
                  </a:lnTo>
                  <a:lnTo>
                    <a:pt x="80769" y="114310"/>
                  </a:lnTo>
                  <a:lnTo>
                    <a:pt x="81195" y="113082"/>
                  </a:lnTo>
                  <a:lnTo>
                    <a:pt x="81658" y="113097"/>
                  </a:lnTo>
                  <a:lnTo>
                    <a:pt x="82071" y="113795"/>
                  </a:lnTo>
                  <a:lnTo>
                    <a:pt x="82172" y="115340"/>
                  </a:lnTo>
                  <a:lnTo>
                    <a:pt x="82556" y="117445"/>
                  </a:lnTo>
                  <a:lnTo>
                    <a:pt x="82784" y="119584"/>
                  </a:lnTo>
                  <a:lnTo>
                    <a:pt x="82601" y="121935"/>
                  </a:lnTo>
                  <a:lnTo>
                    <a:pt x="82414" y="123221"/>
                  </a:lnTo>
                  <a:lnTo>
                    <a:pt x="79591" y="132768"/>
                  </a:lnTo>
                  <a:lnTo>
                    <a:pt x="79891" y="134463"/>
                  </a:lnTo>
                  <a:lnTo>
                    <a:pt x="79966" y="135491"/>
                  </a:lnTo>
                  <a:lnTo>
                    <a:pt x="79878" y="136583"/>
                  </a:lnTo>
                  <a:lnTo>
                    <a:pt x="78983" y="141154"/>
                  </a:lnTo>
                  <a:lnTo>
                    <a:pt x="78116" y="144011"/>
                  </a:lnTo>
                  <a:lnTo>
                    <a:pt x="77649" y="145237"/>
                  </a:lnTo>
                  <a:lnTo>
                    <a:pt x="77093" y="145989"/>
                  </a:lnTo>
                  <a:lnTo>
                    <a:pt x="76450" y="146264"/>
                  </a:lnTo>
                  <a:lnTo>
                    <a:pt x="75874" y="145850"/>
                  </a:lnTo>
                  <a:lnTo>
                    <a:pt x="75365" y="144751"/>
                  </a:lnTo>
                  <a:lnTo>
                    <a:pt x="74916" y="144179"/>
                  </a:lnTo>
                  <a:lnTo>
                    <a:pt x="74524" y="144140"/>
                  </a:lnTo>
                  <a:lnTo>
                    <a:pt x="73800" y="144345"/>
                  </a:lnTo>
                  <a:lnTo>
                    <a:pt x="71895" y="146677"/>
                  </a:lnTo>
                  <a:lnTo>
                    <a:pt x="71504" y="146803"/>
                  </a:lnTo>
                  <a:lnTo>
                    <a:pt x="71232" y="146489"/>
                  </a:lnTo>
                  <a:lnTo>
                    <a:pt x="70905" y="145266"/>
                  </a:lnTo>
                  <a:lnTo>
                    <a:pt x="71166" y="139114"/>
                  </a:lnTo>
                  <a:lnTo>
                    <a:pt x="71337" y="137081"/>
                  </a:lnTo>
                  <a:lnTo>
                    <a:pt x="70956" y="135512"/>
                  </a:lnTo>
                  <a:lnTo>
                    <a:pt x="71358" y="132881"/>
                  </a:lnTo>
                  <a:lnTo>
                    <a:pt x="71372" y="131881"/>
                  </a:lnTo>
                  <a:lnTo>
                    <a:pt x="71139" y="131504"/>
                  </a:lnTo>
                  <a:lnTo>
                    <a:pt x="70658" y="131750"/>
                  </a:lnTo>
                  <a:lnTo>
                    <a:pt x="69930" y="133073"/>
                  </a:lnTo>
                  <a:lnTo>
                    <a:pt x="68956" y="135469"/>
                  </a:lnTo>
                  <a:lnTo>
                    <a:pt x="67898" y="137607"/>
                  </a:lnTo>
                  <a:lnTo>
                    <a:pt x="66052" y="140558"/>
                  </a:lnTo>
                  <a:lnTo>
                    <a:pt x="65232" y="141138"/>
                  </a:lnTo>
                  <a:lnTo>
                    <a:pt x="64907" y="140992"/>
                  </a:lnTo>
                  <a:lnTo>
                    <a:pt x="64532" y="140588"/>
                  </a:lnTo>
                  <a:lnTo>
                    <a:pt x="64027" y="139353"/>
                  </a:lnTo>
                  <a:lnTo>
                    <a:pt x="64032" y="138265"/>
                  </a:lnTo>
                  <a:lnTo>
                    <a:pt x="64255" y="136779"/>
                  </a:lnTo>
                  <a:lnTo>
                    <a:pt x="65027" y="133270"/>
                  </a:lnTo>
                  <a:lnTo>
                    <a:pt x="66535" y="128078"/>
                  </a:lnTo>
                  <a:lnTo>
                    <a:pt x="67786" y="124382"/>
                  </a:lnTo>
                  <a:lnTo>
                    <a:pt x="68028" y="122807"/>
                  </a:lnTo>
                  <a:lnTo>
                    <a:pt x="67678" y="122120"/>
                  </a:lnTo>
                  <a:lnTo>
                    <a:pt x="67394" y="120768"/>
                  </a:lnTo>
                  <a:lnTo>
                    <a:pt x="66914" y="116769"/>
                  </a:lnTo>
                  <a:lnTo>
                    <a:pt x="66306" y="113473"/>
                  </a:lnTo>
                  <a:lnTo>
                    <a:pt x="65587" y="112013"/>
                  </a:lnTo>
                  <a:lnTo>
                    <a:pt x="63803" y="110412"/>
                  </a:lnTo>
                  <a:lnTo>
                    <a:pt x="63475" y="110798"/>
                  </a:lnTo>
                  <a:lnTo>
                    <a:pt x="63284" y="113016"/>
                  </a:lnTo>
                  <a:lnTo>
                    <a:pt x="61177" y="119392"/>
                  </a:lnTo>
                  <a:lnTo>
                    <a:pt x="60809" y="122158"/>
                  </a:lnTo>
                  <a:lnTo>
                    <a:pt x="60545" y="123184"/>
                  </a:lnTo>
                  <a:lnTo>
                    <a:pt x="60147" y="123885"/>
                  </a:lnTo>
                  <a:lnTo>
                    <a:pt x="59229" y="124732"/>
                  </a:lnTo>
                  <a:lnTo>
                    <a:pt x="59478" y="123257"/>
                  </a:lnTo>
                  <a:lnTo>
                    <a:pt x="60454" y="119973"/>
                  </a:lnTo>
                  <a:lnTo>
                    <a:pt x="60322" y="119653"/>
                  </a:lnTo>
                  <a:lnTo>
                    <a:pt x="59081" y="122292"/>
                  </a:lnTo>
                  <a:lnTo>
                    <a:pt x="58135" y="123756"/>
                  </a:lnTo>
                  <a:lnTo>
                    <a:pt x="56981" y="124133"/>
                  </a:lnTo>
                  <a:lnTo>
                    <a:pt x="56280" y="124039"/>
                  </a:lnTo>
                  <a:lnTo>
                    <a:pt x="55600" y="124442"/>
                  </a:lnTo>
                  <a:lnTo>
                    <a:pt x="52715" y="130679"/>
                  </a:lnTo>
                  <a:lnTo>
                    <a:pt x="52606" y="132758"/>
                  </a:lnTo>
                  <a:lnTo>
                    <a:pt x="52108" y="134461"/>
                  </a:lnTo>
                  <a:lnTo>
                    <a:pt x="50685" y="137540"/>
                  </a:lnTo>
                  <a:lnTo>
                    <a:pt x="49935" y="138604"/>
                  </a:lnTo>
                  <a:lnTo>
                    <a:pt x="48879" y="138795"/>
                  </a:lnTo>
                  <a:lnTo>
                    <a:pt x="47916" y="138262"/>
                  </a:lnTo>
                  <a:lnTo>
                    <a:pt x="47282" y="138359"/>
                  </a:lnTo>
                  <a:lnTo>
                    <a:pt x="45781" y="139321"/>
                  </a:lnTo>
                  <a:lnTo>
                    <a:pt x="44101" y="139741"/>
                  </a:lnTo>
                  <a:lnTo>
                    <a:pt x="43407" y="139547"/>
                  </a:lnTo>
                  <a:lnTo>
                    <a:pt x="42964" y="139151"/>
                  </a:lnTo>
                  <a:lnTo>
                    <a:pt x="42109" y="137955"/>
                  </a:lnTo>
                  <a:lnTo>
                    <a:pt x="42007" y="137107"/>
                  </a:lnTo>
                  <a:lnTo>
                    <a:pt x="42053" y="136609"/>
                  </a:lnTo>
                  <a:lnTo>
                    <a:pt x="42488" y="135319"/>
                  </a:lnTo>
                  <a:lnTo>
                    <a:pt x="43485" y="133702"/>
                  </a:lnTo>
                  <a:lnTo>
                    <a:pt x="44307" y="133097"/>
                  </a:lnTo>
                  <a:lnTo>
                    <a:pt x="46303" y="132283"/>
                  </a:lnTo>
                  <a:lnTo>
                    <a:pt x="47766" y="131071"/>
                  </a:lnTo>
                  <a:lnTo>
                    <a:pt x="48880" y="129274"/>
                  </a:lnTo>
                  <a:lnTo>
                    <a:pt x="49377" y="128177"/>
                  </a:lnTo>
                  <a:lnTo>
                    <a:pt x="51476" y="122552"/>
                  </a:lnTo>
                  <a:lnTo>
                    <a:pt x="54131" y="120566"/>
                  </a:lnTo>
                  <a:lnTo>
                    <a:pt x="55441" y="118949"/>
                  </a:lnTo>
                  <a:lnTo>
                    <a:pt x="56356" y="116897"/>
                  </a:lnTo>
                  <a:lnTo>
                    <a:pt x="56489" y="116176"/>
                  </a:lnTo>
                  <a:lnTo>
                    <a:pt x="55176" y="117217"/>
                  </a:lnTo>
                  <a:lnTo>
                    <a:pt x="54498" y="117473"/>
                  </a:lnTo>
                  <a:lnTo>
                    <a:pt x="53399" y="117088"/>
                  </a:lnTo>
                  <a:lnTo>
                    <a:pt x="52911" y="116388"/>
                  </a:lnTo>
                  <a:lnTo>
                    <a:pt x="51405" y="116610"/>
                  </a:lnTo>
                  <a:lnTo>
                    <a:pt x="49311" y="116284"/>
                  </a:lnTo>
                  <a:lnTo>
                    <a:pt x="49009" y="116822"/>
                  </a:lnTo>
                  <a:lnTo>
                    <a:pt x="48738" y="119555"/>
                  </a:lnTo>
                  <a:lnTo>
                    <a:pt x="48467" y="121006"/>
                  </a:lnTo>
                  <a:lnTo>
                    <a:pt x="48147" y="121494"/>
                  </a:lnTo>
                  <a:lnTo>
                    <a:pt x="47678" y="121781"/>
                  </a:lnTo>
                  <a:lnTo>
                    <a:pt x="46722" y="122071"/>
                  </a:lnTo>
                  <a:lnTo>
                    <a:pt x="44271" y="121094"/>
                  </a:lnTo>
                  <a:lnTo>
                    <a:pt x="43819" y="120560"/>
                  </a:lnTo>
                  <a:lnTo>
                    <a:pt x="43193" y="120155"/>
                  </a:lnTo>
                  <a:lnTo>
                    <a:pt x="40487" y="121045"/>
                  </a:lnTo>
                  <a:lnTo>
                    <a:pt x="39921" y="120960"/>
                  </a:lnTo>
                  <a:lnTo>
                    <a:pt x="40458" y="120320"/>
                  </a:lnTo>
                  <a:lnTo>
                    <a:pt x="43131" y="118315"/>
                  </a:lnTo>
                  <a:lnTo>
                    <a:pt x="43411" y="112538"/>
                  </a:lnTo>
                  <a:lnTo>
                    <a:pt x="43244" y="111612"/>
                  </a:lnTo>
                  <a:lnTo>
                    <a:pt x="42497" y="112419"/>
                  </a:lnTo>
                  <a:lnTo>
                    <a:pt x="41243" y="113251"/>
                  </a:lnTo>
                  <a:lnTo>
                    <a:pt x="40385" y="113010"/>
                  </a:lnTo>
                  <a:lnTo>
                    <a:pt x="39992" y="112499"/>
                  </a:lnTo>
                  <a:lnTo>
                    <a:pt x="39633" y="112932"/>
                  </a:lnTo>
                  <a:lnTo>
                    <a:pt x="38760" y="115979"/>
                  </a:lnTo>
                  <a:lnTo>
                    <a:pt x="38246" y="116362"/>
                  </a:lnTo>
                  <a:lnTo>
                    <a:pt x="37471" y="116479"/>
                  </a:lnTo>
                  <a:lnTo>
                    <a:pt x="35820" y="117588"/>
                  </a:lnTo>
                  <a:lnTo>
                    <a:pt x="32578" y="118317"/>
                  </a:lnTo>
                  <a:lnTo>
                    <a:pt x="31938" y="119123"/>
                  </a:lnTo>
                  <a:lnTo>
                    <a:pt x="29737" y="118843"/>
                  </a:lnTo>
                  <a:lnTo>
                    <a:pt x="23309" y="117170"/>
                  </a:lnTo>
                  <a:lnTo>
                    <a:pt x="21009" y="117339"/>
                  </a:lnTo>
                  <a:lnTo>
                    <a:pt x="18242" y="116316"/>
                  </a:lnTo>
                  <a:lnTo>
                    <a:pt x="17730" y="115876"/>
                  </a:lnTo>
                  <a:lnTo>
                    <a:pt x="13858" y="116055"/>
                  </a:lnTo>
                  <a:lnTo>
                    <a:pt x="12700" y="115818"/>
                  </a:lnTo>
                  <a:lnTo>
                    <a:pt x="12777" y="114547"/>
                  </a:lnTo>
                  <a:lnTo>
                    <a:pt x="12654" y="114222"/>
                  </a:lnTo>
                  <a:lnTo>
                    <a:pt x="11530" y="115625"/>
                  </a:lnTo>
                  <a:lnTo>
                    <a:pt x="10532" y="116535"/>
                  </a:lnTo>
                  <a:lnTo>
                    <a:pt x="9245" y="117314"/>
                  </a:lnTo>
                  <a:lnTo>
                    <a:pt x="5197" y="118666"/>
                  </a:lnTo>
                  <a:lnTo>
                    <a:pt x="3028" y="118955"/>
                  </a:lnTo>
                  <a:lnTo>
                    <a:pt x="1766" y="118014"/>
                  </a:lnTo>
                  <a:lnTo>
                    <a:pt x="1266" y="117079"/>
                  </a:lnTo>
                  <a:lnTo>
                    <a:pt x="515" y="114043"/>
                  </a:lnTo>
                  <a:lnTo>
                    <a:pt x="0" y="110238"/>
                  </a:lnTo>
                  <a:lnTo>
                    <a:pt x="4" y="109550"/>
                  </a:lnTo>
                  <a:lnTo>
                    <a:pt x="265" y="108230"/>
                  </a:lnTo>
                  <a:lnTo>
                    <a:pt x="1114" y="106400"/>
                  </a:lnTo>
                  <a:lnTo>
                    <a:pt x="4955" y="101560"/>
                  </a:lnTo>
                  <a:lnTo>
                    <a:pt x="8043" y="96664"/>
                  </a:lnTo>
                  <a:lnTo>
                    <a:pt x="9346" y="94115"/>
                  </a:lnTo>
                  <a:lnTo>
                    <a:pt x="10609" y="93207"/>
                  </a:lnTo>
                  <a:lnTo>
                    <a:pt x="12671" y="91091"/>
                  </a:lnTo>
                  <a:lnTo>
                    <a:pt x="12736" y="90841"/>
                  </a:lnTo>
                  <a:lnTo>
                    <a:pt x="10737" y="91109"/>
                  </a:lnTo>
                  <a:lnTo>
                    <a:pt x="9332" y="90524"/>
                  </a:lnTo>
                  <a:lnTo>
                    <a:pt x="7895" y="90291"/>
                  </a:lnTo>
                  <a:lnTo>
                    <a:pt x="5165" y="90851"/>
                  </a:lnTo>
                  <a:lnTo>
                    <a:pt x="2413" y="90851"/>
                  </a:lnTo>
                  <a:lnTo>
                    <a:pt x="2402" y="89766"/>
                  </a:lnTo>
                  <a:lnTo>
                    <a:pt x="3689" y="87722"/>
                  </a:lnTo>
                  <a:lnTo>
                    <a:pt x="6424" y="84213"/>
                  </a:lnTo>
                  <a:lnTo>
                    <a:pt x="6703" y="84201"/>
                  </a:lnTo>
                  <a:lnTo>
                    <a:pt x="5865" y="85835"/>
                  </a:lnTo>
                  <a:lnTo>
                    <a:pt x="5626" y="87057"/>
                  </a:lnTo>
                  <a:lnTo>
                    <a:pt x="5986" y="87869"/>
                  </a:lnTo>
                  <a:lnTo>
                    <a:pt x="6404" y="88383"/>
                  </a:lnTo>
                  <a:lnTo>
                    <a:pt x="7970" y="88598"/>
                  </a:lnTo>
                  <a:lnTo>
                    <a:pt x="8329" y="87888"/>
                  </a:lnTo>
                  <a:lnTo>
                    <a:pt x="8894" y="84125"/>
                  </a:lnTo>
                  <a:lnTo>
                    <a:pt x="10079" y="79768"/>
                  </a:lnTo>
                  <a:lnTo>
                    <a:pt x="10719" y="76625"/>
                  </a:lnTo>
                  <a:lnTo>
                    <a:pt x="11830" y="74229"/>
                  </a:lnTo>
                  <a:lnTo>
                    <a:pt x="12385" y="73868"/>
                  </a:lnTo>
                  <a:lnTo>
                    <a:pt x="12878" y="74316"/>
                  </a:lnTo>
                  <a:lnTo>
                    <a:pt x="14514" y="74891"/>
                  </a:lnTo>
                  <a:lnTo>
                    <a:pt x="16198" y="77088"/>
                  </a:lnTo>
                  <a:lnTo>
                    <a:pt x="16743" y="77274"/>
                  </a:lnTo>
                  <a:lnTo>
                    <a:pt x="16928" y="77077"/>
                  </a:lnTo>
                  <a:lnTo>
                    <a:pt x="16311" y="76432"/>
                  </a:lnTo>
                  <a:lnTo>
                    <a:pt x="15801" y="75399"/>
                  </a:lnTo>
                  <a:lnTo>
                    <a:pt x="15591" y="74432"/>
                  </a:lnTo>
                  <a:lnTo>
                    <a:pt x="16206" y="71402"/>
                  </a:lnTo>
                  <a:lnTo>
                    <a:pt x="16926" y="70531"/>
                  </a:lnTo>
                  <a:lnTo>
                    <a:pt x="17057" y="69935"/>
                  </a:lnTo>
                  <a:lnTo>
                    <a:pt x="15616" y="69922"/>
                  </a:lnTo>
                  <a:lnTo>
                    <a:pt x="14455" y="69075"/>
                  </a:lnTo>
                  <a:lnTo>
                    <a:pt x="14110" y="67704"/>
                  </a:lnTo>
                  <a:lnTo>
                    <a:pt x="14178" y="65295"/>
                  </a:lnTo>
                  <a:lnTo>
                    <a:pt x="14557" y="63855"/>
                  </a:lnTo>
                  <a:lnTo>
                    <a:pt x="15486" y="61954"/>
                  </a:lnTo>
                  <a:lnTo>
                    <a:pt x="16616" y="60690"/>
                  </a:lnTo>
                  <a:lnTo>
                    <a:pt x="17290" y="61014"/>
                  </a:lnTo>
                  <a:lnTo>
                    <a:pt x="18588" y="62719"/>
                  </a:lnTo>
                  <a:lnTo>
                    <a:pt x="19387" y="62241"/>
                  </a:lnTo>
                  <a:lnTo>
                    <a:pt x="19294" y="61693"/>
                  </a:lnTo>
                  <a:lnTo>
                    <a:pt x="18077" y="58979"/>
                  </a:lnTo>
                  <a:lnTo>
                    <a:pt x="17687" y="56969"/>
                  </a:lnTo>
                  <a:lnTo>
                    <a:pt x="17722" y="56011"/>
                  </a:lnTo>
                  <a:lnTo>
                    <a:pt x="20359" y="46435"/>
                  </a:lnTo>
                  <a:lnTo>
                    <a:pt x="21649" y="41297"/>
                  </a:lnTo>
                  <a:lnTo>
                    <a:pt x="23407" y="33470"/>
                  </a:lnTo>
                  <a:lnTo>
                    <a:pt x="23813" y="32225"/>
                  </a:lnTo>
                  <a:lnTo>
                    <a:pt x="24703" y="29916"/>
                  </a:lnTo>
                  <a:lnTo>
                    <a:pt x="25072" y="29289"/>
                  </a:lnTo>
                  <a:lnTo>
                    <a:pt x="26222" y="29283"/>
                  </a:lnTo>
                  <a:lnTo>
                    <a:pt x="26935" y="29003"/>
                  </a:lnTo>
                  <a:lnTo>
                    <a:pt x="25891" y="27983"/>
                  </a:lnTo>
                  <a:lnTo>
                    <a:pt x="25518" y="27273"/>
                  </a:lnTo>
                  <a:lnTo>
                    <a:pt x="25474" y="26524"/>
                  </a:lnTo>
                  <a:lnTo>
                    <a:pt x="25759" y="25739"/>
                  </a:lnTo>
                  <a:lnTo>
                    <a:pt x="26163" y="25159"/>
                  </a:lnTo>
                  <a:lnTo>
                    <a:pt x="27527" y="23904"/>
                  </a:lnTo>
                  <a:lnTo>
                    <a:pt x="28494" y="21838"/>
                  </a:lnTo>
                  <a:lnTo>
                    <a:pt x="29081" y="19405"/>
                  </a:lnTo>
                  <a:lnTo>
                    <a:pt x="28994" y="18576"/>
                  </a:lnTo>
                  <a:lnTo>
                    <a:pt x="28691" y="17751"/>
                  </a:lnTo>
                  <a:lnTo>
                    <a:pt x="28708" y="17302"/>
                  </a:lnTo>
                  <a:lnTo>
                    <a:pt x="29443" y="16795"/>
                  </a:lnTo>
                  <a:lnTo>
                    <a:pt x="31309" y="13907"/>
                  </a:lnTo>
                  <a:lnTo>
                    <a:pt x="31552" y="13353"/>
                  </a:lnTo>
                  <a:lnTo>
                    <a:pt x="32234" y="9499"/>
                  </a:lnTo>
                  <a:lnTo>
                    <a:pt x="33070" y="7789"/>
                  </a:lnTo>
                  <a:lnTo>
                    <a:pt x="33852" y="6912"/>
                  </a:lnTo>
                  <a:lnTo>
                    <a:pt x="35099" y="5823"/>
                  </a:lnTo>
                  <a:lnTo>
                    <a:pt x="38932" y="3184"/>
                  </a:lnTo>
                  <a:lnTo>
                    <a:pt x="41175" y="828"/>
                  </a:lnTo>
                  <a:lnTo>
                    <a:pt x="42699" y="959"/>
                  </a:lnTo>
                  <a:lnTo>
                    <a:pt x="43147" y="2602"/>
                  </a:lnTo>
                  <a:lnTo>
                    <a:pt x="45311" y="3694"/>
                  </a:lnTo>
                  <a:lnTo>
                    <a:pt x="45692" y="2522"/>
                  </a:lnTo>
                  <a:lnTo>
                    <a:pt x="45185" y="1092"/>
                  </a:lnTo>
                  <a:lnTo>
                    <a:pt x="45607" y="516"/>
                  </a:lnTo>
                  <a:lnTo>
                    <a:pt x="47394" y="0"/>
                  </a:lnTo>
                  <a:lnTo>
                    <a:pt x="47705" y="193"/>
                  </a:lnTo>
                  <a:lnTo>
                    <a:pt x="48238" y="1007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5"/>
            <p:cNvSpPr/>
            <p:nvPr/>
          </p:nvSpPr>
          <p:spPr>
            <a:xfrm>
              <a:off x="1782688" y="2106136"/>
              <a:ext cx="2868" cy="7423"/>
            </a:xfrm>
            <a:custGeom>
              <a:avLst/>
              <a:pathLst>
                <a:path w="2868" h="7423">
                  <a:moveTo>
                    <a:pt x="2765" y="6929"/>
                  </a:moveTo>
                  <a:lnTo>
                    <a:pt x="2560" y="7423"/>
                  </a:lnTo>
                  <a:lnTo>
                    <a:pt x="2067" y="7421"/>
                  </a:lnTo>
                  <a:lnTo>
                    <a:pt x="1286" y="6925"/>
                  </a:lnTo>
                  <a:lnTo>
                    <a:pt x="703" y="5829"/>
                  </a:lnTo>
                  <a:lnTo>
                    <a:pt x="0" y="2413"/>
                  </a:lnTo>
                  <a:lnTo>
                    <a:pt x="78" y="1826"/>
                  </a:lnTo>
                  <a:lnTo>
                    <a:pt x="321" y="1229"/>
                  </a:lnTo>
                  <a:lnTo>
                    <a:pt x="1444" y="0"/>
                  </a:lnTo>
                  <a:lnTo>
                    <a:pt x="1852" y="135"/>
                  </a:lnTo>
                  <a:lnTo>
                    <a:pt x="1998" y="1028"/>
                  </a:lnTo>
                  <a:lnTo>
                    <a:pt x="2668" y="3041"/>
                  </a:lnTo>
                  <a:lnTo>
                    <a:pt x="2867" y="3632"/>
                  </a:lnTo>
                  <a:lnTo>
                    <a:pt x="2868" y="5974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6"/>
            <p:cNvSpPr/>
            <p:nvPr/>
          </p:nvSpPr>
          <p:spPr>
            <a:xfrm>
              <a:off x="2680152" y="2097662"/>
              <a:ext cx="1796" cy="3142"/>
            </a:xfrm>
            <a:custGeom>
              <a:avLst/>
              <a:pathLst>
                <a:path w="1796" h="3142">
                  <a:moveTo>
                    <a:pt x="720" y="3117"/>
                  </a:moveTo>
                  <a:lnTo>
                    <a:pt x="132" y="3142"/>
                  </a:lnTo>
                  <a:lnTo>
                    <a:pt x="0" y="2810"/>
                  </a:lnTo>
                  <a:lnTo>
                    <a:pt x="244" y="1675"/>
                  </a:lnTo>
                  <a:lnTo>
                    <a:pt x="902" y="363"/>
                  </a:lnTo>
                  <a:lnTo>
                    <a:pt x="1796" y="0"/>
                  </a:lnTo>
                  <a:lnTo>
                    <a:pt x="1555" y="1926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7"/>
            <p:cNvSpPr/>
            <p:nvPr/>
          </p:nvSpPr>
          <p:spPr>
            <a:xfrm>
              <a:off x="2381231" y="2094620"/>
              <a:ext cx="4609" cy="4529"/>
            </a:xfrm>
            <a:custGeom>
              <a:avLst/>
              <a:pathLst>
                <a:path w="4609" h="4529">
                  <a:moveTo>
                    <a:pt x="3201" y="4319"/>
                  </a:moveTo>
                  <a:lnTo>
                    <a:pt x="2692" y="4529"/>
                  </a:lnTo>
                  <a:lnTo>
                    <a:pt x="1519" y="4290"/>
                  </a:lnTo>
                  <a:lnTo>
                    <a:pt x="578" y="3549"/>
                  </a:lnTo>
                  <a:lnTo>
                    <a:pt x="0" y="2602"/>
                  </a:lnTo>
                  <a:lnTo>
                    <a:pt x="3811" y="0"/>
                  </a:lnTo>
                  <a:lnTo>
                    <a:pt x="4595" y="334"/>
                  </a:lnTo>
                  <a:lnTo>
                    <a:pt x="4609" y="799"/>
                  </a:lnTo>
                  <a:lnTo>
                    <a:pt x="4036" y="2193"/>
                  </a:lnTo>
                  <a:lnTo>
                    <a:pt x="3884" y="3128"/>
                  </a:lnTo>
                  <a:lnTo>
                    <a:pt x="3606" y="3836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8"/>
            <p:cNvSpPr/>
            <p:nvPr/>
          </p:nvSpPr>
          <p:spPr>
            <a:xfrm>
              <a:off x="1746056" y="2093068"/>
              <a:ext cx="1316" cy="5641"/>
            </a:xfrm>
            <a:custGeom>
              <a:avLst/>
              <a:pathLst>
                <a:path w="1316" h="5641">
                  <a:moveTo>
                    <a:pt x="1086" y="5585"/>
                  </a:moveTo>
                  <a:lnTo>
                    <a:pt x="864" y="5641"/>
                  </a:lnTo>
                  <a:lnTo>
                    <a:pt x="454" y="5029"/>
                  </a:lnTo>
                  <a:lnTo>
                    <a:pt x="171" y="4041"/>
                  </a:lnTo>
                  <a:lnTo>
                    <a:pt x="0" y="1465"/>
                  </a:lnTo>
                  <a:lnTo>
                    <a:pt x="125" y="415"/>
                  </a:lnTo>
                  <a:lnTo>
                    <a:pt x="237" y="0"/>
                  </a:lnTo>
                  <a:lnTo>
                    <a:pt x="1316" y="1636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79"/>
            <p:cNvSpPr/>
            <p:nvPr/>
          </p:nvSpPr>
          <p:spPr>
            <a:xfrm>
              <a:off x="1779028" y="2074342"/>
              <a:ext cx="2444" cy="11727"/>
            </a:xfrm>
            <a:custGeom>
              <a:avLst/>
              <a:pathLst>
                <a:path w="2444" h="11727">
                  <a:moveTo>
                    <a:pt x="945" y="11331"/>
                  </a:moveTo>
                  <a:lnTo>
                    <a:pt x="0" y="11727"/>
                  </a:lnTo>
                  <a:lnTo>
                    <a:pt x="315" y="10143"/>
                  </a:lnTo>
                  <a:lnTo>
                    <a:pt x="405" y="9205"/>
                  </a:lnTo>
                  <a:lnTo>
                    <a:pt x="236" y="8322"/>
                  </a:lnTo>
                  <a:lnTo>
                    <a:pt x="116" y="6619"/>
                  </a:lnTo>
                  <a:lnTo>
                    <a:pt x="69" y="2599"/>
                  </a:lnTo>
                  <a:lnTo>
                    <a:pt x="993" y="73"/>
                  </a:lnTo>
                  <a:lnTo>
                    <a:pt x="2444" y="0"/>
                  </a:lnTo>
                  <a:lnTo>
                    <a:pt x="2430" y="1275"/>
                  </a:lnTo>
                  <a:lnTo>
                    <a:pt x="1817" y="6977"/>
                  </a:lnTo>
                  <a:lnTo>
                    <a:pt x="1500" y="9614"/>
                  </a:lnTo>
                  <a:lnTo>
                    <a:pt x="1256" y="10587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0"/>
            <p:cNvSpPr/>
            <p:nvPr/>
          </p:nvSpPr>
          <p:spPr>
            <a:xfrm>
              <a:off x="1768880" y="2073549"/>
              <a:ext cx="4083" cy="10252"/>
            </a:xfrm>
            <a:custGeom>
              <a:avLst/>
              <a:pathLst>
                <a:path w="4083" h="10252">
                  <a:moveTo>
                    <a:pt x="4083" y="8900"/>
                  </a:moveTo>
                  <a:lnTo>
                    <a:pt x="3690" y="10252"/>
                  </a:lnTo>
                  <a:lnTo>
                    <a:pt x="2041" y="6999"/>
                  </a:lnTo>
                  <a:lnTo>
                    <a:pt x="1440" y="6084"/>
                  </a:lnTo>
                  <a:lnTo>
                    <a:pt x="213" y="2631"/>
                  </a:lnTo>
                  <a:lnTo>
                    <a:pt x="0" y="1148"/>
                  </a:lnTo>
                  <a:lnTo>
                    <a:pt x="52" y="308"/>
                  </a:lnTo>
                  <a:lnTo>
                    <a:pt x="269" y="0"/>
                  </a:lnTo>
                  <a:lnTo>
                    <a:pt x="650" y="217"/>
                  </a:lnTo>
                  <a:lnTo>
                    <a:pt x="1006" y="590"/>
                  </a:lnTo>
                  <a:lnTo>
                    <a:pt x="3378" y="4417"/>
                  </a:lnTo>
                  <a:lnTo>
                    <a:pt x="4040" y="6220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1"/>
            <p:cNvSpPr/>
            <p:nvPr/>
          </p:nvSpPr>
          <p:spPr>
            <a:xfrm>
              <a:off x="1765832" y="2062406"/>
              <a:ext cx="2480" cy="6030"/>
            </a:xfrm>
            <a:custGeom>
              <a:avLst/>
              <a:pathLst>
                <a:path w="2480" h="6030">
                  <a:moveTo>
                    <a:pt x="2480" y="5795"/>
                  </a:moveTo>
                  <a:lnTo>
                    <a:pt x="2295" y="6030"/>
                  </a:lnTo>
                  <a:lnTo>
                    <a:pt x="1785" y="5635"/>
                  </a:lnTo>
                  <a:lnTo>
                    <a:pt x="1295" y="4863"/>
                  </a:lnTo>
                  <a:lnTo>
                    <a:pt x="456" y="2676"/>
                  </a:lnTo>
                  <a:lnTo>
                    <a:pt x="180" y="1755"/>
                  </a:lnTo>
                  <a:lnTo>
                    <a:pt x="0" y="263"/>
                  </a:lnTo>
                  <a:lnTo>
                    <a:pt x="168" y="0"/>
                  </a:lnTo>
                  <a:lnTo>
                    <a:pt x="534" y="157"/>
                  </a:lnTo>
                  <a:lnTo>
                    <a:pt x="789" y="402"/>
                  </a:lnTo>
                  <a:lnTo>
                    <a:pt x="2112" y="4005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2"/>
            <p:cNvSpPr/>
            <p:nvPr/>
          </p:nvSpPr>
          <p:spPr>
            <a:xfrm>
              <a:off x="2351671" y="2061344"/>
              <a:ext cx="16408" cy="14487"/>
            </a:xfrm>
            <a:custGeom>
              <a:avLst/>
              <a:pathLst>
                <a:path w="16408" h="14487">
                  <a:moveTo>
                    <a:pt x="16135" y="14094"/>
                  </a:moveTo>
                  <a:lnTo>
                    <a:pt x="15263" y="14487"/>
                  </a:lnTo>
                  <a:lnTo>
                    <a:pt x="12702" y="13699"/>
                  </a:lnTo>
                  <a:lnTo>
                    <a:pt x="11632" y="13131"/>
                  </a:lnTo>
                  <a:lnTo>
                    <a:pt x="8477" y="11000"/>
                  </a:lnTo>
                  <a:lnTo>
                    <a:pt x="2470" y="7870"/>
                  </a:lnTo>
                  <a:lnTo>
                    <a:pt x="422" y="6316"/>
                  </a:lnTo>
                  <a:lnTo>
                    <a:pt x="0" y="5152"/>
                  </a:lnTo>
                  <a:lnTo>
                    <a:pt x="1087" y="2719"/>
                  </a:lnTo>
                  <a:lnTo>
                    <a:pt x="1701" y="1734"/>
                  </a:lnTo>
                  <a:lnTo>
                    <a:pt x="2368" y="1122"/>
                  </a:lnTo>
                  <a:lnTo>
                    <a:pt x="8686" y="0"/>
                  </a:lnTo>
                  <a:lnTo>
                    <a:pt x="11151" y="545"/>
                  </a:lnTo>
                  <a:lnTo>
                    <a:pt x="14053" y="5528"/>
                  </a:lnTo>
                  <a:lnTo>
                    <a:pt x="15720" y="8894"/>
                  </a:lnTo>
                  <a:lnTo>
                    <a:pt x="16397" y="11603"/>
                  </a:lnTo>
                  <a:lnTo>
                    <a:pt x="16408" y="12908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3"/>
            <p:cNvSpPr/>
            <p:nvPr/>
          </p:nvSpPr>
          <p:spPr>
            <a:xfrm>
              <a:off x="1728418" y="2061132"/>
              <a:ext cx="17653" cy="31848"/>
            </a:xfrm>
            <a:custGeom>
              <a:avLst/>
              <a:pathLst>
                <a:path w="17653" h="31848">
                  <a:moveTo>
                    <a:pt x="9786" y="1060"/>
                  </a:moveTo>
                  <a:lnTo>
                    <a:pt x="11037" y="3796"/>
                  </a:lnTo>
                  <a:lnTo>
                    <a:pt x="11409" y="6245"/>
                  </a:lnTo>
                  <a:lnTo>
                    <a:pt x="11255" y="9138"/>
                  </a:lnTo>
                  <a:lnTo>
                    <a:pt x="9273" y="10235"/>
                  </a:lnTo>
                  <a:lnTo>
                    <a:pt x="8231" y="9361"/>
                  </a:lnTo>
                  <a:lnTo>
                    <a:pt x="7779" y="9524"/>
                  </a:lnTo>
                  <a:lnTo>
                    <a:pt x="7095" y="10389"/>
                  </a:lnTo>
                  <a:lnTo>
                    <a:pt x="7926" y="10777"/>
                  </a:lnTo>
                  <a:lnTo>
                    <a:pt x="9090" y="12196"/>
                  </a:lnTo>
                  <a:lnTo>
                    <a:pt x="10112" y="14037"/>
                  </a:lnTo>
                  <a:lnTo>
                    <a:pt x="11552" y="14367"/>
                  </a:lnTo>
                  <a:lnTo>
                    <a:pt x="13469" y="15653"/>
                  </a:lnTo>
                  <a:lnTo>
                    <a:pt x="12018" y="17968"/>
                  </a:lnTo>
                  <a:lnTo>
                    <a:pt x="11799" y="19302"/>
                  </a:lnTo>
                  <a:lnTo>
                    <a:pt x="13609" y="22992"/>
                  </a:lnTo>
                  <a:lnTo>
                    <a:pt x="13780" y="23914"/>
                  </a:lnTo>
                  <a:lnTo>
                    <a:pt x="14360" y="24103"/>
                  </a:lnTo>
                  <a:lnTo>
                    <a:pt x="15710" y="23805"/>
                  </a:lnTo>
                  <a:lnTo>
                    <a:pt x="15881" y="24098"/>
                  </a:lnTo>
                  <a:lnTo>
                    <a:pt x="15878" y="24862"/>
                  </a:lnTo>
                  <a:lnTo>
                    <a:pt x="15051" y="27005"/>
                  </a:lnTo>
                  <a:lnTo>
                    <a:pt x="15139" y="27432"/>
                  </a:lnTo>
                  <a:lnTo>
                    <a:pt x="15888" y="27769"/>
                  </a:lnTo>
                  <a:lnTo>
                    <a:pt x="17326" y="27785"/>
                  </a:lnTo>
                  <a:lnTo>
                    <a:pt x="17653" y="29914"/>
                  </a:lnTo>
                  <a:lnTo>
                    <a:pt x="16353" y="31848"/>
                  </a:lnTo>
                  <a:lnTo>
                    <a:pt x="13880" y="29355"/>
                  </a:lnTo>
                  <a:lnTo>
                    <a:pt x="12779" y="26871"/>
                  </a:lnTo>
                  <a:lnTo>
                    <a:pt x="12150" y="24569"/>
                  </a:lnTo>
                  <a:lnTo>
                    <a:pt x="11390" y="23268"/>
                  </a:lnTo>
                  <a:lnTo>
                    <a:pt x="9095" y="20381"/>
                  </a:lnTo>
                  <a:lnTo>
                    <a:pt x="5608" y="14143"/>
                  </a:lnTo>
                  <a:lnTo>
                    <a:pt x="4709" y="13242"/>
                  </a:lnTo>
                  <a:lnTo>
                    <a:pt x="3803" y="10774"/>
                  </a:lnTo>
                  <a:lnTo>
                    <a:pt x="3539" y="9587"/>
                  </a:lnTo>
                  <a:lnTo>
                    <a:pt x="3562" y="8792"/>
                  </a:lnTo>
                  <a:lnTo>
                    <a:pt x="3914" y="8372"/>
                  </a:lnTo>
                  <a:lnTo>
                    <a:pt x="4958" y="8095"/>
                  </a:lnTo>
                  <a:lnTo>
                    <a:pt x="4973" y="6859"/>
                  </a:lnTo>
                  <a:lnTo>
                    <a:pt x="963" y="4715"/>
                  </a:lnTo>
                  <a:lnTo>
                    <a:pt x="517" y="4276"/>
                  </a:lnTo>
                  <a:lnTo>
                    <a:pt x="0" y="2775"/>
                  </a:lnTo>
                  <a:lnTo>
                    <a:pt x="278" y="2556"/>
                  </a:lnTo>
                  <a:lnTo>
                    <a:pt x="2484" y="2817"/>
                  </a:lnTo>
                  <a:lnTo>
                    <a:pt x="4847" y="2096"/>
                  </a:lnTo>
                  <a:lnTo>
                    <a:pt x="6303" y="1545"/>
                  </a:lnTo>
                  <a:lnTo>
                    <a:pt x="6876" y="871"/>
                  </a:lnTo>
                  <a:lnTo>
                    <a:pt x="8065" y="0"/>
                  </a:lnTo>
                  <a:lnTo>
                    <a:pt x="8555" y="50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4"/>
            <p:cNvSpPr/>
            <p:nvPr/>
          </p:nvSpPr>
          <p:spPr>
            <a:xfrm>
              <a:off x="1769909" y="2059699"/>
              <a:ext cx="8363" cy="29262"/>
            </a:xfrm>
            <a:custGeom>
              <a:avLst/>
              <a:pathLst>
                <a:path w="8363" h="29262">
                  <a:moveTo>
                    <a:pt x="7797" y="10052"/>
                  </a:moveTo>
                  <a:lnTo>
                    <a:pt x="8363" y="19479"/>
                  </a:lnTo>
                  <a:lnTo>
                    <a:pt x="8322" y="22496"/>
                  </a:lnTo>
                  <a:lnTo>
                    <a:pt x="7496" y="24470"/>
                  </a:lnTo>
                  <a:lnTo>
                    <a:pt x="6914" y="27777"/>
                  </a:lnTo>
                  <a:lnTo>
                    <a:pt x="6236" y="29262"/>
                  </a:lnTo>
                  <a:lnTo>
                    <a:pt x="5595" y="27285"/>
                  </a:lnTo>
                  <a:lnTo>
                    <a:pt x="5538" y="24000"/>
                  </a:lnTo>
                  <a:lnTo>
                    <a:pt x="5366" y="21389"/>
                  </a:lnTo>
                  <a:lnTo>
                    <a:pt x="5156" y="20139"/>
                  </a:lnTo>
                  <a:lnTo>
                    <a:pt x="5404" y="15263"/>
                  </a:lnTo>
                  <a:lnTo>
                    <a:pt x="5117" y="15622"/>
                  </a:lnTo>
                  <a:lnTo>
                    <a:pt x="4357" y="17762"/>
                  </a:lnTo>
                  <a:lnTo>
                    <a:pt x="3510" y="17909"/>
                  </a:lnTo>
                  <a:lnTo>
                    <a:pt x="1992" y="15482"/>
                  </a:lnTo>
                  <a:lnTo>
                    <a:pt x="1229" y="13517"/>
                  </a:lnTo>
                  <a:lnTo>
                    <a:pt x="1103" y="11467"/>
                  </a:lnTo>
                  <a:lnTo>
                    <a:pt x="103" y="9307"/>
                  </a:lnTo>
                  <a:lnTo>
                    <a:pt x="0" y="8547"/>
                  </a:lnTo>
                  <a:lnTo>
                    <a:pt x="81" y="7742"/>
                  </a:lnTo>
                  <a:lnTo>
                    <a:pt x="903" y="5592"/>
                  </a:lnTo>
                  <a:lnTo>
                    <a:pt x="1236" y="4143"/>
                  </a:lnTo>
                  <a:lnTo>
                    <a:pt x="1529" y="1161"/>
                  </a:lnTo>
                  <a:lnTo>
                    <a:pt x="1864" y="0"/>
                  </a:lnTo>
                  <a:lnTo>
                    <a:pt x="2642" y="164"/>
                  </a:lnTo>
                  <a:lnTo>
                    <a:pt x="4030" y="1517"/>
                  </a:lnTo>
                  <a:lnTo>
                    <a:pt x="5478" y="2986"/>
                  </a:lnTo>
                  <a:lnTo>
                    <a:pt x="6807" y="4947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5"/>
            <p:cNvSpPr/>
            <p:nvPr/>
          </p:nvSpPr>
          <p:spPr>
            <a:xfrm>
              <a:off x="1768097" y="2058217"/>
              <a:ext cx="2017" cy="6481"/>
            </a:xfrm>
            <a:custGeom>
              <a:avLst/>
              <a:pathLst>
                <a:path w="2017" h="6481">
                  <a:moveTo>
                    <a:pt x="2017" y="6270"/>
                  </a:moveTo>
                  <a:lnTo>
                    <a:pt x="1949" y="6481"/>
                  </a:lnTo>
                  <a:lnTo>
                    <a:pt x="671" y="6475"/>
                  </a:lnTo>
                  <a:lnTo>
                    <a:pt x="315" y="6173"/>
                  </a:lnTo>
                  <a:lnTo>
                    <a:pt x="90" y="5553"/>
                  </a:lnTo>
                  <a:lnTo>
                    <a:pt x="0" y="4612"/>
                  </a:lnTo>
                  <a:lnTo>
                    <a:pt x="208" y="3480"/>
                  </a:lnTo>
                  <a:lnTo>
                    <a:pt x="964" y="1317"/>
                  </a:lnTo>
                  <a:lnTo>
                    <a:pt x="988" y="395"/>
                  </a:lnTo>
                  <a:lnTo>
                    <a:pt x="1148" y="0"/>
                  </a:lnTo>
                  <a:lnTo>
                    <a:pt x="1678" y="1089"/>
                  </a:lnTo>
                  <a:lnTo>
                    <a:pt x="1903" y="2096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6"/>
            <p:cNvSpPr/>
            <p:nvPr/>
          </p:nvSpPr>
          <p:spPr>
            <a:xfrm>
              <a:off x="2375922" y="2057201"/>
              <a:ext cx="1675" cy="2664"/>
            </a:xfrm>
            <a:custGeom>
              <a:avLst/>
              <a:pathLst>
                <a:path w="1675" h="2664">
                  <a:moveTo>
                    <a:pt x="1675" y="1781"/>
                  </a:moveTo>
                  <a:lnTo>
                    <a:pt x="1662" y="2664"/>
                  </a:lnTo>
                  <a:lnTo>
                    <a:pt x="862" y="2493"/>
                  </a:lnTo>
                  <a:lnTo>
                    <a:pt x="427" y="1988"/>
                  </a:lnTo>
                  <a:lnTo>
                    <a:pt x="75" y="1193"/>
                  </a:lnTo>
                  <a:lnTo>
                    <a:pt x="0" y="595"/>
                  </a:lnTo>
                  <a:lnTo>
                    <a:pt x="300" y="0"/>
                  </a:lnTo>
                  <a:lnTo>
                    <a:pt x="1227" y="360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7"/>
            <p:cNvSpPr/>
            <p:nvPr/>
          </p:nvSpPr>
          <p:spPr>
            <a:xfrm>
              <a:off x="1753457" y="2049321"/>
              <a:ext cx="9412" cy="13789"/>
            </a:xfrm>
            <a:custGeom>
              <a:avLst/>
              <a:pathLst>
                <a:path w="9412" h="13789">
                  <a:moveTo>
                    <a:pt x="8255" y="13688"/>
                  </a:moveTo>
                  <a:lnTo>
                    <a:pt x="8008" y="13789"/>
                  </a:lnTo>
                  <a:lnTo>
                    <a:pt x="7196" y="13429"/>
                  </a:lnTo>
                  <a:lnTo>
                    <a:pt x="4518" y="8434"/>
                  </a:lnTo>
                  <a:lnTo>
                    <a:pt x="2614" y="6612"/>
                  </a:lnTo>
                  <a:lnTo>
                    <a:pt x="1318" y="4146"/>
                  </a:lnTo>
                  <a:lnTo>
                    <a:pt x="0" y="2568"/>
                  </a:lnTo>
                  <a:lnTo>
                    <a:pt x="809" y="0"/>
                  </a:lnTo>
                  <a:lnTo>
                    <a:pt x="1514" y="317"/>
                  </a:lnTo>
                  <a:lnTo>
                    <a:pt x="3980" y="2407"/>
                  </a:lnTo>
                  <a:lnTo>
                    <a:pt x="5949" y="4433"/>
                  </a:lnTo>
                  <a:lnTo>
                    <a:pt x="7068" y="5755"/>
                  </a:lnTo>
                  <a:lnTo>
                    <a:pt x="9412" y="11417"/>
                  </a:lnTo>
                  <a:lnTo>
                    <a:pt x="9237" y="12229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8"/>
            <p:cNvSpPr/>
            <p:nvPr/>
          </p:nvSpPr>
          <p:spPr>
            <a:xfrm>
              <a:off x="1751117" y="2035791"/>
              <a:ext cx="5811" cy="7241"/>
            </a:xfrm>
            <a:custGeom>
              <a:avLst/>
              <a:pathLst>
                <a:path w="5811" h="7241">
                  <a:moveTo>
                    <a:pt x="5811" y="3855"/>
                  </a:moveTo>
                  <a:lnTo>
                    <a:pt x="5429" y="4917"/>
                  </a:lnTo>
                  <a:lnTo>
                    <a:pt x="4562" y="6582"/>
                  </a:lnTo>
                  <a:lnTo>
                    <a:pt x="3986" y="7241"/>
                  </a:lnTo>
                  <a:lnTo>
                    <a:pt x="3702" y="6899"/>
                  </a:lnTo>
                  <a:lnTo>
                    <a:pt x="2924" y="6714"/>
                  </a:lnTo>
                  <a:lnTo>
                    <a:pt x="2095" y="5056"/>
                  </a:lnTo>
                  <a:lnTo>
                    <a:pt x="1449" y="4394"/>
                  </a:lnTo>
                  <a:lnTo>
                    <a:pt x="1020" y="4361"/>
                  </a:lnTo>
                  <a:lnTo>
                    <a:pt x="807" y="4960"/>
                  </a:lnTo>
                  <a:lnTo>
                    <a:pt x="752" y="5761"/>
                  </a:lnTo>
                  <a:lnTo>
                    <a:pt x="856" y="6766"/>
                  </a:lnTo>
                  <a:lnTo>
                    <a:pt x="784" y="7224"/>
                  </a:lnTo>
                  <a:lnTo>
                    <a:pt x="539" y="7134"/>
                  </a:lnTo>
                  <a:lnTo>
                    <a:pt x="294" y="6664"/>
                  </a:lnTo>
                  <a:lnTo>
                    <a:pt x="50" y="5814"/>
                  </a:lnTo>
                  <a:lnTo>
                    <a:pt x="0" y="4950"/>
                  </a:lnTo>
                  <a:lnTo>
                    <a:pt x="142" y="4070"/>
                  </a:lnTo>
                  <a:lnTo>
                    <a:pt x="744" y="2888"/>
                  </a:lnTo>
                  <a:lnTo>
                    <a:pt x="2624" y="438"/>
                  </a:lnTo>
                  <a:lnTo>
                    <a:pt x="3199" y="0"/>
                  </a:lnTo>
                  <a:lnTo>
                    <a:pt x="3824" y="98"/>
                  </a:lnTo>
                  <a:lnTo>
                    <a:pt x="4829" y="1243"/>
                  </a:lnTo>
                  <a:lnTo>
                    <a:pt x="5044" y="1576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89"/>
            <p:cNvSpPr/>
            <p:nvPr/>
          </p:nvSpPr>
          <p:spPr>
            <a:xfrm>
              <a:off x="1721616" y="2033725"/>
              <a:ext cx="17649" cy="28654"/>
            </a:xfrm>
            <a:custGeom>
              <a:avLst/>
              <a:pathLst>
                <a:path w="17649" h="28654">
                  <a:moveTo>
                    <a:pt x="5459" y="929"/>
                  </a:moveTo>
                  <a:lnTo>
                    <a:pt x="6587" y="2667"/>
                  </a:lnTo>
                  <a:lnTo>
                    <a:pt x="9298" y="1562"/>
                  </a:lnTo>
                  <a:lnTo>
                    <a:pt x="9804" y="1774"/>
                  </a:lnTo>
                  <a:lnTo>
                    <a:pt x="10320" y="2441"/>
                  </a:lnTo>
                  <a:lnTo>
                    <a:pt x="10883" y="3856"/>
                  </a:lnTo>
                  <a:lnTo>
                    <a:pt x="11498" y="6019"/>
                  </a:lnTo>
                  <a:lnTo>
                    <a:pt x="11634" y="8384"/>
                  </a:lnTo>
                  <a:lnTo>
                    <a:pt x="11387" y="9231"/>
                  </a:lnTo>
                  <a:lnTo>
                    <a:pt x="10901" y="10170"/>
                  </a:lnTo>
                  <a:lnTo>
                    <a:pt x="6577" y="13926"/>
                  </a:lnTo>
                  <a:lnTo>
                    <a:pt x="6463" y="14288"/>
                  </a:lnTo>
                  <a:lnTo>
                    <a:pt x="6550" y="14625"/>
                  </a:lnTo>
                  <a:lnTo>
                    <a:pt x="6950" y="14988"/>
                  </a:lnTo>
                  <a:lnTo>
                    <a:pt x="7817" y="14940"/>
                  </a:lnTo>
                  <a:lnTo>
                    <a:pt x="11241" y="14009"/>
                  </a:lnTo>
                  <a:lnTo>
                    <a:pt x="11429" y="13359"/>
                  </a:lnTo>
                  <a:lnTo>
                    <a:pt x="11669" y="10399"/>
                  </a:lnTo>
                  <a:lnTo>
                    <a:pt x="12141" y="8828"/>
                  </a:lnTo>
                  <a:lnTo>
                    <a:pt x="12183" y="7642"/>
                  </a:lnTo>
                  <a:lnTo>
                    <a:pt x="11871" y="4819"/>
                  </a:lnTo>
                  <a:lnTo>
                    <a:pt x="11889" y="3683"/>
                  </a:lnTo>
                  <a:lnTo>
                    <a:pt x="14278" y="3455"/>
                  </a:lnTo>
                  <a:lnTo>
                    <a:pt x="15774" y="2410"/>
                  </a:lnTo>
                  <a:lnTo>
                    <a:pt x="17300" y="465"/>
                  </a:lnTo>
                  <a:lnTo>
                    <a:pt x="17649" y="519"/>
                  </a:lnTo>
                  <a:lnTo>
                    <a:pt x="17430" y="4022"/>
                  </a:lnTo>
                  <a:lnTo>
                    <a:pt x="17219" y="5098"/>
                  </a:lnTo>
                  <a:lnTo>
                    <a:pt x="15755" y="9379"/>
                  </a:lnTo>
                  <a:lnTo>
                    <a:pt x="14916" y="13148"/>
                  </a:lnTo>
                  <a:lnTo>
                    <a:pt x="14507" y="16873"/>
                  </a:lnTo>
                  <a:lnTo>
                    <a:pt x="14435" y="23040"/>
                  </a:lnTo>
                  <a:lnTo>
                    <a:pt x="14073" y="25123"/>
                  </a:lnTo>
                  <a:lnTo>
                    <a:pt x="13408" y="26409"/>
                  </a:lnTo>
                  <a:lnTo>
                    <a:pt x="9263" y="28654"/>
                  </a:lnTo>
                  <a:lnTo>
                    <a:pt x="7126" y="28511"/>
                  </a:lnTo>
                  <a:lnTo>
                    <a:pt x="5221" y="26468"/>
                  </a:lnTo>
                  <a:lnTo>
                    <a:pt x="4324" y="25070"/>
                  </a:lnTo>
                  <a:lnTo>
                    <a:pt x="5002" y="23375"/>
                  </a:lnTo>
                  <a:lnTo>
                    <a:pt x="5468" y="23295"/>
                  </a:lnTo>
                  <a:lnTo>
                    <a:pt x="6808" y="23629"/>
                  </a:lnTo>
                  <a:lnTo>
                    <a:pt x="7842" y="24261"/>
                  </a:lnTo>
                  <a:lnTo>
                    <a:pt x="8303" y="24288"/>
                  </a:lnTo>
                  <a:lnTo>
                    <a:pt x="8225" y="23890"/>
                  </a:lnTo>
                  <a:lnTo>
                    <a:pt x="5278" y="20694"/>
                  </a:lnTo>
                  <a:lnTo>
                    <a:pt x="3121" y="19242"/>
                  </a:lnTo>
                  <a:lnTo>
                    <a:pt x="2467" y="17618"/>
                  </a:lnTo>
                  <a:lnTo>
                    <a:pt x="2447" y="16357"/>
                  </a:lnTo>
                  <a:lnTo>
                    <a:pt x="2277" y="15653"/>
                  </a:lnTo>
                  <a:lnTo>
                    <a:pt x="563" y="11252"/>
                  </a:lnTo>
                  <a:lnTo>
                    <a:pt x="227" y="9512"/>
                  </a:lnTo>
                  <a:lnTo>
                    <a:pt x="3" y="7052"/>
                  </a:lnTo>
                  <a:lnTo>
                    <a:pt x="0" y="4530"/>
                  </a:lnTo>
                  <a:lnTo>
                    <a:pt x="420" y="440"/>
                  </a:lnTo>
                  <a:lnTo>
                    <a:pt x="611" y="0"/>
                  </a:lnTo>
                  <a:lnTo>
                    <a:pt x="1314" y="33"/>
                  </a:lnTo>
                  <a:lnTo>
                    <a:pt x="2528" y="536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0"/>
            <p:cNvSpPr/>
            <p:nvPr/>
          </p:nvSpPr>
          <p:spPr>
            <a:xfrm>
              <a:off x="1748010" y="2019753"/>
              <a:ext cx="2537" cy="4550"/>
            </a:xfrm>
            <a:custGeom>
              <a:avLst/>
              <a:pathLst>
                <a:path w="2537" h="4550">
                  <a:moveTo>
                    <a:pt x="393" y="4513"/>
                  </a:moveTo>
                  <a:lnTo>
                    <a:pt x="107" y="4550"/>
                  </a:lnTo>
                  <a:lnTo>
                    <a:pt x="0" y="3933"/>
                  </a:lnTo>
                  <a:lnTo>
                    <a:pt x="68" y="2657"/>
                  </a:lnTo>
                  <a:lnTo>
                    <a:pt x="459" y="499"/>
                  </a:lnTo>
                  <a:lnTo>
                    <a:pt x="644" y="0"/>
                  </a:lnTo>
                  <a:lnTo>
                    <a:pt x="2245" y="380"/>
                  </a:lnTo>
                  <a:lnTo>
                    <a:pt x="2480" y="532"/>
                  </a:lnTo>
                  <a:lnTo>
                    <a:pt x="2537" y="947"/>
                  </a:lnTo>
                  <a:lnTo>
                    <a:pt x="2414" y="1627"/>
                  </a:lnTo>
                  <a:lnTo>
                    <a:pt x="1899" y="2599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1"/>
            <p:cNvSpPr/>
            <p:nvPr/>
          </p:nvSpPr>
          <p:spPr>
            <a:xfrm>
              <a:off x="1752745" y="2008108"/>
              <a:ext cx="4583" cy="8189"/>
            </a:xfrm>
            <a:custGeom>
              <a:avLst/>
              <a:pathLst>
                <a:path w="4583" h="8189">
                  <a:moveTo>
                    <a:pt x="0" y="7570"/>
                  </a:moveTo>
                  <a:lnTo>
                    <a:pt x="1012" y="5664"/>
                  </a:lnTo>
                  <a:lnTo>
                    <a:pt x="3242" y="2361"/>
                  </a:lnTo>
                  <a:lnTo>
                    <a:pt x="4457" y="0"/>
                  </a:lnTo>
                  <a:lnTo>
                    <a:pt x="4583" y="2330"/>
                  </a:lnTo>
                  <a:lnTo>
                    <a:pt x="2787" y="6244"/>
                  </a:lnTo>
                  <a:lnTo>
                    <a:pt x="491" y="8189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2"/>
            <p:cNvSpPr/>
            <p:nvPr/>
          </p:nvSpPr>
          <p:spPr>
            <a:xfrm>
              <a:off x="2608875" y="1975162"/>
              <a:ext cx="2967" cy="3713"/>
            </a:xfrm>
            <a:custGeom>
              <a:avLst/>
              <a:pathLst>
                <a:path w="2967" h="3713">
                  <a:moveTo>
                    <a:pt x="2484" y="2999"/>
                  </a:moveTo>
                  <a:lnTo>
                    <a:pt x="2630" y="3713"/>
                  </a:lnTo>
                  <a:lnTo>
                    <a:pt x="726" y="3198"/>
                  </a:lnTo>
                  <a:lnTo>
                    <a:pt x="56" y="2747"/>
                  </a:lnTo>
                  <a:lnTo>
                    <a:pt x="0" y="2272"/>
                  </a:lnTo>
                  <a:lnTo>
                    <a:pt x="94" y="1532"/>
                  </a:lnTo>
                  <a:lnTo>
                    <a:pt x="472" y="663"/>
                  </a:lnTo>
                  <a:lnTo>
                    <a:pt x="1344" y="0"/>
                  </a:lnTo>
                  <a:lnTo>
                    <a:pt x="1817" y="341"/>
                  </a:lnTo>
                  <a:lnTo>
                    <a:pt x="2831" y="1240"/>
                  </a:lnTo>
                  <a:lnTo>
                    <a:pt x="2967" y="1784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3"/>
            <p:cNvSpPr/>
            <p:nvPr/>
          </p:nvSpPr>
          <p:spPr>
            <a:xfrm>
              <a:off x="2390238" y="1966345"/>
              <a:ext cx="3166" cy="9094"/>
            </a:xfrm>
            <a:custGeom>
              <a:avLst/>
              <a:pathLst>
                <a:path w="3166" h="9094">
                  <a:moveTo>
                    <a:pt x="1077" y="8684"/>
                  </a:moveTo>
                  <a:lnTo>
                    <a:pt x="450" y="9094"/>
                  </a:lnTo>
                  <a:lnTo>
                    <a:pt x="0" y="9053"/>
                  </a:lnTo>
                  <a:lnTo>
                    <a:pt x="83" y="8062"/>
                  </a:lnTo>
                  <a:lnTo>
                    <a:pt x="702" y="6120"/>
                  </a:lnTo>
                  <a:lnTo>
                    <a:pt x="1053" y="4413"/>
                  </a:lnTo>
                  <a:lnTo>
                    <a:pt x="1138" y="2941"/>
                  </a:lnTo>
                  <a:lnTo>
                    <a:pt x="1411" y="1652"/>
                  </a:lnTo>
                  <a:lnTo>
                    <a:pt x="1875" y="546"/>
                  </a:lnTo>
                  <a:lnTo>
                    <a:pt x="2335" y="0"/>
                  </a:lnTo>
                  <a:lnTo>
                    <a:pt x="3024" y="17"/>
                  </a:lnTo>
                  <a:lnTo>
                    <a:pt x="3166" y="3599"/>
                  </a:lnTo>
                  <a:lnTo>
                    <a:pt x="2974" y="5280"/>
                  </a:lnTo>
                  <a:lnTo>
                    <a:pt x="2513" y="6687"/>
                  </a:lnTo>
                  <a:lnTo>
                    <a:pt x="1881" y="7821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4"/>
            <p:cNvSpPr/>
            <p:nvPr/>
          </p:nvSpPr>
          <p:spPr>
            <a:xfrm>
              <a:off x="2375738" y="1965543"/>
              <a:ext cx="6282" cy="7887"/>
            </a:xfrm>
            <a:custGeom>
              <a:avLst/>
              <a:pathLst>
                <a:path w="6282" h="7887">
                  <a:moveTo>
                    <a:pt x="1373" y="7662"/>
                  </a:moveTo>
                  <a:lnTo>
                    <a:pt x="743" y="7887"/>
                  </a:lnTo>
                  <a:lnTo>
                    <a:pt x="0" y="7460"/>
                  </a:lnTo>
                  <a:lnTo>
                    <a:pt x="387" y="5289"/>
                  </a:lnTo>
                  <a:lnTo>
                    <a:pt x="1033" y="4386"/>
                  </a:lnTo>
                  <a:lnTo>
                    <a:pt x="2645" y="3484"/>
                  </a:lnTo>
                  <a:lnTo>
                    <a:pt x="2921" y="2930"/>
                  </a:lnTo>
                  <a:lnTo>
                    <a:pt x="3436" y="2654"/>
                  </a:lnTo>
                  <a:lnTo>
                    <a:pt x="4191" y="2654"/>
                  </a:lnTo>
                  <a:lnTo>
                    <a:pt x="5032" y="1843"/>
                  </a:lnTo>
                  <a:lnTo>
                    <a:pt x="5960" y="222"/>
                  </a:lnTo>
                  <a:lnTo>
                    <a:pt x="6282" y="0"/>
                  </a:lnTo>
                  <a:lnTo>
                    <a:pt x="5630" y="2359"/>
                  </a:lnTo>
                  <a:lnTo>
                    <a:pt x="4947" y="4123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5"/>
            <p:cNvSpPr/>
            <p:nvPr/>
          </p:nvSpPr>
          <p:spPr>
            <a:xfrm>
              <a:off x="2376733" y="1961581"/>
              <a:ext cx="13593" cy="23451"/>
            </a:xfrm>
            <a:custGeom>
              <a:avLst/>
              <a:pathLst>
                <a:path w="13593" h="23451">
                  <a:moveTo>
                    <a:pt x="13236" y="9880"/>
                  </a:moveTo>
                  <a:lnTo>
                    <a:pt x="12219" y="12867"/>
                  </a:lnTo>
                  <a:lnTo>
                    <a:pt x="11406" y="15736"/>
                  </a:lnTo>
                  <a:lnTo>
                    <a:pt x="10276" y="21138"/>
                  </a:lnTo>
                  <a:lnTo>
                    <a:pt x="9630" y="21332"/>
                  </a:lnTo>
                  <a:lnTo>
                    <a:pt x="9065" y="20033"/>
                  </a:lnTo>
                  <a:lnTo>
                    <a:pt x="10685" y="13711"/>
                  </a:lnTo>
                  <a:lnTo>
                    <a:pt x="10762" y="13006"/>
                  </a:lnTo>
                  <a:lnTo>
                    <a:pt x="10685" y="12402"/>
                  </a:lnTo>
                  <a:lnTo>
                    <a:pt x="10194" y="11473"/>
                  </a:lnTo>
                  <a:lnTo>
                    <a:pt x="9704" y="12542"/>
                  </a:lnTo>
                  <a:lnTo>
                    <a:pt x="7414" y="19667"/>
                  </a:lnTo>
                  <a:lnTo>
                    <a:pt x="6823" y="20809"/>
                  </a:lnTo>
                  <a:lnTo>
                    <a:pt x="6332" y="21443"/>
                  </a:lnTo>
                  <a:lnTo>
                    <a:pt x="5941" y="21564"/>
                  </a:lnTo>
                  <a:lnTo>
                    <a:pt x="4967" y="21415"/>
                  </a:lnTo>
                  <a:lnTo>
                    <a:pt x="3004" y="23451"/>
                  </a:lnTo>
                  <a:lnTo>
                    <a:pt x="6303" y="14989"/>
                  </a:lnTo>
                  <a:lnTo>
                    <a:pt x="6337" y="14344"/>
                  </a:lnTo>
                  <a:lnTo>
                    <a:pt x="5719" y="13949"/>
                  </a:lnTo>
                  <a:lnTo>
                    <a:pt x="5475" y="14168"/>
                  </a:lnTo>
                  <a:lnTo>
                    <a:pt x="2802" y="19498"/>
                  </a:lnTo>
                  <a:lnTo>
                    <a:pt x="1279" y="21552"/>
                  </a:lnTo>
                  <a:lnTo>
                    <a:pt x="256" y="20929"/>
                  </a:lnTo>
                  <a:lnTo>
                    <a:pt x="0" y="20371"/>
                  </a:lnTo>
                  <a:lnTo>
                    <a:pt x="92" y="19749"/>
                  </a:lnTo>
                  <a:lnTo>
                    <a:pt x="2692" y="14369"/>
                  </a:lnTo>
                  <a:lnTo>
                    <a:pt x="5082" y="10518"/>
                  </a:lnTo>
                  <a:lnTo>
                    <a:pt x="6083" y="8094"/>
                  </a:lnTo>
                  <a:lnTo>
                    <a:pt x="6489" y="5810"/>
                  </a:lnTo>
                  <a:lnTo>
                    <a:pt x="6667" y="4139"/>
                  </a:lnTo>
                  <a:lnTo>
                    <a:pt x="6655" y="2299"/>
                  </a:lnTo>
                  <a:lnTo>
                    <a:pt x="6779" y="1793"/>
                  </a:lnTo>
                  <a:lnTo>
                    <a:pt x="6917" y="1887"/>
                  </a:lnTo>
                  <a:lnTo>
                    <a:pt x="7070" y="2582"/>
                  </a:lnTo>
                  <a:lnTo>
                    <a:pt x="7110" y="4520"/>
                  </a:lnTo>
                  <a:lnTo>
                    <a:pt x="6564" y="8498"/>
                  </a:lnTo>
                  <a:lnTo>
                    <a:pt x="6125" y="10456"/>
                  </a:lnTo>
                  <a:lnTo>
                    <a:pt x="5602" y="12069"/>
                  </a:lnTo>
                  <a:lnTo>
                    <a:pt x="5823" y="12421"/>
                  </a:lnTo>
                  <a:lnTo>
                    <a:pt x="6786" y="11505"/>
                  </a:lnTo>
                  <a:lnTo>
                    <a:pt x="7596" y="9573"/>
                  </a:lnTo>
                  <a:lnTo>
                    <a:pt x="8254" y="6622"/>
                  </a:lnTo>
                  <a:lnTo>
                    <a:pt x="8674" y="4058"/>
                  </a:lnTo>
                  <a:lnTo>
                    <a:pt x="9080" y="0"/>
                  </a:lnTo>
                  <a:lnTo>
                    <a:pt x="9219" y="141"/>
                  </a:lnTo>
                  <a:lnTo>
                    <a:pt x="9409" y="950"/>
                  </a:lnTo>
                  <a:lnTo>
                    <a:pt x="9844" y="1522"/>
                  </a:lnTo>
                  <a:lnTo>
                    <a:pt x="10526" y="1856"/>
                  </a:lnTo>
                  <a:lnTo>
                    <a:pt x="10917" y="2377"/>
                  </a:lnTo>
                  <a:lnTo>
                    <a:pt x="11204" y="3738"/>
                  </a:lnTo>
                  <a:lnTo>
                    <a:pt x="11482" y="4338"/>
                  </a:lnTo>
                  <a:lnTo>
                    <a:pt x="12503" y="4846"/>
                  </a:lnTo>
                  <a:lnTo>
                    <a:pt x="12896" y="5280"/>
                  </a:lnTo>
                  <a:lnTo>
                    <a:pt x="13177" y="6766"/>
                  </a:lnTo>
                  <a:lnTo>
                    <a:pt x="13152" y="7550"/>
                  </a:lnTo>
                  <a:lnTo>
                    <a:pt x="13290" y="8052"/>
                  </a:lnTo>
                  <a:lnTo>
                    <a:pt x="13593" y="8274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6"/>
            <p:cNvSpPr/>
            <p:nvPr/>
          </p:nvSpPr>
          <p:spPr>
            <a:xfrm>
              <a:off x="2381974" y="1955722"/>
              <a:ext cx="1250" cy="4576"/>
            </a:xfrm>
            <a:custGeom>
              <a:avLst/>
              <a:pathLst>
                <a:path w="1250" h="4576">
                  <a:moveTo>
                    <a:pt x="806" y="4197"/>
                  </a:moveTo>
                  <a:lnTo>
                    <a:pt x="371" y="4576"/>
                  </a:lnTo>
                  <a:lnTo>
                    <a:pt x="75" y="4544"/>
                  </a:lnTo>
                  <a:lnTo>
                    <a:pt x="404" y="1927"/>
                  </a:lnTo>
                  <a:lnTo>
                    <a:pt x="22" y="1001"/>
                  </a:lnTo>
                  <a:lnTo>
                    <a:pt x="0" y="525"/>
                  </a:lnTo>
                  <a:lnTo>
                    <a:pt x="165" y="89"/>
                  </a:lnTo>
                  <a:lnTo>
                    <a:pt x="378" y="0"/>
                  </a:lnTo>
                  <a:lnTo>
                    <a:pt x="892" y="806"/>
                  </a:lnTo>
                  <a:lnTo>
                    <a:pt x="1141" y="1656"/>
                  </a:lnTo>
                  <a:lnTo>
                    <a:pt x="1250" y="2491"/>
                  </a:lnTo>
                  <a:lnTo>
                    <a:pt x="1221" y="3315"/>
                  </a:lnTo>
                  <a:lnTo>
                    <a:pt x="1073" y="3884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7"/>
            <p:cNvSpPr/>
            <p:nvPr/>
          </p:nvSpPr>
          <p:spPr>
            <a:xfrm>
              <a:off x="2377505" y="1953755"/>
              <a:ext cx="1468" cy="3195"/>
            </a:xfrm>
            <a:custGeom>
              <a:avLst/>
              <a:pathLst>
                <a:path w="1468" h="3195">
                  <a:moveTo>
                    <a:pt x="971" y="2680"/>
                  </a:moveTo>
                  <a:lnTo>
                    <a:pt x="631" y="3195"/>
                  </a:lnTo>
                  <a:lnTo>
                    <a:pt x="25" y="2615"/>
                  </a:lnTo>
                  <a:lnTo>
                    <a:pt x="0" y="1134"/>
                  </a:lnTo>
                  <a:lnTo>
                    <a:pt x="586" y="0"/>
                  </a:lnTo>
                  <a:lnTo>
                    <a:pt x="1050" y="51"/>
                  </a:lnTo>
                  <a:lnTo>
                    <a:pt x="1468" y="655"/>
                  </a:lnTo>
                  <a:lnTo>
                    <a:pt x="1365" y="1455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8"/>
            <p:cNvSpPr/>
            <p:nvPr/>
          </p:nvSpPr>
          <p:spPr>
            <a:xfrm>
              <a:off x="2598813" y="1932655"/>
              <a:ext cx="4611" cy="4824"/>
            </a:xfrm>
            <a:custGeom>
              <a:avLst/>
              <a:pathLst>
                <a:path w="4611" h="4824">
                  <a:moveTo>
                    <a:pt x="3302" y="731"/>
                  </a:moveTo>
                  <a:lnTo>
                    <a:pt x="4340" y="1607"/>
                  </a:lnTo>
                  <a:lnTo>
                    <a:pt x="4611" y="4824"/>
                  </a:lnTo>
                  <a:lnTo>
                    <a:pt x="2665" y="4635"/>
                  </a:lnTo>
                  <a:lnTo>
                    <a:pt x="441" y="2480"/>
                  </a:lnTo>
                  <a:lnTo>
                    <a:pt x="0" y="911"/>
                  </a:lnTo>
                  <a:lnTo>
                    <a:pt x="49" y="642"/>
                  </a:lnTo>
                  <a:lnTo>
                    <a:pt x="344" y="372"/>
                  </a:lnTo>
                  <a:lnTo>
                    <a:pt x="909" y="745"/>
                  </a:lnTo>
                  <a:lnTo>
                    <a:pt x="1458" y="183"/>
                  </a:lnTo>
                  <a:lnTo>
                    <a:pt x="2010" y="0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299"/>
            <p:cNvSpPr/>
            <p:nvPr/>
          </p:nvSpPr>
          <p:spPr>
            <a:xfrm>
              <a:off x="2378831" y="1931810"/>
              <a:ext cx="1539" cy="4891"/>
            </a:xfrm>
            <a:custGeom>
              <a:avLst/>
              <a:pathLst>
                <a:path w="1539" h="4891">
                  <a:moveTo>
                    <a:pt x="1502" y="2731"/>
                  </a:moveTo>
                  <a:lnTo>
                    <a:pt x="1308" y="2967"/>
                  </a:lnTo>
                  <a:lnTo>
                    <a:pt x="777" y="2763"/>
                  </a:lnTo>
                  <a:lnTo>
                    <a:pt x="570" y="4709"/>
                  </a:lnTo>
                  <a:lnTo>
                    <a:pt x="367" y="4891"/>
                  </a:lnTo>
                  <a:lnTo>
                    <a:pt x="0" y="3692"/>
                  </a:lnTo>
                  <a:lnTo>
                    <a:pt x="275" y="2666"/>
                  </a:lnTo>
                  <a:lnTo>
                    <a:pt x="235" y="1960"/>
                  </a:lnTo>
                  <a:lnTo>
                    <a:pt x="337" y="1438"/>
                  </a:lnTo>
                  <a:lnTo>
                    <a:pt x="868" y="272"/>
                  </a:lnTo>
                  <a:lnTo>
                    <a:pt x="1180" y="0"/>
                  </a:lnTo>
                  <a:lnTo>
                    <a:pt x="1376" y="99"/>
                  </a:lnTo>
                  <a:lnTo>
                    <a:pt x="1539" y="1564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0"/>
            <p:cNvSpPr/>
            <p:nvPr/>
          </p:nvSpPr>
          <p:spPr>
            <a:xfrm>
              <a:off x="2508219" y="1886358"/>
              <a:ext cx="2439" cy="5478"/>
            </a:xfrm>
            <a:custGeom>
              <a:avLst/>
              <a:pathLst>
                <a:path w="2439" h="5478">
                  <a:moveTo>
                    <a:pt x="2378" y="3129"/>
                  </a:moveTo>
                  <a:lnTo>
                    <a:pt x="1628" y="5276"/>
                  </a:lnTo>
                  <a:lnTo>
                    <a:pt x="630" y="5009"/>
                  </a:lnTo>
                  <a:lnTo>
                    <a:pt x="271" y="5452"/>
                  </a:lnTo>
                  <a:lnTo>
                    <a:pt x="0" y="5478"/>
                  </a:lnTo>
                  <a:lnTo>
                    <a:pt x="450" y="3462"/>
                  </a:lnTo>
                  <a:lnTo>
                    <a:pt x="509" y="2107"/>
                  </a:lnTo>
                  <a:lnTo>
                    <a:pt x="281" y="735"/>
                  </a:lnTo>
                  <a:lnTo>
                    <a:pt x="612" y="37"/>
                  </a:lnTo>
                  <a:lnTo>
                    <a:pt x="1945" y="0"/>
                  </a:lnTo>
                  <a:lnTo>
                    <a:pt x="1962" y="1577"/>
                  </a:lnTo>
                  <a:lnTo>
                    <a:pt x="2124" y="2169"/>
                  </a:lnTo>
                  <a:lnTo>
                    <a:pt x="2439" y="2439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1"/>
            <p:cNvSpPr/>
            <p:nvPr/>
          </p:nvSpPr>
          <p:spPr>
            <a:xfrm>
              <a:off x="2372829" y="1869265"/>
              <a:ext cx="1942" cy="3060"/>
            </a:xfrm>
            <a:custGeom>
              <a:avLst/>
              <a:pathLst>
                <a:path w="1942" h="3060">
                  <a:moveTo>
                    <a:pt x="486" y="2969"/>
                  </a:moveTo>
                  <a:lnTo>
                    <a:pt x="91" y="3060"/>
                  </a:lnTo>
                  <a:lnTo>
                    <a:pt x="0" y="2701"/>
                  </a:lnTo>
                  <a:lnTo>
                    <a:pt x="316" y="1490"/>
                  </a:lnTo>
                  <a:lnTo>
                    <a:pt x="839" y="1343"/>
                  </a:lnTo>
                  <a:lnTo>
                    <a:pt x="1415" y="0"/>
                  </a:lnTo>
                  <a:lnTo>
                    <a:pt x="1942" y="464"/>
                  </a:lnTo>
                  <a:lnTo>
                    <a:pt x="1747" y="1214"/>
                  </a:lnTo>
                  <a:lnTo>
                    <a:pt x="1038" y="2354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2"/>
            <p:cNvSpPr/>
            <p:nvPr/>
          </p:nvSpPr>
          <p:spPr>
            <a:xfrm>
              <a:off x="2374773" y="1864763"/>
              <a:ext cx="3312" cy="3341"/>
            </a:xfrm>
            <a:custGeom>
              <a:avLst/>
              <a:pathLst>
                <a:path w="3312" h="3341">
                  <a:moveTo>
                    <a:pt x="1269" y="3136"/>
                  </a:moveTo>
                  <a:lnTo>
                    <a:pt x="0" y="3341"/>
                  </a:lnTo>
                  <a:lnTo>
                    <a:pt x="553" y="1588"/>
                  </a:lnTo>
                  <a:lnTo>
                    <a:pt x="1029" y="741"/>
                  </a:lnTo>
                  <a:lnTo>
                    <a:pt x="1553" y="200"/>
                  </a:lnTo>
                  <a:lnTo>
                    <a:pt x="2606" y="0"/>
                  </a:lnTo>
                  <a:lnTo>
                    <a:pt x="3312" y="704"/>
                  </a:lnTo>
                  <a:lnTo>
                    <a:pt x="2683" y="1981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3"/>
            <p:cNvSpPr/>
            <p:nvPr/>
          </p:nvSpPr>
          <p:spPr>
            <a:xfrm>
              <a:off x="2563951" y="1845921"/>
              <a:ext cx="5298" cy="6404"/>
            </a:xfrm>
            <a:custGeom>
              <a:avLst/>
              <a:pathLst>
                <a:path w="5298" h="6404">
                  <a:moveTo>
                    <a:pt x="5298" y="4358"/>
                  </a:moveTo>
                  <a:lnTo>
                    <a:pt x="4867" y="6404"/>
                  </a:lnTo>
                  <a:lnTo>
                    <a:pt x="3433" y="5654"/>
                  </a:lnTo>
                  <a:lnTo>
                    <a:pt x="1215" y="4106"/>
                  </a:lnTo>
                  <a:lnTo>
                    <a:pt x="338" y="3079"/>
                  </a:lnTo>
                  <a:lnTo>
                    <a:pt x="32" y="1955"/>
                  </a:lnTo>
                  <a:lnTo>
                    <a:pt x="0" y="401"/>
                  </a:lnTo>
                  <a:lnTo>
                    <a:pt x="664" y="147"/>
                  </a:lnTo>
                  <a:lnTo>
                    <a:pt x="2346" y="0"/>
                  </a:lnTo>
                  <a:lnTo>
                    <a:pt x="3750" y="2162"/>
                  </a:lnTo>
                  <a:lnTo>
                    <a:pt x="4153" y="2493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4"/>
            <p:cNvSpPr/>
            <p:nvPr/>
          </p:nvSpPr>
          <p:spPr>
            <a:xfrm>
              <a:off x="2520373" y="1843757"/>
              <a:ext cx="6774" cy="10487"/>
            </a:xfrm>
            <a:custGeom>
              <a:avLst/>
              <a:pathLst>
                <a:path w="6774" h="10487">
                  <a:moveTo>
                    <a:pt x="1654" y="10251"/>
                  </a:moveTo>
                  <a:lnTo>
                    <a:pt x="539" y="10487"/>
                  </a:lnTo>
                  <a:lnTo>
                    <a:pt x="32" y="9863"/>
                  </a:lnTo>
                  <a:lnTo>
                    <a:pt x="0" y="8069"/>
                  </a:lnTo>
                  <a:lnTo>
                    <a:pt x="365" y="6714"/>
                  </a:lnTo>
                  <a:lnTo>
                    <a:pt x="1642" y="3908"/>
                  </a:lnTo>
                  <a:lnTo>
                    <a:pt x="2788" y="763"/>
                  </a:lnTo>
                  <a:lnTo>
                    <a:pt x="3458" y="0"/>
                  </a:lnTo>
                  <a:lnTo>
                    <a:pt x="4810" y="515"/>
                  </a:lnTo>
                  <a:lnTo>
                    <a:pt x="5598" y="1418"/>
                  </a:lnTo>
                  <a:lnTo>
                    <a:pt x="6420" y="2926"/>
                  </a:lnTo>
                  <a:lnTo>
                    <a:pt x="6774" y="4087"/>
                  </a:lnTo>
                  <a:lnTo>
                    <a:pt x="6461" y="5797"/>
                  </a:lnTo>
                  <a:lnTo>
                    <a:pt x="5498" y="7326"/>
                  </a:lnTo>
                  <a:lnTo>
                    <a:pt x="4387" y="8368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5"/>
            <p:cNvSpPr/>
            <p:nvPr/>
          </p:nvSpPr>
          <p:spPr>
            <a:xfrm>
              <a:off x="2393258" y="1836937"/>
              <a:ext cx="5274" cy="3006"/>
            </a:xfrm>
            <a:custGeom>
              <a:avLst/>
              <a:pathLst>
                <a:path w="5274" h="3006">
                  <a:moveTo>
                    <a:pt x="1696" y="2662"/>
                  </a:moveTo>
                  <a:lnTo>
                    <a:pt x="2" y="3006"/>
                  </a:lnTo>
                  <a:lnTo>
                    <a:pt x="0" y="2579"/>
                  </a:lnTo>
                  <a:lnTo>
                    <a:pt x="704" y="1369"/>
                  </a:lnTo>
                  <a:lnTo>
                    <a:pt x="3326" y="311"/>
                  </a:lnTo>
                  <a:lnTo>
                    <a:pt x="5274" y="0"/>
                  </a:lnTo>
                  <a:lnTo>
                    <a:pt x="4815" y="1027"/>
                  </a:lnTo>
                  <a:lnTo>
                    <a:pt x="3660" y="1839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6"/>
            <p:cNvSpPr/>
            <p:nvPr/>
          </p:nvSpPr>
          <p:spPr>
            <a:xfrm>
              <a:off x="2556600" y="1811317"/>
              <a:ext cx="9409" cy="9788"/>
            </a:xfrm>
            <a:custGeom>
              <a:avLst/>
              <a:pathLst>
                <a:path w="9409" h="9788">
                  <a:moveTo>
                    <a:pt x="7397" y="9444"/>
                  </a:moveTo>
                  <a:lnTo>
                    <a:pt x="7099" y="9788"/>
                  </a:lnTo>
                  <a:lnTo>
                    <a:pt x="6815" y="9710"/>
                  </a:lnTo>
                  <a:lnTo>
                    <a:pt x="5896" y="8134"/>
                  </a:lnTo>
                  <a:lnTo>
                    <a:pt x="4661" y="7495"/>
                  </a:lnTo>
                  <a:lnTo>
                    <a:pt x="4203" y="6876"/>
                  </a:lnTo>
                  <a:lnTo>
                    <a:pt x="471" y="3630"/>
                  </a:lnTo>
                  <a:lnTo>
                    <a:pt x="65" y="2205"/>
                  </a:lnTo>
                  <a:lnTo>
                    <a:pt x="0" y="1069"/>
                  </a:lnTo>
                  <a:lnTo>
                    <a:pt x="1239" y="515"/>
                  </a:lnTo>
                  <a:lnTo>
                    <a:pt x="3730" y="0"/>
                  </a:lnTo>
                  <a:lnTo>
                    <a:pt x="5894" y="17"/>
                  </a:lnTo>
                  <a:lnTo>
                    <a:pt x="7928" y="693"/>
                  </a:lnTo>
                  <a:lnTo>
                    <a:pt x="8339" y="1419"/>
                  </a:lnTo>
                  <a:lnTo>
                    <a:pt x="9409" y="2738"/>
                  </a:lnTo>
                  <a:lnTo>
                    <a:pt x="9145" y="4324"/>
                  </a:lnTo>
                  <a:lnTo>
                    <a:pt x="9078" y="6329"/>
                  </a:lnTo>
                  <a:lnTo>
                    <a:pt x="8635" y="7306"/>
                  </a:lnTo>
                  <a:lnTo>
                    <a:pt x="7953" y="8049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7"/>
            <p:cNvSpPr/>
            <p:nvPr/>
          </p:nvSpPr>
          <p:spPr>
            <a:xfrm>
              <a:off x="2213990" y="1803950"/>
              <a:ext cx="2513" cy="2757"/>
            </a:xfrm>
            <a:custGeom>
              <a:avLst/>
              <a:pathLst>
                <a:path w="2513" h="2757">
                  <a:moveTo>
                    <a:pt x="1884" y="2686"/>
                  </a:moveTo>
                  <a:lnTo>
                    <a:pt x="1380" y="2757"/>
                  </a:lnTo>
                  <a:lnTo>
                    <a:pt x="248" y="1249"/>
                  </a:lnTo>
                  <a:lnTo>
                    <a:pt x="0" y="486"/>
                  </a:lnTo>
                  <a:lnTo>
                    <a:pt x="1491" y="0"/>
                  </a:lnTo>
                  <a:lnTo>
                    <a:pt x="2513" y="1338"/>
                  </a:lnTo>
                  <a:lnTo>
                    <a:pt x="2427" y="1995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8"/>
            <p:cNvSpPr/>
            <p:nvPr/>
          </p:nvSpPr>
          <p:spPr>
            <a:xfrm>
              <a:off x="2559028" y="1803707"/>
              <a:ext cx="4810" cy="6225"/>
            </a:xfrm>
            <a:custGeom>
              <a:avLst/>
              <a:pathLst>
                <a:path w="4810" h="6225">
                  <a:moveTo>
                    <a:pt x="2527" y="1895"/>
                  </a:moveTo>
                  <a:lnTo>
                    <a:pt x="2804" y="2155"/>
                  </a:lnTo>
                  <a:lnTo>
                    <a:pt x="3137" y="1849"/>
                  </a:lnTo>
                  <a:lnTo>
                    <a:pt x="3391" y="2113"/>
                  </a:lnTo>
                  <a:lnTo>
                    <a:pt x="3562" y="2950"/>
                  </a:lnTo>
                  <a:lnTo>
                    <a:pt x="3847" y="3530"/>
                  </a:lnTo>
                  <a:lnTo>
                    <a:pt x="4568" y="4286"/>
                  </a:lnTo>
                  <a:lnTo>
                    <a:pt x="4810" y="4826"/>
                  </a:lnTo>
                  <a:lnTo>
                    <a:pt x="4791" y="5368"/>
                  </a:lnTo>
                  <a:lnTo>
                    <a:pt x="4180" y="6202"/>
                  </a:lnTo>
                  <a:lnTo>
                    <a:pt x="3795" y="6225"/>
                  </a:lnTo>
                  <a:lnTo>
                    <a:pt x="856" y="4301"/>
                  </a:lnTo>
                  <a:lnTo>
                    <a:pt x="62" y="2340"/>
                  </a:lnTo>
                  <a:lnTo>
                    <a:pt x="0" y="1344"/>
                  </a:lnTo>
                  <a:lnTo>
                    <a:pt x="306" y="438"/>
                  </a:lnTo>
                  <a:lnTo>
                    <a:pt x="757" y="0"/>
                  </a:lnTo>
                  <a:lnTo>
                    <a:pt x="1353" y="28"/>
                  </a:lnTo>
                  <a:lnTo>
                    <a:pt x="2060" y="507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09"/>
            <p:cNvSpPr/>
            <p:nvPr/>
          </p:nvSpPr>
          <p:spPr>
            <a:xfrm>
              <a:off x="2373382" y="1789819"/>
              <a:ext cx="12436" cy="24188"/>
            </a:xfrm>
            <a:custGeom>
              <a:avLst/>
              <a:pathLst>
                <a:path w="12436" h="24188">
                  <a:moveTo>
                    <a:pt x="9063" y="44"/>
                  </a:moveTo>
                  <a:lnTo>
                    <a:pt x="10040" y="848"/>
                  </a:lnTo>
                  <a:lnTo>
                    <a:pt x="11646" y="3531"/>
                  </a:lnTo>
                  <a:lnTo>
                    <a:pt x="12257" y="4892"/>
                  </a:lnTo>
                  <a:lnTo>
                    <a:pt x="12436" y="6714"/>
                  </a:lnTo>
                  <a:lnTo>
                    <a:pt x="12011" y="9151"/>
                  </a:lnTo>
                  <a:lnTo>
                    <a:pt x="11795" y="11440"/>
                  </a:lnTo>
                  <a:lnTo>
                    <a:pt x="11199" y="13162"/>
                  </a:lnTo>
                  <a:lnTo>
                    <a:pt x="10090" y="15339"/>
                  </a:lnTo>
                  <a:lnTo>
                    <a:pt x="9106" y="17883"/>
                  </a:lnTo>
                  <a:lnTo>
                    <a:pt x="8249" y="20791"/>
                  </a:lnTo>
                  <a:lnTo>
                    <a:pt x="7540" y="22717"/>
                  </a:lnTo>
                  <a:lnTo>
                    <a:pt x="6979" y="23659"/>
                  </a:lnTo>
                  <a:lnTo>
                    <a:pt x="6373" y="24149"/>
                  </a:lnTo>
                  <a:lnTo>
                    <a:pt x="5722" y="24188"/>
                  </a:lnTo>
                  <a:lnTo>
                    <a:pt x="4732" y="23139"/>
                  </a:lnTo>
                  <a:lnTo>
                    <a:pt x="3401" y="21000"/>
                  </a:lnTo>
                  <a:lnTo>
                    <a:pt x="2317" y="19691"/>
                  </a:lnTo>
                  <a:lnTo>
                    <a:pt x="924" y="18792"/>
                  </a:lnTo>
                  <a:lnTo>
                    <a:pt x="180" y="17582"/>
                  </a:lnTo>
                  <a:lnTo>
                    <a:pt x="45" y="16389"/>
                  </a:lnTo>
                  <a:lnTo>
                    <a:pt x="0" y="12520"/>
                  </a:lnTo>
                  <a:lnTo>
                    <a:pt x="58" y="10596"/>
                  </a:lnTo>
                  <a:lnTo>
                    <a:pt x="244" y="8988"/>
                  </a:lnTo>
                  <a:lnTo>
                    <a:pt x="557" y="7698"/>
                  </a:lnTo>
                  <a:lnTo>
                    <a:pt x="1249" y="5922"/>
                  </a:lnTo>
                  <a:lnTo>
                    <a:pt x="3186" y="2076"/>
                  </a:lnTo>
                  <a:lnTo>
                    <a:pt x="4356" y="601"/>
                  </a:lnTo>
                  <a:lnTo>
                    <a:pt x="5081" y="262"/>
                  </a:lnTo>
                  <a:lnTo>
                    <a:pt x="7000" y="538"/>
                  </a:lnTo>
                  <a:lnTo>
                    <a:pt x="7777" y="441"/>
                  </a:lnTo>
                  <a:lnTo>
                    <a:pt x="8418" y="0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0"/>
            <p:cNvSpPr/>
            <p:nvPr/>
          </p:nvSpPr>
          <p:spPr>
            <a:xfrm>
              <a:off x="2562469" y="1785519"/>
              <a:ext cx="6644" cy="5175"/>
            </a:xfrm>
            <a:custGeom>
              <a:avLst/>
              <a:pathLst>
                <a:path w="6644" h="5175">
                  <a:moveTo>
                    <a:pt x="1636" y="0"/>
                  </a:moveTo>
                  <a:lnTo>
                    <a:pt x="4006" y="317"/>
                  </a:lnTo>
                  <a:lnTo>
                    <a:pt x="5443" y="204"/>
                  </a:lnTo>
                  <a:lnTo>
                    <a:pt x="6064" y="673"/>
                  </a:lnTo>
                  <a:lnTo>
                    <a:pt x="6644" y="2108"/>
                  </a:lnTo>
                  <a:lnTo>
                    <a:pt x="5900" y="4162"/>
                  </a:lnTo>
                  <a:lnTo>
                    <a:pt x="5059" y="4944"/>
                  </a:lnTo>
                  <a:lnTo>
                    <a:pt x="3690" y="5175"/>
                  </a:lnTo>
                  <a:lnTo>
                    <a:pt x="1470" y="4506"/>
                  </a:lnTo>
                  <a:lnTo>
                    <a:pt x="681" y="4068"/>
                  </a:lnTo>
                  <a:lnTo>
                    <a:pt x="0" y="2966"/>
                  </a:lnTo>
                  <a:lnTo>
                    <a:pt x="317" y="2178"/>
                  </a:lnTo>
                  <a:lnTo>
                    <a:pt x="1413" y="1908"/>
                  </a:lnTo>
                  <a:lnTo>
                    <a:pt x="1596" y="1588"/>
                  </a:lnTo>
                  <a:lnTo>
                    <a:pt x="1315" y="984"/>
                  </a:lnTo>
                  <a:lnTo>
                    <a:pt x="1329" y="455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1"/>
            <p:cNvSpPr/>
            <p:nvPr/>
          </p:nvSpPr>
          <p:spPr>
            <a:xfrm>
              <a:off x="2443144" y="1780361"/>
              <a:ext cx="7876" cy="3653"/>
            </a:xfrm>
            <a:custGeom>
              <a:avLst/>
              <a:pathLst>
                <a:path w="7876" h="3653">
                  <a:moveTo>
                    <a:pt x="7725" y="3394"/>
                  </a:moveTo>
                  <a:lnTo>
                    <a:pt x="7069" y="3653"/>
                  </a:lnTo>
                  <a:lnTo>
                    <a:pt x="4602" y="3289"/>
                  </a:lnTo>
                  <a:lnTo>
                    <a:pt x="1566" y="1905"/>
                  </a:lnTo>
                  <a:lnTo>
                    <a:pt x="0" y="607"/>
                  </a:lnTo>
                  <a:lnTo>
                    <a:pt x="80" y="206"/>
                  </a:lnTo>
                  <a:lnTo>
                    <a:pt x="768" y="0"/>
                  </a:lnTo>
                  <a:lnTo>
                    <a:pt x="1549" y="200"/>
                  </a:lnTo>
                  <a:lnTo>
                    <a:pt x="2859" y="1108"/>
                  </a:lnTo>
                  <a:lnTo>
                    <a:pt x="6386" y="1565"/>
                  </a:lnTo>
                  <a:lnTo>
                    <a:pt x="7523" y="2086"/>
                  </a:lnTo>
                  <a:lnTo>
                    <a:pt x="7876" y="2872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2"/>
            <p:cNvSpPr/>
            <p:nvPr/>
          </p:nvSpPr>
          <p:spPr>
            <a:xfrm>
              <a:off x="2485177" y="1776086"/>
              <a:ext cx="11738" cy="9844"/>
            </a:xfrm>
            <a:custGeom>
              <a:avLst/>
              <a:pathLst>
                <a:path w="11738" h="9844">
                  <a:moveTo>
                    <a:pt x="10896" y="9728"/>
                  </a:moveTo>
                  <a:lnTo>
                    <a:pt x="10041" y="9844"/>
                  </a:lnTo>
                  <a:lnTo>
                    <a:pt x="8373" y="9622"/>
                  </a:lnTo>
                  <a:lnTo>
                    <a:pt x="6583" y="9006"/>
                  </a:lnTo>
                  <a:lnTo>
                    <a:pt x="5602" y="8306"/>
                  </a:lnTo>
                  <a:lnTo>
                    <a:pt x="4720" y="6792"/>
                  </a:lnTo>
                  <a:lnTo>
                    <a:pt x="4551" y="5130"/>
                  </a:lnTo>
                  <a:lnTo>
                    <a:pt x="2887" y="2664"/>
                  </a:lnTo>
                  <a:lnTo>
                    <a:pt x="1026" y="1833"/>
                  </a:lnTo>
                  <a:lnTo>
                    <a:pt x="0" y="119"/>
                  </a:lnTo>
                  <a:lnTo>
                    <a:pt x="1051" y="0"/>
                  </a:lnTo>
                  <a:lnTo>
                    <a:pt x="2547" y="373"/>
                  </a:lnTo>
                  <a:lnTo>
                    <a:pt x="4756" y="1119"/>
                  </a:lnTo>
                  <a:lnTo>
                    <a:pt x="6735" y="2096"/>
                  </a:lnTo>
                  <a:lnTo>
                    <a:pt x="9594" y="4260"/>
                  </a:lnTo>
                  <a:lnTo>
                    <a:pt x="10529" y="6269"/>
                  </a:lnTo>
                  <a:lnTo>
                    <a:pt x="11458" y="7742"/>
                  </a:lnTo>
                  <a:lnTo>
                    <a:pt x="11738" y="8861"/>
                  </a:lnTo>
                  <a:lnTo>
                    <a:pt x="11495" y="9349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3"/>
            <p:cNvSpPr/>
            <p:nvPr/>
          </p:nvSpPr>
          <p:spPr>
            <a:xfrm>
              <a:off x="2328557" y="1773140"/>
              <a:ext cx="24233" cy="24154"/>
            </a:xfrm>
            <a:custGeom>
              <a:avLst/>
              <a:pathLst>
                <a:path w="24233" h="24154">
                  <a:moveTo>
                    <a:pt x="23592" y="693"/>
                  </a:moveTo>
                  <a:lnTo>
                    <a:pt x="24085" y="1520"/>
                  </a:lnTo>
                  <a:lnTo>
                    <a:pt x="24233" y="2767"/>
                  </a:lnTo>
                  <a:lnTo>
                    <a:pt x="24038" y="4433"/>
                  </a:lnTo>
                  <a:lnTo>
                    <a:pt x="23719" y="5950"/>
                  </a:lnTo>
                  <a:lnTo>
                    <a:pt x="23279" y="7316"/>
                  </a:lnTo>
                  <a:lnTo>
                    <a:pt x="22195" y="9616"/>
                  </a:lnTo>
                  <a:lnTo>
                    <a:pt x="18810" y="13549"/>
                  </a:lnTo>
                  <a:lnTo>
                    <a:pt x="17540" y="15693"/>
                  </a:lnTo>
                  <a:lnTo>
                    <a:pt x="16586" y="16974"/>
                  </a:lnTo>
                  <a:lnTo>
                    <a:pt x="11063" y="22687"/>
                  </a:lnTo>
                  <a:lnTo>
                    <a:pt x="10378" y="22968"/>
                  </a:lnTo>
                  <a:lnTo>
                    <a:pt x="9658" y="22858"/>
                  </a:lnTo>
                  <a:lnTo>
                    <a:pt x="8144" y="22005"/>
                  </a:lnTo>
                  <a:lnTo>
                    <a:pt x="6609" y="21853"/>
                  </a:lnTo>
                  <a:lnTo>
                    <a:pt x="2634" y="24154"/>
                  </a:lnTo>
                  <a:lnTo>
                    <a:pt x="2443" y="23760"/>
                  </a:lnTo>
                  <a:lnTo>
                    <a:pt x="2267" y="21290"/>
                  </a:lnTo>
                  <a:lnTo>
                    <a:pt x="1869" y="19921"/>
                  </a:lnTo>
                  <a:lnTo>
                    <a:pt x="114" y="16996"/>
                  </a:lnTo>
                  <a:lnTo>
                    <a:pt x="0" y="16315"/>
                  </a:lnTo>
                  <a:lnTo>
                    <a:pt x="23" y="15469"/>
                  </a:lnTo>
                  <a:lnTo>
                    <a:pt x="162" y="14810"/>
                  </a:lnTo>
                  <a:lnTo>
                    <a:pt x="2139" y="12080"/>
                  </a:lnTo>
                  <a:lnTo>
                    <a:pt x="6614" y="2149"/>
                  </a:lnTo>
                  <a:lnTo>
                    <a:pt x="7687" y="1657"/>
                  </a:lnTo>
                  <a:lnTo>
                    <a:pt x="9889" y="2764"/>
                  </a:lnTo>
                  <a:lnTo>
                    <a:pt x="10934" y="3120"/>
                  </a:lnTo>
                  <a:lnTo>
                    <a:pt x="11681" y="3065"/>
                  </a:lnTo>
                  <a:lnTo>
                    <a:pt x="14881" y="979"/>
                  </a:lnTo>
                  <a:lnTo>
                    <a:pt x="17925" y="1226"/>
                  </a:lnTo>
                  <a:lnTo>
                    <a:pt x="20701" y="7"/>
                  </a:lnTo>
                  <a:lnTo>
                    <a:pt x="22003" y="0"/>
                  </a:lnTo>
                  <a:lnTo>
                    <a:pt x="23011" y="210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4"/>
            <p:cNvSpPr/>
            <p:nvPr/>
          </p:nvSpPr>
          <p:spPr>
            <a:xfrm>
              <a:off x="2394891" y="1758014"/>
              <a:ext cx="12456" cy="11085"/>
            </a:xfrm>
            <a:custGeom>
              <a:avLst/>
              <a:pathLst>
                <a:path w="12456" h="11085">
                  <a:moveTo>
                    <a:pt x="8144" y="561"/>
                  </a:moveTo>
                  <a:lnTo>
                    <a:pt x="9189" y="1823"/>
                  </a:lnTo>
                  <a:lnTo>
                    <a:pt x="10279" y="1734"/>
                  </a:lnTo>
                  <a:lnTo>
                    <a:pt x="10883" y="2764"/>
                  </a:lnTo>
                  <a:lnTo>
                    <a:pt x="12318" y="5983"/>
                  </a:lnTo>
                  <a:lnTo>
                    <a:pt x="12456" y="6518"/>
                  </a:lnTo>
                  <a:lnTo>
                    <a:pt x="12389" y="7561"/>
                  </a:lnTo>
                  <a:lnTo>
                    <a:pt x="11634" y="8897"/>
                  </a:lnTo>
                  <a:lnTo>
                    <a:pt x="10847" y="9601"/>
                  </a:lnTo>
                  <a:lnTo>
                    <a:pt x="9196" y="10636"/>
                  </a:lnTo>
                  <a:lnTo>
                    <a:pt x="7334" y="11085"/>
                  </a:lnTo>
                  <a:lnTo>
                    <a:pt x="6322" y="10362"/>
                  </a:lnTo>
                  <a:lnTo>
                    <a:pt x="3465" y="7378"/>
                  </a:lnTo>
                  <a:lnTo>
                    <a:pt x="839" y="3889"/>
                  </a:lnTo>
                  <a:lnTo>
                    <a:pt x="0" y="1944"/>
                  </a:lnTo>
                  <a:lnTo>
                    <a:pt x="363" y="1135"/>
                  </a:lnTo>
                  <a:lnTo>
                    <a:pt x="1474" y="578"/>
                  </a:lnTo>
                  <a:lnTo>
                    <a:pt x="3724" y="0"/>
                  </a:lnTo>
                  <a:lnTo>
                    <a:pt x="7438" y="313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5"/>
            <p:cNvSpPr/>
            <p:nvPr/>
          </p:nvSpPr>
          <p:spPr>
            <a:xfrm>
              <a:off x="2409354" y="1752327"/>
              <a:ext cx="8789" cy="8805"/>
            </a:xfrm>
            <a:custGeom>
              <a:avLst/>
              <a:pathLst>
                <a:path w="8789" h="8805">
                  <a:moveTo>
                    <a:pt x="8479" y="8512"/>
                  </a:moveTo>
                  <a:lnTo>
                    <a:pt x="7176" y="8805"/>
                  </a:lnTo>
                  <a:lnTo>
                    <a:pt x="5464" y="8146"/>
                  </a:lnTo>
                  <a:lnTo>
                    <a:pt x="3794" y="6863"/>
                  </a:lnTo>
                  <a:lnTo>
                    <a:pt x="0" y="2768"/>
                  </a:lnTo>
                  <a:lnTo>
                    <a:pt x="2851" y="0"/>
                  </a:lnTo>
                  <a:lnTo>
                    <a:pt x="7417" y="3204"/>
                  </a:lnTo>
                  <a:lnTo>
                    <a:pt x="8789" y="5273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6"/>
            <p:cNvSpPr/>
            <p:nvPr/>
          </p:nvSpPr>
          <p:spPr>
            <a:xfrm>
              <a:off x="2401935" y="1741832"/>
              <a:ext cx="4964" cy="2703"/>
            </a:xfrm>
            <a:custGeom>
              <a:avLst/>
              <a:pathLst>
                <a:path w="4964" h="2703">
                  <a:moveTo>
                    <a:pt x="3996" y="1339"/>
                  </a:moveTo>
                  <a:lnTo>
                    <a:pt x="3108" y="2703"/>
                  </a:lnTo>
                  <a:lnTo>
                    <a:pt x="458" y="2222"/>
                  </a:lnTo>
                  <a:lnTo>
                    <a:pt x="99" y="1807"/>
                  </a:lnTo>
                  <a:lnTo>
                    <a:pt x="0" y="1308"/>
                  </a:lnTo>
                  <a:lnTo>
                    <a:pt x="427" y="662"/>
                  </a:lnTo>
                  <a:lnTo>
                    <a:pt x="3148" y="46"/>
                  </a:lnTo>
                  <a:lnTo>
                    <a:pt x="4302" y="0"/>
                  </a:lnTo>
                  <a:lnTo>
                    <a:pt x="4893" y="200"/>
                  </a:lnTo>
                  <a:lnTo>
                    <a:pt x="4964" y="447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7"/>
            <p:cNvSpPr/>
            <p:nvPr/>
          </p:nvSpPr>
          <p:spPr>
            <a:xfrm>
              <a:off x="2288064" y="1686237"/>
              <a:ext cx="85546" cy="82707"/>
            </a:xfrm>
            <a:custGeom>
              <a:avLst/>
              <a:pathLst>
                <a:path w="85546" h="82707">
                  <a:moveTo>
                    <a:pt x="28063" y="19430"/>
                  </a:moveTo>
                  <a:lnTo>
                    <a:pt x="28489" y="19788"/>
                  </a:lnTo>
                  <a:lnTo>
                    <a:pt x="29020" y="19583"/>
                  </a:lnTo>
                  <a:lnTo>
                    <a:pt x="29893" y="18124"/>
                  </a:lnTo>
                  <a:lnTo>
                    <a:pt x="31853" y="13927"/>
                  </a:lnTo>
                  <a:lnTo>
                    <a:pt x="32403" y="13533"/>
                  </a:lnTo>
                  <a:lnTo>
                    <a:pt x="33227" y="13598"/>
                  </a:lnTo>
                  <a:lnTo>
                    <a:pt x="36124" y="16293"/>
                  </a:lnTo>
                  <a:lnTo>
                    <a:pt x="37190" y="17798"/>
                  </a:lnTo>
                  <a:lnTo>
                    <a:pt x="37764" y="19892"/>
                  </a:lnTo>
                  <a:lnTo>
                    <a:pt x="38364" y="20709"/>
                  </a:lnTo>
                  <a:lnTo>
                    <a:pt x="40644" y="21789"/>
                  </a:lnTo>
                  <a:lnTo>
                    <a:pt x="42835" y="22151"/>
                  </a:lnTo>
                  <a:lnTo>
                    <a:pt x="45695" y="23251"/>
                  </a:lnTo>
                  <a:lnTo>
                    <a:pt x="46727" y="24075"/>
                  </a:lnTo>
                  <a:lnTo>
                    <a:pt x="49008" y="28092"/>
                  </a:lnTo>
                  <a:lnTo>
                    <a:pt x="49271" y="28337"/>
                  </a:lnTo>
                  <a:lnTo>
                    <a:pt x="51867" y="29978"/>
                  </a:lnTo>
                  <a:lnTo>
                    <a:pt x="55852" y="33636"/>
                  </a:lnTo>
                  <a:lnTo>
                    <a:pt x="56862" y="34180"/>
                  </a:lnTo>
                  <a:lnTo>
                    <a:pt x="60738" y="35385"/>
                  </a:lnTo>
                  <a:lnTo>
                    <a:pt x="62130" y="36285"/>
                  </a:lnTo>
                  <a:lnTo>
                    <a:pt x="63474" y="37656"/>
                  </a:lnTo>
                  <a:lnTo>
                    <a:pt x="64968" y="40163"/>
                  </a:lnTo>
                  <a:lnTo>
                    <a:pt x="66716" y="44107"/>
                  </a:lnTo>
                  <a:lnTo>
                    <a:pt x="68087" y="50410"/>
                  </a:lnTo>
                  <a:lnTo>
                    <a:pt x="68195" y="51656"/>
                  </a:lnTo>
                  <a:lnTo>
                    <a:pt x="68028" y="52393"/>
                  </a:lnTo>
                  <a:lnTo>
                    <a:pt x="67534" y="53181"/>
                  </a:lnTo>
                  <a:lnTo>
                    <a:pt x="65292" y="55771"/>
                  </a:lnTo>
                  <a:lnTo>
                    <a:pt x="65484" y="56209"/>
                  </a:lnTo>
                  <a:lnTo>
                    <a:pt x="67594" y="56048"/>
                  </a:lnTo>
                  <a:lnTo>
                    <a:pt x="72289" y="54455"/>
                  </a:lnTo>
                  <a:lnTo>
                    <a:pt x="75147" y="55597"/>
                  </a:lnTo>
                  <a:lnTo>
                    <a:pt x="76139" y="55776"/>
                  </a:lnTo>
                  <a:lnTo>
                    <a:pt x="76368" y="55710"/>
                  </a:lnTo>
                  <a:lnTo>
                    <a:pt x="77404" y="53725"/>
                  </a:lnTo>
                  <a:lnTo>
                    <a:pt x="78541" y="54036"/>
                  </a:lnTo>
                  <a:lnTo>
                    <a:pt x="80203" y="55962"/>
                  </a:lnTo>
                  <a:lnTo>
                    <a:pt x="81273" y="57519"/>
                  </a:lnTo>
                  <a:lnTo>
                    <a:pt x="81751" y="58705"/>
                  </a:lnTo>
                  <a:lnTo>
                    <a:pt x="81623" y="59376"/>
                  </a:lnTo>
                  <a:lnTo>
                    <a:pt x="80524" y="59606"/>
                  </a:lnTo>
                  <a:lnTo>
                    <a:pt x="83210" y="60744"/>
                  </a:lnTo>
                  <a:lnTo>
                    <a:pt x="85546" y="62546"/>
                  </a:lnTo>
                  <a:lnTo>
                    <a:pt x="85043" y="63720"/>
                  </a:lnTo>
                  <a:lnTo>
                    <a:pt x="82550" y="66333"/>
                  </a:lnTo>
                  <a:lnTo>
                    <a:pt x="79987" y="68620"/>
                  </a:lnTo>
                  <a:lnTo>
                    <a:pt x="77004" y="72051"/>
                  </a:lnTo>
                  <a:lnTo>
                    <a:pt x="76259" y="72575"/>
                  </a:lnTo>
                  <a:lnTo>
                    <a:pt x="75858" y="72604"/>
                  </a:lnTo>
                  <a:lnTo>
                    <a:pt x="74213" y="71965"/>
                  </a:lnTo>
                  <a:lnTo>
                    <a:pt x="71843" y="70343"/>
                  </a:lnTo>
                  <a:lnTo>
                    <a:pt x="64543" y="66609"/>
                  </a:lnTo>
                  <a:lnTo>
                    <a:pt x="62289" y="65820"/>
                  </a:lnTo>
                  <a:lnTo>
                    <a:pt x="59425" y="65358"/>
                  </a:lnTo>
                  <a:lnTo>
                    <a:pt x="59010" y="64479"/>
                  </a:lnTo>
                  <a:lnTo>
                    <a:pt x="58327" y="58852"/>
                  </a:lnTo>
                  <a:lnTo>
                    <a:pt x="57039" y="57855"/>
                  </a:lnTo>
                  <a:lnTo>
                    <a:pt x="52618" y="56681"/>
                  </a:lnTo>
                  <a:lnTo>
                    <a:pt x="51333" y="56007"/>
                  </a:lnTo>
                  <a:lnTo>
                    <a:pt x="51274" y="54879"/>
                  </a:lnTo>
                  <a:lnTo>
                    <a:pt x="51551" y="52941"/>
                  </a:lnTo>
                  <a:lnTo>
                    <a:pt x="50947" y="51995"/>
                  </a:lnTo>
                  <a:lnTo>
                    <a:pt x="49461" y="52039"/>
                  </a:lnTo>
                  <a:lnTo>
                    <a:pt x="48000" y="52445"/>
                  </a:lnTo>
                  <a:lnTo>
                    <a:pt x="45651" y="53762"/>
                  </a:lnTo>
                  <a:lnTo>
                    <a:pt x="44549" y="54977"/>
                  </a:lnTo>
                  <a:lnTo>
                    <a:pt x="44136" y="56297"/>
                  </a:lnTo>
                  <a:lnTo>
                    <a:pt x="43878" y="59122"/>
                  </a:lnTo>
                  <a:lnTo>
                    <a:pt x="43587" y="60458"/>
                  </a:lnTo>
                  <a:lnTo>
                    <a:pt x="42764" y="62208"/>
                  </a:lnTo>
                  <a:lnTo>
                    <a:pt x="39138" y="66745"/>
                  </a:lnTo>
                  <a:lnTo>
                    <a:pt x="37664" y="68108"/>
                  </a:lnTo>
                  <a:lnTo>
                    <a:pt x="36197" y="68499"/>
                  </a:lnTo>
                  <a:lnTo>
                    <a:pt x="35615" y="68933"/>
                  </a:lnTo>
                  <a:lnTo>
                    <a:pt x="34629" y="70609"/>
                  </a:lnTo>
                  <a:lnTo>
                    <a:pt x="33165" y="74718"/>
                  </a:lnTo>
                  <a:lnTo>
                    <a:pt x="32567" y="75901"/>
                  </a:lnTo>
                  <a:lnTo>
                    <a:pt x="31601" y="77106"/>
                  </a:lnTo>
                  <a:lnTo>
                    <a:pt x="29594" y="78947"/>
                  </a:lnTo>
                  <a:lnTo>
                    <a:pt x="27546" y="80415"/>
                  </a:lnTo>
                  <a:lnTo>
                    <a:pt x="24133" y="82127"/>
                  </a:lnTo>
                  <a:lnTo>
                    <a:pt x="22226" y="82707"/>
                  </a:lnTo>
                  <a:lnTo>
                    <a:pt x="20957" y="82132"/>
                  </a:lnTo>
                  <a:lnTo>
                    <a:pt x="20086" y="78238"/>
                  </a:lnTo>
                  <a:lnTo>
                    <a:pt x="18259" y="66801"/>
                  </a:lnTo>
                  <a:lnTo>
                    <a:pt x="17955" y="66028"/>
                  </a:lnTo>
                  <a:lnTo>
                    <a:pt x="17583" y="65549"/>
                  </a:lnTo>
                  <a:lnTo>
                    <a:pt x="17141" y="65365"/>
                  </a:lnTo>
                  <a:lnTo>
                    <a:pt x="11010" y="66836"/>
                  </a:lnTo>
                  <a:lnTo>
                    <a:pt x="7628" y="66672"/>
                  </a:lnTo>
                  <a:lnTo>
                    <a:pt x="4281" y="69244"/>
                  </a:lnTo>
                  <a:lnTo>
                    <a:pt x="3437" y="69430"/>
                  </a:lnTo>
                  <a:lnTo>
                    <a:pt x="1738" y="69347"/>
                  </a:lnTo>
                  <a:lnTo>
                    <a:pt x="517" y="68938"/>
                  </a:lnTo>
                  <a:lnTo>
                    <a:pt x="206" y="68658"/>
                  </a:lnTo>
                  <a:lnTo>
                    <a:pt x="0" y="67544"/>
                  </a:lnTo>
                  <a:lnTo>
                    <a:pt x="60" y="66378"/>
                  </a:lnTo>
                  <a:lnTo>
                    <a:pt x="486" y="65119"/>
                  </a:lnTo>
                  <a:lnTo>
                    <a:pt x="1997" y="61705"/>
                  </a:lnTo>
                  <a:lnTo>
                    <a:pt x="3230" y="59600"/>
                  </a:lnTo>
                  <a:lnTo>
                    <a:pt x="3798" y="58948"/>
                  </a:lnTo>
                  <a:lnTo>
                    <a:pt x="9527" y="55170"/>
                  </a:lnTo>
                  <a:lnTo>
                    <a:pt x="10923" y="53926"/>
                  </a:lnTo>
                  <a:lnTo>
                    <a:pt x="11621" y="52650"/>
                  </a:lnTo>
                  <a:lnTo>
                    <a:pt x="11619" y="51338"/>
                  </a:lnTo>
                  <a:lnTo>
                    <a:pt x="11348" y="49660"/>
                  </a:lnTo>
                  <a:lnTo>
                    <a:pt x="10357" y="45568"/>
                  </a:lnTo>
                  <a:lnTo>
                    <a:pt x="10105" y="41831"/>
                  </a:lnTo>
                  <a:lnTo>
                    <a:pt x="10113" y="39975"/>
                  </a:lnTo>
                  <a:lnTo>
                    <a:pt x="10488" y="37122"/>
                  </a:lnTo>
                  <a:lnTo>
                    <a:pt x="11922" y="30208"/>
                  </a:lnTo>
                  <a:lnTo>
                    <a:pt x="12408" y="26841"/>
                  </a:lnTo>
                  <a:lnTo>
                    <a:pt x="13322" y="14815"/>
                  </a:lnTo>
                  <a:lnTo>
                    <a:pt x="13811" y="11371"/>
                  </a:lnTo>
                  <a:lnTo>
                    <a:pt x="14520" y="8225"/>
                  </a:lnTo>
                  <a:lnTo>
                    <a:pt x="15204" y="6335"/>
                  </a:lnTo>
                  <a:lnTo>
                    <a:pt x="17027" y="2562"/>
                  </a:lnTo>
                  <a:lnTo>
                    <a:pt x="18445" y="1049"/>
                  </a:lnTo>
                  <a:lnTo>
                    <a:pt x="20226" y="0"/>
                  </a:lnTo>
                  <a:lnTo>
                    <a:pt x="20617" y="121"/>
                  </a:lnTo>
                  <a:lnTo>
                    <a:pt x="20957" y="559"/>
                  </a:lnTo>
                  <a:lnTo>
                    <a:pt x="21612" y="2159"/>
                  </a:lnTo>
                  <a:lnTo>
                    <a:pt x="24096" y="3638"/>
                  </a:lnTo>
                  <a:lnTo>
                    <a:pt x="24897" y="5076"/>
                  </a:lnTo>
                  <a:lnTo>
                    <a:pt x="25462" y="6670"/>
                  </a:lnTo>
                  <a:lnTo>
                    <a:pt x="25771" y="8745"/>
                  </a:lnTo>
                  <a:lnTo>
                    <a:pt x="25463" y="9649"/>
                  </a:lnTo>
                  <a:lnTo>
                    <a:pt x="24278" y="11018"/>
                  </a:lnTo>
                  <a:lnTo>
                    <a:pt x="24075" y="11596"/>
                  </a:lnTo>
                  <a:lnTo>
                    <a:pt x="24110" y="12066"/>
                  </a:lnTo>
                  <a:lnTo>
                    <a:pt x="26379" y="14220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8"/>
            <p:cNvSpPr/>
            <p:nvPr/>
          </p:nvSpPr>
          <p:spPr>
            <a:xfrm>
              <a:off x="2312968" y="1683080"/>
              <a:ext cx="7076" cy="13644"/>
            </a:xfrm>
            <a:custGeom>
              <a:avLst/>
              <a:pathLst>
                <a:path w="7076" h="13644">
                  <a:moveTo>
                    <a:pt x="6181" y="13311"/>
                  </a:moveTo>
                  <a:lnTo>
                    <a:pt x="5536" y="13644"/>
                  </a:lnTo>
                  <a:lnTo>
                    <a:pt x="4846" y="13457"/>
                  </a:lnTo>
                  <a:lnTo>
                    <a:pt x="4262" y="12602"/>
                  </a:lnTo>
                  <a:lnTo>
                    <a:pt x="3785" y="11079"/>
                  </a:lnTo>
                  <a:lnTo>
                    <a:pt x="3017" y="9937"/>
                  </a:lnTo>
                  <a:lnTo>
                    <a:pt x="1279" y="8514"/>
                  </a:lnTo>
                  <a:lnTo>
                    <a:pt x="979" y="7957"/>
                  </a:lnTo>
                  <a:lnTo>
                    <a:pt x="486" y="6046"/>
                  </a:lnTo>
                  <a:lnTo>
                    <a:pt x="390" y="4140"/>
                  </a:lnTo>
                  <a:lnTo>
                    <a:pt x="18" y="2415"/>
                  </a:lnTo>
                  <a:lnTo>
                    <a:pt x="0" y="1568"/>
                  </a:lnTo>
                  <a:lnTo>
                    <a:pt x="321" y="298"/>
                  </a:lnTo>
                  <a:lnTo>
                    <a:pt x="1780" y="0"/>
                  </a:lnTo>
                  <a:lnTo>
                    <a:pt x="2925" y="500"/>
                  </a:lnTo>
                  <a:lnTo>
                    <a:pt x="3157" y="840"/>
                  </a:lnTo>
                  <a:lnTo>
                    <a:pt x="3532" y="1578"/>
                  </a:lnTo>
                  <a:lnTo>
                    <a:pt x="3777" y="2481"/>
                  </a:lnTo>
                  <a:lnTo>
                    <a:pt x="5161" y="4921"/>
                  </a:lnTo>
                  <a:lnTo>
                    <a:pt x="5971" y="6864"/>
                  </a:lnTo>
                  <a:lnTo>
                    <a:pt x="7071" y="10877"/>
                  </a:lnTo>
                  <a:lnTo>
                    <a:pt x="7076" y="11642"/>
                  </a:lnTo>
                  <a:lnTo>
                    <a:pt x="6779" y="12452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19"/>
            <p:cNvSpPr/>
            <p:nvPr/>
          </p:nvSpPr>
          <p:spPr>
            <a:xfrm>
              <a:off x="2321708" y="1679962"/>
              <a:ext cx="15223" cy="14804"/>
            </a:xfrm>
            <a:custGeom>
              <a:avLst/>
              <a:pathLst>
                <a:path w="15223" h="14804">
                  <a:moveTo>
                    <a:pt x="9148" y="9877"/>
                  </a:moveTo>
                  <a:lnTo>
                    <a:pt x="10734" y="11037"/>
                  </a:lnTo>
                  <a:lnTo>
                    <a:pt x="12314" y="11695"/>
                  </a:lnTo>
                  <a:lnTo>
                    <a:pt x="14859" y="12047"/>
                  </a:lnTo>
                  <a:lnTo>
                    <a:pt x="15223" y="12291"/>
                  </a:lnTo>
                  <a:lnTo>
                    <a:pt x="15220" y="12836"/>
                  </a:lnTo>
                  <a:lnTo>
                    <a:pt x="14853" y="13686"/>
                  </a:lnTo>
                  <a:lnTo>
                    <a:pt x="14005" y="14772"/>
                  </a:lnTo>
                  <a:lnTo>
                    <a:pt x="13400" y="14804"/>
                  </a:lnTo>
                  <a:lnTo>
                    <a:pt x="11994" y="14037"/>
                  </a:lnTo>
                  <a:lnTo>
                    <a:pt x="11479" y="13646"/>
                  </a:lnTo>
                  <a:lnTo>
                    <a:pt x="10910" y="12776"/>
                  </a:lnTo>
                  <a:lnTo>
                    <a:pt x="10622" y="12695"/>
                  </a:lnTo>
                  <a:lnTo>
                    <a:pt x="10254" y="12986"/>
                  </a:lnTo>
                  <a:lnTo>
                    <a:pt x="10155" y="13370"/>
                  </a:lnTo>
                  <a:lnTo>
                    <a:pt x="10324" y="13848"/>
                  </a:lnTo>
                  <a:lnTo>
                    <a:pt x="10092" y="13983"/>
                  </a:lnTo>
                  <a:lnTo>
                    <a:pt x="8389" y="13654"/>
                  </a:lnTo>
                  <a:lnTo>
                    <a:pt x="8121" y="13376"/>
                  </a:lnTo>
                  <a:lnTo>
                    <a:pt x="8257" y="12439"/>
                  </a:lnTo>
                  <a:lnTo>
                    <a:pt x="9445" y="11075"/>
                  </a:lnTo>
                  <a:lnTo>
                    <a:pt x="8401" y="10655"/>
                  </a:lnTo>
                  <a:lnTo>
                    <a:pt x="8067" y="10150"/>
                  </a:lnTo>
                  <a:lnTo>
                    <a:pt x="6520" y="11008"/>
                  </a:lnTo>
                  <a:lnTo>
                    <a:pt x="5662" y="11213"/>
                  </a:lnTo>
                  <a:lnTo>
                    <a:pt x="4308" y="10614"/>
                  </a:lnTo>
                  <a:lnTo>
                    <a:pt x="4164" y="7492"/>
                  </a:lnTo>
                  <a:lnTo>
                    <a:pt x="4000" y="6354"/>
                  </a:lnTo>
                  <a:lnTo>
                    <a:pt x="3383" y="5580"/>
                  </a:lnTo>
                  <a:lnTo>
                    <a:pt x="3016" y="4764"/>
                  </a:lnTo>
                  <a:lnTo>
                    <a:pt x="2424" y="4148"/>
                  </a:lnTo>
                  <a:lnTo>
                    <a:pt x="1200" y="3521"/>
                  </a:lnTo>
                  <a:lnTo>
                    <a:pt x="207" y="1967"/>
                  </a:lnTo>
                  <a:lnTo>
                    <a:pt x="0" y="1262"/>
                  </a:lnTo>
                  <a:lnTo>
                    <a:pt x="136" y="731"/>
                  </a:lnTo>
                  <a:lnTo>
                    <a:pt x="742" y="0"/>
                  </a:lnTo>
                  <a:lnTo>
                    <a:pt x="4258" y="1571"/>
                  </a:lnTo>
                  <a:lnTo>
                    <a:pt x="6379" y="3058"/>
                  </a:lnTo>
                  <a:lnTo>
                    <a:pt x="8396" y="4882"/>
                  </a:lnTo>
                  <a:lnTo>
                    <a:pt x="9452" y="6231"/>
                  </a:lnTo>
                  <a:lnTo>
                    <a:pt x="9547" y="7110"/>
                  </a:lnTo>
                  <a:lnTo>
                    <a:pt x="9285" y="7986"/>
                  </a:lnTo>
                  <a:lnTo>
                    <a:pt x="8665" y="8860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0"/>
            <p:cNvSpPr/>
            <p:nvPr/>
          </p:nvSpPr>
          <p:spPr>
            <a:xfrm>
              <a:off x="2336881" y="1673890"/>
              <a:ext cx="3782" cy="4054"/>
            </a:xfrm>
            <a:custGeom>
              <a:avLst/>
              <a:pathLst>
                <a:path w="3782" h="4054">
                  <a:moveTo>
                    <a:pt x="1411" y="1585"/>
                  </a:moveTo>
                  <a:lnTo>
                    <a:pt x="2640" y="1945"/>
                  </a:lnTo>
                  <a:lnTo>
                    <a:pt x="3574" y="1907"/>
                  </a:lnTo>
                  <a:lnTo>
                    <a:pt x="3782" y="2338"/>
                  </a:lnTo>
                  <a:lnTo>
                    <a:pt x="2801" y="3783"/>
                  </a:lnTo>
                  <a:lnTo>
                    <a:pt x="2196" y="4054"/>
                  </a:lnTo>
                  <a:lnTo>
                    <a:pt x="1109" y="3021"/>
                  </a:lnTo>
                  <a:lnTo>
                    <a:pt x="295" y="1756"/>
                  </a:lnTo>
                  <a:lnTo>
                    <a:pt x="65" y="989"/>
                  </a:lnTo>
                  <a:lnTo>
                    <a:pt x="0" y="145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1"/>
            <p:cNvSpPr/>
            <p:nvPr/>
          </p:nvSpPr>
          <p:spPr>
            <a:xfrm>
              <a:off x="2030176" y="1654131"/>
              <a:ext cx="3544" cy="4354"/>
            </a:xfrm>
            <a:custGeom>
              <a:avLst/>
              <a:pathLst>
                <a:path w="3544" h="4354">
                  <a:moveTo>
                    <a:pt x="0" y="0"/>
                  </a:moveTo>
                  <a:lnTo>
                    <a:pt x="1558" y="233"/>
                  </a:lnTo>
                  <a:lnTo>
                    <a:pt x="3544" y="194"/>
                  </a:lnTo>
                  <a:lnTo>
                    <a:pt x="3200" y="2477"/>
                  </a:lnTo>
                  <a:lnTo>
                    <a:pt x="2437" y="3938"/>
                  </a:lnTo>
                  <a:lnTo>
                    <a:pt x="1835" y="4354"/>
                  </a:lnTo>
                  <a:lnTo>
                    <a:pt x="1574" y="3555"/>
                  </a:lnTo>
                  <a:lnTo>
                    <a:pt x="407" y="1722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2"/>
            <p:cNvSpPr/>
            <p:nvPr/>
          </p:nvSpPr>
          <p:spPr>
            <a:xfrm>
              <a:off x="2588196" y="1648668"/>
              <a:ext cx="5865" cy="4764"/>
            </a:xfrm>
            <a:custGeom>
              <a:avLst/>
              <a:pathLst>
                <a:path w="5865" h="4764">
                  <a:moveTo>
                    <a:pt x="2345" y="3951"/>
                  </a:moveTo>
                  <a:lnTo>
                    <a:pt x="817" y="4764"/>
                  </a:lnTo>
                  <a:lnTo>
                    <a:pt x="0" y="3765"/>
                  </a:lnTo>
                  <a:lnTo>
                    <a:pt x="574" y="3484"/>
                  </a:lnTo>
                  <a:lnTo>
                    <a:pt x="1414" y="2289"/>
                  </a:lnTo>
                  <a:lnTo>
                    <a:pt x="2557" y="1235"/>
                  </a:lnTo>
                  <a:lnTo>
                    <a:pt x="3039" y="386"/>
                  </a:lnTo>
                  <a:lnTo>
                    <a:pt x="4959" y="0"/>
                  </a:lnTo>
                  <a:lnTo>
                    <a:pt x="5612" y="46"/>
                  </a:lnTo>
                  <a:lnTo>
                    <a:pt x="5865" y="346"/>
                  </a:lnTo>
                  <a:lnTo>
                    <a:pt x="4775" y="1649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3"/>
            <p:cNvSpPr/>
            <p:nvPr/>
          </p:nvSpPr>
          <p:spPr>
            <a:xfrm>
              <a:off x="2029441" y="1634637"/>
              <a:ext cx="3224" cy="10244"/>
            </a:xfrm>
            <a:custGeom>
              <a:avLst/>
              <a:pathLst>
                <a:path w="3224" h="10244">
                  <a:moveTo>
                    <a:pt x="3114" y="7773"/>
                  </a:moveTo>
                  <a:lnTo>
                    <a:pt x="2492" y="10244"/>
                  </a:lnTo>
                  <a:lnTo>
                    <a:pt x="2254" y="10013"/>
                  </a:lnTo>
                  <a:lnTo>
                    <a:pt x="1829" y="8834"/>
                  </a:lnTo>
                  <a:lnTo>
                    <a:pt x="973" y="8268"/>
                  </a:lnTo>
                  <a:lnTo>
                    <a:pt x="0" y="6957"/>
                  </a:lnTo>
                  <a:lnTo>
                    <a:pt x="13" y="4139"/>
                  </a:lnTo>
                  <a:lnTo>
                    <a:pt x="387" y="2858"/>
                  </a:lnTo>
                  <a:lnTo>
                    <a:pt x="304" y="1073"/>
                  </a:lnTo>
                  <a:lnTo>
                    <a:pt x="1274" y="0"/>
                  </a:lnTo>
                  <a:lnTo>
                    <a:pt x="1991" y="1264"/>
                  </a:lnTo>
                  <a:lnTo>
                    <a:pt x="2188" y="3413"/>
                  </a:lnTo>
                  <a:lnTo>
                    <a:pt x="2010" y="4471"/>
                  </a:lnTo>
                  <a:lnTo>
                    <a:pt x="2720" y="5567"/>
                  </a:lnTo>
                  <a:lnTo>
                    <a:pt x="3048" y="5846"/>
                  </a:lnTo>
                  <a:lnTo>
                    <a:pt x="3224" y="6727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4"/>
            <p:cNvSpPr/>
            <p:nvPr/>
          </p:nvSpPr>
          <p:spPr>
            <a:xfrm>
              <a:off x="2016715" y="1625256"/>
              <a:ext cx="3671" cy="3060"/>
            </a:xfrm>
            <a:custGeom>
              <a:avLst/>
              <a:pathLst>
                <a:path w="3671" h="3060">
                  <a:moveTo>
                    <a:pt x="212" y="0"/>
                  </a:moveTo>
                  <a:lnTo>
                    <a:pt x="1600" y="310"/>
                  </a:lnTo>
                  <a:lnTo>
                    <a:pt x="2629" y="78"/>
                  </a:lnTo>
                  <a:lnTo>
                    <a:pt x="3380" y="1269"/>
                  </a:lnTo>
                  <a:lnTo>
                    <a:pt x="3671" y="2477"/>
                  </a:lnTo>
                  <a:lnTo>
                    <a:pt x="3575" y="2893"/>
                  </a:lnTo>
                  <a:lnTo>
                    <a:pt x="3250" y="3060"/>
                  </a:lnTo>
                  <a:lnTo>
                    <a:pt x="1077" y="1724"/>
                  </a:lnTo>
                  <a:lnTo>
                    <a:pt x="272" y="906"/>
                  </a:lnTo>
                  <a:lnTo>
                    <a:pt x="0" y="218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5"/>
            <p:cNvSpPr/>
            <p:nvPr/>
          </p:nvSpPr>
          <p:spPr>
            <a:xfrm>
              <a:off x="2441628" y="1621973"/>
              <a:ext cx="16672" cy="9187"/>
            </a:xfrm>
            <a:custGeom>
              <a:avLst/>
              <a:pathLst>
                <a:path w="16672" h="9187">
                  <a:moveTo>
                    <a:pt x="13913" y="9148"/>
                  </a:moveTo>
                  <a:lnTo>
                    <a:pt x="7899" y="9187"/>
                  </a:lnTo>
                  <a:lnTo>
                    <a:pt x="4629" y="8978"/>
                  </a:lnTo>
                  <a:lnTo>
                    <a:pt x="3313" y="8527"/>
                  </a:lnTo>
                  <a:lnTo>
                    <a:pt x="2170" y="7824"/>
                  </a:lnTo>
                  <a:lnTo>
                    <a:pt x="871" y="5551"/>
                  </a:lnTo>
                  <a:lnTo>
                    <a:pt x="40" y="3210"/>
                  </a:lnTo>
                  <a:lnTo>
                    <a:pt x="0" y="2215"/>
                  </a:lnTo>
                  <a:lnTo>
                    <a:pt x="219" y="1319"/>
                  </a:lnTo>
                  <a:lnTo>
                    <a:pt x="527" y="778"/>
                  </a:lnTo>
                  <a:lnTo>
                    <a:pt x="4564" y="0"/>
                  </a:lnTo>
                  <a:lnTo>
                    <a:pt x="7871" y="970"/>
                  </a:lnTo>
                  <a:lnTo>
                    <a:pt x="10717" y="2113"/>
                  </a:lnTo>
                  <a:lnTo>
                    <a:pt x="14378" y="2308"/>
                  </a:lnTo>
                  <a:lnTo>
                    <a:pt x="15492" y="2742"/>
                  </a:lnTo>
                  <a:lnTo>
                    <a:pt x="15918" y="3059"/>
                  </a:lnTo>
                  <a:lnTo>
                    <a:pt x="16214" y="3647"/>
                  </a:lnTo>
                  <a:lnTo>
                    <a:pt x="16630" y="6345"/>
                  </a:lnTo>
                  <a:lnTo>
                    <a:pt x="16672" y="7786"/>
                  </a:lnTo>
                  <a:lnTo>
                    <a:pt x="16561" y="8876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6"/>
            <p:cNvSpPr/>
            <p:nvPr/>
          </p:nvSpPr>
          <p:spPr>
            <a:xfrm>
              <a:off x="2012836" y="1621839"/>
              <a:ext cx="2157" cy="3262"/>
            </a:xfrm>
            <a:custGeom>
              <a:avLst/>
              <a:pathLst>
                <a:path w="2157" h="3262">
                  <a:moveTo>
                    <a:pt x="2157" y="3165"/>
                  </a:moveTo>
                  <a:lnTo>
                    <a:pt x="1691" y="3262"/>
                  </a:lnTo>
                  <a:lnTo>
                    <a:pt x="0" y="1506"/>
                  </a:lnTo>
                  <a:lnTo>
                    <a:pt x="355" y="0"/>
                  </a:lnTo>
                  <a:lnTo>
                    <a:pt x="1928" y="1541"/>
                  </a:lnTo>
                  <a:lnTo>
                    <a:pt x="2152" y="2501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7"/>
            <p:cNvSpPr/>
            <p:nvPr/>
          </p:nvSpPr>
          <p:spPr>
            <a:xfrm>
              <a:off x="2290952" y="1615704"/>
              <a:ext cx="7124" cy="16865"/>
            </a:xfrm>
            <a:custGeom>
              <a:avLst/>
              <a:pathLst>
                <a:path w="7124" h="16865">
                  <a:moveTo>
                    <a:pt x="4494" y="16833"/>
                  </a:moveTo>
                  <a:lnTo>
                    <a:pt x="3968" y="16865"/>
                  </a:lnTo>
                  <a:lnTo>
                    <a:pt x="3132" y="16413"/>
                  </a:lnTo>
                  <a:lnTo>
                    <a:pt x="1218" y="14630"/>
                  </a:lnTo>
                  <a:lnTo>
                    <a:pt x="830" y="13859"/>
                  </a:lnTo>
                  <a:lnTo>
                    <a:pt x="635" y="12959"/>
                  </a:lnTo>
                  <a:lnTo>
                    <a:pt x="633" y="11927"/>
                  </a:lnTo>
                  <a:lnTo>
                    <a:pt x="804" y="10859"/>
                  </a:lnTo>
                  <a:lnTo>
                    <a:pt x="1391" y="8727"/>
                  </a:lnTo>
                  <a:lnTo>
                    <a:pt x="272" y="7033"/>
                  </a:lnTo>
                  <a:lnTo>
                    <a:pt x="0" y="6068"/>
                  </a:lnTo>
                  <a:lnTo>
                    <a:pt x="131" y="5523"/>
                  </a:lnTo>
                  <a:lnTo>
                    <a:pt x="754" y="4217"/>
                  </a:lnTo>
                  <a:lnTo>
                    <a:pt x="924" y="3400"/>
                  </a:lnTo>
                  <a:lnTo>
                    <a:pt x="1552" y="2243"/>
                  </a:lnTo>
                  <a:lnTo>
                    <a:pt x="3180" y="0"/>
                  </a:lnTo>
                  <a:lnTo>
                    <a:pt x="4811" y="529"/>
                  </a:lnTo>
                  <a:lnTo>
                    <a:pt x="6266" y="2367"/>
                  </a:lnTo>
                  <a:lnTo>
                    <a:pt x="6647" y="3609"/>
                  </a:lnTo>
                  <a:lnTo>
                    <a:pt x="6533" y="4931"/>
                  </a:lnTo>
                  <a:lnTo>
                    <a:pt x="6660" y="6845"/>
                  </a:lnTo>
                  <a:lnTo>
                    <a:pt x="7027" y="9357"/>
                  </a:lnTo>
                  <a:lnTo>
                    <a:pt x="7124" y="11178"/>
                  </a:lnTo>
                  <a:lnTo>
                    <a:pt x="6951" y="12311"/>
                  </a:lnTo>
                  <a:lnTo>
                    <a:pt x="6329" y="14438"/>
                  </a:lnTo>
                  <a:lnTo>
                    <a:pt x="5801" y="15424"/>
                  </a:lnTo>
                  <a:lnTo>
                    <a:pt x="5105" y="16352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8"/>
            <p:cNvSpPr/>
            <p:nvPr/>
          </p:nvSpPr>
          <p:spPr>
            <a:xfrm>
              <a:off x="2410080" y="1614782"/>
              <a:ext cx="27685" cy="32532"/>
            </a:xfrm>
            <a:custGeom>
              <a:avLst/>
              <a:pathLst>
                <a:path w="27685" h="32532">
                  <a:moveTo>
                    <a:pt x="20114" y="422"/>
                  </a:moveTo>
                  <a:lnTo>
                    <a:pt x="26556" y="3037"/>
                  </a:lnTo>
                  <a:lnTo>
                    <a:pt x="27181" y="3986"/>
                  </a:lnTo>
                  <a:lnTo>
                    <a:pt x="27490" y="4836"/>
                  </a:lnTo>
                  <a:lnTo>
                    <a:pt x="27671" y="5779"/>
                  </a:lnTo>
                  <a:lnTo>
                    <a:pt x="27685" y="7724"/>
                  </a:lnTo>
                  <a:lnTo>
                    <a:pt x="27555" y="8503"/>
                  </a:lnTo>
                  <a:lnTo>
                    <a:pt x="26925" y="10388"/>
                  </a:lnTo>
                  <a:lnTo>
                    <a:pt x="26883" y="10979"/>
                  </a:lnTo>
                  <a:lnTo>
                    <a:pt x="27388" y="17298"/>
                  </a:lnTo>
                  <a:lnTo>
                    <a:pt x="27337" y="20744"/>
                  </a:lnTo>
                  <a:lnTo>
                    <a:pt x="26883" y="23624"/>
                  </a:lnTo>
                  <a:lnTo>
                    <a:pt x="25962" y="25933"/>
                  </a:lnTo>
                  <a:lnTo>
                    <a:pt x="24573" y="27669"/>
                  </a:lnTo>
                  <a:lnTo>
                    <a:pt x="23517" y="28665"/>
                  </a:lnTo>
                  <a:lnTo>
                    <a:pt x="18828" y="31123"/>
                  </a:lnTo>
                  <a:lnTo>
                    <a:pt x="15510" y="31759"/>
                  </a:lnTo>
                  <a:lnTo>
                    <a:pt x="12008" y="31874"/>
                  </a:lnTo>
                  <a:lnTo>
                    <a:pt x="7551" y="32532"/>
                  </a:lnTo>
                  <a:lnTo>
                    <a:pt x="5516" y="32395"/>
                  </a:lnTo>
                  <a:lnTo>
                    <a:pt x="4463" y="32105"/>
                  </a:lnTo>
                  <a:lnTo>
                    <a:pt x="3714" y="31613"/>
                  </a:lnTo>
                  <a:lnTo>
                    <a:pt x="2837" y="30056"/>
                  </a:lnTo>
                  <a:lnTo>
                    <a:pt x="1836" y="27435"/>
                  </a:lnTo>
                  <a:lnTo>
                    <a:pt x="1008" y="24484"/>
                  </a:lnTo>
                  <a:lnTo>
                    <a:pt x="18" y="19257"/>
                  </a:lnTo>
                  <a:lnTo>
                    <a:pt x="0" y="18637"/>
                  </a:lnTo>
                  <a:lnTo>
                    <a:pt x="954" y="14382"/>
                  </a:lnTo>
                  <a:lnTo>
                    <a:pt x="2221" y="11516"/>
                  </a:lnTo>
                  <a:lnTo>
                    <a:pt x="4456" y="7264"/>
                  </a:lnTo>
                  <a:lnTo>
                    <a:pt x="6980" y="3119"/>
                  </a:lnTo>
                  <a:lnTo>
                    <a:pt x="7622" y="2435"/>
                  </a:lnTo>
                  <a:lnTo>
                    <a:pt x="8762" y="1709"/>
                  </a:lnTo>
                  <a:lnTo>
                    <a:pt x="11617" y="535"/>
                  </a:lnTo>
                  <a:lnTo>
                    <a:pt x="13982" y="828"/>
                  </a:lnTo>
                  <a:lnTo>
                    <a:pt x="15025" y="679"/>
                  </a:lnTo>
                  <a:lnTo>
                    <a:pt x="16327" y="132"/>
                  </a:lnTo>
                  <a:lnTo>
                    <a:pt x="17762" y="0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29"/>
            <p:cNvSpPr/>
            <p:nvPr/>
          </p:nvSpPr>
          <p:spPr>
            <a:xfrm>
              <a:off x="2387018" y="1614303"/>
              <a:ext cx="4272" cy="5059"/>
            </a:xfrm>
            <a:custGeom>
              <a:avLst/>
              <a:pathLst>
                <a:path w="4272" h="5059">
                  <a:moveTo>
                    <a:pt x="2369" y="4734"/>
                  </a:moveTo>
                  <a:lnTo>
                    <a:pt x="1365" y="5059"/>
                  </a:lnTo>
                  <a:lnTo>
                    <a:pt x="8" y="3488"/>
                  </a:lnTo>
                  <a:lnTo>
                    <a:pt x="0" y="2617"/>
                  </a:lnTo>
                  <a:lnTo>
                    <a:pt x="262" y="525"/>
                  </a:lnTo>
                  <a:lnTo>
                    <a:pt x="2741" y="0"/>
                  </a:lnTo>
                  <a:lnTo>
                    <a:pt x="3776" y="1262"/>
                  </a:lnTo>
                  <a:lnTo>
                    <a:pt x="4272" y="2507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0"/>
            <p:cNvSpPr/>
            <p:nvPr/>
          </p:nvSpPr>
          <p:spPr>
            <a:xfrm>
              <a:off x="2067706" y="1607544"/>
              <a:ext cx="7538" cy="5306"/>
            </a:xfrm>
            <a:custGeom>
              <a:avLst/>
              <a:pathLst>
                <a:path w="7538" h="5306">
                  <a:moveTo>
                    <a:pt x="6301" y="5197"/>
                  </a:moveTo>
                  <a:lnTo>
                    <a:pt x="5619" y="5306"/>
                  </a:lnTo>
                  <a:lnTo>
                    <a:pt x="4342" y="4831"/>
                  </a:lnTo>
                  <a:lnTo>
                    <a:pt x="2471" y="3777"/>
                  </a:lnTo>
                  <a:lnTo>
                    <a:pt x="1062" y="2660"/>
                  </a:lnTo>
                  <a:lnTo>
                    <a:pt x="118" y="1484"/>
                  </a:lnTo>
                  <a:lnTo>
                    <a:pt x="0" y="672"/>
                  </a:lnTo>
                  <a:lnTo>
                    <a:pt x="707" y="223"/>
                  </a:lnTo>
                  <a:lnTo>
                    <a:pt x="1778" y="0"/>
                  </a:lnTo>
                  <a:lnTo>
                    <a:pt x="4330" y="149"/>
                  </a:lnTo>
                  <a:lnTo>
                    <a:pt x="5545" y="598"/>
                  </a:lnTo>
                  <a:lnTo>
                    <a:pt x="7147" y="2312"/>
                  </a:lnTo>
                  <a:lnTo>
                    <a:pt x="7488" y="3282"/>
                  </a:lnTo>
                  <a:lnTo>
                    <a:pt x="7538" y="3908"/>
                  </a:lnTo>
                  <a:lnTo>
                    <a:pt x="7332" y="4451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1"/>
            <p:cNvSpPr/>
            <p:nvPr/>
          </p:nvSpPr>
          <p:spPr>
            <a:xfrm>
              <a:off x="2433556" y="1604166"/>
              <a:ext cx="7467" cy="10456"/>
            </a:xfrm>
            <a:custGeom>
              <a:avLst/>
              <a:pathLst>
                <a:path w="7467" h="10456">
                  <a:moveTo>
                    <a:pt x="6448" y="10265"/>
                  </a:moveTo>
                  <a:lnTo>
                    <a:pt x="5480" y="10456"/>
                  </a:lnTo>
                  <a:lnTo>
                    <a:pt x="4083" y="8626"/>
                  </a:lnTo>
                  <a:lnTo>
                    <a:pt x="1150" y="6549"/>
                  </a:lnTo>
                  <a:lnTo>
                    <a:pt x="39" y="5041"/>
                  </a:lnTo>
                  <a:lnTo>
                    <a:pt x="0" y="4312"/>
                  </a:lnTo>
                  <a:lnTo>
                    <a:pt x="89" y="3169"/>
                  </a:lnTo>
                  <a:lnTo>
                    <a:pt x="410" y="1773"/>
                  </a:lnTo>
                  <a:lnTo>
                    <a:pt x="1431" y="246"/>
                  </a:lnTo>
                  <a:lnTo>
                    <a:pt x="2513" y="0"/>
                  </a:lnTo>
                  <a:lnTo>
                    <a:pt x="4056" y="336"/>
                  </a:lnTo>
                  <a:lnTo>
                    <a:pt x="5179" y="1432"/>
                  </a:lnTo>
                  <a:lnTo>
                    <a:pt x="6400" y="4475"/>
                  </a:lnTo>
                  <a:lnTo>
                    <a:pt x="7212" y="5958"/>
                  </a:lnTo>
                  <a:lnTo>
                    <a:pt x="7467" y="7036"/>
                  </a:lnTo>
                  <a:lnTo>
                    <a:pt x="7064" y="7546"/>
                  </a:lnTo>
                  <a:lnTo>
                    <a:pt x="7101" y="8046"/>
                  </a:lnTo>
                  <a:lnTo>
                    <a:pt x="7287" y="8355"/>
                  </a:lnTo>
                  <a:lnTo>
                    <a:pt x="7217" y="8924"/>
                  </a:lnTo>
                  <a:lnTo>
                    <a:pt x="6891" y="9755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2"/>
            <p:cNvSpPr/>
            <p:nvPr/>
          </p:nvSpPr>
          <p:spPr>
            <a:xfrm>
              <a:off x="2101557" y="1600345"/>
              <a:ext cx="7237" cy="7104"/>
            </a:xfrm>
            <a:custGeom>
              <a:avLst/>
              <a:pathLst>
                <a:path w="7237" h="7104">
                  <a:moveTo>
                    <a:pt x="5704" y="7064"/>
                  </a:moveTo>
                  <a:lnTo>
                    <a:pt x="5194" y="7104"/>
                  </a:lnTo>
                  <a:lnTo>
                    <a:pt x="4485" y="6576"/>
                  </a:lnTo>
                  <a:lnTo>
                    <a:pt x="515" y="4778"/>
                  </a:lnTo>
                  <a:lnTo>
                    <a:pt x="0" y="4237"/>
                  </a:lnTo>
                  <a:lnTo>
                    <a:pt x="464" y="3481"/>
                  </a:lnTo>
                  <a:lnTo>
                    <a:pt x="1910" y="2509"/>
                  </a:lnTo>
                  <a:lnTo>
                    <a:pt x="2884" y="1517"/>
                  </a:lnTo>
                  <a:lnTo>
                    <a:pt x="3637" y="0"/>
                  </a:lnTo>
                  <a:lnTo>
                    <a:pt x="5920" y="780"/>
                  </a:lnTo>
                  <a:lnTo>
                    <a:pt x="6772" y="1500"/>
                  </a:lnTo>
                  <a:lnTo>
                    <a:pt x="7097" y="2126"/>
                  </a:lnTo>
                  <a:lnTo>
                    <a:pt x="7237" y="2992"/>
                  </a:lnTo>
                  <a:lnTo>
                    <a:pt x="7109" y="5119"/>
                  </a:lnTo>
                  <a:lnTo>
                    <a:pt x="6341" y="5570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3"/>
            <p:cNvSpPr/>
            <p:nvPr/>
          </p:nvSpPr>
          <p:spPr>
            <a:xfrm>
              <a:off x="2122321" y="1594150"/>
              <a:ext cx="5515" cy="9196"/>
            </a:xfrm>
            <a:custGeom>
              <a:avLst/>
              <a:pathLst>
                <a:path w="5515" h="9196">
                  <a:moveTo>
                    <a:pt x="5036" y="6747"/>
                  </a:moveTo>
                  <a:lnTo>
                    <a:pt x="4647" y="7683"/>
                  </a:lnTo>
                  <a:lnTo>
                    <a:pt x="4164" y="7948"/>
                  </a:lnTo>
                  <a:lnTo>
                    <a:pt x="3204" y="9049"/>
                  </a:lnTo>
                  <a:lnTo>
                    <a:pt x="2814" y="9196"/>
                  </a:lnTo>
                  <a:lnTo>
                    <a:pt x="2256" y="8495"/>
                  </a:lnTo>
                  <a:lnTo>
                    <a:pt x="1786" y="7354"/>
                  </a:lnTo>
                  <a:lnTo>
                    <a:pt x="1585" y="7175"/>
                  </a:lnTo>
                  <a:lnTo>
                    <a:pt x="1287" y="7221"/>
                  </a:lnTo>
                  <a:lnTo>
                    <a:pt x="641" y="7948"/>
                  </a:lnTo>
                  <a:lnTo>
                    <a:pt x="356" y="7938"/>
                  </a:lnTo>
                  <a:lnTo>
                    <a:pt x="116" y="7450"/>
                  </a:lnTo>
                  <a:lnTo>
                    <a:pt x="0" y="6475"/>
                  </a:lnTo>
                  <a:lnTo>
                    <a:pt x="9" y="5016"/>
                  </a:lnTo>
                  <a:lnTo>
                    <a:pt x="314" y="2768"/>
                  </a:lnTo>
                  <a:lnTo>
                    <a:pt x="333" y="1949"/>
                  </a:lnTo>
                  <a:lnTo>
                    <a:pt x="170" y="1326"/>
                  </a:lnTo>
                  <a:lnTo>
                    <a:pt x="305" y="757"/>
                  </a:lnTo>
                  <a:lnTo>
                    <a:pt x="739" y="243"/>
                  </a:lnTo>
                  <a:lnTo>
                    <a:pt x="1296" y="0"/>
                  </a:lnTo>
                  <a:lnTo>
                    <a:pt x="2609" y="206"/>
                  </a:lnTo>
                  <a:lnTo>
                    <a:pt x="3645" y="1108"/>
                  </a:lnTo>
                  <a:lnTo>
                    <a:pt x="4151" y="2286"/>
                  </a:lnTo>
                  <a:lnTo>
                    <a:pt x="5164" y="3217"/>
                  </a:lnTo>
                  <a:lnTo>
                    <a:pt x="5515" y="3875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4"/>
            <p:cNvSpPr/>
            <p:nvPr/>
          </p:nvSpPr>
          <p:spPr>
            <a:xfrm>
              <a:off x="2126986" y="1591359"/>
              <a:ext cx="3117" cy="5185"/>
            </a:xfrm>
            <a:custGeom>
              <a:avLst/>
              <a:pathLst>
                <a:path w="3117" h="5185">
                  <a:moveTo>
                    <a:pt x="3117" y="3426"/>
                  </a:moveTo>
                  <a:lnTo>
                    <a:pt x="2830" y="5185"/>
                  </a:lnTo>
                  <a:lnTo>
                    <a:pt x="1308" y="4715"/>
                  </a:lnTo>
                  <a:lnTo>
                    <a:pt x="637" y="4078"/>
                  </a:lnTo>
                  <a:lnTo>
                    <a:pt x="66" y="2633"/>
                  </a:lnTo>
                  <a:lnTo>
                    <a:pt x="0" y="2266"/>
                  </a:lnTo>
                  <a:lnTo>
                    <a:pt x="127" y="1714"/>
                  </a:lnTo>
                  <a:lnTo>
                    <a:pt x="745" y="457"/>
                  </a:lnTo>
                  <a:lnTo>
                    <a:pt x="1162" y="0"/>
                  </a:lnTo>
                  <a:lnTo>
                    <a:pt x="2154" y="532"/>
                  </a:lnTo>
                  <a:lnTo>
                    <a:pt x="2616" y="1268"/>
                  </a:lnTo>
                  <a:lnTo>
                    <a:pt x="2983" y="2434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5"/>
            <p:cNvSpPr/>
            <p:nvPr/>
          </p:nvSpPr>
          <p:spPr>
            <a:xfrm>
              <a:off x="2243916" y="1584130"/>
              <a:ext cx="3532" cy="4867"/>
            </a:xfrm>
            <a:custGeom>
              <a:avLst/>
              <a:pathLst>
                <a:path w="3532" h="4867">
                  <a:moveTo>
                    <a:pt x="3442" y="4523"/>
                  </a:moveTo>
                  <a:lnTo>
                    <a:pt x="2432" y="4867"/>
                  </a:lnTo>
                  <a:lnTo>
                    <a:pt x="1799" y="3641"/>
                  </a:lnTo>
                  <a:lnTo>
                    <a:pt x="1285" y="3389"/>
                  </a:lnTo>
                  <a:lnTo>
                    <a:pt x="1057" y="2570"/>
                  </a:lnTo>
                  <a:lnTo>
                    <a:pt x="0" y="2410"/>
                  </a:lnTo>
                  <a:lnTo>
                    <a:pt x="72" y="1128"/>
                  </a:lnTo>
                  <a:lnTo>
                    <a:pt x="360" y="497"/>
                  </a:lnTo>
                  <a:lnTo>
                    <a:pt x="1342" y="0"/>
                  </a:lnTo>
                  <a:lnTo>
                    <a:pt x="2120" y="187"/>
                  </a:lnTo>
                  <a:lnTo>
                    <a:pt x="2859" y="1464"/>
                  </a:lnTo>
                  <a:lnTo>
                    <a:pt x="3219" y="2474"/>
                  </a:lnTo>
                  <a:lnTo>
                    <a:pt x="3532" y="3768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6"/>
            <p:cNvSpPr/>
            <p:nvPr/>
          </p:nvSpPr>
          <p:spPr>
            <a:xfrm>
              <a:off x="2384168" y="1583676"/>
              <a:ext cx="14521" cy="16275"/>
            </a:xfrm>
            <a:custGeom>
              <a:avLst/>
              <a:pathLst>
                <a:path w="14521" h="16275">
                  <a:moveTo>
                    <a:pt x="2407" y="16075"/>
                  </a:moveTo>
                  <a:lnTo>
                    <a:pt x="1555" y="16275"/>
                  </a:lnTo>
                  <a:lnTo>
                    <a:pt x="547" y="15715"/>
                  </a:lnTo>
                  <a:lnTo>
                    <a:pt x="188" y="14754"/>
                  </a:lnTo>
                  <a:lnTo>
                    <a:pt x="0" y="13783"/>
                  </a:lnTo>
                  <a:lnTo>
                    <a:pt x="180" y="13284"/>
                  </a:lnTo>
                  <a:lnTo>
                    <a:pt x="629" y="12812"/>
                  </a:lnTo>
                  <a:lnTo>
                    <a:pt x="1240" y="11736"/>
                  </a:lnTo>
                  <a:lnTo>
                    <a:pt x="2012" y="10053"/>
                  </a:lnTo>
                  <a:lnTo>
                    <a:pt x="3218" y="8925"/>
                  </a:lnTo>
                  <a:lnTo>
                    <a:pt x="5864" y="7877"/>
                  </a:lnTo>
                  <a:lnTo>
                    <a:pt x="6240" y="7508"/>
                  </a:lnTo>
                  <a:lnTo>
                    <a:pt x="7424" y="4562"/>
                  </a:lnTo>
                  <a:lnTo>
                    <a:pt x="7822" y="4057"/>
                  </a:lnTo>
                  <a:lnTo>
                    <a:pt x="9177" y="3757"/>
                  </a:lnTo>
                  <a:lnTo>
                    <a:pt x="9323" y="3377"/>
                  </a:lnTo>
                  <a:lnTo>
                    <a:pt x="8843" y="2652"/>
                  </a:lnTo>
                  <a:lnTo>
                    <a:pt x="8843" y="1903"/>
                  </a:lnTo>
                  <a:lnTo>
                    <a:pt x="9323" y="1131"/>
                  </a:lnTo>
                  <a:lnTo>
                    <a:pt x="9983" y="558"/>
                  </a:lnTo>
                  <a:lnTo>
                    <a:pt x="11696" y="0"/>
                  </a:lnTo>
                  <a:lnTo>
                    <a:pt x="13242" y="102"/>
                  </a:lnTo>
                  <a:lnTo>
                    <a:pt x="13638" y="318"/>
                  </a:lnTo>
                  <a:lnTo>
                    <a:pt x="13984" y="835"/>
                  </a:lnTo>
                  <a:lnTo>
                    <a:pt x="14458" y="2213"/>
                  </a:lnTo>
                  <a:lnTo>
                    <a:pt x="14521" y="2526"/>
                  </a:lnTo>
                  <a:lnTo>
                    <a:pt x="13805" y="3747"/>
                  </a:lnTo>
                  <a:lnTo>
                    <a:pt x="11930" y="5624"/>
                  </a:lnTo>
                  <a:lnTo>
                    <a:pt x="10770" y="7194"/>
                  </a:lnTo>
                  <a:lnTo>
                    <a:pt x="10538" y="7707"/>
                  </a:lnTo>
                  <a:lnTo>
                    <a:pt x="10432" y="8369"/>
                  </a:lnTo>
                  <a:lnTo>
                    <a:pt x="9996" y="9173"/>
                  </a:lnTo>
                  <a:lnTo>
                    <a:pt x="8642" y="11105"/>
                  </a:lnTo>
                  <a:lnTo>
                    <a:pt x="7731" y="12972"/>
                  </a:lnTo>
                  <a:lnTo>
                    <a:pt x="6824" y="14001"/>
                  </a:lnTo>
                  <a:lnTo>
                    <a:pt x="4345" y="14969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7"/>
            <p:cNvSpPr/>
            <p:nvPr/>
          </p:nvSpPr>
          <p:spPr>
            <a:xfrm>
              <a:off x="2247365" y="1582301"/>
              <a:ext cx="3882" cy="5432"/>
            </a:xfrm>
            <a:custGeom>
              <a:avLst/>
              <a:pathLst>
                <a:path w="3882" h="5432">
                  <a:moveTo>
                    <a:pt x="3606" y="500"/>
                  </a:moveTo>
                  <a:lnTo>
                    <a:pt x="3882" y="2333"/>
                  </a:lnTo>
                  <a:lnTo>
                    <a:pt x="2773" y="4820"/>
                  </a:lnTo>
                  <a:lnTo>
                    <a:pt x="2425" y="5266"/>
                  </a:lnTo>
                  <a:lnTo>
                    <a:pt x="1996" y="5432"/>
                  </a:lnTo>
                  <a:lnTo>
                    <a:pt x="1579" y="5124"/>
                  </a:lnTo>
                  <a:lnTo>
                    <a:pt x="337" y="3171"/>
                  </a:lnTo>
                  <a:lnTo>
                    <a:pt x="0" y="1955"/>
                  </a:lnTo>
                  <a:lnTo>
                    <a:pt x="455" y="1346"/>
                  </a:lnTo>
                  <a:lnTo>
                    <a:pt x="1416" y="585"/>
                  </a:lnTo>
                  <a:lnTo>
                    <a:pt x="2097" y="216"/>
                  </a:lnTo>
                  <a:lnTo>
                    <a:pt x="2951" y="535"/>
                  </a:lnTo>
                  <a:lnTo>
                    <a:pt x="3251" y="0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8"/>
            <p:cNvSpPr/>
            <p:nvPr/>
          </p:nvSpPr>
          <p:spPr>
            <a:xfrm>
              <a:off x="2409173" y="1582182"/>
              <a:ext cx="8768" cy="9099"/>
            </a:xfrm>
            <a:custGeom>
              <a:avLst/>
              <a:pathLst>
                <a:path w="8768" h="9099">
                  <a:moveTo>
                    <a:pt x="4738" y="8756"/>
                  </a:moveTo>
                  <a:lnTo>
                    <a:pt x="3180" y="9099"/>
                  </a:lnTo>
                  <a:lnTo>
                    <a:pt x="2028" y="8923"/>
                  </a:lnTo>
                  <a:lnTo>
                    <a:pt x="1280" y="8227"/>
                  </a:lnTo>
                  <a:lnTo>
                    <a:pt x="709" y="7283"/>
                  </a:lnTo>
                  <a:lnTo>
                    <a:pt x="0" y="4906"/>
                  </a:lnTo>
                  <a:lnTo>
                    <a:pt x="263" y="3798"/>
                  </a:lnTo>
                  <a:lnTo>
                    <a:pt x="344" y="1815"/>
                  </a:lnTo>
                  <a:lnTo>
                    <a:pt x="474" y="1070"/>
                  </a:lnTo>
                  <a:lnTo>
                    <a:pt x="748" y="702"/>
                  </a:lnTo>
                  <a:lnTo>
                    <a:pt x="2367" y="0"/>
                  </a:lnTo>
                  <a:lnTo>
                    <a:pt x="3334" y="79"/>
                  </a:lnTo>
                  <a:lnTo>
                    <a:pt x="4754" y="836"/>
                  </a:lnTo>
                  <a:lnTo>
                    <a:pt x="7819" y="1066"/>
                  </a:lnTo>
                  <a:lnTo>
                    <a:pt x="8580" y="1763"/>
                  </a:lnTo>
                  <a:lnTo>
                    <a:pt x="8768" y="2184"/>
                  </a:lnTo>
                  <a:lnTo>
                    <a:pt x="8753" y="2703"/>
                  </a:lnTo>
                  <a:lnTo>
                    <a:pt x="8538" y="3321"/>
                  </a:lnTo>
                  <a:lnTo>
                    <a:pt x="7022" y="5121"/>
                  </a:lnTo>
                  <a:lnTo>
                    <a:pt x="6293" y="6359"/>
                  </a:lnTo>
                  <a:lnTo>
                    <a:pt x="5777" y="7843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39"/>
            <p:cNvSpPr/>
            <p:nvPr/>
          </p:nvSpPr>
          <p:spPr>
            <a:xfrm>
              <a:off x="2113300" y="1578163"/>
              <a:ext cx="4391" cy="5543"/>
            </a:xfrm>
            <a:custGeom>
              <a:avLst/>
              <a:pathLst>
                <a:path w="4391" h="5543">
                  <a:moveTo>
                    <a:pt x="2280" y="5289"/>
                  </a:moveTo>
                  <a:lnTo>
                    <a:pt x="1270" y="5543"/>
                  </a:lnTo>
                  <a:lnTo>
                    <a:pt x="1085" y="5481"/>
                  </a:lnTo>
                  <a:lnTo>
                    <a:pt x="1172" y="4676"/>
                  </a:lnTo>
                  <a:lnTo>
                    <a:pt x="1096" y="4272"/>
                  </a:lnTo>
                  <a:lnTo>
                    <a:pt x="826" y="3983"/>
                  </a:lnTo>
                  <a:lnTo>
                    <a:pt x="1711" y="3343"/>
                  </a:lnTo>
                  <a:lnTo>
                    <a:pt x="1840" y="2843"/>
                  </a:lnTo>
                  <a:lnTo>
                    <a:pt x="1559" y="2460"/>
                  </a:lnTo>
                  <a:lnTo>
                    <a:pt x="345" y="1732"/>
                  </a:lnTo>
                  <a:lnTo>
                    <a:pt x="0" y="1074"/>
                  </a:lnTo>
                  <a:lnTo>
                    <a:pt x="63" y="497"/>
                  </a:lnTo>
                  <a:lnTo>
                    <a:pt x="538" y="0"/>
                  </a:lnTo>
                  <a:lnTo>
                    <a:pt x="1377" y="75"/>
                  </a:lnTo>
                  <a:lnTo>
                    <a:pt x="3185" y="1043"/>
                  </a:lnTo>
                  <a:lnTo>
                    <a:pt x="4014" y="2382"/>
                  </a:lnTo>
                  <a:lnTo>
                    <a:pt x="4391" y="3373"/>
                  </a:lnTo>
                  <a:lnTo>
                    <a:pt x="3792" y="3520"/>
                  </a:lnTo>
                  <a:lnTo>
                    <a:pt x="3327" y="3921"/>
                  </a:lnTo>
                  <a:lnTo>
                    <a:pt x="2832" y="4768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0"/>
            <p:cNvSpPr/>
            <p:nvPr/>
          </p:nvSpPr>
          <p:spPr>
            <a:xfrm>
              <a:off x="2179462" y="1576696"/>
              <a:ext cx="7575" cy="8570"/>
            </a:xfrm>
            <a:custGeom>
              <a:avLst/>
              <a:pathLst>
                <a:path w="7575" h="8570">
                  <a:moveTo>
                    <a:pt x="5936" y="1539"/>
                  </a:moveTo>
                  <a:lnTo>
                    <a:pt x="7575" y="3520"/>
                  </a:lnTo>
                  <a:lnTo>
                    <a:pt x="7560" y="4481"/>
                  </a:lnTo>
                  <a:lnTo>
                    <a:pt x="7346" y="6085"/>
                  </a:lnTo>
                  <a:lnTo>
                    <a:pt x="6877" y="7306"/>
                  </a:lnTo>
                  <a:lnTo>
                    <a:pt x="6151" y="8144"/>
                  </a:lnTo>
                  <a:lnTo>
                    <a:pt x="5136" y="8566"/>
                  </a:lnTo>
                  <a:lnTo>
                    <a:pt x="3830" y="8570"/>
                  </a:lnTo>
                  <a:lnTo>
                    <a:pt x="3265" y="8219"/>
                  </a:lnTo>
                  <a:lnTo>
                    <a:pt x="3688" y="6978"/>
                  </a:lnTo>
                  <a:lnTo>
                    <a:pt x="4005" y="6611"/>
                  </a:lnTo>
                  <a:lnTo>
                    <a:pt x="4059" y="5518"/>
                  </a:lnTo>
                  <a:lnTo>
                    <a:pt x="3849" y="3706"/>
                  </a:lnTo>
                  <a:lnTo>
                    <a:pt x="3586" y="2591"/>
                  </a:lnTo>
                  <a:lnTo>
                    <a:pt x="2852" y="1953"/>
                  </a:lnTo>
                  <a:lnTo>
                    <a:pt x="2326" y="1927"/>
                  </a:lnTo>
                  <a:lnTo>
                    <a:pt x="2184" y="2516"/>
                  </a:lnTo>
                  <a:lnTo>
                    <a:pt x="2423" y="3721"/>
                  </a:lnTo>
                  <a:lnTo>
                    <a:pt x="2257" y="5280"/>
                  </a:lnTo>
                  <a:lnTo>
                    <a:pt x="1685" y="7195"/>
                  </a:lnTo>
                  <a:lnTo>
                    <a:pt x="1250" y="8095"/>
                  </a:lnTo>
                  <a:lnTo>
                    <a:pt x="477" y="7641"/>
                  </a:lnTo>
                  <a:lnTo>
                    <a:pt x="109" y="6909"/>
                  </a:lnTo>
                  <a:lnTo>
                    <a:pt x="207" y="5703"/>
                  </a:lnTo>
                  <a:lnTo>
                    <a:pt x="0" y="4611"/>
                  </a:lnTo>
                  <a:lnTo>
                    <a:pt x="196" y="3453"/>
                  </a:lnTo>
                  <a:lnTo>
                    <a:pt x="722" y="1734"/>
                  </a:lnTo>
                  <a:lnTo>
                    <a:pt x="1467" y="582"/>
                  </a:lnTo>
                  <a:lnTo>
                    <a:pt x="2431" y="0"/>
                  </a:lnTo>
                  <a:lnTo>
                    <a:pt x="3555" y="41"/>
                  </a:lnTo>
                  <a:lnTo>
                    <a:pt x="4840" y="706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1"/>
            <p:cNvSpPr/>
            <p:nvPr/>
          </p:nvSpPr>
          <p:spPr>
            <a:xfrm>
              <a:off x="1645190" y="1575990"/>
              <a:ext cx="5091" cy="3259"/>
            </a:xfrm>
            <a:custGeom>
              <a:avLst/>
              <a:pathLst>
                <a:path w="5091" h="3259">
                  <a:moveTo>
                    <a:pt x="3063" y="2148"/>
                  </a:moveTo>
                  <a:lnTo>
                    <a:pt x="2044" y="3259"/>
                  </a:lnTo>
                  <a:lnTo>
                    <a:pt x="424" y="2099"/>
                  </a:lnTo>
                  <a:lnTo>
                    <a:pt x="0" y="1529"/>
                  </a:lnTo>
                  <a:lnTo>
                    <a:pt x="1873" y="0"/>
                  </a:lnTo>
                  <a:lnTo>
                    <a:pt x="2699" y="57"/>
                  </a:lnTo>
                  <a:lnTo>
                    <a:pt x="4440" y="965"/>
                  </a:lnTo>
                  <a:lnTo>
                    <a:pt x="5091" y="1770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2"/>
            <p:cNvSpPr/>
            <p:nvPr/>
          </p:nvSpPr>
          <p:spPr>
            <a:xfrm>
              <a:off x="2522181" y="1575038"/>
              <a:ext cx="5760" cy="4342"/>
            </a:xfrm>
            <a:custGeom>
              <a:avLst/>
              <a:pathLst>
                <a:path w="5760" h="4342">
                  <a:moveTo>
                    <a:pt x="3784" y="4162"/>
                  </a:moveTo>
                  <a:lnTo>
                    <a:pt x="3468" y="4342"/>
                  </a:lnTo>
                  <a:lnTo>
                    <a:pt x="234" y="2996"/>
                  </a:lnTo>
                  <a:lnTo>
                    <a:pt x="0" y="1923"/>
                  </a:lnTo>
                  <a:lnTo>
                    <a:pt x="1580" y="733"/>
                  </a:lnTo>
                  <a:lnTo>
                    <a:pt x="2866" y="90"/>
                  </a:lnTo>
                  <a:lnTo>
                    <a:pt x="3856" y="0"/>
                  </a:lnTo>
                  <a:lnTo>
                    <a:pt x="4840" y="202"/>
                  </a:lnTo>
                  <a:lnTo>
                    <a:pt x="5760" y="1489"/>
                  </a:lnTo>
                  <a:lnTo>
                    <a:pt x="4645" y="2662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3"/>
            <p:cNvSpPr/>
            <p:nvPr/>
          </p:nvSpPr>
          <p:spPr>
            <a:xfrm>
              <a:off x="2391048" y="1573334"/>
              <a:ext cx="10847" cy="7675"/>
            </a:xfrm>
            <a:custGeom>
              <a:avLst/>
              <a:pathLst>
                <a:path w="10847" h="7675">
                  <a:moveTo>
                    <a:pt x="10107" y="727"/>
                  </a:moveTo>
                  <a:lnTo>
                    <a:pt x="10740" y="2204"/>
                  </a:lnTo>
                  <a:lnTo>
                    <a:pt x="10847" y="2970"/>
                  </a:lnTo>
                  <a:lnTo>
                    <a:pt x="9973" y="3873"/>
                  </a:lnTo>
                  <a:lnTo>
                    <a:pt x="6675" y="5546"/>
                  </a:lnTo>
                  <a:lnTo>
                    <a:pt x="4666" y="7002"/>
                  </a:lnTo>
                  <a:lnTo>
                    <a:pt x="3650" y="7326"/>
                  </a:lnTo>
                  <a:lnTo>
                    <a:pt x="2296" y="6999"/>
                  </a:lnTo>
                  <a:lnTo>
                    <a:pt x="652" y="7675"/>
                  </a:lnTo>
                  <a:lnTo>
                    <a:pt x="0" y="7584"/>
                  </a:lnTo>
                  <a:lnTo>
                    <a:pt x="726" y="6393"/>
                  </a:lnTo>
                  <a:lnTo>
                    <a:pt x="3327" y="2975"/>
                  </a:lnTo>
                  <a:lnTo>
                    <a:pt x="5507" y="2625"/>
                  </a:lnTo>
                  <a:lnTo>
                    <a:pt x="6219" y="1911"/>
                  </a:lnTo>
                  <a:lnTo>
                    <a:pt x="6820" y="2138"/>
                  </a:lnTo>
                  <a:lnTo>
                    <a:pt x="7167" y="1546"/>
                  </a:lnTo>
                  <a:lnTo>
                    <a:pt x="7228" y="669"/>
                  </a:lnTo>
                  <a:lnTo>
                    <a:pt x="7989" y="0"/>
                  </a:lnTo>
                  <a:lnTo>
                    <a:pt x="8674" y="8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4"/>
            <p:cNvSpPr/>
            <p:nvPr/>
          </p:nvSpPr>
          <p:spPr>
            <a:xfrm>
              <a:off x="2367028" y="1571237"/>
              <a:ext cx="17643" cy="8889"/>
            </a:xfrm>
            <a:custGeom>
              <a:avLst/>
              <a:pathLst>
                <a:path w="17643" h="8889">
                  <a:moveTo>
                    <a:pt x="16832" y="670"/>
                  </a:moveTo>
                  <a:lnTo>
                    <a:pt x="17331" y="2366"/>
                  </a:lnTo>
                  <a:lnTo>
                    <a:pt x="17643" y="2899"/>
                  </a:lnTo>
                  <a:lnTo>
                    <a:pt x="17181" y="3703"/>
                  </a:lnTo>
                  <a:lnTo>
                    <a:pt x="15325" y="5308"/>
                  </a:lnTo>
                  <a:lnTo>
                    <a:pt x="11267" y="5963"/>
                  </a:lnTo>
                  <a:lnTo>
                    <a:pt x="9221" y="5205"/>
                  </a:lnTo>
                  <a:lnTo>
                    <a:pt x="10163" y="7509"/>
                  </a:lnTo>
                  <a:lnTo>
                    <a:pt x="10368" y="8480"/>
                  </a:lnTo>
                  <a:lnTo>
                    <a:pt x="10080" y="8889"/>
                  </a:lnTo>
                  <a:lnTo>
                    <a:pt x="9228" y="8764"/>
                  </a:lnTo>
                  <a:lnTo>
                    <a:pt x="7814" y="8112"/>
                  </a:lnTo>
                  <a:lnTo>
                    <a:pt x="7001" y="7330"/>
                  </a:lnTo>
                  <a:lnTo>
                    <a:pt x="6790" y="6421"/>
                  </a:lnTo>
                  <a:lnTo>
                    <a:pt x="6492" y="6219"/>
                  </a:lnTo>
                  <a:lnTo>
                    <a:pt x="6108" y="6726"/>
                  </a:lnTo>
                  <a:lnTo>
                    <a:pt x="5740" y="6610"/>
                  </a:lnTo>
                  <a:lnTo>
                    <a:pt x="4897" y="5256"/>
                  </a:lnTo>
                  <a:lnTo>
                    <a:pt x="4278" y="4751"/>
                  </a:lnTo>
                  <a:lnTo>
                    <a:pt x="204" y="3944"/>
                  </a:lnTo>
                  <a:lnTo>
                    <a:pt x="0" y="3582"/>
                  </a:lnTo>
                  <a:lnTo>
                    <a:pt x="212" y="2959"/>
                  </a:lnTo>
                  <a:lnTo>
                    <a:pt x="841" y="2070"/>
                  </a:lnTo>
                  <a:lnTo>
                    <a:pt x="1755" y="1770"/>
                  </a:lnTo>
                  <a:lnTo>
                    <a:pt x="4057" y="2168"/>
                  </a:lnTo>
                  <a:lnTo>
                    <a:pt x="4245" y="1941"/>
                  </a:lnTo>
                  <a:lnTo>
                    <a:pt x="4398" y="820"/>
                  </a:lnTo>
                  <a:lnTo>
                    <a:pt x="4572" y="380"/>
                  </a:lnTo>
                  <a:lnTo>
                    <a:pt x="6168" y="493"/>
                  </a:lnTo>
                  <a:lnTo>
                    <a:pt x="7170" y="252"/>
                  </a:lnTo>
                  <a:lnTo>
                    <a:pt x="7723" y="829"/>
                  </a:lnTo>
                  <a:lnTo>
                    <a:pt x="8269" y="2164"/>
                  </a:lnTo>
                  <a:lnTo>
                    <a:pt x="9045" y="1920"/>
                  </a:lnTo>
                  <a:lnTo>
                    <a:pt x="10167" y="2113"/>
                  </a:lnTo>
                  <a:lnTo>
                    <a:pt x="11416" y="1624"/>
                  </a:lnTo>
                  <a:lnTo>
                    <a:pt x="13326" y="437"/>
                  </a:lnTo>
                  <a:lnTo>
                    <a:pt x="14817" y="0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5"/>
            <p:cNvSpPr/>
            <p:nvPr/>
          </p:nvSpPr>
          <p:spPr>
            <a:xfrm>
              <a:off x="2135418" y="1569726"/>
              <a:ext cx="53015" cy="41391"/>
            </a:xfrm>
            <a:custGeom>
              <a:avLst/>
              <a:pathLst>
                <a:path w="53015" h="41391">
                  <a:moveTo>
                    <a:pt x="26217" y="6469"/>
                  </a:moveTo>
                  <a:lnTo>
                    <a:pt x="26597" y="6821"/>
                  </a:lnTo>
                  <a:lnTo>
                    <a:pt x="27312" y="6522"/>
                  </a:lnTo>
                  <a:lnTo>
                    <a:pt x="27867" y="5558"/>
                  </a:lnTo>
                  <a:lnTo>
                    <a:pt x="28203" y="5377"/>
                  </a:lnTo>
                  <a:lnTo>
                    <a:pt x="28726" y="5558"/>
                  </a:lnTo>
                  <a:lnTo>
                    <a:pt x="30451" y="7287"/>
                  </a:lnTo>
                  <a:lnTo>
                    <a:pt x="31775" y="9101"/>
                  </a:lnTo>
                  <a:lnTo>
                    <a:pt x="33180" y="10389"/>
                  </a:lnTo>
                  <a:lnTo>
                    <a:pt x="35409" y="11539"/>
                  </a:lnTo>
                  <a:lnTo>
                    <a:pt x="40278" y="15283"/>
                  </a:lnTo>
                  <a:lnTo>
                    <a:pt x="41712" y="17815"/>
                  </a:lnTo>
                  <a:lnTo>
                    <a:pt x="43227" y="21753"/>
                  </a:lnTo>
                  <a:lnTo>
                    <a:pt x="44580" y="24758"/>
                  </a:lnTo>
                  <a:lnTo>
                    <a:pt x="45770" y="26832"/>
                  </a:lnTo>
                  <a:lnTo>
                    <a:pt x="47047" y="28484"/>
                  </a:lnTo>
                  <a:lnTo>
                    <a:pt x="49094" y="30332"/>
                  </a:lnTo>
                  <a:lnTo>
                    <a:pt x="50920" y="28987"/>
                  </a:lnTo>
                  <a:lnTo>
                    <a:pt x="51702" y="28647"/>
                  </a:lnTo>
                  <a:lnTo>
                    <a:pt x="52376" y="29206"/>
                  </a:lnTo>
                  <a:lnTo>
                    <a:pt x="53015" y="30599"/>
                  </a:lnTo>
                  <a:lnTo>
                    <a:pt x="52677" y="31221"/>
                  </a:lnTo>
                  <a:lnTo>
                    <a:pt x="51883" y="32008"/>
                  </a:lnTo>
                  <a:lnTo>
                    <a:pt x="50574" y="32927"/>
                  </a:lnTo>
                  <a:lnTo>
                    <a:pt x="48740" y="32994"/>
                  </a:lnTo>
                  <a:lnTo>
                    <a:pt x="47858" y="33265"/>
                  </a:lnTo>
                  <a:lnTo>
                    <a:pt x="46421" y="34724"/>
                  </a:lnTo>
                  <a:lnTo>
                    <a:pt x="45280" y="36474"/>
                  </a:lnTo>
                  <a:lnTo>
                    <a:pt x="43683" y="37064"/>
                  </a:lnTo>
                  <a:lnTo>
                    <a:pt x="40677" y="40000"/>
                  </a:lnTo>
                  <a:lnTo>
                    <a:pt x="39024" y="41100"/>
                  </a:lnTo>
                  <a:lnTo>
                    <a:pt x="36590" y="41391"/>
                  </a:lnTo>
                  <a:lnTo>
                    <a:pt x="31536" y="39091"/>
                  </a:lnTo>
                  <a:lnTo>
                    <a:pt x="28386" y="39415"/>
                  </a:lnTo>
                  <a:lnTo>
                    <a:pt x="25815" y="38943"/>
                  </a:lnTo>
                  <a:lnTo>
                    <a:pt x="22943" y="36513"/>
                  </a:lnTo>
                  <a:lnTo>
                    <a:pt x="20714" y="35138"/>
                  </a:lnTo>
                  <a:lnTo>
                    <a:pt x="16399" y="33161"/>
                  </a:lnTo>
                  <a:lnTo>
                    <a:pt x="16117" y="32868"/>
                  </a:lnTo>
                  <a:lnTo>
                    <a:pt x="15930" y="32200"/>
                  </a:lnTo>
                  <a:lnTo>
                    <a:pt x="15842" y="31157"/>
                  </a:lnTo>
                  <a:lnTo>
                    <a:pt x="15647" y="30460"/>
                  </a:lnTo>
                  <a:lnTo>
                    <a:pt x="15344" y="30107"/>
                  </a:lnTo>
                  <a:lnTo>
                    <a:pt x="14665" y="30137"/>
                  </a:lnTo>
                  <a:lnTo>
                    <a:pt x="13971" y="30827"/>
                  </a:lnTo>
                  <a:lnTo>
                    <a:pt x="12641" y="31421"/>
                  </a:lnTo>
                  <a:lnTo>
                    <a:pt x="10615" y="31287"/>
                  </a:lnTo>
                  <a:lnTo>
                    <a:pt x="9733" y="30875"/>
                  </a:lnTo>
                  <a:lnTo>
                    <a:pt x="9062" y="30228"/>
                  </a:lnTo>
                  <a:lnTo>
                    <a:pt x="8698" y="29468"/>
                  </a:lnTo>
                  <a:lnTo>
                    <a:pt x="8642" y="28598"/>
                  </a:lnTo>
                  <a:lnTo>
                    <a:pt x="8455" y="27928"/>
                  </a:lnTo>
                  <a:lnTo>
                    <a:pt x="8138" y="27456"/>
                  </a:lnTo>
                  <a:lnTo>
                    <a:pt x="7404" y="27443"/>
                  </a:lnTo>
                  <a:lnTo>
                    <a:pt x="6252" y="27892"/>
                  </a:lnTo>
                  <a:lnTo>
                    <a:pt x="5802" y="28447"/>
                  </a:lnTo>
                  <a:lnTo>
                    <a:pt x="6054" y="29107"/>
                  </a:lnTo>
                  <a:lnTo>
                    <a:pt x="5842" y="29498"/>
                  </a:lnTo>
                  <a:lnTo>
                    <a:pt x="3826" y="29502"/>
                  </a:lnTo>
                  <a:lnTo>
                    <a:pt x="3036" y="29116"/>
                  </a:lnTo>
                  <a:lnTo>
                    <a:pt x="1520" y="27892"/>
                  </a:lnTo>
                  <a:lnTo>
                    <a:pt x="856" y="26654"/>
                  </a:lnTo>
                  <a:lnTo>
                    <a:pt x="0" y="24451"/>
                  </a:lnTo>
                  <a:lnTo>
                    <a:pt x="82" y="23855"/>
                  </a:lnTo>
                  <a:lnTo>
                    <a:pt x="626" y="22516"/>
                  </a:lnTo>
                  <a:lnTo>
                    <a:pt x="1337" y="21583"/>
                  </a:lnTo>
                  <a:lnTo>
                    <a:pt x="5906" y="21034"/>
                  </a:lnTo>
                  <a:lnTo>
                    <a:pt x="8043" y="20508"/>
                  </a:lnTo>
                  <a:lnTo>
                    <a:pt x="10370" y="18984"/>
                  </a:lnTo>
                  <a:lnTo>
                    <a:pt x="13087" y="16350"/>
                  </a:lnTo>
                  <a:lnTo>
                    <a:pt x="13673" y="15570"/>
                  </a:lnTo>
                  <a:lnTo>
                    <a:pt x="13742" y="14997"/>
                  </a:lnTo>
                  <a:lnTo>
                    <a:pt x="13542" y="14379"/>
                  </a:lnTo>
                  <a:lnTo>
                    <a:pt x="12694" y="12862"/>
                  </a:lnTo>
                  <a:lnTo>
                    <a:pt x="12407" y="11825"/>
                  </a:lnTo>
                  <a:lnTo>
                    <a:pt x="12677" y="11334"/>
                  </a:lnTo>
                  <a:lnTo>
                    <a:pt x="13767" y="11290"/>
                  </a:lnTo>
                  <a:lnTo>
                    <a:pt x="13193" y="10704"/>
                  </a:lnTo>
                  <a:lnTo>
                    <a:pt x="12706" y="9874"/>
                  </a:lnTo>
                  <a:lnTo>
                    <a:pt x="12535" y="9356"/>
                  </a:lnTo>
                  <a:lnTo>
                    <a:pt x="12562" y="8531"/>
                  </a:lnTo>
                  <a:lnTo>
                    <a:pt x="13428" y="8349"/>
                  </a:lnTo>
                  <a:lnTo>
                    <a:pt x="14495" y="8763"/>
                  </a:lnTo>
                  <a:lnTo>
                    <a:pt x="16556" y="11142"/>
                  </a:lnTo>
                  <a:lnTo>
                    <a:pt x="17378" y="11605"/>
                  </a:lnTo>
                  <a:lnTo>
                    <a:pt x="18789" y="11966"/>
                  </a:lnTo>
                  <a:lnTo>
                    <a:pt x="17289" y="10324"/>
                  </a:lnTo>
                  <a:lnTo>
                    <a:pt x="15736" y="6873"/>
                  </a:lnTo>
                  <a:lnTo>
                    <a:pt x="15542" y="5683"/>
                  </a:lnTo>
                  <a:lnTo>
                    <a:pt x="15583" y="5021"/>
                  </a:lnTo>
                  <a:lnTo>
                    <a:pt x="15990" y="3166"/>
                  </a:lnTo>
                  <a:lnTo>
                    <a:pt x="16355" y="2410"/>
                  </a:lnTo>
                  <a:lnTo>
                    <a:pt x="16826" y="1910"/>
                  </a:lnTo>
                  <a:lnTo>
                    <a:pt x="18303" y="844"/>
                  </a:lnTo>
                  <a:lnTo>
                    <a:pt x="20670" y="99"/>
                  </a:lnTo>
                  <a:lnTo>
                    <a:pt x="21882" y="0"/>
                  </a:lnTo>
                  <a:lnTo>
                    <a:pt x="23110" y="601"/>
                  </a:lnTo>
                  <a:lnTo>
                    <a:pt x="24182" y="1755"/>
                  </a:lnTo>
                  <a:lnTo>
                    <a:pt x="26563" y="3638"/>
                  </a:lnTo>
                  <a:lnTo>
                    <a:pt x="26919" y="4409"/>
                  </a:lnTo>
                  <a:lnTo>
                    <a:pt x="26880" y="4768"/>
                  </a:lnTo>
                  <a:lnTo>
                    <a:pt x="25961" y="5286"/>
                  </a:lnTo>
                  <a:lnTo>
                    <a:pt x="25847" y="5756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6"/>
            <p:cNvSpPr/>
            <p:nvPr/>
          </p:nvSpPr>
          <p:spPr>
            <a:xfrm>
              <a:off x="2286468" y="1561303"/>
              <a:ext cx="9970" cy="5033"/>
            </a:xfrm>
            <a:custGeom>
              <a:avLst/>
              <a:pathLst>
                <a:path w="9970" h="5033">
                  <a:moveTo>
                    <a:pt x="5061" y="988"/>
                  </a:moveTo>
                  <a:lnTo>
                    <a:pt x="6471" y="1223"/>
                  </a:lnTo>
                  <a:lnTo>
                    <a:pt x="7799" y="934"/>
                  </a:lnTo>
                  <a:lnTo>
                    <a:pt x="8767" y="1210"/>
                  </a:lnTo>
                  <a:lnTo>
                    <a:pt x="9376" y="2051"/>
                  </a:lnTo>
                  <a:lnTo>
                    <a:pt x="9777" y="2926"/>
                  </a:lnTo>
                  <a:lnTo>
                    <a:pt x="9970" y="3830"/>
                  </a:lnTo>
                  <a:lnTo>
                    <a:pt x="9447" y="4472"/>
                  </a:lnTo>
                  <a:lnTo>
                    <a:pt x="7267" y="5033"/>
                  </a:lnTo>
                  <a:lnTo>
                    <a:pt x="5778" y="4755"/>
                  </a:lnTo>
                  <a:lnTo>
                    <a:pt x="4186" y="4005"/>
                  </a:lnTo>
                  <a:lnTo>
                    <a:pt x="3448" y="4338"/>
                  </a:lnTo>
                  <a:lnTo>
                    <a:pt x="1634" y="3785"/>
                  </a:lnTo>
                  <a:lnTo>
                    <a:pt x="732" y="3035"/>
                  </a:lnTo>
                  <a:lnTo>
                    <a:pt x="0" y="1966"/>
                  </a:lnTo>
                  <a:lnTo>
                    <a:pt x="1" y="1312"/>
                  </a:lnTo>
                  <a:lnTo>
                    <a:pt x="1914" y="574"/>
                  </a:lnTo>
                  <a:lnTo>
                    <a:pt x="2664" y="0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7"/>
            <p:cNvSpPr/>
            <p:nvPr/>
          </p:nvSpPr>
          <p:spPr>
            <a:xfrm>
              <a:off x="2121668" y="1545830"/>
              <a:ext cx="4963" cy="5396"/>
            </a:xfrm>
            <a:custGeom>
              <a:avLst/>
              <a:pathLst>
                <a:path w="4963" h="5396">
                  <a:moveTo>
                    <a:pt x="4565" y="5156"/>
                  </a:moveTo>
                  <a:lnTo>
                    <a:pt x="4406" y="5396"/>
                  </a:lnTo>
                  <a:lnTo>
                    <a:pt x="1740" y="4293"/>
                  </a:lnTo>
                  <a:lnTo>
                    <a:pt x="711" y="3645"/>
                  </a:lnTo>
                  <a:lnTo>
                    <a:pt x="377" y="3166"/>
                  </a:lnTo>
                  <a:lnTo>
                    <a:pt x="140" y="2188"/>
                  </a:lnTo>
                  <a:lnTo>
                    <a:pt x="0" y="712"/>
                  </a:lnTo>
                  <a:lnTo>
                    <a:pt x="530" y="0"/>
                  </a:lnTo>
                  <a:lnTo>
                    <a:pt x="1732" y="50"/>
                  </a:lnTo>
                  <a:lnTo>
                    <a:pt x="3015" y="617"/>
                  </a:lnTo>
                  <a:lnTo>
                    <a:pt x="4963" y="2236"/>
                  </a:lnTo>
                  <a:lnTo>
                    <a:pt x="4408" y="2716"/>
                  </a:lnTo>
                  <a:lnTo>
                    <a:pt x="4381" y="3778"/>
                  </a:lnTo>
                  <a:lnTo>
                    <a:pt x="4600" y="4784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8"/>
            <p:cNvSpPr/>
            <p:nvPr/>
          </p:nvSpPr>
          <p:spPr>
            <a:xfrm>
              <a:off x="1624080" y="1506927"/>
              <a:ext cx="1052948" cy="895691"/>
            </a:xfrm>
            <a:custGeom>
              <a:avLst/>
              <a:pathLst>
                <a:path w="1052948" h="895691">
                  <a:moveTo>
                    <a:pt x="818046" y="797322"/>
                  </a:moveTo>
                  <a:lnTo>
                    <a:pt x="817385" y="797463"/>
                  </a:lnTo>
                  <a:lnTo>
                    <a:pt x="816223" y="797320"/>
                  </a:lnTo>
                  <a:lnTo>
                    <a:pt x="814502" y="798319"/>
                  </a:lnTo>
                  <a:lnTo>
                    <a:pt x="812240" y="800409"/>
                  </a:lnTo>
                  <a:lnTo>
                    <a:pt x="809502" y="804165"/>
                  </a:lnTo>
                  <a:lnTo>
                    <a:pt x="804682" y="812297"/>
                  </a:lnTo>
                  <a:lnTo>
                    <a:pt x="804344" y="813155"/>
                  </a:lnTo>
                  <a:lnTo>
                    <a:pt x="803645" y="814663"/>
                  </a:lnTo>
                  <a:lnTo>
                    <a:pt x="801865" y="816270"/>
                  </a:lnTo>
                  <a:lnTo>
                    <a:pt x="800249" y="818003"/>
                  </a:lnTo>
                  <a:lnTo>
                    <a:pt x="799822" y="819827"/>
                  </a:lnTo>
                  <a:lnTo>
                    <a:pt x="799047" y="820658"/>
                  </a:lnTo>
                  <a:lnTo>
                    <a:pt x="796381" y="825282"/>
                  </a:lnTo>
                  <a:lnTo>
                    <a:pt x="794881" y="829221"/>
                  </a:lnTo>
                  <a:lnTo>
                    <a:pt x="793520" y="833343"/>
                  </a:lnTo>
                  <a:lnTo>
                    <a:pt x="791996" y="837953"/>
                  </a:lnTo>
                  <a:lnTo>
                    <a:pt x="788869" y="838011"/>
                  </a:lnTo>
                  <a:lnTo>
                    <a:pt x="786483" y="837992"/>
                  </a:lnTo>
                  <a:lnTo>
                    <a:pt x="782413" y="837959"/>
                  </a:lnTo>
                  <a:lnTo>
                    <a:pt x="778925" y="837932"/>
                  </a:lnTo>
                  <a:lnTo>
                    <a:pt x="774784" y="837898"/>
                  </a:lnTo>
                  <a:lnTo>
                    <a:pt x="771780" y="837874"/>
                  </a:lnTo>
                  <a:lnTo>
                    <a:pt x="768545" y="838067"/>
                  </a:lnTo>
                  <a:lnTo>
                    <a:pt x="767001" y="839296"/>
                  </a:lnTo>
                  <a:lnTo>
                    <a:pt x="765064" y="840957"/>
                  </a:lnTo>
                  <a:lnTo>
                    <a:pt x="762974" y="842748"/>
                  </a:lnTo>
                  <a:lnTo>
                    <a:pt x="764070" y="846741"/>
                  </a:lnTo>
                  <a:lnTo>
                    <a:pt x="764364" y="848317"/>
                  </a:lnTo>
                  <a:lnTo>
                    <a:pt x="764280" y="853399"/>
                  </a:lnTo>
                  <a:lnTo>
                    <a:pt x="764503" y="853954"/>
                  </a:lnTo>
                  <a:lnTo>
                    <a:pt x="764736" y="854709"/>
                  </a:lnTo>
                  <a:lnTo>
                    <a:pt x="764772" y="856022"/>
                  </a:lnTo>
                  <a:lnTo>
                    <a:pt x="764951" y="856622"/>
                  </a:lnTo>
                  <a:lnTo>
                    <a:pt x="765332" y="857107"/>
                  </a:lnTo>
                  <a:lnTo>
                    <a:pt x="765761" y="857676"/>
                  </a:lnTo>
                  <a:lnTo>
                    <a:pt x="766072" y="858449"/>
                  </a:lnTo>
                  <a:lnTo>
                    <a:pt x="766143" y="859219"/>
                  </a:lnTo>
                  <a:lnTo>
                    <a:pt x="765844" y="860561"/>
                  </a:lnTo>
                  <a:lnTo>
                    <a:pt x="764642" y="862374"/>
                  </a:lnTo>
                  <a:lnTo>
                    <a:pt x="762951" y="863964"/>
                  </a:lnTo>
                  <a:lnTo>
                    <a:pt x="759588" y="866833"/>
                  </a:lnTo>
                  <a:lnTo>
                    <a:pt x="755692" y="870157"/>
                  </a:lnTo>
                  <a:lnTo>
                    <a:pt x="752314" y="873038"/>
                  </a:lnTo>
                  <a:lnTo>
                    <a:pt x="749700" y="875268"/>
                  </a:lnTo>
                  <a:lnTo>
                    <a:pt x="744332" y="877225"/>
                  </a:lnTo>
                  <a:lnTo>
                    <a:pt x="740067" y="878779"/>
                  </a:lnTo>
                  <a:lnTo>
                    <a:pt x="736989" y="879902"/>
                  </a:lnTo>
                  <a:lnTo>
                    <a:pt x="734155" y="883025"/>
                  </a:lnTo>
                  <a:lnTo>
                    <a:pt x="731025" y="886472"/>
                  </a:lnTo>
                  <a:lnTo>
                    <a:pt x="728394" y="889371"/>
                  </a:lnTo>
                  <a:lnTo>
                    <a:pt x="725443" y="892622"/>
                  </a:lnTo>
                  <a:lnTo>
                    <a:pt x="722657" y="895691"/>
                  </a:lnTo>
                  <a:lnTo>
                    <a:pt x="719560" y="895681"/>
                  </a:lnTo>
                  <a:lnTo>
                    <a:pt x="717386" y="893381"/>
                  </a:lnTo>
                  <a:lnTo>
                    <a:pt x="715366" y="891019"/>
                  </a:lnTo>
                  <a:lnTo>
                    <a:pt x="713984" y="886796"/>
                  </a:lnTo>
                  <a:lnTo>
                    <a:pt x="713889" y="881889"/>
                  </a:lnTo>
                  <a:lnTo>
                    <a:pt x="714384" y="878675"/>
                  </a:lnTo>
                  <a:lnTo>
                    <a:pt x="714833" y="877210"/>
                  </a:lnTo>
                  <a:lnTo>
                    <a:pt x="715690" y="876280"/>
                  </a:lnTo>
                  <a:lnTo>
                    <a:pt x="717367" y="874700"/>
                  </a:lnTo>
                  <a:lnTo>
                    <a:pt x="718892" y="871502"/>
                  </a:lnTo>
                  <a:lnTo>
                    <a:pt x="720115" y="869593"/>
                  </a:lnTo>
                  <a:lnTo>
                    <a:pt x="721346" y="867623"/>
                  </a:lnTo>
                  <a:lnTo>
                    <a:pt x="722049" y="864231"/>
                  </a:lnTo>
                  <a:lnTo>
                    <a:pt x="722927" y="856020"/>
                  </a:lnTo>
                  <a:lnTo>
                    <a:pt x="723038" y="854387"/>
                  </a:lnTo>
                  <a:lnTo>
                    <a:pt x="724314" y="848756"/>
                  </a:lnTo>
                  <a:lnTo>
                    <a:pt x="725726" y="842525"/>
                  </a:lnTo>
                  <a:lnTo>
                    <a:pt x="726374" y="839664"/>
                  </a:lnTo>
                  <a:lnTo>
                    <a:pt x="725650" y="832238"/>
                  </a:lnTo>
                  <a:lnTo>
                    <a:pt x="725104" y="826532"/>
                  </a:lnTo>
                  <a:lnTo>
                    <a:pt x="724605" y="821304"/>
                  </a:lnTo>
                  <a:lnTo>
                    <a:pt x="724043" y="815415"/>
                  </a:lnTo>
                  <a:lnTo>
                    <a:pt x="723531" y="810053"/>
                  </a:lnTo>
                  <a:lnTo>
                    <a:pt x="723048" y="805002"/>
                  </a:lnTo>
                  <a:lnTo>
                    <a:pt x="722565" y="799932"/>
                  </a:lnTo>
                  <a:lnTo>
                    <a:pt x="722090" y="794961"/>
                  </a:lnTo>
                  <a:lnTo>
                    <a:pt x="721717" y="791396"/>
                  </a:lnTo>
                  <a:lnTo>
                    <a:pt x="721275" y="787172"/>
                  </a:lnTo>
                  <a:lnTo>
                    <a:pt x="718692" y="784206"/>
                  </a:lnTo>
                  <a:lnTo>
                    <a:pt x="716731" y="782130"/>
                  </a:lnTo>
                  <a:lnTo>
                    <a:pt x="713523" y="778738"/>
                  </a:lnTo>
                  <a:lnTo>
                    <a:pt x="710833" y="775893"/>
                  </a:lnTo>
                  <a:lnTo>
                    <a:pt x="708422" y="773290"/>
                  </a:lnTo>
                  <a:lnTo>
                    <a:pt x="709942" y="768044"/>
                  </a:lnTo>
                  <a:lnTo>
                    <a:pt x="709811" y="767185"/>
                  </a:lnTo>
                  <a:lnTo>
                    <a:pt x="709260" y="766152"/>
                  </a:lnTo>
                  <a:lnTo>
                    <a:pt x="708135" y="764434"/>
                  </a:lnTo>
                  <a:lnTo>
                    <a:pt x="707477" y="764259"/>
                  </a:lnTo>
                  <a:lnTo>
                    <a:pt x="706318" y="764663"/>
                  </a:lnTo>
                  <a:lnTo>
                    <a:pt x="704469" y="765732"/>
                  </a:lnTo>
                  <a:lnTo>
                    <a:pt x="703670" y="765378"/>
                  </a:lnTo>
                  <a:lnTo>
                    <a:pt x="703035" y="763542"/>
                  </a:lnTo>
                  <a:lnTo>
                    <a:pt x="702305" y="761193"/>
                  </a:lnTo>
                  <a:lnTo>
                    <a:pt x="702066" y="759358"/>
                  </a:lnTo>
                  <a:lnTo>
                    <a:pt x="701974" y="756930"/>
                  </a:lnTo>
                  <a:lnTo>
                    <a:pt x="701539" y="754744"/>
                  </a:lnTo>
                  <a:lnTo>
                    <a:pt x="701815" y="753597"/>
                  </a:lnTo>
                  <a:lnTo>
                    <a:pt x="701876" y="753026"/>
                  </a:lnTo>
                  <a:lnTo>
                    <a:pt x="701851" y="752307"/>
                  </a:lnTo>
                  <a:lnTo>
                    <a:pt x="701551" y="751848"/>
                  </a:lnTo>
                  <a:lnTo>
                    <a:pt x="701024" y="751648"/>
                  </a:lnTo>
                  <a:lnTo>
                    <a:pt x="699241" y="752565"/>
                  </a:lnTo>
                  <a:lnTo>
                    <a:pt x="698439" y="752650"/>
                  </a:lnTo>
                  <a:lnTo>
                    <a:pt x="697960" y="753167"/>
                  </a:lnTo>
                  <a:lnTo>
                    <a:pt x="697206" y="754239"/>
                  </a:lnTo>
                  <a:lnTo>
                    <a:pt x="696464" y="754372"/>
                  </a:lnTo>
                  <a:lnTo>
                    <a:pt x="695180" y="751834"/>
                  </a:lnTo>
                  <a:lnTo>
                    <a:pt x="693778" y="749055"/>
                  </a:lnTo>
                  <a:lnTo>
                    <a:pt x="693190" y="745227"/>
                  </a:lnTo>
                  <a:lnTo>
                    <a:pt x="692586" y="741295"/>
                  </a:lnTo>
                  <a:lnTo>
                    <a:pt x="690191" y="738931"/>
                  </a:lnTo>
                  <a:lnTo>
                    <a:pt x="687797" y="736566"/>
                  </a:lnTo>
                  <a:lnTo>
                    <a:pt x="685402" y="734202"/>
                  </a:lnTo>
                  <a:lnTo>
                    <a:pt x="683007" y="731838"/>
                  </a:lnTo>
                  <a:lnTo>
                    <a:pt x="680612" y="729473"/>
                  </a:lnTo>
                  <a:lnTo>
                    <a:pt x="678218" y="727108"/>
                  </a:lnTo>
                  <a:lnTo>
                    <a:pt x="675823" y="724743"/>
                  </a:lnTo>
                  <a:lnTo>
                    <a:pt x="673428" y="722379"/>
                  </a:lnTo>
                  <a:lnTo>
                    <a:pt x="672601" y="721595"/>
                  </a:lnTo>
                  <a:lnTo>
                    <a:pt x="670422" y="719532"/>
                  </a:lnTo>
                  <a:lnTo>
                    <a:pt x="667341" y="716613"/>
                  </a:lnTo>
                  <a:lnTo>
                    <a:pt x="663809" y="713266"/>
                  </a:lnTo>
                  <a:lnTo>
                    <a:pt x="660277" y="709918"/>
                  </a:lnTo>
                  <a:lnTo>
                    <a:pt x="657197" y="707000"/>
                  </a:lnTo>
                  <a:lnTo>
                    <a:pt x="655017" y="704936"/>
                  </a:lnTo>
                  <a:lnTo>
                    <a:pt x="654191" y="704153"/>
                  </a:lnTo>
                  <a:lnTo>
                    <a:pt x="652054" y="702129"/>
                  </a:lnTo>
                  <a:lnTo>
                    <a:pt x="649370" y="699833"/>
                  </a:lnTo>
                  <a:lnTo>
                    <a:pt x="646487" y="700987"/>
                  </a:lnTo>
                  <a:lnTo>
                    <a:pt x="642947" y="704187"/>
                  </a:lnTo>
                  <a:lnTo>
                    <a:pt x="640924" y="706017"/>
                  </a:lnTo>
                  <a:lnTo>
                    <a:pt x="639406" y="707388"/>
                  </a:lnTo>
                  <a:lnTo>
                    <a:pt x="638325" y="708199"/>
                  </a:lnTo>
                  <a:lnTo>
                    <a:pt x="636074" y="708900"/>
                  </a:lnTo>
                  <a:lnTo>
                    <a:pt x="634903" y="708792"/>
                  </a:lnTo>
                  <a:lnTo>
                    <a:pt x="632128" y="708336"/>
                  </a:lnTo>
                  <a:lnTo>
                    <a:pt x="630578" y="708923"/>
                  </a:lnTo>
                  <a:lnTo>
                    <a:pt x="629435" y="708336"/>
                  </a:lnTo>
                  <a:lnTo>
                    <a:pt x="628864" y="706479"/>
                  </a:lnTo>
                  <a:lnTo>
                    <a:pt x="628224" y="705298"/>
                  </a:lnTo>
                  <a:lnTo>
                    <a:pt x="625407" y="705858"/>
                  </a:lnTo>
                  <a:lnTo>
                    <a:pt x="621866" y="705461"/>
                  </a:lnTo>
                  <a:lnTo>
                    <a:pt x="620171" y="705698"/>
                  </a:lnTo>
                  <a:lnTo>
                    <a:pt x="619518" y="704916"/>
                  </a:lnTo>
                  <a:lnTo>
                    <a:pt x="618987" y="702863"/>
                  </a:lnTo>
                  <a:lnTo>
                    <a:pt x="618053" y="702609"/>
                  </a:lnTo>
                  <a:lnTo>
                    <a:pt x="616481" y="703065"/>
                  </a:lnTo>
                  <a:lnTo>
                    <a:pt x="614294" y="705698"/>
                  </a:lnTo>
                  <a:lnTo>
                    <a:pt x="612239" y="707059"/>
                  </a:lnTo>
                  <a:lnTo>
                    <a:pt x="610621" y="707066"/>
                  </a:lnTo>
                  <a:lnTo>
                    <a:pt x="609029" y="705698"/>
                  </a:lnTo>
                  <a:lnTo>
                    <a:pt x="606424" y="702951"/>
                  </a:lnTo>
                  <a:lnTo>
                    <a:pt x="604613" y="699869"/>
                  </a:lnTo>
                  <a:lnTo>
                    <a:pt x="602557" y="698790"/>
                  </a:lnTo>
                  <a:lnTo>
                    <a:pt x="600991" y="699070"/>
                  </a:lnTo>
                  <a:lnTo>
                    <a:pt x="600377" y="700615"/>
                  </a:lnTo>
                  <a:lnTo>
                    <a:pt x="599561" y="700615"/>
                  </a:lnTo>
                  <a:lnTo>
                    <a:pt x="598990" y="697977"/>
                  </a:lnTo>
                  <a:lnTo>
                    <a:pt x="598500" y="695924"/>
                  </a:lnTo>
                  <a:lnTo>
                    <a:pt x="597480" y="695046"/>
                  </a:lnTo>
                  <a:lnTo>
                    <a:pt x="595636" y="693073"/>
                  </a:lnTo>
                  <a:lnTo>
                    <a:pt x="594352" y="692011"/>
                  </a:lnTo>
                  <a:lnTo>
                    <a:pt x="592384" y="690710"/>
                  </a:lnTo>
                  <a:lnTo>
                    <a:pt x="591699" y="690472"/>
                  </a:lnTo>
                  <a:lnTo>
                    <a:pt x="590422" y="690310"/>
                  </a:lnTo>
                  <a:lnTo>
                    <a:pt x="589154" y="690206"/>
                  </a:lnTo>
                  <a:lnTo>
                    <a:pt x="587674" y="690570"/>
                  </a:lnTo>
                  <a:lnTo>
                    <a:pt x="586616" y="692203"/>
                  </a:lnTo>
                  <a:lnTo>
                    <a:pt x="585375" y="692923"/>
                  </a:lnTo>
                  <a:lnTo>
                    <a:pt x="583604" y="693262"/>
                  </a:lnTo>
                  <a:lnTo>
                    <a:pt x="582421" y="692568"/>
                  </a:lnTo>
                  <a:lnTo>
                    <a:pt x="581829" y="690844"/>
                  </a:lnTo>
                  <a:lnTo>
                    <a:pt x="579317" y="689315"/>
                  </a:lnTo>
                  <a:lnTo>
                    <a:pt x="574887" y="687983"/>
                  </a:lnTo>
                  <a:lnTo>
                    <a:pt x="572336" y="686845"/>
                  </a:lnTo>
                  <a:lnTo>
                    <a:pt x="571664" y="685905"/>
                  </a:lnTo>
                  <a:lnTo>
                    <a:pt x="571297" y="684898"/>
                  </a:lnTo>
                  <a:lnTo>
                    <a:pt x="571202" y="683275"/>
                  </a:lnTo>
                  <a:lnTo>
                    <a:pt x="570083" y="679153"/>
                  </a:lnTo>
                  <a:lnTo>
                    <a:pt x="569600" y="675718"/>
                  </a:lnTo>
                  <a:lnTo>
                    <a:pt x="569380" y="671598"/>
                  </a:lnTo>
                  <a:lnTo>
                    <a:pt x="569455" y="670239"/>
                  </a:lnTo>
                  <a:lnTo>
                    <a:pt x="569203" y="669812"/>
                  </a:lnTo>
                  <a:lnTo>
                    <a:pt x="568406" y="668915"/>
                  </a:lnTo>
                  <a:lnTo>
                    <a:pt x="565742" y="668316"/>
                  </a:lnTo>
                  <a:lnTo>
                    <a:pt x="565705" y="673239"/>
                  </a:lnTo>
                  <a:lnTo>
                    <a:pt x="565658" y="679483"/>
                  </a:lnTo>
                  <a:lnTo>
                    <a:pt x="562748" y="679442"/>
                  </a:lnTo>
                  <a:lnTo>
                    <a:pt x="557486" y="679442"/>
                  </a:lnTo>
                  <a:lnTo>
                    <a:pt x="552224" y="679442"/>
                  </a:lnTo>
                  <a:lnTo>
                    <a:pt x="546963" y="679442"/>
                  </a:lnTo>
                  <a:lnTo>
                    <a:pt x="541701" y="679442"/>
                  </a:lnTo>
                  <a:lnTo>
                    <a:pt x="536440" y="679442"/>
                  </a:lnTo>
                  <a:lnTo>
                    <a:pt x="531179" y="679442"/>
                  </a:lnTo>
                  <a:lnTo>
                    <a:pt x="525917" y="679442"/>
                  </a:lnTo>
                  <a:lnTo>
                    <a:pt x="520656" y="679442"/>
                  </a:lnTo>
                  <a:lnTo>
                    <a:pt x="515394" y="679443"/>
                  </a:lnTo>
                  <a:lnTo>
                    <a:pt x="510133" y="679443"/>
                  </a:lnTo>
                  <a:lnTo>
                    <a:pt x="504871" y="679443"/>
                  </a:lnTo>
                  <a:lnTo>
                    <a:pt x="499610" y="679443"/>
                  </a:lnTo>
                  <a:lnTo>
                    <a:pt x="494348" y="679443"/>
                  </a:lnTo>
                  <a:lnTo>
                    <a:pt x="489087" y="679443"/>
                  </a:lnTo>
                  <a:lnTo>
                    <a:pt x="483825" y="679443"/>
                  </a:lnTo>
                  <a:lnTo>
                    <a:pt x="478564" y="679443"/>
                  </a:lnTo>
                  <a:lnTo>
                    <a:pt x="473302" y="679443"/>
                  </a:lnTo>
                  <a:lnTo>
                    <a:pt x="468041" y="679443"/>
                  </a:lnTo>
                  <a:lnTo>
                    <a:pt x="462779" y="679443"/>
                  </a:lnTo>
                  <a:lnTo>
                    <a:pt x="457518" y="679443"/>
                  </a:lnTo>
                  <a:lnTo>
                    <a:pt x="452256" y="679443"/>
                  </a:lnTo>
                  <a:lnTo>
                    <a:pt x="446995" y="679443"/>
                  </a:lnTo>
                  <a:lnTo>
                    <a:pt x="441734" y="679443"/>
                  </a:lnTo>
                  <a:lnTo>
                    <a:pt x="436472" y="679443"/>
                  </a:lnTo>
                  <a:lnTo>
                    <a:pt x="431210" y="679443"/>
                  </a:lnTo>
                  <a:lnTo>
                    <a:pt x="425949" y="679443"/>
                  </a:lnTo>
                  <a:lnTo>
                    <a:pt x="420687" y="679443"/>
                  </a:lnTo>
                  <a:lnTo>
                    <a:pt x="415426" y="679443"/>
                  </a:lnTo>
                  <a:lnTo>
                    <a:pt x="410165" y="679443"/>
                  </a:lnTo>
                  <a:lnTo>
                    <a:pt x="404903" y="679443"/>
                  </a:lnTo>
                  <a:lnTo>
                    <a:pt x="399642" y="679443"/>
                  </a:lnTo>
                  <a:lnTo>
                    <a:pt x="394380" y="679443"/>
                  </a:lnTo>
                  <a:lnTo>
                    <a:pt x="389118" y="679444"/>
                  </a:lnTo>
                  <a:lnTo>
                    <a:pt x="383857" y="679444"/>
                  </a:lnTo>
                  <a:lnTo>
                    <a:pt x="378596" y="679444"/>
                  </a:lnTo>
                  <a:lnTo>
                    <a:pt x="373334" y="679444"/>
                  </a:lnTo>
                  <a:lnTo>
                    <a:pt x="368073" y="679444"/>
                  </a:lnTo>
                  <a:lnTo>
                    <a:pt x="362811" y="679444"/>
                  </a:lnTo>
                  <a:lnTo>
                    <a:pt x="357550" y="679444"/>
                  </a:lnTo>
                  <a:lnTo>
                    <a:pt x="352288" y="679444"/>
                  </a:lnTo>
                  <a:lnTo>
                    <a:pt x="347027" y="679444"/>
                  </a:lnTo>
                  <a:lnTo>
                    <a:pt x="341766" y="679444"/>
                  </a:lnTo>
                  <a:lnTo>
                    <a:pt x="336504" y="679444"/>
                  </a:lnTo>
                  <a:lnTo>
                    <a:pt x="331242" y="679444"/>
                  </a:lnTo>
                  <a:lnTo>
                    <a:pt x="325981" y="679444"/>
                  </a:lnTo>
                  <a:lnTo>
                    <a:pt x="320719" y="679444"/>
                  </a:lnTo>
                  <a:lnTo>
                    <a:pt x="315458" y="679444"/>
                  </a:lnTo>
                  <a:lnTo>
                    <a:pt x="310197" y="679444"/>
                  </a:lnTo>
                  <a:lnTo>
                    <a:pt x="304935" y="679444"/>
                  </a:lnTo>
                  <a:lnTo>
                    <a:pt x="299673" y="679444"/>
                  </a:lnTo>
                  <a:lnTo>
                    <a:pt x="294412" y="679444"/>
                  </a:lnTo>
                  <a:lnTo>
                    <a:pt x="289151" y="679444"/>
                  </a:lnTo>
                  <a:lnTo>
                    <a:pt x="283889" y="679444"/>
                  </a:lnTo>
                  <a:lnTo>
                    <a:pt x="278628" y="679444"/>
                  </a:lnTo>
                  <a:lnTo>
                    <a:pt x="273366" y="679444"/>
                  </a:lnTo>
                  <a:lnTo>
                    <a:pt x="268104" y="679444"/>
                  </a:lnTo>
                  <a:lnTo>
                    <a:pt x="262843" y="679446"/>
                  </a:lnTo>
                  <a:lnTo>
                    <a:pt x="257582" y="679446"/>
                  </a:lnTo>
                  <a:lnTo>
                    <a:pt x="252320" y="679446"/>
                  </a:lnTo>
                  <a:lnTo>
                    <a:pt x="247059" y="679446"/>
                  </a:lnTo>
                  <a:lnTo>
                    <a:pt x="241797" y="679446"/>
                  </a:lnTo>
                  <a:lnTo>
                    <a:pt x="236536" y="679446"/>
                  </a:lnTo>
                  <a:lnTo>
                    <a:pt x="231274" y="679446"/>
                  </a:lnTo>
                  <a:lnTo>
                    <a:pt x="226013" y="679446"/>
                  </a:lnTo>
                  <a:lnTo>
                    <a:pt x="224749" y="679446"/>
                  </a:lnTo>
                  <a:lnTo>
                    <a:pt x="224281" y="678400"/>
                  </a:lnTo>
                  <a:lnTo>
                    <a:pt x="223078" y="677034"/>
                  </a:lnTo>
                  <a:lnTo>
                    <a:pt x="222603" y="677035"/>
                  </a:lnTo>
                  <a:lnTo>
                    <a:pt x="222114" y="677440"/>
                  </a:lnTo>
                  <a:lnTo>
                    <a:pt x="221806" y="678101"/>
                  </a:lnTo>
                  <a:lnTo>
                    <a:pt x="221535" y="679446"/>
                  </a:lnTo>
                  <a:lnTo>
                    <a:pt x="221362" y="679897"/>
                  </a:lnTo>
                  <a:lnTo>
                    <a:pt x="221189" y="679824"/>
                  </a:lnTo>
                  <a:lnTo>
                    <a:pt x="221076" y="679446"/>
                  </a:lnTo>
                  <a:lnTo>
                    <a:pt x="220691" y="677575"/>
                  </a:lnTo>
                  <a:lnTo>
                    <a:pt x="220794" y="676739"/>
                  </a:lnTo>
                  <a:lnTo>
                    <a:pt x="221189" y="675742"/>
                  </a:lnTo>
                  <a:lnTo>
                    <a:pt x="221161" y="675380"/>
                  </a:lnTo>
                  <a:lnTo>
                    <a:pt x="220290" y="675663"/>
                  </a:lnTo>
                  <a:lnTo>
                    <a:pt x="219898" y="675413"/>
                  </a:lnTo>
                  <a:lnTo>
                    <a:pt x="219720" y="674875"/>
                  </a:lnTo>
                  <a:lnTo>
                    <a:pt x="219785" y="672753"/>
                  </a:lnTo>
                  <a:lnTo>
                    <a:pt x="219312" y="671542"/>
                  </a:lnTo>
                  <a:lnTo>
                    <a:pt x="219873" y="671033"/>
                  </a:lnTo>
                  <a:lnTo>
                    <a:pt x="221312" y="670624"/>
                  </a:lnTo>
                  <a:lnTo>
                    <a:pt x="222789" y="670574"/>
                  </a:lnTo>
                  <a:lnTo>
                    <a:pt x="223217" y="669690"/>
                  </a:lnTo>
                  <a:lnTo>
                    <a:pt x="223635" y="667452"/>
                  </a:lnTo>
                  <a:lnTo>
                    <a:pt x="222581" y="669508"/>
                  </a:lnTo>
                  <a:lnTo>
                    <a:pt x="221951" y="669720"/>
                  </a:lnTo>
                  <a:lnTo>
                    <a:pt x="219992" y="668951"/>
                  </a:lnTo>
                  <a:lnTo>
                    <a:pt x="218728" y="669076"/>
                  </a:lnTo>
                  <a:lnTo>
                    <a:pt x="218558" y="668618"/>
                  </a:lnTo>
                  <a:lnTo>
                    <a:pt x="218610" y="668160"/>
                  </a:lnTo>
                  <a:lnTo>
                    <a:pt x="218884" y="667701"/>
                  </a:lnTo>
                  <a:lnTo>
                    <a:pt x="219086" y="666149"/>
                  </a:lnTo>
                  <a:lnTo>
                    <a:pt x="219391" y="661791"/>
                  </a:lnTo>
                  <a:lnTo>
                    <a:pt x="219790" y="660201"/>
                  </a:lnTo>
                  <a:lnTo>
                    <a:pt x="219927" y="659337"/>
                  </a:lnTo>
                  <a:lnTo>
                    <a:pt x="219829" y="659137"/>
                  </a:lnTo>
                  <a:lnTo>
                    <a:pt x="218132" y="662169"/>
                  </a:lnTo>
                  <a:lnTo>
                    <a:pt x="217988" y="663132"/>
                  </a:lnTo>
                  <a:lnTo>
                    <a:pt x="218164" y="663963"/>
                  </a:lnTo>
                  <a:lnTo>
                    <a:pt x="218001" y="665671"/>
                  </a:lnTo>
                  <a:lnTo>
                    <a:pt x="217219" y="666182"/>
                  </a:lnTo>
                  <a:lnTo>
                    <a:pt x="216751" y="665904"/>
                  </a:lnTo>
                  <a:lnTo>
                    <a:pt x="215872" y="667348"/>
                  </a:lnTo>
                  <a:lnTo>
                    <a:pt x="215596" y="667499"/>
                  </a:lnTo>
                  <a:lnTo>
                    <a:pt x="211544" y="664971"/>
                  </a:lnTo>
                  <a:lnTo>
                    <a:pt x="211138" y="664621"/>
                  </a:lnTo>
                  <a:lnTo>
                    <a:pt x="210440" y="663439"/>
                  </a:lnTo>
                  <a:lnTo>
                    <a:pt x="209450" y="661425"/>
                  </a:lnTo>
                  <a:lnTo>
                    <a:pt x="209139" y="659686"/>
                  </a:lnTo>
                  <a:lnTo>
                    <a:pt x="209506" y="658220"/>
                  </a:lnTo>
                  <a:lnTo>
                    <a:pt x="209894" y="657486"/>
                  </a:lnTo>
                  <a:lnTo>
                    <a:pt x="210302" y="657486"/>
                  </a:lnTo>
                  <a:lnTo>
                    <a:pt x="210756" y="658037"/>
                  </a:lnTo>
                  <a:lnTo>
                    <a:pt x="211689" y="660427"/>
                  </a:lnTo>
                  <a:lnTo>
                    <a:pt x="212059" y="661907"/>
                  </a:lnTo>
                  <a:lnTo>
                    <a:pt x="213023" y="661701"/>
                  </a:lnTo>
                  <a:lnTo>
                    <a:pt x="214582" y="659809"/>
                  </a:lnTo>
                  <a:lnTo>
                    <a:pt x="214955" y="659109"/>
                  </a:lnTo>
                  <a:lnTo>
                    <a:pt x="213402" y="659828"/>
                  </a:lnTo>
                  <a:lnTo>
                    <a:pt x="212731" y="659782"/>
                  </a:lnTo>
                  <a:lnTo>
                    <a:pt x="212049" y="658994"/>
                  </a:lnTo>
                  <a:lnTo>
                    <a:pt x="211353" y="657467"/>
                  </a:lnTo>
                  <a:lnTo>
                    <a:pt x="210990" y="655734"/>
                  </a:lnTo>
                  <a:lnTo>
                    <a:pt x="210984" y="650247"/>
                  </a:lnTo>
                  <a:lnTo>
                    <a:pt x="211222" y="649187"/>
                  </a:lnTo>
                  <a:lnTo>
                    <a:pt x="211977" y="648399"/>
                  </a:lnTo>
                  <a:lnTo>
                    <a:pt x="212460" y="647091"/>
                  </a:lnTo>
                  <a:lnTo>
                    <a:pt x="212423" y="646536"/>
                  </a:lnTo>
                  <a:lnTo>
                    <a:pt x="211957" y="645428"/>
                  </a:lnTo>
                  <a:lnTo>
                    <a:pt x="211282" y="644560"/>
                  </a:lnTo>
                  <a:lnTo>
                    <a:pt x="210622" y="644127"/>
                  </a:lnTo>
                  <a:lnTo>
                    <a:pt x="210471" y="644255"/>
                  </a:lnTo>
                  <a:lnTo>
                    <a:pt x="211493" y="646659"/>
                  </a:lnTo>
                  <a:lnTo>
                    <a:pt x="211460" y="647561"/>
                  </a:lnTo>
                  <a:lnTo>
                    <a:pt x="210328" y="649904"/>
                  </a:lnTo>
                  <a:lnTo>
                    <a:pt x="210156" y="650591"/>
                  </a:lnTo>
                  <a:lnTo>
                    <a:pt x="210147" y="652881"/>
                  </a:lnTo>
                  <a:lnTo>
                    <a:pt x="209989" y="653367"/>
                  </a:lnTo>
                  <a:lnTo>
                    <a:pt x="209077" y="654015"/>
                  </a:lnTo>
                  <a:lnTo>
                    <a:pt x="208056" y="655817"/>
                  </a:lnTo>
                  <a:lnTo>
                    <a:pt x="206332" y="656424"/>
                  </a:lnTo>
                  <a:lnTo>
                    <a:pt x="204712" y="656247"/>
                  </a:lnTo>
                  <a:lnTo>
                    <a:pt x="203840" y="655358"/>
                  </a:lnTo>
                  <a:lnTo>
                    <a:pt x="201137" y="650941"/>
                  </a:lnTo>
                  <a:lnTo>
                    <a:pt x="200149" y="649096"/>
                  </a:lnTo>
                  <a:lnTo>
                    <a:pt x="200125" y="647539"/>
                  </a:lnTo>
                  <a:lnTo>
                    <a:pt x="198275" y="642065"/>
                  </a:lnTo>
                  <a:lnTo>
                    <a:pt x="198286" y="640888"/>
                  </a:lnTo>
                  <a:lnTo>
                    <a:pt x="197641" y="639182"/>
                  </a:lnTo>
                  <a:lnTo>
                    <a:pt x="196925" y="638941"/>
                  </a:lnTo>
                  <a:lnTo>
                    <a:pt x="196764" y="637320"/>
                  </a:lnTo>
                  <a:lnTo>
                    <a:pt x="198243" y="633811"/>
                  </a:lnTo>
                  <a:lnTo>
                    <a:pt x="199158" y="630859"/>
                  </a:lnTo>
                  <a:lnTo>
                    <a:pt x="199262" y="629932"/>
                  </a:lnTo>
                  <a:lnTo>
                    <a:pt x="199221" y="628494"/>
                  </a:lnTo>
                  <a:lnTo>
                    <a:pt x="199000" y="625294"/>
                  </a:lnTo>
                  <a:lnTo>
                    <a:pt x="199192" y="623912"/>
                  </a:lnTo>
                  <a:lnTo>
                    <a:pt x="198282" y="625738"/>
                  </a:lnTo>
                  <a:lnTo>
                    <a:pt x="198089" y="627094"/>
                  </a:lnTo>
                  <a:lnTo>
                    <a:pt x="198314" y="628462"/>
                  </a:lnTo>
                  <a:lnTo>
                    <a:pt x="198172" y="630021"/>
                  </a:lnTo>
                  <a:lnTo>
                    <a:pt x="197643" y="632199"/>
                  </a:lnTo>
                  <a:lnTo>
                    <a:pt x="196738" y="634506"/>
                  </a:lnTo>
                  <a:lnTo>
                    <a:pt x="194873" y="635616"/>
                  </a:lnTo>
                  <a:lnTo>
                    <a:pt x="191586" y="635000"/>
                  </a:lnTo>
                  <a:lnTo>
                    <a:pt x="191205" y="634701"/>
                  </a:lnTo>
                  <a:lnTo>
                    <a:pt x="190973" y="633907"/>
                  </a:lnTo>
                  <a:lnTo>
                    <a:pt x="190808" y="630513"/>
                  </a:lnTo>
                  <a:lnTo>
                    <a:pt x="190607" y="630931"/>
                  </a:lnTo>
                  <a:lnTo>
                    <a:pt x="190234" y="632740"/>
                  </a:lnTo>
                  <a:lnTo>
                    <a:pt x="189934" y="635329"/>
                  </a:lnTo>
                  <a:lnTo>
                    <a:pt x="189550" y="635914"/>
                  </a:lnTo>
                  <a:lnTo>
                    <a:pt x="188855" y="635963"/>
                  </a:lnTo>
                  <a:lnTo>
                    <a:pt x="188317" y="635549"/>
                  </a:lnTo>
                  <a:lnTo>
                    <a:pt x="187932" y="634674"/>
                  </a:lnTo>
                  <a:lnTo>
                    <a:pt x="187103" y="634601"/>
                  </a:lnTo>
                  <a:lnTo>
                    <a:pt x="185555" y="635290"/>
                  </a:lnTo>
                  <a:lnTo>
                    <a:pt x="184826" y="635013"/>
                  </a:lnTo>
                  <a:lnTo>
                    <a:pt x="183959" y="634987"/>
                  </a:lnTo>
                  <a:lnTo>
                    <a:pt x="182204" y="634228"/>
                  </a:lnTo>
                  <a:lnTo>
                    <a:pt x="180132" y="634033"/>
                  </a:lnTo>
                  <a:lnTo>
                    <a:pt x="179571" y="633447"/>
                  </a:lnTo>
                  <a:lnTo>
                    <a:pt x="179602" y="632323"/>
                  </a:lnTo>
                  <a:lnTo>
                    <a:pt x="179988" y="631755"/>
                  </a:lnTo>
                  <a:lnTo>
                    <a:pt x="182175" y="631257"/>
                  </a:lnTo>
                  <a:lnTo>
                    <a:pt x="184294" y="630061"/>
                  </a:lnTo>
                  <a:lnTo>
                    <a:pt x="186387" y="629468"/>
                  </a:lnTo>
                  <a:lnTo>
                    <a:pt x="186307" y="628861"/>
                  </a:lnTo>
                  <a:lnTo>
                    <a:pt x="185361" y="628670"/>
                  </a:lnTo>
                  <a:lnTo>
                    <a:pt x="180554" y="629989"/>
                  </a:lnTo>
                  <a:lnTo>
                    <a:pt x="179040" y="629830"/>
                  </a:lnTo>
                  <a:lnTo>
                    <a:pt x="178776" y="629615"/>
                  </a:lnTo>
                  <a:lnTo>
                    <a:pt x="178740" y="628283"/>
                  </a:lnTo>
                  <a:lnTo>
                    <a:pt x="179296" y="627018"/>
                  </a:lnTo>
                  <a:lnTo>
                    <a:pt x="180223" y="625842"/>
                  </a:lnTo>
                  <a:lnTo>
                    <a:pt x="180501" y="624948"/>
                  </a:lnTo>
                  <a:lnTo>
                    <a:pt x="179963" y="624568"/>
                  </a:lnTo>
                  <a:lnTo>
                    <a:pt x="179099" y="624815"/>
                  </a:lnTo>
                  <a:lnTo>
                    <a:pt x="178685" y="624099"/>
                  </a:lnTo>
                  <a:lnTo>
                    <a:pt x="179143" y="621309"/>
                  </a:lnTo>
                  <a:lnTo>
                    <a:pt x="178740" y="618462"/>
                  </a:lnTo>
                  <a:lnTo>
                    <a:pt x="178177" y="621162"/>
                  </a:lnTo>
                  <a:lnTo>
                    <a:pt x="177327" y="622649"/>
                  </a:lnTo>
                  <a:lnTo>
                    <a:pt x="173272" y="623283"/>
                  </a:lnTo>
                  <a:lnTo>
                    <a:pt x="172610" y="624078"/>
                  </a:lnTo>
                  <a:lnTo>
                    <a:pt x="172073" y="624056"/>
                  </a:lnTo>
                  <a:lnTo>
                    <a:pt x="169483" y="622622"/>
                  </a:lnTo>
                  <a:lnTo>
                    <a:pt x="168379" y="621750"/>
                  </a:lnTo>
                  <a:lnTo>
                    <a:pt x="167339" y="620455"/>
                  </a:lnTo>
                  <a:lnTo>
                    <a:pt x="165492" y="617555"/>
                  </a:lnTo>
                  <a:lnTo>
                    <a:pt x="164046" y="615675"/>
                  </a:lnTo>
                  <a:lnTo>
                    <a:pt x="163969" y="612203"/>
                  </a:lnTo>
                  <a:lnTo>
                    <a:pt x="164279" y="609993"/>
                  </a:lnTo>
                  <a:lnTo>
                    <a:pt x="164976" y="607515"/>
                  </a:lnTo>
                  <a:lnTo>
                    <a:pt x="167605" y="602174"/>
                  </a:lnTo>
                  <a:lnTo>
                    <a:pt x="168507" y="601160"/>
                  </a:lnTo>
                  <a:lnTo>
                    <a:pt x="169320" y="600813"/>
                  </a:lnTo>
                  <a:lnTo>
                    <a:pt x="173177" y="600346"/>
                  </a:lnTo>
                  <a:lnTo>
                    <a:pt x="176049" y="599675"/>
                  </a:lnTo>
                  <a:lnTo>
                    <a:pt x="176591" y="599356"/>
                  </a:lnTo>
                  <a:lnTo>
                    <a:pt x="172363" y="598964"/>
                  </a:lnTo>
                  <a:lnTo>
                    <a:pt x="168604" y="599239"/>
                  </a:lnTo>
                  <a:lnTo>
                    <a:pt x="167320" y="600079"/>
                  </a:lnTo>
                  <a:lnTo>
                    <a:pt x="165679" y="603507"/>
                  </a:lnTo>
                  <a:lnTo>
                    <a:pt x="165261" y="604951"/>
                  </a:lnTo>
                  <a:lnTo>
                    <a:pt x="164826" y="606003"/>
                  </a:lnTo>
                  <a:lnTo>
                    <a:pt x="164532" y="606029"/>
                  </a:lnTo>
                  <a:lnTo>
                    <a:pt x="163972" y="605657"/>
                  </a:lnTo>
                  <a:lnTo>
                    <a:pt x="163791" y="605204"/>
                  </a:lnTo>
                  <a:lnTo>
                    <a:pt x="163559" y="604080"/>
                  </a:lnTo>
                  <a:lnTo>
                    <a:pt x="162678" y="602297"/>
                  </a:lnTo>
                  <a:lnTo>
                    <a:pt x="162288" y="600249"/>
                  </a:lnTo>
                  <a:lnTo>
                    <a:pt x="162058" y="597234"/>
                  </a:lnTo>
                  <a:lnTo>
                    <a:pt x="162131" y="595888"/>
                  </a:lnTo>
                  <a:lnTo>
                    <a:pt x="162542" y="594168"/>
                  </a:lnTo>
                  <a:lnTo>
                    <a:pt x="163805" y="590793"/>
                  </a:lnTo>
                  <a:lnTo>
                    <a:pt x="162186" y="590880"/>
                  </a:lnTo>
                  <a:lnTo>
                    <a:pt x="162377" y="588037"/>
                  </a:lnTo>
                  <a:lnTo>
                    <a:pt x="162969" y="584948"/>
                  </a:lnTo>
                  <a:lnTo>
                    <a:pt x="164475" y="583119"/>
                  </a:lnTo>
                  <a:lnTo>
                    <a:pt x="166000" y="581798"/>
                  </a:lnTo>
                  <a:lnTo>
                    <a:pt x="167379" y="580068"/>
                  </a:lnTo>
                  <a:lnTo>
                    <a:pt x="169794" y="578917"/>
                  </a:lnTo>
                  <a:lnTo>
                    <a:pt x="170615" y="581289"/>
                  </a:lnTo>
                  <a:lnTo>
                    <a:pt x="172685" y="582003"/>
                  </a:lnTo>
                  <a:lnTo>
                    <a:pt x="173284" y="583071"/>
                  </a:lnTo>
                  <a:lnTo>
                    <a:pt x="174018" y="585027"/>
                  </a:lnTo>
                  <a:lnTo>
                    <a:pt x="174927" y="586895"/>
                  </a:lnTo>
                  <a:lnTo>
                    <a:pt x="176009" y="588673"/>
                  </a:lnTo>
                  <a:lnTo>
                    <a:pt x="176313" y="588799"/>
                  </a:lnTo>
                  <a:lnTo>
                    <a:pt x="175836" y="587273"/>
                  </a:lnTo>
                  <a:lnTo>
                    <a:pt x="174076" y="583930"/>
                  </a:lnTo>
                  <a:lnTo>
                    <a:pt x="174000" y="582752"/>
                  </a:lnTo>
                  <a:lnTo>
                    <a:pt x="173546" y="581474"/>
                  </a:lnTo>
                  <a:lnTo>
                    <a:pt x="171216" y="579631"/>
                  </a:lnTo>
                  <a:lnTo>
                    <a:pt x="170802" y="578924"/>
                  </a:lnTo>
                  <a:lnTo>
                    <a:pt x="170390" y="577069"/>
                  </a:lnTo>
                  <a:lnTo>
                    <a:pt x="170214" y="575870"/>
                  </a:lnTo>
                  <a:lnTo>
                    <a:pt x="170475" y="574704"/>
                  </a:lnTo>
                  <a:lnTo>
                    <a:pt x="172843" y="571152"/>
                  </a:lnTo>
                  <a:lnTo>
                    <a:pt x="173384" y="569280"/>
                  </a:lnTo>
                  <a:lnTo>
                    <a:pt x="173384" y="568400"/>
                  </a:lnTo>
                  <a:lnTo>
                    <a:pt x="173198" y="567406"/>
                  </a:lnTo>
                  <a:lnTo>
                    <a:pt x="172682" y="565695"/>
                  </a:lnTo>
                  <a:lnTo>
                    <a:pt x="172545" y="565698"/>
                  </a:lnTo>
                  <a:lnTo>
                    <a:pt x="172705" y="568295"/>
                  </a:lnTo>
                  <a:lnTo>
                    <a:pt x="172620" y="569318"/>
                  </a:lnTo>
                  <a:lnTo>
                    <a:pt x="172353" y="570448"/>
                  </a:lnTo>
                  <a:lnTo>
                    <a:pt x="171966" y="571306"/>
                  </a:lnTo>
                  <a:lnTo>
                    <a:pt x="171462" y="571893"/>
                  </a:lnTo>
                  <a:lnTo>
                    <a:pt x="166376" y="579976"/>
                  </a:lnTo>
                  <a:lnTo>
                    <a:pt x="165870" y="580451"/>
                  </a:lnTo>
                  <a:lnTo>
                    <a:pt x="163981" y="581181"/>
                  </a:lnTo>
                  <a:lnTo>
                    <a:pt x="163012" y="582042"/>
                  </a:lnTo>
                  <a:lnTo>
                    <a:pt x="162488" y="583176"/>
                  </a:lnTo>
                  <a:lnTo>
                    <a:pt x="161651" y="586134"/>
                  </a:lnTo>
                  <a:lnTo>
                    <a:pt x="160500" y="592054"/>
                  </a:lnTo>
                  <a:lnTo>
                    <a:pt x="159182" y="596844"/>
                  </a:lnTo>
                  <a:lnTo>
                    <a:pt x="158055" y="590643"/>
                  </a:lnTo>
                  <a:lnTo>
                    <a:pt x="156031" y="585897"/>
                  </a:lnTo>
                  <a:lnTo>
                    <a:pt x="159981" y="581191"/>
                  </a:lnTo>
                  <a:lnTo>
                    <a:pt x="160084" y="580472"/>
                  </a:lnTo>
                  <a:lnTo>
                    <a:pt x="159700" y="577959"/>
                  </a:lnTo>
                  <a:lnTo>
                    <a:pt x="159807" y="577197"/>
                  </a:lnTo>
                  <a:lnTo>
                    <a:pt x="160181" y="576094"/>
                  </a:lnTo>
                  <a:lnTo>
                    <a:pt x="161181" y="574483"/>
                  </a:lnTo>
                  <a:lnTo>
                    <a:pt x="161143" y="574319"/>
                  </a:lnTo>
                  <a:lnTo>
                    <a:pt x="159972" y="574897"/>
                  </a:lnTo>
                  <a:lnTo>
                    <a:pt x="158173" y="578539"/>
                  </a:lnTo>
                  <a:lnTo>
                    <a:pt x="157470" y="579711"/>
                  </a:lnTo>
                  <a:lnTo>
                    <a:pt x="157093" y="579866"/>
                  </a:lnTo>
                  <a:lnTo>
                    <a:pt x="157048" y="577724"/>
                  </a:lnTo>
                  <a:lnTo>
                    <a:pt x="158015" y="572175"/>
                  </a:lnTo>
                  <a:lnTo>
                    <a:pt x="158810" y="566781"/>
                  </a:lnTo>
                  <a:lnTo>
                    <a:pt x="159101" y="565238"/>
                  </a:lnTo>
                  <a:lnTo>
                    <a:pt x="159786" y="563682"/>
                  </a:lnTo>
                  <a:lnTo>
                    <a:pt x="159136" y="563795"/>
                  </a:lnTo>
                  <a:lnTo>
                    <a:pt x="155939" y="566191"/>
                  </a:lnTo>
                  <a:lnTo>
                    <a:pt x="154867" y="564689"/>
                  </a:lnTo>
                  <a:lnTo>
                    <a:pt x="153969" y="556887"/>
                  </a:lnTo>
                  <a:lnTo>
                    <a:pt x="152394" y="553838"/>
                  </a:lnTo>
                  <a:lnTo>
                    <a:pt x="149726" y="551348"/>
                  </a:lnTo>
                  <a:lnTo>
                    <a:pt x="147106" y="550190"/>
                  </a:lnTo>
                  <a:lnTo>
                    <a:pt x="146505" y="547974"/>
                  </a:lnTo>
                  <a:lnTo>
                    <a:pt x="145987" y="545276"/>
                  </a:lnTo>
                  <a:lnTo>
                    <a:pt x="146692" y="542099"/>
                  </a:lnTo>
                  <a:lnTo>
                    <a:pt x="147839" y="540591"/>
                  </a:lnTo>
                  <a:lnTo>
                    <a:pt x="148899" y="539910"/>
                  </a:lnTo>
                  <a:lnTo>
                    <a:pt x="149898" y="540225"/>
                  </a:lnTo>
                  <a:lnTo>
                    <a:pt x="149949" y="541388"/>
                  </a:lnTo>
                  <a:lnTo>
                    <a:pt x="149269" y="544516"/>
                  </a:lnTo>
                  <a:lnTo>
                    <a:pt x="150164" y="544809"/>
                  </a:lnTo>
                  <a:lnTo>
                    <a:pt x="153754" y="548613"/>
                  </a:lnTo>
                  <a:lnTo>
                    <a:pt x="154538" y="548919"/>
                  </a:lnTo>
                  <a:lnTo>
                    <a:pt x="156025" y="547456"/>
                  </a:lnTo>
                  <a:lnTo>
                    <a:pt x="156852" y="547514"/>
                  </a:lnTo>
                  <a:lnTo>
                    <a:pt x="158806" y="548699"/>
                  </a:lnTo>
                  <a:lnTo>
                    <a:pt x="159466" y="550127"/>
                  </a:lnTo>
                  <a:lnTo>
                    <a:pt x="161334" y="552926"/>
                  </a:lnTo>
                  <a:lnTo>
                    <a:pt x="161060" y="551297"/>
                  </a:lnTo>
                  <a:lnTo>
                    <a:pt x="159023" y="547866"/>
                  </a:lnTo>
                  <a:lnTo>
                    <a:pt x="157887" y="546765"/>
                  </a:lnTo>
                  <a:lnTo>
                    <a:pt x="155889" y="546553"/>
                  </a:lnTo>
                  <a:lnTo>
                    <a:pt x="154648" y="547129"/>
                  </a:lnTo>
                  <a:lnTo>
                    <a:pt x="154129" y="546961"/>
                  </a:lnTo>
                  <a:lnTo>
                    <a:pt x="153036" y="546089"/>
                  </a:lnTo>
                  <a:lnTo>
                    <a:pt x="152108" y="544656"/>
                  </a:lnTo>
                  <a:lnTo>
                    <a:pt x="151179" y="541516"/>
                  </a:lnTo>
                  <a:lnTo>
                    <a:pt x="150968" y="540057"/>
                  </a:lnTo>
                  <a:lnTo>
                    <a:pt x="151020" y="538974"/>
                  </a:lnTo>
                  <a:lnTo>
                    <a:pt x="151239" y="537990"/>
                  </a:lnTo>
                  <a:lnTo>
                    <a:pt x="151624" y="537108"/>
                  </a:lnTo>
                  <a:lnTo>
                    <a:pt x="152387" y="536469"/>
                  </a:lnTo>
                  <a:lnTo>
                    <a:pt x="153528" y="536072"/>
                  </a:lnTo>
                  <a:lnTo>
                    <a:pt x="153877" y="535687"/>
                  </a:lnTo>
                  <a:lnTo>
                    <a:pt x="152412" y="533892"/>
                  </a:lnTo>
                  <a:lnTo>
                    <a:pt x="151747" y="533900"/>
                  </a:lnTo>
                  <a:lnTo>
                    <a:pt x="149459" y="536524"/>
                  </a:lnTo>
                  <a:lnTo>
                    <a:pt x="148994" y="536730"/>
                  </a:lnTo>
                  <a:lnTo>
                    <a:pt x="148795" y="536221"/>
                  </a:lnTo>
                  <a:lnTo>
                    <a:pt x="148605" y="536179"/>
                  </a:lnTo>
                  <a:lnTo>
                    <a:pt x="147932" y="537479"/>
                  </a:lnTo>
                  <a:lnTo>
                    <a:pt x="147408" y="538061"/>
                  </a:lnTo>
                  <a:lnTo>
                    <a:pt x="145536" y="542085"/>
                  </a:lnTo>
                  <a:lnTo>
                    <a:pt x="145244" y="544011"/>
                  </a:lnTo>
                  <a:lnTo>
                    <a:pt x="145138" y="546888"/>
                  </a:lnTo>
                  <a:lnTo>
                    <a:pt x="144922" y="548693"/>
                  </a:lnTo>
                  <a:lnTo>
                    <a:pt x="144596" y="549426"/>
                  </a:lnTo>
                  <a:lnTo>
                    <a:pt x="142398" y="550802"/>
                  </a:lnTo>
                  <a:lnTo>
                    <a:pt x="141148" y="553613"/>
                  </a:lnTo>
                  <a:lnTo>
                    <a:pt x="139630" y="551187"/>
                  </a:lnTo>
                  <a:lnTo>
                    <a:pt x="137963" y="548847"/>
                  </a:lnTo>
                  <a:lnTo>
                    <a:pt x="136852" y="544751"/>
                  </a:lnTo>
                  <a:lnTo>
                    <a:pt x="134846" y="544034"/>
                  </a:lnTo>
                  <a:lnTo>
                    <a:pt x="132515" y="541714"/>
                  </a:lnTo>
                  <a:lnTo>
                    <a:pt x="131627" y="539652"/>
                  </a:lnTo>
                  <a:lnTo>
                    <a:pt x="132891" y="535412"/>
                  </a:lnTo>
                  <a:lnTo>
                    <a:pt x="134704" y="532210"/>
                  </a:lnTo>
                  <a:lnTo>
                    <a:pt x="134980" y="528372"/>
                  </a:lnTo>
                  <a:lnTo>
                    <a:pt x="135230" y="527548"/>
                  </a:lnTo>
                  <a:lnTo>
                    <a:pt x="138346" y="526596"/>
                  </a:lnTo>
                  <a:lnTo>
                    <a:pt x="140379" y="524690"/>
                  </a:lnTo>
                  <a:lnTo>
                    <a:pt x="138294" y="524517"/>
                  </a:lnTo>
                  <a:lnTo>
                    <a:pt x="137017" y="524805"/>
                  </a:lnTo>
                  <a:lnTo>
                    <a:pt x="134725" y="526134"/>
                  </a:lnTo>
                  <a:lnTo>
                    <a:pt x="132181" y="523505"/>
                  </a:lnTo>
                  <a:lnTo>
                    <a:pt x="130868" y="521103"/>
                  </a:lnTo>
                  <a:lnTo>
                    <a:pt x="130454" y="519054"/>
                  </a:lnTo>
                  <a:lnTo>
                    <a:pt x="130909" y="517322"/>
                  </a:lnTo>
                  <a:lnTo>
                    <a:pt x="130968" y="515557"/>
                  </a:lnTo>
                  <a:lnTo>
                    <a:pt x="131198" y="513173"/>
                  </a:lnTo>
                  <a:lnTo>
                    <a:pt x="131439" y="512130"/>
                  </a:lnTo>
                  <a:lnTo>
                    <a:pt x="131973" y="510801"/>
                  </a:lnTo>
                  <a:lnTo>
                    <a:pt x="133062" y="509916"/>
                  </a:lnTo>
                  <a:lnTo>
                    <a:pt x="134026" y="507183"/>
                  </a:lnTo>
                  <a:lnTo>
                    <a:pt x="134423" y="505277"/>
                  </a:lnTo>
                  <a:lnTo>
                    <a:pt x="136399" y="499550"/>
                  </a:lnTo>
                  <a:lnTo>
                    <a:pt x="137120" y="497080"/>
                  </a:lnTo>
                  <a:lnTo>
                    <a:pt x="138469" y="493658"/>
                  </a:lnTo>
                  <a:lnTo>
                    <a:pt x="141186" y="488277"/>
                  </a:lnTo>
                  <a:lnTo>
                    <a:pt x="140328" y="488582"/>
                  </a:lnTo>
                  <a:lnTo>
                    <a:pt x="139878" y="489042"/>
                  </a:lnTo>
                  <a:lnTo>
                    <a:pt x="139450" y="488986"/>
                  </a:lnTo>
                  <a:lnTo>
                    <a:pt x="139044" y="488412"/>
                  </a:lnTo>
                  <a:lnTo>
                    <a:pt x="138658" y="487223"/>
                  </a:lnTo>
                  <a:lnTo>
                    <a:pt x="138292" y="485411"/>
                  </a:lnTo>
                  <a:lnTo>
                    <a:pt x="138085" y="486207"/>
                  </a:lnTo>
                  <a:lnTo>
                    <a:pt x="138039" y="489606"/>
                  </a:lnTo>
                  <a:lnTo>
                    <a:pt x="137766" y="492516"/>
                  </a:lnTo>
                  <a:lnTo>
                    <a:pt x="137280" y="494539"/>
                  </a:lnTo>
                  <a:lnTo>
                    <a:pt x="135947" y="498651"/>
                  </a:lnTo>
                  <a:lnTo>
                    <a:pt x="135166" y="500253"/>
                  </a:lnTo>
                  <a:lnTo>
                    <a:pt x="134631" y="498761"/>
                  </a:lnTo>
                  <a:lnTo>
                    <a:pt x="135043" y="496190"/>
                  </a:lnTo>
                  <a:lnTo>
                    <a:pt x="135815" y="494143"/>
                  </a:lnTo>
                  <a:lnTo>
                    <a:pt x="135947" y="491342"/>
                  </a:lnTo>
                  <a:lnTo>
                    <a:pt x="135221" y="488000"/>
                  </a:lnTo>
                  <a:lnTo>
                    <a:pt x="134777" y="485312"/>
                  </a:lnTo>
                  <a:lnTo>
                    <a:pt x="134617" y="483275"/>
                  </a:lnTo>
                  <a:lnTo>
                    <a:pt x="134596" y="481415"/>
                  </a:lnTo>
                  <a:lnTo>
                    <a:pt x="134714" y="479733"/>
                  </a:lnTo>
                  <a:lnTo>
                    <a:pt x="135019" y="477901"/>
                  </a:lnTo>
                  <a:lnTo>
                    <a:pt x="135513" y="475920"/>
                  </a:lnTo>
                  <a:lnTo>
                    <a:pt x="135454" y="475699"/>
                  </a:lnTo>
                  <a:lnTo>
                    <a:pt x="135591" y="473858"/>
                  </a:lnTo>
                  <a:lnTo>
                    <a:pt x="135481" y="471968"/>
                  </a:lnTo>
                  <a:lnTo>
                    <a:pt x="135074" y="470469"/>
                  </a:lnTo>
                  <a:lnTo>
                    <a:pt x="134557" y="469167"/>
                  </a:lnTo>
                  <a:lnTo>
                    <a:pt x="133115" y="469949"/>
                  </a:lnTo>
                  <a:lnTo>
                    <a:pt x="130666" y="468776"/>
                  </a:lnTo>
                  <a:lnTo>
                    <a:pt x="129877" y="465583"/>
                  </a:lnTo>
                  <a:lnTo>
                    <a:pt x="127755" y="464605"/>
                  </a:lnTo>
                  <a:lnTo>
                    <a:pt x="126612" y="462325"/>
                  </a:lnTo>
                  <a:lnTo>
                    <a:pt x="124285" y="461208"/>
                  </a:lnTo>
                  <a:lnTo>
                    <a:pt x="122401" y="460434"/>
                  </a:lnTo>
                  <a:lnTo>
                    <a:pt x="120963" y="459122"/>
                  </a:lnTo>
                  <a:lnTo>
                    <a:pt x="119281" y="457586"/>
                  </a:lnTo>
                  <a:lnTo>
                    <a:pt x="117601" y="455945"/>
                  </a:lnTo>
                  <a:lnTo>
                    <a:pt x="116328" y="454701"/>
                  </a:lnTo>
                  <a:lnTo>
                    <a:pt x="115385" y="454782"/>
                  </a:lnTo>
                  <a:lnTo>
                    <a:pt x="113253" y="454963"/>
                  </a:lnTo>
                  <a:lnTo>
                    <a:pt x="113144" y="452161"/>
                  </a:lnTo>
                  <a:lnTo>
                    <a:pt x="112491" y="450467"/>
                  </a:lnTo>
                  <a:lnTo>
                    <a:pt x="112736" y="448969"/>
                  </a:lnTo>
                  <a:lnTo>
                    <a:pt x="111547" y="448204"/>
                  </a:lnTo>
                  <a:lnTo>
                    <a:pt x="109797" y="447079"/>
                  </a:lnTo>
                  <a:lnTo>
                    <a:pt x="110308" y="444225"/>
                  </a:lnTo>
                  <a:lnTo>
                    <a:pt x="110695" y="442062"/>
                  </a:lnTo>
                  <a:lnTo>
                    <a:pt x="109147" y="441423"/>
                  </a:lnTo>
                  <a:lnTo>
                    <a:pt x="106914" y="440500"/>
                  </a:lnTo>
                  <a:lnTo>
                    <a:pt x="107637" y="438552"/>
                  </a:lnTo>
                  <a:lnTo>
                    <a:pt x="108219" y="436981"/>
                  </a:lnTo>
                  <a:lnTo>
                    <a:pt x="107362" y="434682"/>
                  </a:lnTo>
                  <a:lnTo>
                    <a:pt x="105624" y="430829"/>
                  </a:lnTo>
                  <a:lnTo>
                    <a:pt x="104291" y="428076"/>
                  </a:lnTo>
                  <a:lnTo>
                    <a:pt x="102551" y="423785"/>
                  </a:lnTo>
                  <a:lnTo>
                    <a:pt x="101021" y="420014"/>
                  </a:lnTo>
                  <a:lnTo>
                    <a:pt x="99771" y="416933"/>
                  </a:lnTo>
                  <a:lnTo>
                    <a:pt x="98727" y="414806"/>
                  </a:lnTo>
                  <a:lnTo>
                    <a:pt x="97259" y="411001"/>
                  </a:lnTo>
                  <a:lnTo>
                    <a:pt x="95347" y="406713"/>
                  </a:lnTo>
                  <a:lnTo>
                    <a:pt x="93530" y="403338"/>
                  </a:lnTo>
                  <a:lnTo>
                    <a:pt x="93795" y="401157"/>
                  </a:lnTo>
                  <a:lnTo>
                    <a:pt x="92002" y="398421"/>
                  </a:lnTo>
                  <a:lnTo>
                    <a:pt x="90429" y="395652"/>
                  </a:lnTo>
                  <a:lnTo>
                    <a:pt x="88617" y="392465"/>
                  </a:lnTo>
                  <a:lnTo>
                    <a:pt x="86828" y="390904"/>
                  </a:lnTo>
                  <a:lnTo>
                    <a:pt x="85551" y="389792"/>
                  </a:lnTo>
                  <a:lnTo>
                    <a:pt x="83708" y="388184"/>
                  </a:lnTo>
                  <a:lnTo>
                    <a:pt x="82740" y="386749"/>
                  </a:lnTo>
                  <a:lnTo>
                    <a:pt x="82337" y="385531"/>
                  </a:lnTo>
                  <a:lnTo>
                    <a:pt x="81919" y="384672"/>
                  </a:lnTo>
                  <a:lnTo>
                    <a:pt x="81554" y="383478"/>
                  </a:lnTo>
                  <a:lnTo>
                    <a:pt x="81343" y="382087"/>
                  </a:lnTo>
                  <a:lnTo>
                    <a:pt x="80966" y="381227"/>
                  </a:lnTo>
                  <a:lnTo>
                    <a:pt x="78730" y="379160"/>
                  </a:lnTo>
                  <a:lnTo>
                    <a:pt x="78048" y="377861"/>
                  </a:lnTo>
                  <a:lnTo>
                    <a:pt x="76504" y="376362"/>
                  </a:lnTo>
                  <a:lnTo>
                    <a:pt x="75210" y="375736"/>
                  </a:lnTo>
                  <a:lnTo>
                    <a:pt x="74759" y="375231"/>
                  </a:lnTo>
                  <a:lnTo>
                    <a:pt x="73185" y="370705"/>
                  </a:lnTo>
                  <a:lnTo>
                    <a:pt x="73438" y="369091"/>
                  </a:lnTo>
                  <a:lnTo>
                    <a:pt x="73612" y="367477"/>
                  </a:lnTo>
                  <a:lnTo>
                    <a:pt x="73435" y="366650"/>
                  </a:lnTo>
                  <a:lnTo>
                    <a:pt x="70847" y="363212"/>
                  </a:lnTo>
                  <a:lnTo>
                    <a:pt x="69525" y="361785"/>
                  </a:lnTo>
                  <a:lnTo>
                    <a:pt x="68192" y="360309"/>
                  </a:lnTo>
                  <a:lnTo>
                    <a:pt x="65395" y="362215"/>
                  </a:lnTo>
                  <a:lnTo>
                    <a:pt x="62531" y="364169"/>
                  </a:lnTo>
                  <a:lnTo>
                    <a:pt x="60526" y="364886"/>
                  </a:lnTo>
                  <a:lnTo>
                    <a:pt x="57754" y="365877"/>
                  </a:lnTo>
                  <a:lnTo>
                    <a:pt x="58676" y="368002"/>
                  </a:lnTo>
                  <a:lnTo>
                    <a:pt x="58295" y="369556"/>
                  </a:lnTo>
                  <a:lnTo>
                    <a:pt x="57433" y="370273"/>
                  </a:lnTo>
                  <a:lnTo>
                    <a:pt x="55970" y="370184"/>
                  </a:lnTo>
                  <a:lnTo>
                    <a:pt x="55966" y="375477"/>
                  </a:lnTo>
                  <a:lnTo>
                    <a:pt x="54583" y="379250"/>
                  </a:lnTo>
                  <a:lnTo>
                    <a:pt x="51689" y="379315"/>
                  </a:lnTo>
                  <a:lnTo>
                    <a:pt x="50134" y="380614"/>
                  </a:lnTo>
                  <a:lnTo>
                    <a:pt x="47828" y="382538"/>
                  </a:lnTo>
                  <a:lnTo>
                    <a:pt x="45961" y="384098"/>
                  </a:lnTo>
                  <a:lnTo>
                    <a:pt x="43973" y="386612"/>
                  </a:lnTo>
                  <a:lnTo>
                    <a:pt x="42957" y="386249"/>
                  </a:lnTo>
                  <a:lnTo>
                    <a:pt x="43411" y="384009"/>
                  </a:lnTo>
                  <a:lnTo>
                    <a:pt x="42676" y="380220"/>
                  </a:lnTo>
                  <a:lnTo>
                    <a:pt x="42064" y="377063"/>
                  </a:lnTo>
                  <a:lnTo>
                    <a:pt x="40789" y="375441"/>
                  </a:lnTo>
                  <a:lnTo>
                    <a:pt x="38643" y="372710"/>
                  </a:lnTo>
                  <a:lnTo>
                    <a:pt x="37032" y="370661"/>
                  </a:lnTo>
                  <a:lnTo>
                    <a:pt x="34733" y="367735"/>
                  </a:lnTo>
                  <a:lnTo>
                    <a:pt x="33126" y="365691"/>
                  </a:lnTo>
                  <a:lnTo>
                    <a:pt x="31448" y="363555"/>
                  </a:lnTo>
                  <a:lnTo>
                    <a:pt x="29243" y="360752"/>
                  </a:lnTo>
                  <a:lnTo>
                    <a:pt x="28340" y="357116"/>
                  </a:lnTo>
                  <a:lnTo>
                    <a:pt x="26325" y="355803"/>
                  </a:lnTo>
                  <a:lnTo>
                    <a:pt x="24169" y="354399"/>
                  </a:lnTo>
                  <a:lnTo>
                    <a:pt x="22421" y="351730"/>
                  </a:lnTo>
                  <a:lnTo>
                    <a:pt x="23016" y="349097"/>
                  </a:lnTo>
                  <a:lnTo>
                    <a:pt x="23728" y="345943"/>
                  </a:lnTo>
                  <a:lnTo>
                    <a:pt x="23728" y="344044"/>
                  </a:lnTo>
                  <a:lnTo>
                    <a:pt x="21809" y="344161"/>
                  </a:lnTo>
                  <a:lnTo>
                    <a:pt x="18931" y="344340"/>
                  </a:lnTo>
                  <a:lnTo>
                    <a:pt x="16360" y="344498"/>
                  </a:lnTo>
                  <a:lnTo>
                    <a:pt x="14456" y="346728"/>
                  </a:lnTo>
                  <a:lnTo>
                    <a:pt x="12695" y="348788"/>
                  </a:lnTo>
                  <a:lnTo>
                    <a:pt x="9936" y="347182"/>
                  </a:lnTo>
                  <a:lnTo>
                    <a:pt x="6778" y="345344"/>
                  </a:lnTo>
                  <a:lnTo>
                    <a:pt x="5882" y="347748"/>
                  </a:lnTo>
                  <a:lnTo>
                    <a:pt x="2954" y="346543"/>
                  </a:lnTo>
                  <a:lnTo>
                    <a:pt x="0" y="345328"/>
                  </a:lnTo>
                  <a:lnTo>
                    <a:pt x="0" y="336694"/>
                  </a:lnTo>
                  <a:lnTo>
                    <a:pt x="0" y="328059"/>
                  </a:lnTo>
                  <a:lnTo>
                    <a:pt x="0" y="319425"/>
                  </a:lnTo>
                  <a:lnTo>
                    <a:pt x="0" y="310791"/>
                  </a:lnTo>
                  <a:lnTo>
                    <a:pt x="0" y="302156"/>
                  </a:lnTo>
                  <a:lnTo>
                    <a:pt x="0" y="293522"/>
                  </a:lnTo>
                  <a:lnTo>
                    <a:pt x="0" y="284887"/>
                  </a:lnTo>
                  <a:lnTo>
                    <a:pt x="0" y="276253"/>
                  </a:lnTo>
                  <a:lnTo>
                    <a:pt x="0" y="267619"/>
                  </a:lnTo>
                  <a:lnTo>
                    <a:pt x="0" y="258985"/>
                  </a:lnTo>
                  <a:lnTo>
                    <a:pt x="0" y="250351"/>
                  </a:lnTo>
                  <a:lnTo>
                    <a:pt x="0" y="241716"/>
                  </a:lnTo>
                  <a:lnTo>
                    <a:pt x="0" y="233082"/>
                  </a:lnTo>
                  <a:lnTo>
                    <a:pt x="0" y="224447"/>
                  </a:lnTo>
                  <a:lnTo>
                    <a:pt x="0" y="215813"/>
                  </a:lnTo>
                  <a:lnTo>
                    <a:pt x="0" y="207178"/>
                  </a:lnTo>
                  <a:lnTo>
                    <a:pt x="0" y="198544"/>
                  </a:lnTo>
                  <a:lnTo>
                    <a:pt x="0" y="189910"/>
                  </a:lnTo>
                  <a:lnTo>
                    <a:pt x="0" y="181275"/>
                  </a:lnTo>
                  <a:lnTo>
                    <a:pt x="0" y="172641"/>
                  </a:lnTo>
                  <a:lnTo>
                    <a:pt x="0" y="164007"/>
                  </a:lnTo>
                  <a:lnTo>
                    <a:pt x="0" y="155372"/>
                  </a:lnTo>
                  <a:lnTo>
                    <a:pt x="0" y="146738"/>
                  </a:lnTo>
                  <a:lnTo>
                    <a:pt x="0" y="138104"/>
                  </a:lnTo>
                  <a:lnTo>
                    <a:pt x="0" y="129469"/>
                  </a:lnTo>
                  <a:lnTo>
                    <a:pt x="0" y="120835"/>
                  </a:lnTo>
                  <a:lnTo>
                    <a:pt x="0" y="112201"/>
                  </a:lnTo>
                  <a:lnTo>
                    <a:pt x="0" y="103565"/>
                  </a:lnTo>
                  <a:lnTo>
                    <a:pt x="0" y="94932"/>
                  </a:lnTo>
                  <a:lnTo>
                    <a:pt x="0" y="86298"/>
                  </a:lnTo>
                  <a:lnTo>
                    <a:pt x="0" y="77662"/>
                  </a:lnTo>
                  <a:lnTo>
                    <a:pt x="0" y="69029"/>
                  </a:lnTo>
                  <a:lnTo>
                    <a:pt x="1753" y="69488"/>
                  </a:lnTo>
                  <a:lnTo>
                    <a:pt x="7367" y="70456"/>
                  </a:lnTo>
                  <a:lnTo>
                    <a:pt x="12655" y="69887"/>
                  </a:lnTo>
                  <a:lnTo>
                    <a:pt x="22466" y="73025"/>
                  </a:lnTo>
                  <a:lnTo>
                    <a:pt x="28533" y="78898"/>
                  </a:lnTo>
                  <a:lnTo>
                    <a:pt x="33454" y="81786"/>
                  </a:lnTo>
                  <a:lnTo>
                    <a:pt x="35462" y="83769"/>
                  </a:lnTo>
                  <a:lnTo>
                    <a:pt x="38657" y="85516"/>
                  </a:lnTo>
                  <a:lnTo>
                    <a:pt x="46177" y="89319"/>
                  </a:lnTo>
                  <a:lnTo>
                    <a:pt x="48517" y="89710"/>
                  </a:lnTo>
                  <a:lnTo>
                    <a:pt x="52873" y="91534"/>
                  </a:lnTo>
                  <a:lnTo>
                    <a:pt x="55571" y="91293"/>
                  </a:lnTo>
                  <a:lnTo>
                    <a:pt x="60215" y="91739"/>
                  </a:lnTo>
                  <a:lnTo>
                    <a:pt x="63371" y="93205"/>
                  </a:lnTo>
                  <a:lnTo>
                    <a:pt x="69596" y="97229"/>
                  </a:lnTo>
                  <a:lnTo>
                    <a:pt x="70871" y="97587"/>
                  </a:lnTo>
                  <a:lnTo>
                    <a:pt x="71212" y="97292"/>
                  </a:lnTo>
                  <a:lnTo>
                    <a:pt x="69043" y="93313"/>
                  </a:lnTo>
                  <a:lnTo>
                    <a:pt x="68702" y="92928"/>
                  </a:lnTo>
                  <a:lnTo>
                    <a:pt x="66192" y="91443"/>
                  </a:lnTo>
                  <a:lnTo>
                    <a:pt x="63251" y="90711"/>
                  </a:lnTo>
                  <a:lnTo>
                    <a:pt x="63024" y="90424"/>
                  </a:lnTo>
                  <a:lnTo>
                    <a:pt x="62478" y="89022"/>
                  </a:lnTo>
                  <a:lnTo>
                    <a:pt x="62654" y="88476"/>
                  </a:lnTo>
                  <a:lnTo>
                    <a:pt x="63294" y="88228"/>
                  </a:lnTo>
                  <a:lnTo>
                    <a:pt x="65486" y="88240"/>
                  </a:lnTo>
                  <a:lnTo>
                    <a:pt x="66785" y="88015"/>
                  </a:lnTo>
                  <a:lnTo>
                    <a:pt x="66963" y="87462"/>
                  </a:lnTo>
                  <a:lnTo>
                    <a:pt x="66028" y="87334"/>
                  </a:lnTo>
                  <a:lnTo>
                    <a:pt x="64901" y="86798"/>
                  </a:lnTo>
                  <a:lnTo>
                    <a:pt x="63580" y="85854"/>
                  </a:lnTo>
                  <a:lnTo>
                    <a:pt x="62833" y="84965"/>
                  </a:lnTo>
                  <a:lnTo>
                    <a:pt x="65532" y="79064"/>
                  </a:lnTo>
                  <a:lnTo>
                    <a:pt x="66477" y="79659"/>
                  </a:lnTo>
                  <a:lnTo>
                    <a:pt x="67901" y="78296"/>
                  </a:lnTo>
                  <a:lnTo>
                    <a:pt x="70451" y="79162"/>
                  </a:lnTo>
                  <a:lnTo>
                    <a:pt x="70918" y="78690"/>
                  </a:lnTo>
                  <a:lnTo>
                    <a:pt x="71229" y="75694"/>
                  </a:lnTo>
                  <a:lnTo>
                    <a:pt x="71609" y="74973"/>
                  </a:lnTo>
                  <a:lnTo>
                    <a:pt x="72327" y="74435"/>
                  </a:lnTo>
                  <a:lnTo>
                    <a:pt x="75880" y="73901"/>
                  </a:lnTo>
                  <a:lnTo>
                    <a:pt x="80311" y="74432"/>
                  </a:lnTo>
                  <a:lnTo>
                    <a:pt x="80768" y="74145"/>
                  </a:lnTo>
                  <a:lnTo>
                    <a:pt x="80343" y="72145"/>
                  </a:lnTo>
                  <a:lnTo>
                    <a:pt x="80292" y="71359"/>
                  </a:lnTo>
                  <a:lnTo>
                    <a:pt x="80560" y="69560"/>
                  </a:lnTo>
                  <a:lnTo>
                    <a:pt x="80834" y="68595"/>
                  </a:lnTo>
                  <a:lnTo>
                    <a:pt x="81359" y="68113"/>
                  </a:lnTo>
                  <a:lnTo>
                    <a:pt x="83418" y="68495"/>
                  </a:lnTo>
                  <a:lnTo>
                    <a:pt x="84061" y="69382"/>
                  </a:lnTo>
                  <a:lnTo>
                    <a:pt x="84751" y="70906"/>
                  </a:lnTo>
                  <a:lnTo>
                    <a:pt x="85449" y="71774"/>
                  </a:lnTo>
                  <a:lnTo>
                    <a:pt x="87639" y="72650"/>
                  </a:lnTo>
                  <a:lnTo>
                    <a:pt x="87888" y="73256"/>
                  </a:lnTo>
                  <a:lnTo>
                    <a:pt x="87053" y="75567"/>
                  </a:lnTo>
                  <a:lnTo>
                    <a:pt x="86178" y="76779"/>
                  </a:lnTo>
                  <a:lnTo>
                    <a:pt x="84368" y="79968"/>
                  </a:lnTo>
                  <a:lnTo>
                    <a:pt x="84254" y="80788"/>
                  </a:lnTo>
                  <a:lnTo>
                    <a:pt x="87046" y="79355"/>
                  </a:lnTo>
                  <a:lnTo>
                    <a:pt x="90180" y="77373"/>
                  </a:lnTo>
                  <a:lnTo>
                    <a:pt x="92872" y="76280"/>
                  </a:lnTo>
                  <a:lnTo>
                    <a:pt x="95121" y="76080"/>
                  </a:lnTo>
                  <a:lnTo>
                    <a:pt x="96732" y="75438"/>
                  </a:lnTo>
                  <a:lnTo>
                    <a:pt x="97703" y="74351"/>
                  </a:lnTo>
                  <a:lnTo>
                    <a:pt x="98396" y="73240"/>
                  </a:lnTo>
                  <a:lnTo>
                    <a:pt x="99789" y="69653"/>
                  </a:lnTo>
                  <a:lnTo>
                    <a:pt x="100715" y="69032"/>
                  </a:lnTo>
                  <a:lnTo>
                    <a:pt x="104584" y="69251"/>
                  </a:lnTo>
                  <a:lnTo>
                    <a:pt x="105503" y="69143"/>
                  </a:lnTo>
                  <a:lnTo>
                    <a:pt x="106100" y="68793"/>
                  </a:lnTo>
                  <a:lnTo>
                    <a:pt x="105991" y="68340"/>
                  </a:lnTo>
                  <a:lnTo>
                    <a:pt x="105174" y="67785"/>
                  </a:lnTo>
                  <a:lnTo>
                    <a:pt x="104071" y="67629"/>
                  </a:lnTo>
                  <a:lnTo>
                    <a:pt x="104043" y="67377"/>
                  </a:lnTo>
                  <a:lnTo>
                    <a:pt x="104451" y="66789"/>
                  </a:lnTo>
                  <a:lnTo>
                    <a:pt x="105057" y="66449"/>
                  </a:lnTo>
                  <a:lnTo>
                    <a:pt x="106963" y="66044"/>
                  </a:lnTo>
                  <a:lnTo>
                    <a:pt x="108216" y="67333"/>
                  </a:lnTo>
                  <a:lnTo>
                    <a:pt x="109068" y="67427"/>
                  </a:lnTo>
                  <a:lnTo>
                    <a:pt x="111897" y="65995"/>
                  </a:lnTo>
                  <a:lnTo>
                    <a:pt x="116245" y="62192"/>
                  </a:lnTo>
                  <a:lnTo>
                    <a:pt x="117983" y="61135"/>
                  </a:lnTo>
                  <a:lnTo>
                    <a:pt x="119488" y="60950"/>
                  </a:lnTo>
                  <a:lnTo>
                    <a:pt x="120760" y="61641"/>
                  </a:lnTo>
                  <a:lnTo>
                    <a:pt x="121741" y="61461"/>
                  </a:lnTo>
                  <a:lnTo>
                    <a:pt x="123031" y="59316"/>
                  </a:lnTo>
                  <a:lnTo>
                    <a:pt x="123540" y="58174"/>
                  </a:lnTo>
                  <a:lnTo>
                    <a:pt x="124335" y="57185"/>
                  </a:lnTo>
                  <a:lnTo>
                    <a:pt x="127552" y="54956"/>
                  </a:lnTo>
                  <a:lnTo>
                    <a:pt x="129613" y="54479"/>
                  </a:lnTo>
                  <a:lnTo>
                    <a:pt x="130873" y="54890"/>
                  </a:lnTo>
                  <a:lnTo>
                    <a:pt x="132371" y="55814"/>
                  </a:lnTo>
                  <a:lnTo>
                    <a:pt x="133605" y="56172"/>
                  </a:lnTo>
                  <a:lnTo>
                    <a:pt x="135230" y="55900"/>
                  </a:lnTo>
                  <a:lnTo>
                    <a:pt x="136443" y="56023"/>
                  </a:lnTo>
                  <a:lnTo>
                    <a:pt x="137022" y="55573"/>
                  </a:lnTo>
                  <a:lnTo>
                    <a:pt x="139095" y="53033"/>
                  </a:lnTo>
                  <a:lnTo>
                    <a:pt x="139767" y="53008"/>
                  </a:lnTo>
                  <a:lnTo>
                    <a:pt x="140416" y="53756"/>
                  </a:lnTo>
                  <a:lnTo>
                    <a:pt x="141460" y="55602"/>
                  </a:lnTo>
                  <a:lnTo>
                    <a:pt x="141463" y="56525"/>
                  </a:lnTo>
                  <a:lnTo>
                    <a:pt x="140104" y="58776"/>
                  </a:lnTo>
                  <a:lnTo>
                    <a:pt x="130102" y="65211"/>
                  </a:lnTo>
                  <a:lnTo>
                    <a:pt x="127021" y="67988"/>
                  </a:lnTo>
                  <a:lnTo>
                    <a:pt x="125496" y="69009"/>
                  </a:lnTo>
                  <a:lnTo>
                    <a:pt x="123916" y="69583"/>
                  </a:lnTo>
                  <a:lnTo>
                    <a:pt x="120858" y="70063"/>
                  </a:lnTo>
                  <a:lnTo>
                    <a:pt x="119644" y="70629"/>
                  </a:lnTo>
                  <a:lnTo>
                    <a:pt x="117588" y="71135"/>
                  </a:lnTo>
                  <a:lnTo>
                    <a:pt x="112778" y="72026"/>
                  </a:lnTo>
                  <a:lnTo>
                    <a:pt x="111852" y="72458"/>
                  </a:lnTo>
                  <a:lnTo>
                    <a:pt x="111223" y="72963"/>
                  </a:lnTo>
                  <a:lnTo>
                    <a:pt x="109496" y="76370"/>
                  </a:lnTo>
                  <a:lnTo>
                    <a:pt x="108656" y="77482"/>
                  </a:lnTo>
                  <a:lnTo>
                    <a:pt x="107003" y="79159"/>
                  </a:lnTo>
                  <a:lnTo>
                    <a:pt x="105146" y="80187"/>
                  </a:lnTo>
                  <a:lnTo>
                    <a:pt x="102610" y="80580"/>
                  </a:lnTo>
                  <a:lnTo>
                    <a:pt x="100997" y="82178"/>
                  </a:lnTo>
                  <a:lnTo>
                    <a:pt x="99140" y="85262"/>
                  </a:lnTo>
                  <a:lnTo>
                    <a:pt x="97641" y="87409"/>
                  </a:lnTo>
                  <a:lnTo>
                    <a:pt x="95928" y="89230"/>
                  </a:lnTo>
                  <a:lnTo>
                    <a:pt x="94068" y="91607"/>
                  </a:lnTo>
                  <a:lnTo>
                    <a:pt x="93583" y="92860"/>
                  </a:lnTo>
                  <a:lnTo>
                    <a:pt x="94137" y="94509"/>
                  </a:lnTo>
                  <a:lnTo>
                    <a:pt x="94446" y="95059"/>
                  </a:lnTo>
                  <a:lnTo>
                    <a:pt x="96316" y="95946"/>
                  </a:lnTo>
                  <a:lnTo>
                    <a:pt x="97041" y="95747"/>
                  </a:lnTo>
                  <a:lnTo>
                    <a:pt x="96373" y="94863"/>
                  </a:lnTo>
                  <a:lnTo>
                    <a:pt x="94802" y="93585"/>
                  </a:lnTo>
                  <a:lnTo>
                    <a:pt x="94590" y="93127"/>
                  </a:lnTo>
                  <a:lnTo>
                    <a:pt x="94993" y="92767"/>
                  </a:lnTo>
                  <a:lnTo>
                    <a:pt x="102373" y="93728"/>
                  </a:lnTo>
                  <a:lnTo>
                    <a:pt x="103956" y="92756"/>
                  </a:lnTo>
                  <a:lnTo>
                    <a:pt x="104511" y="91934"/>
                  </a:lnTo>
                  <a:lnTo>
                    <a:pt x="104393" y="91511"/>
                  </a:lnTo>
                  <a:lnTo>
                    <a:pt x="102393" y="91335"/>
                  </a:lnTo>
                  <a:lnTo>
                    <a:pt x="101964" y="90550"/>
                  </a:lnTo>
                  <a:lnTo>
                    <a:pt x="101648" y="89072"/>
                  </a:lnTo>
                  <a:lnTo>
                    <a:pt x="101581" y="87900"/>
                  </a:lnTo>
                  <a:lnTo>
                    <a:pt x="101762" y="87029"/>
                  </a:lnTo>
                  <a:lnTo>
                    <a:pt x="102213" y="85918"/>
                  </a:lnTo>
                  <a:lnTo>
                    <a:pt x="104357" y="84103"/>
                  </a:lnTo>
                  <a:lnTo>
                    <a:pt x="106666" y="83326"/>
                  </a:lnTo>
                  <a:lnTo>
                    <a:pt x="108444" y="82300"/>
                  </a:lnTo>
                  <a:lnTo>
                    <a:pt x="109426" y="81330"/>
                  </a:lnTo>
                  <a:lnTo>
                    <a:pt x="112076" y="79674"/>
                  </a:lnTo>
                  <a:lnTo>
                    <a:pt x="113140" y="78330"/>
                  </a:lnTo>
                  <a:lnTo>
                    <a:pt x="113714" y="77288"/>
                  </a:lnTo>
                  <a:lnTo>
                    <a:pt x="113786" y="76768"/>
                  </a:lnTo>
                  <a:lnTo>
                    <a:pt x="113304" y="76391"/>
                  </a:lnTo>
                  <a:lnTo>
                    <a:pt x="113696" y="75494"/>
                  </a:lnTo>
                  <a:lnTo>
                    <a:pt x="115628" y="74693"/>
                  </a:lnTo>
                  <a:lnTo>
                    <a:pt x="116478" y="74625"/>
                  </a:lnTo>
                  <a:lnTo>
                    <a:pt x="119193" y="75393"/>
                  </a:lnTo>
                  <a:lnTo>
                    <a:pt x="119685" y="75993"/>
                  </a:lnTo>
                  <a:lnTo>
                    <a:pt x="119417" y="77586"/>
                  </a:lnTo>
                  <a:lnTo>
                    <a:pt x="119798" y="77511"/>
                  </a:lnTo>
                  <a:lnTo>
                    <a:pt x="120845" y="75488"/>
                  </a:lnTo>
                  <a:lnTo>
                    <a:pt x="121429" y="74814"/>
                  </a:lnTo>
                  <a:lnTo>
                    <a:pt x="122032" y="74682"/>
                  </a:lnTo>
                  <a:lnTo>
                    <a:pt x="122642" y="74941"/>
                  </a:lnTo>
                  <a:lnTo>
                    <a:pt x="123259" y="75591"/>
                  </a:lnTo>
                  <a:lnTo>
                    <a:pt x="123594" y="77536"/>
                  </a:lnTo>
                  <a:lnTo>
                    <a:pt x="123647" y="80775"/>
                  </a:lnTo>
                  <a:lnTo>
                    <a:pt x="123786" y="82080"/>
                  </a:lnTo>
                  <a:lnTo>
                    <a:pt x="124482" y="79841"/>
                  </a:lnTo>
                  <a:lnTo>
                    <a:pt x="124966" y="78802"/>
                  </a:lnTo>
                  <a:lnTo>
                    <a:pt x="127611" y="74037"/>
                  </a:lnTo>
                  <a:lnTo>
                    <a:pt x="129397" y="71425"/>
                  </a:lnTo>
                  <a:lnTo>
                    <a:pt x="131401" y="68880"/>
                  </a:lnTo>
                  <a:lnTo>
                    <a:pt x="134313" y="66981"/>
                  </a:lnTo>
                  <a:lnTo>
                    <a:pt x="141044" y="63830"/>
                  </a:lnTo>
                  <a:lnTo>
                    <a:pt x="144836" y="62982"/>
                  </a:lnTo>
                  <a:lnTo>
                    <a:pt x="146757" y="62198"/>
                  </a:lnTo>
                  <a:lnTo>
                    <a:pt x="147698" y="61517"/>
                  </a:lnTo>
                  <a:lnTo>
                    <a:pt x="148297" y="60676"/>
                  </a:lnTo>
                  <a:lnTo>
                    <a:pt x="149351" y="59709"/>
                  </a:lnTo>
                  <a:lnTo>
                    <a:pt x="149539" y="59789"/>
                  </a:lnTo>
                  <a:lnTo>
                    <a:pt x="149130" y="61816"/>
                  </a:lnTo>
                  <a:lnTo>
                    <a:pt x="148861" y="62403"/>
                  </a:lnTo>
                  <a:lnTo>
                    <a:pt x="146397" y="63658"/>
                  </a:lnTo>
                  <a:lnTo>
                    <a:pt x="146155" y="64616"/>
                  </a:lnTo>
                  <a:lnTo>
                    <a:pt x="146423" y="66096"/>
                  </a:lnTo>
                  <a:lnTo>
                    <a:pt x="146849" y="67071"/>
                  </a:lnTo>
                  <a:lnTo>
                    <a:pt x="147433" y="67543"/>
                  </a:lnTo>
                  <a:lnTo>
                    <a:pt x="148456" y="67208"/>
                  </a:lnTo>
                  <a:lnTo>
                    <a:pt x="149917" y="66067"/>
                  </a:lnTo>
                  <a:lnTo>
                    <a:pt x="151738" y="64319"/>
                  </a:lnTo>
                  <a:lnTo>
                    <a:pt x="155672" y="59887"/>
                  </a:lnTo>
                  <a:lnTo>
                    <a:pt x="156011" y="59076"/>
                  </a:lnTo>
                  <a:lnTo>
                    <a:pt x="157006" y="55515"/>
                  </a:lnTo>
                  <a:lnTo>
                    <a:pt x="159261" y="53942"/>
                  </a:lnTo>
                  <a:lnTo>
                    <a:pt x="163344" y="52153"/>
                  </a:lnTo>
                  <a:lnTo>
                    <a:pt x="164346" y="51016"/>
                  </a:lnTo>
                  <a:lnTo>
                    <a:pt x="160764" y="50054"/>
                  </a:lnTo>
                  <a:lnTo>
                    <a:pt x="160022" y="49392"/>
                  </a:lnTo>
                  <a:lnTo>
                    <a:pt x="159905" y="48995"/>
                  </a:lnTo>
                  <a:lnTo>
                    <a:pt x="160580" y="47979"/>
                  </a:lnTo>
                  <a:lnTo>
                    <a:pt x="158945" y="46968"/>
                  </a:lnTo>
                  <a:lnTo>
                    <a:pt x="158345" y="46345"/>
                  </a:lnTo>
                  <a:lnTo>
                    <a:pt x="158370" y="44532"/>
                  </a:lnTo>
                  <a:lnTo>
                    <a:pt x="158873" y="43231"/>
                  </a:lnTo>
                  <a:lnTo>
                    <a:pt x="159944" y="41973"/>
                  </a:lnTo>
                  <a:lnTo>
                    <a:pt x="160555" y="41753"/>
                  </a:lnTo>
                  <a:lnTo>
                    <a:pt x="162151" y="42485"/>
                  </a:lnTo>
                  <a:lnTo>
                    <a:pt x="163494" y="43429"/>
                  </a:lnTo>
                  <a:lnTo>
                    <a:pt x="168133" y="47813"/>
                  </a:lnTo>
                  <a:lnTo>
                    <a:pt x="169995" y="49959"/>
                  </a:lnTo>
                  <a:lnTo>
                    <a:pt x="171075" y="51637"/>
                  </a:lnTo>
                  <a:lnTo>
                    <a:pt x="173687" y="56886"/>
                  </a:lnTo>
                  <a:lnTo>
                    <a:pt x="174838" y="59919"/>
                  </a:lnTo>
                  <a:lnTo>
                    <a:pt x="175761" y="63042"/>
                  </a:lnTo>
                  <a:lnTo>
                    <a:pt x="176672" y="65296"/>
                  </a:lnTo>
                  <a:lnTo>
                    <a:pt x="177569" y="66678"/>
                  </a:lnTo>
                  <a:lnTo>
                    <a:pt x="182033" y="72147"/>
                  </a:lnTo>
                  <a:lnTo>
                    <a:pt x="184336" y="74457"/>
                  </a:lnTo>
                  <a:lnTo>
                    <a:pt x="186266" y="75891"/>
                  </a:lnTo>
                  <a:lnTo>
                    <a:pt x="188482" y="77031"/>
                  </a:lnTo>
                  <a:lnTo>
                    <a:pt x="190985" y="77870"/>
                  </a:lnTo>
                  <a:lnTo>
                    <a:pt x="192690" y="77940"/>
                  </a:lnTo>
                  <a:lnTo>
                    <a:pt x="195342" y="75612"/>
                  </a:lnTo>
                  <a:lnTo>
                    <a:pt x="195404" y="74082"/>
                  </a:lnTo>
                  <a:lnTo>
                    <a:pt x="194235" y="71529"/>
                  </a:lnTo>
                  <a:lnTo>
                    <a:pt x="193059" y="69762"/>
                  </a:lnTo>
                  <a:lnTo>
                    <a:pt x="193200" y="68684"/>
                  </a:lnTo>
                  <a:lnTo>
                    <a:pt x="194756" y="66618"/>
                  </a:lnTo>
                  <a:lnTo>
                    <a:pt x="194651" y="65898"/>
                  </a:lnTo>
                  <a:lnTo>
                    <a:pt x="194981" y="63768"/>
                  </a:lnTo>
                  <a:lnTo>
                    <a:pt x="196056" y="64175"/>
                  </a:lnTo>
                  <a:lnTo>
                    <a:pt x="196481" y="64093"/>
                  </a:lnTo>
                  <a:lnTo>
                    <a:pt x="197080" y="63311"/>
                  </a:lnTo>
                  <a:lnTo>
                    <a:pt x="197855" y="61830"/>
                  </a:lnTo>
                  <a:lnTo>
                    <a:pt x="198831" y="60607"/>
                  </a:lnTo>
                  <a:lnTo>
                    <a:pt x="200009" y="59640"/>
                  </a:lnTo>
                  <a:lnTo>
                    <a:pt x="200327" y="59004"/>
                  </a:lnTo>
                  <a:lnTo>
                    <a:pt x="199159" y="58547"/>
                  </a:lnTo>
                  <a:lnTo>
                    <a:pt x="198450" y="58545"/>
                  </a:lnTo>
                  <a:lnTo>
                    <a:pt x="197925" y="58337"/>
                  </a:lnTo>
                  <a:lnTo>
                    <a:pt x="197582" y="57923"/>
                  </a:lnTo>
                  <a:lnTo>
                    <a:pt x="198050" y="57476"/>
                  </a:lnTo>
                  <a:lnTo>
                    <a:pt x="200608" y="56340"/>
                  </a:lnTo>
                  <a:lnTo>
                    <a:pt x="201087" y="55252"/>
                  </a:lnTo>
                  <a:lnTo>
                    <a:pt x="201906" y="54530"/>
                  </a:lnTo>
                  <a:lnTo>
                    <a:pt x="202954" y="54241"/>
                  </a:lnTo>
                  <a:lnTo>
                    <a:pt x="203601" y="54540"/>
                  </a:lnTo>
                  <a:lnTo>
                    <a:pt x="204318" y="55442"/>
                  </a:lnTo>
                  <a:lnTo>
                    <a:pt x="204355" y="56880"/>
                  </a:lnTo>
                  <a:lnTo>
                    <a:pt x="204038" y="59225"/>
                  </a:lnTo>
                  <a:lnTo>
                    <a:pt x="203980" y="61118"/>
                  </a:lnTo>
                  <a:lnTo>
                    <a:pt x="204781" y="65582"/>
                  </a:lnTo>
                  <a:lnTo>
                    <a:pt x="205492" y="66554"/>
                  </a:lnTo>
                  <a:lnTo>
                    <a:pt x="208265" y="67870"/>
                  </a:lnTo>
                  <a:lnTo>
                    <a:pt x="208094" y="68958"/>
                  </a:lnTo>
                  <a:lnTo>
                    <a:pt x="204887" y="73666"/>
                  </a:lnTo>
                  <a:lnTo>
                    <a:pt x="204202" y="74819"/>
                  </a:lnTo>
                  <a:lnTo>
                    <a:pt x="203863" y="75696"/>
                  </a:lnTo>
                  <a:lnTo>
                    <a:pt x="203978" y="76438"/>
                  </a:lnTo>
                  <a:lnTo>
                    <a:pt x="204544" y="77047"/>
                  </a:lnTo>
                  <a:lnTo>
                    <a:pt x="205631" y="77478"/>
                  </a:lnTo>
                  <a:lnTo>
                    <a:pt x="208424" y="77654"/>
                  </a:lnTo>
                  <a:lnTo>
                    <a:pt x="209190" y="77241"/>
                  </a:lnTo>
                  <a:lnTo>
                    <a:pt x="214626" y="77106"/>
                  </a:lnTo>
                  <a:lnTo>
                    <a:pt x="215622" y="76754"/>
                  </a:lnTo>
                  <a:lnTo>
                    <a:pt x="216461" y="75847"/>
                  </a:lnTo>
                  <a:lnTo>
                    <a:pt x="217682" y="73584"/>
                  </a:lnTo>
                  <a:lnTo>
                    <a:pt x="219070" y="72893"/>
                  </a:lnTo>
                  <a:lnTo>
                    <a:pt x="219506" y="72258"/>
                  </a:lnTo>
                  <a:lnTo>
                    <a:pt x="220360" y="69570"/>
                  </a:lnTo>
                  <a:lnTo>
                    <a:pt x="220780" y="66447"/>
                  </a:lnTo>
                  <a:lnTo>
                    <a:pt x="221197" y="65137"/>
                  </a:lnTo>
                  <a:lnTo>
                    <a:pt x="221825" y="64324"/>
                  </a:lnTo>
                  <a:lnTo>
                    <a:pt x="222677" y="64062"/>
                  </a:lnTo>
                  <a:lnTo>
                    <a:pt x="224791" y="64370"/>
                  </a:lnTo>
                  <a:lnTo>
                    <a:pt x="225785" y="64106"/>
                  </a:lnTo>
                  <a:lnTo>
                    <a:pt x="229701" y="64370"/>
                  </a:lnTo>
                  <a:lnTo>
                    <a:pt x="233618" y="64142"/>
                  </a:lnTo>
                  <a:lnTo>
                    <a:pt x="237668" y="64693"/>
                  </a:lnTo>
                  <a:lnTo>
                    <a:pt x="240269" y="65335"/>
                  </a:lnTo>
                  <a:lnTo>
                    <a:pt x="242673" y="66346"/>
                  </a:lnTo>
                  <a:lnTo>
                    <a:pt x="247286" y="68744"/>
                  </a:lnTo>
                  <a:lnTo>
                    <a:pt x="249110" y="70031"/>
                  </a:lnTo>
                  <a:lnTo>
                    <a:pt x="255553" y="75832"/>
                  </a:lnTo>
                  <a:lnTo>
                    <a:pt x="257435" y="77013"/>
                  </a:lnTo>
                  <a:lnTo>
                    <a:pt x="260978" y="78143"/>
                  </a:lnTo>
                  <a:lnTo>
                    <a:pt x="273122" y="80659"/>
                  </a:lnTo>
                  <a:lnTo>
                    <a:pt x="274650" y="81336"/>
                  </a:lnTo>
                  <a:lnTo>
                    <a:pt x="277850" y="83978"/>
                  </a:lnTo>
                  <a:lnTo>
                    <a:pt x="280054" y="85519"/>
                  </a:lnTo>
                  <a:lnTo>
                    <a:pt x="282667" y="86990"/>
                  </a:lnTo>
                  <a:lnTo>
                    <a:pt x="285936" y="88262"/>
                  </a:lnTo>
                  <a:lnTo>
                    <a:pt x="292340" y="90182"/>
                  </a:lnTo>
                  <a:lnTo>
                    <a:pt x="293381" y="90817"/>
                  </a:lnTo>
                  <a:lnTo>
                    <a:pt x="294556" y="91003"/>
                  </a:lnTo>
                  <a:lnTo>
                    <a:pt x="295864" y="90742"/>
                  </a:lnTo>
                  <a:lnTo>
                    <a:pt x="301735" y="91840"/>
                  </a:lnTo>
                  <a:lnTo>
                    <a:pt x="303283" y="91786"/>
                  </a:lnTo>
                  <a:lnTo>
                    <a:pt x="304399" y="91993"/>
                  </a:lnTo>
                  <a:lnTo>
                    <a:pt x="305773" y="92785"/>
                  </a:lnTo>
                  <a:lnTo>
                    <a:pt x="307788" y="93075"/>
                  </a:lnTo>
                  <a:lnTo>
                    <a:pt x="307716" y="92531"/>
                  </a:lnTo>
                  <a:lnTo>
                    <a:pt x="305417" y="89502"/>
                  </a:lnTo>
                  <a:lnTo>
                    <a:pt x="305518" y="89025"/>
                  </a:lnTo>
                  <a:lnTo>
                    <a:pt x="306464" y="88987"/>
                  </a:lnTo>
                  <a:lnTo>
                    <a:pt x="309310" y="89497"/>
                  </a:lnTo>
                  <a:lnTo>
                    <a:pt x="309962" y="88634"/>
                  </a:lnTo>
                  <a:lnTo>
                    <a:pt x="310911" y="88654"/>
                  </a:lnTo>
                  <a:lnTo>
                    <a:pt x="313073" y="89069"/>
                  </a:lnTo>
                  <a:lnTo>
                    <a:pt x="315404" y="90004"/>
                  </a:lnTo>
                  <a:lnTo>
                    <a:pt x="317902" y="91455"/>
                  </a:lnTo>
                  <a:lnTo>
                    <a:pt x="320938" y="92689"/>
                  </a:lnTo>
                  <a:lnTo>
                    <a:pt x="325548" y="95761"/>
                  </a:lnTo>
                  <a:lnTo>
                    <a:pt x="328094" y="98318"/>
                  </a:lnTo>
                  <a:lnTo>
                    <a:pt x="330509" y="101495"/>
                  </a:lnTo>
                  <a:lnTo>
                    <a:pt x="331833" y="103703"/>
                  </a:lnTo>
                  <a:lnTo>
                    <a:pt x="332065" y="104942"/>
                  </a:lnTo>
                  <a:lnTo>
                    <a:pt x="332570" y="105555"/>
                  </a:lnTo>
                  <a:lnTo>
                    <a:pt x="333347" y="105545"/>
                  </a:lnTo>
                  <a:lnTo>
                    <a:pt x="333640" y="106016"/>
                  </a:lnTo>
                  <a:lnTo>
                    <a:pt x="332945" y="108751"/>
                  </a:lnTo>
                  <a:lnTo>
                    <a:pt x="332544" y="109434"/>
                  </a:lnTo>
                  <a:lnTo>
                    <a:pt x="332017" y="109924"/>
                  </a:lnTo>
                  <a:lnTo>
                    <a:pt x="329811" y="110484"/>
                  </a:lnTo>
                  <a:lnTo>
                    <a:pt x="323758" y="109823"/>
                  </a:lnTo>
                  <a:lnTo>
                    <a:pt x="322685" y="112038"/>
                  </a:lnTo>
                  <a:lnTo>
                    <a:pt x="319294" y="113906"/>
                  </a:lnTo>
                  <a:lnTo>
                    <a:pt x="318690" y="114723"/>
                  </a:lnTo>
                  <a:lnTo>
                    <a:pt x="318557" y="115320"/>
                  </a:lnTo>
                  <a:lnTo>
                    <a:pt x="318800" y="117259"/>
                  </a:lnTo>
                  <a:lnTo>
                    <a:pt x="318371" y="117854"/>
                  </a:lnTo>
                  <a:lnTo>
                    <a:pt x="315594" y="120067"/>
                  </a:lnTo>
                  <a:lnTo>
                    <a:pt x="315500" y="120693"/>
                  </a:lnTo>
                  <a:lnTo>
                    <a:pt x="317302" y="121599"/>
                  </a:lnTo>
                  <a:lnTo>
                    <a:pt x="319218" y="123150"/>
                  </a:lnTo>
                  <a:lnTo>
                    <a:pt x="320723" y="123528"/>
                  </a:lnTo>
                  <a:lnTo>
                    <a:pt x="322629" y="123316"/>
                  </a:lnTo>
                  <a:lnTo>
                    <a:pt x="325021" y="123859"/>
                  </a:lnTo>
                  <a:lnTo>
                    <a:pt x="327902" y="125159"/>
                  </a:lnTo>
                  <a:lnTo>
                    <a:pt x="329906" y="125752"/>
                  </a:lnTo>
                  <a:lnTo>
                    <a:pt x="331033" y="125638"/>
                  </a:lnTo>
                  <a:lnTo>
                    <a:pt x="332571" y="125877"/>
                  </a:lnTo>
                  <a:lnTo>
                    <a:pt x="334519" y="126469"/>
                  </a:lnTo>
                  <a:lnTo>
                    <a:pt x="337126" y="126674"/>
                  </a:lnTo>
                  <a:lnTo>
                    <a:pt x="342888" y="126620"/>
                  </a:lnTo>
                  <a:lnTo>
                    <a:pt x="344616" y="127066"/>
                  </a:lnTo>
                  <a:lnTo>
                    <a:pt x="347029" y="127267"/>
                  </a:lnTo>
                  <a:lnTo>
                    <a:pt x="351673" y="127206"/>
                  </a:lnTo>
                  <a:lnTo>
                    <a:pt x="352511" y="127123"/>
                  </a:lnTo>
                  <a:lnTo>
                    <a:pt x="353999" y="126094"/>
                  </a:lnTo>
                  <a:lnTo>
                    <a:pt x="354960" y="125753"/>
                  </a:lnTo>
                  <a:lnTo>
                    <a:pt x="356631" y="125735"/>
                  </a:lnTo>
                  <a:lnTo>
                    <a:pt x="361448" y="124979"/>
                  </a:lnTo>
                  <a:lnTo>
                    <a:pt x="363116" y="124993"/>
                  </a:lnTo>
                  <a:lnTo>
                    <a:pt x="364659" y="124422"/>
                  </a:lnTo>
                  <a:lnTo>
                    <a:pt x="366632" y="123267"/>
                  </a:lnTo>
                  <a:lnTo>
                    <a:pt x="367849" y="123051"/>
                  </a:lnTo>
                  <a:lnTo>
                    <a:pt x="368311" y="123769"/>
                  </a:lnTo>
                  <a:lnTo>
                    <a:pt x="369142" y="124083"/>
                  </a:lnTo>
                  <a:lnTo>
                    <a:pt x="370343" y="123989"/>
                  </a:lnTo>
                  <a:lnTo>
                    <a:pt x="372628" y="122762"/>
                  </a:lnTo>
                  <a:lnTo>
                    <a:pt x="377970" y="119161"/>
                  </a:lnTo>
                  <a:lnTo>
                    <a:pt x="379892" y="119167"/>
                  </a:lnTo>
                  <a:lnTo>
                    <a:pt x="381302" y="118037"/>
                  </a:lnTo>
                  <a:lnTo>
                    <a:pt x="381648" y="118017"/>
                  </a:lnTo>
                  <a:lnTo>
                    <a:pt x="382036" y="118482"/>
                  </a:lnTo>
                  <a:lnTo>
                    <a:pt x="383344" y="121120"/>
                  </a:lnTo>
                  <a:lnTo>
                    <a:pt x="383742" y="121545"/>
                  </a:lnTo>
                  <a:lnTo>
                    <a:pt x="384642" y="121773"/>
                  </a:lnTo>
                  <a:lnTo>
                    <a:pt x="385520" y="123123"/>
                  </a:lnTo>
                  <a:lnTo>
                    <a:pt x="386435" y="125143"/>
                  </a:lnTo>
                  <a:lnTo>
                    <a:pt x="387122" y="125706"/>
                  </a:lnTo>
                  <a:lnTo>
                    <a:pt x="392132" y="125792"/>
                  </a:lnTo>
                  <a:lnTo>
                    <a:pt x="393898" y="126355"/>
                  </a:lnTo>
                  <a:lnTo>
                    <a:pt x="394431" y="126934"/>
                  </a:lnTo>
                  <a:lnTo>
                    <a:pt x="394968" y="128531"/>
                  </a:lnTo>
                  <a:lnTo>
                    <a:pt x="395299" y="131626"/>
                  </a:lnTo>
                  <a:lnTo>
                    <a:pt x="395518" y="132761"/>
                  </a:lnTo>
                  <a:lnTo>
                    <a:pt x="396246" y="134412"/>
                  </a:lnTo>
                  <a:lnTo>
                    <a:pt x="396727" y="134888"/>
                  </a:lnTo>
                  <a:lnTo>
                    <a:pt x="397181" y="134429"/>
                  </a:lnTo>
                  <a:lnTo>
                    <a:pt x="398415" y="130135"/>
                  </a:lnTo>
                  <a:lnTo>
                    <a:pt x="398846" y="129444"/>
                  </a:lnTo>
                  <a:lnTo>
                    <a:pt x="399672" y="129685"/>
                  </a:lnTo>
                  <a:lnTo>
                    <a:pt x="399924" y="129897"/>
                  </a:lnTo>
                  <a:lnTo>
                    <a:pt x="401175" y="133076"/>
                  </a:lnTo>
                  <a:lnTo>
                    <a:pt x="402959" y="135436"/>
                  </a:lnTo>
                  <a:lnTo>
                    <a:pt x="407379" y="139781"/>
                  </a:lnTo>
                  <a:lnTo>
                    <a:pt x="408097" y="141373"/>
                  </a:lnTo>
                  <a:lnTo>
                    <a:pt x="408361" y="142554"/>
                  </a:lnTo>
                  <a:lnTo>
                    <a:pt x="408111" y="143610"/>
                  </a:lnTo>
                  <a:lnTo>
                    <a:pt x="407347" y="144545"/>
                  </a:lnTo>
                  <a:lnTo>
                    <a:pt x="406149" y="145295"/>
                  </a:lnTo>
                  <a:lnTo>
                    <a:pt x="404515" y="145862"/>
                  </a:lnTo>
                  <a:lnTo>
                    <a:pt x="402991" y="145657"/>
                  </a:lnTo>
                  <a:lnTo>
                    <a:pt x="401575" y="144685"/>
                  </a:lnTo>
                  <a:lnTo>
                    <a:pt x="401119" y="144630"/>
                  </a:lnTo>
                  <a:lnTo>
                    <a:pt x="401622" y="145495"/>
                  </a:lnTo>
                  <a:lnTo>
                    <a:pt x="404548" y="149093"/>
                  </a:lnTo>
                  <a:lnTo>
                    <a:pt x="405295" y="150530"/>
                  </a:lnTo>
                  <a:lnTo>
                    <a:pt x="405988" y="151483"/>
                  </a:lnTo>
                  <a:lnTo>
                    <a:pt x="406628" y="151956"/>
                  </a:lnTo>
                  <a:lnTo>
                    <a:pt x="407218" y="152734"/>
                  </a:lnTo>
                  <a:lnTo>
                    <a:pt x="407759" y="153819"/>
                  </a:lnTo>
                  <a:lnTo>
                    <a:pt x="410190" y="156703"/>
                  </a:lnTo>
                  <a:lnTo>
                    <a:pt x="410882" y="158080"/>
                  </a:lnTo>
                  <a:lnTo>
                    <a:pt x="413653" y="162374"/>
                  </a:lnTo>
                  <a:lnTo>
                    <a:pt x="414969" y="164062"/>
                  </a:lnTo>
                  <a:lnTo>
                    <a:pt x="415985" y="165033"/>
                  </a:lnTo>
                  <a:lnTo>
                    <a:pt x="416378" y="165129"/>
                  </a:lnTo>
                  <a:lnTo>
                    <a:pt x="416148" y="164350"/>
                  </a:lnTo>
                  <a:lnTo>
                    <a:pt x="412615" y="158630"/>
                  </a:lnTo>
                  <a:lnTo>
                    <a:pt x="410814" y="155038"/>
                  </a:lnTo>
                  <a:lnTo>
                    <a:pt x="410561" y="154177"/>
                  </a:lnTo>
                  <a:lnTo>
                    <a:pt x="410446" y="152860"/>
                  </a:lnTo>
                  <a:lnTo>
                    <a:pt x="410374" y="148495"/>
                  </a:lnTo>
                  <a:lnTo>
                    <a:pt x="410632" y="147826"/>
                  </a:lnTo>
                  <a:lnTo>
                    <a:pt x="411853" y="147264"/>
                  </a:lnTo>
                  <a:lnTo>
                    <a:pt x="413420" y="149243"/>
                  </a:lnTo>
                  <a:lnTo>
                    <a:pt x="414011" y="149521"/>
                  </a:lnTo>
                  <a:lnTo>
                    <a:pt x="414411" y="149404"/>
                  </a:lnTo>
                  <a:lnTo>
                    <a:pt x="414618" y="148893"/>
                  </a:lnTo>
                  <a:lnTo>
                    <a:pt x="415518" y="149367"/>
                  </a:lnTo>
                  <a:lnTo>
                    <a:pt x="417109" y="150827"/>
                  </a:lnTo>
                  <a:lnTo>
                    <a:pt x="417649" y="150851"/>
                  </a:lnTo>
                  <a:lnTo>
                    <a:pt x="416449" y="148055"/>
                  </a:lnTo>
                  <a:lnTo>
                    <a:pt x="415590" y="146690"/>
                  </a:lnTo>
                  <a:lnTo>
                    <a:pt x="415288" y="145738"/>
                  </a:lnTo>
                  <a:lnTo>
                    <a:pt x="416086" y="144305"/>
                  </a:lnTo>
                  <a:lnTo>
                    <a:pt x="415650" y="143581"/>
                  </a:lnTo>
                  <a:lnTo>
                    <a:pt x="413628" y="141473"/>
                  </a:lnTo>
                  <a:lnTo>
                    <a:pt x="412577" y="139288"/>
                  </a:lnTo>
                  <a:lnTo>
                    <a:pt x="411632" y="135987"/>
                  </a:lnTo>
                  <a:lnTo>
                    <a:pt x="411548" y="134703"/>
                  </a:lnTo>
                  <a:lnTo>
                    <a:pt x="411702" y="133344"/>
                  </a:lnTo>
                  <a:lnTo>
                    <a:pt x="411560" y="132249"/>
                  </a:lnTo>
                  <a:lnTo>
                    <a:pt x="410288" y="130015"/>
                  </a:lnTo>
                  <a:lnTo>
                    <a:pt x="408905" y="128469"/>
                  </a:lnTo>
                  <a:lnTo>
                    <a:pt x="407807" y="126672"/>
                  </a:lnTo>
                  <a:lnTo>
                    <a:pt x="407584" y="125726"/>
                  </a:lnTo>
                  <a:lnTo>
                    <a:pt x="407753" y="123168"/>
                  </a:lnTo>
                  <a:lnTo>
                    <a:pt x="408586" y="122053"/>
                  </a:lnTo>
                  <a:lnTo>
                    <a:pt x="410164" y="120561"/>
                  </a:lnTo>
                  <a:lnTo>
                    <a:pt x="410589" y="119024"/>
                  </a:lnTo>
                  <a:lnTo>
                    <a:pt x="409863" y="117438"/>
                  </a:lnTo>
                  <a:lnTo>
                    <a:pt x="409729" y="116717"/>
                  </a:lnTo>
                  <a:lnTo>
                    <a:pt x="410189" y="116857"/>
                  </a:lnTo>
                  <a:lnTo>
                    <a:pt x="413294" y="116060"/>
                  </a:lnTo>
                  <a:lnTo>
                    <a:pt x="414074" y="116340"/>
                  </a:lnTo>
                  <a:lnTo>
                    <a:pt x="415247" y="116000"/>
                  </a:lnTo>
                  <a:lnTo>
                    <a:pt x="416814" y="115036"/>
                  </a:lnTo>
                  <a:lnTo>
                    <a:pt x="418040" y="114603"/>
                  </a:lnTo>
                  <a:lnTo>
                    <a:pt x="419658" y="114667"/>
                  </a:lnTo>
                  <a:lnTo>
                    <a:pt x="420535" y="114434"/>
                  </a:lnTo>
                  <a:lnTo>
                    <a:pt x="421608" y="114007"/>
                  </a:lnTo>
                  <a:lnTo>
                    <a:pt x="422162" y="113528"/>
                  </a:lnTo>
                  <a:lnTo>
                    <a:pt x="423146" y="111697"/>
                  </a:lnTo>
                  <a:lnTo>
                    <a:pt x="423672" y="111425"/>
                  </a:lnTo>
                  <a:lnTo>
                    <a:pt x="425320" y="111624"/>
                  </a:lnTo>
                  <a:lnTo>
                    <a:pt x="426250" y="112026"/>
                  </a:lnTo>
                  <a:lnTo>
                    <a:pt x="426684" y="111881"/>
                  </a:lnTo>
                  <a:lnTo>
                    <a:pt x="426620" y="109284"/>
                  </a:lnTo>
                  <a:lnTo>
                    <a:pt x="426930" y="108372"/>
                  </a:lnTo>
                  <a:lnTo>
                    <a:pt x="428573" y="106484"/>
                  </a:lnTo>
                  <a:lnTo>
                    <a:pt x="430289" y="106287"/>
                  </a:lnTo>
                  <a:lnTo>
                    <a:pt x="431435" y="105772"/>
                  </a:lnTo>
                  <a:lnTo>
                    <a:pt x="432746" y="104714"/>
                  </a:lnTo>
                  <a:lnTo>
                    <a:pt x="433685" y="103768"/>
                  </a:lnTo>
                  <a:lnTo>
                    <a:pt x="434620" y="102248"/>
                  </a:lnTo>
                  <a:lnTo>
                    <a:pt x="435002" y="100306"/>
                  </a:lnTo>
                  <a:lnTo>
                    <a:pt x="434705" y="99749"/>
                  </a:lnTo>
                  <a:lnTo>
                    <a:pt x="432756" y="98999"/>
                  </a:lnTo>
                  <a:lnTo>
                    <a:pt x="431585" y="99388"/>
                  </a:lnTo>
                  <a:lnTo>
                    <a:pt x="428991" y="100771"/>
                  </a:lnTo>
                  <a:lnTo>
                    <a:pt x="426267" y="102547"/>
                  </a:lnTo>
                  <a:lnTo>
                    <a:pt x="425215" y="104198"/>
                  </a:lnTo>
                  <a:lnTo>
                    <a:pt x="424927" y="106314"/>
                  </a:lnTo>
                  <a:lnTo>
                    <a:pt x="424411" y="107248"/>
                  </a:lnTo>
                  <a:lnTo>
                    <a:pt x="422289" y="106363"/>
                  </a:lnTo>
                  <a:lnTo>
                    <a:pt x="421385" y="106378"/>
                  </a:lnTo>
                  <a:lnTo>
                    <a:pt x="420249" y="106746"/>
                  </a:lnTo>
                  <a:lnTo>
                    <a:pt x="419045" y="107559"/>
                  </a:lnTo>
                  <a:lnTo>
                    <a:pt x="417776" y="108819"/>
                  </a:lnTo>
                  <a:lnTo>
                    <a:pt x="415901" y="109048"/>
                  </a:lnTo>
                  <a:lnTo>
                    <a:pt x="413421" y="108247"/>
                  </a:lnTo>
                  <a:lnTo>
                    <a:pt x="411937" y="108025"/>
                  </a:lnTo>
                  <a:lnTo>
                    <a:pt x="410430" y="109364"/>
                  </a:lnTo>
                  <a:lnTo>
                    <a:pt x="410520" y="110360"/>
                  </a:lnTo>
                  <a:lnTo>
                    <a:pt x="411218" y="111811"/>
                  </a:lnTo>
                  <a:lnTo>
                    <a:pt x="410520" y="112674"/>
                  </a:lnTo>
                  <a:lnTo>
                    <a:pt x="406905" y="112993"/>
                  </a:lnTo>
                  <a:lnTo>
                    <a:pt x="405950" y="112805"/>
                  </a:lnTo>
                  <a:lnTo>
                    <a:pt x="404019" y="113378"/>
                  </a:lnTo>
                  <a:lnTo>
                    <a:pt x="403257" y="113254"/>
                  </a:lnTo>
                  <a:lnTo>
                    <a:pt x="402700" y="112561"/>
                  </a:lnTo>
                  <a:lnTo>
                    <a:pt x="398768" y="109612"/>
                  </a:lnTo>
                  <a:lnTo>
                    <a:pt x="398379" y="109018"/>
                  </a:lnTo>
                  <a:lnTo>
                    <a:pt x="399331" y="106623"/>
                  </a:lnTo>
                  <a:lnTo>
                    <a:pt x="402973" y="100143"/>
                  </a:lnTo>
                  <a:lnTo>
                    <a:pt x="403372" y="99759"/>
                  </a:lnTo>
                  <a:lnTo>
                    <a:pt x="410123" y="98633"/>
                  </a:lnTo>
                  <a:lnTo>
                    <a:pt x="414201" y="97452"/>
                  </a:lnTo>
                  <a:lnTo>
                    <a:pt x="421670" y="93889"/>
                  </a:lnTo>
                  <a:lnTo>
                    <a:pt x="423115" y="93593"/>
                  </a:lnTo>
                  <a:lnTo>
                    <a:pt x="427918" y="91229"/>
                  </a:lnTo>
                  <a:lnTo>
                    <a:pt x="429890" y="90626"/>
                  </a:lnTo>
                  <a:lnTo>
                    <a:pt x="431726" y="91035"/>
                  </a:lnTo>
                  <a:lnTo>
                    <a:pt x="434413" y="92254"/>
                  </a:lnTo>
                  <a:lnTo>
                    <a:pt x="435799" y="93336"/>
                  </a:lnTo>
                  <a:lnTo>
                    <a:pt x="436781" y="94688"/>
                  </a:lnTo>
                  <a:lnTo>
                    <a:pt x="437598" y="96572"/>
                  </a:lnTo>
                  <a:lnTo>
                    <a:pt x="438621" y="100726"/>
                  </a:lnTo>
                  <a:lnTo>
                    <a:pt x="438971" y="104267"/>
                  </a:lnTo>
                  <a:lnTo>
                    <a:pt x="439602" y="105580"/>
                  </a:lnTo>
                  <a:lnTo>
                    <a:pt x="441854" y="108045"/>
                  </a:lnTo>
                  <a:lnTo>
                    <a:pt x="443009" y="109002"/>
                  </a:lnTo>
                  <a:lnTo>
                    <a:pt x="443721" y="109301"/>
                  </a:lnTo>
                  <a:lnTo>
                    <a:pt x="444336" y="108724"/>
                  </a:lnTo>
                  <a:lnTo>
                    <a:pt x="444755" y="108631"/>
                  </a:lnTo>
                  <a:lnTo>
                    <a:pt x="445040" y="108854"/>
                  </a:lnTo>
                  <a:lnTo>
                    <a:pt x="445346" y="110406"/>
                  </a:lnTo>
                  <a:lnTo>
                    <a:pt x="445747" y="110560"/>
                  </a:lnTo>
                  <a:lnTo>
                    <a:pt x="447102" y="110369"/>
                  </a:lnTo>
                  <a:lnTo>
                    <a:pt x="448539" y="111009"/>
                  </a:lnTo>
                  <a:lnTo>
                    <a:pt x="448747" y="111487"/>
                  </a:lnTo>
                  <a:lnTo>
                    <a:pt x="448441" y="113411"/>
                  </a:lnTo>
                  <a:lnTo>
                    <a:pt x="448848" y="114218"/>
                  </a:lnTo>
                  <a:lnTo>
                    <a:pt x="450592" y="115941"/>
                  </a:lnTo>
                  <a:lnTo>
                    <a:pt x="452271" y="116590"/>
                  </a:lnTo>
                  <a:lnTo>
                    <a:pt x="454211" y="116886"/>
                  </a:lnTo>
                  <a:lnTo>
                    <a:pt x="457814" y="116594"/>
                  </a:lnTo>
                  <a:lnTo>
                    <a:pt x="460829" y="115766"/>
                  </a:lnTo>
                  <a:lnTo>
                    <a:pt x="463089" y="114408"/>
                  </a:lnTo>
                  <a:lnTo>
                    <a:pt x="464950" y="115922"/>
                  </a:lnTo>
                  <a:lnTo>
                    <a:pt x="468670" y="119574"/>
                  </a:lnTo>
                  <a:lnTo>
                    <a:pt x="470894" y="122159"/>
                  </a:lnTo>
                  <a:lnTo>
                    <a:pt x="472740" y="123376"/>
                  </a:lnTo>
                  <a:lnTo>
                    <a:pt x="476477" y="124834"/>
                  </a:lnTo>
                  <a:lnTo>
                    <a:pt x="477326" y="125619"/>
                  </a:lnTo>
                  <a:lnTo>
                    <a:pt x="478691" y="125706"/>
                  </a:lnTo>
                  <a:lnTo>
                    <a:pt x="480573" y="125097"/>
                  </a:lnTo>
                  <a:lnTo>
                    <a:pt x="482715" y="125333"/>
                  </a:lnTo>
                  <a:lnTo>
                    <a:pt x="485118" y="126417"/>
                  </a:lnTo>
                  <a:lnTo>
                    <a:pt x="486770" y="126874"/>
                  </a:lnTo>
                  <a:lnTo>
                    <a:pt x="492429" y="124830"/>
                  </a:lnTo>
                  <a:lnTo>
                    <a:pt x="493293" y="124732"/>
                  </a:lnTo>
                  <a:lnTo>
                    <a:pt x="495400" y="123748"/>
                  </a:lnTo>
                  <a:lnTo>
                    <a:pt x="496758" y="123449"/>
                  </a:lnTo>
                  <a:lnTo>
                    <a:pt x="498356" y="123474"/>
                  </a:lnTo>
                  <a:lnTo>
                    <a:pt x="499546" y="123173"/>
                  </a:lnTo>
                  <a:lnTo>
                    <a:pt x="500330" y="122552"/>
                  </a:lnTo>
                  <a:lnTo>
                    <a:pt x="503331" y="122578"/>
                  </a:lnTo>
                  <a:lnTo>
                    <a:pt x="508760" y="123279"/>
                  </a:lnTo>
                  <a:lnTo>
                    <a:pt x="512471" y="124188"/>
                  </a:lnTo>
                  <a:lnTo>
                    <a:pt x="514676" y="125333"/>
                  </a:lnTo>
                  <a:lnTo>
                    <a:pt x="516486" y="125974"/>
                  </a:lnTo>
                  <a:lnTo>
                    <a:pt x="517901" y="126115"/>
                  </a:lnTo>
                  <a:lnTo>
                    <a:pt x="519280" y="125911"/>
                  </a:lnTo>
                  <a:lnTo>
                    <a:pt x="520622" y="125360"/>
                  </a:lnTo>
                  <a:lnTo>
                    <a:pt x="522034" y="124316"/>
                  </a:lnTo>
                  <a:lnTo>
                    <a:pt x="525051" y="123780"/>
                  </a:lnTo>
                  <a:lnTo>
                    <a:pt x="525553" y="123505"/>
                  </a:lnTo>
                  <a:lnTo>
                    <a:pt x="525491" y="122936"/>
                  </a:lnTo>
                  <a:lnTo>
                    <a:pt x="524865" y="122068"/>
                  </a:lnTo>
                  <a:lnTo>
                    <a:pt x="523154" y="120425"/>
                  </a:lnTo>
                  <a:lnTo>
                    <a:pt x="521956" y="118821"/>
                  </a:lnTo>
                  <a:lnTo>
                    <a:pt x="521726" y="117802"/>
                  </a:lnTo>
                  <a:lnTo>
                    <a:pt x="521753" y="116567"/>
                  </a:lnTo>
                  <a:lnTo>
                    <a:pt x="522126" y="115854"/>
                  </a:lnTo>
                  <a:lnTo>
                    <a:pt x="522845" y="115664"/>
                  </a:lnTo>
                  <a:lnTo>
                    <a:pt x="523977" y="116430"/>
                  </a:lnTo>
                  <a:lnTo>
                    <a:pt x="525520" y="118150"/>
                  </a:lnTo>
                  <a:lnTo>
                    <a:pt x="529866" y="124614"/>
                  </a:lnTo>
                  <a:lnTo>
                    <a:pt x="530914" y="125531"/>
                  </a:lnTo>
                  <a:lnTo>
                    <a:pt x="531493" y="126354"/>
                  </a:lnTo>
                  <a:lnTo>
                    <a:pt x="535483" y="128710"/>
                  </a:lnTo>
                  <a:lnTo>
                    <a:pt x="537364" y="129125"/>
                  </a:lnTo>
                  <a:lnTo>
                    <a:pt x="539594" y="127669"/>
                  </a:lnTo>
                  <a:lnTo>
                    <a:pt x="540579" y="126763"/>
                  </a:lnTo>
                  <a:lnTo>
                    <a:pt x="541060" y="125892"/>
                  </a:lnTo>
                  <a:lnTo>
                    <a:pt x="541038" y="125052"/>
                  </a:lnTo>
                  <a:lnTo>
                    <a:pt x="541252" y="123829"/>
                  </a:lnTo>
                  <a:lnTo>
                    <a:pt x="541028" y="123069"/>
                  </a:lnTo>
                  <a:lnTo>
                    <a:pt x="540429" y="122090"/>
                  </a:lnTo>
                  <a:lnTo>
                    <a:pt x="538830" y="120722"/>
                  </a:lnTo>
                  <a:lnTo>
                    <a:pt x="536233" y="118968"/>
                  </a:lnTo>
                  <a:lnTo>
                    <a:pt x="533858" y="118453"/>
                  </a:lnTo>
                  <a:lnTo>
                    <a:pt x="531708" y="119180"/>
                  </a:lnTo>
                  <a:lnTo>
                    <a:pt x="529275" y="120673"/>
                  </a:lnTo>
                  <a:lnTo>
                    <a:pt x="528262" y="120083"/>
                  </a:lnTo>
                  <a:lnTo>
                    <a:pt x="525229" y="115896"/>
                  </a:lnTo>
                  <a:lnTo>
                    <a:pt x="524465" y="114330"/>
                  </a:lnTo>
                  <a:lnTo>
                    <a:pt x="524465" y="113899"/>
                  </a:lnTo>
                  <a:lnTo>
                    <a:pt x="525874" y="114400"/>
                  </a:lnTo>
                  <a:lnTo>
                    <a:pt x="525938" y="113893"/>
                  </a:lnTo>
                  <a:lnTo>
                    <a:pt x="525096" y="111875"/>
                  </a:lnTo>
                  <a:lnTo>
                    <a:pt x="524576" y="111200"/>
                  </a:lnTo>
                  <a:lnTo>
                    <a:pt x="522827" y="108022"/>
                  </a:lnTo>
                  <a:lnTo>
                    <a:pt x="522611" y="107066"/>
                  </a:lnTo>
                  <a:lnTo>
                    <a:pt x="523700" y="106849"/>
                  </a:lnTo>
                  <a:lnTo>
                    <a:pt x="524194" y="106479"/>
                  </a:lnTo>
                  <a:lnTo>
                    <a:pt x="524856" y="106516"/>
                  </a:lnTo>
                  <a:lnTo>
                    <a:pt x="527941" y="108428"/>
                  </a:lnTo>
                  <a:lnTo>
                    <a:pt x="529521" y="107574"/>
                  </a:lnTo>
                  <a:lnTo>
                    <a:pt x="533177" y="106355"/>
                  </a:lnTo>
                  <a:lnTo>
                    <a:pt x="531736" y="104525"/>
                  </a:lnTo>
                  <a:lnTo>
                    <a:pt x="531393" y="102724"/>
                  </a:lnTo>
                  <a:lnTo>
                    <a:pt x="531563" y="102333"/>
                  </a:lnTo>
                  <a:lnTo>
                    <a:pt x="532754" y="102065"/>
                  </a:lnTo>
                  <a:lnTo>
                    <a:pt x="535086" y="103565"/>
                  </a:lnTo>
                  <a:lnTo>
                    <a:pt x="536215" y="103774"/>
                  </a:lnTo>
                  <a:lnTo>
                    <a:pt x="537041" y="103176"/>
                  </a:lnTo>
                  <a:lnTo>
                    <a:pt x="537914" y="103136"/>
                  </a:lnTo>
                  <a:lnTo>
                    <a:pt x="538834" y="103649"/>
                  </a:lnTo>
                  <a:lnTo>
                    <a:pt x="539697" y="104424"/>
                  </a:lnTo>
                  <a:lnTo>
                    <a:pt x="541300" y="106639"/>
                  </a:lnTo>
                  <a:lnTo>
                    <a:pt x="542092" y="107972"/>
                  </a:lnTo>
                  <a:lnTo>
                    <a:pt x="542984" y="109979"/>
                  </a:lnTo>
                  <a:lnTo>
                    <a:pt x="543265" y="110260"/>
                  </a:lnTo>
                  <a:lnTo>
                    <a:pt x="547566" y="110412"/>
                  </a:lnTo>
                  <a:lnTo>
                    <a:pt x="550004" y="108630"/>
                  </a:lnTo>
                  <a:lnTo>
                    <a:pt x="549951" y="109236"/>
                  </a:lnTo>
                  <a:lnTo>
                    <a:pt x="549392" y="110633"/>
                  </a:lnTo>
                  <a:lnTo>
                    <a:pt x="546370" y="115998"/>
                  </a:lnTo>
                  <a:lnTo>
                    <a:pt x="546408" y="116662"/>
                  </a:lnTo>
                  <a:lnTo>
                    <a:pt x="548010" y="116376"/>
                  </a:lnTo>
                  <a:lnTo>
                    <a:pt x="548762" y="115942"/>
                  </a:lnTo>
                  <a:lnTo>
                    <a:pt x="549226" y="115297"/>
                  </a:lnTo>
                  <a:lnTo>
                    <a:pt x="549627" y="113794"/>
                  </a:lnTo>
                  <a:lnTo>
                    <a:pt x="549896" y="113349"/>
                  </a:lnTo>
                  <a:lnTo>
                    <a:pt x="554385" y="110819"/>
                  </a:lnTo>
                  <a:lnTo>
                    <a:pt x="555684" y="110446"/>
                  </a:lnTo>
                  <a:lnTo>
                    <a:pt x="554873" y="113146"/>
                  </a:lnTo>
                  <a:lnTo>
                    <a:pt x="553204" y="122781"/>
                  </a:lnTo>
                  <a:lnTo>
                    <a:pt x="552864" y="126146"/>
                  </a:lnTo>
                  <a:lnTo>
                    <a:pt x="552499" y="127287"/>
                  </a:lnTo>
                  <a:lnTo>
                    <a:pt x="550735" y="130991"/>
                  </a:lnTo>
                  <a:lnTo>
                    <a:pt x="550763" y="132294"/>
                  </a:lnTo>
                  <a:lnTo>
                    <a:pt x="552691" y="135410"/>
                  </a:lnTo>
                  <a:lnTo>
                    <a:pt x="553035" y="136258"/>
                  </a:lnTo>
                  <a:lnTo>
                    <a:pt x="553229" y="138818"/>
                  </a:lnTo>
                  <a:lnTo>
                    <a:pt x="553572" y="139324"/>
                  </a:lnTo>
                  <a:lnTo>
                    <a:pt x="555162" y="139352"/>
                  </a:lnTo>
                  <a:lnTo>
                    <a:pt x="556810" y="138537"/>
                  </a:lnTo>
                  <a:lnTo>
                    <a:pt x="558774" y="137996"/>
                  </a:lnTo>
                  <a:lnTo>
                    <a:pt x="559079" y="138530"/>
                  </a:lnTo>
                  <a:lnTo>
                    <a:pt x="558001" y="141630"/>
                  </a:lnTo>
                  <a:lnTo>
                    <a:pt x="558061" y="141902"/>
                  </a:lnTo>
                  <a:lnTo>
                    <a:pt x="559928" y="141105"/>
                  </a:lnTo>
                  <a:lnTo>
                    <a:pt x="560784" y="140995"/>
                  </a:lnTo>
                  <a:lnTo>
                    <a:pt x="561134" y="141176"/>
                  </a:lnTo>
                  <a:lnTo>
                    <a:pt x="562525" y="142760"/>
                  </a:lnTo>
                  <a:lnTo>
                    <a:pt x="562665" y="143942"/>
                  </a:lnTo>
                  <a:lnTo>
                    <a:pt x="562636" y="145699"/>
                  </a:lnTo>
                  <a:lnTo>
                    <a:pt x="562489" y="146966"/>
                  </a:lnTo>
                  <a:lnTo>
                    <a:pt x="562019" y="147669"/>
                  </a:lnTo>
                  <a:lnTo>
                    <a:pt x="561460" y="147951"/>
                  </a:lnTo>
                  <a:lnTo>
                    <a:pt x="560755" y="148162"/>
                  </a:lnTo>
                  <a:lnTo>
                    <a:pt x="560122" y="148075"/>
                  </a:lnTo>
                  <a:lnTo>
                    <a:pt x="558173" y="148341"/>
                  </a:lnTo>
                  <a:lnTo>
                    <a:pt x="557023" y="148002"/>
                  </a:lnTo>
                  <a:lnTo>
                    <a:pt x="555885" y="147035"/>
                  </a:lnTo>
                  <a:lnTo>
                    <a:pt x="555077" y="146803"/>
                  </a:lnTo>
                  <a:lnTo>
                    <a:pt x="554140" y="147547"/>
                  </a:lnTo>
                  <a:lnTo>
                    <a:pt x="552658" y="147424"/>
                  </a:lnTo>
                  <a:lnTo>
                    <a:pt x="550993" y="145288"/>
                  </a:lnTo>
                  <a:lnTo>
                    <a:pt x="550329" y="145488"/>
                  </a:lnTo>
                  <a:lnTo>
                    <a:pt x="550104" y="145827"/>
                  </a:lnTo>
                  <a:lnTo>
                    <a:pt x="550132" y="146287"/>
                  </a:lnTo>
                  <a:lnTo>
                    <a:pt x="550881" y="147670"/>
                  </a:lnTo>
                  <a:lnTo>
                    <a:pt x="556733" y="154999"/>
                  </a:lnTo>
                  <a:lnTo>
                    <a:pt x="557622" y="156513"/>
                  </a:lnTo>
                  <a:lnTo>
                    <a:pt x="557939" y="158680"/>
                  </a:lnTo>
                  <a:lnTo>
                    <a:pt x="558487" y="156504"/>
                  </a:lnTo>
                  <a:lnTo>
                    <a:pt x="558130" y="155451"/>
                  </a:lnTo>
                  <a:lnTo>
                    <a:pt x="555119" y="151185"/>
                  </a:lnTo>
                  <a:lnTo>
                    <a:pt x="554758" y="149628"/>
                  </a:lnTo>
                  <a:lnTo>
                    <a:pt x="554863" y="149204"/>
                  </a:lnTo>
                  <a:lnTo>
                    <a:pt x="555659" y="148768"/>
                  </a:lnTo>
                  <a:lnTo>
                    <a:pt x="559945" y="149831"/>
                  </a:lnTo>
                  <a:lnTo>
                    <a:pt x="561606" y="149599"/>
                  </a:lnTo>
                  <a:lnTo>
                    <a:pt x="562726" y="148850"/>
                  </a:lnTo>
                  <a:lnTo>
                    <a:pt x="563288" y="147927"/>
                  </a:lnTo>
                  <a:lnTo>
                    <a:pt x="563695" y="142851"/>
                  </a:lnTo>
                  <a:lnTo>
                    <a:pt x="564465" y="139599"/>
                  </a:lnTo>
                  <a:lnTo>
                    <a:pt x="564010" y="136689"/>
                  </a:lnTo>
                  <a:lnTo>
                    <a:pt x="562851" y="132056"/>
                  </a:lnTo>
                  <a:lnTo>
                    <a:pt x="561940" y="129326"/>
                  </a:lnTo>
                  <a:lnTo>
                    <a:pt x="559838" y="126558"/>
                  </a:lnTo>
                  <a:lnTo>
                    <a:pt x="559631" y="125566"/>
                  </a:lnTo>
                  <a:lnTo>
                    <a:pt x="561973" y="117176"/>
                  </a:lnTo>
                  <a:lnTo>
                    <a:pt x="562395" y="116470"/>
                  </a:lnTo>
                  <a:lnTo>
                    <a:pt x="562918" y="116166"/>
                  </a:lnTo>
                  <a:lnTo>
                    <a:pt x="564761" y="116043"/>
                  </a:lnTo>
                  <a:lnTo>
                    <a:pt x="566104" y="115346"/>
                  </a:lnTo>
                  <a:lnTo>
                    <a:pt x="568210" y="116322"/>
                  </a:lnTo>
                  <a:lnTo>
                    <a:pt x="569372" y="116577"/>
                  </a:lnTo>
                  <a:lnTo>
                    <a:pt x="570811" y="115713"/>
                  </a:lnTo>
                  <a:lnTo>
                    <a:pt x="574009" y="112191"/>
                  </a:lnTo>
                  <a:lnTo>
                    <a:pt x="575261" y="111100"/>
                  </a:lnTo>
                  <a:lnTo>
                    <a:pt x="576854" y="109037"/>
                  </a:lnTo>
                  <a:lnTo>
                    <a:pt x="578786" y="106005"/>
                  </a:lnTo>
                  <a:lnTo>
                    <a:pt x="580889" y="103806"/>
                  </a:lnTo>
                  <a:lnTo>
                    <a:pt x="584295" y="101759"/>
                  </a:lnTo>
                  <a:lnTo>
                    <a:pt x="586377" y="100111"/>
                  </a:lnTo>
                  <a:lnTo>
                    <a:pt x="586798" y="99520"/>
                  </a:lnTo>
                  <a:lnTo>
                    <a:pt x="584862" y="99379"/>
                  </a:lnTo>
                  <a:lnTo>
                    <a:pt x="584391" y="99100"/>
                  </a:lnTo>
                  <a:lnTo>
                    <a:pt x="583993" y="97537"/>
                  </a:lnTo>
                  <a:lnTo>
                    <a:pt x="584195" y="94649"/>
                  </a:lnTo>
                  <a:lnTo>
                    <a:pt x="584159" y="93040"/>
                  </a:lnTo>
                  <a:lnTo>
                    <a:pt x="583928" y="91590"/>
                  </a:lnTo>
                  <a:lnTo>
                    <a:pt x="583505" y="90296"/>
                  </a:lnTo>
                  <a:lnTo>
                    <a:pt x="582888" y="89157"/>
                  </a:lnTo>
                  <a:lnTo>
                    <a:pt x="582326" y="88475"/>
                  </a:lnTo>
                  <a:lnTo>
                    <a:pt x="581818" y="88249"/>
                  </a:lnTo>
                  <a:lnTo>
                    <a:pt x="581469" y="88352"/>
                  </a:lnTo>
                  <a:lnTo>
                    <a:pt x="581280" y="88785"/>
                  </a:lnTo>
                  <a:lnTo>
                    <a:pt x="580761" y="91537"/>
                  </a:lnTo>
                  <a:lnTo>
                    <a:pt x="580102" y="93560"/>
                  </a:lnTo>
                  <a:lnTo>
                    <a:pt x="579197" y="94619"/>
                  </a:lnTo>
                  <a:lnTo>
                    <a:pt x="577320" y="95334"/>
                  </a:lnTo>
                  <a:lnTo>
                    <a:pt x="574095" y="95859"/>
                  </a:lnTo>
                  <a:lnTo>
                    <a:pt x="572757" y="94891"/>
                  </a:lnTo>
                  <a:lnTo>
                    <a:pt x="572588" y="94073"/>
                  </a:lnTo>
                  <a:lnTo>
                    <a:pt x="573056" y="90869"/>
                  </a:lnTo>
                  <a:lnTo>
                    <a:pt x="574128" y="89495"/>
                  </a:lnTo>
                  <a:lnTo>
                    <a:pt x="577078" y="86788"/>
                  </a:lnTo>
                  <a:lnTo>
                    <a:pt x="578965" y="84621"/>
                  </a:lnTo>
                  <a:lnTo>
                    <a:pt x="578996" y="84245"/>
                  </a:lnTo>
                  <a:lnTo>
                    <a:pt x="577260" y="84229"/>
                  </a:lnTo>
                  <a:lnTo>
                    <a:pt x="576846" y="83783"/>
                  </a:lnTo>
                  <a:lnTo>
                    <a:pt x="576481" y="81120"/>
                  </a:lnTo>
                  <a:lnTo>
                    <a:pt x="576582" y="80126"/>
                  </a:lnTo>
                  <a:lnTo>
                    <a:pt x="576854" y="78987"/>
                  </a:lnTo>
                  <a:lnTo>
                    <a:pt x="578068" y="78160"/>
                  </a:lnTo>
                  <a:lnTo>
                    <a:pt x="581794" y="77137"/>
                  </a:lnTo>
                  <a:lnTo>
                    <a:pt x="584693" y="75937"/>
                  </a:lnTo>
                  <a:lnTo>
                    <a:pt x="584777" y="76355"/>
                  </a:lnTo>
                  <a:lnTo>
                    <a:pt x="582453" y="79958"/>
                  </a:lnTo>
                  <a:lnTo>
                    <a:pt x="582213" y="80794"/>
                  </a:lnTo>
                  <a:lnTo>
                    <a:pt x="583101" y="81577"/>
                  </a:lnTo>
                  <a:lnTo>
                    <a:pt x="585335" y="79486"/>
                  </a:lnTo>
                  <a:lnTo>
                    <a:pt x="586777" y="77763"/>
                  </a:lnTo>
                  <a:lnTo>
                    <a:pt x="587019" y="77176"/>
                  </a:lnTo>
                  <a:lnTo>
                    <a:pt x="585710" y="76961"/>
                  </a:lnTo>
                  <a:lnTo>
                    <a:pt x="585638" y="76249"/>
                  </a:lnTo>
                  <a:lnTo>
                    <a:pt x="585891" y="74941"/>
                  </a:lnTo>
                  <a:lnTo>
                    <a:pt x="585769" y="74048"/>
                  </a:lnTo>
                  <a:lnTo>
                    <a:pt x="584319" y="72921"/>
                  </a:lnTo>
                  <a:lnTo>
                    <a:pt x="582535" y="73548"/>
                  </a:lnTo>
                  <a:lnTo>
                    <a:pt x="581045" y="74735"/>
                  </a:lnTo>
                  <a:lnTo>
                    <a:pt x="579809" y="75058"/>
                  </a:lnTo>
                  <a:lnTo>
                    <a:pt x="577984" y="75081"/>
                  </a:lnTo>
                  <a:lnTo>
                    <a:pt x="576656" y="74810"/>
                  </a:lnTo>
                  <a:lnTo>
                    <a:pt x="575825" y="74245"/>
                  </a:lnTo>
                  <a:lnTo>
                    <a:pt x="574825" y="72980"/>
                  </a:lnTo>
                  <a:lnTo>
                    <a:pt x="573656" y="71018"/>
                  </a:lnTo>
                  <a:lnTo>
                    <a:pt x="572176" y="69062"/>
                  </a:lnTo>
                  <a:lnTo>
                    <a:pt x="571652" y="68848"/>
                  </a:lnTo>
                  <a:lnTo>
                    <a:pt x="571203" y="69069"/>
                  </a:lnTo>
                  <a:lnTo>
                    <a:pt x="570258" y="70959"/>
                  </a:lnTo>
                  <a:lnTo>
                    <a:pt x="569848" y="71186"/>
                  </a:lnTo>
                  <a:lnTo>
                    <a:pt x="564053" y="68538"/>
                  </a:lnTo>
                  <a:lnTo>
                    <a:pt x="561596" y="67053"/>
                  </a:lnTo>
                  <a:lnTo>
                    <a:pt x="560407" y="65928"/>
                  </a:lnTo>
                  <a:lnTo>
                    <a:pt x="558928" y="65263"/>
                  </a:lnTo>
                  <a:lnTo>
                    <a:pt x="557160" y="65059"/>
                  </a:lnTo>
                  <a:lnTo>
                    <a:pt x="555750" y="64537"/>
                  </a:lnTo>
                  <a:lnTo>
                    <a:pt x="554699" y="63699"/>
                  </a:lnTo>
                  <a:lnTo>
                    <a:pt x="553848" y="62496"/>
                  </a:lnTo>
                  <a:lnTo>
                    <a:pt x="553198" y="60927"/>
                  </a:lnTo>
                  <a:lnTo>
                    <a:pt x="551994" y="58952"/>
                  </a:lnTo>
                  <a:lnTo>
                    <a:pt x="549242" y="55019"/>
                  </a:lnTo>
                  <a:lnTo>
                    <a:pt x="548514" y="52495"/>
                  </a:lnTo>
                  <a:lnTo>
                    <a:pt x="548413" y="51529"/>
                  </a:lnTo>
                  <a:lnTo>
                    <a:pt x="548585" y="49040"/>
                  </a:lnTo>
                  <a:lnTo>
                    <a:pt x="551165" y="44817"/>
                  </a:lnTo>
                  <a:lnTo>
                    <a:pt x="551644" y="43599"/>
                  </a:lnTo>
                  <a:lnTo>
                    <a:pt x="552524" y="42703"/>
                  </a:lnTo>
                  <a:lnTo>
                    <a:pt x="553803" y="42126"/>
                  </a:lnTo>
                  <a:lnTo>
                    <a:pt x="554724" y="41953"/>
                  </a:lnTo>
                  <a:lnTo>
                    <a:pt x="556816" y="42488"/>
                  </a:lnTo>
                  <a:lnTo>
                    <a:pt x="555563" y="41181"/>
                  </a:lnTo>
                  <a:lnTo>
                    <a:pt x="555464" y="40482"/>
                  </a:lnTo>
                  <a:lnTo>
                    <a:pt x="556721" y="38194"/>
                  </a:lnTo>
                  <a:lnTo>
                    <a:pt x="556473" y="38092"/>
                  </a:lnTo>
                  <a:lnTo>
                    <a:pt x="553017" y="39849"/>
                  </a:lnTo>
                  <a:lnTo>
                    <a:pt x="552134" y="39731"/>
                  </a:lnTo>
                  <a:lnTo>
                    <a:pt x="550889" y="38656"/>
                  </a:lnTo>
                  <a:lnTo>
                    <a:pt x="548544" y="34812"/>
                  </a:lnTo>
                  <a:lnTo>
                    <a:pt x="548518" y="32418"/>
                  </a:lnTo>
                  <a:lnTo>
                    <a:pt x="549255" y="29091"/>
                  </a:lnTo>
                  <a:lnTo>
                    <a:pt x="549513" y="27100"/>
                  </a:lnTo>
                  <a:lnTo>
                    <a:pt x="548842" y="25406"/>
                  </a:lnTo>
                  <a:lnTo>
                    <a:pt x="549093" y="24930"/>
                  </a:lnTo>
                  <a:lnTo>
                    <a:pt x="549821" y="24456"/>
                  </a:lnTo>
                  <a:lnTo>
                    <a:pt x="550126" y="23946"/>
                  </a:lnTo>
                  <a:lnTo>
                    <a:pt x="549807" y="22072"/>
                  </a:lnTo>
                  <a:lnTo>
                    <a:pt x="550312" y="21075"/>
                  </a:lnTo>
                  <a:lnTo>
                    <a:pt x="551970" y="19140"/>
                  </a:lnTo>
                  <a:lnTo>
                    <a:pt x="553595" y="17448"/>
                  </a:lnTo>
                  <a:lnTo>
                    <a:pt x="554553" y="16931"/>
                  </a:lnTo>
                  <a:lnTo>
                    <a:pt x="555387" y="17026"/>
                  </a:lnTo>
                  <a:lnTo>
                    <a:pt x="556255" y="17546"/>
                  </a:lnTo>
                  <a:lnTo>
                    <a:pt x="557158" y="18491"/>
                  </a:lnTo>
                  <a:lnTo>
                    <a:pt x="558707" y="19463"/>
                  </a:lnTo>
                  <a:lnTo>
                    <a:pt x="559852" y="19740"/>
                  </a:lnTo>
                  <a:lnTo>
                    <a:pt x="560695" y="19209"/>
                  </a:lnTo>
                  <a:lnTo>
                    <a:pt x="562136" y="15566"/>
                  </a:lnTo>
                  <a:lnTo>
                    <a:pt x="562645" y="14633"/>
                  </a:lnTo>
                  <a:lnTo>
                    <a:pt x="562161" y="14227"/>
                  </a:lnTo>
                  <a:lnTo>
                    <a:pt x="559338" y="14266"/>
                  </a:lnTo>
                  <a:lnTo>
                    <a:pt x="558114" y="13965"/>
                  </a:lnTo>
                  <a:lnTo>
                    <a:pt x="557411" y="13615"/>
                  </a:lnTo>
                  <a:lnTo>
                    <a:pt x="556893" y="12225"/>
                  </a:lnTo>
                  <a:lnTo>
                    <a:pt x="557320" y="11483"/>
                  </a:lnTo>
                  <a:lnTo>
                    <a:pt x="560057" y="8908"/>
                  </a:lnTo>
                  <a:lnTo>
                    <a:pt x="561344" y="6207"/>
                  </a:lnTo>
                  <a:lnTo>
                    <a:pt x="565175" y="2457"/>
                  </a:lnTo>
                  <a:lnTo>
                    <a:pt x="569053" y="694"/>
                  </a:lnTo>
                  <a:lnTo>
                    <a:pt x="570929" y="115"/>
                  </a:lnTo>
                  <a:lnTo>
                    <a:pt x="572456" y="0"/>
                  </a:lnTo>
                  <a:lnTo>
                    <a:pt x="573123" y="233"/>
                  </a:lnTo>
                  <a:lnTo>
                    <a:pt x="573938" y="2108"/>
                  </a:lnTo>
                  <a:lnTo>
                    <a:pt x="574089" y="4086"/>
                  </a:lnTo>
                  <a:lnTo>
                    <a:pt x="576193" y="6559"/>
                  </a:lnTo>
                  <a:lnTo>
                    <a:pt x="577884" y="6749"/>
                  </a:lnTo>
                  <a:lnTo>
                    <a:pt x="578936" y="6374"/>
                  </a:lnTo>
                  <a:lnTo>
                    <a:pt x="582340" y="6518"/>
                  </a:lnTo>
                  <a:lnTo>
                    <a:pt x="583128" y="7211"/>
                  </a:lnTo>
                  <a:lnTo>
                    <a:pt x="583072" y="7984"/>
                  </a:lnTo>
                  <a:lnTo>
                    <a:pt x="582692" y="9235"/>
                  </a:lnTo>
                  <a:lnTo>
                    <a:pt x="582924" y="10307"/>
                  </a:lnTo>
                  <a:lnTo>
                    <a:pt x="585231" y="12356"/>
                  </a:lnTo>
                  <a:lnTo>
                    <a:pt x="587309" y="13774"/>
                  </a:lnTo>
                  <a:lnTo>
                    <a:pt x="589174" y="15543"/>
                  </a:lnTo>
                  <a:lnTo>
                    <a:pt x="591951" y="19241"/>
                  </a:lnTo>
                  <a:lnTo>
                    <a:pt x="592552" y="20286"/>
                  </a:lnTo>
                  <a:lnTo>
                    <a:pt x="592971" y="21416"/>
                  </a:lnTo>
                  <a:lnTo>
                    <a:pt x="593692" y="25545"/>
                  </a:lnTo>
                  <a:lnTo>
                    <a:pt x="593785" y="27112"/>
                  </a:lnTo>
                  <a:lnTo>
                    <a:pt x="593520" y="31641"/>
                  </a:lnTo>
                  <a:lnTo>
                    <a:pt x="593300" y="32496"/>
                  </a:lnTo>
                  <a:lnTo>
                    <a:pt x="592566" y="33527"/>
                  </a:lnTo>
                  <a:lnTo>
                    <a:pt x="592820" y="33944"/>
                  </a:lnTo>
                  <a:lnTo>
                    <a:pt x="595015" y="35125"/>
                  </a:lnTo>
                  <a:lnTo>
                    <a:pt x="596759" y="37470"/>
                  </a:lnTo>
                  <a:lnTo>
                    <a:pt x="597675" y="38226"/>
                  </a:lnTo>
                  <a:lnTo>
                    <a:pt x="599883" y="39490"/>
                  </a:lnTo>
                  <a:lnTo>
                    <a:pt x="600286" y="39967"/>
                  </a:lnTo>
                  <a:lnTo>
                    <a:pt x="600785" y="40758"/>
                  </a:lnTo>
                  <a:lnTo>
                    <a:pt x="602031" y="44144"/>
                  </a:lnTo>
                  <a:lnTo>
                    <a:pt x="604071" y="47196"/>
                  </a:lnTo>
                  <a:lnTo>
                    <a:pt x="604218" y="47854"/>
                  </a:lnTo>
                  <a:lnTo>
                    <a:pt x="603781" y="49291"/>
                  </a:lnTo>
                  <a:lnTo>
                    <a:pt x="604093" y="49747"/>
                  </a:lnTo>
                  <a:lnTo>
                    <a:pt x="604880" y="50272"/>
                  </a:lnTo>
                  <a:lnTo>
                    <a:pt x="605588" y="49999"/>
                  </a:lnTo>
                  <a:lnTo>
                    <a:pt x="606213" y="48924"/>
                  </a:lnTo>
                  <a:lnTo>
                    <a:pt x="606893" y="48614"/>
                  </a:lnTo>
                  <a:lnTo>
                    <a:pt x="607628" y="49069"/>
                  </a:lnTo>
                  <a:lnTo>
                    <a:pt x="608186" y="49868"/>
                  </a:lnTo>
                  <a:lnTo>
                    <a:pt x="608946" y="51826"/>
                  </a:lnTo>
                  <a:lnTo>
                    <a:pt x="610057" y="53442"/>
                  </a:lnTo>
                  <a:lnTo>
                    <a:pt x="609963" y="53935"/>
                  </a:lnTo>
                  <a:lnTo>
                    <a:pt x="609414" y="54341"/>
                  </a:lnTo>
                  <a:lnTo>
                    <a:pt x="606422" y="54789"/>
                  </a:lnTo>
                  <a:lnTo>
                    <a:pt x="604739" y="54478"/>
                  </a:lnTo>
                  <a:lnTo>
                    <a:pt x="603184" y="53689"/>
                  </a:lnTo>
                  <a:lnTo>
                    <a:pt x="602103" y="52873"/>
                  </a:lnTo>
                  <a:lnTo>
                    <a:pt x="601095" y="51622"/>
                  </a:lnTo>
                  <a:lnTo>
                    <a:pt x="600722" y="51755"/>
                  </a:lnTo>
                  <a:lnTo>
                    <a:pt x="600194" y="52775"/>
                  </a:lnTo>
                  <a:lnTo>
                    <a:pt x="599066" y="54264"/>
                  </a:lnTo>
                  <a:lnTo>
                    <a:pt x="598361" y="55641"/>
                  </a:lnTo>
                  <a:lnTo>
                    <a:pt x="599177" y="56252"/>
                  </a:lnTo>
                  <a:lnTo>
                    <a:pt x="603110" y="56212"/>
                  </a:lnTo>
                  <a:lnTo>
                    <a:pt x="603965" y="56599"/>
                  </a:lnTo>
                  <a:lnTo>
                    <a:pt x="604965" y="57567"/>
                  </a:lnTo>
                  <a:lnTo>
                    <a:pt x="603825" y="59183"/>
                  </a:lnTo>
                  <a:lnTo>
                    <a:pt x="601163" y="61897"/>
                  </a:lnTo>
                  <a:lnTo>
                    <a:pt x="595411" y="67163"/>
                  </a:lnTo>
                  <a:lnTo>
                    <a:pt x="593722" y="68514"/>
                  </a:lnTo>
                  <a:lnTo>
                    <a:pt x="594132" y="68907"/>
                  </a:lnTo>
                  <a:lnTo>
                    <a:pt x="594773" y="69009"/>
                  </a:lnTo>
                  <a:lnTo>
                    <a:pt x="596745" y="68778"/>
                  </a:lnTo>
                  <a:lnTo>
                    <a:pt x="598588" y="68071"/>
                  </a:lnTo>
                  <a:lnTo>
                    <a:pt x="600831" y="68375"/>
                  </a:lnTo>
                  <a:lnTo>
                    <a:pt x="601830" y="68952"/>
                  </a:lnTo>
                  <a:lnTo>
                    <a:pt x="601490" y="69515"/>
                  </a:lnTo>
                  <a:lnTo>
                    <a:pt x="602097" y="70431"/>
                  </a:lnTo>
                  <a:lnTo>
                    <a:pt x="605763" y="72561"/>
                  </a:lnTo>
                  <a:lnTo>
                    <a:pt x="608081" y="72136"/>
                  </a:lnTo>
                  <a:lnTo>
                    <a:pt x="610448" y="70085"/>
                  </a:lnTo>
                  <a:lnTo>
                    <a:pt x="612276" y="69068"/>
                  </a:lnTo>
                  <a:lnTo>
                    <a:pt x="614527" y="69206"/>
                  </a:lnTo>
                  <a:lnTo>
                    <a:pt x="615155" y="69431"/>
                  </a:lnTo>
                  <a:lnTo>
                    <a:pt x="614915" y="69929"/>
                  </a:lnTo>
                  <a:lnTo>
                    <a:pt x="613253" y="71082"/>
                  </a:lnTo>
                  <a:lnTo>
                    <a:pt x="611750" y="72363"/>
                  </a:lnTo>
                  <a:lnTo>
                    <a:pt x="611588" y="72725"/>
                  </a:lnTo>
                  <a:lnTo>
                    <a:pt x="613461" y="72207"/>
                  </a:lnTo>
                  <a:lnTo>
                    <a:pt x="617632" y="73027"/>
                  </a:lnTo>
                  <a:lnTo>
                    <a:pt x="619661" y="73230"/>
                  </a:lnTo>
                  <a:lnTo>
                    <a:pt x="621130" y="73025"/>
                  </a:lnTo>
                  <a:lnTo>
                    <a:pt x="622509" y="73351"/>
                  </a:lnTo>
                  <a:lnTo>
                    <a:pt x="623797" y="74210"/>
                  </a:lnTo>
                  <a:lnTo>
                    <a:pt x="624229" y="74755"/>
                  </a:lnTo>
                  <a:lnTo>
                    <a:pt x="623023" y="75106"/>
                  </a:lnTo>
                  <a:lnTo>
                    <a:pt x="621884" y="75100"/>
                  </a:lnTo>
                  <a:lnTo>
                    <a:pt x="620917" y="75620"/>
                  </a:lnTo>
                  <a:lnTo>
                    <a:pt x="620120" y="76661"/>
                  </a:lnTo>
                  <a:lnTo>
                    <a:pt x="619552" y="78013"/>
                  </a:lnTo>
                  <a:lnTo>
                    <a:pt x="619212" y="79675"/>
                  </a:lnTo>
                  <a:lnTo>
                    <a:pt x="618346" y="80361"/>
                  </a:lnTo>
                  <a:lnTo>
                    <a:pt x="616955" y="80071"/>
                  </a:lnTo>
                  <a:lnTo>
                    <a:pt x="616410" y="79600"/>
                  </a:lnTo>
                  <a:lnTo>
                    <a:pt x="616710" y="78944"/>
                  </a:lnTo>
                  <a:lnTo>
                    <a:pt x="616304" y="78850"/>
                  </a:lnTo>
                  <a:lnTo>
                    <a:pt x="615193" y="79317"/>
                  </a:lnTo>
                  <a:lnTo>
                    <a:pt x="614327" y="79332"/>
                  </a:lnTo>
                  <a:lnTo>
                    <a:pt x="614090" y="79821"/>
                  </a:lnTo>
                  <a:lnTo>
                    <a:pt x="620166" y="85129"/>
                  </a:lnTo>
                  <a:lnTo>
                    <a:pt x="622110" y="89828"/>
                  </a:lnTo>
                  <a:lnTo>
                    <a:pt x="623446" y="91770"/>
                  </a:lnTo>
                  <a:lnTo>
                    <a:pt x="623577" y="92284"/>
                  </a:lnTo>
                  <a:lnTo>
                    <a:pt x="622706" y="93590"/>
                  </a:lnTo>
                  <a:lnTo>
                    <a:pt x="622662" y="94583"/>
                  </a:lnTo>
                  <a:lnTo>
                    <a:pt x="623062" y="97452"/>
                  </a:lnTo>
                  <a:lnTo>
                    <a:pt x="622875" y="99745"/>
                  </a:lnTo>
                  <a:lnTo>
                    <a:pt x="622278" y="103781"/>
                  </a:lnTo>
                  <a:lnTo>
                    <a:pt x="622837" y="105036"/>
                  </a:lnTo>
                  <a:lnTo>
                    <a:pt x="624137" y="106144"/>
                  </a:lnTo>
                  <a:lnTo>
                    <a:pt x="624914" y="107562"/>
                  </a:lnTo>
                  <a:lnTo>
                    <a:pt x="625442" y="108047"/>
                  </a:lnTo>
                  <a:lnTo>
                    <a:pt x="625837" y="109190"/>
                  </a:lnTo>
                  <a:lnTo>
                    <a:pt x="626300" y="109905"/>
                  </a:lnTo>
                  <a:lnTo>
                    <a:pt x="626830" y="110200"/>
                  </a:lnTo>
                  <a:lnTo>
                    <a:pt x="627205" y="109823"/>
                  </a:lnTo>
                  <a:lnTo>
                    <a:pt x="627421" y="108780"/>
                  </a:lnTo>
                  <a:lnTo>
                    <a:pt x="627920" y="107803"/>
                  </a:lnTo>
                  <a:lnTo>
                    <a:pt x="629291" y="106046"/>
                  </a:lnTo>
                  <a:lnTo>
                    <a:pt x="630619" y="103306"/>
                  </a:lnTo>
                  <a:lnTo>
                    <a:pt x="630844" y="102397"/>
                  </a:lnTo>
                  <a:lnTo>
                    <a:pt x="630633" y="100244"/>
                  </a:lnTo>
                  <a:lnTo>
                    <a:pt x="630785" y="99322"/>
                  </a:lnTo>
                  <a:lnTo>
                    <a:pt x="632033" y="96061"/>
                  </a:lnTo>
                  <a:lnTo>
                    <a:pt x="632431" y="93801"/>
                  </a:lnTo>
                  <a:lnTo>
                    <a:pt x="632810" y="90280"/>
                  </a:lnTo>
                  <a:lnTo>
                    <a:pt x="633471" y="87827"/>
                  </a:lnTo>
                  <a:lnTo>
                    <a:pt x="634885" y="85749"/>
                  </a:lnTo>
                  <a:lnTo>
                    <a:pt x="637354" y="81551"/>
                  </a:lnTo>
                  <a:lnTo>
                    <a:pt x="638247" y="80710"/>
                  </a:lnTo>
                  <a:lnTo>
                    <a:pt x="639247" y="80296"/>
                  </a:lnTo>
                  <a:lnTo>
                    <a:pt x="640996" y="80395"/>
                  </a:lnTo>
                  <a:lnTo>
                    <a:pt x="642270" y="81746"/>
                  </a:lnTo>
                  <a:lnTo>
                    <a:pt x="643985" y="84243"/>
                  </a:lnTo>
                  <a:lnTo>
                    <a:pt x="646167" y="86520"/>
                  </a:lnTo>
                  <a:lnTo>
                    <a:pt x="650143" y="89605"/>
                  </a:lnTo>
                  <a:lnTo>
                    <a:pt x="651278" y="90769"/>
                  </a:lnTo>
                  <a:lnTo>
                    <a:pt x="653526" y="93822"/>
                  </a:lnTo>
                  <a:lnTo>
                    <a:pt x="654476" y="96849"/>
                  </a:lnTo>
                  <a:lnTo>
                    <a:pt x="655128" y="101121"/>
                  </a:lnTo>
                  <a:lnTo>
                    <a:pt x="655690" y="103694"/>
                  </a:lnTo>
                  <a:lnTo>
                    <a:pt x="656162" y="104567"/>
                  </a:lnTo>
                  <a:lnTo>
                    <a:pt x="656377" y="105865"/>
                  </a:lnTo>
                  <a:lnTo>
                    <a:pt x="656337" y="107592"/>
                  </a:lnTo>
                  <a:lnTo>
                    <a:pt x="656160" y="108944"/>
                  </a:lnTo>
                  <a:lnTo>
                    <a:pt x="655847" y="109921"/>
                  </a:lnTo>
                  <a:lnTo>
                    <a:pt x="655361" y="110475"/>
                  </a:lnTo>
                  <a:lnTo>
                    <a:pt x="654148" y="110656"/>
                  </a:lnTo>
                  <a:lnTo>
                    <a:pt x="652665" y="110386"/>
                  </a:lnTo>
                  <a:lnTo>
                    <a:pt x="652237" y="109947"/>
                  </a:lnTo>
                  <a:lnTo>
                    <a:pt x="651456" y="107913"/>
                  </a:lnTo>
                  <a:lnTo>
                    <a:pt x="651133" y="107789"/>
                  </a:lnTo>
                  <a:lnTo>
                    <a:pt x="649755" y="109289"/>
                  </a:lnTo>
                  <a:lnTo>
                    <a:pt x="649586" y="110129"/>
                  </a:lnTo>
                  <a:lnTo>
                    <a:pt x="650092" y="112909"/>
                  </a:lnTo>
                  <a:lnTo>
                    <a:pt x="650025" y="118140"/>
                  </a:lnTo>
                  <a:lnTo>
                    <a:pt x="650164" y="119275"/>
                  </a:lnTo>
                  <a:lnTo>
                    <a:pt x="651619" y="124728"/>
                  </a:lnTo>
                  <a:lnTo>
                    <a:pt x="654071" y="128869"/>
                  </a:lnTo>
                  <a:lnTo>
                    <a:pt x="660217" y="136857"/>
                  </a:lnTo>
                  <a:lnTo>
                    <a:pt x="660567" y="137765"/>
                  </a:lnTo>
                  <a:lnTo>
                    <a:pt x="661219" y="141028"/>
                  </a:lnTo>
                  <a:lnTo>
                    <a:pt x="661540" y="141711"/>
                  </a:lnTo>
                  <a:lnTo>
                    <a:pt x="661942" y="142119"/>
                  </a:lnTo>
                  <a:lnTo>
                    <a:pt x="662424" y="142249"/>
                  </a:lnTo>
                  <a:lnTo>
                    <a:pt x="663091" y="141925"/>
                  </a:lnTo>
                  <a:lnTo>
                    <a:pt x="665349" y="139444"/>
                  </a:lnTo>
                  <a:lnTo>
                    <a:pt x="667315" y="136830"/>
                  </a:lnTo>
                  <a:lnTo>
                    <a:pt x="668686" y="135467"/>
                  </a:lnTo>
                  <a:lnTo>
                    <a:pt x="669463" y="135357"/>
                  </a:lnTo>
                  <a:lnTo>
                    <a:pt x="670300" y="134878"/>
                  </a:lnTo>
                  <a:lnTo>
                    <a:pt x="671196" y="134035"/>
                  </a:lnTo>
                  <a:lnTo>
                    <a:pt x="671796" y="133110"/>
                  </a:lnTo>
                  <a:lnTo>
                    <a:pt x="672097" y="132105"/>
                  </a:lnTo>
                  <a:lnTo>
                    <a:pt x="672503" y="128166"/>
                  </a:lnTo>
                  <a:lnTo>
                    <a:pt x="672848" y="126284"/>
                  </a:lnTo>
                  <a:lnTo>
                    <a:pt x="673804" y="123715"/>
                  </a:lnTo>
                  <a:lnTo>
                    <a:pt x="674154" y="122985"/>
                  </a:lnTo>
                  <a:lnTo>
                    <a:pt x="678908" y="116467"/>
                  </a:lnTo>
                  <a:lnTo>
                    <a:pt x="679301" y="115667"/>
                  </a:lnTo>
                  <a:lnTo>
                    <a:pt x="681321" y="108115"/>
                  </a:lnTo>
                  <a:lnTo>
                    <a:pt x="682034" y="104658"/>
                  </a:lnTo>
                  <a:lnTo>
                    <a:pt x="682137" y="102576"/>
                  </a:lnTo>
                  <a:lnTo>
                    <a:pt x="681864" y="100720"/>
                  </a:lnTo>
                  <a:lnTo>
                    <a:pt x="682000" y="99188"/>
                  </a:lnTo>
                  <a:lnTo>
                    <a:pt x="682544" y="97982"/>
                  </a:lnTo>
                  <a:lnTo>
                    <a:pt x="683119" y="97132"/>
                  </a:lnTo>
                  <a:lnTo>
                    <a:pt x="684115" y="96272"/>
                  </a:lnTo>
                  <a:lnTo>
                    <a:pt x="684667" y="95060"/>
                  </a:lnTo>
                  <a:lnTo>
                    <a:pt x="684996" y="94938"/>
                  </a:lnTo>
                  <a:lnTo>
                    <a:pt x="685811" y="94929"/>
                  </a:lnTo>
                  <a:lnTo>
                    <a:pt x="686884" y="95755"/>
                  </a:lnTo>
                  <a:lnTo>
                    <a:pt x="687661" y="95901"/>
                  </a:lnTo>
                  <a:lnTo>
                    <a:pt x="692690" y="94956"/>
                  </a:lnTo>
                  <a:lnTo>
                    <a:pt x="692691" y="94453"/>
                  </a:lnTo>
                  <a:lnTo>
                    <a:pt x="689740" y="92867"/>
                  </a:lnTo>
                  <a:lnTo>
                    <a:pt x="689768" y="92072"/>
                  </a:lnTo>
                  <a:lnTo>
                    <a:pt x="690027" y="90980"/>
                  </a:lnTo>
                  <a:lnTo>
                    <a:pt x="690953" y="89759"/>
                  </a:lnTo>
                  <a:lnTo>
                    <a:pt x="692092" y="89374"/>
                  </a:lnTo>
                  <a:lnTo>
                    <a:pt x="692348" y="88598"/>
                  </a:lnTo>
                  <a:lnTo>
                    <a:pt x="692380" y="87638"/>
                  </a:lnTo>
                  <a:lnTo>
                    <a:pt x="692756" y="86073"/>
                  </a:lnTo>
                  <a:lnTo>
                    <a:pt x="692413" y="85517"/>
                  </a:lnTo>
                  <a:lnTo>
                    <a:pt x="689655" y="83357"/>
                  </a:lnTo>
                  <a:lnTo>
                    <a:pt x="688062" y="83450"/>
                  </a:lnTo>
                  <a:lnTo>
                    <a:pt x="687656" y="83167"/>
                  </a:lnTo>
                  <a:lnTo>
                    <a:pt x="686283" y="81407"/>
                  </a:lnTo>
                  <a:lnTo>
                    <a:pt x="685780" y="78850"/>
                  </a:lnTo>
                  <a:lnTo>
                    <a:pt x="685726" y="77802"/>
                  </a:lnTo>
                  <a:lnTo>
                    <a:pt x="685918" y="76117"/>
                  </a:lnTo>
                  <a:lnTo>
                    <a:pt x="686092" y="75648"/>
                  </a:lnTo>
                  <a:lnTo>
                    <a:pt x="686007" y="74888"/>
                  </a:lnTo>
                  <a:lnTo>
                    <a:pt x="685661" y="73832"/>
                  </a:lnTo>
                  <a:lnTo>
                    <a:pt x="685633" y="72896"/>
                  </a:lnTo>
                  <a:lnTo>
                    <a:pt x="685923" y="72073"/>
                  </a:lnTo>
                  <a:lnTo>
                    <a:pt x="685748" y="71101"/>
                  </a:lnTo>
                  <a:lnTo>
                    <a:pt x="685108" y="69975"/>
                  </a:lnTo>
                  <a:lnTo>
                    <a:pt x="684856" y="69007"/>
                  </a:lnTo>
                  <a:lnTo>
                    <a:pt x="685529" y="66152"/>
                  </a:lnTo>
                  <a:lnTo>
                    <a:pt x="685551" y="65276"/>
                  </a:lnTo>
                  <a:lnTo>
                    <a:pt x="684917" y="64057"/>
                  </a:lnTo>
                  <a:lnTo>
                    <a:pt x="684456" y="63583"/>
                  </a:lnTo>
                  <a:lnTo>
                    <a:pt x="684795" y="63282"/>
                  </a:lnTo>
                  <a:lnTo>
                    <a:pt x="685933" y="63156"/>
                  </a:lnTo>
                  <a:lnTo>
                    <a:pt x="687293" y="63552"/>
                  </a:lnTo>
                  <a:lnTo>
                    <a:pt x="688874" y="64468"/>
                  </a:lnTo>
                  <a:lnTo>
                    <a:pt x="690811" y="64478"/>
                  </a:lnTo>
                  <a:lnTo>
                    <a:pt x="693104" y="63583"/>
                  </a:lnTo>
                  <a:lnTo>
                    <a:pt x="695435" y="63151"/>
                  </a:lnTo>
                  <a:lnTo>
                    <a:pt x="699462" y="63328"/>
                  </a:lnTo>
                  <a:lnTo>
                    <a:pt x="700414" y="63585"/>
                  </a:lnTo>
                  <a:lnTo>
                    <a:pt x="704418" y="66234"/>
                  </a:lnTo>
                  <a:lnTo>
                    <a:pt x="707525" y="67583"/>
                  </a:lnTo>
                  <a:lnTo>
                    <a:pt x="708927" y="67458"/>
                  </a:lnTo>
                  <a:lnTo>
                    <a:pt x="715842" y="67991"/>
                  </a:lnTo>
                  <a:lnTo>
                    <a:pt x="718875" y="67718"/>
                  </a:lnTo>
                  <a:lnTo>
                    <a:pt x="720445" y="67838"/>
                  </a:lnTo>
                  <a:lnTo>
                    <a:pt x="723458" y="69294"/>
                  </a:lnTo>
                  <a:lnTo>
                    <a:pt x="723260" y="70503"/>
                  </a:lnTo>
                  <a:lnTo>
                    <a:pt x="721958" y="72532"/>
                  </a:lnTo>
                  <a:lnTo>
                    <a:pt x="720261" y="72949"/>
                  </a:lnTo>
                  <a:lnTo>
                    <a:pt x="718761" y="73650"/>
                  </a:lnTo>
                  <a:lnTo>
                    <a:pt x="720153" y="74713"/>
                  </a:lnTo>
                  <a:lnTo>
                    <a:pt x="724252" y="76143"/>
                  </a:lnTo>
                  <a:lnTo>
                    <a:pt x="725215" y="78432"/>
                  </a:lnTo>
                  <a:lnTo>
                    <a:pt x="725507" y="79482"/>
                  </a:lnTo>
                  <a:lnTo>
                    <a:pt x="725030" y="80428"/>
                  </a:lnTo>
                  <a:lnTo>
                    <a:pt x="725268" y="80905"/>
                  </a:lnTo>
                  <a:lnTo>
                    <a:pt x="726218" y="80905"/>
                  </a:lnTo>
                  <a:lnTo>
                    <a:pt x="728670" y="80101"/>
                  </a:lnTo>
                  <a:lnTo>
                    <a:pt x="731380" y="80632"/>
                  </a:lnTo>
                  <a:lnTo>
                    <a:pt x="735327" y="82404"/>
                  </a:lnTo>
                  <a:lnTo>
                    <a:pt x="735753" y="82773"/>
                  </a:lnTo>
                  <a:lnTo>
                    <a:pt x="736447" y="84154"/>
                  </a:lnTo>
                  <a:lnTo>
                    <a:pt x="736360" y="84715"/>
                  </a:lnTo>
                  <a:lnTo>
                    <a:pt x="732870" y="88169"/>
                  </a:lnTo>
                  <a:lnTo>
                    <a:pt x="731057" y="89537"/>
                  </a:lnTo>
                  <a:lnTo>
                    <a:pt x="728672" y="90945"/>
                  </a:lnTo>
                  <a:lnTo>
                    <a:pt x="728595" y="91697"/>
                  </a:lnTo>
                  <a:lnTo>
                    <a:pt x="731939" y="91836"/>
                  </a:lnTo>
                  <a:lnTo>
                    <a:pt x="734541" y="92231"/>
                  </a:lnTo>
                  <a:lnTo>
                    <a:pt x="735715" y="92689"/>
                  </a:lnTo>
                  <a:lnTo>
                    <a:pt x="736327" y="93342"/>
                  </a:lnTo>
                  <a:lnTo>
                    <a:pt x="737163" y="94741"/>
                  </a:lnTo>
                  <a:lnTo>
                    <a:pt x="737300" y="95848"/>
                  </a:lnTo>
                  <a:lnTo>
                    <a:pt x="737217" y="97347"/>
                  </a:lnTo>
                  <a:lnTo>
                    <a:pt x="736941" y="98387"/>
                  </a:lnTo>
                  <a:lnTo>
                    <a:pt x="733914" y="101380"/>
                  </a:lnTo>
                  <a:lnTo>
                    <a:pt x="732524" y="102313"/>
                  </a:lnTo>
                  <a:lnTo>
                    <a:pt x="730156" y="103421"/>
                  </a:lnTo>
                  <a:lnTo>
                    <a:pt x="729126" y="104251"/>
                  </a:lnTo>
                  <a:lnTo>
                    <a:pt x="727995" y="104137"/>
                  </a:lnTo>
                  <a:lnTo>
                    <a:pt x="726763" y="103076"/>
                  </a:lnTo>
                  <a:lnTo>
                    <a:pt x="725482" y="102849"/>
                  </a:lnTo>
                  <a:lnTo>
                    <a:pt x="723174" y="103696"/>
                  </a:lnTo>
                  <a:lnTo>
                    <a:pt x="721921" y="103665"/>
                  </a:lnTo>
                  <a:lnTo>
                    <a:pt x="721305" y="103961"/>
                  </a:lnTo>
                  <a:lnTo>
                    <a:pt x="721255" y="104614"/>
                  </a:lnTo>
                  <a:lnTo>
                    <a:pt x="722348" y="106507"/>
                  </a:lnTo>
                  <a:lnTo>
                    <a:pt x="722979" y="107253"/>
                  </a:lnTo>
                  <a:lnTo>
                    <a:pt x="723227" y="107810"/>
                  </a:lnTo>
                  <a:lnTo>
                    <a:pt x="722761" y="108748"/>
                  </a:lnTo>
                  <a:lnTo>
                    <a:pt x="722859" y="109044"/>
                  </a:lnTo>
                  <a:lnTo>
                    <a:pt x="723232" y="109379"/>
                  </a:lnTo>
                  <a:lnTo>
                    <a:pt x="725331" y="113515"/>
                  </a:lnTo>
                  <a:lnTo>
                    <a:pt x="725773" y="113836"/>
                  </a:lnTo>
                  <a:lnTo>
                    <a:pt x="726208" y="113680"/>
                  </a:lnTo>
                  <a:lnTo>
                    <a:pt x="727117" y="112498"/>
                  </a:lnTo>
                  <a:lnTo>
                    <a:pt x="727657" y="112018"/>
                  </a:lnTo>
                  <a:lnTo>
                    <a:pt x="727921" y="112078"/>
                  </a:lnTo>
                  <a:lnTo>
                    <a:pt x="727910" y="112684"/>
                  </a:lnTo>
                  <a:lnTo>
                    <a:pt x="726941" y="116287"/>
                  </a:lnTo>
                  <a:lnTo>
                    <a:pt x="726815" y="117249"/>
                  </a:lnTo>
                  <a:lnTo>
                    <a:pt x="726835" y="118108"/>
                  </a:lnTo>
                  <a:lnTo>
                    <a:pt x="727303" y="119930"/>
                  </a:lnTo>
                  <a:lnTo>
                    <a:pt x="728366" y="121885"/>
                  </a:lnTo>
                  <a:lnTo>
                    <a:pt x="729688" y="123644"/>
                  </a:lnTo>
                  <a:lnTo>
                    <a:pt x="731671" y="126012"/>
                  </a:lnTo>
                  <a:lnTo>
                    <a:pt x="734334" y="128537"/>
                  </a:lnTo>
                  <a:lnTo>
                    <a:pt x="735327" y="129764"/>
                  </a:lnTo>
                  <a:lnTo>
                    <a:pt x="736783" y="132659"/>
                  </a:lnTo>
                  <a:lnTo>
                    <a:pt x="737082" y="133767"/>
                  </a:lnTo>
                  <a:lnTo>
                    <a:pt x="736700" y="136808"/>
                  </a:lnTo>
                  <a:lnTo>
                    <a:pt x="735637" y="141785"/>
                  </a:lnTo>
                  <a:lnTo>
                    <a:pt x="734952" y="144612"/>
                  </a:lnTo>
                  <a:lnTo>
                    <a:pt x="734645" y="145292"/>
                  </a:lnTo>
                  <a:lnTo>
                    <a:pt x="732640" y="147297"/>
                  </a:lnTo>
                  <a:lnTo>
                    <a:pt x="731501" y="147768"/>
                  </a:lnTo>
                  <a:lnTo>
                    <a:pt x="729624" y="147713"/>
                  </a:lnTo>
                  <a:lnTo>
                    <a:pt x="728994" y="148104"/>
                  </a:lnTo>
                  <a:lnTo>
                    <a:pt x="728013" y="149709"/>
                  </a:lnTo>
                  <a:lnTo>
                    <a:pt x="726679" y="152525"/>
                  </a:lnTo>
                  <a:lnTo>
                    <a:pt x="725628" y="154311"/>
                  </a:lnTo>
                  <a:lnTo>
                    <a:pt x="724860" y="155066"/>
                  </a:lnTo>
                  <a:lnTo>
                    <a:pt x="723451" y="155943"/>
                  </a:lnTo>
                  <a:lnTo>
                    <a:pt x="721243" y="158544"/>
                  </a:lnTo>
                  <a:lnTo>
                    <a:pt x="720159" y="159546"/>
                  </a:lnTo>
                  <a:lnTo>
                    <a:pt x="716366" y="160629"/>
                  </a:lnTo>
                  <a:lnTo>
                    <a:pt x="713283" y="164156"/>
                  </a:lnTo>
                  <a:lnTo>
                    <a:pt x="712053" y="165319"/>
                  </a:lnTo>
                  <a:lnTo>
                    <a:pt x="710720" y="165936"/>
                  </a:lnTo>
                  <a:lnTo>
                    <a:pt x="709281" y="166010"/>
                  </a:lnTo>
                  <a:lnTo>
                    <a:pt x="708452" y="165445"/>
                  </a:lnTo>
                  <a:lnTo>
                    <a:pt x="707982" y="163293"/>
                  </a:lnTo>
                  <a:lnTo>
                    <a:pt x="707701" y="162586"/>
                  </a:lnTo>
                  <a:lnTo>
                    <a:pt x="706614" y="161115"/>
                  </a:lnTo>
                  <a:lnTo>
                    <a:pt x="704380" y="156840"/>
                  </a:lnTo>
                  <a:lnTo>
                    <a:pt x="703420" y="155379"/>
                  </a:lnTo>
                  <a:lnTo>
                    <a:pt x="702779" y="155054"/>
                  </a:lnTo>
                  <a:lnTo>
                    <a:pt x="701490" y="155285"/>
                  </a:lnTo>
                  <a:lnTo>
                    <a:pt x="700829" y="155148"/>
                  </a:lnTo>
                  <a:lnTo>
                    <a:pt x="699393" y="153805"/>
                  </a:lnTo>
                  <a:lnTo>
                    <a:pt x="698876" y="152938"/>
                  </a:lnTo>
                  <a:lnTo>
                    <a:pt x="698940" y="152600"/>
                  </a:lnTo>
                  <a:lnTo>
                    <a:pt x="700032" y="152108"/>
                  </a:lnTo>
                  <a:lnTo>
                    <a:pt x="699566" y="151412"/>
                  </a:lnTo>
                  <a:lnTo>
                    <a:pt x="697645" y="149501"/>
                  </a:lnTo>
                  <a:lnTo>
                    <a:pt x="696847" y="148499"/>
                  </a:lnTo>
                  <a:lnTo>
                    <a:pt x="696751" y="148160"/>
                  </a:lnTo>
                  <a:lnTo>
                    <a:pt x="694849" y="146866"/>
                  </a:lnTo>
                  <a:lnTo>
                    <a:pt x="692959" y="146508"/>
                  </a:lnTo>
                  <a:lnTo>
                    <a:pt x="690562" y="148655"/>
                  </a:lnTo>
                  <a:lnTo>
                    <a:pt x="689653" y="150107"/>
                  </a:lnTo>
                  <a:lnTo>
                    <a:pt x="689683" y="150580"/>
                  </a:lnTo>
                  <a:lnTo>
                    <a:pt x="690831" y="151137"/>
                  </a:lnTo>
                  <a:lnTo>
                    <a:pt x="691328" y="150866"/>
                  </a:lnTo>
                  <a:lnTo>
                    <a:pt x="692302" y="149527"/>
                  </a:lnTo>
                  <a:lnTo>
                    <a:pt x="692816" y="149110"/>
                  </a:lnTo>
                  <a:lnTo>
                    <a:pt x="694292" y="149319"/>
                  </a:lnTo>
                  <a:lnTo>
                    <a:pt x="695516" y="150242"/>
                  </a:lnTo>
                  <a:lnTo>
                    <a:pt x="695960" y="151046"/>
                  </a:lnTo>
                  <a:lnTo>
                    <a:pt x="696121" y="151593"/>
                  </a:lnTo>
                  <a:lnTo>
                    <a:pt x="699460" y="155872"/>
                  </a:lnTo>
                  <a:lnTo>
                    <a:pt x="700643" y="156740"/>
                  </a:lnTo>
                  <a:lnTo>
                    <a:pt x="701136" y="157762"/>
                  </a:lnTo>
                  <a:lnTo>
                    <a:pt x="701511" y="159465"/>
                  </a:lnTo>
                  <a:lnTo>
                    <a:pt x="702233" y="161356"/>
                  </a:lnTo>
                  <a:lnTo>
                    <a:pt x="703837" y="164479"/>
                  </a:lnTo>
                  <a:lnTo>
                    <a:pt x="705545" y="168337"/>
                  </a:lnTo>
                  <a:lnTo>
                    <a:pt x="705894" y="169859"/>
                  </a:lnTo>
                  <a:lnTo>
                    <a:pt x="705012" y="170595"/>
                  </a:lnTo>
                  <a:lnTo>
                    <a:pt x="704567" y="170648"/>
                  </a:lnTo>
                  <a:lnTo>
                    <a:pt x="703252" y="170074"/>
                  </a:lnTo>
                  <a:lnTo>
                    <a:pt x="699779" y="168284"/>
                  </a:lnTo>
                  <a:lnTo>
                    <a:pt x="699394" y="168317"/>
                  </a:lnTo>
                  <a:lnTo>
                    <a:pt x="698479" y="169260"/>
                  </a:lnTo>
                  <a:lnTo>
                    <a:pt x="697727" y="171403"/>
                  </a:lnTo>
                  <a:lnTo>
                    <a:pt x="697492" y="171608"/>
                  </a:lnTo>
                  <a:lnTo>
                    <a:pt x="695645" y="170768"/>
                  </a:lnTo>
                  <a:lnTo>
                    <a:pt x="692186" y="168888"/>
                  </a:lnTo>
                  <a:lnTo>
                    <a:pt x="689869" y="167292"/>
                  </a:lnTo>
                  <a:lnTo>
                    <a:pt x="688693" y="165982"/>
                  </a:lnTo>
                  <a:lnTo>
                    <a:pt x="687270" y="163894"/>
                  </a:lnTo>
                  <a:lnTo>
                    <a:pt x="685599" y="161028"/>
                  </a:lnTo>
                  <a:lnTo>
                    <a:pt x="683604" y="160114"/>
                  </a:lnTo>
                  <a:lnTo>
                    <a:pt x="681286" y="161157"/>
                  </a:lnTo>
                  <a:lnTo>
                    <a:pt x="677936" y="161530"/>
                  </a:lnTo>
                  <a:lnTo>
                    <a:pt x="670902" y="161205"/>
                  </a:lnTo>
                  <a:lnTo>
                    <a:pt x="669978" y="161450"/>
                  </a:lnTo>
                  <a:lnTo>
                    <a:pt x="669620" y="161810"/>
                  </a:lnTo>
                  <a:lnTo>
                    <a:pt x="670219" y="163388"/>
                  </a:lnTo>
                  <a:lnTo>
                    <a:pt x="670076" y="163822"/>
                  </a:lnTo>
                  <a:lnTo>
                    <a:pt x="669605" y="164115"/>
                  </a:lnTo>
                  <a:lnTo>
                    <a:pt x="669499" y="164581"/>
                  </a:lnTo>
                  <a:lnTo>
                    <a:pt x="670262" y="166256"/>
                  </a:lnTo>
                  <a:lnTo>
                    <a:pt x="671500" y="167393"/>
                  </a:lnTo>
                  <a:lnTo>
                    <a:pt x="675001" y="168930"/>
                  </a:lnTo>
                  <a:lnTo>
                    <a:pt x="677321" y="170249"/>
                  </a:lnTo>
                  <a:lnTo>
                    <a:pt x="678706" y="171386"/>
                  </a:lnTo>
                  <a:lnTo>
                    <a:pt x="679157" y="172342"/>
                  </a:lnTo>
                  <a:lnTo>
                    <a:pt x="679225" y="173388"/>
                  </a:lnTo>
                  <a:lnTo>
                    <a:pt x="678565" y="175473"/>
                  </a:lnTo>
                  <a:lnTo>
                    <a:pt x="678187" y="176239"/>
                  </a:lnTo>
                  <a:lnTo>
                    <a:pt x="670054" y="186641"/>
                  </a:lnTo>
                  <a:lnTo>
                    <a:pt x="666954" y="190845"/>
                  </a:lnTo>
                  <a:lnTo>
                    <a:pt x="665375" y="193429"/>
                  </a:lnTo>
                  <a:lnTo>
                    <a:pt x="663985" y="195136"/>
                  </a:lnTo>
                  <a:lnTo>
                    <a:pt x="662780" y="195970"/>
                  </a:lnTo>
                  <a:lnTo>
                    <a:pt x="660788" y="196439"/>
                  </a:lnTo>
                  <a:lnTo>
                    <a:pt x="658008" y="196546"/>
                  </a:lnTo>
                  <a:lnTo>
                    <a:pt x="654407" y="196144"/>
                  </a:lnTo>
                  <a:lnTo>
                    <a:pt x="652543" y="194795"/>
                  </a:lnTo>
                  <a:lnTo>
                    <a:pt x="649164" y="191201"/>
                  </a:lnTo>
                  <a:lnTo>
                    <a:pt x="646796" y="189090"/>
                  </a:lnTo>
                  <a:lnTo>
                    <a:pt x="645738" y="188383"/>
                  </a:lnTo>
                  <a:lnTo>
                    <a:pt x="644856" y="186398"/>
                  </a:lnTo>
                  <a:lnTo>
                    <a:pt x="644060" y="186017"/>
                  </a:lnTo>
                  <a:lnTo>
                    <a:pt x="642361" y="185681"/>
                  </a:lnTo>
                  <a:lnTo>
                    <a:pt x="640614" y="184619"/>
                  </a:lnTo>
                  <a:lnTo>
                    <a:pt x="636509" y="181019"/>
                  </a:lnTo>
                  <a:lnTo>
                    <a:pt x="634383" y="179585"/>
                  </a:lnTo>
                  <a:lnTo>
                    <a:pt x="632449" y="178796"/>
                  </a:lnTo>
                  <a:lnTo>
                    <a:pt x="630708" y="178655"/>
                  </a:lnTo>
                  <a:lnTo>
                    <a:pt x="630048" y="178868"/>
                  </a:lnTo>
                  <a:lnTo>
                    <a:pt x="631236" y="180680"/>
                  </a:lnTo>
                  <a:lnTo>
                    <a:pt x="630718" y="180790"/>
                  </a:lnTo>
                  <a:lnTo>
                    <a:pt x="629310" y="180376"/>
                  </a:lnTo>
                  <a:lnTo>
                    <a:pt x="627918" y="180380"/>
                  </a:lnTo>
                  <a:lnTo>
                    <a:pt x="625454" y="179082"/>
                  </a:lnTo>
                  <a:lnTo>
                    <a:pt x="623023" y="179255"/>
                  </a:lnTo>
                  <a:lnTo>
                    <a:pt x="621268" y="178994"/>
                  </a:lnTo>
                  <a:lnTo>
                    <a:pt x="619167" y="178269"/>
                  </a:lnTo>
                  <a:lnTo>
                    <a:pt x="616899" y="177919"/>
                  </a:lnTo>
                  <a:lnTo>
                    <a:pt x="613247" y="177953"/>
                  </a:lnTo>
                  <a:lnTo>
                    <a:pt x="611939" y="178106"/>
                  </a:lnTo>
                  <a:lnTo>
                    <a:pt x="611745" y="178445"/>
                  </a:lnTo>
                  <a:lnTo>
                    <a:pt x="613498" y="180025"/>
                  </a:lnTo>
                  <a:lnTo>
                    <a:pt x="616510" y="181934"/>
                  </a:lnTo>
                  <a:lnTo>
                    <a:pt x="616108" y="180288"/>
                  </a:lnTo>
                  <a:lnTo>
                    <a:pt x="616216" y="179864"/>
                  </a:lnTo>
                  <a:lnTo>
                    <a:pt x="617221" y="179292"/>
                  </a:lnTo>
                  <a:lnTo>
                    <a:pt x="621992" y="180309"/>
                  </a:lnTo>
                  <a:lnTo>
                    <a:pt x="627399" y="182440"/>
                  </a:lnTo>
                  <a:lnTo>
                    <a:pt x="628770" y="182650"/>
                  </a:lnTo>
                  <a:lnTo>
                    <a:pt x="630294" y="183398"/>
                  </a:lnTo>
                  <a:lnTo>
                    <a:pt x="631973" y="184686"/>
                  </a:lnTo>
                  <a:lnTo>
                    <a:pt x="634288" y="187314"/>
                  </a:lnTo>
                  <a:lnTo>
                    <a:pt x="638713" y="193264"/>
                  </a:lnTo>
                  <a:lnTo>
                    <a:pt x="640135" y="194765"/>
                  </a:lnTo>
                  <a:lnTo>
                    <a:pt x="642017" y="196163"/>
                  </a:lnTo>
                  <a:lnTo>
                    <a:pt x="651596" y="198185"/>
                  </a:lnTo>
                  <a:lnTo>
                    <a:pt x="654906" y="198171"/>
                  </a:lnTo>
                  <a:lnTo>
                    <a:pt x="661540" y="198756"/>
                  </a:lnTo>
                  <a:lnTo>
                    <a:pt x="665044" y="199812"/>
                  </a:lnTo>
                  <a:lnTo>
                    <a:pt x="666036" y="200601"/>
                  </a:lnTo>
                  <a:lnTo>
                    <a:pt x="666343" y="203246"/>
                  </a:lnTo>
                  <a:lnTo>
                    <a:pt x="666024" y="204575"/>
                  </a:lnTo>
                  <a:lnTo>
                    <a:pt x="664119" y="208617"/>
                  </a:lnTo>
                  <a:lnTo>
                    <a:pt x="662915" y="211591"/>
                  </a:lnTo>
                  <a:lnTo>
                    <a:pt x="655455" y="224171"/>
                  </a:lnTo>
                  <a:lnTo>
                    <a:pt x="654486" y="227066"/>
                  </a:lnTo>
                  <a:lnTo>
                    <a:pt x="654067" y="228795"/>
                  </a:lnTo>
                  <a:lnTo>
                    <a:pt x="652733" y="230587"/>
                  </a:lnTo>
                  <a:lnTo>
                    <a:pt x="649360" y="233366"/>
                  </a:lnTo>
                  <a:lnTo>
                    <a:pt x="645978" y="235727"/>
                  </a:lnTo>
                  <a:lnTo>
                    <a:pt x="643946" y="236233"/>
                  </a:lnTo>
                  <a:lnTo>
                    <a:pt x="642136" y="235672"/>
                  </a:lnTo>
                  <a:lnTo>
                    <a:pt x="640961" y="234987"/>
                  </a:lnTo>
                  <a:lnTo>
                    <a:pt x="639221" y="232642"/>
                  </a:lnTo>
                  <a:lnTo>
                    <a:pt x="639112" y="232889"/>
                  </a:lnTo>
                  <a:lnTo>
                    <a:pt x="640368" y="236562"/>
                  </a:lnTo>
                  <a:lnTo>
                    <a:pt x="640073" y="236934"/>
                  </a:lnTo>
                  <a:lnTo>
                    <a:pt x="639049" y="236473"/>
                  </a:lnTo>
                  <a:lnTo>
                    <a:pt x="636717" y="234822"/>
                  </a:lnTo>
                  <a:lnTo>
                    <a:pt x="635962" y="235126"/>
                  </a:lnTo>
                  <a:lnTo>
                    <a:pt x="635515" y="235575"/>
                  </a:lnTo>
                  <a:lnTo>
                    <a:pt x="634893" y="235567"/>
                  </a:lnTo>
                  <a:lnTo>
                    <a:pt x="634097" y="235099"/>
                  </a:lnTo>
                  <a:lnTo>
                    <a:pt x="632655" y="233730"/>
                  </a:lnTo>
                  <a:lnTo>
                    <a:pt x="632271" y="233063"/>
                  </a:lnTo>
                  <a:lnTo>
                    <a:pt x="631922" y="231032"/>
                  </a:lnTo>
                  <a:lnTo>
                    <a:pt x="631685" y="230668"/>
                  </a:lnTo>
                  <a:lnTo>
                    <a:pt x="628843" y="231841"/>
                  </a:lnTo>
                  <a:lnTo>
                    <a:pt x="628369" y="232229"/>
                  </a:lnTo>
                  <a:lnTo>
                    <a:pt x="629535" y="233043"/>
                  </a:lnTo>
                  <a:lnTo>
                    <a:pt x="629930" y="233622"/>
                  </a:lnTo>
                  <a:lnTo>
                    <a:pt x="631077" y="236630"/>
                  </a:lnTo>
                  <a:lnTo>
                    <a:pt x="631137" y="237275"/>
                  </a:lnTo>
                  <a:lnTo>
                    <a:pt x="630321" y="237672"/>
                  </a:lnTo>
                  <a:lnTo>
                    <a:pt x="627606" y="236536"/>
                  </a:lnTo>
                  <a:lnTo>
                    <a:pt x="627282" y="236632"/>
                  </a:lnTo>
                  <a:lnTo>
                    <a:pt x="628621" y="239624"/>
                  </a:lnTo>
                  <a:lnTo>
                    <a:pt x="629135" y="241047"/>
                  </a:lnTo>
                  <a:lnTo>
                    <a:pt x="629191" y="241787"/>
                  </a:lnTo>
                  <a:lnTo>
                    <a:pt x="627447" y="245174"/>
                  </a:lnTo>
                  <a:lnTo>
                    <a:pt x="626330" y="246586"/>
                  </a:lnTo>
                  <a:lnTo>
                    <a:pt x="624805" y="247102"/>
                  </a:lnTo>
                  <a:lnTo>
                    <a:pt x="623850" y="246754"/>
                  </a:lnTo>
                  <a:lnTo>
                    <a:pt x="622774" y="245890"/>
                  </a:lnTo>
                  <a:lnTo>
                    <a:pt x="621997" y="246013"/>
                  </a:lnTo>
                  <a:lnTo>
                    <a:pt x="621521" y="247121"/>
                  </a:lnTo>
                  <a:lnTo>
                    <a:pt x="620634" y="247914"/>
                  </a:lnTo>
                  <a:lnTo>
                    <a:pt x="619338" y="248388"/>
                  </a:lnTo>
                  <a:lnTo>
                    <a:pt x="617688" y="248183"/>
                  </a:lnTo>
                  <a:lnTo>
                    <a:pt x="615684" y="247297"/>
                  </a:lnTo>
                  <a:lnTo>
                    <a:pt x="610368" y="244113"/>
                  </a:lnTo>
                  <a:lnTo>
                    <a:pt x="608692" y="243621"/>
                  </a:lnTo>
                  <a:lnTo>
                    <a:pt x="605590" y="243182"/>
                  </a:lnTo>
                  <a:lnTo>
                    <a:pt x="605220" y="242732"/>
                  </a:lnTo>
                  <a:lnTo>
                    <a:pt x="605247" y="242303"/>
                  </a:lnTo>
                  <a:lnTo>
                    <a:pt x="605671" y="241896"/>
                  </a:lnTo>
                  <a:lnTo>
                    <a:pt x="605554" y="241546"/>
                  </a:lnTo>
                  <a:lnTo>
                    <a:pt x="604897" y="241251"/>
                  </a:lnTo>
                  <a:lnTo>
                    <a:pt x="604213" y="241528"/>
                  </a:lnTo>
                  <a:lnTo>
                    <a:pt x="603506" y="242374"/>
                  </a:lnTo>
                  <a:lnTo>
                    <a:pt x="602268" y="242624"/>
                  </a:lnTo>
                  <a:lnTo>
                    <a:pt x="600501" y="242279"/>
                  </a:lnTo>
                  <a:lnTo>
                    <a:pt x="597889" y="241041"/>
                  </a:lnTo>
                  <a:lnTo>
                    <a:pt x="592705" y="237846"/>
                  </a:lnTo>
                  <a:lnTo>
                    <a:pt x="587035" y="235153"/>
                  </a:lnTo>
                  <a:lnTo>
                    <a:pt x="583745" y="231655"/>
                  </a:lnTo>
                  <a:lnTo>
                    <a:pt x="584974" y="234805"/>
                  </a:lnTo>
                  <a:lnTo>
                    <a:pt x="584873" y="235871"/>
                  </a:lnTo>
                  <a:lnTo>
                    <a:pt x="584245" y="236808"/>
                  </a:lnTo>
                  <a:lnTo>
                    <a:pt x="584142" y="237735"/>
                  </a:lnTo>
                  <a:lnTo>
                    <a:pt x="585429" y="239985"/>
                  </a:lnTo>
                  <a:lnTo>
                    <a:pt x="587209" y="240791"/>
                  </a:lnTo>
                  <a:lnTo>
                    <a:pt x="589003" y="240706"/>
                  </a:lnTo>
                  <a:lnTo>
                    <a:pt x="589052" y="240338"/>
                  </a:lnTo>
                  <a:lnTo>
                    <a:pt x="588304" y="239778"/>
                  </a:lnTo>
                  <a:lnTo>
                    <a:pt x="587645" y="238957"/>
                  </a:lnTo>
                  <a:lnTo>
                    <a:pt x="587329" y="237741"/>
                  </a:lnTo>
                  <a:lnTo>
                    <a:pt x="587666" y="237526"/>
                  </a:lnTo>
                  <a:lnTo>
                    <a:pt x="589247" y="238164"/>
                  </a:lnTo>
                  <a:lnTo>
                    <a:pt x="590290" y="238907"/>
                  </a:lnTo>
                  <a:lnTo>
                    <a:pt x="598146" y="243059"/>
                  </a:lnTo>
                  <a:lnTo>
                    <a:pt x="600491" y="243837"/>
                  </a:lnTo>
                  <a:lnTo>
                    <a:pt x="602253" y="244638"/>
                  </a:lnTo>
                  <a:lnTo>
                    <a:pt x="602741" y="245114"/>
                  </a:lnTo>
                  <a:lnTo>
                    <a:pt x="602147" y="246145"/>
                  </a:lnTo>
                  <a:lnTo>
                    <a:pt x="598988" y="248727"/>
                  </a:lnTo>
                  <a:lnTo>
                    <a:pt x="598938" y="249151"/>
                  </a:lnTo>
                  <a:lnTo>
                    <a:pt x="601104" y="248917"/>
                  </a:lnTo>
                  <a:lnTo>
                    <a:pt x="603732" y="246642"/>
                  </a:lnTo>
                  <a:lnTo>
                    <a:pt x="605210" y="245589"/>
                  </a:lnTo>
                  <a:lnTo>
                    <a:pt x="606629" y="244941"/>
                  </a:lnTo>
                  <a:lnTo>
                    <a:pt x="608551" y="246059"/>
                  </a:lnTo>
                  <a:lnTo>
                    <a:pt x="610979" y="248940"/>
                  </a:lnTo>
                  <a:lnTo>
                    <a:pt x="612944" y="250577"/>
                  </a:lnTo>
                  <a:lnTo>
                    <a:pt x="615745" y="251491"/>
                  </a:lnTo>
                  <a:lnTo>
                    <a:pt x="617386" y="252469"/>
                  </a:lnTo>
                  <a:lnTo>
                    <a:pt x="620144" y="255165"/>
                  </a:lnTo>
                  <a:lnTo>
                    <a:pt x="620580" y="256569"/>
                  </a:lnTo>
                  <a:lnTo>
                    <a:pt x="620833" y="262286"/>
                  </a:lnTo>
                  <a:lnTo>
                    <a:pt x="620736" y="263666"/>
                  </a:lnTo>
                  <a:lnTo>
                    <a:pt x="620378" y="265036"/>
                  </a:lnTo>
                  <a:lnTo>
                    <a:pt x="619758" y="266391"/>
                  </a:lnTo>
                  <a:lnTo>
                    <a:pt x="618606" y="267150"/>
                  </a:lnTo>
                  <a:lnTo>
                    <a:pt x="616922" y="267313"/>
                  </a:lnTo>
                  <a:lnTo>
                    <a:pt x="615599" y="267870"/>
                  </a:lnTo>
                  <a:lnTo>
                    <a:pt x="612705" y="270904"/>
                  </a:lnTo>
                  <a:lnTo>
                    <a:pt x="611477" y="271343"/>
                  </a:lnTo>
                  <a:lnTo>
                    <a:pt x="606286" y="270437"/>
                  </a:lnTo>
                  <a:lnTo>
                    <a:pt x="604255" y="269588"/>
                  </a:lnTo>
                  <a:lnTo>
                    <a:pt x="603319" y="269639"/>
                  </a:lnTo>
                  <a:lnTo>
                    <a:pt x="602800" y="270308"/>
                  </a:lnTo>
                  <a:lnTo>
                    <a:pt x="602257" y="270611"/>
                  </a:lnTo>
                  <a:lnTo>
                    <a:pt x="600219" y="270890"/>
                  </a:lnTo>
                  <a:lnTo>
                    <a:pt x="599888" y="271437"/>
                  </a:lnTo>
                  <a:lnTo>
                    <a:pt x="600016" y="272278"/>
                  </a:lnTo>
                  <a:lnTo>
                    <a:pt x="600417" y="273418"/>
                  </a:lnTo>
                  <a:lnTo>
                    <a:pt x="600911" y="274073"/>
                  </a:lnTo>
                  <a:lnTo>
                    <a:pt x="601677" y="274901"/>
                  </a:lnTo>
                  <a:lnTo>
                    <a:pt x="602837" y="275443"/>
                  </a:lnTo>
                  <a:lnTo>
                    <a:pt x="605222" y="276049"/>
                  </a:lnTo>
                  <a:lnTo>
                    <a:pt x="605469" y="277597"/>
                  </a:lnTo>
                  <a:lnTo>
                    <a:pt x="605363" y="278097"/>
                  </a:lnTo>
                  <a:lnTo>
                    <a:pt x="604580" y="279130"/>
                  </a:lnTo>
                  <a:lnTo>
                    <a:pt x="603676" y="279025"/>
                  </a:lnTo>
                  <a:lnTo>
                    <a:pt x="602120" y="277805"/>
                  </a:lnTo>
                  <a:lnTo>
                    <a:pt x="601351" y="277758"/>
                  </a:lnTo>
                  <a:lnTo>
                    <a:pt x="600678" y="278419"/>
                  </a:lnTo>
                  <a:lnTo>
                    <a:pt x="599741" y="278637"/>
                  </a:lnTo>
                  <a:lnTo>
                    <a:pt x="598540" y="278411"/>
                  </a:lnTo>
                  <a:lnTo>
                    <a:pt x="597873" y="278947"/>
                  </a:lnTo>
                  <a:lnTo>
                    <a:pt x="597740" y="280242"/>
                  </a:lnTo>
                  <a:lnTo>
                    <a:pt x="597335" y="281212"/>
                  </a:lnTo>
                  <a:lnTo>
                    <a:pt x="595948" y="282744"/>
                  </a:lnTo>
                  <a:lnTo>
                    <a:pt x="595201" y="283874"/>
                  </a:lnTo>
                  <a:lnTo>
                    <a:pt x="595225" y="284761"/>
                  </a:lnTo>
                  <a:lnTo>
                    <a:pt x="596021" y="285403"/>
                  </a:lnTo>
                  <a:lnTo>
                    <a:pt x="596935" y="286856"/>
                  </a:lnTo>
                  <a:lnTo>
                    <a:pt x="597964" y="289124"/>
                  </a:lnTo>
                  <a:lnTo>
                    <a:pt x="598162" y="290126"/>
                  </a:lnTo>
                  <a:lnTo>
                    <a:pt x="597530" y="289862"/>
                  </a:lnTo>
                  <a:lnTo>
                    <a:pt x="596680" y="288963"/>
                  </a:lnTo>
                  <a:lnTo>
                    <a:pt x="595610" y="287428"/>
                  </a:lnTo>
                  <a:lnTo>
                    <a:pt x="593993" y="286054"/>
                  </a:lnTo>
                  <a:lnTo>
                    <a:pt x="590432" y="284262"/>
                  </a:lnTo>
                  <a:lnTo>
                    <a:pt x="589803" y="284318"/>
                  </a:lnTo>
                  <a:lnTo>
                    <a:pt x="590125" y="284773"/>
                  </a:lnTo>
                  <a:lnTo>
                    <a:pt x="592488" y="286653"/>
                  </a:lnTo>
                  <a:lnTo>
                    <a:pt x="593393" y="287863"/>
                  </a:lnTo>
                  <a:lnTo>
                    <a:pt x="593503" y="288745"/>
                  </a:lnTo>
                  <a:lnTo>
                    <a:pt x="591524" y="290677"/>
                  </a:lnTo>
                  <a:lnTo>
                    <a:pt x="591470" y="291325"/>
                  </a:lnTo>
                  <a:lnTo>
                    <a:pt x="591995" y="291892"/>
                  </a:lnTo>
                  <a:lnTo>
                    <a:pt x="592137" y="292364"/>
                  </a:lnTo>
                  <a:lnTo>
                    <a:pt x="591432" y="293313"/>
                  </a:lnTo>
                  <a:lnTo>
                    <a:pt x="590271" y="294108"/>
                  </a:lnTo>
                  <a:lnTo>
                    <a:pt x="588021" y="294222"/>
                  </a:lnTo>
                  <a:lnTo>
                    <a:pt x="587817" y="294672"/>
                  </a:lnTo>
                  <a:lnTo>
                    <a:pt x="588674" y="295646"/>
                  </a:lnTo>
                  <a:lnTo>
                    <a:pt x="588963" y="296252"/>
                  </a:lnTo>
                  <a:lnTo>
                    <a:pt x="588227" y="297084"/>
                  </a:lnTo>
                  <a:lnTo>
                    <a:pt x="587747" y="297201"/>
                  </a:lnTo>
                  <a:lnTo>
                    <a:pt x="585158" y="296815"/>
                  </a:lnTo>
                  <a:lnTo>
                    <a:pt x="585838" y="298895"/>
                  </a:lnTo>
                  <a:lnTo>
                    <a:pt x="586238" y="299625"/>
                  </a:lnTo>
                  <a:lnTo>
                    <a:pt x="587032" y="300654"/>
                  </a:lnTo>
                  <a:lnTo>
                    <a:pt x="588458" y="301609"/>
                  </a:lnTo>
                  <a:lnTo>
                    <a:pt x="588487" y="301978"/>
                  </a:lnTo>
                  <a:lnTo>
                    <a:pt x="587990" y="302798"/>
                  </a:lnTo>
                  <a:lnTo>
                    <a:pt x="587147" y="303795"/>
                  </a:lnTo>
                  <a:lnTo>
                    <a:pt x="583580" y="306846"/>
                  </a:lnTo>
                  <a:lnTo>
                    <a:pt x="581074" y="310425"/>
                  </a:lnTo>
                  <a:lnTo>
                    <a:pt x="580727" y="311542"/>
                  </a:lnTo>
                  <a:lnTo>
                    <a:pt x="581364" y="313893"/>
                  </a:lnTo>
                  <a:lnTo>
                    <a:pt x="581369" y="314485"/>
                  </a:lnTo>
                  <a:lnTo>
                    <a:pt x="580713" y="315550"/>
                  </a:lnTo>
                  <a:lnTo>
                    <a:pt x="579248" y="315260"/>
                  </a:lnTo>
                  <a:lnTo>
                    <a:pt x="578968" y="315678"/>
                  </a:lnTo>
                  <a:lnTo>
                    <a:pt x="579316" y="316786"/>
                  </a:lnTo>
                  <a:lnTo>
                    <a:pt x="579381" y="318408"/>
                  </a:lnTo>
                  <a:lnTo>
                    <a:pt x="579161" y="320548"/>
                  </a:lnTo>
                  <a:lnTo>
                    <a:pt x="578097" y="323899"/>
                  </a:lnTo>
                  <a:lnTo>
                    <a:pt x="576188" y="328463"/>
                  </a:lnTo>
                  <a:lnTo>
                    <a:pt x="574726" y="332608"/>
                  </a:lnTo>
                  <a:lnTo>
                    <a:pt x="573712" y="336336"/>
                  </a:lnTo>
                  <a:lnTo>
                    <a:pt x="572977" y="338185"/>
                  </a:lnTo>
                  <a:lnTo>
                    <a:pt x="571622" y="338312"/>
                  </a:lnTo>
                  <a:lnTo>
                    <a:pt x="570598" y="339477"/>
                  </a:lnTo>
                  <a:lnTo>
                    <a:pt x="571295" y="340089"/>
                  </a:lnTo>
                  <a:lnTo>
                    <a:pt x="571722" y="340805"/>
                  </a:lnTo>
                  <a:lnTo>
                    <a:pt x="572016" y="341896"/>
                  </a:lnTo>
                  <a:lnTo>
                    <a:pt x="571725" y="345304"/>
                  </a:lnTo>
                  <a:lnTo>
                    <a:pt x="570846" y="351027"/>
                  </a:lnTo>
                  <a:lnTo>
                    <a:pt x="570301" y="355580"/>
                  </a:lnTo>
                  <a:lnTo>
                    <a:pt x="570414" y="369621"/>
                  </a:lnTo>
                  <a:lnTo>
                    <a:pt x="570270" y="375834"/>
                  </a:lnTo>
                  <a:lnTo>
                    <a:pt x="569885" y="379278"/>
                  </a:lnTo>
                  <a:lnTo>
                    <a:pt x="569259" y="381149"/>
                  </a:lnTo>
                  <a:lnTo>
                    <a:pt x="568184" y="381715"/>
                  </a:lnTo>
                  <a:lnTo>
                    <a:pt x="569551" y="382262"/>
                  </a:lnTo>
                  <a:lnTo>
                    <a:pt x="570420" y="383140"/>
                  </a:lnTo>
                  <a:lnTo>
                    <a:pt x="570820" y="384475"/>
                  </a:lnTo>
                  <a:lnTo>
                    <a:pt x="571195" y="386606"/>
                  </a:lnTo>
                  <a:lnTo>
                    <a:pt x="571688" y="387587"/>
                  </a:lnTo>
                  <a:lnTo>
                    <a:pt x="572301" y="387421"/>
                  </a:lnTo>
                  <a:lnTo>
                    <a:pt x="572850" y="387636"/>
                  </a:lnTo>
                  <a:lnTo>
                    <a:pt x="573338" y="388229"/>
                  </a:lnTo>
                  <a:lnTo>
                    <a:pt x="574824" y="391269"/>
                  </a:lnTo>
                  <a:lnTo>
                    <a:pt x="576455" y="392141"/>
                  </a:lnTo>
                  <a:lnTo>
                    <a:pt x="576532" y="393827"/>
                  </a:lnTo>
                  <a:lnTo>
                    <a:pt x="575893" y="403278"/>
                  </a:lnTo>
                  <a:lnTo>
                    <a:pt x="575898" y="404511"/>
                  </a:lnTo>
                  <a:lnTo>
                    <a:pt x="576639" y="402128"/>
                  </a:lnTo>
                  <a:lnTo>
                    <a:pt x="577419" y="394790"/>
                  </a:lnTo>
                  <a:lnTo>
                    <a:pt x="578477" y="391529"/>
                  </a:lnTo>
                  <a:lnTo>
                    <a:pt x="579309" y="390841"/>
                  </a:lnTo>
                  <a:lnTo>
                    <a:pt x="582712" y="390470"/>
                  </a:lnTo>
                  <a:lnTo>
                    <a:pt x="586338" y="391299"/>
                  </a:lnTo>
                  <a:lnTo>
                    <a:pt x="587709" y="391402"/>
                  </a:lnTo>
                  <a:lnTo>
                    <a:pt x="588905" y="390947"/>
                  </a:lnTo>
                  <a:lnTo>
                    <a:pt x="590132" y="391856"/>
                  </a:lnTo>
                  <a:lnTo>
                    <a:pt x="590430" y="392774"/>
                  </a:lnTo>
                  <a:lnTo>
                    <a:pt x="590776" y="396621"/>
                  </a:lnTo>
                  <a:lnTo>
                    <a:pt x="591101" y="398824"/>
                  </a:lnTo>
                  <a:lnTo>
                    <a:pt x="593261" y="406664"/>
                  </a:lnTo>
                  <a:lnTo>
                    <a:pt x="594290" y="411056"/>
                  </a:lnTo>
                  <a:lnTo>
                    <a:pt x="595548" y="417907"/>
                  </a:lnTo>
                  <a:lnTo>
                    <a:pt x="596019" y="419864"/>
                  </a:lnTo>
                  <a:lnTo>
                    <a:pt x="598635" y="429000"/>
                  </a:lnTo>
                  <a:lnTo>
                    <a:pt x="599131" y="431475"/>
                  </a:lnTo>
                  <a:lnTo>
                    <a:pt x="599336" y="433382"/>
                  </a:lnTo>
                  <a:lnTo>
                    <a:pt x="599250" y="434720"/>
                  </a:lnTo>
                  <a:lnTo>
                    <a:pt x="598774" y="436782"/>
                  </a:lnTo>
                  <a:lnTo>
                    <a:pt x="597909" y="439569"/>
                  </a:lnTo>
                  <a:lnTo>
                    <a:pt x="597099" y="441694"/>
                  </a:lnTo>
                  <a:lnTo>
                    <a:pt x="596345" y="443156"/>
                  </a:lnTo>
                  <a:lnTo>
                    <a:pt x="595571" y="444247"/>
                  </a:lnTo>
                  <a:lnTo>
                    <a:pt x="594776" y="444965"/>
                  </a:lnTo>
                  <a:lnTo>
                    <a:pt x="594828" y="445153"/>
                  </a:lnTo>
                  <a:lnTo>
                    <a:pt x="595727" y="444811"/>
                  </a:lnTo>
                  <a:lnTo>
                    <a:pt x="596644" y="444079"/>
                  </a:lnTo>
                  <a:lnTo>
                    <a:pt x="598380" y="442188"/>
                  </a:lnTo>
                  <a:lnTo>
                    <a:pt x="599047" y="441762"/>
                  </a:lnTo>
                  <a:lnTo>
                    <a:pt x="600934" y="441492"/>
                  </a:lnTo>
                  <a:lnTo>
                    <a:pt x="600996" y="442175"/>
                  </a:lnTo>
                  <a:lnTo>
                    <a:pt x="600085" y="443582"/>
                  </a:lnTo>
                  <a:lnTo>
                    <a:pt x="600288" y="443716"/>
                  </a:lnTo>
                  <a:lnTo>
                    <a:pt x="601604" y="442582"/>
                  </a:lnTo>
                  <a:lnTo>
                    <a:pt x="604455" y="440963"/>
                  </a:lnTo>
                  <a:lnTo>
                    <a:pt x="615644" y="435720"/>
                  </a:lnTo>
                  <a:lnTo>
                    <a:pt x="618282" y="435255"/>
                  </a:lnTo>
                  <a:lnTo>
                    <a:pt x="622049" y="436215"/>
                  </a:lnTo>
                  <a:lnTo>
                    <a:pt x="625102" y="438442"/>
                  </a:lnTo>
                  <a:lnTo>
                    <a:pt x="628429" y="441314"/>
                  </a:lnTo>
                  <a:lnTo>
                    <a:pt x="631938" y="443398"/>
                  </a:lnTo>
                  <a:lnTo>
                    <a:pt x="637472" y="445346"/>
                  </a:lnTo>
                  <a:lnTo>
                    <a:pt x="639086" y="446280"/>
                  </a:lnTo>
                  <a:lnTo>
                    <a:pt x="642332" y="447241"/>
                  </a:lnTo>
                  <a:lnTo>
                    <a:pt x="643838" y="448336"/>
                  </a:lnTo>
                  <a:lnTo>
                    <a:pt x="645647" y="450972"/>
                  </a:lnTo>
                  <a:lnTo>
                    <a:pt x="648520" y="454410"/>
                  </a:lnTo>
                  <a:lnTo>
                    <a:pt x="650688" y="456567"/>
                  </a:lnTo>
                  <a:lnTo>
                    <a:pt x="653110" y="458588"/>
                  </a:lnTo>
                  <a:lnTo>
                    <a:pt x="655540" y="462302"/>
                  </a:lnTo>
                  <a:lnTo>
                    <a:pt x="659455" y="470731"/>
                  </a:lnTo>
                  <a:lnTo>
                    <a:pt x="660423" y="471767"/>
                  </a:lnTo>
                  <a:lnTo>
                    <a:pt x="662836" y="473145"/>
                  </a:lnTo>
                  <a:lnTo>
                    <a:pt x="667371" y="474921"/>
                  </a:lnTo>
                  <a:lnTo>
                    <a:pt x="674065" y="479097"/>
                  </a:lnTo>
                  <a:lnTo>
                    <a:pt x="677005" y="480733"/>
                  </a:lnTo>
                  <a:lnTo>
                    <a:pt x="678908" y="481382"/>
                  </a:lnTo>
                  <a:lnTo>
                    <a:pt x="680807" y="482534"/>
                  </a:lnTo>
                  <a:lnTo>
                    <a:pt x="682706" y="484184"/>
                  </a:lnTo>
                  <a:lnTo>
                    <a:pt x="684154" y="485983"/>
                  </a:lnTo>
                  <a:lnTo>
                    <a:pt x="685152" y="487931"/>
                  </a:lnTo>
                  <a:lnTo>
                    <a:pt x="686030" y="489205"/>
                  </a:lnTo>
                  <a:lnTo>
                    <a:pt x="687567" y="490619"/>
                  </a:lnTo>
                  <a:lnTo>
                    <a:pt x="688366" y="491633"/>
                  </a:lnTo>
                  <a:lnTo>
                    <a:pt x="688440" y="493156"/>
                  </a:lnTo>
                  <a:lnTo>
                    <a:pt x="686589" y="499125"/>
                  </a:lnTo>
                  <a:lnTo>
                    <a:pt x="686548" y="499602"/>
                  </a:lnTo>
                  <a:lnTo>
                    <a:pt x="688420" y="495316"/>
                  </a:lnTo>
                  <a:lnTo>
                    <a:pt x="689466" y="494079"/>
                  </a:lnTo>
                  <a:lnTo>
                    <a:pt x="690304" y="493505"/>
                  </a:lnTo>
                  <a:lnTo>
                    <a:pt x="692044" y="493573"/>
                  </a:lnTo>
                  <a:lnTo>
                    <a:pt x="694687" y="494285"/>
                  </a:lnTo>
                  <a:lnTo>
                    <a:pt x="697004" y="494295"/>
                  </a:lnTo>
                  <a:lnTo>
                    <a:pt x="698997" y="493597"/>
                  </a:lnTo>
                  <a:lnTo>
                    <a:pt x="700694" y="493284"/>
                  </a:lnTo>
                  <a:lnTo>
                    <a:pt x="702095" y="493352"/>
                  </a:lnTo>
                  <a:lnTo>
                    <a:pt x="703112" y="493146"/>
                  </a:lnTo>
                  <a:lnTo>
                    <a:pt x="703744" y="492662"/>
                  </a:lnTo>
                  <a:lnTo>
                    <a:pt x="704499" y="492648"/>
                  </a:lnTo>
                  <a:lnTo>
                    <a:pt x="707497" y="494129"/>
                  </a:lnTo>
                  <a:lnTo>
                    <a:pt x="708708" y="494209"/>
                  </a:lnTo>
                  <a:lnTo>
                    <a:pt x="713090" y="495604"/>
                  </a:lnTo>
                  <a:lnTo>
                    <a:pt x="715905" y="495108"/>
                  </a:lnTo>
                  <a:lnTo>
                    <a:pt x="716389" y="495379"/>
                  </a:lnTo>
                  <a:lnTo>
                    <a:pt x="717367" y="497197"/>
                  </a:lnTo>
                  <a:lnTo>
                    <a:pt x="718195" y="497338"/>
                  </a:lnTo>
                  <a:lnTo>
                    <a:pt x="719592" y="497054"/>
                  </a:lnTo>
                  <a:lnTo>
                    <a:pt x="720950" y="497550"/>
                  </a:lnTo>
                  <a:lnTo>
                    <a:pt x="723223" y="499941"/>
                  </a:lnTo>
                  <a:lnTo>
                    <a:pt x="724272" y="502000"/>
                  </a:lnTo>
                  <a:lnTo>
                    <a:pt x="725279" y="506203"/>
                  </a:lnTo>
                  <a:lnTo>
                    <a:pt x="725368" y="507457"/>
                  </a:lnTo>
                  <a:lnTo>
                    <a:pt x="723502" y="517207"/>
                  </a:lnTo>
                  <a:lnTo>
                    <a:pt x="722916" y="520981"/>
                  </a:lnTo>
                  <a:lnTo>
                    <a:pt x="722841" y="524267"/>
                  </a:lnTo>
                  <a:lnTo>
                    <a:pt x="723212" y="526162"/>
                  </a:lnTo>
                  <a:lnTo>
                    <a:pt x="724823" y="529337"/>
                  </a:lnTo>
                  <a:lnTo>
                    <a:pt x="725115" y="530170"/>
                  </a:lnTo>
                  <a:lnTo>
                    <a:pt x="726068" y="534872"/>
                  </a:lnTo>
                  <a:lnTo>
                    <a:pt x="726330" y="536883"/>
                  </a:lnTo>
                  <a:lnTo>
                    <a:pt x="726224" y="539190"/>
                  </a:lnTo>
                  <a:lnTo>
                    <a:pt x="725723" y="542991"/>
                  </a:lnTo>
                  <a:lnTo>
                    <a:pt x="725850" y="545889"/>
                  </a:lnTo>
                  <a:lnTo>
                    <a:pt x="726271" y="550270"/>
                  </a:lnTo>
                  <a:lnTo>
                    <a:pt x="726111" y="553238"/>
                  </a:lnTo>
                  <a:lnTo>
                    <a:pt x="725370" y="554795"/>
                  </a:lnTo>
                  <a:lnTo>
                    <a:pt x="724868" y="556321"/>
                  </a:lnTo>
                  <a:lnTo>
                    <a:pt x="724477" y="559090"/>
                  </a:lnTo>
                  <a:lnTo>
                    <a:pt x="724478" y="560136"/>
                  </a:lnTo>
                  <a:lnTo>
                    <a:pt x="724861" y="562192"/>
                  </a:lnTo>
                  <a:lnTo>
                    <a:pt x="725574" y="563358"/>
                  </a:lnTo>
                  <a:lnTo>
                    <a:pt x="726743" y="564666"/>
                  </a:lnTo>
                  <a:lnTo>
                    <a:pt x="727828" y="566610"/>
                  </a:lnTo>
                  <a:lnTo>
                    <a:pt x="729812" y="571344"/>
                  </a:lnTo>
                  <a:lnTo>
                    <a:pt x="731255" y="573938"/>
                  </a:lnTo>
                  <a:lnTo>
                    <a:pt x="733018" y="577809"/>
                  </a:lnTo>
                  <a:lnTo>
                    <a:pt x="733361" y="579739"/>
                  </a:lnTo>
                  <a:lnTo>
                    <a:pt x="732869" y="581016"/>
                  </a:lnTo>
                  <a:lnTo>
                    <a:pt x="732256" y="581908"/>
                  </a:lnTo>
                  <a:lnTo>
                    <a:pt x="730835" y="583098"/>
                  </a:lnTo>
                  <a:lnTo>
                    <a:pt x="730199" y="583967"/>
                  </a:lnTo>
                  <a:lnTo>
                    <a:pt x="730364" y="584175"/>
                  </a:lnTo>
                  <a:lnTo>
                    <a:pt x="732419" y="583528"/>
                  </a:lnTo>
                  <a:lnTo>
                    <a:pt x="733634" y="583596"/>
                  </a:lnTo>
                  <a:lnTo>
                    <a:pt x="734662" y="584550"/>
                  </a:lnTo>
                  <a:lnTo>
                    <a:pt x="735503" y="586390"/>
                  </a:lnTo>
                  <a:lnTo>
                    <a:pt x="736898" y="587956"/>
                  </a:lnTo>
                  <a:lnTo>
                    <a:pt x="738846" y="589251"/>
                  </a:lnTo>
                  <a:lnTo>
                    <a:pt x="740804" y="591413"/>
                  </a:lnTo>
                  <a:lnTo>
                    <a:pt x="744049" y="596551"/>
                  </a:lnTo>
                  <a:lnTo>
                    <a:pt x="744636" y="597733"/>
                  </a:lnTo>
                  <a:lnTo>
                    <a:pt x="745499" y="600425"/>
                  </a:lnTo>
                  <a:lnTo>
                    <a:pt x="746636" y="604625"/>
                  </a:lnTo>
                  <a:lnTo>
                    <a:pt x="747232" y="607370"/>
                  </a:lnTo>
                  <a:lnTo>
                    <a:pt x="747285" y="608660"/>
                  </a:lnTo>
                  <a:lnTo>
                    <a:pt x="746641" y="609957"/>
                  </a:lnTo>
                  <a:lnTo>
                    <a:pt x="744454" y="612318"/>
                  </a:lnTo>
                  <a:lnTo>
                    <a:pt x="742251" y="616448"/>
                  </a:lnTo>
                  <a:lnTo>
                    <a:pt x="742945" y="616246"/>
                  </a:lnTo>
                  <a:lnTo>
                    <a:pt x="744398" y="614501"/>
                  </a:lnTo>
                  <a:lnTo>
                    <a:pt x="746853" y="611060"/>
                  </a:lnTo>
                  <a:lnTo>
                    <a:pt x="748214" y="610394"/>
                  </a:lnTo>
                  <a:lnTo>
                    <a:pt x="749477" y="610793"/>
                  </a:lnTo>
                  <a:lnTo>
                    <a:pt x="751477" y="611783"/>
                  </a:lnTo>
                  <a:lnTo>
                    <a:pt x="753244" y="613193"/>
                  </a:lnTo>
                  <a:lnTo>
                    <a:pt x="754776" y="615019"/>
                  </a:lnTo>
                  <a:lnTo>
                    <a:pt x="757055" y="619911"/>
                  </a:lnTo>
                  <a:lnTo>
                    <a:pt x="759466" y="623818"/>
                  </a:lnTo>
                  <a:lnTo>
                    <a:pt x="760802" y="627155"/>
                  </a:lnTo>
                  <a:lnTo>
                    <a:pt x="760397" y="625031"/>
                  </a:lnTo>
                  <a:lnTo>
                    <a:pt x="759509" y="622586"/>
                  </a:lnTo>
                  <a:lnTo>
                    <a:pt x="757244" y="618693"/>
                  </a:lnTo>
                  <a:lnTo>
                    <a:pt x="756279" y="616667"/>
                  </a:lnTo>
                  <a:lnTo>
                    <a:pt x="756070" y="615695"/>
                  </a:lnTo>
                  <a:lnTo>
                    <a:pt x="755995" y="614637"/>
                  </a:lnTo>
                  <a:lnTo>
                    <a:pt x="756170" y="612705"/>
                  </a:lnTo>
                  <a:lnTo>
                    <a:pt x="756595" y="609900"/>
                  </a:lnTo>
                  <a:lnTo>
                    <a:pt x="757161" y="607922"/>
                  </a:lnTo>
                  <a:lnTo>
                    <a:pt x="757867" y="606772"/>
                  </a:lnTo>
                  <a:lnTo>
                    <a:pt x="758339" y="605549"/>
                  </a:lnTo>
                  <a:lnTo>
                    <a:pt x="758579" y="604253"/>
                  </a:lnTo>
                  <a:lnTo>
                    <a:pt x="758955" y="603301"/>
                  </a:lnTo>
                  <a:lnTo>
                    <a:pt x="760916" y="601580"/>
                  </a:lnTo>
                  <a:lnTo>
                    <a:pt x="761430" y="601738"/>
                  </a:lnTo>
                  <a:lnTo>
                    <a:pt x="761834" y="603830"/>
                  </a:lnTo>
                  <a:lnTo>
                    <a:pt x="762305" y="604265"/>
                  </a:lnTo>
                  <a:lnTo>
                    <a:pt x="763210" y="604592"/>
                  </a:lnTo>
                  <a:lnTo>
                    <a:pt x="763973" y="605316"/>
                  </a:lnTo>
                  <a:lnTo>
                    <a:pt x="764595" y="606438"/>
                  </a:lnTo>
                  <a:lnTo>
                    <a:pt x="765033" y="607573"/>
                  </a:lnTo>
                  <a:lnTo>
                    <a:pt x="765288" y="608724"/>
                  </a:lnTo>
                  <a:lnTo>
                    <a:pt x="765873" y="612484"/>
                  </a:lnTo>
                  <a:lnTo>
                    <a:pt x="766290" y="614223"/>
                  </a:lnTo>
                  <a:lnTo>
                    <a:pt x="766360" y="612114"/>
                  </a:lnTo>
                  <a:lnTo>
                    <a:pt x="766847" y="608796"/>
                  </a:lnTo>
                  <a:lnTo>
                    <a:pt x="767224" y="607436"/>
                  </a:lnTo>
                  <a:lnTo>
                    <a:pt x="768410" y="605442"/>
                  </a:lnTo>
                  <a:lnTo>
                    <a:pt x="768347" y="604581"/>
                  </a:lnTo>
                  <a:lnTo>
                    <a:pt x="767855" y="603424"/>
                  </a:lnTo>
                  <a:lnTo>
                    <a:pt x="765369" y="598459"/>
                  </a:lnTo>
                  <a:lnTo>
                    <a:pt x="765321" y="597254"/>
                  </a:lnTo>
                  <a:lnTo>
                    <a:pt x="765985" y="596537"/>
                  </a:lnTo>
                  <a:lnTo>
                    <a:pt x="766438" y="595169"/>
                  </a:lnTo>
                  <a:lnTo>
                    <a:pt x="766684" y="593151"/>
                  </a:lnTo>
                  <a:lnTo>
                    <a:pt x="767214" y="591686"/>
                  </a:lnTo>
                  <a:lnTo>
                    <a:pt x="768772" y="589626"/>
                  </a:lnTo>
                  <a:lnTo>
                    <a:pt x="770113" y="586464"/>
                  </a:lnTo>
                  <a:lnTo>
                    <a:pt x="770804" y="584290"/>
                  </a:lnTo>
                  <a:lnTo>
                    <a:pt x="771368" y="583143"/>
                  </a:lnTo>
                  <a:lnTo>
                    <a:pt x="771905" y="582869"/>
                  </a:lnTo>
                  <a:lnTo>
                    <a:pt x="771103" y="581990"/>
                  </a:lnTo>
                  <a:lnTo>
                    <a:pt x="770943" y="581412"/>
                  </a:lnTo>
                  <a:lnTo>
                    <a:pt x="770906" y="578797"/>
                  </a:lnTo>
                  <a:lnTo>
                    <a:pt x="770560" y="576057"/>
                  </a:lnTo>
                  <a:lnTo>
                    <a:pt x="770023" y="574781"/>
                  </a:lnTo>
                  <a:lnTo>
                    <a:pt x="768503" y="572043"/>
                  </a:lnTo>
                  <a:lnTo>
                    <a:pt x="768252" y="571227"/>
                  </a:lnTo>
                  <a:lnTo>
                    <a:pt x="767985" y="568133"/>
                  </a:lnTo>
                  <a:lnTo>
                    <a:pt x="768135" y="566587"/>
                  </a:lnTo>
                  <a:lnTo>
                    <a:pt x="768529" y="565285"/>
                  </a:lnTo>
                  <a:lnTo>
                    <a:pt x="768305" y="564029"/>
                  </a:lnTo>
                  <a:lnTo>
                    <a:pt x="766895" y="561750"/>
                  </a:lnTo>
                  <a:lnTo>
                    <a:pt x="766350" y="559762"/>
                  </a:lnTo>
                  <a:lnTo>
                    <a:pt x="765747" y="554950"/>
                  </a:lnTo>
                  <a:lnTo>
                    <a:pt x="765193" y="548918"/>
                  </a:lnTo>
                  <a:lnTo>
                    <a:pt x="764563" y="544481"/>
                  </a:lnTo>
                  <a:lnTo>
                    <a:pt x="763857" y="541640"/>
                  </a:lnTo>
                  <a:lnTo>
                    <a:pt x="763699" y="539851"/>
                  </a:lnTo>
                  <a:lnTo>
                    <a:pt x="764090" y="539110"/>
                  </a:lnTo>
                  <a:lnTo>
                    <a:pt x="764597" y="536873"/>
                  </a:lnTo>
                  <a:lnTo>
                    <a:pt x="765056" y="536324"/>
                  </a:lnTo>
                  <a:lnTo>
                    <a:pt x="765765" y="536471"/>
                  </a:lnTo>
                  <a:lnTo>
                    <a:pt x="765781" y="536215"/>
                  </a:lnTo>
                  <a:lnTo>
                    <a:pt x="764700" y="535009"/>
                  </a:lnTo>
                  <a:lnTo>
                    <a:pt x="764167" y="533493"/>
                  </a:lnTo>
                  <a:lnTo>
                    <a:pt x="764190" y="532930"/>
                  </a:lnTo>
                  <a:lnTo>
                    <a:pt x="765144" y="531421"/>
                  </a:lnTo>
                  <a:lnTo>
                    <a:pt x="764972" y="530786"/>
                  </a:lnTo>
                  <a:lnTo>
                    <a:pt x="764266" y="529959"/>
                  </a:lnTo>
                  <a:lnTo>
                    <a:pt x="762111" y="528573"/>
                  </a:lnTo>
                  <a:lnTo>
                    <a:pt x="762888" y="528039"/>
                  </a:lnTo>
                  <a:lnTo>
                    <a:pt x="763382" y="526848"/>
                  </a:lnTo>
                  <a:lnTo>
                    <a:pt x="763284" y="526494"/>
                  </a:lnTo>
                  <a:lnTo>
                    <a:pt x="762430" y="526007"/>
                  </a:lnTo>
                  <a:lnTo>
                    <a:pt x="761446" y="525087"/>
                  </a:lnTo>
                  <a:lnTo>
                    <a:pt x="760700" y="523712"/>
                  </a:lnTo>
                  <a:lnTo>
                    <a:pt x="759782" y="521548"/>
                  </a:lnTo>
                  <a:lnTo>
                    <a:pt x="759221" y="519829"/>
                  </a:lnTo>
                  <a:lnTo>
                    <a:pt x="758670" y="516969"/>
                  </a:lnTo>
                  <a:lnTo>
                    <a:pt x="757716" y="513716"/>
                  </a:lnTo>
                  <a:lnTo>
                    <a:pt x="757299" y="512905"/>
                  </a:lnTo>
                  <a:lnTo>
                    <a:pt x="756822" y="512381"/>
                  </a:lnTo>
                  <a:lnTo>
                    <a:pt x="756285" y="512140"/>
                  </a:lnTo>
                  <a:lnTo>
                    <a:pt x="756305" y="511643"/>
                  </a:lnTo>
                  <a:lnTo>
                    <a:pt x="756882" y="510885"/>
                  </a:lnTo>
                  <a:lnTo>
                    <a:pt x="766215" y="505447"/>
                  </a:lnTo>
                  <a:lnTo>
                    <a:pt x="766992" y="504664"/>
                  </a:lnTo>
                  <a:lnTo>
                    <a:pt x="771573" y="501619"/>
                  </a:lnTo>
                  <a:lnTo>
                    <a:pt x="773688" y="499920"/>
                  </a:lnTo>
                  <a:lnTo>
                    <a:pt x="775844" y="497474"/>
                  </a:lnTo>
                  <a:lnTo>
                    <a:pt x="778778" y="494959"/>
                  </a:lnTo>
                  <a:lnTo>
                    <a:pt x="780207" y="493339"/>
                  </a:lnTo>
                  <a:lnTo>
                    <a:pt x="781110" y="491775"/>
                  </a:lnTo>
                  <a:lnTo>
                    <a:pt x="785765" y="485530"/>
                  </a:lnTo>
                  <a:lnTo>
                    <a:pt x="787737" y="482339"/>
                  </a:lnTo>
                  <a:lnTo>
                    <a:pt x="788879" y="479597"/>
                  </a:lnTo>
                  <a:lnTo>
                    <a:pt x="790538" y="476319"/>
                  </a:lnTo>
                  <a:lnTo>
                    <a:pt x="792714" y="472502"/>
                  </a:lnTo>
                  <a:lnTo>
                    <a:pt x="794087" y="469228"/>
                  </a:lnTo>
                  <a:lnTo>
                    <a:pt x="794660" y="466499"/>
                  </a:lnTo>
                  <a:lnTo>
                    <a:pt x="795372" y="461794"/>
                  </a:lnTo>
                  <a:lnTo>
                    <a:pt x="795576" y="457623"/>
                  </a:lnTo>
                  <a:lnTo>
                    <a:pt x="795702" y="451506"/>
                  </a:lnTo>
                  <a:lnTo>
                    <a:pt x="795629" y="446045"/>
                  </a:lnTo>
                  <a:lnTo>
                    <a:pt x="795045" y="437493"/>
                  </a:lnTo>
                  <a:lnTo>
                    <a:pt x="794693" y="434802"/>
                  </a:lnTo>
                  <a:lnTo>
                    <a:pt x="794026" y="431602"/>
                  </a:lnTo>
                  <a:lnTo>
                    <a:pt x="792412" y="425160"/>
                  </a:lnTo>
                  <a:lnTo>
                    <a:pt x="792121" y="423405"/>
                  </a:lnTo>
                  <a:lnTo>
                    <a:pt x="791121" y="420446"/>
                  </a:lnTo>
                  <a:lnTo>
                    <a:pt x="787840" y="412740"/>
                  </a:lnTo>
                  <a:lnTo>
                    <a:pt x="783738" y="407527"/>
                  </a:lnTo>
                  <a:lnTo>
                    <a:pt x="782957" y="406218"/>
                  </a:lnTo>
                  <a:lnTo>
                    <a:pt x="781333" y="404689"/>
                  </a:lnTo>
                  <a:lnTo>
                    <a:pt x="778864" y="402934"/>
                  </a:lnTo>
                  <a:lnTo>
                    <a:pt x="777267" y="401503"/>
                  </a:lnTo>
                  <a:lnTo>
                    <a:pt x="773095" y="396140"/>
                  </a:lnTo>
                  <a:lnTo>
                    <a:pt x="771721" y="395497"/>
                  </a:lnTo>
                  <a:lnTo>
                    <a:pt x="771192" y="394117"/>
                  </a:lnTo>
                  <a:lnTo>
                    <a:pt x="771078" y="393135"/>
                  </a:lnTo>
                  <a:lnTo>
                    <a:pt x="771236" y="390572"/>
                  </a:lnTo>
                  <a:lnTo>
                    <a:pt x="771479" y="388799"/>
                  </a:lnTo>
                  <a:lnTo>
                    <a:pt x="771774" y="387493"/>
                  </a:lnTo>
                  <a:lnTo>
                    <a:pt x="772122" y="386652"/>
                  </a:lnTo>
                  <a:lnTo>
                    <a:pt x="774418" y="382713"/>
                  </a:lnTo>
                  <a:lnTo>
                    <a:pt x="775704" y="379561"/>
                  </a:lnTo>
                  <a:lnTo>
                    <a:pt x="776600" y="377834"/>
                  </a:lnTo>
                  <a:lnTo>
                    <a:pt x="777587" y="376495"/>
                  </a:lnTo>
                  <a:lnTo>
                    <a:pt x="779374" y="374736"/>
                  </a:lnTo>
                  <a:lnTo>
                    <a:pt x="780388" y="372520"/>
                  </a:lnTo>
                  <a:lnTo>
                    <a:pt x="780156" y="371622"/>
                  </a:lnTo>
                  <a:lnTo>
                    <a:pt x="779351" y="370644"/>
                  </a:lnTo>
                  <a:lnTo>
                    <a:pt x="779174" y="369690"/>
                  </a:lnTo>
                  <a:lnTo>
                    <a:pt x="780532" y="367256"/>
                  </a:lnTo>
                  <a:lnTo>
                    <a:pt x="780723" y="366582"/>
                  </a:lnTo>
                  <a:lnTo>
                    <a:pt x="780550" y="364291"/>
                  </a:lnTo>
                  <a:lnTo>
                    <a:pt x="780814" y="363777"/>
                  </a:lnTo>
                  <a:lnTo>
                    <a:pt x="782489" y="363640"/>
                  </a:lnTo>
                  <a:lnTo>
                    <a:pt x="784880" y="366929"/>
                  </a:lnTo>
                  <a:lnTo>
                    <a:pt x="785467" y="366642"/>
                  </a:lnTo>
                  <a:lnTo>
                    <a:pt x="784702" y="365735"/>
                  </a:lnTo>
                  <a:lnTo>
                    <a:pt x="783786" y="363521"/>
                  </a:lnTo>
                  <a:lnTo>
                    <a:pt x="783918" y="362602"/>
                  </a:lnTo>
                  <a:lnTo>
                    <a:pt x="785682" y="360209"/>
                  </a:lnTo>
                  <a:lnTo>
                    <a:pt x="785731" y="359123"/>
                  </a:lnTo>
                  <a:lnTo>
                    <a:pt x="785228" y="357617"/>
                  </a:lnTo>
                  <a:lnTo>
                    <a:pt x="785172" y="356413"/>
                  </a:lnTo>
                  <a:lnTo>
                    <a:pt x="786206" y="353549"/>
                  </a:lnTo>
                  <a:lnTo>
                    <a:pt x="785927" y="352948"/>
                  </a:lnTo>
                  <a:lnTo>
                    <a:pt x="783023" y="352394"/>
                  </a:lnTo>
                  <a:lnTo>
                    <a:pt x="782545" y="351594"/>
                  </a:lnTo>
                  <a:lnTo>
                    <a:pt x="782714" y="351216"/>
                  </a:lnTo>
                  <a:lnTo>
                    <a:pt x="784081" y="350255"/>
                  </a:lnTo>
                  <a:lnTo>
                    <a:pt x="784186" y="349892"/>
                  </a:lnTo>
                  <a:lnTo>
                    <a:pt x="781770" y="343489"/>
                  </a:lnTo>
                  <a:lnTo>
                    <a:pt x="781366" y="341580"/>
                  </a:lnTo>
                  <a:lnTo>
                    <a:pt x="782393" y="339226"/>
                  </a:lnTo>
                  <a:lnTo>
                    <a:pt x="783561" y="338163"/>
                  </a:lnTo>
                  <a:lnTo>
                    <a:pt x="783412" y="337558"/>
                  </a:lnTo>
                  <a:lnTo>
                    <a:pt x="781884" y="337449"/>
                  </a:lnTo>
                  <a:lnTo>
                    <a:pt x="780952" y="337127"/>
                  </a:lnTo>
                  <a:lnTo>
                    <a:pt x="780016" y="335293"/>
                  </a:lnTo>
                  <a:lnTo>
                    <a:pt x="780381" y="334135"/>
                  </a:lnTo>
                  <a:lnTo>
                    <a:pt x="780714" y="333605"/>
                  </a:lnTo>
                  <a:lnTo>
                    <a:pt x="781622" y="330871"/>
                  </a:lnTo>
                  <a:lnTo>
                    <a:pt x="782500" y="330307"/>
                  </a:lnTo>
                  <a:lnTo>
                    <a:pt x="782333" y="329816"/>
                  </a:lnTo>
                  <a:lnTo>
                    <a:pt x="779020" y="330979"/>
                  </a:lnTo>
                  <a:lnTo>
                    <a:pt x="777457" y="330023"/>
                  </a:lnTo>
                  <a:lnTo>
                    <a:pt x="775923" y="330277"/>
                  </a:lnTo>
                  <a:lnTo>
                    <a:pt x="775197" y="329995"/>
                  </a:lnTo>
                  <a:lnTo>
                    <a:pt x="775464" y="329018"/>
                  </a:lnTo>
                  <a:lnTo>
                    <a:pt x="778247" y="324573"/>
                  </a:lnTo>
                  <a:lnTo>
                    <a:pt x="779531" y="322168"/>
                  </a:lnTo>
                  <a:lnTo>
                    <a:pt x="780334" y="319996"/>
                  </a:lnTo>
                  <a:lnTo>
                    <a:pt x="780759" y="318552"/>
                  </a:lnTo>
                  <a:lnTo>
                    <a:pt x="780806" y="317835"/>
                  </a:lnTo>
                  <a:lnTo>
                    <a:pt x="780524" y="313038"/>
                  </a:lnTo>
                  <a:lnTo>
                    <a:pt x="780690" y="311728"/>
                  </a:lnTo>
                  <a:lnTo>
                    <a:pt x="781767" y="310507"/>
                  </a:lnTo>
                  <a:lnTo>
                    <a:pt x="783427" y="308213"/>
                  </a:lnTo>
                  <a:lnTo>
                    <a:pt x="781156" y="306141"/>
                  </a:lnTo>
                  <a:lnTo>
                    <a:pt x="779733" y="304121"/>
                  </a:lnTo>
                  <a:lnTo>
                    <a:pt x="778793" y="303118"/>
                  </a:lnTo>
                  <a:lnTo>
                    <a:pt x="778082" y="302139"/>
                  </a:lnTo>
                  <a:lnTo>
                    <a:pt x="777171" y="300064"/>
                  </a:lnTo>
                  <a:lnTo>
                    <a:pt x="776478" y="297366"/>
                  </a:lnTo>
                  <a:lnTo>
                    <a:pt x="775742" y="291929"/>
                  </a:lnTo>
                  <a:lnTo>
                    <a:pt x="775621" y="288935"/>
                  </a:lnTo>
                  <a:lnTo>
                    <a:pt x="775789" y="286761"/>
                  </a:lnTo>
                  <a:lnTo>
                    <a:pt x="776095" y="285702"/>
                  </a:lnTo>
                  <a:lnTo>
                    <a:pt x="776594" y="284600"/>
                  </a:lnTo>
                  <a:lnTo>
                    <a:pt x="778670" y="282497"/>
                  </a:lnTo>
                  <a:lnTo>
                    <a:pt x="782322" y="279400"/>
                  </a:lnTo>
                  <a:lnTo>
                    <a:pt x="785179" y="278185"/>
                  </a:lnTo>
                  <a:lnTo>
                    <a:pt x="787241" y="278851"/>
                  </a:lnTo>
                  <a:lnTo>
                    <a:pt x="791263" y="279577"/>
                  </a:lnTo>
                  <a:lnTo>
                    <a:pt x="794509" y="281342"/>
                  </a:lnTo>
                  <a:lnTo>
                    <a:pt x="804374" y="285768"/>
                  </a:lnTo>
                  <a:lnTo>
                    <a:pt x="806118" y="287729"/>
                  </a:lnTo>
                  <a:lnTo>
                    <a:pt x="804468" y="289387"/>
                  </a:lnTo>
                  <a:lnTo>
                    <a:pt x="804708" y="289795"/>
                  </a:lnTo>
                  <a:lnTo>
                    <a:pt x="808422" y="286638"/>
                  </a:lnTo>
                  <a:lnTo>
                    <a:pt x="809404" y="286028"/>
                  </a:lnTo>
                  <a:lnTo>
                    <a:pt x="810244" y="285879"/>
                  </a:lnTo>
                  <a:lnTo>
                    <a:pt x="813047" y="287102"/>
                  </a:lnTo>
                  <a:lnTo>
                    <a:pt x="814173" y="287288"/>
                  </a:lnTo>
                  <a:lnTo>
                    <a:pt x="815595" y="288305"/>
                  </a:lnTo>
                  <a:lnTo>
                    <a:pt x="818988" y="291684"/>
                  </a:lnTo>
                  <a:lnTo>
                    <a:pt x="819231" y="291403"/>
                  </a:lnTo>
                  <a:lnTo>
                    <a:pt x="818281" y="289681"/>
                  </a:lnTo>
                  <a:lnTo>
                    <a:pt x="818825" y="288863"/>
                  </a:lnTo>
                  <a:lnTo>
                    <a:pt x="821498" y="287070"/>
                  </a:lnTo>
                  <a:lnTo>
                    <a:pt x="824258" y="285605"/>
                  </a:lnTo>
                  <a:lnTo>
                    <a:pt x="826220" y="284168"/>
                  </a:lnTo>
                  <a:lnTo>
                    <a:pt x="828301" y="282267"/>
                  </a:lnTo>
                  <a:lnTo>
                    <a:pt x="829706" y="281251"/>
                  </a:lnTo>
                  <a:lnTo>
                    <a:pt x="830433" y="281121"/>
                  </a:lnTo>
                  <a:lnTo>
                    <a:pt x="831360" y="281681"/>
                  </a:lnTo>
                  <a:lnTo>
                    <a:pt x="833848" y="284203"/>
                  </a:lnTo>
                  <a:lnTo>
                    <a:pt x="835444" y="285497"/>
                  </a:lnTo>
                  <a:lnTo>
                    <a:pt x="836725" y="286853"/>
                  </a:lnTo>
                  <a:lnTo>
                    <a:pt x="838525" y="289244"/>
                  </a:lnTo>
                  <a:lnTo>
                    <a:pt x="839228" y="289771"/>
                  </a:lnTo>
                  <a:lnTo>
                    <a:pt x="840592" y="291397"/>
                  </a:lnTo>
                  <a:lnTo>
                    <a:pt x="842404" y="291228"/>
                  </a:lnTo>
                  <a:lnTo>
                    <a:pt x="842997" y="291421"/>
                  </a:lnTo>
                  <a:lnTo>
                    <a:pt x="843196" y="291737"/>
                  </a:lnTo>
                  <a:lnTo>
                    <a:pt x="843502" y="292838"/>
                  </a:lnTo>
                  <a:lnTo>
                    <a:pt x="843661" y="293542"/>
                  </a:lnTo>
                  <a:lnTo>
                    <a:pt x="843673" y="294297"/>
                  </a:lnTo>
                  <a:lnTo>
                    <a:pt x="843255" y="296422"/>
                  </a:lnTo>
                  <a:lnTo>
                    <a:pt x="841952" y="299817"/>
                  </a:lnTo>
                  <a:lnTo>
                    <a:pt x="842498" y="299871"/>
                  </a:lnTo>
                  <a:lnTo>
                    <a:pt x="843321" y="299143"/>
                  </a:lnTo>
                  <a:lnTo>
                    <a:pt x="844392" y="297846"/>
                  </a:lnTo>
                  <a:lnTo>
                    <a:pt x="845235" y="297387"/>
                  </a:lnTo>
                  <a:lnTo>
                    <a:pt x="847022" y="298418"/>
                  </a:lnTo>
                  <a:lnTo>
                    <a:pt x="848683" y="300078"/>
                  </a:lnTo>
                  <a:lnTo>
                    <a:pt x="849271" y="300958"/>
                  </a:lnTo>
                  <a:lnTo>
                    <a:pt x="849917" y="302394"/>
                  </a:lnTo>
                  <a:lnTo>
                    <a:pt x="850469" y="303131"/>
                  </a:lnTo>
                  <a:lnTo>
                    <a:pt x="850979" y="304550"/>
                  </a:lnTo>
                  <a:lnTo>
                    <a:pt x="850943" y="305010"/>
                  </a:lnTo>
                  <a:lnTo>
                    <a:pt x="850461" y="305698"/>
                  </a:lnTo>
                  <a:lnTo>
                    <a:pt x="848425" y="306861"/>
                  </a:lnTo>
                  <a:lnTo>
                    <a:pt x="848810" y="307298"/>
                  </a:lnTo>
                  <a:lnTo>
                    <a:pt x="851189" y="306568"/>
                  </a:lnTo>
                  <a:lnTo>
                    <a:pt x="851913" y="305850"/>
                  </a:lnTo>
                  <a:lnTo>
                    <a:pt x="852433" y="304648"/>
                  </a:lnTo>
                  <a:lnTo>
                    <a:pt x="853126" y="304306"/>
                  </a:lnTo>
                  <a:lnTo>
                    <a:pt x="855937" y="306414"/>
                  </a:lnTo>
                  <a:lnTo>
                    <a:pt x="856350" y="307147"/>
                  </a:lnTo>
                  <a:lnTo>
                    <a:pt x="856170" y="307722"/>
                  </a:lnTo>
                  <a:lnTo>
                    <a:pt x="855716" y="308372"/>
                  </a:lnTo>
                  <a:lnTo>
                    <a:pt x="854487" y="309086"/>
                  </a:lnTo>
                  <a:lnTo>
                    <a:pt x="853435" y="310881"/>
                  </a:lnTo>
                  <a:lnTo>
                    <a:pt x="853270" y="311656"/>
                  </a:lnTo>
                  <a:lnTo>
                    <a:pt x="854020" y="312205"/>
                  </a:lnTo>
                  <a:lnTo>
                    <a:pt x="855850" y="312443"/>
                  </a:lnTo>
                  <a:lnTo>
                    <a:pt x="855836" y="312869"/>
                  </a:lnTo>
                  <a:lnTo>
                    <a:pt x="854779" y="313657"/>
                  </a:lnTo>
                  <a:lnTo>
                    <a:pt x="854639" y="314685"/>
                  </a:lnTo>
                  <a:lnTo>
                    <a:pt x="857008" y="318349"/>
                  </a:lnTo>
                  <a:lnTo>
                    <a:pt x="858597" y="319955"/>
                  </a:lnTo>
                  <a:lnTo>
                    <a:pt x="859514" y="320249"/>
                  </a:lnTo>
                  <a:lnTo>
                    <a:pt x="861652" y="320321"/>
                  </a:lnTo>
                  <a:lnTo>
                    <a:pt x="863382" y="320942"/>
                  </a:lnTo>
                  <a:lnTo>
                    <a:pt x="867228" y="323021"/>
                  </a:lnTo>
                  <a:lnTo>
                    <a:pt x="869480" y="323396"/>
                  </a:lnTo>
                  <a:lnTo>
                    <a:pt x="871419" y="322761"/>
                  </a:lnTo>
                  <a:lnTo>
                    <a:pt x="872707" y="322622"/>
                  </a:lnTo>
                  <a:lnTo>
                    <a:pt x="873843" y="323453"/>
                  </a:lnTo>
                  <a:lnTo>
                    <a:pt x="874204" y="324041"/>
                  </a:lnTo>
                  <a:lnTo>
                    <a:pt x="874375" y="325209"/>
                  </a:lnTo>
                  <a:lnTo>
                    <a:pt x="874353" y="326961"/>
                  </a:lnTo>
                  <a:lnTo>
                    <a:pt x="874977" y="328189"/>
                  </a:lnTo>
                  <a:lnTo>
                    <a:pt x="876247" y="328891"/>
                  </a:lnTo>
                  <a:lnTo>
                    <a:pt x="877273" y="328785"/>
                  </a:lnTo>
                  <a:lnTo>
                    <a:pt x="878616" y="327408"/>
                  </a:lnTo>
                  <a:lnTo>
                    <a:pt x="879751" y="327173"/>
                  </a:lnTo>
                  <a:lnTo>
                    <a:pt x="880132" y="326141"/>
                  </a:lnTo>
                  <a:lnTo>
                    <a:pt x="880467" y="324233"/>
                  </a:lnTo>
                  <a:lnTo>
                    <a:pt x="880797" y="323188"/>
                  </a:lnTo>
                  <a:lnTo>
                    <a:pt x="881620" y="322888"/>
                  </a:lnTo>
                  <a:lnTo>
                    <a:pt x="882282" y="323456"/>
                  </a:lnTo>
                  <a:lnTo>
                    <a:pt x="882670" y="324328"/>
                  </a:lnTo>
                  <a:lnTo>
                    <a:pt x="883380" y="326942"/>
                  </a:lnTo>
                  <a:lnTo>
                    <a:pt x="883578" y="328112"/>
                  </a:lnTo>
                  <a:lnTo>
                    <a:pt x="883499" y="329179"/>
                  </a:lnTo>
                  <a:lnTo>
                    <a:pt x="883144" y="330140"/>
                  </a:lnTo>
                  <a:lnTo>
                    <a:pt x="882447" y="331164"/>
                  </a:lnTo>
                  <a:lnTo>
                    <a:pt x="881407" y="332253"/>
                  </a:lnTo>
                  <a:lnTo>
                    <a:pt x="880590" y="333817"/>
                  </a:lnTo>
                  <a:lnTo>
                    <a:pt x="879591" y="337433"/>
                  </a:lnTo>
                  <a:lnTo>
                    <a:pt x="879222" y="339796"/>
                  </a:lnTo>
                  <a:lnTo>
                    <a:pt x="879121" y="341192"/>
                  </a:lnTo>
                  <a:lnTo>
                    <a:pt x="879165" y="342720"/>
                  </a:lnTo>
                  <a:lnTo>
                    <a:pt x="879354" y="344382"/>
                  </a:lnTo>
                  <a:lnTo>
                    <a:pt x="879750" y="345751"/>
                  </a:lnTo>
                  <a:lnTo>
                    <a:pt x="880681" y="347689"/>
                  </a:lnTo>
                  <a:lnTo>
                    <a:pt x="880734" y="348332"/>
                  </a:lnTo>
                  <a:lnTo>
                    <a:pt x="880803" y="349902"/>
                  </a:lnTo>
                  <a:lnTo>
                    <a:pt x="880722" y="350592"/>
                  </a:lnTo>
                  <a:lnTo>
                    <a:pt x="880179" y="351958"/>
                  </a:lnTo>
                  <a:lnTo>
                    <a:pt x="878675" y="353322"/>
                  </a:lnTo>
                  <a:lnTo>
                    <a:pt x="876612" y="353673"/>
                  </a:lnTo>
                  <a:lnTo>
                    <a:pt x="869868" y="353751"/>
                  </a:lnTo>
                  <a:lnTo>
                    <a:pt x="868073" y="353425"/>
                  </a:lnTo>
                  <a:lnTo>
                    <a:pt x="868506" y="354665"/>
                  </a:lnTo>
                  <a:lnTo>
                    <a:pt x="870395" y="355061"/>
                  </a:lnTo>
                  <a:lnTo>
                    <a:pt x="872120" y="355045"/>
                  </a:lnTo>
                  <a:lnTo>
                    <a:pt x="878551" y="355829"/>
                  </a:lnTo>
                  <a:lnTo>
                    <a:pt x="879436" y="356623"/>
                  </a:lnTo>
                  <a:lnTo>
                    <a:pt x="880183" y="358019"/>
                  </a:lnTo>
                  <a:lnTo>
                    <a:pt x="880716" y="359465"/>
                  </a:lnTo>
                  <a:lnTo>
                    <a:pt x="881245" y="362405"/>
                  </a:lnTo>
                  <a:lnTo>
                    <a:pt x="881343" y="363801"/>
                  </a:lnTo>
                  <a:lnTo>
                    <a:pt x="881060" y="365349"/>
                  </a:lnTo>
                  <a:lnTo>
                    <a:pt x="880396" y="367051"/>
                  </a:lnTo>
                  <a:lnTo>
                    <a:pt x="879949" y="369317"/>
                  </a:lnTo>
                  <a:lnTo>
                    <a:pt x="879721" y="372150"/>
                  </a:lnTo>
                  <a:lnTo>
                    <a:pt x="880079" y="373651"/>
                  </a:lnTo>
                  <a:lnTo>
                    <a:pt x="883557" y="373768"/>
                  </a:lnTo>
                  <a:lnTo>
                    <a:pt x="884248" y="374793"/>
                  </a:lnTo>
                  <a:lnTo>
                    <a:pt x="884169" y="375558"/>
                  </a:lnTo>
                  <a:lnTo>
                    <a:pt x="882934" y="378429"/>
                  </a:lnTo>
                  <a:lnTo>
                    <a:pt x="882820" y="379245"/>
                  </a:lnTo>
                  <a:lnTo>
                    <a:pt x="883383" y="381182"/>
                  </a:lnTo>
                  <a:lnTo>
                    <a:pt x="883306" y="381733"/>
                  </a:lnTo>
                  <a:lnTo>
                    <a:pt x="882964" y="382296"/>
                  </a:lnTo>
                  <a:lnTo>
                    <a:pt x="882636" y="383749"/>
                  </a:lnTo>
                  <a:lnTo>
                    <a:pt x="882322" y="386094"/>
                  </a:lnTo>
                  <a:lnTo>
                    <a:pt x="881933" y="387613"/>
                  </a:lnTo>
                  <a:lnTo>
                    <a:pt x="880988" y="388787"/>
                  </a:lnTo>
                  <a:lnTo>
                    <a:pt x="880492" y="389044"/>
                  </a:lnTo>
                  <a:lnTo>
                    <a:pt x="880135" y="388733"/>
                  </a:lnTo>
                  <a:lnTo>
                    <a:pt x="879201" y="385534"/>
                  </a:lnTo>
                  <a:lnTo>
                    <a:pt x="878816" y="385058"/>
                  </a:lnTo>
                  <a:lnTo>
                    <a:pt x="878452" y="385358"/>
                  </a:lnTo>
                  <a:lnTo>
                    <a:pt x="878269" y="385854"/>
                  </a:lnTo>
                  <a:lnTo>
                    <a:pt x="878268" y="386545"/>
                  </a:lnTo>
                  <a:lnTo>
                    <a:pt x="878108" y="387261"/>
                  </a:lnTo>
                  <a:lnTo>
                    <a:pt x="877787" y="388000"/>
                  </a:lnTo>
                  <a:lnTo>
                    <a:pt x="876410" y="389176"/>
                  </a:lnTo>
                  <a:lnTo>
                    <a:pt x="874179" y="389972"/>
                  </a:lnTo>
                  <a:lnTo>
                    <a:pt x="874248" y="390823"/>
                  </a:lnTo>
                  <a:lnTo>
                    <a:pt x="875746" y="391279"/>
                  </a:lnTo>
                  <a:lnTo>
                    <a:pt x="877652" y="392703"/>
                  </a:lnTo>
                  <a:lnTo>
                    <a:pt x="878746" y="392930"/>
                  </a:lnTo>
                  <a:lnTo>
                    <a:pt x="880465" y="391779"/>
                  </a:lnTo>
                  <a:lnTo>
                    <a:pt x="883781" y="388160"/>
                  </a:lnTo>
                  <a:lnTo>
                    <a:pt x="885148" y="387179"/>
                  </a:lnTo>
                  <a:lnTo>
                    <a:pt x="886352" y="386803"/>
                  </a:lnTo>
                  <a:lnTo>
                    <a:pt x="887708" y="386756"/>
                  </a:lnTo>
                  <a:lnTo>
                    <a:pt x="889215" y="387032"/>
                  </a:lnTo>
                  <a:lnTo>
                    <a:pt x="892217" y="386570"/>
                  </a:lnTo>
                  <a:lnTo>
                    <a:pt x="892969" y="386915"/>
                  </a:lnTo>
                  <a:lnTo>
                    <a:pt x="893887" y="387711"/>
                  </a:lnTo>
                  <a:lnTo>
                    <a:pt x="894973" y="388965"/>
                  </a:lnTo>
                  <a:lnTo>
                    <a:pt x="895720" y="390170"/>
                  </a:lnTo>
                  <a:lnTo>
                    <a:pt x="896129" y="391328"/>
                  </a:lnTo>
                  <a:lnTo>
                    <a:pt x="896804" y="395704"/>
                  </a:lnTo>
                  <a:lnTo>
                    <a:pt x="897711" y="396850"/>
                  </a:lnTo>
                  <a:lnTo>
                    <a:pt x="897931" y="397691"/>
                  </a:lnTo>
                  <a:lnTo>
                    <a:pt x="898002" y="398980"/>
                  </a:lnTo>
                  <a:lnTo>
                    <a:pt x="897947" y="401502"/>
                  </a:lnTo>
                  <a:lnTo>
                    <a:pt x="896949" y="406593"/>
                  </a:lnTo>
                  <a:lnTo>
                    <a:pt x="896433" y="408475"/>
                  </a:lnTo>
                  <a:lnTo>
                    <a:pt x="895056" y="411043"/>
                  </a:lnTo>
                  <a:lnTo>
                    <a:pt x="893468" y="412209"/>
                  </a:lnTo>
                  <a:lnTo>
                    <a:pt x="890643" y="413302"/>
                  </a:lnTo>
                  <a:lnTo>
                    <a:pt x="889168" y="414220"/>
                  </a:lnTo>
                  <a:lnTo>
                    <a:pt x="888056" y="415484"/>
                  </a:lnTo>
                  <a:lnTo>
                    <a:pt x="887989" y="416179"/>
                  </a:lnTo>
                  <a:lnTo>
                    <a:pt x="891196" y="414012"/>
                  </a:lnTo>
                  <a:lnTo>
                    <a:pt x="894724" y="412953"/>
                  </a:lnTo>
                  <a:lnTo>
                    <a:pt x="895729" y="411769"/>
                  </a:lnTo>
                  <a:lnTo>
                    <a:pt x="896491" y="410617"/>
                  </a:lnTo>
                  <a:lnTo>
                    <a:pt x="897265" y="408048"/>
                  </a:lnTo>
                  <a:lnTo>
                    <a:pt x="898667" y="401402"/>
                  </a:lnTo>
                  <a:lnTo>
                    <a:pt x="899463" y="399311"/>
                  </a:lnTo>
                  <a:lnTo>
                    <a:pt x="900573" y="398958"/>
                  </a:lnTo>
                  <a:lnTo>
                    <a:pt x="901065" y="399669"/>
                  </a:lnTo>
                  <a:lnTo>
                    <a:pt x="902217" y="403565"/>
                  </a:lnTo>
                  <a:lnTo>
                    <a:pt x="902211" y="404559"/>
                  </a:lnTo>
                  <a:lnTo>
                    <a:pt x="901926" y="405402"/>
                  </a:lnTo>
                  <a:lnTo>
                    <a:pt x="900045" y="409192"/>
                  </a:lnTo>
                  <a:lnTo>
                    <a:pt x="900722" y="408805"/>
                  </a:lnTo>
                  <a:lnTo>
                    <a:pt x="902611" y="405243"/>
                  </a:lnTo>
                  <a:lnTo>
                    <a:pt x="903013" y="404130"/>
                  </a:lnTo>
                  <a:lnTo>
                    <a:pt x="903236" y="402499"/>
                  </a:lnTo>
                  <a:lnTo>
                    <a:pt x="903844" y="401343"/>
                  </a:lnTo>
                  <a:lnTo>
                    <a:pt x="904077" y="401909"/>
                  </a:lnTo>
                  <a:lnTo>
                    <a:pt x="904662" y="406094"/>
                  </a:lnTo>
                  <a:lnTo>
                    <a:pt x="904681" y="409154"/>
                  </a:lnTo>
                  <a:lnTo>
                    <a:pt x="904775" y="410136"/>
                  </a:lnTo>
                  <a:lnTo>
                    <a:pt x="904564" y="413040"/>
                  </a:lnTo>
                  <a:lnTo>
                    <a:pt x="904803" y="413561"/>
                  </a:lnTo>
                  <a:lnTo>
                    <a:pt x="905371" y="411049"/>
                  </a:lnTo>
                  <a:lnTo>
                    <a:pt x="905557" y="409151"/>
                  </a:lnTo>
                  <a:lnTo>
                    <a:pt x="905814" y="407798"/>
                  </a:lnTo>
                  <a:lnTo>
                    <a:pt x="906144" y="406990"/>
                  </a:lnTo>
                  <a:lnTo>
                    <a:pt x="908459" y="404433"/>
                  </a:lnTo>
                  <a:lnTo>
                    <a:pt x="911163" y="402354"/>
                  </a:lnTo>
                  <a:lnTo>
                    <a:pt x="912933" y="400506"/>
                  </a:lnTo>
                  <a:lnTo>
                    <a:pt x="914402" y="399623"/>
                  </a:lnTo>
                  <a:lnTo>
                    <a:pt x="916601" y="398789"/>
                  </a:lnTo>
                  <a:lnTo>
                    <a:pt x="918011" y="397078"/>
                  </a:lnTo>
                  <a:lnTo>
                    <a:pt x="918630" y="394487"/>
                  </a:lnTo>
                  <a:lnTo>
                    <a:pt x="919157" y="392693"/>
                  </a:lnTo>
                  <a:lnTo>
                    <a:pt x="919590" y="391700"/>
                  </a:lnTo>
                  <a:lnTo>
                    <a:pt x="921040" y="389920"/>
                  </a:lnTo>
                  <a:lnTo>
                    <a:pt x="921829" y="389821"/>
                  </a:lnTo>
                  <a:lnTo>
                    <a:pt x="922583" y="390478"/>
                  </a:lnTo>
                  <a:lnTo>
                    <a:pt x="923437" y="391813"/>
                  </a:lnTo>
                  <a:lnTo>
                    <a:pt x="924390" y="393824"/>
                  </a:lnTo>
                  <a:lnTo>
                    <a:pt x="924962" y="395403"/>
                  </a:lnTo>
                  <a:lnTo>
                    <a:pt x="925148" y="396550"/>
                  </a:lnTo>
                  <a:lnTo>
                    <a:pt x="925302" y="400568"/>
                  </a:lnTo>
                  <a:lnTo>
                    <a:pt x="925483" y="400557"/>
                  </a:lnTo>
                  <a:lnTo>
                    <a:pt x="926361" y="397488"/>
                  </a:lnTo>
                  <a:lnTo>
                    <a:pt x="926464" y="396397"/>
                  </a:lnTo>
                  <a:lnTo>
                    <a:pt x="926402" y="395245"/>
                  </a:lnTo>
                  <a:lnTo>
                    <a:pt x="926134" y="394096"/>
                  </a:lnTo>
                  <a:lnTo>
                    <a:pt x="925250" y="391587"/>
                  </a:lnTo>
                  <a:lnTo>
                    <a:pt x="924903" y="390017"/>
                  </a:lnTo>
                  <a:lnTo>
                    <a:pt x="924981" y="389049"/>
                  </a:lnTo>
                  <a:lnTo>
                    <a:pt x="925919" y="388500"/>
                  </a:lnTo>
                  <a:lnTo>
                    <a:pt x="927304" y="388281"/>
                  </a:lnTo>
                  <a:lnTo>
                    <a:pt x="927537" y="387871"/>
                  </a:lnTo>
                  <a:lnTo>
                    <a:pt x="926519" y="386834"/>
                  </a:lnTo>
                  <a:lnTo>
                    <a:pt x="926491" y="386271"/>
                  </a:lnTo>
                  <a:lnTo>
                    <a:pt x="927469" y="384427"/>
                  </a:lnTo>
                  <a:lnTo>
                    <a:pt x="928044" y="384326"/>
                  </a:lnTo>
                  <a:lnTo>
                    <a:pt x="929170" y="384618"/>
                  </a:lnTo>
                  <a:lnTo>
                    <a:pt x="928944" y="383673"/>
                  </a:lnTo>
                  <a:lnTo>
                    <a:pt x="928955" y="383047"/>
                  </a:lnTo>
                  <a:lnTo>
                    <a:pt x="929273" y="382802"/>
                  </a:lnTo>
                  <a:lnTo>
                    <a:pt x="931139" y="383399"/>
                  </a:lnTo>
                  <a:lnTo>
                    <a:pt x="931358" y="382679"/>
                  </a:lnTo>
                  <a:lnTo>
                    <a:pt x="932963" y="382614"/>
                  </a:lnTo>
                  <a:lnTo>
                    <a:pt x="933119" y="381970"/>
                  </a:lnTo>
                  <a:lnTo>
                    <a:pt x="931732" y="381051"/>
                  </a:lnTo>
                  <a:lnTo>
                    <a:pt x="930371" y="380477"/>
                  </a:lnTo>
                  <a:lnTo>
                    <a:pt x="929957" y="379975"/>
                  </a:lnTo>
                  <a:lnTo>
                    <a:pt x="929639" y="379234"/>
                  </a:lnTo>
                  <a:lnTo>
                    <a:pt x="929214" y="377445"/>
                  </a:lnTo>
                  <a:lnTo>
                    <a:pt x="929317" y="376971"/>
                  </a:lnTo>
                  <a:lnTo>
                    <a:pt x="929699" y="376962"/>
                  </a:lnTo>
                  <a:lnTo>
                    <a:pt x="930360" y="377451"/>
                  </a:lnTo>
                  <a:lnTo>
                    <a:pt x="930720" y="376510"/>
                  </a:lnTo>
                  <a:lnTo>
                    <a:pt x="931123" y="374301"/>
                  </a:lnTo>
                  <a:lnTo>
                    <a:pt x="931524" y="373395"/>
                  </a:lnTo>
                  <a:lnTo>
                    <a:pt x="932772" y="374442"/>
                  </a:lnTo>
                  <a:lnTo>
                    <a:pt x="932826" y="373991"/>
                  </a:lnTo>
                  <a:lnTo>
                    <a:pt x="931814" y="370518"/>
                  </a:lnTo>
                  <a:lnTo>
                    <a:pt x="931990" y="369852"/>
                  </a:lnTo>
                  <a:lnTo>
                    <a:pt x="933537" y="369601"/>
                  </a:lnTo>
                  <a:lnTo>
                    <a:pt x="934474" y="370034"/>
                  </a:lnTo>
                  <a:lnTo>
                    <a:pt x="936935" y="372579"/>
                  </a:lnTo>
                  <a:lnTo>
                    <a:pt x="937380" y="372287"/>
                  </a:lnTo>
                  <a:lnTo>
                    <a:pt x="937003" y="371590"/>
                  </a:lnTo>
                  <a:lnTo>
                    <a:pt x="935743" y="370090"/>
                  </a:lnTo>
                  <a:lnTo>
                    <a:pt x="934605" y="369109"/>
                  </a:lnTo>
                  <a:lnTo>
                    <a:pt x="933589" y="368648"/>
                  </a:lnTo>
                  <a:lnTo>
                    <a:pt x="932825" y="367812"/>
                  </a:lnTo>
                  <a:lnTo>
                    <a:pt x="931988" y="365523"/>
                  </a:lnTo>
                  <a:lnTo>
                    <a:pt x="931849" y="364581"/>
                  </a:lnTo>
                  <a:lnTo>
                    <a:pt x="931919" y="363353"/>
                  </a:lnTo>
                  <a:lnTo>
                    <a:pt x="932504" y="360804"/>
                  </a:lnTo>
                  <a:lnTo>
                    <a:pt x="932840" y="360251"/>
                  </a:lnTo>
                  <a:lnTo>
                    <a:pt x="933436" y="359841"/>
                  </a:lnTo>
                  <a:lnTo>
                    <a:pt x="934289" y="359576"/>
                  </a:lnTo>
                  <a:lnTo>
                    <a:pt x="935233" y="359829"/>
                  </a:lnTo>
                  <a:lnTo>
                    <a:pt x="937180" y="361505"/>
                  </a:lnTo>
                  <a:lnTo>
                    <a:pt x="937505" y="360975"/>
                  </a:lnTo>
                  <a:lnTo>
                    <a:pt x="936454" y="360062"/>
                  </a:lnTo>
                  <a:lnTo>
                    <a:pt x="935887" y="359220"/>
                  </a:lnTo>
                  <a:lnTo>
                    <a:pt x="935614" y="358140"/>
                  </a:lnTo>
                  <a:lnTo>
                    <a:pt x="935733" y="356918"/>
                  </a:lnTo>
                  <a:lnTo>
                    <a:pt x="936558" y="354395"/>
                  </a:lnTo>
                  <a:lnTo>
                    <a:pt x="936947" y="352362"/>
                  </a:lnTo>
                  <a:lnTo>
                    <a:pt x="938701" y="346754"/>
                  </a:lnTo>
                  <a:lnTo>
                    <a:pt x="939215" y="345734"/>
                  </a:lnTo>
                  <a:lnTo>
                    <a:pt x="939765" y="345090"/>
                  </a:lnTo>
                  <a:lnTo>
                    <a:pt x="940106" y="344418"/>
                  </a:lnTo>
                  <a:lnTo>
                    <a:pt x="941482" y="344268"/>
                  </a:lnTo>
                  <a:lnTo>
                    <a:pt x="944029" y="346273"/>
                  </a:lnTo>
                  <a:lnTo>
                    <a:pt x="944808" y="347459"/>
                  </a:lnTo>
                  <a:lnTo>
                    <a:pt x="945015" y="349136"/>
                  </a:lnTo>
                  <a:lnTo>
                    <a:pt x="943680" y="351407"/>
                  </a:lnTo>
                  <a:lnTo>
                    <a:pt x="941390" y="353102"/>
                  </a:lnTo>
                  <a:lnTo>
                    <a:pt x="940709" y="353842"/>
                  </a:lnTo>
                  <a:lnTo>
                    <a:pt x="941152" y="354272"/>
                  </a:lnTo>
                  <a:lnTo>
                    <a:pt x="943292" y="352917"/>
                  </a:lnTo>
                  <a:lnTo>
                    <a:pt x="945161" y="352285"/>
                  </a:lnTo>
                  <a:lnTo>
                    <a:pt x="946694" y="352307"/>
                  </a:lnTo>
                  <a:lnTo>
                    <a:pt x="947936" y="354999"/>
                  </a:lnTo>
                  <a:lnTo>
                    <a:pt x="948109" y="358735"/>
                  </a:lnTo>
                  <a:lnTo>
                    <a:pt x="947399" y="361847"/>
                  </a:lnTo>
                  <a:lnTo>
                    <a:pt x="948333" y="360299"/>
                  </a:lnTo>
                  <a:lnTo>
                    <a:pt x="949500" y="359443"/>
                  </a:lnTo>
                  <a:lnTo>
                    <a:pt x="950455" y="361478"/>
                  </a:lnTo>
                  <a:lnTo>
                    <a:pt x="950569" y="363135"/>
                  </a:lnTo>
                  <a:lnTo>
                    <a:pt x="951071" y="364692"/>
                  </a:lnTo>
                  <a:lnTo>
                    <a:pt x="952151" y="366776"/>
                  </a:lnTo>
                  <a:lnTo>
                    <a:pt x="953275" y="368602"/>
                  </a:lnTo>
                  <a:lnTo>
                    <a:pt x="952038" y="370517"/>
                  </a:lnTo>
                  <a:lnTo>
                    <a:pt x="950554" y="371661"/>
                  </a:lnTo>
                  <a:lnTo>
                    <a:pt x="950865" y="372515"/>
                  </a:lnTo>
                  <a:lnTo>
                    <a:pt x="952896" y="373429"/>
                  </a:lnTo>
                  <a:lnTo>
                    <a:pt x="953171" y="374333"/>
                  </a:lnTo>
                  <a:lnTo>
                    <a:pt x="952958" y="375560"/>
                  </a:lnTo>
                  <a:lnTo>
                    <a:pt x="953252" y="375554"/>
                  </a:lnTo>
                  <a:lnTo>
                    <a:pt x="954665" y="373659"/>
                  </a:lnTo>
                  <a:lnTo>
                    <a:pt x="955870" y="373913"/>
                  </a:lnTo>
                  <a:lnTo>
                    <a:pt x="957409" y="378005"/>
                  </a:lnTo>
                  <a:lnTo>
                    <a:pt x="956285" y="380346"/>
                  </a:lnTo>
                  <a:lnTo>
                    <a:pt x="954566" y="381418"/>
                  </a:lnTo>
                  <a:lnTo>
                    <a:pt x="953198" y="381874"/>
                  </a:lnTo>
                  <a:lnTo>
                    <a:pt x="951297" y="381811"/>
                  </a:lnTo>
                  <a:lnTo>
                    <a:pt x="950548" y="382159"/>
                  </a:lnTo>
                  <a:lnTo>
                    <a:pt x="950920" y="382940"/>
                  </a:lnTo>
                  <a:lnTo>
                    <a:pt x="952738" y="382951"/>
                  </a:lnTo>
                  <a:lnTo>
                    <a:pt x="955524" y="382360"/>
                  </a:lnTo>
                  <a:lnTo>
                    <a:pt x="957609" y="381396"/>
                  </a:lnTo>
                  <a:lnTo>
                    <a:pt x="958515" y="381338"/>
                  </a:lnTo>
                  <a:lnTo>
                    <a:pt x="959466" y="381731"/>
                  </a:lnTo>
                  <a:lnTo>
                    <a:pt x="959786" y="382060"/>
                  </a:lnTo>
                  <a:lnTo>
                    <a:pt x="958784" y="382732"/>
                  </a:lnTo>
                  <a:lnTo>
                    <a:pt x="958708" y="382967"/>
                  </a:lnTo>
                  <a:lnTo>
                    <a:pt x="959084" y="383655"/>
                  </a:lnTo>
                  <a:lnTo>
                    <a:pt x="959861" y="385877"/>
                  </a:lnTo>
                  <a:lnTo>
                    <a:pt x="959793" y="386378"/>
                  </a:lnTo>
                  <a:lnTo>
                    <a:pt x="959050" y="387668"/>
                  </a:lnTo>
                  <a:lnTo>
                    <a:pt x="960245" y="387952"/>
                  </a:lnTo>
                  <a:lnTo>
                    <a:pt x="961911" y="387349"/>
                  </a:lnTo>
                  <a:lnTo>
                    <a:pt x="962429" y="388021"/>
                  </a:lnTo>
                  <a:lnTo>
                    <a:pt x="963444" y="390692"/>
                  </a:lnTo>
                  <a:lnTo>
                    <a:pt x="964088" y="393428"/>
                  </a:lnTo>
                  <a:lnTo>
                    <a:pt x="961269" y="397172"/>
                  </a:lnTo>
                  <a:lnTo>
                    <a:pt x="959834" y="397946"/>
                  </a:lnTo>
                  <a:lnTo>
                    <a:pt x="957720" y="399926"/>
                  </a:lnTo>
                  <a:lnTo>
                    <a:pt x="957128" y="401513"/>
                  </a:lnTo>
                  <a:lnTo>
                    <a:pt x="955905" y="403549"/>
                  </a:lnTo>
                  <a:lnTo>
                    <a:pt x="956687" y="403527"/>
                  </a:lnTo>
                  <a:lnTo>
                    <a:pt x="958873" y="400261"/>
                  </a:lnTo>
                  <a:lnTo>
                    <a:pt x="959941" y="399500"/>
                  </a:lnTo>
                  <a:lnTo>
                    <a:pt x="960736" y="399692"/>
                  </a:lnTo>
                  <a:lnTo>
                    <a:pt x="961057" y="400245"/>
                  </a:lnTo>
                  <a:lnTo>
                    <a:pt x="960901" y="401158"/>
                  </a:lnTo>
                  <a:lnTo>
                    <a:pt x="961598" y="401041"/>
                  </a:lnTo>
                  <a:lnTo>
                    <a:pt x="964538" y="399132"/>
                  </a:lnTo>
                  <a:lnTo>
                    <a:pt x="965774" y="398754"/>
                  </a:lnTo>
                  <a:lnTo>
                    <a:pt x="967371" y="398630"/>
                  </a:lnTo>
                  <a:lnTo>
                    <a:pt x="967544" y="399291"/>
                  </a:lnTo>
                  <a:lnTo>
                    <a:pt x="966551" y="403866"/>
                  </a:lnTo>
                  <a:lnTo>
                    <a:pt x="964851" y="407377"/>
                  </a:lnTo>
                  <a:lnTo>
                    <a:pt x="961757" y="409542"/>
                  </a:lnTo>
                  <a:lnTo>
                    <a:pt x="960660" y="410811"/>
                  </a:lnTo>
                  <a:lnTo>
                    <a:pt x="959305" y="412864"/>
                  </a:lnTo>
                  <a:lnTo>
                    <a:pt x="959817" y="413235"/>
                  </a:lnTo>
                  <a:lnTo>
                    <a:pt x="962767" y="410541"/>
                  </a:lnTo>
                  <a:lnTo>
                    <a:pt x="964784" y="409479"/>
                  </a:lnTo>
                  <a:lnTo>
                    <a:pt x="967615" y="408626"/>
                  </a:lnTo>
                  <a:lnTo>
                    <a:pt x="968872" y="408746"/>
                  </a:lnTo>
                  <a:lnTo>
                    <a:pt x="971100" y="414118"/>
                  </a:lnTo>
                  <a:lnTo>
                    <a:pt x="972385" y="414639"/>
                  </a:lnTo>
                  <a:lnTo>
                    <a:pt x="973423" y="414359"/>
                  </a:lnTo>
                  <a:lnTo>
                    <a:pt x="975382" y="415905"/>
                  </a:lnTo>
                  <a:lnTo>
                    <a:pt x="976117" y="417396"/>
                  </a:lnTo>
                  <a:lnTo>
                    <a:pt x="975932" y="418468"/>
                  </a:lnTo>
                  <a:lnTo>
                    <a:pt x="975269" y="419110"/>
                  </a:lnTo>
                  <a:lnTo>
                    <a:pt x="974934" y="420111"/>
                  </a:lnTo>
                  <a:lnTo>
                    <a:pt x="975720" y="423092"/>
                  </a:lnTo>
                  <a:lnTo>
                    <a:pt x="975267" y="424766"/>
                  </a:lnTo>
                  <a:lnTo>
                    <a:pt x="973835" y="426243"/>
                  </a:lnTo>
                  <a:lnTo>
                    <a:pt x="972812" y="426992"/>
                  </a:lnTo>
                  <a:lnTo>
                    <a:pt x="971742" y="427223"/>
                  </a:lnTo>
                  <a:lnTo>
                    <a:pt x="970694" y="428530"/>
                  </a:lnTo>
                  <a:lnTo>
                    <a:pt x="970218" y="428723"/>
                  </a:lnTo>
                  <a:lnTo>
                    <a:pt x="968757" y="428391"/>
                  </a:lnTo>
                  <a:lnTo>
                    <a:pt x="969257" y="429197"/>
                  </a:lnTo>
                  <a:lnTo>
                    <a:pt x="969979" y="429603"/>
                  </a:lnTo>
                  <a:lnTo>
                    <a:pt x="971130" y="429826"/>
                  </a:lnTo>
                  <a:lnTo>
                    <a:pt x="972475" y="429414"/>
                  </a:lnTo>
                  <a:lnTo>
                    <a:pt x="973785" y="429466"/>
                  </a:lnTo>
                  <a:lnTo>
                    <a:pt x="975845" y="430413"/>
                  </a:lnTo>
                  <a:lnTo>
                    <a:pt x="976709" y="431580"/>
                  </a:lnTo>
                  <a:lnTo>
                    <a:pt x="976725" y="431902"/>
                  </a:lnTo>
                  <a:lnTo>
                    <a:pt x="976280" y="432568"/>
                  </a:lnTo>
                  <a:lnTo>
                    <a:pt x="975626" y="434740"/>
                  </a:lnTo>
                  <a:lnTo>
                    <a:pt x="975150" y="435521"/>
                  </a:lnTo>
                  <a:lnTo>
                    <a:pt x="975556" y="436106"/>
                  </a:lnTo>
                  <a:lnTo>
                    <a:pt x="976589" y="437010"/>
                  </a:lnTo>
                  <a:lnTo>
                    <a:pt x="977360" y="437344"/>
                  </a:lnTo>
                  <a:lnTo>
                    <a:pt x="978372" y="437050"/>
                  </a:lnTo>
                  <a:lnTo>
                    <a:pt x="979456" y="437435"/>
                  </a:lnTo>
                  <a:lnTo>
                    <a:pt x="983093" y="442534"/>
                  </a:lnTo>
                  <a:lnTo>
                    <a:pt x="982945" y="445164"/>
                  </a:lnTo>
                  <a:lnTo>
                    <a:pt x="982393" y="447192"/>
                  </a:lnTo>
                  <a:lnTo>
                    <a:pt x="982611" y="449471"/>
                  </a:lnTo>
                  <a:lnTo>
                    <a:pt x="982626" y="452279"/>
                  </a:lnTo>
                  <a:lnTo>
                    <a:pt x="980651" y="453054"/>
                  </a:lnTo>
                  <a:lnTo>
                    <a:pt x="974100" y="451739"/>
                  </a:lnTo>
                  <a:lnTo>
                    <a:pt x="970354" y="449732"/>
                  </a:lnTo>
                  <a:lnTo>
                    <a:pt x="970161" y="449121"/>
                  </a:lnTo>
                  <a:lnTo>
                    <a:pt x="971222" y="447787"/>
                  </a:lnTo>
                  <a:lnTo>
                    <a:pt x="970281" y="447688"/>
                  </a:lnTo>
                  <a:lnTo>
                    <a:pt x="969193" y="448212"/>
                  </a:lnTo>
                  <a:lnTo>
                    <a:pt x="968735" y="448707"/>
                  </a:lnTo>
                  <a:lnTo>
                    <a:pt x="969991" y="450825"/>
                  </a:lnTo>
                  <a:lnTo>
                    <a:pt x="973434" y="452692"/>
                  </a:lnTo>
                  <a:lnTo>
                    <a:pt x="974975" y="454938"/>
                  </a:lnTo>
                  <a:lnTo>
                    <a:pt x="976662" y="455131"/>
                  </a:lnTo>
                  <a:lnTo>
                    <a:pt x="977175" y="455538"/>
                  </a:lnTo>
                  <a:lnTo>
                    <a:pt x="978108" y="456853"/>
                  </a:lnTo>
                  <a:lnTo>
                    <a:pt x="977833" y="457304"/>
                  </a:lnTo>
                  <a:lnTo>
                    <a:pt x="976113" y="457462"/>
                  </a:lnTo>
                  <a:lnTo>
                    <a:pt x="974752" y="458985"/>
                  </a:lnTo>
                  <a:lnTo>
                    <a:pt x="975607" y="459880"/>
                  </a:lnTo>
                  <a:lnTo>
                    <a:pt x="978666" y="460663"/>
                  </a:lnTo>
                  <a:lnTo>
                    <a:pt x="980861" y="460862"/>
                  </a:lnTo>
                  <a:lnTo>
                    <a:pt x="981963" y="461740"/>
                  </a:lnTo>
                  <a:lnTo>
                    <a:pt x="981058" y="462716"/>
                  </a:lnTo>
                  <a:lnTo>
                    <a:pt x="978486" y="463865"/>
                  </a:lnTo>
                  <a:lnTo>
                    <a:pt x="978412" y="465572"/>
                  </a:lnTo>
                  <a:lnTo>
                    <a:pt x="980319" y="466256"/>
                  </a:lnTo>
                  <a:lnTo>
                    <a:pt x="982015" y="465841"/>
                  </a:lnTo>
                  <a:lnTo>
                    <a:pt x="982711" y="466013"/>
                  </a:lnTo>
                  <a:lnTo>
                    <a:pt x="983208" y="470144"/>
                  </a:lnTo>
                  <a:lnTo>
                    <a:pt x="983496" y="471002"/>
                  </a:lnTo>
                  <a:lnTo>
                    <a:pt x="981672" y="471735"/>
                  </a:lnTo>
                  <a:lnTo>
                    <a:pt x="981665" y="472523"/>
                  </a:lnTo>
                  <a:lnTo>
                    <a:pt x="982877" y="473174"/>
                  </a:lnTo>
                  <a:lnTo>
                    <a:pt x="984893" y="473715"/>
                  </a:lnTo>
                  <a:lnTo>
                    <a:pt x="985559" y="474457"/>
                  </a:lnTo>
                  <a:lnTo>
                    <a:pt x="985694" y="475689"/>
                  </a:lnTo>
                  <a:lnTo>
                    <a:pt x="986109" y="476345"/>
                  </a:lnTo>
                  <a:lnTo>
                    <a:pt x="987264" y="476464"/>
                  </a:lnTo>
                  <a:lnTo>
                    <a:pt x="988536" y="474931"/>
                  </a:lnTo>
                  <a:lnTo>
                    <a:pt x="989287" y="473641"/>
                  </a:lnTo>
                  <a:lnTo>
                    <a:pt x="990380" y="474126"/>
                  </a:lnTo>
                  <a:lnTo>
                    <a:pt x="990462" y="475736"/>
                  </a:lnTo>
                  <a:lnTo>
                    <a:pt x="991765" y="477567"/>
                  </a:lnTo>
                  <a:lnTo>
                    <a:pt x="992239" y="477867"/>
                  </a:lnTo>
                  <a:lnTo>
                    <a:pt x="992615" y="480463"/>
                  </a:lnTo>
                  <a:lnTo>
                    <a:pt x="993680" y="478154"/>
                  </a:lnTo>
                  <a:lnTo>
                    <a:pt x="994460" y="478644"/>
                  </a:lnTo>
                  <a:lnTo>
                    <a:pt x="995343" y="478759"/>
                  </a:lnTo>
                  <a:lnTo>
                    <a:pt x="995042" y="480993"/>
                  </a:lnTo>
                  <a:lnTo>
                    <a:pt x="994513" y="482751"/>
                  </a:lnTo>
                  <a:lnTo>
                    <a:pt x="995208" y="483851"/>
                  </a:lnTo>
                  <a:lnTo>
                    <a:pt x="995747" y="485487"/>
                  </a:lnTo>
                  <a:lnTo>
                    <a:pt x="997177" y="487735"/>
                  </a:lnTo>
                  <a:lnTo>
                    <a:pt x="996787" y="488814"/>
                  </a:lnTo>
                  <a:lnTo>
                    <a:pt x="995097" y="491121"/>
                  </a:lnTo>
                  <a:lnTo>
                    <a:pt x="994207" y="494772"/>
                  </a:lnTo>
                  <a:lnTo>
                    <a:pt x="993997" y="496037"/>
                  </a:lnTo>
                  <a:lnTo>
                    <a:pt x="993128" y="498133"/>
                  </a:lnTo>
                  <a:lnTo>
                    <a:pt x="991936" y="500166"/>
                  </a:lnTo>
                  <a:lnTo>
                    <a:pt x="992684" y="499951"/>
                  </a:lnTo>
                  <a:lnTo>
                    <a:pt x="995346" y="496214"/>
                  </a:lnTo>
                  <a:lnTo>
                    <a:pt x="996928" y="494959"/>
                  </a:lnTo>
                  <a:lnTo>
                    <a:pt x="1000411" y="494280"/>
                  </a:lnTo>
                  <a:lnTo>
                    <a:pt x="1001253" y="493232"/>
                  </a:lnTo>
                  <a:lnTo>
                    <a:pt x="1002528" y="492798"/>
                  </a:lnTo>
                  <a:lnTo>
                    <a:pt x="1003309" y="493993"/>
                  </a:lnTo>
                  <a:lnTo>
                    <a:pt x="1003388" y="496144"/>
                  </a:lnTo>
                  <a:lnTo>
                    <a:pt x="1004420" y="496823"/>
                  </a:lnTo>
                  <a:lnTo>
                    <a:pt x="1005503" y="496113"/>
                  </a:lnTo>
                  <a:lnTo>
                    <a:pt x="1006488" y="496747"/>
                  </a:lnTo>
                  <a:lnTo>
                    <a:pt x="1005896" y="498099"/>
                  </a:lnTo>
                  <a:lnTo>
                    <a:pt x="1002739" y="503642"/>
                  </a:lnTo>
                  <a:lnTo>
                    <a:pt x="1001817" y="505868"/>
                  </a:lnTo>
                  <a:lnTo>
                    <a:pt x="1001553" y="507442"/>
                  </a:lnTo>
                  <a:lnTo>
                    <a:pt x="1002638" y="505284"/>
                  </a:lnTo>
                  <a:lnTo>
                    <a:pt x="1006603" y="500305"/>
                  </a:lnTo>
                  <a:lnTo>
                    <a:pt x="1007027" y="499560"/>
                  </a:lnTo>
                  <a:lnTo>
                    <a:pt x="1007891" y="497429"/>
                  </a:lnTo>
                  <a:lnTo>
                    <a:pt x="1008688" y="496037"/>
                  </a:lnTo>
                  <a:lnTo>
                    <a:pt x="1010826" y="496530"/>
                  </a:lnTo>
                  <a:lnTo>
                    <a:pt x="1011927" y="497529"/>
                  </a:lnTo>
                  <a:lnTo>
                    <a:pt x="1012436" y="500318"/>
                  </a:lnTo>
                  <a:lnTo>
                    <a:pt x="1013300" y="503356"/>
                  </a:lnTo>
                  <a:lnTo>
                    <a:pt x="1014604" y="506721"/>
                  </a:lnTo>
                  <a:lnTo>
                    <a:pt x="1018062" y="508354"/>
                  </a:lnTo>
                  <a:lnTo>
                    <a:pt x="1019318" y="508620"/>
                  </a:lnTo>
                  <a:lnTo>
                    <a:pt x="1021481" y="507480"/>
                  </a:lnTo>
                  <a:lnTo>
                    <a:pt x="1021822" y="505907"/>
                  </a:lnTo>
                  <a:lnTo>
                    <a:pt x="1023509" y="505425"/>
                  </a:lnTo>
                  <a:lnTo>
                    <a:pt x="1024694" y="505617"/>
                  </a:lnTo>
                  <a:lnTo>
                    <a:pt x="1025103" y="508649"/>
                  </a:lnTo>
                  <a:lnTo>
                    <a:pt x="1026368" y="510259"/>
                  </a:lnTo>
                  <a:lnTo>
                    <a:pt x="1027626" y="511586"/>
                  </a:lnTo>
                  <a:lnTo>
                    <a:pt x="1028838" y="512277"/>
                  </a:lnTo>
                  <a:lnTo>
                    <a:pt x="1030611" y="512575"/>
                  </a:lnTo>
                  <a:lnTo>
                    <a:pt x="1031579" y="514035"/>
                  </a:lnTo>
                  <a:lnTo>
                    <a:pt x="1031580" y="514639"/>
                  </a:lnTo>
                  <a:lnTo>
                    <a:pt x="1030582" y="516203"/>
                  </a:lnTo>
                  <a:lnTo>
                    <a:pt x="1029621" y="518480"/>
                  </a:lnTo>
                  <a:lnTo>
                    <a:pt x="1027942" y="520071"/>
                  </a:lnTo>
                  <a:lnTo>
                    <a:pt x="1025599" y="520145"/>
                  </a:lnTo>
                  <a:lnTo>
                    <a:pt x="1022363" y="521139"/>
                  </a:lnTo>
                  <a:lnTo>
                    <a:pt x="1022233" y="522039"/>
                  </a:lnTo>
                  <a:lnTo>
                    <a:pt x="1021520" y="523029"/>
                  </a:lnTo>
                  <a:lnTo>
                    <a:pt x="1019799" y="524009"/>
                  </a:lnTo>
                  <a:lnTo>
                    <a:pt x="1018861" y="524753"/>
                  </a:lnTo>
                  <a:lnTo>
                    <a:pt x="1017340" y="528451"/>
                  </a:lnTo>
                  <a:lnTo>
                    <a:pt x="1016417" y="530030"/>
                  </a:lnTo>
                  <a:lnTo>
                    <a:pt x="1015353" y="530330"/>
                  </a:lnTo>
                  <a:lnTo>
                    <a:pt x="1013855" y="530180"/>
                  </a:lnTo>
                  <a:lnTo>
                    <a:pt x="1012876" y="530516"/>
                  </a:lnTo>
                  <a:lnTo>
                    <a:pt x="1012157" y="531191"/>
                  </a:lnTo>
                  <a:lnTo>
                    <a:pt x="1011735" y="532196"/>
                  </a:lnTo>
                  <a:lnTo>
                    <a:pt x="1011412" y="532569"/>
                  </a:lnTo>
                  <a:lnTo>
                    <a:pt x="1009406" y="533589"/>
                  </a:lnTo>
                  <a:lnTo>
                    <a:pt x="1005764" y="536394"/>
                  </a:lnTo>
                  <a:lnTo>
                    <a:pt x="1003837" y="536481"/>
                  </a:lnTo>
                  <a:lnTo>
                    <a:pt x="1002643" y="536155"/>
                  </a:lnTo>
                  <a:lnTo>
                    <a:pt x="1001735" y="536387"/>
                  </a:lnTo>
                  <a:lnTo>
                    <a:pt x="1001114" y="537175"/>
                  </a:lnTo>
                  <a:lnTo>
                    <a:pt x="999377" y="538540"/>
                  </a:lnTo>
                  <a:lnTo>
                    <a:pt x="998854" y="539374"/>
                  </a:lnTo>
                  <a:lnTo>
                    <a:pt x="998548" y="540329"/>
                  </a:lnTo>
                  <a:lnTo>
                    <a:pt x="998311" y="542303"/>
                  </a:lnTo>
                  <a:lnTo>
                    <a:pt x="998104" y="543015"/>
                  </a:lnTo>
                  <a:lnTo>
                    <a:pt x="997763" y="543428"/>
                  </a:lnTo>
                  <a:lnTo>
                    <a:pt x="996302" y="543017"/>
                  </a:lnTo>
                  <a:lnTo>
                    <a:pt x="994672" y="541738"/>
                  </a:lnTo>
                  <a:lnTo>
                    <a:pt x="994991" y="543093"/>
                  </a:lnTo>
                  <a:lnTo>
                    <a:pt x="997574" y="545383"/>
                  </a:lnTo>
                  <a:lnTo>
                    <a:pt x="998314" y="546654"/>
                  </a:lnTo>
                  <a:lnTo>
                    <a:pt x="997612" y="547752"/>
                  </a:lnTo>
                  <a:lnTo>
                    <a:pt x="995969" y="549476"/>
                  </a:lnTo>
                  <a:lnTo>
                    <a:pt x="995778" y="550403"/>
                  </a:lnTo>
                  <a:lnTo>
                    <a:pt x="996452" y="550892"/>
                  </a:lnTo>
                  <a:lnTo>
                    <a:pt x="996186" y="551674"/>
                  </a:lnTo>
                  <a:lnTo>
                    <a:pt x="995285" y="552503"/>
                  </a:lnTo>
                  <a:lnTo>
                    <a:pt x="995387" y="552845"/>
                  </a:lnTo>
                  <a:lnTo>
                    <a:pt x="995485" y="553180"/>
                  </a:lnTo>
                  <a:lnTo>
                    <a:pt x="997721" y="551985"/>
                  </a:lnTo>
                  <a:lnTo>
                    <a:pt x="999710" y="549436"/>
                  </a:lnTo>
                  <a:lnTo>
                    <a:pt x="1001011" y="546858"/>
                  </a:lnTo>
                  <a:lnTo>
                    <a:pt x="1001661" y="546135"/>
                  </a:lnTo>
                  <a:lnTo>
                    <a:pt x="1004227" y="545181"/>
                  </a:lnTo>
                  <a:lnTo>
                    <a:pt x="1005744" y="544060"/>
                  </a:lnTo>
                  <a:lnTo>
                    <a:pt x="1007914" y="542021"/>
                  </a:lnTo>
                  <a:lnTo>
                    <a:pt x="1010294" y="539060"/>
                  </a:lnTo>
                  <a:lnTo>
                    <a:pt x="1012883" y="535179"/>
                  </a:lnTo>
                  <a:lnTo>
                    <a:pt x="1016185" y="532148"/>
                  </a:lnTo>
                  <a:lnTo>
                    <a:pt x="1020199" y="529964"/>
                  </a:lnTo>
                  <a:lnTo>
                    <a:pt x="1023144" y="528850"/>
                  </a:lnTo>
                  <a:lnTo>
                    <a:pt x="1025021" y="528801"/>
                  </a:lnTo>
                  <a:lnTo>
                    <a:pt x="1025116" y="528434"/>
                  </a:lnTo>
                  <a:lnTo>
                    <a:pt x="1023431" y="527749"/>
                  </a:lnTo>
                  <a:lnTo>
                    <a:pt x="1022041" y="527615"/>
                  </a:lnTo>
                  <a:lnTo>
                    <a:pt x="1020313" y="528112"/>
                  </a:lnTo>
                  <a:lnTo>
                    <a:pt x="1019779" y="526929"/>
                  </a:lnTo>
                  <a:lnTo>
                    <a:pt x="1019836" y="526414"/>
                  </a:lnTo>
                  <a:lnTo>
                    <a:pt x="1020406" y="525535"/>
                  </a:lnTo>
                  <a:lnTo>
                    <a:pt x="1021861" y="524752"/>
                  </a:lnTo>
                  <a:lnTo>
                    <a:pt x="1028983" y="525847"/>
                  </a:lnTo>
                  <a:lnTo>
                    <a:pt x="1031437" y="526685"/>
                  </a:lnTo>
                  <a:lnTo>
                    <a:pt x="1034117" y="533729"/>
                  </a:lnTo>
                  <a:lnTo>
                    <a:pt x="1034732" y="535994"/>
                  </a:lnTo>
                  <a:lnTo>
                    <a:pt x="1034905" y="537645"/>
                  </a:lnTo>
                  <a:lnTo>
                    <a:pt x="1034634" y="538678"/>
                  </a:lnTo>
                  <a:lnTo>
                    <a:pt x="1033560" y="539902"/>
                  </a:lnTo>
                  <a:lnTo>
                    <a:pt x="1030531" y="542336"/>
                  </a:lnTo>
                  <a:lnTo>
                    <a:pt x="1030104" y="542976"/>
                  </a:lnTo>
                  <a:lnTo>
                    <a:pt x="1030063" y="543317"/>
                  </a:lnTo>
                  <a:lnTo>
                    <a:pt x="1031385" y="543809"/>
                  </a:lnTo>
                  <a:lnTo>
                    <a:pt x="1031806" y="544480"/>
                  </a:lnTo>
                  <a:lnTo>
                    <a:pt x="1032477" y="547182"/>
                  </a:lnTo>
                  <a:lnTo>
                    <a:pt x="1033839" y="545426"/>
                  </a:lnTo>
                  <a:lnTo>
                    <a:pt x="1036421" y="541168"/>
                  </a:lnTo>
                  <a:lnTo>
                    <a:pt x="1038534" y="539193"/>
                  </a:lnTo>
                  <a:lnTo>
                    <a:pt x="1040315" y="538655"/>
                  </a:lnTo>
                  <a:lnTo>
                    <a:pt x="1042441" y="538395"/>
                  </a:lnTo>
                  <a:lnTo>
                    <a:pt x="1043173" y="538437"/>
                  </a:lnTo>
                  <a:lnTo>
                    <a:pt x="1043428" y="539818"/>
                  </a:lnTo>
                  <a:lnTo>
                    <a:pt x="1044542" y="542591"/>
                  </a:lnTo>
                  <a:lnTo>
                    <a:pt x="1045576" y="543311"/>
                  </a:lnTo>
                  <a:lnTo>
                    <a:pt x="1047551" y="543680"/>
                  </a:lnTo>
                  <a:lnTo>
                    <a:pt x="1049329" y="547122"/>
                  </a:lnTo>
                  <a:lnTo>
                    <a:pt x="1050006" y="549495"/>
                  </a:lnTo>
                  <a:lnTo>
                    <a:pt x="1050646" y="550881"/>
                  </a:lnTo>
                  <a:lnTo>
                    <a:pt x="1050596" y="551817"/>
                  </a:lnTo>
                  <a:lnTo>
                    <a:pt x="1050703" y="552597"/>
                  </a:lnTo>
                  <a:lnTo>
                    <a:pt x="1051170" y="553782"/>
                  </a:lnTo>
                  <a:lnTo>
                    <a:pt x="1051404" y="554780"/>
                  </a:lnTo>
                  <a:lnTo>
                    <a:pt x="1051277" y="557064"/>
                  </a:lnTo>
                  <a:lnTo>
                    <a:pt x="1050239" y="561030"/>
                  </a:lnTo>
                  <a:lnTo>
                    <a:pt x="1051010" y="564636"/>
                  </a:lnTo>
                  <a:lnTo>
                    <a:pt x="1050664" y="566262"/>
                  </a:lnTo>
                  <a:lnTo>
                    <a:pt x="1050484" y="568853"/>
                  </a:lnTo>
                  <a:lnTo>
                    <a:pt x="1051148" y="570583"/>
                  </a:lnTo>
                  <a:lnTo>
                    <a:pt x="1051344" y="571587"/>
                  </a:lnTo>
                  <a:lnTo>
                    <a:pt x="1050781" y="572173"/>
                  </a:lnTo>
                  <a:lnTo>
                    <a:pt x="1046850" y="573609"/>
                  </a:lnTo>
                  <a:lnTo>
                    <a:pt x="1045303" y="573638"/>
                  </a:lnTo>
                  <a:lnTo>
                    <a:pt x="1044901" y="574502"/>
                  </a:lnTo>
                  <a:lnTo>
                    <a:pt x="1046092" y="574754"/>
                  </a:lnTo>
                  <a:lnTo>
                    <a:pt x="1048262" y="574713"/>
                  </a:lnTo>
                  <a:lnTo>
                    <a:pt x="1050883" y="575593"/>
                  </a:lnTo>
                  <a:lnTo>
                    <a:pt x="1052039" y="576570"/>
                  </a:lnTo>
                  <a:lnTo>
                    <a:pt x="1052539" y="577937"/>
                  </a:lnTo>
                  <a:lnTo>
                    <a:pt x="1052413" y="579024"/>
                  </a:lnTo>
                  <a:lnTo>
                    <a:pt x="1051661" y="579829"/>
                  </a:lnTo>
                  <a:lnTo>
                    <a:pt x="1050186" y="579672"/>
                  </a:lnTo>
                  <a:lnTo>
                    <a:pt x="1048766" y="578936"/>
                  </a:lnTo>
                  <a:lnTo>
                    <a:pt x="1048853" y="579647"/>
                  </a:lnTo>
                  <a:lnTo>
                    <a:pt x="1050963" y="581420"/>
                  </a:lnTo>
                  <a:lnTo>
                    <a:pt x="1051582" y="582321"/>
                  </a:lnTo>
                  <a:lnTo>
                    <a:pt x="1052723" y="583453"/>
                  </a:lnTo>
                  <a:lnTo>
                    <a:pt x="1052948" y="584974"/>
                  </a:lnTo>
                  <a:lnTo>
                    <a:pt x="1052672" y="586521"/>
                  </a:lnTo>
                  <a:lnTo>
                    <a:pt x="1048695" y="592682"/>
                  </a:lnTo>
                  <a:lnTo>
                    <a:pt x="1045424" y="596589"/>
                  </a:lnTo>
                  <a:lnTo>
                    <a:pt x="1042141" y="600018"/>
                  </a:lnTo>
                  <a:lnTo>
                    <a:pt x="1036867" y="606618"/>
                  </a:lnTo>
                  <a:lnTo>
                    <a:pt x="1036345" y="606940"/>
                  </a:lnTo>
                  <a:lnTo>
                    <a:pt x="1035391" y="607065"/>
                  </a:lnTo>
                  <a:lnTo>
                    <a:pt x="1032878" y="606009"/>
                  </a:lnTo>
                  <a:lnTo>
                    <a:pt x="1030874" y="606280"/>
                  </a:lnTo>
                  <a:lnTo>
                    <a:pt x="1027074" y="607556"/>
                  </a:lnTo>
                  <a:lnTo>
                    <a:pt x="1026036" y="608336"/>
                  </a:lnTo>
                  <a:lnTo>
                    <a:pt x="1023951" y="610625"/>
                  </a:lnTo>
                  <a:lnTo>
                    <a:pt x="1023128" y="610952"/>
                  </a:lnTo>
                  <a:lnTo>
                    <a:pt x="1020894" y="611418"/>
                  </a:lnTo>
                  <a:lnTo>
                    <a:pt x="1018773" y="611102"/>
                  </a:lnTo>
                  <a:lnTo>
                    <a:pt x="1017933" y="611422"/>
                  </a:lnTo>
                  <a:lnTo>
                    <a:pt x="1016910" y="612544"/>
                  </a:lnTo>
                  <a:lnTo>
                    <a:pt x="1016645" y="613137"/>
                  </a:lnTo>
                  <a:lnTo>
                    <a:pt x="1016363" y="615069"/>
                  </a:lnTo>
                  <a:lnTo>
                    <a:pt x="1011213" y="623714"/>
                  </a:lnTo>
                  <a:lnTo>
                    <a:pt x="1009850" y="626646"/>
                  </a:lnTo>
                  <a:lnTo>
                    <a:pt x="1007226" y="629732"/>
                  </a:lnTo>
                  <a:lnTo>
                    <a:pt x="1004340" y="635150"/>
                  </a:lnTo>
                  <a:lnTo>
                    <a:pt x="1001830" y="637331"/>
                  </a:lnTo>
                  <a:lnTo>
                    <a:pt x="1000954" y="640341"/>
                  </a:lnTo>
                  <a:lnTo>
                    <a:pt x="998562" y="642168"/>
                  </a:lnTo>
                  <a:lnTo>
                    <a:pt x="994145" y="642632"/>
                  </a:lnTo>
                  <a:lnTo>
                    <a:pt x="992046" y="643156"/>
                  </a:lnTo>
                  <a:lnTo>
                    <a:pt x="989590" y="642309"/>
                  </a:lnTo>
                  <a:lnTo>
                    <a:pt x="987751" y="643621"/>
                  </a:lnTo>
                  <a:lnTo>
                    <a:pt x="984981" y="644032"/>
                  </a:lnTo>
                  <a:lnTo>
                    <a:pt x="983636" y="643723"/>
                  </a:lnTo>
                  <a:lnTo>
                    <a:pt x="978267" y="646616"/>
                  </a:lnTo>
                  <a:lnTo>
                    <a:pt x="976903" y="643870"/>
                  </a:lnTo>
                  <a:lnTo>
                    <a:pt x="975865" y="642810"/>
                  </a:lnTo>
                  <a:lnTo>
                    <a:pt x="972833" y="642631"/>
                  </a:lnTo>
                  <a:lnTo>
                    <a:pt x="970409" y="641497"/>
                  </a:lnTo>
                  <a:lnTo>
                    <a:pt x="968197" y="641283"/>
                  </a:lnTo>
                  <a:lnTo>
                    <a:pt x="966043" y="640777"/>
                  </a:lnTo>
                  <a:lnTo>
                    <a:pt x="964627" y="640783"/>
                  </a:lnTo>
                  <a:lnTo>
                    <a:pt x="963152" y="641081"/>
                  </a:lnTo>
                  <a:lnTo>
                    <a:pt x="960858" y="641009"/>
                  </a:lnTo>
                  <a:lnTo>
                    <a:pt x="959587" y="642523"/>
                  </a:lnTo>
                  <a:lnTo>
                    <a:pt x="955292" y="642061"/>
                  </a:lnTo>
                  <a:lnTo>
                    <a:pt x="953479" y="640689"/>
                  </a:lnTo>
                  <a:lnTo>
                    <a:pt x="951994" y="640402"/>
                  </a:lnTo>
                  <a:lnTo>
                    <a:pt x="949997" y="640709"/>
                  </a:lnTo>
                  <a:lnTo>
                    <a:pt x="948089" y="641729"/>
                  </a:lnTo>
                  <a:lnTo>
                    <a:pt x="943912" y="640562"/>
                  </a:lnTo>
                  <a:lnTo>
                    <a:pt x="939483" y="641550"/>
                  </a:lnTo>
                  <a:lnTo>
                    <a:pt x="935620" y="640888"/>
                  </a:lnTo>
                  <a:lnTo>
                    <a:pt x="934538" y="640234"/>
                  </a:lnTo>
                  <a:lnTo>
                    <a:pt x="928444" y="642029"/>
                  </a:lnTo>
                  <a:lnTo>
                    <a:pt x="926063" y="640999"/>
                  </a:lnTo>
                  <a:lnTo>
                    <a:pt x="923963" y="643750"/>
                  </a:lnTo>
                  <a:lnTo>
                    <a:pt x="922524" y="643179"/>
                  </a:lnTo>
                  <a:lnTo>
                    <a:pt x="920961" y="643584"/>
                  </a:lnTo>
                  <a:lnTo>
                    <a:pt x="920440" y="643064"/>
                  </a:lnTo>
                  <a:lnTo>
                    <a:pt x="919398" y="643430"/>
                  </a:lnTo>
                  <a:lnTo>
                    <a:pt x="918725" y="644928"/>
                  </a:lnTo>
                  <a:lnTo>
                    <a:pt x="917840" y="645098"/>
                  </a:lnTo>
                  <a:lnTo>
                    <a:pt x="916370" y="647754"/>
                  </a:lnTo>
                  <a:lnTo>
                    <a:pt x="913899" y="649877"/>
                  </a:lnTo>
                  <a:lnTo>
                    <a:pt x="910280" y="661458"/>
                  </a:lnTo>
                  <a:lnTo>
                    <a:pt x="909941" y="665908"/>
                  </a:lnTo>
                  <a:lnTo>
                    <a:pt x="908582" y="668944"/>
                  </a:lnTo>
                  <a:lnTo>
                    <a:pt x="907382" y="669352"/>
                  </a:lnTo>
                  <a:lnTo>
                    <a:pt x="906395" y="669421"/>
                  </a:lnTo>
                  <a:lnTo>
                    <a:pt x="900139" y="671652"/>
                  </a:lnTo>
                  <a:lnTo>
                    <a:pt x="897354" y="673413"/>
                  </a:lnTo>
                  <a:lnTo>
                    <a:pt x="898111" y="674817"/>
                  </a:lnTo>
                  <a:lnTo>
                    <a:pt x="897198" y="675860"/>
                  </a:lnTo>
                  <a:lnTo>
                    <a:pt x="895719" y="676299"/>
                  </a:lnTo>
                  <a:lnTo>
                    <a:pt x="894122" y="677580"/>
                  </a:lnTo>
                  <a:lnTo>
                    <a:pt x="893085" y="679027"/>
                  </a:lnTo>
                  <a:lnTo>
                    <a:pt x="892577" y="681027"/>
                  </a:lnTo>
                  <a:lnTo>
                    <a:pt x="889368" y="684294"/>
                  </a:lnTo>
                  <a:lnTo>
                    <a:pt x="885645" y="691838"/>
                  </a:lnTo>
                  <a:lnTo>
                    <a:pt x="883866" y="697370"/>
                  </a:lnTo>
                  <a:lnTo>
                    <a:pt x="881705" y="701378"/>
                  </a:lnTo>
                  <a:lnTo>
                    <a:pt x="880177" y="702903"/>
                  </a:lnTo>
                  <a:lnTo>
                    <a:pt x="879091" y="703140"/>
                  </a:lnTo>
                  <a:lnTo>
                    <a:pt x="877983" y="702661"/>
                  </a:lnTo>
                  <a:lnTo>
                    <a:pt x="876141" y="700782"/>
                  </a:lnTo>
                  <a:lnTo>
                    <a:pt x="874788" y="700575"/>
                  </a:lnTo>
                  <a:lnTo>
                    <a:pt x="871418" y="697959"/>
                  </a:lnTo>
                  <a:lnTo>
                    <a:pt x="863588" y="695326"/>
                  </a:lnTo>
                  <a:lnTo>
                    <a:pt x="864768" y="696310"/>
                  </a:lnTo>
                  <a:lnTo>
                    <a:pt x="865803" y="697933"/>
                  </a:lnTo>
                  <a:lnTo>
                    <a:pt x="867872" y="698351"/>
                  </a:lnTo>
                  <a:lnTo>
                    <a:pt x="869975" y="698318"/>
                  </a:lnTo>
                  <a:lnTo>
                    <a:pt x="874360" y="701592"/>
                  </a:lnTo>
                  <a:lnTo>
                    <a:pt x="876509" y="702709"/>
                  </a:lnTo>
                  <a:lnTo>
                    <a:pt x="877813" y="703698"/>
                  </a:lnTo>
                  <a:lnTo>
                    <a:pt x="878930" y="705890"/>
                  </a:lnTo>
                  <a:lnTo>
                    <a:pt x="878129" y="710190"/>
                  </a:lnTo>
                  <a:lnTo>
                    <a:pt x="877318" y="713746"/>
                  </a:lnTo>
                  <a:lnTo>
                    <a:pt x="876222" y="716474"/>
                  </a:lnTo>
                  <a:lnTo>
                    <a:pt x="872450" y="723474"/>
                  </a:lnTo>
                  <a:lnTo>
                    <a:pt x="870624" y="725825"/>
                  </a:lnTo>
                  <a:lnTo>
                    <a:pt x="867443" y="734207"/>
                  </a:lnTo>
                  <a:lnTo>
                    <a:pt x="864150" y="738140"/>
                  </a:lnTo>
                  <a:lnTo>
                    <a:pt x="862387" y="740555"/>
                  </a:lnTo>
                  <a:lnTo>
                    <a:pt x="860509" y="744367"/>
                  </a:lnTo>
                  <a:lnTo>
                    <a:pt x="856104" y="747250"/>
                  </a:lnTo>
                  <a:lnTo>
                    <a:pt x="854469" y="747983"/>
                  </a:lnTo>
                  <a:lnTo>
                    <a:pt x="852959" y="747592"/>
                  </a:lnTo>
                  <a:lnTo>
                    <a:pt x="851122" y="749938"/>
                  </a:lnTo>
                  <a:lnTo>
                    <a:pt x="848948" y="751372"/>
                  </a:lnTo>
                  <a:lnTo>
                    <a:pt x="848307" y="753554"/>
                  </a:lnTo>
                  <a:lnTo>
                    <a:pt x="843081" y="759397"/>
                  </a:lnTo>
                  <a:lnTo>
                    <a:pt x="841075" y="760133"/>
                  </a:lnTo>
                  <a:lnTo>
                    <a:pt x="839368" y="761690"/>
                  </a:lnTo>
                  <a:lnTo>
                    <a:pt x="838863" y="764333"/>
                  </a:lnTo>
                  <a:lnTo>
                    <a:pt x="837339" y="765927"/>
                  </a:lnTo>
                  <a:lnTo>
                    <a:pt x="836916" y="767148"/>
                  </a:lnTo>
                  <a:lnTo>
                    <a:pt x="835635" y="770846"/>
                  </a:lnTo>
                  <a:lnTo>
                    <a:pt x="833252" y="775622"/>
                  </a:lnTo>
                  <a:lnTo>
                    <a:pt x="830349" y="776421"/>
                  </a:lnTo>
                  <a:lnTo>
                    <a:pt x="829288" y="778083"/>
                  </a:lnTo>
                  <a:lnTo>
                    <a:pt x="828060" y="780765"/>
                  </a:lnTo>
                  <a:lnTo>
                    <a:pt x="826327" y="782606"/>
                  </a:lnTo>
                  <a:lnTo>
                    <a:pt x="822906" y="781744"/>
                  </a:lnTo>
                  <a:lnTo>
                    <a:pt x="823738" y="782872"/>
                  </a:lnTo>
                  <a:lnTo>
                    <a:pt x="826799" y="784631"/>
                  </a:lnTo>
                  <a:lnTo>
                    <a:pt x="827117" y="787238"/>
                  </a:lnTo>
                  <a:lnTo>
                    <a:pt x="825583" y="787861"/>
                  </a:lnTo>
                  <a:lnTo>
                    <a:pt x="822373" y="791337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49"/>
            <p:cNvSpPr/>
            <p:nvPr/>
          </p:nvSpPr>
          <p:spPr>
            <a:xfrm>
              <a:off x="2165853" y="1471410"/>
              <a:ext cx="6159" cy="7745"/>
            </a:xfrm>
            <a:custGeom>
              <a:avLst/>
              <a:pathLst>
                <a:path w="6159" h="7745">
                  <a:moveTo>
                    <a:pt x="3891" y="7452"/>
                  </a:moveTo>
                  <a:lnTo>
                    <a:pt x="1898" y="7745"/>
                  </a:lnTo>
                  <a:lnTo>
                    <a:pt x="60" y="5670"/>
                  </a:lnTo>
                  <a:lnTo>
                    <a:pt x="0" y="3735"/>
                  </a:lnTo>
                  <a:lnTo>
                    <a:pt x="122" y="2669"/>
                  </a:lnTo>
                  <a:lnTo>
                    <a:pt x="350" y="1732"/>
                  </a:lnTo>
                  <a:lnTo>
                    <a:pt x="1020" y="932"/>
                  </a:lnTo>
                  <a:lnTo>
                    <a:pt x="2902" y="0"/>
                  </a:lnTo>
                  <a:lnTo>
                    <a:pt x="3757" y="689"/>
                  </a:lnTo>
                  <a:lnTo>
                    <a:pt x="4070" y="1522"/>
                  </a:lnTo>
                  <a:lnTo>
                    <a:pt x="4358" y="1848"/>
                  </a:lnTo>
                  <a:lnTo>
                    <a:pt x="5573" y="2568"/>
                  </a:lnTo>
                  <a:lnTo>
                    <a:pt x="6159" y="3397"/>
                  </a:lnTo>
                  <a:lnTo>
                    <a:pt x="6097" y="4351"/>
                  </a:lnTo>
                  <a:lnTo>
                    <a:pt x="5704" y="5803"/>
                  </a:lnTo>
                  <a:lnTo>
                    <a:pt x="5269" y="6733"/>
                  </a:lnTo>
                  <a:lnTo>
                    <a:pt x="4793" y="7146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0"/>
            <p:cNvSpPr/>
            <p:nvPr/>
          </p:nvSpPr>
          <p:spPr>
            <a:xfrm>
              <a:off x="1895659" y="1465978"/>
              <a:ext cx="223203" cy="144659"/>
            </a:xfrm>
            <a:custGeom>
              <a:avLst/>
              <a:pathLst>
                <a:path w="223203" h="144659">
                  <a:moveTo>
                    <a:pt x="55186" y="23040"/>
                  </a:moveTo>
                  <a:lnTo>
                    <a:pt x="55969" y="23411"/>
                  </a:lnTo>
                  <a:lnTo>
                    <a:pt x="57396" y="23103"/>
                  </a:lnTo>
                  <a:lnTo>
                    <a:pt x="59469" y="22120"/>
                  </a:lnTo>
                  <a:lnTo>
                    <a:pt x="62142" y="21310"/>
                  </a:lnTo>
                  <a:lnTo>
                    <a:pt x="65417" y="20679"/>
                  </a:lnTo>
                  <a:lnTo>
                    <a:pt x="66284" y="21447"/>
                  </a:lnTo>
                  <a:lnTo>
                    <a:pt x="66828" y="21291"/>
                  </a:lnTo>
                  <a:lnTo>
                    <a:pt x="67791" y="20040"/>
                  </a:lnTo>
                  <a:lnTo>
                    <a:pt x="67962" y="19218"/>
                  </a:lnTo>
                  <a:lnTo>
                    <a:pt x="67842" y="18290"/>
                  </a:lnTo>
                  <a:lnTo>
                    <a:pt x="67897" y="16269"/>
                  </a:lnTo>
                  <a:lnTo>
                    <a:pt x="68410" y="15052"/>
                  </a:lnTo>
                  <a:lnTo>
                    <a:pt x="70353" y="12495"/>
                  </a:lnTo>
                  <a:lnTo>
                    <a:pt x="71395" y="11572"/>
                  </a:lnTo>
                  <a:lnTo>
                    <a:pt x="73054" y="11151"/>
                  </a:lnTo>
                  <a:lnTo>
                    <a:pt x="77002" y="11424"/>
                  </a:lnTo>
                  <a:lnTo>
                    <a:pt x="80702" y="12884"/>
                  </a:lnTo>
                  <a:lnTo>
                    <a:pt x="85708" y="14320"/>
                  </a:lnTo>
                  <a:lnTo>
                    <a:pt x="93021" y="17928"/>
                  </a:lnTo>
                  <a:lnTo>
                    <a:pt x="95313" y="19470"/>
                  </a:lnTo>
                  <a:lnTo>
                    <a:pt x="95551" y="20805"/>
                  </a:lnTo>
                  <a:lnTo>
                    <a:pt x="94254" y="23655"/>
                  </a:lnTo>
                  <a:lnTo>
                    <a:pt x="91103" y="27689"/>
                  </a:lnTo>
                  <a:lnTo>
                    <a:pt x="88571" y="29145"/>
                  </a:lnTo>
                  <a:lnTo>
                    <a:pt x="87595" y="30038"/>
                  </a:lnTo>
                  <a:lnTo>
                    <a:pt x="89243" y="30654"/>
                  </a:lnTo>
                  <a:lnTo>
                    <a:pt x="90310" y="31691"/>
                  </a:lnTo>
                  <a:lnTo>
                    <a:pt x="91934" y="30191"/>
                  </a:lnTo>
                  <a:lnTo>
                    <a:pt x="93121" y="28513"/>
                  </a:lnTo>
                  <a:lnTo>
                    <a:pt x="94801" y="27120"/>
                  </a:lnTo>
                  <a:lnTo>
                    <a:pt x="95373" y="26996"/>
                  </a:lnTo>
                  <a:lnTo>
                    <a:pt x="95514" y="27291"/>
                  </a:lnTo>
                  <a:lnTo>
                    <a:pt x="95221" y="28006"/>
                  </a:lnTo>
                  <a:lnTo>
                    <a:pt x="95096" y="28707"/>
                  </a:lnTo>
                  <a:lnTo>
                    <a:pt x="95140" y="29391"/>
                  </a:lnTo>
                  <a:lnTo>
                    <a:pt x="95333" y="29808"/>
                  </a:lnTo>
                  <a:lnTo>
                    <a:pt x="96363" y="30022"/>
                  </a:lnTo>
                  <a:lnTo>
                    <a:pt x="96915" y="29765"/>
                  </a:lnTo>
                  <a:lnTo>
                    <a:pt x="99147" y="27796"/>
                  </a:lnTo>
                  <a:lnTo>
                    <a:pt x="101337" y="24785"/>
                  </a:lnTo>
                  <a:lnTo>
                    <a:pt x="104656" y="22839"/>
                  </a:lnTo>
                  <a:lnTo>
                    <a:pt x="105560" y="21845"/>
                  </a:lnTo>
                  <a:lnTo>
                    <a:pt x="108449" y="21020"/>
                  </a:lnTo>
                  <a:lnTo>
                    <a:pt x="108415" y="20436"/>
                  </a:lnTo>
                  <a:lnTo>
                    <a:pt x="108548" y="18136"/>
                  </a:lnTo>
                  <a:lnTo>
                    <a:pt x="107537" y="17156"/>
                  </a:lnTo>
                  <a:lnTo>
                    <a:pt x="104149" y="15106"/>
                  </a:lnTo>
                  <a:lnTo>
                    <a:pt x="102474" y="12650"/>
                  </a:lnTo>
                  <a:lnTo>
                    <a:pt x="102826" y="10769"/>
                  </a:lnTo>
                  <a:lnTo>
                    <a:pt x="104696" y="11043"/>
                  </a:lnTo>
                  <a:lnTo>
                    <a:pt x="109813" y="11243"/>
                  </a:lnTo>
                  <a:lnTo>
                    <a:pt x="110877" y="11495"/>
                  </a:lnTo>
                  <a:lnTo>
                    <a:pt x="115794" y="14685"/>
                  </a:lnTo>
                  <a:lnTo>
                    <a:pt x="117532" y="16671"/>
                  </a:lnTo>
                  <a:lnTo>
                    <a:pt x="118914" y="17658"/>
                  </a:lnTo>
                  <a:lnTo>
                    <a:pt x="121816" y="19096"/>
                  </a:lnTo>
                  <a:lnTo>
                    <a:pt x="122790" y="20264"/>
                  </a:lnTo>
                  <a:lnTo>
                    <a:pt x="123476" y="20739"/>
                  </a:lnTo>
                  <a:lnTo>
                    <a:pt x="123713" y="21232"/>
                  </a:lnTo>
                  <a:lnTo>
                    <a:pt x="123501" y="21743"/>
                  </a:lnTo>
                  <a:lnTo>
                    <a:pt x="123389" y="22949"/>
                  </a:lnTo>
                  <a:lnTo>
                    <a:pt x="123928" y="23337"/>
                  </a:lnTo>
                  <a:lnTo>
                    <a:pt x="125815" y="23790"/>
                  </a:lnTo>
                  <a:lnTo>
                    <a:pt x="126344" y="24276"/>
                  </a:lnTo>
                  <a:lnTo>
                    <a:pt x="127044" y="25807"/>
                  </a:lnTo>
                  <a:lnTo>
                    <a:pt x="127914" y="28386"/>
                  </a:lnTo>
                  <a:lnTo>
                    <a:pt x="128672" y="31183"/>
                  </a:lnTo>
                  <a:lnTo>
                    <a:pt x="129866" y="36460"/>
                  </a:lnTo>
                  <a:lnTo>
                    <a:pt x="132250" y="43504"/>
                  </a:lnTo>
                  <a:lnTo>
                    <a:pt x="133064" y="47913"/>
                  </a:lnTo>
                  <a:lnTo>
                    <a:pt x="133338" y="48722"/>
                  </a:lnTo>
                  <a:lnTo>
                    <a:pt x="133875" y="49279"/>
                  </a:lnTo>
                  <a:lnTo>
                    <a:pt x="135404" y="50090"/>
                  </a:lnTo>
                  <a:lnTo>
                    <a:pt x="136582" y="51237"/>
                  </a:lnTo>
                  <a:lnTo>
                    <a:pt x="137970" y="51606"/>
                  </a:lnTo>
                  <a:lnTo>
                    <a:pt x="138308" y="51502"/>
                  </a:lnTo>
                  <a:lnTo>
                    <a:pt x="138653" y="50517"/>
                  </a:lnTo>
                  <a:lnTo>
                    <a:pt x="139520" y="48949"/>
                  </a:lnTo>
                  <a:lnTo>
                    <a:pt x="143719" y="45901"/>
                  </a:lnTo>
                  <a:lnTo>
                    <a:pt x="143937" y="45428"/>
                  </a:lnTo>
                  <a:lnTo>
                    <a:pt x="143442" y="44727"/>
                  </a:lnTo>
                  <a:lnTo>
                    <a:pt x="143289" y="44250"/>
                  </a:lnTo>
                  <a:lnTo>
                    <a:pt x="143350" y="43927"/>
                  </a:lnTo>
                  <a:lnTo>
                    <a:pt x="144224" y="43672"/>
                  </a:lnTo>
                  <a:lnTo>
                    <a:pt x="141304" y="39811"/>
                  </a:lnTo>
                  <a:lnTo>
                    <a:pt x="139414" y="36148"/>
                  </a:lnTo>
                  <a:lnTo>
                    <a:pt x="138202" y="31618"/>
                  </a:lnTo>
                  <a:lnTo>
                    <a:pt x="138017" y="30293"/>
                  </a:lnTo>
                  <a:lnTo>
                    <a:pt x="137836" y="27477"/>
                  </a:lnTo>
                  <a:lnTo>
                    <a:pt x="137442" y="26737"/>
                  </a:lnTo>
                  <a:lnTo>
                    <a:pt x="136773" y="26058"/>
                  </a:lnTo>
                  <a:lnTo>
                    <a:pt x="136493" y="25183"/>
                  </a:lnTo>
                  <a:lnTo>
                    <a:pt x="136602" y="24112"/>
                  </a:lnTo>
                  <a:lnTo>
                    <a:pt x="136470" y="23193"/>
                  </a:lnTo>
                  <a:lnTo>
                    <a:pt x="135695" y="21274"/>
                  </a:lnTo>
                  <a:lnTo>
                    <a:pt x="132721" y="7885"/>
                  </a:lnTo>
                  <a:lnTo>
                    <a:pt x="132731" y="6582"/>
                  </a:lnTo>
                  <a:lnTo>
                    <a:pt x="133141" y="5602"/>
                  </a:lnTo>
                  <a:lnTo>
                    <a:pt x="134200" y="5041"/>
                  </a:lnTo>
                  <a:lnTo>
                    <a:pt x="135908" y="4902"/>
                  </a:lnTo>
                  <a:lnTo>
                    <a:pt x="136448" y="4595"/>
                  </a:lnTo>
                  <a:lnTo>
                    <a:pt x="135820" y="4123"/>
                  </a:lnTo>
                  <a:lnTo>
                    <a:pt x="134704" y="2696"/>
                  </a:lnTo>
                  <a:lnTo>
                    <a:pt x="134557" y="2037"/>
                  </a:lnTo>
                  <a:lnTo>
                    <a:pt x="135302" y="706"/>
                  </a:lnTo>
                  <a:lnTo>
                    <a:pt x="139115" y="1288"/>
                  </a:lnTo>
                  <a:lnTo>
                    <a:pt x="141876" y="2490"/>
                  </a:lnTo>
                  <a:lnTo>
                    <a:pt x="146600" y="5334"/>
                  </a:lnTo>
                  <a:lnTo>
                    <a:pt x="147082" y="5178"/>
                  </a:lnTo>
                  <a:lnTo>
                    <a:pt x="147599" y="3763"/>
                  </a:lnTo>
                  <a:lnTo>
                    <a:pt x="148608" y="2855"/>
                  </a:lnTo>
                  <a:lnTo>
                    <a:pt x="150118" y="3154"/>
                  </a:lnTo>
                  <a:lnTo>
                    <a:pt x="154391" y="5214"/>
                  </a:lnTo>
                  <a:lnTo>
                    <a:pt x="159333" y="8886"/>
                  </a:lnTo>
                  <a:lnTo>
                    <a:pt x="162651" y="10697"/>
                  </a:lnTo>
                  <a:lnTo>
                    <a:pt x="164978" y="13154"/>
                  </a:lnTo>
                  <a:lnTo>
                    <a:pt x="166560" y="15474"/>
                  </a:lnTo>
                  <a:lnTo>
                    <a:pt x="167557" y="17266"/>
                  </a:lnTo>
                  <a:lnTo>
                    <a:pt x="167600" y="17966"/>
                  </a:lnTo>
                  <a:lnTo>
                    <a:pt x="167373" y="18683"/>
                  </a:lnTo>
                  <a:lnTo>
                    <a:pt x="167607" y="19618"/>
                  </a:lnTo>
                  <a:lnTo>
                    <a:pt x="168305" y="20770"/>
                  </a:lnTo>
                  <a:lnTo>
                    <a:pt x="168692" y="21802"/>
                  </a:lnTo>
                  <a:lnTo>
                    <a:pt x="169008" y="24000"/>
                  </a:lnTo>
                  <a:lnTo>
                    <a:pt x="169633" y="26862"/>
                  </a:lnTo>
                  <a:lnTo>
                    <a:pt x="169791" y="28295"/>
                  </a:lnTo>
                  <a:lnTo>
                    <a:pt x="174181" y="41152"/>
                  </a:lnTo>
                  <a:lnTo>
                    <a:pt x="175021" y="43421"/>
                  </a:lnTo>
                  <a:lnTo>
                    <a:pt x="175555" y="44473"/>
                  </a:lnTo>
                  <a:lnTo>
                    <a:pt x="178624" y="49448"/>
                  </a:lnTo>
                  <a:lnTo>
                    <a:pt x="180257" y="53061"/>
                  </a:lnTo>
                  <a:lnTo>
                    <a:pt x="180415" y="55479"/>
                  </a:lnTo>
                  <a:lnTo>
                    <a:pt x="180634" y="56172"/>
                  </a:lnTo>
                  <a:lnTo>
                    <a:pt x="180706" y="57285"/>
                  </a:lnTo>
                  <a:lnTo>
                    <a:pt x="180629" y="58819"/>
                  </a:lnTo>
                  <a:lnTo>
                    <a:pt x="180271" y="60135"/>
                  </a:lnTo>
                  <a:lnTo>
                    <a:pt x="179629" y="61236"/>
                  </a:lnTo>
                  <a:lnTo>
                    <a:pt x="179009" y="62784"/>
                  </a:lnTo>
                  <a:lnTo>
                    <a:pt x="178071" y="66196"/>
                  </a:lnTo>
                  <a:lnTo>
                    <a:pt x="177991" y="67035"/>
                  </a:lnTo>
                  <a:lnTo>
                    <a:pt x="178667" y="68210"/>
                  </a:lnTo>
                  <a:lnTo>
                    <a:pt x="182961" y="72260"/>
                  </a:lnTo>
                  <a:lnTo>
                    <a:pt x="185594" y="77123"/>
                  </a:lnTo>
                  <a:lnTo>
                    <a:pt x="186828" y="77976"/>
                  </a:lnTo>
                  <a:lnTo>
                    <a:pt x="190146" y="81017"/>
                  </a:lnTo>
                  <a:lnTo>
                    <a:pt x="193723" y="82743"/>
                  </a:lnTo>
                  <a:lnTo>
                    <a:pt x="194926" y="83486"/>
                  </a:lnTo>
                  <a:lnTo>
                    <a:pt x="196064" y="84581"/>
                  </a:lnTo>
                  <a:lnTo>
                    <a:pt x="196407" y="84623"/>
                  </a:lnTo>
                  <a:lnTo>
                    <a:pt x="197098" y="84416"/>
                  </a:lnTo>
                  <a:lnTo>
                    <a:pt x="197296" y="84118"/>
                  </a:lnTo>
                  <a:lnTo>
                    <a:pt x="197344" y="83673"/>
                  </a:lnTo>
                  <a:lnTo>
                    <a:pt x="196338" y="81365"/>
                  </a:lnTo>
                  <a:lnTo>
                    <a:pt x="196267" y="80460"/>
                  </a:lnTo>
                  <a:lnTo>
                    <a:pt x="196748" y="80301"/>
                  </a:lnTo>
                  <a:lnTo>
                    <a:pt x="200438" y="84237"/>
                  </a:lnTo>
                  <a:lnTo>
                    <a:pt x="202429" y="85804"/>
                  </a:lnTo>
                  <a:lnTo>
                    <a:pt x="205149" y="87448"/>
                  </a:lnTo>
                  <a:lnTo>
                    <a:pt x="209825" y="91235"/>
                  </a:lnTo>
                  <a:lnTo>
                    <a:pt x="210474" y="91545"/>
                  </a:lnTo>
                  <a:lnTo>
                    <a:pt x="213004" y="91196"/>
                  </a:lnTo>
                  <a:lnTo>
                    <a:pt x="213693" y="91436"/>
                  </a:lnTo>
                  <a:lnTo>
                    <a:pt x="214127" y="91811"/>
                  </a:lnTo>
                  <a:lnTo>
                    <a:pt x="214304" y="92320"/>
                  </a:lnTo>
                  <a:lnTo>
                    <a:pt x="214408" y="94564"/>
                  </a:lnTo>
                  <a:lnTo>
                    <a:pt x="215099" y="95669"/>
                  </a:lnTo>
                  <a:lnTo>
                    <a:pt x="219088" y="95197"/>
                  </a:lnTo>
                  <a:lnTo>
                    <a:pt x="220206" y="95297"/>
                  </a:lnTo>
                  <a:lnTo>
                    <a:pt x="220919" y="95649"/>
                  </a:lnTo>
                  <a:lnTo>
                    <a:pt x="221512" y="96384"/>
                  </a:lnTo>
                  <a:lnTo>
                    <a:pt x="222368" y="98787"/>
                  </a:lnTo>
                  <a:lnTo>
                    <a:pt x="223161" y="103524"/>
                  </a:lnTo>
                  <a:lnTo>
                    <a:pt x="223203" y="105222"/>
                  </a:lnTo>
                  <a:lnTo>
                    <a:pt x="222840" y="108070"/>
                  </a:lnTo>
                  <a:lnTo>
                    <a:pt x="222257" y="109117"/>
                  </a:lnTo>
                  <a:lnTo>
                    <a:pt x="221500" y="109448"/>
                  </a:lnTo>
                  <a:lnTo>
                    <a:pt x="219371" y="109125"/>
                  </a:lnTo>
                  <a:lnTo>
                    <a:pt x="217877" y="108220"/>
                  </a:lnTo>
                  <a:lnTo>
                    <a:pt x="217102" y="107067"/>
                  </a:lnTo>
                  <a:lnTo>
                    <a:pt x="216403" y="104567"/>
                  </a:lnTo>
                  <a:lnTo>
                    <a:pt x="216069" y="104085"/>
                  </a:lnTo>
                  <a:lnTo>
                    <a:pt x="215766" y="104588"/>
                  </a:lnTo>
                  <a:lnTo>
                    <a:pt x="215066" y="106878"/>
                  </a:lnTo>
                  <a:lnTo>
                    <a:pt x="214604" y="107894"/>
                  </a:lnTo>
                  <a:lnTo>
                    <a:pt x="214047" y="108566"/>
                  </a:lnTo>
                  <a:lnTo>
                    <a:pt x="212987" y="108400"/>
                  </a:lnTo>
                  <a:lnTo>
                    <a:pt x="211424" y="107398"/>
                  </a:lnTo>
                  <a:lnTo>
                    <a:pt x="208491" y="104841"/>
                  </a:lnTo>
                  <a:lnTo>
                    <a:pt x="207452" y="104210"/>
                  </a:lnTo>
                  <a:lnTo>
                    <a:pt x="206808" y="104320"/>
                  </a:lnTo>
                  <a:lnTo>
                    <a:pt x="205404" y="105184"/>
                  </a:lnTo>
                  <a:lnTo>
                    <a:pt x="203240" y="106803"/>
                  </a:lnTo>
                  <a:lnTo>
                    <a:pt x="202346" y="107994"/>
                  </a:lnTo>
                  <a:lnTo>
                    <a:pt x="202724" y="108754"/>
                  </a:lnTo>
                  <a:lnTo>
                    <a:pt x="202975" y="109711"/>
                  </a:lnTo>
                  <a:lnTo>
                    <a:pt x="203099" y="110863"/>
                  </a:lnTo>
                  <a:lnTo>
                    <a:pt x="203024" y="111712"/>
                  </a:lnTo>
                  <a:lnTo>
                    <a:pt x="202750" y="112258"/>
                  </a:lnTo>
                  <a:lnTo>
                    <a:pt x="202035" y="112911"/>
                  </a:lnTo>
                  <a:lnTo>
                    <a:pt x="200523" y="113022"/>
                  </a:lnTo>
                  <a:lnTo>
                    <a:pt x="198349" y="112522"/>
                  </a:lnTo>
                  <a:lnTo>
                    <a:pt x="196629" y="111635"/>
                  </a:lnTo>
                  <a:lnTo>
                    <a:pt x="193618" y="109282"/>
                  </a:lnTo>
                  <a:lnTo>
                    <a:pt x="192926" y="108956"/>
                  </a:lnTo>
                  <a:lnTo>
                    <a:pt x="191995" y="109478"/>
                  </a:lnTo>
                  <a:lnTo>
                    <a:pt x="191623" y="110164"/>
                  </a:lnTo>
                  <a:lnTo>
                    <a:pt x="192201" y="111140"/>
                  </a:lnTo>
                  <a:lnTo>
                    <a:pt x="193731" y="112410"/>
                  </a:lnTo>
                  <a:lnTo>
                    <a:pt x="195602" y="114514"/>
                  </a:lnTo>
                  <a:lnTo>
                    <a:pt x="196103" y="114925"/>
                  </a:lnTo>
                  <a:lnTo>
                    <a:pt x="196585" y="114879"/>
                  </a:lnTo>
                  <a:lnTo>
                    <a:pt x="196756" y="115267"/>
                  </a:lnTo>
                  <a:lnTo>
                    <a:pt x="196967" y="116398"/>
                  </a:lnTo>
                  <a:lnTo>
                    <a:pt x="196868" y="118346"/>
                  </a:lnTo>
                  <a:lnTo>
                    <a:pt x="195969" y="122234"/>
                  </a:lnTo>
                  <a:lnTo>
                    <a:pt x="195876" y="123162"/>
                  </a:lnTo>
                  <a:lnTo>
                    <a:pt x="196245" y="122943"/>
                  </a:lnTo>
                  <a:lnTo>
                    <a:pt x="198790" y="119122"/>
                  </a:lnTo>
                  <a:lnTo>
                    <a:pt x="200106" y="118050"/>
                  </a:lnTo>
                  <a:lnTo>
                    <a:pt x="202956" y="116369"/>
                  </a:lnTo>
                  <a:lnTo>
                    <a:pt x="204186" y="115133"/>
                  </a:lnTo>
                  <a:lnTo>
                    <a:pt x="207831" y="114796"/>
                  </a:lnTo>
                  <a:lnTo>
                    <a:pt x="209132" y="115472"/>
                  </a:lnTo>
                  <a:lnTo>
                    <a:pt x="209968" y="116646"/>
                  </a:lnTo>
                  <a:lnTo>
                    <a:pt x="210001" y="117180"/>
                  </a:lnTo>
                  <a:lnTo>
                    <a:pt x="209047" y="118556"/>
                  </a:lnTo>
                  <a:lnTo>
                    <a:pt x="208874" y="119246"/>
                  </a:lnTo>
                  <a:lnTo>
                    <a:pt x="208824" y="120118"/>
                  </a:lnTo>
                  <a:lnTo>
                    <a:pt x="208909" y="120900"/>
                  </a:lnTo>
                  <a:lnTo>
                    <a:pt x="209131" y="121594"/>
                  </a:lnTo>
                  <a:lnTo>
                    <a:pt x="209786" y="122233"/>
                  </a:lnTo>
                  <a:lnTo>
                    <a:pt x="210944" y="121953"/>
                  </a:lnTo>
                  <a:lnTo>
                    <a:pt x="211268" y="122117"/>
                  </a:lnTo>
                  <a:lnTo>
                    <a:pt x="211890" y="122793"/>
                  </a:lnTo>
                  <a:lnTo>
                    <a:pt x="212300" y="123840"/>
                  </a:lnTo>
                  <a:lnTo>
                    <a:pt x="212318" y="125299"/>
                  </a:lnTo>
                  <a:lnTo>
                    <a:pt x="211462" y="128499"/>
                  </a:lnTo>
                  <a:lnTo>
                    <a:pt x="209939" y="129546"/>
                  </a:lnTo>
                  <a:lnTo>
                    <a:pt x="205272" y="131487"/>
                  </a:lnTo>
                  <a:lnTo>
                    <a:pt x="203672" y="132490"/>
                  </a:lnTo>
                  <a:lnTo>
                    <a:pt x="200588" y="133197"/>
                  </a:lnTo>
                  <a:lnTo>
                    <a:pt x="199397" y="134135"/>
                  </a:lnTo>
                  <a:lnTo>
                    <a:pt x="198654" y="134419"/>
                  </a:lnTo>
                  <a:lnTo>
                    <a:pt x="195357" y="134269"/>
                  </a:lnTo>
                  <a:lnTo>
                    <a:pt x="191582" y="134865"/>
                  </a:lnTo>
                  <a:lnTo>
                    <a:pt x="187236" y="133699"/>
                  </a:lnTo>
                  <a:lnTo>
                    <a:pt x="184189" y="133180"/>
                  </a:lnTo>
                  <a:lnTo>
                    <a:pt x="180668" y="131330"/>
                  </a:lnTo>
                  <a:lnTo>
                    <a:pt x="179341" y="131796"/>
                  </a:lnTo>
                  <a:lnTo>
                    <a:pt x="177968" y="132986"/>
                  </a:lnTo>
                  <a:lnTo>
                    <a:pt x="171374" y="131559"/>
                  </a:lnTo>
                  <a:lnTo>
                    <a:pt x="170591" y="130526"/>
                  </a:lnTo>
                  <a:lnTo>
                    <a:pt x="170849" y="129854"/>
                  </a:lnTo>
                  <a:lnTo>
                    <a:pt x="172413" y="127656"/>
                  </a:lnTo>
                  <a:lnTo>
                    <a:pt x="172512" y="127196"/>
                  </a:lnTo>
                  <a:lnTo>
                    <a:pt x="172438" y="126806"/>
                  </a:lnTo>
                  <a:lnTo>
                    <a:pt x="169442" y="126430"/>
                  </a:lnTo>
                  <a:lnTo>
                    <a:pt x="166103" y="125261"/>
                  </a:lnTo>
                  <a:lnTo>
                    <a:pt x="162747" y="124681"/>
                  </a:lnTo>
                  <a:lnTo>
                    <a:pt x="160236" y="124846"/>
                  </a:lnTo>
                  <a:lnTo>
                    <a:pt x="158602" y="124420"/>
                  </a:lnTo>
                  <a:lnTo>
                    <a:pt x="157006" y="123458"/>
                  </a:lnTo>
                  <a:lnTo>
                    <a:pt x="156130" y="122578"/>
                  </a:lnTo>
                  <a:lnTo>
                    <a:pt x="155972" y="121784"/>
                  </a:lnTo>
                  <a:lnTo>
                    <a:pt x="155951" y="120915"/>
                  </a:lnTo>
                  <a:lnTo>
                    <a:pt x="156092" y="119171"/>
                  </a:lnTo>
                  <a:lnTo>
                    <a:pt x="155881" y="117947"/>
                  </a:lnTo>
                  <a:lnTo>
                    <a:pt x="155158" y="116981"/>
                  </a:lnTo>
                  <a:lnTo>
                    <a:pt x="153679" y="116115"/>
                  </a:lnTo>
                  <a:lnTo>
                    <a:pt x="152207" y="116218"/>
                  </a:lnTo>
                  <a:lnTo>
                    <a:pt x="150962" y="117177"/>
                  </a:lnTo>
                  <a:lnTo>
                    <a:pt x="149779" y="118945"/>
                  </a:lnTo>
                  <a:lnTo>
                    <a:pt x="147587" y="123866"/>
                  </a:lnTo>
                  <a:lnTo>
                    <a:pt x="146489" y="124707"/>
                  </a:lnTo>
                  <a:lnTo>
                    <a:pt x="143640" y="128271"/>
                  </a:lnTo>
                  <a:lnTo>
                    <a:pt x="142572" y="129144"/>
                  </a:lnTo>
                  <a:lnTo>
                    <a:pt x="137346" y="130556"/>
                  </a:lnTo>
                  <a:lnTo>
                    <a:pt x="131156" y="131135"/>
                  </a:lnTo>
                  <a:lnTo>
                    <a:pt x="128842" y="132239"/>
                  </a:lnTo>
                  <a:lnTo>
                    <a:pt x="126647" y="134306"/>
                  </a:lnTo>
                  <a:lnTo>
                    <a:pt x="123988" y="136305"/>
                  </a:lnTo>
                  <a:lnTo>
                    <a:pt x="117495" y="138760"/>
                  </a:lnTo>
                  <a:lnTo>
                    <a:pt x="111492" y="140132"/>
                  </a:lnTo>
                  <a:lnTo>
                    <a:pt x="105210" y="140731"/>
                  </a:lnTo>
                  <a:lnTo>
                    <a:pt x="100515" y="141665"/>
                  </a:lnTo>
                  <a:lnTo>
                    <a:pt x="99169" y="141199"/>
                  </a:lnTo>
                  <a:lnTo>
                    <a:pt x="97067" y="141372"/>
                  </a:lnTo>
                  <a:lnTo>
                    <a:pt x="94804" y="142740"/>
                  </a:lnTo>
                  <a:lnTo>
                    <a:pt x="92248" y="143005"/>
                  </a:lnTo>
                  <a:lnTo>
                    <a:pt x="82538" y="143503"/>
                  </a:lnTo>
                  <a:lnTo>
                    <a:pt x="78080" y="144418"/>
                  </a:lnTo>
                  <a:lnTo>
                    <a:pt x="75636" y="144659"/>
                  </a:lnTo>
                  <a:lnTo>
                    <a:pt x="73720" y="144533"/>
                  </a:lnTo>
                  <a:lnTo>
                    <a:pt x="72385" y="144155"/>
                  </a:lnTo>
                  <a:lnTo>
                    <a:pt x="71106" y="142936"/>
                  </a:lnTo>
                  <a:lnTo>
                    <a:pt x="69789" y="141063"/>
                  </a:lnTo>
                  <a:lnTo>
                    <a:pt x="67115" y="136075"/>
                  </a:lnTo>
                  <a:lnTo>
                    <a:pt x="66350" y="133980"/>
                  </a:lnTo>
                  <a:lnTo>
                    <a:pt x="66650" y="130393"/>
                  </a:lnTo>
                  <a:lnTo>
                    <a:pt x="66452" y="128316"/>
                  </a:lnTo>
                  <a:lnTo>
                    <a:pt x="65562" y="123830"/>
                  </a:lnTo>
                  <a:lnTo>
                    <a:pt x="65396" y="123445"/>
                  </a:lnTo>
                  <a:lnTo>
                    <a:pt x="60715" y="121781"/>
                  </a:lnTo>
                  <a:lnTo>
                    <a:pt x="57636" y="121254"/>
                  </a:lnTo>
                  <a:lnTo>
                    <a:pt x="52995" y="121148"/>
                  </a:lnTo>
                  <a:lnTo>
                    <a:pt x="47319" y="121385"/>
                  </a:lnTo>
                  <a:lnTo>
                    <a:pt x="41654" y="120846"/>
                  </a:lnTo>
                  <a:lnTo>
                    <a:pt x="38660" y="120237"/>
                  </a:lnTo>
                  <a:lnTo>
                    <a:pt x="35689" y="119245"/>
                  </a:lnTo>
                  <a:lnTo>
                    <a:pt x="30606" y="116660"/>
                  </a:lnTo>
                  <a:lnTo>
                    <a:pt x="30318" y="116396"/>
                  </a:lnTo>
                  <a:lnTo>
                    <a:pt x="29923" y="115535"/>
                  </a:lnTo>
                  <a:lnTo>
                    <a:pt x="29421" y="114078"/>
                  </a:lnTo>
                  <a:lnTo>
                    <a:pt x="28156" y="112181"/>
                  </a:lnTo>
                  <a:lnTo>
                    <a:pt x="24691" y="107950"/>
                  </a:lnTo>
                  <a:lnTo>
                    <a:pt x="23319" y="105443"/>
                  </a:lnTo>
                  <a:lnTo>
                    <a:pt x="23097" y="104804"/>
                  </a:lnTo>
                  <a:lnTo>
                    <a:pt x="22768" y="102964"/>
                  </a:lnTo>
                  <a:lnTo>
                    <a:pt x="22331" y="99922"/>
                  </a:lnTo>
                  <a:lnTo>
                    <a:pt x="22191" y="98061"/>
                  </a:lnTo>
                  <a:lnTo>
                    <a:pt x="22594" y="96926"/>
                  </a:lnTo>
                  <a:lnTo>
                    <a:pt x="22931" y="96699"/>
                  </a:lnTo>
                  <a:lnTo>
                    <a:pt x="30108" y="94486"/>
                  </a:lnTo>
                  <a:lnTo>
                    <a:pt x="42753" y="92060"/>
                  </a:lnTo>
                  <a:lnTo>
                    <a:pt x="54312" y="90426"/>
                  </a:lnTo>
                  <a:lnTo>
                    <a:pt x="59561" y="90573"/>
                  </a:lnTo>
                  <a:lnTo>
                    <a:pt x="62651" y="91339"/>
                  </a:lnTo>
                  <a:lnTo>
                    <a:pt x="65749" y="91690"/>
                  </a:lnTo>
                  <a:lnTo>
                    <a:pt x="71361" y="91863"/>
                  </a:lnTo>
                  <a:lnTo>
                    <a:pt x="78430" y="93003"/>
                  </a:lnTo>
                  <a:lnTo>
                    <a:pt x="79850" y="92905"/>
                  </a:lnTo>
                  <a:lnTo>
                    <a:pt x="83019" y="92132"/>
                  </a:lnTo>
                  <a:lnTo>
                    <a:pt x="83961" y="91515"/>
                  </a:lnTo>
                  <a:lnTo>
                    <a:pt x="88970" y="91594"/>
                  </a:lnTo>
                  <a:lnTo>
                    <a:pt x="89943" y="91215"/>
                  </a:lnTo>
                  <a:lnTo>
                    <a:pt x="90835" y="90532"/>
                  </a:lnTo>
                  <a:lnTo>
                    <a:pt x="89684" y="89256"/>
                  </a:lnTo>
                  <a:lnTo>
                    <a:pt x="84892" y="86454"/>
                  </a:lnTo>
                  <a:lnTo>
                    <a:pt x="72166" y="81446"/>
                  </a:lnTo>
                  <a:lnTo>
                    <a:pt x="69062" y="80381"/>
                  </a:lnTo>
                  <a:lnTo>
                    <a:pt x="64617" y="79248"/>
                  </a:lnTo>
                  <a:lnTo>
                    <a:pt x="62040" y="79086"/>
                  </a:lnTo>
                  <a:lnTo>
                    <a:pt x="58756" y="79734"/>
                  </a:lnTo>
                  <a:lnTo>
                    <a:pt x="57532" y="79705"/>
                  </a:lnTo>
                  <a:lnTo>
                    <a:pt x="54309" y="80681"/>
                  </a:lnTo>
                  <a:lnTo>
                    <a:pt x="51247" y="81297"/>
                  </a:lnTo>
                  <a:lnTo>
                    <a:pt x="45441" y="81894"/>
                  </a:lnTo>
                  <a:lnTo>
                    <a:pt x="37054" y="82334"/>
                  </a:lnTo>
                  <a:lnTo>
                    <a:pt x="35880" y="82204"/>
                  </a:lnTo>
                  <a:lnTo>
                    <a:pt x="34155" y="81444"/>
                  </a:lnTo>
                  <a:lnTo>
                    <a:pt x="32903" y="81228"/>
                  </a:lnTo>
                  <a:lnTo>
                    <a:pt x="24694" y="81820"/>
                  </a:lnTo>
                  <a:lnTo>
                    <a:pt x="17358" y="81056"/>
                  </a:lnTo>
                  <a:lnTo>
                    <a:pt x="9004" y="73409"/>
                  </a:lnTo>
                  <a:lnTo>
                    <a:pt x="7616" y="71063"/>
                  </a:lnTo>
                  <a:lnTo>
                    <a:pt x="7912" y="70108"/>
                  </a:lnTo>
                  <a:lnTo>
                    <a:pt x="8942" y="69083"/>
                  </a:lnTo>
                  <a:lnTo>
                    <a:pt x="13079" y="66130"/>
                  </a:lnTo>
                  <a:lnTo>
                    <a:pt x="14557" y="65427"/>
                  </a:lnTo>
                  <a:lnTo>
                    <a:pt x="20728" y="63842"/>
                  </a:lnTo>
                  <a:lnTo>
                    <a:pt x="26881" y="61926"/>
                  </a:lnTo>
                  <a:lnTo>
                    <a:pt x="31740" y="60122"/>
                  </a:lnTo>
                  <a:lnTo>
                    <a:pt x="34126" y="59496"/>
                  </a:lnTo>
                  <a:lnTo>
                    <a:pt x="36423" y="59422"/>
                  </a:lnTo>
                  <a:lnTo>
                    <a:pt x="38279" y="58828"/>
                  </a:lnTo>
                  <a:lnTo>
                    <a:pt x="37901" y="58258"/>
                  </a:lnTo>
                  <a:lnTo>
                    <a:pt x="36383" y="57607"/>
                  </a:lnTo>
                  <a:lnTo>
                    <a:pt x="36400" y="56685"/>
                  </a:lnTo>
                  <a:lnTo>
                    <a:pt x="37185" y="56242"/>
                  </a:lnTo>
                  <a:lnTo>
                    <a:pt x="40227" y="55775"/>
                  </a:lnTo>
                  <a:lnTo>
                    <a:pt x="43459" y="56345"/>
                  </a:lnTo>
                  <a:lnTo>
                    <a:pt x="45074" y="56150"/>
                  </a:lnTo>
                  <a:lnTo>
                    <a:pt x="45538" y="55521"/>
                  </a:lnTo>
                  <a:lnTo>
                    <a:pt x="45109" y="55013"/>
                  </a:lnTo>
                  <a:lnTo>
                    <a:pt x="42042" y="53964"/>
                  </a:lnTo>
                  <a:lnTo>
                    <a:pt x="27313" y="56984"/>
                  </a:lnTo>
                  <a:lnTo>
                    <a:pt x="20442" y="57267"/>
                  </a:lnTo>
                  <a:lnTo>
                    <a:pt x="15676" y="58565"/>
                  </a:lnTo>
                  <a:lnTo>
                    <a:pt x="13056" y="58523"/>
                  </a:lnTo>
                  <a:lnTo>
                    <a:pt x="9940" y="57228"/>
                  </a:lnTo>
                  <a:lnTo>
                    <a:pt x="9524" y="56840"/>
                  </a:lnTo>
                  <a:lnTo>
                    <a:pt x="9468" y="56307"/>
                  </a:lnTo>
                  <a:lnTo>
                    <a:pt x="10432" y="54574"/>
                  </a:lnTo>
                  <a:lnTo>
                    <a:pt x="13762" y="53537"/>
                  </a:lnTo>
                  <a:lnTo>
                    <a:pt x="15442" y="50627"/>
                  </a:lnTo>
                  <a:lnTo>
                    <a:pt x="13649" y="50576"/>
                  </a:lnTo>
                  <a:lnTo>
                    <a:pt x="7678" y="51200"/>
                  </a:lnTo>
                  <a:lnTo>
                    <a:pt x="5068" y="50931"/>
                  </a:lnTo>
                  <a:lnTo>
                    <a:pt x="1546" y="49816"/>
                  </a:lnTo>
                  <a:lnTo>
                    <a:pt x="513" y="48487"/>
                  </a:lnTo>
                  <a:lnTo>
                    <a:pt x="74" y="47526"/>
                  </a:lnTo>
                  <a:lnTo>
                    <a:pt x="0" y="46381"/>
                  </a:lnTo>
                  <a:lnTo>
                    <a:pt x="118" y="43128"/>
                  </a:lnTo>
                  <a:lnTo>
                    <a:pt x="418" y="41381"/>
                  </a:lnTo>
                  <a:lnTo>
                    <a:pt x="606" y="40987"/>
                  </a:lnTo>
                  <a:lnTo>
                    <a:pt x="4984" y="35611"/>
                  </a:lnTo>
                  <a:lnTo>
                    <a:pt x="7713" y="34489"/>
                  </a:lnTo>
                  <a:lnTo>
                    <a:pt x="9628" y="32792"/>
                  </a:lnTo>
                  <a:lnTo>
                    <a:pt x="9702" y="32082"/>
                  </a:lnTo>
                  <a:lnTo>
                    <a:pt x="9228" y="31369"/>
                  </a:lnTo>
                  <a:lnTo>
                    <a:pt x="7444" y="29641"/>
                  </a:lnTo>
                  <a:lnTo>
                    <a:pt x="6726" y="28764"/>
                  </a:lnTo>
                  <a:lnTo>
                    <a:pt x="6323" y="27922"/>
                  </a:lnTo>
                  <a:lnTo>
                    <a:pt x="6628" y="26598"/>
                  </a:lnTo>
                  <a:lnTo>
                    <a:pt x="7641" y="24785"/>
                  </a:lnTo>
                  <a:lnTo>
                    <a:pt x="10620" y="21861"/>
                  </a:lnTo>
                  <a:lnTo>
                    <a:pt x="17794" y="16002"/>
                  </a:lnTo>
                  <a:lnTo>
                    <a:pt x="21438" y="13540"/>
                  </a:lnTo>
                  <a:lnTo>
                    <a:pt x="24952" y="12213"/>
                  </a:lnTo>
                  <a:lnTo>
                    <a:pt x="29868" y="9388"/>
                  </a:lnTo>
                  <a:lnTo>
                    <a:pt x="42468" y="4703"/>
                  </a:lnTo>
                  <a:lnTo>
                    <a:pt x="53746" y="0"/>
                  </a:lnTo>
                  <a:lnTo>
                    <a:pt x="57896" y="1239"/>
                  </a:lnTo>
                  <a:lnTo>
                    <a:pt x="59075" y="2212"/>
                  </a:lnTo>
                  <a:lnTo>
                    <a:pt x="59598" y="3038"/>
                  </a:lnTo>
                  <a:lnTo>
                    <a:pt x="60054" y="4194"/>
                  </a:lnTo>
                  <a:lnTo>
                    <a:pt x="60444" y="5684"/>
                  </a:lnTo>
                  <a:lnTo>
                    <a:pt x="60983" y="8913"/>
                  </a:lnTo>
                  <a:lnTo>
                    <a:pt x="61052" y="10580"/>
                  </a:lnTo>
                  <a:lnTo>
                    <a:pt x="60958" y="12250"/>
                  </a:lnTo>
                  <a:lnTo>
                    <a:pt x="60699" y="13764"/>
                  </a:lnTo>
                  <a:lnTo>
                    <a:pt x="60274" y="15119"/>
                  </a:lnTo>
                  <a:lnTo>
                    <a:pt x="59429" y="16771"/>
                  </a:lnTo>
                  <a:lnTo>
                    <a:pt x="58162" y="18722"/>
                  </a:lnTo>
                  <a:lnTo>
                    <a:pt x="55478" y="22066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1"/>
            <p:cNvSpPr/>
            <p:nvPr/>
          </p:nvSpPr>
          <p:spPr>
            <a:xfrm>
              <a:off x="2044281" y="1454322"/>
              <a:ext cx="29582" cy="25182"/>
            </a:xfrm>
            <a:custGeom>
              <a:avLst/>
              <a:pathLst>
                <a:path w="29582" h="25182">
                  <a:moveTo>
                    <a:pt x="20493" y="25034"/>
                  </a:moveTo>
                  <a:lnTo>
                    <a:pt x="19870" y="25182"/>
                  </a:lnTo>
                  <a:lnTo>
                    <a:pt x="18701" y="24500"/>
                  </a:lnTo>
                  <a:lnTo>
                    <a:pt x="16987" y="22984"/>
                  </a:lnTo>
                  <a:lnTo>
                    <a:pt x="14184" y="19910"/>
                  </a:lnTo>
                  <a:lnTo>
                    <a:pt x="10841" y="16865"/>
                  </a:lnTo>
                  <a:lnTo>
                    <a:pt x="10328" y="15041"/>
                  </a:lnTo>
                  <a:lnTo>
                    <a:pt x="9497" y="13682"/>
                  </a:lnTo>
                  <a:lnTo>
                    <a:pt x="5231" y="10453"/>
                  </a:lnTo>
                  <a:lnTo>
                    <a:pt x="2458" y="9142"/>
                  </a:lnTo>
                  <a:lnTo>
                    <a:pt x="346" y="8489"/>
                  </a:lnTo>
                  <a:lnTo>
                    <a:pt x="0" y="7587"/>
                  </a:lnTo>
                  <a:lnTo>
                    <a:pt x="1464" y="4966"/>
                  </a:lnTo>
                  <a:lnTo>
                    <a:pt x="3144" y="2872"/>
                  </a:lnTo>
                  <a:lnTo>
                    <a:pt x="4142" y="2113"/>
                  </a:lnTo>
                  <a:lnTo>
                    <a:pt x="7250" y="1434"/>
                  </a:lnTo>
                  <a:lnTo>
                    <a:pt x="17736" y="40"/>
                  </a:lnTo>
                  <a:lnTo>
                    <a:pt x="20134" y="0"/>
                  </a:lnTo>
                  <a:lnTo>
                    <a:pt x="22646" y="670"/>
                  </a:lnTo>
                  <a:lnTo>
                    <a:pt x="26098" y="3542"/>
                  </a:lnTo>
                  <a:lnTo>
                    <a:pt x="27534" y="3866"/>
                  </a:lnTo>
                  <a:lnTo>
                    <a:pt x="28392" y="4513"/>
                  </a:lnTo>
                  <a:lnTo>
                    <a:pt x="29148" y="5586"/>
                  </a:lnTo>
                  <a:lnTo>
                    <a:pt x="29548" y="6678"/>
                  </a:lnTo>
                  <a:lnTo>
                    <a:pt x="29582" y="8910"/>
                  </a:lnTo>
                  <a:lnTo>
                    <a:pt x="29205" y="12210"/>
                  </a:lnTo>
                  <a:lnTo>
                    <a:pt x="28726" y="13474"/>
                  </a:lnTo>
                  <a:lnTo>
                    <a:pt x="26637" y="17714"/>
                  </a:lnTo>
                  <a:lnTo>
                    <a:pt x="24445" y="20047"/>
                  </a:lnTo>
                  <a:lnTo>
                    <a:pt x="24026" y="21558"/>
                  </a:lnTo>
                  <a:lnTo>
                    <a:pt x="23137" y="22756"/>
                  </a:lnTo>
                  <a:lnTo>
                    <a:pt x="21582" y="24225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2"/>
            <p:cNvSpPr/>
            <p:nvPr/>
          </p:nvSpPr>
          <p:spPr>
            <a:xfrm>
              <a:off x="2366214" y="1454316"/>
              <a:ext cx="58870" cy="29885"/>
            </a:xfrm>
            <a:custGeom>
              <a:avLst/>
              <a:pathLst>
                <a:path w="58870" h="29885">
                  <a:moveTo>
                    <a:pt x="16331" y="3334"/>
                  </a:moveTo>
                  <a:lnTo>
                    <a:pt x="18435" y="3722"/>
                  </a:lnTo>
                  <a:lnTo>
                    <a:pt x="31765" y="2999"/>
                  </a:lnTo>
                  <a:lnTo>
                    <a:pt x="34524" y="3536"/>
                  </a:lnTo>
                  <a:lnTo>
                    <a:pt x="42925" y="6815"/>
                  </a:lnTo>
                  <a:lnTo>
                    <a:pt x="45092" y="7912"/>
                  </a:lnTo>
                  <a:lnTo>
                    <a:pt x="46162" y="9362"/>
                  </a:lnTo>
                  <a:lnTo>
                    <a:pt x="47128" y="11650"/>
                  </a:lnTo>
                  <a:lnTo>
                    <a:pt x="47575" y="12152"/>
                  </a:lnTo>
                  <a:lnTo>
                    <a:pt x="50618" y="13513"/>
                  </a:lnTo>
                  <a:lnTo>
                    <a:pt x="51870" y="15162"/>
                  </a:lnTo>
                  <a:lnTo>
                    <a:pt x="52310" y="16015"/>
                  </a:lnTo>
                  <a:lnTo>
                    <a:pt x="52949" y="17967"/>
                  </a:lnTo>
                  <a:lnTo>
                    <a:pt x="54323" y="19074"/>
                  </a:lnTo>
                  <a:lnTo>
                    <a:pt x="55894" y="19704"/>
                  </a:lnTo>
                  <a:lnTo>
                    <a:pt x="56407" y="20280"/>
                  </a:lnTo>
                  <a:lnTo>
                    <a:pt x="56160" y="22735"/>
                  </a:lnTo>
                  <a:lnTo>
                    <a:pt x="56830" y="23878"/>
                  </a:lnTo>
                  <a:lnTo>
                    <a:pt x="58314" y="25262"/>
                  </a:lnTo>
                  <a:lnTo>
                    <a:pt x="58870" y="26184"/>
                  </a:lnTo>
                  <a:lnTo>
                    <a:pt x="57717" y="27311"/>
                  </a:lnTo>
                  <a:lnTo>
                    <a:pt x="55038" y="27973"/>
                  </a:lnTo>
                  <a:lnTo>
                    <a:pt x="47473" y="27283"/>
                  </a:lnTo>
                  <a:lnTo>
                    <a:pt x="37325" y="25722"/>
                  </a:lnTo>
                  <a:lnTo>
                    <a:pt x="31423" y="26165"/>
                  </a:lnTo>
                  <a:lnTo>
                    <a:pt x="28464" y="26878"/>
                  </a:lnTo>
                  <a:lnTo>
                    <a:pt x="21305" y="29422"/>
                  </a:lnTo>
                  <a:lnTo>
                    <a:pt x="19020" y="29833"/>
                  </a:lnTo>
                  <a:lnTo>
                    <a:pt x="16784" y="29885"/>
                  </a:lnTo>
                  <a:lnTo>
                    <a:pt x="12833" y="27806"/>
                  </a:lnTo>
                  <a:lnTo>
                    <a:pt x="11400" y="26703"/>
                  </a:lnTo>
                  <a:lnTo>
                    <a:pt x="10926" y="25851"/>
                  </a:lnTo>
                  <a:lnTo>
                    <a:pt x="9984" y="23353"/>
                  </a:lnTo>
                  <a:lnTo>
                    <a:pt x="9209" y="20362"/>
                  </a:lnTo>
                  <a:lnTo>
                    <a:pt x="8814" y="17907"/>
                  </a:lnTo>
                  <a:lnTo>
                    <a:pt x="8359" y="16035"/>
                  </a:lnTo>
                  <a:lnTo>
                    <a:pt x="7009" y="15416"/>
                  </a:lnTo>
                  <a:lnTo>
                    <a:pt x="2996" y="14672"/>
                  </a:lnTo>
                  <a:lnTo>
                    <a:pt x="1652" y="13647"/>
                  </a:lnTo>
                  <a:lnTo>
                    <a:pt x="1040" y="12799"/>
                  </a:lnTo>
                  <a:lnTo>
                    <a:pt x="451" y="11425"/>
                  </a:lnTo>
                  <a:lnTo>
                    <a:pt x="466" y="9998"/>
                  </a:lnTo>
                  <a:lnTo>
                    <a:pt x="774" y="8740"/>
                  </a:lnTo>
                  <a:lnTo>
                    <a:pt x="1033" y="8431"/>
                  </a:lnTo>
                  <a:lnTo>
                    <a:pt x="1541" y="8398"/>
                  </a:lnTo>
                  <a:lnTo>
                    <a:pt x="416" y="6875"/>
                  </a:lnTo>
                  <a:lnTo>
                    <a:pt x="27" y="5198"/>
                  </a:lnTo>
                  <a:lnTo>
                    <a:pt x="0" y="2859"/>
                  </a:lnTo>
                  <a:lnTo>
                    <a:pt x="146" y="1362"/>
                  </a:lnTo>
                  <a:lnTo>
                    <a:pt x="467" y="705"/>
                  </a:lnTo>
                  <a:lnTo>
                    <a:pt x="1209" y="282"/>
                  </a:lnTo>
                  <a:lnTo>
                    <a:pt x="2953" y="0"/>
                  </a:lnTo>
                  <a:lnTo>
                    <a:pt x="5533" y="56"/>
                  </a:lnTo>
                  <a:lnTo>
                    <a:pt x="9137" y="1780"/>
                  </a:lnTo>
                  <a:lnTo>
                    <a:pt x="11986" y="1944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3"/>
            <p:cNvSpPr/>
            <p:nvPr/>
          </p:nvSpPr>
          <p:spPr>
            <a:xfrm>
              <a:off x="2253126" y="1451731"/>
              <a:ext cx="354467" cy="354190"/>
            </a:xfrm>
            <a:custGeom>
              <a:avLst/>
              <a:pathLst>
                <a:path w="354467" h="354190">
                  <a:moveTo>
                    <a:pt x="42397" y="84037"/>
                  </a:moveTo>
                  <a:lnTo>
                    <a:pt x="42887" y="84688"/>
                  </a:lnTo>
                  <a:lnTo>
                    <a:pt x="45705" y="83859"/>
                  </a:lnTo>
                  <a:lnTo>
                    <a:pt x="48101" y="82909"/>
                  </a:lnTo>
                  <a:lnTo>
                    <a:pt x="51835" y="80641"/>
                  </a:lnTo>
                  <a:lnTo>
                    <a:pt x="54064" y="79851"/>
                  </a:lnTo>
                  <a:lnTo>
                    <a:pt x="60839" y="79866"/>
                  </a:lnTo>
                  <a:lnTo>
                    <a:pt x="61990" y="80294"/>
                  </a:lnTo>
                  <a:lnTo>
                    <a:pt x="61482" y="81649"/>
                  </a:lnTo>
                  <a:lnTo>
                    <a:pt x="61198" y="82033"/>
                  </a:lnTo>
                  <a:lnTo>
                    <a:pt x="61421" y="82621"/>
                  </a:lnTo>
                  <a:lnTo>
                    <a:pt x="62152" y="83418"/>
                  </a:lnTo>
                  <a:lnTo>
                    <a:pt x="63610" y="84303"/>
                  </a:lnTo>
                  <a:lnTo>
                    <a:pt x="64185" y="83510"/>
                  </a:lnTo>
                  <a:lnTo>
                    <a:pt x="64606" y="81600"/>
                  </a:lnTo>
                  <a:lnTo>
                    <a:pt x="65605" y="73757"/>
                  </a:lnTo>
                  <a:lnTo>
                    <a:pt x="66028" y="71390"/>
                  </a:lnTo>
                  <a:lnTo>
                    <a:pt x="66228" y="69150"/>
                  </a:lnTo>
                  <a:lnTo>
                    <a:pt x="66205" y="67036"/>
                  </a:lnTo>
                  <a:lnTo>
                    <a:pt x="65719" y="65697"/>
                  </a:lnTo>
                  <a:lnTo>
                    <a:pt x="63982" y="64893"/>
                  </a:lnTo>
                  <a:lnTo>
                    <a:pt x="61612" y="65029"/>
                  </a:lnTo>
                  <a:lnTo>
                    <a:pt x="60394" y="64817"/>
                  </a:lnTo>
                  <a:lnTo>
                    <a:pt x="58918" y="64402"/>
                  </a:lnTo>
                  <a:lnTo>
                    <a:pt x="57826" y="63752"/>
                  </a:lnTo>
                  <a:lnTo>
                    <a:pt x="57114" y="62872"/>
                  </a:lnTo>
                  <a:lnTo>
                    <a:pt x="55697" y="60228"/>
                  </a:lnTo>
                  <a:lnTo>
                    <a:pt x="54653" y="58754"/>
                  </a:lnTo>
                  <a:lnTo>
                    <a:pt x="51973" y="56094"/>
                  </a:lnTo>
                  <a:lnTo>
                    <a:pt x="50760" y="55205"/>
                  </a:lnTo>
                  <a:lnTo>
                    <a:pt x="51371" y="54157"/>
                  </a:lnTo>
                  <a:lnTo>
                    <a:pt x="53806" y="52951"/>
                  </a:lnTo>
                  <a:lnTo>
                    <a:pt x="55274" y="51806"/>
                  </a:lnTo>
                  <a:lnTo>
                    <a:pt x="57001" y="48458"/>
                  </a:lnTo>
                  <a:lnTo>
                    <a:pt x="58038" y="47917"/>
                  </a:lnTo>
                  <a:lnTo>
                    <a:pt x="61778" y="48360"/>
                  </a:lnTo>
                  <a:lnTo>
                    <a:pt x="66841" y="50980"/>
                  </a:lnTo>
                  <a:lnTo>
                    <a:pt x="70010" y="53251"/>
                  </a:lnTo>
                  <a:lnTo>
                    <a:pt x="70848" y="53492"/>
                  </a:lnTo>
                  <a:lnTo>
                    <a:pt x="70866" y="53080"/>
                  </a:lnTo>
                  <a:lnTo>
                    <a:pt x="70062" y="52016"/>
                  </a:lnTo>
                  <a:lnTo>
                    <a:pt x="66415" y="49206"/>
                  </a:lnTo>
                  <a:lnTo>
                    <a:pt x="64755" y="47160"/>
                  </a:lnTo>
                  <a:lnTo>
                    <a:pt x="63959" y="45701"/>
                  </a:lnTo>
                  <a:lnTo>
                    <a:pt x="64341" y="45069"/>
                  </a:lnTo>
                  <a:lnTo>
                    <a:pt x="66394" y="44423"/>
                  </a:lnTo>
                  <a:lnTo>
                    <a:pt x="66661" y="43680"/>
                  </a:lnTo>
                  <a:lnTo>
                    <a:pt x="63868" y="42802"/>
                  </a:lnTo>
                  <a:lnTo>
                    <a:pt x="62452" y="42821"/>
                  </a:lnTo>
                  <a:lnTo>
                    <a:pt x="61308" y="43449"/>
                  </a:lnTo>
                  <a:lnTo>
                    <a:pt x="60080" y="43492"/>
                  </a:lnTo>
                  <a:lnTo>
                    <a:pt x="57800" y="42351"/>
                  </a:lnTo>
                  <a:lnTo>
                    <a:pt x="57181" y="41687"/>
                  </a:lnTo>
                  <a:lnTo>
                    <a:pt x="55867" y="39719"/>
                  </a:lnTo>
                  <a:lnTo>
                    <a:pt x="55177" y="38005"/>
                  </a:lnTo>
                  <a:lnTo>
                    <a:pt x="54413" y="36940"/>
                  </a:lnTo>
                  <a:lnTo>
                    <a:pt x="54138" y="36096"/>
                  </a:lnTo>
                  <a:lnTo>
                    <a:pt x="53990" y="33467"/>
                  </a:lnTo>
                  <a:lnTo>
                    <a:pt x="54056" y="31922"/>
                  </a:lnTo>
                  <a:lnTo>
                    <a:pt x="54366" y="30600"/>
                  </a:lnTo>
                  <a:lnTo>
                    <a:pt x="54919" y="29501"/>
                  </a:lnTo>
                  <a:lnTo>
                    <a:pt x="56397" y="27470"/>
                  </a:lnTo>
                  <a:lnTo>
                    <a:pt x="57227" y="26882"/>
                  </a:lnTo>
                  <a:lnTo>
                    <a:pt x="58775" y="26617"/>
                  </a:lnTo>
                  <a:lnTo>
                    <a:pt x="62138" y="27626"/>
                  </a:lnTo>
                  <a:lnTo>
                    <a:pt x="71182" y="31264"/>
                  </a:lnTo>
                  <a:lnTo>
                    <a:pt x="70965" y="30091"/>
                  </a:lnTo>
                  <a:lnTo>
                    <a:pt x="60849" y="25180"/>
                  </a:lnTo>
                  <a:lnTo>
                    <a:pt x="57272" y="23916"/>
                  </a:lnTo>
                  <a:lnTo>
                    <a:pt x="56398" y="22141"/>
                  </a:lnTo>
                  <a:lnTo>
                    <a:pt x="61782" y="15344"/>
                  </a:lnTo>
                  <a:lnTo>
                    <a:pt x="66747" y="13747"/>
                  </a:lnTo>
                  <a:lnTo>
                    <a:pt x="69215" y="11769"/>
                  </a:lnTo>
                  <a:lnTo>
                    <a:pt x="73251" y="11684"/>
                  </a:lnTo>
                  <a:lnTo>
                    <a:pt x="77041" y="12939"/>
                  </a:lnTo>
                  <a:lnTo>
                    <a:pt x="77107" y="12597"/>
                  </a:lnTo>
                  <a:lnTo>
                    <a:pt x="75398" y="10235"/>
                  </a:lnTo>
                  <a:lnTo>
                    <a:pt x="75533" y="9646"/>
                  </a:lnTo>
                  <a:lnTo>
                    <a:pt x="77683" y="8241"/>
                  </a:lnTo>
                  <a:lnTo>
                    <a:pt x="81625" y="6592"/>
                  </a:lnTo>
                  <a:lnTo>
                    <a:pt x="86437" y="5282"/>
                  </a:lnTo>
                  <a:lnTo>
                    <a:pt x="87390" y="4599"/>
                  </a:lnTo>
                  <a:lnTo>
                    <a:pt x="88623" y="4117"/>
                  </a:lnTo>
                  <a:lnTo>
                    <a:pt x="90889" y="3699"/>
                  </a:lnTo>
                  <a:lnTo>
                    <a:pt x="96527" y="3496"/>
                  </a:lnTo>
                  <a:lnTo>
                    <a:pt x="99693" y="3692"/>
                  </a:lnTo>
                  <a:lnTo>
                    <a:pt x="103899" y="4692"/>
                  </a:lnTo>
                  <a:lnTo>
                    <a:pt x="106357" y="6508"/>
                  </a:lnTo>
                  <a:lnTo>
                    <a:pt x="107123" y="7595"/>
                  </a:lnTo>
                  <a:lnTo>
                    <a:pt x="108428" y="11088"/>
                  </a:lnTo>
                  <a:lnTo>
                    <a:pt x="109496" y="15979"/>
                  </a:lnTo>
                  <a:lnTo>
                    <a:pt x="111058" y="18012"/>
                  </a:lnTo>
                  <a:lnTo>
                    <a:pt x="113569" y="19136"/>
                  </a:lnTo>
                  <a:lnTo>
                    <a:pt x="115303" y="20358"/>
                  </a:lnTo>
                  <a:lnTo>
                    <a:pt x="116262" y="21677"/>
                  </a:lnTo>
                  <a:lnTo>
                    <a:pt x="116517" y="23339"/>
                  </a:lnTo>
                  <a:lnTo>
                    <a:pt x="116068" y="25341"/>
                  </a:lnTo>
                  <a:lnTo>
                    <a:pt x="116405" y="27394"/>
                  </a:lnTo>
                  <a:lnTo>
                    <a:pt x="117527" y="29495"/>
                  </a:lnTo>
                  <a:lnTo>
                    <a:pt x="118392" y="30687"/>
                  </a:lnTo>
                  <a:lnTo>
                    <a:pt x="120287" y="32049"/>
                  </a:lnTo>
                  <a:lnTo>
                    <a:pt x="120319" y="32776"/>
                  </a:lnTo>
                  <a:lnTo>
                    <a:pt x="119727" y="33606"/>
                  </a:lnTo>
                  <a:lnTo>
                    <a:pt x="118473" y="34746"/>
                  </a:lnTo>
                  <a:lnTo>
                    <a:pt x="115378" y="38300"/>
                  </a:lnTo>
                  <a:lnTo>
                    <a:pt x="111384" y="42212"/>
                  </a:lnTo>
                  <a:lnTo>
                    <a:pt x="108539" y="45596"/>
                  </a:lnTo>
                  <a:lnTo>
                    <a:pt x="108400" y="46594"/>
                  </a:lnTo>
                  <a:lnTo>
                    <a:pt x="114320" y="41297"/>
                  </a:lnTo>
                  <a:lnTo>
                    <a:pt x="116163" y="41485"/>
                  </a:lnTo>
                  <a:lnTo>
                    <a:pt x="116247" y="42225"/>
                  </a:lnTo>
                  <a:lnTo>
                    <a:pt x="115041" y="44811"/>
                  </a:lnTo>
                  <a:lnTo>
                    <a:pt x="113572" y="47117"/>
                  </a:lnTo>
                  <a:lnTo>
                    <a:pt x="112094" y="48597"/>
                  </a:lnTo>
                  <a:lnTo>
                    <a:pt x="112364" y="49155"/>
                  </a:lnTo>
                  <a:lnTo>
                    <a:pt x="115177" y="51750"/>
                  </a:lnTo>
                  <a:lnTo>
                    <a:pt x="114660" y="52177"/>
                  </a:lnTo>
                  <a:lnTo>
                    <a:pt x="113303" y="51964"/>
                  </a:lnTo>
                  <a:lnTo>
                    <a:pt x="112746" y="52198"/>
                  </a:lnTo>
                  <a:lnTo>
                    <a:pt x="112342" y="52670"/>
                  </a:lnTo>
                  <a:lnTo>
                    <a:pt x="112092" y="53381"/>
                  </a:lnTo>
                  <a:lnTo>
                    <a:pt x="112076" y="54383"/>
                  </a:lnTo>
                  <a:lnTo>
                    <a:pt x="112294" y="55672"/>
                  </a:lnTo>
                  <a:lnTo>
                    <a:pt x="112272" y="56636"/>
                  </a:lnTo>
                  <a:lnTo>
                    <a:pt x="112012" y="57273"/>
                  </a:lnTo>
                  <a:lnTo>
                    <a:pt x="112292" y="57535"/>
                  </a:lnTo>
                  <a:lnTo>
                    <a:pt x="113115" y="57424"/>
                  </a:lnTo>
                  <a:lnTo>
                    <a:pt x="113809" y="56899"/>
                  </a:lnTo>
                  <a:lnTo>
                    <a:pt x="115004" y="55158"/>
                  </a:lnTo>
                  <a:lnTo>
                    <a:pt x="118944" y="50410"/>
                  </a:lnTo>
                  <a:lnTo>
                    <a:pt x="121464" y="48637"/>
                  </a:lnTo>
                  <a:lnTo>
                    <a:pt x="122276" y="48482"/>
                  </a:lnTo>
                  <a:lnTo>
                    <a:pt x="124593" y="49637"/>
                  </a:lnTo>
                  <a:lnTo>
                    <a:pt x="125135" y="49571"/>
                  </a:lnTo>
                  <a:lnTo>
                    <a:pt x="122587" y="45916"/>
                  </a:lnTo>
                  <a:lnTo>
                    <a:pt x="122364" y="44991"/>
                  </a:lnTo>
                  <a:lnTo>
                    <a:pt x="122882" y="43628"/>
                  </a:lnTo>
                  <a:lnTo>
                    <a:pt x="123193" y="43157"/>
                  </a:lnTo>
                  <a:lnTo>
                    <a:pt x="124613" y="42155"/>
                  </a:lnTo>
                  <a:lnTo>
                    <a:pt x="125790" y="41619"/>
                  </a:lnTo>
                  <a:lnTo>
                    <a:pt x="126449" y="41843"/>
                  </a:lnTo>
                  <a:lnTo>
                    <a:pt x="127493" y="43698"/>
                  </a:lnTo>
                  <a:lnTo>
                    <a:pt x="127980" y="44991"/>
                  </a:lnTo>
                  <a:lnTo>
                    <a:pt x="128846" y="45509"/>
                  </a:lnTo>
                  <a:lnTo>
                    <a:pt x="130774" y="44840"/>
                  </a:lnTo>
                  <a:lnTo>
                    <a:pt x="132058" y="43259"/>
                  </a:lnTo>
                  <a:lnTo>
                    <a:pt x="133650" y="44296"/>
                  </a:lnTo>
                  <a:lnTo>
                    <a:pt x="136045" y="46769"/>
                  </a:lnTo>
                  <a:lnTo>
                    <a:pt x="135827" y="49245"/>
                  </a:lnTo>
                  <a:lnTo>
                    <a:pt x="135829" y="51723"/>
                  </a:lnTo>
                  <a:lnTo>
                    <a:pt x="135952" y="53538"/>
                  </a:lnTo>
                  <a:lnTo>
                    <a:pt x="138813" y="56864"/>
                  </a:lnTo>
                  <a:lnTo>
                    <a:pt x="140806" y="58323"/>
                  </a:lnTo>
                  <a:lnTo>
                    <a:pt x="141168" y="58334"/>
                  </a:lnTo>
                  <a:lnTo>
                    <a:pt x="141122" y="57835"/>
                  </a:lnTo>
                  <a:lnTo>
                    <a:pt x="140706" y="56729"/>
                  </a:lnTo>
                  <a:lnTo>
                    <a:pt x="139613" y="55622"/>
                  </a:lnTo>
                  <a:lnTo>
                    <a:pt x="138630" y="53912"/>
                  </a:lnTo>
                  <a:lnTo>
                    <a:pt x="137742" y="51827"/>
                  </a:lnTo>
                  <a:lnTo>
                    <a:pt x="138268" y="46964"/>
                  </a:lnTo>
                  <a:lnTo>
                    <a:pt x="139759" y="44423"/>
                  </a:lnTo>
                  <a:lnTo>
                    <a:pt x="141201" y="45075"/>
                  </a:lnTo>
                  <a:lnTo>
                    <a:pt x="143097" y="46539"/>
                  </a:lnTo>
                  <a:lnTo>
                    <a:pt x="144594" y="46676"/>
                  </a:lnTo>
                  <a:lnTo>
                    <a:pt x="146952" y="46524"/>
                  </a:lnTo>
                  <a:lnTo>
                    <a:pt x="151769" y="49489"/>
                  </a:lnTo>
                  <a:lnTo>
                    <a:pt x="154354" y="49553"/>
                  </a:lnTo>
                  <a:lnTo>
                    <a:pt x="154117" y="48343"/>
                  </a:lnTo>
                  <a:lnTo>
                    <a:pt x="152158" y="47761"/>
                  </a:lnTo>
                  <a:lnTo>
                    <a:pt x="149299" y="46124"/>
                  </a:lnTo>
                  <a:lnTo>
                    <a:pt x="144844" y="44175"/>
                  </a:lnTo>
                  <a:lnTo>
                    <a:pt x="142797" y="41947"/>
                  </a:lnTo>
                  <a:lnTo>
                    <a:pt x="142412" y="40901"/>
                  </a:lnTo>
                  <a:lnTo>
                    <a:pt x="142471" y="39774"/>
                  </a:lnTo>
                  <a:lnTo>
                    <a:pt x="142726" y="38781"/>
                  </a:lnTo>
                  <a:lnTo>
                    <a:pt x="143176" y="37919"/>
                  </a:lnTo>
                  <a:lnTo>
                    <a:pt x="144066" y="37072"/>
                  </a:lnTo>
                  <a:lnTo>
                    <a:pt x="148375" y="34489"/>
                  </a:lnTo>
                  <a:lnTo>
                    <a:pt x="151433" y="33391"/>
                  </a:lnTo>
                  <a:lnTo>
                    <a:pt x="153734" y="33033"/>
                  </a:lnTo>
                  <a:lnTo>
                    <a:pt x="157577" y="33062"/>
                  </a:lnTo>
                  <a:lnTo>
                    <a:pt x="162042" y="33512"/>
                  </a:lnTo>
                  <a:lnTo>
                    <a:pt x="164455" y="34268"/>
                  </a:lnTo>
                  <a:lnTo>
                    <a:pt x="167228" y="36092"/>
                  </a:lnTo>
                  <a:lnTo>
                    <a:pt x="170738" y="37898"/>
                  </a:lnTo>
                  <a:lnTo>
                    <a:pt x="171991" y="38220"/>
                  </a:lnTo>
                  <a:lnTo>
                    <a:pt x="173453" y="38178"/>
                  </a:lnTo>
                  <a:lnTo>
                    <a:pt x="175126" y="37772"/>
                  </a:lnTo>
                  <a:lnTo>
                    <a:pt x="176717" y="37919"/>
                  </a:lnTo>
                  <a:lnTo>
                    <a:pt x="181777" y="40598"/>
                  </a:lnTo>
                  <a:lnTo>
                    <a:pt x="183115" y="41976"/>
                  </a:lnTo>
                  <a:lnTo>
                    <a:pt x="183926" y="43645"/>
                  </a:lnTo>
                  <a:lnTo>
                    <a:pt x="184526" y="45267"/>
                  </a:lnTo>
                  <a:lnTo>
                    <a:pt x="184916" y="46841"/>
                  </a:lnTo>
                  <a:lnTo>
                    <a:pt x="184757" y="48118"/>
                  </a:lnTo>
                  <a:lnTo>
                    <a:pt x="180544" y="53631"/>
                  </a:lnTo>
                  <a:lnTo>
                    <a:pt x="178710" y="54572"/>
                  </a:lnTo>
                  <a:lnTo>
                    <a:pt x="177498" y="56664"/>
                  </a:lnTo>
                  <a:lnTo>
                    <a:pt x="175691" y="60626"/>
                  </a:lnTo>
                  <a:lnTo>
                    <a:pt x="174163" y="62747"/>
                  </a:lnTo>
                  <a:lnTo>
                    <a:pt x="174020" y="63162"/>
                  </a:lnTo>
                  <a:lnTo>
                    <a:pt x="174341" y="63266"/>
                  </a:lnTo>
                  <a:lnTo>
                    <a:pt x="175263" y="62315"/>
                  </a:lnTo>
                  <a:lnTo>
                    <a:pt x="176852" y="59577"/>
                  </a:lnTo>
                  <a:lnTo>
                    <a:pt x="178005" y="57216"/>
                  </a:lnTo>
                  <a:lnTo>
                    <a:pt x="180122" y="55268"/>
                  </a:lnTo>
                  <a:lnTo>
                    <a:pt x="183586" y="52946"/>
                  </a:lnTo>
                  <a:lnTo>
                    <a:pt x="186602" y="51837"/>
                  </a:lnTo>
                  <a:lnTo>
                    <a:pt x="189172" y="51943"/>
                  </a:lnTo>
                  <a:lnTo>
                    <a:pt x="191335" y="52276"/>
                  </a:lnTo>
                  <a:lnTo>
                    <a:pt x="193090" y="52840"/>
                  </a:lnTo>
                  <a:lnTo>
                    <a:pt x="194132" y="53312"/>
                  </a:lnTo>
                  <a:lnTo>
                    <a:pt x="194461" y="53693"/>
                  </a:lnTo>
                  <a:lnTo>
                    <a:pt x="195164" y="55437"/>
                  </a:lnTo>
                  <a:lnTo>
                    <a:pt x="195124" y="56619"/>
                  </a:lnTo>
                  <a:lnTo>
                    <a:pt x="194684" y="57949"/>
                  </a:lnTo>
                  <a:lnTo>
                    <a:pt x="193852" y="59456"/>
                  </a:lnTo>
                  <a:lnTo>
                    <a:pt x="190078" y="61122"/>
                  </a:lnTo>
                  <a:lnTo>
                    <a:pt x="188011" y="62431"/>
                  </a:lnTo>
                  <a:lnTo>
                    <a:pt x="186728" y="62917"/>
                  </a:lnTo>
                  <a:lnTo>
                    <a:pt x="182881" y="63402"/>
                  </a:lnTo>
                  <a:lnTo>
                    <a:pt x="183050" y="63920"/>
                  </a:lnTo>
                  <a:lnTo>
                    <a:pt x="185908" y="64632"/>
                  </a:lnTo>
                  <a:lnTo>
                    <a:pt x="189100" y="64393"/>
                  </a:lnTo>
                  <a:lnTo>
                    <a:pt x="189019" y="65240"/>
                  </a:lnTo>
                  <a:lnTo>
                    <a:pt x="187518" y="67486"/>
                  </a:lnTo>
                  <a:lnTo>
                    <a:pt x="187033" y="69441"/>
                  </a:lnTo>
                  <a:lnTo>
                    <a:pt x="187450" y="71041"/>
                  </a:lnTo>
                  <a:lnTo>
                    <a:pt x="187373" y="72342"/>
                  </a:lnTo>
                  <a:lnTo>
                    <a:pt x="186255" y="75076"/>
                  </a:lnTo>
                  <a:lnTo>
                    <a:pt x="184971" y="77544"/>
                  </a:lnTo>
                  <a:lnTo>
                    <a:pt x="185455" y="77911"/>
                  </a:lnTo>
                  <a:lnTo>
                    <a:pt x="188382" y="74364"/>
                  </a:lnTo>
                  <a:lnTo>
                    <a:pt x="189167" y="70484"/>
                  </a:lnTo>
                  <a:lnTo>
                    <a:pt x="190349" y="67074"/>
                  </a:lnTo>
                  <a:lnTo>
                    <a:pt x="191725" y="65196"/>
                  </a:lnTo>
                  <a:lnTo>
                    <a:pt x="192761" y="64484"/>
                  </a:lnTo>
                  <a:lnTo>
                    <a:pt x="196031" y="64197"/>
                  </a:lnTo>
                  <a:lnTo>
                    <a:pt x="197845" y="62206"/>
                  </a:lnTo>
                  <a:lnTo>
                    <a:pt x="199393" y="61572"/>
                  </a:lnTo>
                  <a:lnTo>
                    <a:pt x="200042" y="61561"/>
                  </a:lnTo>
                  <a:lnTo>
                    <a:pt x="201360" y="62302"/>
                  </a:lnTo>
                  <a:lnTo>
                    <a:pt x="201282" y="63084"/>
                  </a:lnTo>
                  <a:lnTo>
                    <a:pt x="199369" y="66645"/>
                  </a:lnTo>
                  <a:lnTo>
                    <a:pt x="195313" y="72414"/>
                  </a:lnTo>
                  <a:lnTo>
                    <a:pt x="196966" y="71754"/>
                  </a:lnTo>
                  <a:lnTo>
                    <a:pt x="198087" y="70383"/>
                  </a:lnTo>
                  <a:lnTo>
                    <a:pt x="199588" y="69016"/>
                  </a:lnTo>
                  <a:lnTo>
                    <a:pt x="201291" y="66993"/>
                  </a:lnTo>
                  <a:lnTo>
                    <a:pt x="202416" y="68827"/>
                  </a:lnTo>
                  <a:lnTo>
                    <a:pt x="204145" y="70194"/>
                  </a:lnTo>
                  <a:lnTo>
                    <a:pt x="205179" y="73321"/>
                  </a:lnTo>
                  <a:lnTo>
                    <a:pt x="206849" y="74827"/>
                  </a:lnTo>
                  <a:lnTo>
                    <a:pt x="207859" y="75998"/>
                  </a:lnTo>
                  <a:lnTo>
                    <a:pt x="207716" y="74018"/>
                  </a:lnTo>
                  <a:lnTo>
                    <a:pt x="206256" y="70046"/>
                  </a:lnTo>
                  <a:lnTo>
                    <a:pt x="206654" y="68459"/>
                  </a:lnTo>
                  <a:lnTo>
                    <a:pt x="207782" y="67664"/>
                  </a:lnTo>
                  <a:lnTo>
                    <a:pt x="211297" y="64328"/>
                  </a:lnTo>
                  <a:lnTo>
                    <a:pt x="213752" y="65440"/>
                  </a:lnTo>
                  <a:lnTo>
                    <a:pt x="215262" y="66426"/>
                  </a:lnTo>
                  <a:lnTo>
                    <a:pt x="216019" y="66165"/>
                  </a:lnTo>
                  <a:lnTo>
                    <a:pt x="217928" y="66302"/>
                  </a:lnTo>
                  <a:lnTo>
                    <a:pt x="220989" y="66840"/>
                  </a:lnTo>
                  <a:lnTo>
                    <a:pt x="223967" y="67772"/>
                  </a:lnTo>
                  <a:lnTo>
                    <a:pt x="226861" y="69101"/>
                  </a:lnTo>
                  <a:lnTo>
                    <a:pt x="229092" y="70653"/>
                  </a:lnTo>
                  <a:lnTo>
                    <a:pt x="230658" y="72434"/>
                  </a:lnTo>
                  <a:lnTo>
                    <a:pt x="231607" y="73664"/>
                  </a:lnTo>
                  <a:lnTo>
                    <a:pt x="231936" y="74346"/>
                  </a:lnTo>
                  <a:lnTo>
                    <a:pt x="232465" y="76120"/>
                  </a:lnTo>
                  <a:lnTo>
                    <a:pt x="232060" y="77299"/>
                  </a:lnTo>
                  <a:lnTo>
                    <a:pt x="229873" y="80016"/>
                  </a:lnTo>
                  <a:lnTo>
                    <a:pt x="228658" y="81249"/>
                  </a:lnTo>
                  <a:lnTo>
                    <a:pt x="227449" y="81804"/>
                  </a:lnTo>
                  <a:lnTo>
                    <a:pt x="224202" y="81260"/>
                  </a:lnTo>
                  <a:lnTo>
                    <a:pt x="223193" y="81570"/>
                  </a:lnTo>
                  <a:lnTo>
                    <a:pt x="222133" y="82425"/>
                  </a:lnTo>
                  <a:lnTo>
                    <a:pt x="218754" y="86164"/>
                  </a:lnTo>
                  <a:lnTo>
                    <a:pt x="216885" y="87781"/>
                  </a:lnTo>
                  <a:lnTo>
                    <a:pt x="215047" y="88811"/>
                  </a:lnTo>
                  <a:lnTo>
                    <a:pt x="214620" y="89357"/>
                  </a:lnTo>
                  <a:lnTo>
                    <a:pt x="218570" y="89305"/>
                  </a:lnTo>
                  <a:lnTo>
                    <a:pt x="219664" y="88192"/>
                  </a:lnTo>
                  <a:lnTo>
                    <a:pt x="220576" y="86109"/>
                  </a:lnTo>
                  <a:lnTo>
                    <a:pt x="222314" y="83959"/>
                  </a:lnTo>
                  <a:lnTo>
                    <a:pt x="225604" y="82971"/>
                  </a:lnTo>
                  <a:lnTo>
                    <a:pt x="230191" y="85090"/>
                  </a:lnTo>
                  <a:lnTo>
                    <a:pt x="232469" y="85005"/>
                  </a:lnTo>
                  <a:lnTo>
                    <a:pt x="234207" y="82878"/>
                  </a:lnTo>
                  <a:lnTo>
                    <a:pt x="236148" y="81430"/>
                  </a:lnTo>
                  <a:lnTo>
                    <a:pt x="236913" y="81143"/>
                  </a:lnTo>
                  <a:lnTo>
                    <a:pt x="237328" y="81303"/>
                  </a:lnTo>
                  <a:lnTo>
                    <a:pt x="238806" y="82813"/>
                  </a:lnTo>
                  <a:lnTo>
                    <a:pt x="239253" y="84161"/>
                  </a:lnTo>
                  <a:lnTo>
                    <a:pt x="239220" y="87239"/>
                  </a:lnTo>
                  <a:lnTo>
                    <a:pt x="239021" y="88171"/>
                  </a:lnTo>
                  <a:lnTo>
                    <a:pt x="237707" y="90495"/>
                  </a:lnTo>
                  <a:lnTo>
                    <a:pt x="234498" y="93985"/>
                  </a:lnTo>
                  <a:lnTo>
                    <a:pt x="232400" y="95295"/>
                  </a:lnTo>
                  <a:lnTo>
                    <a:pt x="230072" y="95999"/>
                  </a:lnTo>
                  <a:lnTo>
                    <a:pt x="227537" y="97184"/>
                  </a:lnTo>
                  <a:lnTo>
                    <a:pt x="226642" y="98139"/>
                  </a:lnTo>
                  <a:lnTo>
                    <a:pt x="225766" y="99494"/>
                  </a:lnTo>
                  <a:lnTo>
                    <a:pt x="224893" y="100400"/>
                  </a:lnTo>
                  <a:lnTo>
                    <a:pt x="223782" y="101153"/>
                  </a:lnTo>
                  <a:lnTo>
                    <a:pt x="225236" y="102257"/>
                  </a:lnTo>
                  <a:lnTo>
                    <a:pt x="225793" y="102227"/>
                  </a:lnTo>
                  <a:lnTo>
                    <a:pt x="226330" y="101566"/>
                  </a:lnTo>
                  <a:lnTo>
                    <a:pt x="227795" y="98963"/>
                  </a:lnTo>
                  <a:lnTo>
                    <a:pt x="228885" y="97829"/>
                  </a:lnTo>
                  <a:lnTo>
                    <a:pt x="229502" y="97591"/>
                  </a:lnTo>
                  <a:lnTo>
                    <a:pt x="230138" y="97699"/>
                  </a:lnTo>
                  <a:lnTo>
                    <a:pt x="230758" y="98210"/>
                  </a:lnTo>
                  <a:lnTo>
                    <a:pt x="231363" y="99122"/>
                  </a:lnTo>
                  <a:lnTo>
                    <a:pt x="231317" y="101341"/>
                  </a:lnTo>
                  <a:lnTo>
                    <a:pt x="229468" y="110129"/>
                  </a:lnTo>
                  <a:lnTo>
                    <a:pt x="229768" y="110103"/>
                  </a:lnTo>
                  <a:lnTo>
                    <a:pt x="230904" y="107719"/>
                  </a:lnTo>
                  <a:lnTo>
                    <a:pt x="234208" y="98568"/>
                  </a:lnTo>
                  <a:lnTo>
                    <a:pt x="235016" y="96735"/>
                  </a:lnTo>
                  <a:lnTo>
                    <a:pt x="236611" y="94887"/>
                  </a:lnTo>
                  <a:lnTo>
                    <a:pt x="240185" y="92089"/>
                  </a:lnTo>
                  <a:lnTo>
                    <a:pt x="242945" y="90625"/>
                  </a:lnTo>
                  <a:lnTo>
                    <a:pt x="246061" y="89393"/>
                  </a:lnTo>
                  <a:lnTo>
                    <a:pt x="247726" y="88935"/>
                  </a:lnTo>
                  <a:lnTo>
                    <a:pt x="249628" y="89244"/>
                  </a:lnTo>
                  <a:lnTo>
                    <a:pt x="250864" y="90683"/>
                  </a:lnTo>
                  <a:lnTo>
                    <a:pt x="252535" y="90941"/>
                  </a:lnTo>
                  <a:lnTo>
                    <a:pt x="254568" y="90583"/>
                  </a:lnTo>
                  <a:lnTo>
                    <a:pt x="255880" y="90755"/>
                  </a:lnTo>
                  <a:lnTo>
                    <a:pt x="257365" y="91325"/>
                  </a:lnTo>
                  <a:lnTo>
                    <a:pt x="258635" y="92391"/>
                  </a:lnTo>
                  <a:lnTo>
                    <a:pt x="260795" y="93601"/>
                  </a:lnTo>
                  <a:lnTo>
                    <a:pt x="265669" y="95872"/>
                  </a:lnTo>
                  <a:lnTo>
                    <a:pt x="266274" y="96350"/>
                  </a:lnTo>
                  <a:lnTo>
                    <a:pt x="266840" y="97210"/>
                  </a:lnTo>
                  <a:lnTo>
                    <a:pt x="267366" y="98454"/>
                  </a:lnTo>
                  <a:lnTo>
                    <a:pt x="267301" y="99684"/>
                  </a:lnTo>
                  <a:lnTo>
                    <a:pt x="266645" y="100904"/>
                  </a:lnTo>
                  <a:lnTo>
                    <a:pt x="265831" y="101646"/>
                  </a:lnTo>
                  <a:lnTo>
                    <a:pt x="264860" y="101918"/>
                  </a:lnTo>
                  <a:lnTo>
                    <a:pt x="263854" y="102582"/>
                  </a:lnTo>
                  <a:lnTo>
                    <a:pt x="261993" y="104319"/>
                  </a:lnTo>
                  <a:lnTo>
                    <a:pt x="261385" y="104613"/>
                  </a:lnTo>
                  <a:lnTo>
                    <a:pt x="258466" y="105360"/>
                  </a:lnTo>
                  <a:lnTo>
                    <a:pt x="255760" y="105725"/>
                  </a:lnTo>
                  <a:lnTo>
                    <a:pt x="254070" y="106425"/>
                  </a:lnTo>
                  <a:lnTo>
                    <a:pt x="250821" y="108311"/>
                  </a:lnTo>
                  <a:lnTo>
                    <a:pt x="246349" y="111811"/>
                  </a:lnTo>
                  <a:lnTo>
                    <a:pt x="246395" y="112645"/>
                  </a:lnTo>
                  <a:lnTo>
                    <a:pt x="248179" y="113046"/>
                  </a:lnTo>
                  <a:lnTo>
                    <a:pt x="249626" y="112518"/>
                  </a:lnTo>
                  <a:lnTo>
                    <a:pt x="251616" y="110100"/>
                  </a:lnTo>
                  <a:lnTo>
                    <a:pt x="253486" y="109175"/>
                  </a:lnTo>
                  <a:lnTo>
                    <a:pt x="256409" y="108435"/>
                  </a:lnTo>
                  <a:lnTo>
                    <a:pt x="260452" y="107789"/>
                  </a:lnTo>
                  <a:lnTo>
                    <a:pt x="262183" y="107890"/>
                  </a:lnTo>
                  <a:lnTo>
                    <a:pt x="262495" y="108020"/>
                  </a:lnTo>
                  <a:lnTo>
                    <a:pt x="262721" y="108591"/>
                  </a:lnTo>
                  <a:lnTo>
                    <a:pt x="262861" y="109601"/>
                  </a:lnTo>
                  <a:lnTo>
                    <a:pt x="262199" y="110920"/>
                  </a:lnTo>
                  <a:lnTo>
                    <a:pt x="261432" y="111543"/>
                  </a:lnTo>
                  <a:lnTo>
                    <a:pt x="259344" y="114527"/>
                  </a:lnTo>
                  <a:lnTo>
                    <a:pt x="260717" y="115301"/>
                  </a:lnTo>
                  <a:lnTo>
                    <a:pt x="262605" y="115636"/>
                  </a:lnTo>
                  <a:lnTo>
                    <a:pt x="263682" y="114837"/>
                  </a:lnTo>
                  <a:lnTo>
                    <a:pt x="264656" y="113004"/>
                  </a:lnTo>
                  <a:lnTo>
                    <a:pt x="265748" y="111989"/>
                  </a:lnTo>
                  <a:lnTo>
                    <a:pt x="266958" y="111788"/>
                  </a:lnTo>
                  <a:lnTo>
                    <a:pt x="268022" y="111322"/>
                  </a:lnTo>
                  <a:lnTo>
                    <a:pt x="268940" y="110589"/>
                  </a:lnTo>
                  <a:lnTo>
                    <a:pt x="269189" y="110110"/>
                  </a:lnTo>
                  <a:lnTo>
                    <a:pt x="267855" y="109159"/>
                  </a:lnTo>
                  <a:lnTo>
                    <a:pt x="267749" y="108581"/>
                  </a:lnTo>
                  <a:lnTo>
                    <a:pt x="268293" y="107160"/>
                  </a:lnTo>
                  <a:lnTo>
                    <a:pt x="269275" y="105587"/>
                  </a:lnTo>
                  <a:lnTo>
                    <a:pt x="270298" y="104609"/>
                  </a:lnTo>
                  <a:lnTo>
                    <a:pt x="271057" y="104531"/>
                  </a:lnTo>
                  <a:lnTo>
                    <a:pt x="273572" y="105578"/>
                  </a:lnTo>
                  <a:lnTo>
                    <a:pt x="275291" y="107409"/>
                  </a:lnTo>
                  <a:lnTo>
                    <a:pt x="279639" y="112888"/>
                  </a:lnTo>
                  <a:lnTo>
                    <a:pt x="280197" y="113951"/>
                  </a:lnTo>
                  <a:lnTo>
                    <a:pt x="281709" y="118021"/>
                  </a:lnTo>
                  <a:lnTo>
                    <a:pt x="281996" y="119830"/>
                  </a:lnTo>
                  <a:lnTo>
                    <a:pt x="281747" y="121090"/>
                  </a:lnTo>
                  <a:lnTo>
                    <a:pt x="281391" y="121862"/>
                  </a:lnTo>
                  <a:lnTo>
                    <a:pt x="280927" y="122140"/>
                  </a:lnTo>
                  <a:lnTo>
                    <a:pt x="279971" y="122149"/>
                  </a:lnTo>
                  <a:lnTo>
                    <a:pt x="274178" y="120483"/>
                  </a:lnTo>
                  <a:lnTo>
                    <a:pt x="271534" y="120699"/>
                  </a:lnTo>
                  <a:lnTo>
                    <a:pt x="270380" y="121165"/>
                  </a:lnTo>
                  <a:lnTo>
                    <a:pt x="269449" y="121865"/>
                  </a:lnTo>
                  <a:lnTo>
                    <a:pt x="268725" y="122746"/>
                  </a:lnTo>
                  <a:lnTo>
                    <a:pt x="268210" y="123813"/>
                  </a:lnTo>
                  <a:lnTo>
                    <a:pt x="267195" y="124413"/>
                  </a:lnTo>
                  <a:lnTo>
                    <a:pt x="263520" y="124435"/>
                  </a:lnTo>
                  <a:lnTo>
                    <a:pt x="261457" y="125029"/>
                  </a:lnTo>
                  <a:lnTo>
                    <a:pt x="257910" y="126477"/>
                  </a:lnTo>
                  <a:lnTo>
                    <a:pt x="256637" y="127278"/>
                  </a:lnTo>
                  <a:lnTo>
                    <a:pt x="256352" y="128327"/>
                  </a:lnTo>
                  <a:lnTo>
                    <a:pt x="258522" y="128144"/>
                  </a:lnTo>
                  <a:lnTo>
                    <a:pt x="262096" y="126782"/>
                  </a:lnTo>
                  <a:lnTo>
                    <a:pt x="265456" y="126395"/>
                  </a:lnTo>
                  <a:lnTo>
                    <a:pt x="271069" y="129392"/>
                  </a:lnTo>
                  <a:lnTo>
                    <a:pt x="272918" y="129858"/>
                  </a:lnTo>
                  <a:lnTo>
                    <a:pt x="273948" y="129427"/>
                  </a:lnTo>
                  <a:lnTo>
                    <a:pt x="275186" y="129293"/>
                  </a:lnTo>
                  <a:lnTo>
                    <a:pt x="279672" y="129492"/>
                  </a:lnTo>
                  <a:lnTo>
                    <a:pt x="281202" y="129858"/>
                  </a:lnTo>
                  <a:lnTo>
                    <a:pt x="283476" y="131008"/>
                  </a:lnTo>
                  <a:lnTo>
                    <a:pt x="286954" y="133506"/>
                  </a:lnTo>
                  <a:lnTo>
                    <a:pt x="287621" y="134239"/>
                  </a:lnTo>
                  <a:lnTo>
                    <a:pt x="288010" y="135011"/>
                  </a:lnTo>
                  <a:lnTo>
                    <a:pt x="288121" y="135817"/>
                  </a:lnTo>
                  <a:lnTo>
                    <a:pt x="288084" y="137808"/>
                  </a:lnTo>
                  <a:lnTo>
                    <a:pt x="287736" y="138483"/>
                  </a:lnTo>
                  <a:lnTo>
                    <a:pt x="286559" y="138941"/>
                  </a:lnTo>
                  <a:lnTo>
                    <a:pt x="281559" y="138411"/>
                  </a:lnTo>
                  <a:lnTo>
                    <a:pt x="280034" y="137996"/>
                  </a:lnTo>
                  <a:lnTo>
                    <a:pt x="278156" y="138519"/>
                  </a:lnTo>
                  <a:lnTo>
                    <a:pt x="276633" y="138336"/>
                  </a:lnTo>
                  <a:lnTo>
                    <a:pt x="274686" y="137537"/>
                  </a:lnTo>
                  <a:lnTo>
                    <a:pt x="272546" y="136121"/>
                  </a:lnTo>
                  <a:lnTo>
                    <a:pt x="269341" y="137465"/>
                  </a:lnTo>
                  <a:lnTo>
                    <a:pt x="266773" y="136592"/>
                  </a:lnTo>
                  <a:lnTo>
                    <a:pt x="264149" y="137367"/>
                  </a:lnTo>
                  <a:lnTo>
                    <a:pt x="258945" y="140558"/>
                  </a:lnTo>
                  <a:lnTo>
                    <a:pt x="259527" y="141109"/>
                  </a:lnTo>
                  <a:lnTo>
                    <a:pt x="266659" y="138369"/>
                  </a:lnTo>
                  <a:lnTo>
                    <a:pt x="268036" y="138537"/>
                  </a:lnTo>
                  <a:lnTo>
                    <a:pt x="270290" y="139535"/>
                  </a:lnTo>
                  <a:lnTo>
                    <a:pt x="273852" y="141505"/>
                  </a:lnTo>
                  <a:lnTo>
                    <a:pt x="274850" y="142311"/>
                  </a:lnTo>
                  <a:lnTo>
                    <a:pt x="274859" y="145409"/>
                  </a:lnTo>
                  <a:lnTo>
                    <a:pt x="274315" y="147492"/>
                  </a:lnTo>
                  <a:lnTo>
                    <a:pt x="273228" y="149837"/>
                  </a:lnTo>
                  <a:lnTo>
                    <a:pt x="271594" y="149521"/>
                  </a:lnTo>
                  <a:lnTo>
                    <a:pt x="267786" y="148062"/>
                  </a:lnTo>
                  <a:lnTo>
                    <a:pt x="266229" y="147862"/>
                  </a:lnTo>
                  <a:lnTo>
                    <a:pt x="265089" y="148100"/>
                  </a:lnTo>
                  <a:lnTo>
                    <a:pt x="263559" y="149029"/>
                  </a:lnTo>
                  <a:lnTo>
                    <a:pt x="262836" y="149062"/>
                  </a:lnTo>
                  <a:lnTo>
                    <a:pt x="256746" y="147212"/>
                  </a:lnTo>
                  <a:lnTo>
                    <a:pt x="255377" y="147124"/>
                  </a:lnTo>
                  <a:lnTo>
                    <a:pt x="255218" y="147313"/>
                  </a:lnTo>
                  <a:lnTo>
                    <a:pt x="255509" y="147680"/>
                  </a:lnTo>
                  <a:lnTo>
                    <a:pt x="261033" y="150547"/>
                  </a:lnTo>
                  <a:lnTo>
                    <a:pt x="265115" y="150860"/>
                  </a:lnTo>
                  <a:lnTo>
                    <a:pt x="267675" y="151356"/>
                  </a:lnTo>
                  <a:lnTo>
                    <a:pt x="269190" y="152231"/>
                  </a:lnTo>
                  <a:lnTo>
                    <a:pt x="269905" y="152878"/>
                  </a:lnTo>
                  <a:lnTo>
                    <a:pt x="269956" y="154797"/>
                  </a:lnTo>
                  <a:lnTo>
                    <a:pt x="271318" y="156729"/>
                  </a:lnTo>
                  <a:lnTo>
                    <a:pt x="272546" y="157514"/>
                  </a:lnTo>
                  <a:lnTo>
                    <a:pt x="273328" y="157550"/>
                  </a:lnTo>
                  <a:lnTo>
                    <a:pt x="274674" y="156839"/>
                  </a:lnTo>
                  <a:lnTo>
                    <a:pt x="276032" y="156729"/>
                  </a:lnTo>
                  <a:lnTo>
                    <a:pt x="277130" y="157224"/>
                  </a:lnTo>
                  <a:lnTo>
                    <a:pt x="278505" y="158291"/>
                  </a:lnTo>
                  <a:lnTo>
                    <a:pt x="280169" y="158589"/>
                  </a:lnTo>
                  <a:lnTo>
                    <a:pt x="281627" y="159237"/>
                  </a:lnTo>
                  <a:lnTo>
                    <a:pt x="282754" y="159367"/>
                  </a:lnTo>
                  <a:lnTo>
                    <a:pt x="285925" y="159067"/>
                  </a:lnTo>
                  <a:lnTo>
                    <a:pt x="287301" y="159476"/>
                  </a:lnTo>
                  <a:lnTo>
                    <a:pt x="287656" y="159833"/>
                  </a:lnTo>
                  <a:lnTo>
                    <a:pt x="287058" y="160455"/>
                  </a:lnTo>
                  <a:lnTo>
                    <a:pt x="284160" y="161947"/>
                  </a:lnTo>
                  <a:lnTo>
                    <a:pt x="283719" y="163368"/>
                  </a:lnTo>
                  <a:lnTo>
                    <a:pt x="285355" y="165216"/>
                  </a:lnTo>
                  <a:lnTo>
                    <a:pt x="286212" y="166631"/>
                  </a:lnTo>
                  <a:lnTo>
                    <a:pt x="286171" y="167687"/>
                  </a:lnTo>
                  <a:lnTo>
                    <a:pt x="285297" y="170093"/>
                  </a:lnTo>
                  <a:lnTo>
                    <a:pt x="285075" y="171061"/>
                  </a:lnTo>
                  <a:lnTo>
                    <a:pt x="285363" y="171139"/>
                  </a:lnTo>
                  <a:lnTo>
                    <a:pt x="287470" y="169191"/>
                  </a:lnTo>
                  <a:lnTo>
                    <a:pt x="287799" y="169441"/>
                  </a:lnTo>
                  <a:lnTo>
                    <a:pt x="288019" y="172139"/>
                  </a:lnTo>
                  <a:lnTo>
                    <a:pt x="288288" y="171986"/>
                  </a:lnTo>
                  <a:lnTo>
                    <a:pt x="288995" y="169752"/>
                  </a:lnTo>
                  <a:lnTo>
                    <a:pt x="288680" y="166779"/>
                  </a:lnTo>
                  <a:lnTo>
                    <a:pt x="289917" y="165606"/>
                  </a:lnTo>
                  <a:lnTo>
                    <a:pt x="293845" y="164717"/>
                  </a:lnTo>
                  <a:lnTo>
                    <a:pt x="293180" y="169377"/>
                  </a:lnTo>
                  <a:lnTo>
                    <a:pt x="293076" y="171798"/>
                  </a:lnTo>
                  <a:lnTo>
                    <a:pt x="291359" y="175831"/>
                  </a:lnTo>
                  <a:lnTo>
                    <a:pt x="289926" y="177131"/>
                  </a:lnTo>
                  <a:lnTo>
                    <a:pt x="289970" y="177401"/>
                  </a:lnTo>
                  <a:lnTo>
                    <a:pt x="290988" y="177913"/>
                  </a:lnTo>
                  <a:lnTo>
                    <a:pt x="291624" y="177969"/>
                  </a:lnTo>
                  <a:lnTo>
                    <a:pt x="292234" y="177339"/>
                  </a:lnTo>
                  <a:lnTo>
                    <a:pt x="293687" y="174222"/>
                  </a:lnTo>
                  <a:lnTo>
                    <a:pt x="296641" y="170977"/>
                  </a:lnTo>
                  <a:lnTo>
                    <a:pt x="297177" y="170907"/>
                  </a:lnTo>
                  <a:lnTo>
                    <a:pt x="297157" y="172081"/>
                  </a:lnTo>
                  <a:lnTo>
                    <a:pt x="296776" y="174261"/>
                  </a:lnTo>
                  <a:lnTo>
                    <a:pt x="298140" y="175283"/>
                  </a:lnTo>
                  <a:lnTo>
                    <a:pt x="299441" y="174271"/>
                  </a:lnTo>
                  <a:lnTo>
                    <a:pt x="300147" y="173397"/>
                  </a:lnTo>
                  <a:lnTo>
                    <a:pt x="301780" y="173525"/>
                  </a:lnTo>
                  <a:lnTo>
                    <a:pt x="302524" y="173941"/>
                  </a:lnTo>
                  <a:lnTo>
                    <a:pt x="302746" y="174903"/>
                  </a:lnTo>
                  <a:lnTo>
                    <a:pt x="301994" y="178931"/>
                  </a:lnTo>
                  <a:lnTo>
                    <a:pt x="302132" y="179929"/>
                  </a:lnTo>
                  <a:lnTo>
                    <a:pt x="303854" y="182611"/>
                  </a:lnTo>
                  <a:lnTo>
                    <a:pt x="304029" y="182451"/>
                  </a:lnTo>
                  <a:lnTo>
                    <a:pt x="303704" y="181156"/>
                  </a:lnTo>
                  <a:lnTo>
                    <a:pt x="303349" y="177958"/>
                  </a:lnTo>
                  <a:lnTo>
                    <a:pt x="303681" y="176571"/>
                  </a:lnTo>
                  <a:lnTo>
                    <a:pt x="305100" y="174791"/>
                  </a:lnTo>
                  <a:lnTo>
                    <a:pt x="308011" y="172228"/>
                  </a:lnTo>
                  <a:lnTo>
                    <a:pt x="309091" y="171720"/>
                  </a:lnTo>
                  <a:lnTo>
                    <a:pt x="309764" y="172068"/>
                  </a:lnTo>
                  <a:lnTo>
                    <a:pt x="310836" y="173299"/>
                  </a:lnTo>
                  <a:lnTo>
                    <a:pt x="310502" y="174033"/>
                  </a:lnTo>
                  <a:lnTo>
                    <a:pt x="309344" y="174802"/>
                  </a:lnTo>
                  <a:lnTo>
                    <a:pt x="308485" y="176193"/>
                  </a:lnTo>
                  <a:lnTo>
                    <a:pt x="307924" y="178209"/>
                  </a:lnTo>
                  <a:lnTo>
                    <a:pt x="308546" y="179281"/>
                  </a:lnTo>
                  <a:lnTo>
                    <a:pt x="310905" y="179377"/>
                  </a:lnTo>
                  <a:lnTo>
                    <a:pt x="313275" y="177724"/>
                  </a:lnTo>
                  <a:lnTo>
                    <a:pt x="314636" y="178538"/>
                  </a:lnTo>
                  <a:lnTo>
                    <a:pt x="316254" y="180688"/>
                  </a:lnTo>
                  <a:lnTo>
                    <a:pt x="319218" y="184143"/>
                  </a:lnTo>
                  <a:lnTo>
                    <a:pt x="320906" y="183201"/>
                  </a:lnTo>
                  <a:lnTo>
                    <a:pt x="322994" y="185825"/>
                  </a:lnTo>
                  <a:lnTo>
                    <a:pt x="320189" y="187907"/>
                  </a:lnTo>
                  <a:lnTo>
                    <a:pt x="321047" y="192289"/>
                  </a:lnTo>
                  <a:lnTo>
                    <a:pt x="317403" y="192108"/>
                  </a:lnTo>
                  <a:lnTo>
                    <a:pt x="315355" y="192451"/>
                  </a:lnTo>
                  <a:lnTo>
                    <a:pt x="313983" y="192057"/>
                  </a:lnTo>
                  <a:lnTo>
                    <a:pt x="312508" y="192194"/>
                  </a:lnTo>
                  <a:lnTo>
                    <a:pt x="313874" y="193228"/>
                  </a:lnTo>
                  <a:lnTo>
                    <a:pt x="316507" y="193655"/>
                  </a:lnTo>
                  <a:lnTo>
                    <a:pt x="316747" y="194983"/>
                  </a:lnTo>
                  <a:lnTo>
                    <a:pt x="318814" y="194950"/>
                  </a:lnTo>
                  <a:lnTo>
                    <a:pt x="320365" y="194694"/>
                  </a:lnTo>
                  <a:lnTo>
                    <a:pt x="323167" y="194748"/>
                  </a:lnTo>
                  <a:lnTo>
                    <a:pt x="323316" y="193224"/>
                  </a:lnTo>
                  <a:lnTo>
                    <a:pt x="325138" y="192354"/>
                  </a:lnTo>
                  <a:lnTo>
                    <a:pt x="326185" y="191396"/>
                  </a:lnTo>
                  <a:lnTo>
                    <a:pt x="327055" y="191963"/>
                  </a:lnTo>
                  <a:lnTo>
                    <a:pt x="329588" y="192614"/>
                  </a:lnTo>
                  <a:lnTo>
                    <a:pt x="332990" y="195608"/>
                  </a:lnTo>
                  <a:lnTo>
                    <a:pt x="331491" y="197400"/>
                  </a:lnTo>
                  <a:lnTo>
                    <a:pt x="331083" y="199094"/>
                  </a:lnTo>
                  <a:lnTo>
                    <a:pt x="330579" y="200528"/>
                  </a:lnTo>
                  <a:lnTo>
                    <a:pt x="330297" y="201823"/>
                  </a:lnTo>
                  <a:lnTo>
                    <a:pt x="329700" y="202715"/>
                  </a:lnTo>
                  <a:lnTo>
                    <a:pt x="324828" y="207801"/>
                  </a:lnTo>
                  <a:lnTo>
                    <a:pt x="325634" y="207847"/>
                  </a:lnTo>
                  <a:lnTo>
                    <a:pt x="327696" y="206618"/>
                  </a:lnTo>
                  <a:lnTo>
                    <a:pt x="331712" y="204788"/>
                  </a:lnTo>
                  <a:lnTo>
                    <a:pt x="333951" y="204051"/>
                  </a:lnTo>
                  <a:lnTo>
                    <a:pt x="335542" y="204540"/>
                  </a:lnTo>
                  <a:lnTo>
                    <a:pt x="336346" y="204562"/>
                  </a:lnTo>
                  <a:lnTo>
                    <a:pt x="337059" y="203908"/>
                  </a:lnTo>
                  <a:lnTo>
                    <a:pt x="338386" y="204661"/>
                  </a:lnTo>
                  <a:lnTo>
                    <a:pt x="341139" y="205348"/>
                  </a:lnTo>
                  <a:lnTo>
                    <a:pt x="344300" y="201171"/>
                  </a:lnTo>
                  <a:lnTo>
                    <a:pt x="346213" y="201989"/>
                  </a:lnTo>
                  <a:lnTo>
                    <a:pt x="347996" y="204569"/>
                  </a:lnTo>
                  <a:lnTo>
                    <a:pt x="351814" y="209098"/>
                  </a:lnTo>
                  <a:lnTo>
                    <a:pt x="353804" y="211736"/>
                  </a:lnTo>
                  <a:lnTo>
                    <a:pt x="354467" y="212932"/>
                  </a:lnTo>
                  <a:lnTo>
                    <a:pt x="354374" y="214110"/>
                  </a:lnTo>
                  <a:lnTo>
                    <a:pt x="352574" y="215359"/>
                  </a:lnTo>
                  <a:lnTo>
                    <a:pt x="351652" y="215610"/>
                  </a:lnTo>
                  <a:lnTo>
                    <a:pt x="349230" y="213255"/>
                  </a:lnTo>
                  <a:lnTo>
                    <a:pt x="347004" y="212063"/>
                  </a:lnTo>
                  <a:lnTo>
                    <a:pt x="345649" y="212191"/>
                  </a:lnTo>
                  <a:lnTo>
                    <a:pt x="344303" y="213099"/>
                  </a:lnTo>
                  <a:lnTo>
                    <a:pt x="344723" y="213605"/>
                  </a:lnTo>
                  <a:lnTo>
                    <a:pt x="350112" y="217234"/>
                  </a:lnTo>
                  <a:lnTo>
                    <a:pt x="351052" y="219912"/>
                  </a:lnTo>
                  <a:lnTo>
                    <a:pt x="351122" y="221082"/>
                  </a:lnTo>
                  <a:lnTo>
                    <a:pt x="347520" y="222857"/>
                  </a:lnTo>
                  <a:lnTo>
                    <a:pt x="346364" y="222961"/>
                  </a:lnTo>
                  <a:lnTo>
                    <a:pt x="343870" y="222114"/>
                  </a:lnTo>
                  <a:lnTo>
                    <a:pt x="342408" y="220533"/>
                  </a:lnTo>
                  <a:lnTo>
                    <a:pt x="341204" y="219961"/>
                  </a:lnTo>
                  <a:lnTo>
                    <a:pt x="339534" y="219773"/>
                  </a:lnTo>
                  <a:lnTo>
                    <a:pt x="339000" y="220079"/>
                  </a:lnTo>
                  <a:lnTo>
                    <a:pt x="340819" y="222766"/>
                  </a:lnTo>
                  <a:lnTo>
                    <a:pt x="340645" y="223574"/>
                  </a:lnTo>
                  <a:lnTo>
                    <a:pt x="339705" y="224096"/>
                  </a:lnTo>
                  <a:lnTo>
                    <a:pt x="339241" y="225393"/>
                  </a:lnTo>
                  <a:lnTo>
                    <a:pt x="342838" y="227729"/>
                  </a:lnTo>
                  <a:lnTo>
                    <a:pt x="345530" y="230105"/>
                  </a:lnTo>
                  <a:lnTo>
                    <a:pt x="345929" y="231058"/>
                  </a:lnTo>
                  <a:lnTo>
                    <a:pt x="344114" y="231765"/>
                  </a:lnTo>
                  <a:lnTo>
                    <a:pt x="342810" y="231928"/>
                  </a:lnTo>
                  <a:lnTo>
                    <a:pt x="340053" y="231585"/>
                  </a:lnTo>
                  <a:lnTo>
                    <a:pt x="338541" y="231084"/>
                  </a:lnTo>
                  <a:lnTo>
                    <a:pt x="338124" y="231621"/>
                  </a:lnTo>
                  <a:lnTo>
                    <a:pt x="339688" y="232868"/>
                  </a:lnTo>
                  <a:lnTo>
                    <a:pt x="340292" y="233711"/>
                  </a:lnTo>
                  <a:lnTo>
                    <a:pt x="340762" y="234886"/>
                  </a:lnTo>
                  <a:lnTo>
                    <a:pt x="341035" y="235992"/>
                  </a:lnTo>
                  <a:lnTo>
                    <a:pt x="341112" y="237027"/>
                  </a:lnTo>
                  <a:lnTo>
                    <a:pt x="339833" y="237878"/>
                  </a:lnTo>
                  <a:lnTo>
                    <a:pt x="338295" y="240267"/>
                  </a:lnTo>
                  <a:lnTo>
                    <a:pt x="337695" y="242741"/>
                  </a:lnTo>
                  <a:lnTo>
                    <a:pt x="336302" y="242976"/>
                  </a:lnTo>
                  <a:lnTo>
                    <a:pt x="335740" y="242511"/>
                  </a:lnTo>
                  <a:lnTo>
                    <a:pt x="333869" y="243260"/>
                  </a:lnTo>
                  <a:lnTo>
                    <a:pt x="331401" y="242227"/>
                  </a:lnTo>
                  <a:lnTo>
                    <a:pt x="330516" y="241097"/>
                  </a:lnTo>
                  <a:lnTo>
                    <a:pt x="327825" y="236444"/>
                  </a:lnTo>
                  <a:lnTo>
                    <a:pt x="327755" y="236966"/>
                  </a:lnTo>
                  <a:lnTo>
                    <a:pt x="328429" y="239317"/>
                  </a:lnTo>
                  <a:lnTo>
                    <a:pt x="328292" y="240712"/>
                  </a:lnTo>
                  <a:lnTo>
                    <a:pt x="325440" y="241725"/>
                  </a:lnTo>
                  <a:lnTo>
                    <a:pt x="325451" y="242119"/>
                  </a:lnTo>
                  <a:lnTo>
                    <a:pt x="327202" y="242856"/>
                  </a:lnTo>
                  <a:lnTo>
                    <a:pt x="329321" y="243426"/>
                  </a:lnTo>
                  <a:lnTo>
                    <a:pt x="328991" y="245599"/>
                  </a:lnTo>
                  <a:lnTo>
                    <a:pt x="329001" y="254862"/>
                  </a:lnTo>
                  <a:lnTo>
                    <a:pt x="328527" y="258150"/>
                  </a:lnTo>
                  <a:lnTo>
                    <a:pt x="327490" y="261022"/>
                  </a:lnTo>
                  <a:lnTo>
                    <a:pt x="326000" y="263775"/>
                  </a:lnTo>
                  <a:lnTo>
                    <a:pt x="324389" y="261972"/>
                  </a:lnTo>
                  <a:lnTo>
                    <a:pt x="323745" y="260132"/>
                  </a:lnTo>
                  <a:lnTo>
                    <a:pt x="323204" y="259188"/>
                  </a:lnTo>
                  <a:lnTo>
                    <a:pt x="322434" y="258421"/>
                  </a:lnTo>
                  <a:lnTo>
                    <a:pt x="321438" y="258060"/>
                  </a:lnTo>
                  <a:lnTo>
                    <a:pt x="320388" y="258047"/>
                  </a:lnTo>
                  <a:lnTo>
                    <a:pt x="319272" y="259695"/>
                  </a:lnTo>
                  <a:lnTo>
                    <a:pt x="318055" y="258273"/>
                  </a:lnTo>
                  <a:lnTo>
                    <a:pt x="316880" y="256555"/>
                  </a:lnTo>
                  <a:lnTo>
                    <a:pt x="317323" y="252060"/>
                  </a:lnTo>
                  <a:lnTo>
                    <a:pt x="317818" y="249807"/>
                  </a:lnTo>
                  <a:lnTo>
                    <a:pt x="317620" y="249825"/>
                  </a:lnTo>
                  <a:lnTo>
                    <a:pt x="316951" y="250890"/>
                  </a:lnTo>
                  <a:lnTo>
                    <a:pt x="315348" y="254182"/>
                  </a:lnTo>
                  <a:lnTo>
                    <a:pt x="314296" y="258205"/>
                  </a:lnTo>
                  <a:lnTo>
                    <a:pt x="312936" y="256658"/>
                  </a:lnTo>
                  <a:lnTo>
                    <a:pt x="311708" y="254733"/>
                  </a:lnTo>
                  <a:lnTo>
                    <a:pt x="310695" y="252798"/>
                  </a:lnTo>
                  <a:lnTo>
                    <a:pt x="309057" y="250566"/>
                  </a:lnTo>
                  <a:lnTo>
                    <a:pt x="307467" y="247946"/>
                  </a:lnTo>
                  <a:lnTo>
                    <a:pt x="306638" y="244861"/>
                  </a:lnTo>
                  <a:lnTo>
                    <a:pt x="306252" y="244226"/>
                  </a:lnTo>
                  <a:lnTo>
                    <a:pt x="305326" y="241655"/>
                  </a:lnTo>
                  <a:lnTo>
                    <a:pt x="304962" y="240921"/>
                  </a:lnTo>
                  <a:lnTo>
                    <a:pt x="304642" y="240677"/>
                  </a:lnTo>
                  <a:lnTo>
                    <a:pt x="303850" y="239074"/>
                  </a:lnTo>
                  <a:lnTo>
                    <a:pt x="304140" y="237359"/>
                  </a:lnTo>
                  <a:lnTo>
                    <a:pt x="305388" y="235332"/>
                  </a:lnTo>
                  <a:lnTo>
                    <a:pt x="306525" y="233876"/>
                  </a:lnTo>
                  <a:lnTo>
                    <a:pt x="308408" y="232440"/>
                  </a:lnTo>
                  <a:lnTo>
                    <a:pt x="310611" y="231631"/>
                  </a:lnTo>
                  <a:lnTo>
                    <a:pt x="311613" y="229780"/>
                  </a:lnTo>
                  <a:lnTo>
                    <a:pt x="312841" y="226406"/>
                  </a:lnTo>
                  <a:lnTo>
                    <a:pt x="314186" y="224059"/>
                  </a:lnTo>
                  <a:lnTo>
                    <a:pt x="315650" y="222730"/>
                  </a:lnTo>
                  <a:lnTo>
                    <a:pt x="314922" y="222483"/>
                  </a:lnTo>
                  <a:lnTo>
                    <a:pt x="313061" y="223620"/>
                  </a:lnTo>
                  <a:lnTo>
                    <a:pt x="311753" y="225278"/>
                  </a:lnTo>
                  <a:lnTo>
                    <a:pt x="310197" y="228041"/>
                  </a:lnTo>
                  <a:lnTo>
                    <a:pt x="308750" y="229804"/>
                  </a:lnTo>
                  <a:lnTo>
                    <a:pt x="305038" y="231851"/>
                  </a:lnTo>
                  <a:lnTo>
                    <a:pt x="303678" y="232261"/>
                  </a:lnTo>
                  <a:lnTo>
                    <a:pt x="302097" y="232479"/>
                  </a:lnTo>
                  <a:lnTo>
                    <a:pt x="298616" y="232192"/>
                  </a:lnTo>
                  <a:lnTo>
                    <a:pt x="297810" y="231504"/>
                  </a:lnTo>
                  <a:lnTo>
                    <a:pt x="298228" y="229547"/>
                  </a:lnTo>
                  <a:lnTo>
                    <a:pt x="300707" y="226051"/>
                  </a:lnTo>
                  <a:lnTo>
                    <a:pt x="300311" y="225805"/>
                  </a:lnTo>
                  <a:lnTo>
                    <a:pt x="299440" y="227042"/>
                  </a:lnTo>
                  <a:lnTo>
                    <a:pt x="298243" y="227898"/>
                  </a:lnTo>
                  <a:lnTo>
                    <a:pt x="297206" y="228335"/>
                  </a:lnTo>
                  <a:lnTo>
                    <a:pt x="295680" y="228179"/>
                  </a:lnTo>
                  <a:lnTo>
                    <a:pt x="293892" y="226002"/>
                  </a:lnTo>
                  <a:lnTo>
                    <a:pt x="293043" y="225331"/>
                  </a:lnTo>
                  <a:lnTo>
                    <a:pt x="291293" y="224581"/>
                  </a:lnTo>
                  <a:lnTo>
                    <a:pt x="290581" y="223835"/>
                  </a:lnTo>
                  <a:lnTo>
                    <a:pt x="287676" y="218495"/>
                  </a:lnTo>
                  <a:lnTo>
                    <a:pt x="287091" y="217075"/>
                  </a:lnTo>
                  <a:lnTo>
                    <a:pt x="286750" y="215682"/>
                  </a:lnTo>
                  <a:lnTo>
                    <a:pt x="285818" y="214510"/>
                  </a:lnTo>
                  <a:lnTo>
                    <a:pt x="284295" y="213559"/>
                  </a:lnTo>
                  <a:lnTo>
                    <a:pt x="283944" y="213715"/>
                  </a:lnTo>
                  <a:lnTo>
                    <a:pt x="284491" y="214907"/>
                  </a:lnTo>
                  <a:lnTo>
                    <a:pt x="284509" y="215933"/>
                  </a:lnTo>
                  <a:lnTo>
                    <a:pt x="283178" y="216573"/>
                  </a:lnTo>
                  <a:lnTo>
                    <a:pt x="281786" y="216351"/>
                  </a:lnTo>
                  <a:lnTo>
                    <a:pt x="280334" y="215266"/>
                  </a:lnTo>
                  <a:lnTo>
                    <a:pt x="280206" y="216725"/>
                  </a:lnTo>
                  <a:lnTo>
                    <a:pt x="281760" y="219313"/>
                  </a:lnTo>
                  <a:lnTo>
                    <a:pt x="281785" y="222594"/>
                  </a:lnTo>
                  <a:lnTo>
                    <a:pt x="281345" y="222933"/>
                  </a:lnTo>
                  <a:lnTo>
                    <a:pt x="280286" y="223125"/>
                  </a:lnTo>
                  <a:lnTo>
                    <a:pt x="279575" y="222720"/>
                  </a:lnTo>
                  <a:lnTo>
                    <a:pt x="277219" y="220268"/>
                  </a:lnTo>
                  <a:lnTo>
                    <a:pt x="274985" y="218561"/>
                  </a:lnTo>
                  <a:lnTo>
                    <a:pt x="273410" y="217618"/>
                  </a:lnTo>
                  <a:lnTo>
                    <a:pt x="273225" y="218289"/>
                  </a:lnTo>
                  <a:lnTo>
                    <a:pt x="274247" y="221247"/>
                  </a:lnTo>
                  <a:lnTo>
                    <a:pt x="275433" y="224164"/>
                  </a:lnTo>
                  <a:lnTo>
                    <a:pt x="277374" y="226569"/>
                  </a:lnTo>
                  <a:lnTo>
                    <a:pt x="280465" y="229433"/>
                  </a:lnTo>
                  <a:lnTo>
                    <a:pt x="281865" y="231084"/>
                  </a:lnTo>
                  <a:lnTo>
                    <a:pt x="280762" y="233414"/>
                  </a:lnTo>
                  <a:lnTo>
                    <a:pt x="279802" y="234177"/>
                  </a:lnTo>
                  <a:lnTo>
                    <a:pt x="279205" y="234414"/>
                  </a:lnTo>
                  <a:lnTo>
                    <a:pt x="277330" y="234417"/>
                  </a:lnTo>
                  <a:lnTo>
                    <a:pt x="273909" y="233130"/>
                  </a:lnTo>
                  <a:lnTo>
                    <a:pt x="272302" y="231693"/>
                  </a:lnTo>
                  <a:lnTo>
                    <a:pt x="269969" y="228264"/>
                  </a:lnTo>
                  <a:lnTo>
                    <a:pt x="266111" y="224735"/>
                  </a:lnTo>
                  <a:lnTo>
                    <a:pt x="265274" y="224754"/>
                  </a:lnTo>
                  <a:lnTo>
                    <a:pt x="262545" y="226190"/>
                  </a:lnTo>
                  <a:lnTo>
                    <a:pt x="262973" y="226421"/>
                  </a:lnTo>
                  <a:lnTo>
                    <a:pt x="264732" y="226525"/>
                  </a:lnTo>
                  <a:lnTo>
                    <a:pt x="266023" y="226983"/>
                  </a:lnTo>
                  <a:lnTo>
                    <a:pt x="269106" y="229771"/>
                  </a:lnTo>
                  <a:lnTo>
                    <a:pt x="269339" y="230949"/>
                  </a:lnTo>
                  <a:lnTo>
                    <a:pt x="268570" y="232261"/>
                  </a:lnTo>
                  <a:lnTo>
                    <a:pt x="268617" y="233914"/>
                  </a:lnTo>
                  <a:lnTo>
                    <a:pt x="269482" y="235913"/>
                  </a:lnTo>
                  <a:lnTo>
                    <a:pt x="270367" y="237190"/>
                  </a:lnTo>
                  <a:lnTo>
                    <a:pt x="272180" y="238091"/>
                  </a:lnTo>
                  <a:lnTo>
                    <a:pt x="273092" y="238210"/>
                  </a:lnTo>
                  <a:lnTo>
                    <a:pt x="273434" y="238789"/>
                  </a:lnTo>
                  <a:lnTo>
                    <a:pt x="272350" y="243238"/>
                  </a:lnTo>
                  <a:lnTo>
                    <a:pt x="272258" y="244455"/>
                  </a:lnTo>
                  <a:lnTo>
                    <a:pt x="272567" y="244958"/>
                  </a:lnTo>
                  <a:lnTo>
                    <a:pt x="272946" y="245000"/>
                  </a:lnTo>
                  <a:lnTo>
                    <a:pt x="275277" y="243172"/>
                  </a:lnTo>
                  <a:lnTo>
                    <a:pt x="276252" y="242726"/>
                  </a:lnTo>
                  <a:lnTo>
                    <a:pt x="277097" y="242634"/>
                  </a:lnTo>
                  <a:lnTo>
                    <a:pt x="278078" y="243146"/>
                  </a:lnTo>
                  <a:lnTo>
                    <a:pt x="279194" y="244264"/>
                  </a:lnTo>
                  <a:lnTo>
                    <a:pt x="279852" y="245417"/>
                  </a:lnTo>
                  <a:lnTo>
                    <a:pt x="280050" y="246604"/>
                  </a:lnTo>
                  <a:lnTo>
                    <a:pt x="280382" y="247381"/>
                  </a:lnTo>
                  <a:lnTo>
                    <a:pt x="282671" y="248637"/>
                  </a:lnTo>
                  <a:lnTo>
                    <a:pt x="282461" y="249224"/>
                  </a:lnTo>
                  <a:lnTo>
                    <a:pt x="280103" y="251112"/>
                  </a:lnTo>
                  <a:lnTo>
                    <a:pt x="279974" y="251409"/>
                  </a:lnTo>
                  <a:lnTo>
                    <a:pt x="280445" y="251546"/>
                  </a:lnTo>
                  <a:lnTo>
                    <a:pt x="281935" y="252673"/>
                  </a:lnTo>
                  <a:lnTo>
                    <a:pt x="283306" y="254437"/>
                  </a:lnTo>
                  <a:lnTo>
                    <a:pt x="284144" y="256538"/>
                  </a:lnTo>
                  <a:lnTo>
                    <a:pt x="284312" y="257571"/>
                  </a:lnTo>
                  <a:lnTo>
                    <a:pt x="284303" y="258552"/>
                  </a:lnTo>
                  <a:lnTo>
                    <a:pt x="284492" y="259141"/>
                  </a:lnTo>
                  <a:lnTo>
                    <a:pt x="285218" y="259246"/>
                  </a:lnTo>
                  <a:lnTo>
                    <a:pt x="285514" y="258873"/>
                  </a:lnTo>
                  <a:lnTo>
                    <a:pt x="285846" y="258943"/>
                  </a:lnTo>
                  <a:lnTo>
                    <a:pt x="286213" y="259458"/>
                  </a:lnTo>
                  <a:lnTo>
                    <a:pt x="286599" y="261069"/>
                  </a:lnTo>
                  <a:lnTo>
                    <a:pt x="287424" y="265785"/>
                  </a:lnTo>
                  <a:lnTo>
                    <a:pt x="287860" y="267111"/>
                  </a:lnTo>
                  <a:lnTo>
                    <a:pt x="288110" y="267156"/>
                  </a:lnTo>
                  <a:lnTo>
                    <a:pt x="288239" y="262423"/>
                  </a:lnTo>
                  <a:lnTo>
                    <a:pt x="288624" y="261640"/>
                  </a:lnTo>
                  <a:lnTo>
                    <a:pt x="290077" y="262478"/>
                  </a:lnTo>
                  <a:lnTo>
                    <a:pt x="292206" y="264321"/>
                  </a:lnTo>
                  <a:lnTo>
                    <a:pt x="293705" y="265961"/>
                  </a:lnTo>
                  <a:lnTo>
                    <a:pt x="293878" y="266729"/>
                  </a:lnTo>
                  <a:lnTo>
                    <a:pt x="292745" y="268218"/>
                  </a:lnTo>
                  <a:lnTo>
                    <a:pt x="292985" y="268880"/>
                  </a:lnTo>
                  <a:lnTo>
                    <a:pt x="293817" y="269853"/>
                  </a:lnTo>
                  <a:lnTo>
                    <a:pt x="294584" y="269483"/>
                  </a:lnTo>
                  <a:lnTo>
                    <a:pt x="295139" y="267820"/>
                  </a:lnTo>
                  <a:lnTo>
                    <a:pt x="296094" y="266183"/>
                  </a:lnTo>
                  <a:lnTo>
                    <a:pt x="297225" y="265026"/>
                  </a:lnTo>
                  <a:lnTo>
                    <a:pt x="299328" y="265977"/>
                  </a:lnTo>
                  <a:lnTo>
                    <a:pt x="301072" y="268424"/>
                  </a:lnTo>
                  <a:lnTo>
                    <a:pt x="301337" y="269264"/>
                  </a:lnTo>
                  <a:lnTo>
                    <a:pt x="302473" y="270323"/>
                  </a:lnTo>
                  <a:lnTo>
                    <a:pt x="303476" y="269734"/>
                  </a:lnTo>
                  <a:lnTo>
                    <a:pt x="305415" y="272538"/>
                  </a:lnTo>
                  <a:lnTo>
                    <a:pt x="304495" y="273809"/>
                  </a:lnTo>
                  <a:lnTo>
                    <a:pt x="302478" y="275657"/>
                  </a:lnTo>
                  <a:lnTo>
                    <a:pt x="302274" y="276283"/>
                  </a:lnTo>
                  <a:lnTo>
                    <a:pt x="302759" y="276140"/>
                  </a:lnTo>
                  <a:lnTo>
                    <a:pt x="306602" y="276138"/>
                  </a:lnTo>
                  <a:lnTo>
                    <a:pt x="307639" y="276881"/>
                  </a:lnTo>
                  <a:lnTo>
                    <a:pt x="307885" y="278296"/>
                  </a:lnTo>
                  <a:lnTo>
                    <a:pt x="306178" y="282238"/>
                  </a:lnTo>
                  <a:lnTo>
                    <a:pt x="304612" y="281889"/>
                  </a:lnTo>
                  <a:lnTo>
                    <a:pt x="302544" y="281793"/>
                  </a:lnTo>
                  <a:lnTo>
                    <a:pt x="301480" y="282005"/>
                  </a:lnTo>
                  <a:lnTo>
                    <a:pt x="301645" y="282516"/>
                  </a:lnTo>
                  <a:lnTo>
                    <a:pt x="304514" y="284334"/>
                  </a:lnTo>
                  <a:lnTo>
                    <a:pt x="305326" y="285832"/>
                  </a:lnTo>
                  <a:lnTo>
                    <a:pt x="306427" y="287363"/>
                  </a:lnTo>
                  <a:lnTo>
                    <a:pt x="306960" y="288624"/>
                  </a:lnTo>
                  <a:lnTo>
                    <a:pt x="306947" y="289204"/>
                  </a:lnTo>
                  <a:lnTo>
                    <a:pt x="306495" y="290077"/>
                  </a:lnTo>
                  <a:lnTo>
                    <a:pt x="306710" y="290367"/>
                  </a:lnTo>
                  <a:lnTo>
                    <a:pt x="308675" y="290938"/>
                  </a:lnTo>
                  <a:lnTo>
                    <a:pt x="309894" y="290426"/>
                  </a:lnTo>
                  <a:lnTo>
                    <a:pt x="311424" y="290231"/>
                  </a:lnTo>
                  <a:lnTo>
                    <a:pt x="312773" y="290372"/>
                  </a:lnTo>
                  <a:lnTo>
                    <a:pt x="312881" y="290916"/>
                  </a:lnTo>
                  <a:lnTo>
                    <a:pt x="312678" y="292353"/>
                  </a:lnTo>
                  <a:lnTo>
                    <a:pt x="311297" y="293682"/>
                  </a:lnTo>
                  <a:lnTo>
                    <a:pt x="311667" y="293994"/>
                  </a:lnTo>
                  <a:lnTo>
                    <a:pt x="313289" y="293612"/>
                  </a:lnTo>
                  <a:lnTo>
                    <a:pt x="314034" y="294232"/>
                  </a:lnTo>
                  <a:lnTo>
                    <a:pt x="314994" y="297395"/>
                  </a:lnTo>
                  <a:lnTo>
                    <a:pt x="316075" y="299876"/>
                  </a:lnTo>
                  <a:lnTo>
                    <a:pt x="315195" y="300446"/>
                  </a:lnTo>
                  <a:lnTo>
                    <a:pt x="314216" y="300664"/>
                  </a:lnTo>
                  <a:lnTo>
                    <a:pt x="314355" y="303830"/>
                  </a:lnTo>
                  <a:lnTo>
                    <a:pt x="314993" y="307073"/>
                  </a:lnTo>
                  <a:lnTo>
                    <a:pt x="314999" y="310182"/>
                  </a:lnTo>
                  <a:lnTo>
                    <a:pt x="314799" y="312948"/>
                  </a:lnTo>
                  <a:lnTo>
                    <a:pt x="313903" y="313563"/>
                  </a:lnTo>
                  <a:lnTo>
                    <a:pt x="312944" y="313498"/>
                  </a:lnTo>
                  <a:lnTo>
                    <a:pt x="312562" y="312804"/>
                  </a:lnTo>
                  <a:lnTo>
                    <a:pt x="310209" y="304534"/>
                  </a:lnTo>
                  <a:lnTo>
                    <a:pt x="309629" y="303040"/>
                  </a:lnTo>
                  <a:lnTo>
                    <a:pt x="308933" y="301737"/>
                  </a:lnTo>
                  <a:lnTo>
                    <a:pt x="306438" y="298165"/>
                  </a:lnTo>
                  <a:lnTo>
                    <a:pt x="306536" y="298739"/>
                  </a:lnTo>
                  <a:lnTo>
                    <a:pt x="307154" y="300387"/>
                  </a:lnTo>
                  <a:lnTo>
                    <a:pt x="307703" y="302843"/>
                  </a:lnTo>
                  <a:lnTo>
                    <a:pt x="308419" y="307743"/>
                  </a:lnTo>
                  <a:lnTo>
                    <a:pt x="308747" y="310897"/>
                  </a:lnTo>
                  <a:lnTo>
                    <a:pt x="308600" y="312096"/>
                  </a:lnTo>
                  <a:lnTo>
                    <a:pt x="308089" y="312390"/>
                  </a:lnTo>
                  <a:lnTo>
                    <a:pt x="307955" y="312963"/>
                  </a:lnTo>
                  <a:lnTo>
                    <a:pt x="308197" y="313815"/>
                  </a:lnTo>
                  <a:lnTo>
                    <a:pt x="310104" y="317036"/>
                  </a:lnTo>
                  <a:lnTo>
                    <a:pt x="311025" y="318975"/>
                  </a:lnTo>
                  <a:lnTo>
                    <a:pt x="311676" y="320991"/>
                  </a:lnTo>
                  <a:lnTo>
                    <a:pt x="312284" y="322350"/>
                  </a:lnTo>
                  <a:lnTo>
                    <a:pt x="312849" y="323054"/>
                  </a:lnTo>
                  <a:lnTo>
                    <a:pt x="312710" y="323632"/>
                  </a:lnTo>
                  <a:lnTo>
                    <a:pt x="311868" y="324083"/>
                  </a:lnTo>
                  <a:lnTo>
                    <a:pt x="310426" y="324298"/>
                  </a:lnTo>
                  <a:lnTo>
                    <a:pt x="309753" y="324023"/>
                  </a:lnTo>
                  <a:lnTo>
                    <a:pt x="307165" y="322156"/>
                  </a:lnTo>
                  <a:lnTo>
                    <a:pt x="306797" y="322739"/>
                  </a:lnTo>
                  <a:lnTo>
                    <a:pt x="308231" y="329570"/>
                  </a:lnTo>
                  <a:lnTo>
                    <a:pt x="308186" y="331204"/>
                  </a:lnTo>
                  <a:lnTo>
                    <a:pt x="307467" y="331786"/>
                  </a:lnTo>
                  <a:lnTo>
                    <a:pt x="306581" y="331106"/>
                  </a:lnTo>
                  <a:lnTo>
                    <a:pt x="305526" y="329167"/>
                  </a:lnTo>
                  <a:lnTo>
                    <a:pt x="303913" y="327007"/>
                  </a:lnTo>
                  <a:lnTo>
                    <a:pt x="301742" y="324622"/>
                  </a:lnTo>
                  <a:lnTo>
                    <a:pt x="299670" y="322758"/>
                  </a:lnTo>
                  <a:lnTo>
                    <a:pt x="299182" y="322808"/>
                  </a:lnTo>
                  <a:lnTo>
                    <a:pt x="298864" y="323361"/>
                  </a:lnTo>
                  <a:lnTo>
                    <a:pt x="298518" y="323451"/>
                  </a:lnTo>
                  <a:lnTo>
                    <a:pt x="298143" y="323078"/>
                  </a:lnTo>
                  <a:lnTo>
                    <a:pt x="297450" y="321679"/>
                  </a:lnTo>
                  <a:lnTo>
                    <a:pt x="296727" y="320728"/>
                  </a:lnTo>
                  <a:lnTo>
                    <a:pt x="293702" y="317581"/>
                  </a:lnTo>
                  <a:lnTo>
                    <a:pt x="293391" y="317549"/>
                  </a:lnTo>
                  <a:lnTo>
                    <a:pt x="293676" y="318493"/>
                  </a:lnTo>
                  <a:lnTo>
                    <a:pt x="293985" y="320564"/>
                  </a:lnTo>
                  <a:lnTo>
                    <a:pt x="293644" y="321015"/>
                  </a:lnTo>
                  <a:lnTo>
                    <a:pt x="292853" y="320846"/>
                  </a:lnTo>
                  <a:lnTo>
                    <a:pt x="291352" y="319945"/>
                  </a:lnTo>
                  <a:lnTo>
                    <a:pt x="290341" y="317874"/>
                  </a:lnTo>
                  <a:lnTo>
                    <a:pt x="289056" y="314280"/>
                  </a:lnTo>
                  <a:lnTo>
                    <a:pt x="288384" y="312925"/>
                  </a:lnTo>
                  <a:lnTo>
                    <a:pt x="288324" y="313807"/>
                  </a:lnTo>
                  <a:lnTo>
                    <a:pt x="288681" y="317231"/>
                  </a:lnTo>
                  <a:lnTo>
                    <a:pt x="288613" y="318380"/>
                  </a:lnTo>
                  <a:lnTo>
                    <a:pt x="287860" y="318694"/>
                  </a:lnTo>
                  <a:lnTo>
                    <a:pt x="287541" y="318379"/>
                  </a:lnTo>
                  <a:lnTo>
                    <a:pt x="287229" y="317466"/>
                  </a:lnTo>
                  <a:lnTo>
                    <a:pt x="286924" y="315954"/>
                  </a:lnTo>
                  <a:lnTo>
                    <a:pt x="286206" y="314805"/>
                  </a:lnTo>
                  <a:lnTo>
                    <a:pt x="285073" y="314020"/>
                  </a:lnTo>
                  <a:lnTo>
                    <a:pt x="284438" y="313197"/>
                  </a:lnTo>
                  <a:lnTo>
                    <a:pt x="284124" y="311732"/>
                  </a:lnTo>
                  <a:lnTo>
                    <a:pt x="283905" y="311396"/>
                  </a:lnTo>
                  <a:lnTo>
                    <a:pt x="281908" y="311735"/>
                  </a:lnTo>
                  <a:lnTo>
                    <a:pt x="280906" y="310680"/>
                  </a:lnTo>
                  <a:lnTo>
                    <a:pt x="278018" y="306522"/>
                  </a:lnTo>
                  <a:lnTo>
                    <a:pt x="275374" y="302016"/>
                  </a:lnTo>
                  <a:lnTo>
                    <a:pt x="273708" y="299634"/>
                  </a:lnTo>
                  <a:lnTo>
                    <a:pt x="273103" y="299067"/>
                  </a:lnTo>
                  <a:lnTo>
                    <a:pt x="273990" y="301984"/>
                  </a:lnTo>
                  <a:lnTo>
                    <a:pt x="274964" y="306291"/>
                  </a:lnTo>
                  <a:lnTo>
                    <a:pt x="275210" y="308256"/>
                  </a:lnTo>
                  <a:lnTo>
                    <a:pt x="274763" y="308346"/>
                  </a:lnTo>
                  <a:lnTo>
                    <a:pt x="273787" y="307474"/>
                  </a:lnTo>
                  <a:lnTo>
                    <a:pt x="268781" y="301924"/>
                  </a:lnTo>
                  <a:lnTo>
                    <a:pt x="265694" y="299311"/>
                  </a:lnTo>
                  <a:lnTo>
                    <a:pt x="263977" y="298849"/>
                  </a:lnTo>
                  <a:lnTo>
                    <a:pt x="261187" y="298531"/>
                  </a:lnTo>
                  <a:lnTo>
                    <a:pt x="260544" y="299969"/>
                  </a:lnTo>
                  <a:lnTo>
                    <a:pt x="262047" y="303163"/>
                  </a:lnTo>
                  <a:lnTo>
                    <a:pt x="263512" y="305570"/>
                  </a:lnTo>
                  <a:lnTo>
                    <a:pt x="264936" y="307187"/>
                  </a:lnTo>
                  <a:lnTo>
                    <a:pt x="267172" y="310341"/>
                  </a:lnTo>
                  <a:lnTo>
                    <a:pt x="269219" y="314404"/>
                  </a:lnTo>
                  <a:lnTo>
                    <a:pt x="270043" y="315656"/>
                  </a:lnTo>
                  <a:lnTo>
                    <a:pt x="272831" y="317389"/>
                  </a:lnTo>
                  <a:lnTo>
                    <a:pt x="274286" y="317850"/>
                  </a:lnTo>
                  <a:lnTo>
                    <a:pt x="275785" y="317984"/>
                  </a:lnTo>
                  <a:lnTo>
                    <a:pt x="275922" y="318601"/>
                  </a:lnTo>
                  <a:lnTo>
                    <a:pt x="275195" y="319753"/>
                  </a:lnTo>
                  <a:lnTo>
                    <a:pt x="275032" y="320465"/>
                  </a:lnTo>
                  <a:lnTo>
                    <a:pt x="278348" y="322278"/>
                  </a:lnTo>
                  <a:lnTo>
                    <a:pt x="279602" y="323285"/>
                  </a:lnTo>
                  <a:lnTo>
                    <a:pt x="280813" y="324957"/>
                  </a:lnTo>
                  <a:lnTo>
                    <a:pt x="281502" y="325372"/>
                  </a:lnTo>
                  <a:lnTo>
                    <a:pt x="284379" y="329588"/>
                  </a:lnTo>
                  <a:lnTo>
                    <a:pt x="285094" y="330261"/>
                  </a:lnTo>
                  <a:lnTo>
                    <a:pt x="287655" y="331628"/>
                  </a:lnTo>
                  <a:lnTo>
                    <a:pt x="288508" y="332507"/>
                  </a:lnTo>
                  <a:lnTo>
                    <a:pt x="289920" y="335228"/>
                  </a:lnTo>
                  <a:lnTo>
                    <a:pt x="290805" y="336612"/>
                  </a:lnTo>
                  <a:lnTo>
                    <a:pt x="292057" y="339899"/>
                  </a:lnTo>
                  <a:lnTo>
                    <a:pt x="292995" y="341353"/>
                  </a:lnTo>
                  <a:lnTo>
                    <a:pt x="295294" y="343017"/>
                  </a:lnTo>
                  <a:lnTo>
                    <a:pt x="296273" y="343493"/>
                  </a:lnTo>
                  <a:lnTo>
                    <a:pt x="296711" y="344125"/>
                  </a:lnTo>
                  <a:lnTo>
                    <a:pt x="296412" y="345620"/>
                  </a:lnTo>
                  <a:lnTo>
                    <a:pt x="296133" y="346243"/>
                  </a:lnTo>
                  <a:lnTo>
                    <a:pt x="294823" y="347272"/>
                  </a:lnTo>
                  <a:lnTo>
                    <a:pt x="295030" y="348704"/>
                  </a:lnTo>
                  <a:lnTo>
                    <a:pt x="295769" y="351258"/>
                  </a:lnTo>
                  <a:lnTo>
                    <a:pt x="295739" y="352842"/>
                  </a:lnTo>
                  <a:lnTo>
                    <a:pt x="294937" y="353457"/>
                  </a:lnTo>
                  <a:lnTo>
                    <a:pt x="293298" y="354190"/>
                  </a:lnTo>
                  <a:lnTo>
                    <a:pt x="292471" y="354131"/>
                  </a:lnTo>
                  <a:lnTo>
                    <a:pt x="291228" y="353526"/>
                  </a:lnTo>
                  <a:lnTo>
                    <a:pt x="289663" y="352496"/>
                  </a:lnTo>
                  <a:lnTo>
                    <a:pt x="286556" y="349925"/>
                  </a:lnTo>
                  <a:lnTo>
                    <a:pt x="281892" y="348144"/>
                  </a:lnTo>
                  <a:lnTo>
                    <a:pt x="280153" y="347194"/>
                  </a:lnTo>
                  <a:lnTo>
                    <a:pt x="279573" y="346335"/>
                  </a:lnTo>
                  <a:lnTo>
                    <a:pt x="278695" y="345827"/>
                  </a:lnTo>
                  <a:lnTo>
                    <a:pt x="267114" y="343349"/>
                  </a:lnTo>
                  <a:lnTo>
                    <a:pt x="265174" y="342744"/>
                  </a:lnTo>
                  <a:lnTo>
                    <a:pt x="263967" y="341985"/>
                  </a:lnTo>
                  <a:lnTo>
                    <a:pt x="262848" y="340871"/>
                  </a:lnTo>
                  <a:lnTo>
                    <a:pt x="258431" y="338325"/>
                  </a:lnTo>
                  <a:lnTo>
                    <a:pt x="257897" y="337769"/>
                  </a:lnTo>
                  <a:lnTo>
                    <a:pt x="254930" y="333399"/>
                  </a:lnTo>
                  <a:lnTo>
                    <a:pt x="252719" y="328295"/>
                  </a:lnTo>
                  <a:lnTo>
                    <a:pt x="251984" y="327612"/>
                  </a:lnTo>
                  <a:lnTo>
                    <a:pt x="249581" y="326939"/>
                  </a:lnTo>
                  <a:lnTo>
                    <a:pt x="247574" y="327362"/>
                  </a:lnTo>
                  <a:lnTo>
                    <a:pt x="246231" y="327922"/>
                  </a:lnTo>
                  <a:lnTo>
                    <a:pt x="244193" y="327740"/>
                  </a:lnTo>
                  <a:lnTo>
                    <a:pt x="242861" y="326909"/>
                  </a:lnTo>
                  <a:lnTo>
                    <a:pt x="240057" y="324614"/>
                  </a:lnTo>
                  <a:lnTo>
                    <a:pt x="237217" y="323393"/>
                  </a:lnTo>
                  <a:lnTo>
                    <a:pt x="234740" y="321390"/>
                  </a:lnTo>
                  <a:lnTo>
                    <a:pt x="233462" y="320682"/>
                  </a:lnTo>
                  <a:lnTo>
                    <a:pt x="233580" y="320167"/>
                  </a:lnTo>
                  <a:lnTo>
                    <a:pt x="235433" y="317182"/>
                  </a:lnTo>
                  <a:lnTo>
                    <a:pt x="234857" y="317223"/>
                  </a:lnTo>
                  <a:lnTo>
                    <a:pt x="231636" y="319491"/>
                  </a:lnTo>
                  <a:lnTo>
                    <a:pt x="230482" y="318794"/>
                  </a:lnTo>
                  <a:lnTo>
                    <a:pt x="228581" y="317013"/>
                  </a:lnTo>
                  <a:lnTo>
                    <a:pt x="227152" y="315216"/>
                  </a:lnTo>
                  <a:lnTo>
                    <a:pt x="224211" y="310250"/>
                  </a:lnTo>
                  <a:lnTo>
                    <a:pt x="222523" y="308451"/>
                  </a:lnTo>
                  <a:lnTo>
                    <a:pt x="222760" y="308046"/>
                  </a:lnTo>
                  <a:lnTo>
                    <a:pt x="224658" y="307881"/>
                  </a:lnTo>
                  <a:lnTo>
                    <a:pt x="226172" y="308035"/>
                  </a:lnTo>
                  <a:lnTo>
                    <a:pt x="227187" y="307626"/>
                  </a:lnTo>
                  <a:lnTo>
                    <a:pt x="229142" y="305611"/>
                  </a:lnTo>
                  <a:lnTo>
                    <a:pt x="229986" y="304348"/>
                  </a:lnTo>
                  <a:lnTo>
                    <a:pt x="230067" y="303600"/>
                  </a:lnTo>
                  <a:lnTo>
                    <a:pt x="228431" y="303415"/>
                  </a:lnTo>
                  <a:lnTo>
                    <a:pt x="228080" y="303053"/>
                  </a:lnTo>
                  <a:lnTo>
                    <a:pt x="227787" y="302228"/>
                  </a:lnTo>
                  <a:lnTo>
                    <a:pt x="227033" y="301169"/>
                  </a:lnTo>
                  <a:lnTo>
                    <a:pt x="225817" y="299882"/>
                  </a:lnTo>
                  <a:lnTo>
                    <a:pt x="224432" y="299327"/>
                  </a:lnTo>
                  <a:lnTo>
                    <a:pt x="219676" y="299801"/>
                  </a:lnTo>
                  <a:lnTo>
                    <a:pt x="218847" y="299237"/>
                  </a:lnTo>
                  <a:lnTo>
                    <a:pt x="218864" y="298380"/>
                  </a:lnTo>
                  <a:lnTo>
                    <a:pt x="219793" y="295965"/>
                  </a:lnTo>
                  <a:lnTo>
                    <a:pt x="220299" y="294991"/>
                  </a:lnTo>
                  <a:lnTo>
                    <a:pt x="220460" y="294453"/>
                  </a:lnTo>
                  <a:lnTo>
                    <a:pt x="220277" y="294349"/>
                  </a:lnTo>
                  <a:lnTo>
                    <a:pt x="219633" y="294409"/>
                  </a:lnTo>
                  <a:lnTo>
                    <a:pt x="216874" y="296574"/>
                  </a:lnTo>
                  <a:lnTo>
                    <a:pt x="216276" y="296415"/>
                  </a:lnTo>
                  <a:lnTo>
                    <a:pt x="215194" y="294131"/>
                  </a:lnTo>
                  <a:lnTo>
                    <a:pt x="214538" y="291522"/>
                  </a:lnTo>
                  <a:lnTo>
                    <a:pt x="214060" y="290608"/>
                  </a:lnTo>
                  <a:lnTo>
                    <a:pt x="213424" y="290299"/>
                  </a:lnTo>
                  <a:lnTo>
                    <a:pt x="211159" y="287736"/>
                  </a:lnTo>
                  <a:lnTo>
                    <a:pt x="207936" y="282870"/>
                  </a:lnTo>
                  <a:lnTo>
                    <a:pt x="206752" y="281345"/>
                  </a:lnTo>
                  <a:lnTo>
                    <a:pt x="205434" y="279983"/>
                  </a:lnTo>
                  <a:lnTo>
                    <a:pt x="204478" y="279401"/>
                  </a:lnTo>
                  <a:lnTo>
                    <a:pt x="204613" y="278686"/>
                  </a:lnTo>
                  <a:lnTo>
                    <a:pt x="206655" y="274644"/>
                  </a:lnTo>
                  <a:lnTo>
                    <a:pt x="206740" y="273986"/>
                  </a:lnTo>
                  <a:lnTo>
                    <a:pt x="204990" y="274233"/>
                  </a:lnTo>
                  <a:lnTo>
                    <a:pt x="202351" y="273395"/>
                  </a:lnTo>
                  <a:lnTo>
                    <a:pt x="201099" y="274407"/>
                  </a:lnTo>
                  <a:lnTo>
                    <a:pt x="200305" y="274468"/>
                  </a:lnTo>
                  <a:lnTo>
                    <a:pt x="199378" y="273903"/>
                  </a:lnTo>
                  <a:lnTo>
                    <a:pt x="198854" y="274116"/>
                  </a:lnTo>
                  <a:lnTo>
                    <a:pt x="198360" y="277435"/>
                  </a:lnTo>
                  <a:lnTo>
                    <a:pt x="197981" y="278264"/>
                  </a:lnTo>
                  <a:lnTo>
                    <a:pt x="197432" y="278710"/>
                  </a:lnTo>
                  <a:lnTo>
                    <a:pt x="196948" y="278651"/>
                  </a:lnTo>
                  <a:lnTo>
                    <a:pt x="196529" y="278088"/>
                  </a:lnTo>
                  <a:lnTo>
                    <a:pt x="196539" y="277313"/>
                  </a:lnTo>
                  <a:lnTo>
                    <a:pt x="196137" y="273239"/>
                  </a:lnTo>
                  <a:lnTo>
                    <a:pt x="195217" y="272639"/>
                  </a:lnTo>
                  <a:lnTo>
                    <a:pt x="192616" y="272480"/>
                  </a:lnTo>
                  <a:lnTo>
                    <a:pt x="192056" y="272149"/>
                  </a:lnTo>
                  <a:lnTo>
                    <a:pt x="191424" y="271396"/>
                  </a:lnTo>
                  <a:lnTo>
                    <a:pt x="190883" y="270003"/>
                  </a:lnTo>
                  <a:lnTo>
                    <a:pt x="190435" y="267968"/>
                  </a:lnTo>
                  <a:lnTo>
                    <a:pt x="189921" y="266853"/>
                  </a:lnTo>
                  <a:lnTo>
                    <a:pt x="189339" y="266654"/>
                  </a:lnTo>
                  <a:lnTo>
                    <a:pt x="188873" y="266817"/>
                  </a:lnTo>
                  <a:lnTo>
                    <a:pt x="188520" y="267344"/>
                  </a:lnTo>
                  <a:lnTo>
                    <a:pt x="187710" y="267671"/>
                  </a:lnTo>
                  <a:lnTo>
                    <a:pt x="186441" y="267797"/>
                  </a:lnTo>
                  <a:lnTo>
                    <a:pt x="186402" y="268579"/>
                  </a:lnTo>
                  <a:lnTo>
                    <a:pt x="187591" y="270016"/>
                  </a:lnTo>
                  <a:lnTo>
                    <a:pt x="188742" y="272070"/>
                  </a:lnTo>
                  <a:lnTo>
                    <a:pt x="189850" y="274738"/>
                  </a:lnTo>
                  <a:lnTo>
                    <a:pt x="189175" y="276526"/>
                  </a:lnTo>
                  <a:lnTo>
                    <a:pt x="186716" y="277438"/>
                  </a:lnTo>
                  <a:lnTo>
                    <a:pt x="184576" y="277704"/>
                  </a:lnTo>
                  <a:lnTo>
                    <a:pt x="182754" y="277329"/>
                  </a:lnTo>
                  <a:lnTo>
                    <a:pt x="181355" y="276708"/>
                  </a:lnTo>
                  <a:lnTo>
                    <a:pt x="179388" y="275220"/>
                  </a:lnTo>
                  <a:lnTo>
                    <a:pt x="176584" y="275705"/>
                  </a:lnTo>
                  <a:lnTo>
                    <a:pt x="175947" y="279618"/>
                  </a:lnTo>
                  <a:lnTo>
                    <a:pt x="175348" y="279833"/>
                  </a:lnTo>
                  <a:lnTo>
                    <a:pt x="172675" y="279732"/>
                  </a:lnTo>
                  <a:lnTo>
                    <a:pt x="171611" y="280079"/>
                  </a:lnTo>
                  <a:lnTo>
                    <a:pt x="168048" y="282241"/>
                  </a:lnTo>
                  <a:lnTo>
                    <a:pt x="166963" y="282542"/>
                  </a:lnTo>
                  <a:lnTo>
                    <a:pt x="166139" y="282287"/>
                  </a:lnTo>
                  <a:lnTo>
                    <a:pt x="165337" y="282809"/>
                  </a:lnTo>
                  <a:lnTo>
                    <a:pt x="164136" y="284047"/>
                  </a:lnTo>
                  <a:lnTo>
                    <a:pt x="162503" y="284177"/>
                  </a:lnTo>
                  <a:lnTo>
                    <a:pt x="160438" y="283196"/>
                  </a:lnTo>
                  <a:lnTo>
                    <a:pt x="158684" y="282776"/>
                  </a:lnTo>
                  <a:lnTo>
                    <a:pt x="157242" y="282914"/>
                  </a:lnTo>
                  <a:lnTo>
                    <a:pt x="155757" y="282337"/>
                  </a:lnTo>
                  <a:lnTo>
                    <a:pt x="154228" y="281042"/>
                  </a:lnTo>
                  <a:lnTo>
                    <a:pt x="152981" y="280459"/>
                  </a:lnTo>
                  <a:lnTo>
                    <a:pt x="151344" y="280557"/>
                  </a:lnTo>
                  <a:lnTo>
                    <a:pt x="150965" y="280352"/>
                  </a:lnTo>
                  <a:lnTo>
                    <a:pt x="148575" y="277575"/>
                  </a:lnTo>
                  <a:lnTo>
                    <a:pt x="147830" y="276446"/>
                  </a:lnTo>
                  <a:lnTo>
                    <a:pt x="146234" y="272946"/>
                  </a:lnTo>
                  <a:lnTo>
                    <a:pt x="145950" y="271560"/>
                  </a:lnTo>
                  <a:lnTo>
                    <a:pt x="145909" y="270079"/>
                  </a:lnTo>
                  <a:lnTo>
                    <a:pt x="146047" y="268984"/>
                  </a:lnTo>
                  <a:lnTo>
                    <a:pt x="146603" y="267332"/>
                  </a:lnTo>
                  <a:lnTo>
                    <a:pt x="147208" y="263445"/>
                  </a:lnTo>
                  <a:lnTo>
                    <a:pt x="147706" y="262155"/>
                  </a:lnTo>
                  <a:lnTo>
                    <a:pt x="148455" y="260982"/>
                  </a:lnTo>
                  <a:lnTo>
                    <a:pt x="149916" y="259495"/>
                  </a:lnTo>
                  <a:lnTo>
                    <a:pt x="155206" y="256876"/>
                  </a:lnTo>
                  <a:lnTo>
                    <a:pt x="156275" y="255843"/>
                  </a:lnTo>
                  <a:lnTo>
                    <a:pt x="156238" y="255156"/>
                  </a:lnTo>
                  <a:lnTo>
                    <a:pt x="155033" y="251953"/>
                  </a:lnTo>
                  <a:lnTo>
                    <a:pt x="155047" y="251133"/>
                  </a:lnTo>
                  <a:lnTo>
                    <a:pt x="155450" y="250654"/>
                  </a:lnTo>
                  <a:lnTo>
                    <a:pt x="156310" y="248783"/>
                  </a:lnTo>
                  <a:lnTo>
                    <a:pt x="156697" y="248261"/>
                  </a:lnTo>
                  <a:lnTo>
                    <a:pt x="157629" y="247972"/>
                  </a:lnTo>
                  <a:lnTo>
                    <a:pt x="159566" y="248919"/>
                  </a:lnTo>
                  <a:lnTo>
                    <a:pt x="161239" y="249298"/>
                  </a:lnTo>
                  <a:lnTo>
                    <a:pt x="163456" y="249421"/>
                  </a:lnTo>
                  <a:lnTo>
                    <a:pt x="167124" y="250725"/>
                  </a:lnTo>
                  <a:lnTo>
                    <a:pt x="172241" y="253215"/>
                  </a:lnTo>
                  <a:lnTo>
                    <a:pt x="175186" y="254941"/>
                  </a:lnTo>
                  <a:lnTo>
                    <a:pt x="177410" y="257489"/>
                  </a:lnTo>
                  <a:lnTo>
                    <a:pt x="178992" y="259995"/>
                  </a:lnTo>
                  <a:lnTo>
                    <a:pt x="179219" y="261263"/>
                  </a:lnTo>
                  <a:lnTo>
                    <a:pt x="178486" y="263216"/>
                  </a:lnTo>
                  <a:lnTo>
                    <a:pt x="178116" y="263787"/>
                  </a:lnTo>
                  <a:lnTo>
                    <a:pt x="178138" y="264456"/>
                  </a:lnTo>
                  <a:lnTo>
                    <a:pt x="178550" y="265219"/>
                  </a:lnTo>
                  <a:lnTo>
                    <a:pt x="179829" y="266331"/>
                  </a:lnTo>
                  <a:lnTo>
                    <a:pt x="180137" y="265909"/>
                  </a:lnTo>
                  <a:lnTo>
                    <a:pt x="180038" y="264582"/>
                  </a:lnTo>
                  <a:lnTo>
                    <a:pt x="180303" y="263467"/>
                  </a:lnTo>
                  <a:lnTo>
                    <a:pt x="180931" y="262565"/>
                  </a:lnTo>
                  <a:lnTo>
                    <a:pt x="181001" y="261392"/>
                  </a:lnTo>
                  <a:lnTo>
                    <a:pt x="180513" y="259949"/>
                  </a:lnTo>
                  <a:lnTo>
                    <a:pt x="179907" y="258704"/>
                  </a:lnTo>
                  <a:lnTo>
                    <a:pt x="179180" y="257656"/>
                  </a:lnTo>
                  <a:lnTo>
                    <a:pt x="175870" y="254055"/>
                  </a:lnTo>
                  <a:lnTo>
                    <a:pt x="175552" y="252859"/>
                  </a:lnTo>
                  <a:lnTo>
                    <a:pt x="176664" y="252321"/>
                  </a:lnTo>
                  <a:lnTo>
                    <a:pt x="181500" y="253530"/>
                  </a:lnTo>
                  <a:lnTo>
                    <a:pt x="183355" y="253260"/>
                  </a:lnTo>
                  <a:lnTo>
                    <a:pt x="184059" y="251856"/>
                  </a:lnTo>
                  <a:lnTo>
                    <a:pt x="184818" y="250895"/>
                  </a:lnTo>
                  <a:lnTo>
                    <a:pt x="185633" y="250379"/>
                  </a:lnTo>
                  <a:lnTo>
                    <a:pt x="187260" y="250154"/>
                  </a:lnTo>
                  <a:lnTo>
                    <a:pt x="189536" y="250807"/>
                  </a:lnTo>
                  <a:lnTo>
                    <a:pt x="190653" y="250904"/>
                  </a:lnTo>
                  <a:lnTo>
                    <a:pt x="191642" y="250667"/>
                  </a:lnTo>
                  <a:lnTo>
                    <a:pt x="192926" y="249903"/>
                  </a:lnTo>
                  <a:lnTo>
                    <a:pt x="194825" y="247352"/>
                  </a:lnTo>
                  <a:lnTo>
                    <a:pt x="196039" y="246773"/>
                  </a:lnTo>
                  <a:lnTo>
                    <a:pt x="197876" y="246374"/>
                  </a:lnTo>
                  <a:lnTo>
                    <a:pt x="199254" y="246318"/>
                  </a:lnTo>
                  <a:lnTo>
                    <a:pt x="201753" y="247339"/>
                  </a:lnTo>
                  <a:lnTo>
                    <a:pt x="203291" y="247311"/>
                  </a:lnTo>
                  <a:lnTo>
                    <a:pt x="203168" y="245607"/>
                  </a:lnTo>
                  <a:lnTo>
                    <a:pt x="202148" y="242348"/>
                  </a:lnTo>
                  <a:lnTo>
                    <a:pt x="200881" y="238995"/>
                  </a:lnTo>
                  <a:lnTo>
                    <a:pt x="199894" y="237858"/>
                  </a:lnTo>
                  <a:lnTo>
                    <a:pt x="197339" y="235734"/>
                  </a:lnTo>
                  <a:lnTo>
                    <a:pt x="194340" y="231724"/>
                  </a:lnTo>
                  <a:lnTo>
                    <a:pt x="192798" y="229236"/>
                  </a:lnTo>
                  <a:lnTo>
                    <a:pt x="192393" y="227993"/>
                  </a:lnTo>
                  <a:lnTo>
                    <a:pt x="192609" y="227164"/>
                  </a:lnTo>
                  <a:lnTo>
                    <a:pt x="193121" y="225950"/>
                  </a:lnTo>
                  <a:lnTo>
                    <a:pt x="198566" y="221521"/>
                  </a:lnTo>
                  <a:lnTo>
                    <a:pt x="202878" y="217122"/>
                  </a:lnTo>
                  <a:lnTo>
                    <a:pt x="204769" y="214869"/>
                  </a:lnTo>
                  <a:lnTo>
                    <a:pt x="205677" y="213299"/>
                  </a:lnTo>
                  <a:lnTo>
                    <a:pt x="206622" y="212157"/>
                  </a:lnTo>
                  <a:lnTo>
                    <a:pt x="207605" y="211441"/>
                  </a:lnTo>
                  <a:lnTo>
                    <a:pt x="209677" y="210584"/>
                  </a:lnTo>
                  <a:lnTo>
                    <a:pt x="210268" y="209485"/>
                  </a:lnTo>
                  <a:lnTo>
                    <a:pt x="210398" y="207619"/>
                  </a:lnTo>
                  <a:lnTo>
                    <a:pt x="210744" y="206002"/>
                  </a:lnTo>
                  <a:lnTo>
                    <a:pt x="212693" y="201647"/>
                  </a:lnTo>
                  <a:lnTo>
                    <a:pt x="214187" y="200470"/>
                  </a:lnTo>
                  <a:lnTo>
                    <a:pt x="216440" y="199653"/>
                  </a:lnTo>
                  <a:lnTo>
                    <a:pt x="217924" y="198610"/>
                  </a:lnTo>
                  <a:lnTo>
                    <a:pt x="219712" y="195038"/>
                  </a:lnTo>
                  <a:lnTo>
                    <a:pt x="219538" y="194148"/>
                  </a:lnTo>
                  <a:lnTo>
                    <a:pt x="218712" y="193472"/>
                  </a:lnTo>
                  <a:lnTo>
                    <a:pt x="218073" y="192449"/>
                  </a:lnTo>
                  <a:lnTo>
                    <a:pt x="215314" y="183090"/>
                  </a:lnTo>
                  <a:lnTo>
                    <a:pt x="213477" y="178569"/>
                  </a:lnTo>
                  <a:lnTo>
                    <a:pt x="211272" y="174635"/>
                  </a:lnTo>
                  <a:lnTo>
                    <a:pt x="209305" y="169842"/>
                  </a:lnTo>
                  <a:lnTo>
                    <a:pt x="206037" y="165121"/>
                  </a:lnTo>
                  <a:lnTo>
                    <a:pt x="205997" y="163873"/>
                  </a:lnTo>
                  <a:lnTo>
                    <a:pt x="206577" y="162454"/>
                  </a:lnTo>
                  <a:lnTo>
                    <a:pt x="206300" y="162134"/>
                  </a:lnTo>
                  <a:lnTo>
                    <a:pt x="202928" y="164205"/>
                  </a:lnTo>
                  <a:lnTo>
                    <a:pt x="202135" y="164300"/>
                  </a:lnTo>
                  <a:lnTo>
                    <a:pt x="200839" y="163400"/>
                  </a:lnTo>
                  <a:lnTo>
                    <a:pt x="199962" y="162278"/>
                  </a:lnTo>
                  <a:lnTo>
                    <a:pt x="199236" y="160315"/>
                  </a:lnTo>
                  <a:lnTo>
                    <a:pt x="199310" y="159288"/>
                  </a:lnTo>
                  <a:lnTo>
                    <a:pt x="199791" y="158315"/>
                  </a:lnTo>
                  <a:lnTo>
                    <a:pt x="200431" y="155923"/>
                  </a:lnTo>
                  <a:lnTo>
                    <a:pt x="200455" y="154704"/>
                  </a:lnTo>
                  <a:lnTo>
                    <a:pt x="200235" y="153541"/>
                  </a:lnTo>
                  <a:lnTo>
                    <a:pt x="199942" y="152733"/>
                  </a:lnTo>
                  <a:lnTo>
                    <a:pt x="199579" y="152278"/>
                  </a:lnTo>
                  <a:lnTo>
                    <a:pt x="198548" y="151994"/>
                  </a:lnTo>
                  <a:lnTo>
                    <a:pt x="196847" y="151877"/>
                  </a:lnTo>
                  <a:lnTo>
                    <a:pt x="196292" y="152291"/>
                  </a:lnTo>
                  <a:lnTo>
                    <a:pt x="198166" y="155901"/>
                  </a:lnTo>
                  <a:lnTo>
                    <a:pt x="197880" y="156791"/>
                  </a:lnTo>
                  <a:lnTo>
                    <a:pt x="195492" y="157181"/>
                  </a:lnTo>
                  <a:lnTo>
                    <a:pt x="194414" y="157011"/>
                  </a:lnTo>
                  <a:lnTo>
                    <a:pt x="193429" y="156572"/>
                  </a:lnTo>
                  <a:lnTo>
                    <a:pt x="192535" y="155866"/>
                  </a:lnTo>
                  <a:lnTo>
                    <a:pt x="189752" y="152096"/>
                  </a:lnTo>
                  <a:lnTo>
                    <a:pt x="189161" y="150677"/>
                  </a:lnTo>
                  <a:lnTo>
                    <a:pt x="189350" y="149651"/>
                  </a:lnTo>
                  <a:lnTo>
                    <a:pt x="189110" y="149117"/>
                  </a:lnTo>
                  <a:lnTo>
                    <a:pt x="188542" y="149460"/>
                  </a:lnTo>
                  <a:lnTo>
                    <a:pt x="187773" y="149485"/>
                  </a:lnTo>
                  <a:lnTo>
                    <a:pt x="186728" y="149123"/>
                  </a:lnTo>
                  <a:lnTo>
                    <a:pt x="186513" y="148680"/>
                  </a:lnTo>
                  <a:lnTo>
                    <a:pt x="188463" y="146643"/>
                  </a:lnTo>
                  <a:lnTo>
                    <a:pt x="188576" y="146014"/>
                  </a:lnTo>
                  <a:lnTo>
                    <a:pt x="187677" y="145341"/>
                  </a:lnTo>
                  <a:lnTo>
                    <a:pt x="186332" y="145205"/>
                  </a:lnTo>
                  <a:lnTo>
                    <a:pt x="185975" y="144604"/>
                  </a:lnTo>
                  <a:lnTo>
                    <a:pt x="186428" y="143960"/>
                  </a:lnTo>
                  <a:lnTo>
                    <a:pt x="188254" y="142844"/>
                  </a:lnTo>
                  <a:lnTo>
                    <a:pt x="188904" y="142109"/>
                  </a:lnTo>
                  <a:lnTo>
                    <a:pt x="187808" y="141555"/>
                  </a:lnTo>
                  <a:lnTo>
                    <a:pt x="187198" y="141509"/>
                  </a:lnTo>
                  <a:lnTo>
                    <a:pt x="185970" y="142727"/>
                  </a:lnTo>
                  <a:lnTo>
                    <a:pt x="184121" y="145210"/>
                  </a:lnTo>
                  <a:lnTo>
                    <a:pt x="182776" y="146132"/>
                  </a:lnTo>
                  <a:lnTo>
                    <a:pt x="180932" y="144982"/>
                  </a:lnTo>
                  <a:lnTo>
                    <a:pt x="179769" y="144598"/>
                  </a:lnTo>
                  <a:lnTo>
                    <a:pt x="178958" y="144851"/>
                  </a:lnTo>
                  <a:lnTo>
                    <a:pt x="177719" y="146771"/>
                  </a:lnTo>
                  <a:lnTo>
                    <a:pt x="175015" y="148176"/>
                  </a:lnTo>
                  <a:lnTo>
                    <a:pt x="170171" y="151490"/>
                  </a:lnTo>
                  <a:lnTo>
                    <a:pt x="168090" y="152545"/>
                  </a:lnTo>
                  <a:lnTo>
                    <a:pt x="165848" y="152356"/>
                  </a:lnTo>
                  <a:lnTo>
                    <a:pt x="165424" y="151687"/>
                  </a:lnTo>
                  <a:lnTo>
                    <a:pt x="165463" y="150550"/>
                  </a:lnTo>
                  <a:lnTo>
                    <a:pt x="165619" y="149613"/>
                  </a:lnTo>
                  <a:lnTo>
                    <a:pt x="165889" y="148882"/>
                  </a:lnTo>
                  <a:lnTo>
                    <a:pt x="165978" y="147984"/>
                  </a:lnTo>
                  <a:lnTo>
                    <a:pt x="165816" y="144209"/>
                  </a:lnTo>
                  <a:lnTo>
                    <a:pt x="166192" y="143174"/>
                  </a:lnTo>
                  <a:lnTo>
                    <a:pt x="166958" y="142555"/>
                  </a:lnTo>
                  <a:lnTo>
                    <a:pt x="168368" y="141904"/>
                  </a:lnTo>
                  <a:lnTo>
                    <a:pt x="171967" y="142681"/>
                  </a:lnTo>
                  <a:lnTo>
                    <a:pt x="173639" y="142544"/>
                  </a:lnTo>
                  <a:lnTo>
                    <a:pt x="174813" y="141672"/>
                  </a:lnTo>
                  <a:lnTo>
                    <a:pt x="175988" y="140412"/>
                  </a:lnTo>
                  <a:lnTo>
                    <a:pt x="177165" y="138760"/>
                  </a:lnTo>
                  <a:lnTo>
                    <a:pt x="177415" y="137173"/>
                  </a:lnTo>
                  <a:lnTo>
                    <a:pt x="176164" y="134602"/>
                  </a:lnTo>
                  <a:lnTo>
                    <a:pt x="175694" y="134038"/>
                  </a:lnTo>
                  <a:lnTo>
                    <a:pt x="172494" y="132037"/>
                  </a:lnTo>
                  <a:lnTo>
                    <a:pt x="170726" y="131310"/>
                  </a:lnTo>
                  <a:lnTo>
                    <a:pt x="169166" y="130995"/>
                  </a:lnTo>
                  <a:lnTo>
                    <a:pt x="168034" y="130419"/>
                  </a:lnTo>
                  <a:lnTo>
                    <a:pt x="167331" y="129583"/>
                  </a:lnTo>
                  <a:lnTo>
                    <a:pt x="166647" y="128189"/>
                  </a:lnTo>
                  <a:lnTo>
                    <a:pt x="166590" y="127241"/>
                  </a:lnTo>
                  <a:lnTo>
                    <a:pt x="166699" y="125993"/>
                  </a:lnTo>
                  <a:lnTo>
                    <a:pt x="167351" y="125135"/>
                  </a:lnTo>
                  <a:lnTo>
                    <a:pt x="170216" y="124144"/>
                  </a:lnTo>
                  <a:lnTo>
                    <a:pt x="170179" y="123889"/>
                  </a:lnTo>
                  <a:lnTo>
                    <a:pt x="167838" y="123159"/>
                  </a:lnTo>
                  <a:lnTo>
                    <a:pt x="166734" y="123244"/>
                  </a:lnTo>
                  <a:lnTo>
                    <a:pt x="165787" y="124062"/>
                  </a:lnTo>
                  <a:lnTo>
                    <a:pt x="164596" y="125983"/>
                  </a:lnTo>
                  <a:lnTo>
                    <a:pt x="163908" y="126525"/>
                  </a:lnTo>
                  <a:lnTo>
                    <a:pt x="161770" y="125394"/>
                  </a:lnTo>
                  <a:lnTo>
                    <a:pt x="160486" y="125227"/>
                  </a:lnTo>
                  <a:lnTo>
                    <a:pt x="159618" y="124687"/>
                  </a:lnTo>
                  <a:lnTo>
                    <a:pt x="159138" y="124166"/>
                  </a:lnTo>
                  <a:lnTo>
                    <a:pt x="159431" y="123634"/>
                  </a:lnTo>
                  <a:lnTo>
                    <a:pt x="160497" y="123093"/>
                  </a:lnTo>
                  <a:lnTo>
                    <a:pt x="162349" y="121435"/>
                  </a:lnTo>
                  <a:lnTo>
                    <a:pt x="162473" y="120542"/>
                  </a:lnTo>
                  <a:lnTo>
                    <a:pt x="161194" y="119080"/>
                  </a:lnTo>
                  <a:lnTo>
                    <a:pt x="160531" y="118747"/>
                  </a:lnTo>
                  <a:lnTo>
                    <a:pt x="157859" y="118202"/>
                  </a:lnTo>
                  <a:lnTo>
                    <a:pt x="154629" y="118744"/>
                  </a:lnTo>
                  <a:lnTo>
                    <a:pt x="153427" y="118467"/>
                  </a:lnTo>
                  <a:lnTo>
                    <a:pt x="152888" y="116847"/>
                  </a:lnTo>
                  <a:lnTo>
                    <a:pt x="152547" y="114918"/>
                  </a:lnTo>
                  <a:lnTo>
                    <a:pt x="152402" y="112678"/>
                  </a:lnTo>
                  <a:lnTo>
                    <a:pt x="151820" y="108858"/>
                  </a:lnTo>
                  <a:lnTo>
                    <a:pt x="151177" y="106857"/>
                  </a:lnTo>
                  <a:lnTo>
                    <a:pt x="150331" y="106604"/>
                  </a:lnTo>
                  <a:lnTo>
                    <a:pt x="146453" y="107430"/>
                  </a:lnTo>
                  <a:lnTo>
                    <a:pt x="145532" y="107440"/>
                  </a:lnTo>
                  <a:lnTo>
                    <a:pt x="144898" y="107134"/>
                  </a:lnTo>
                  <a:lnTo>
                    <a:pt x="142333" y="104580"/>
                  </a:lnTo>
                  <a:lnTo>
                    <a:pt x="141295" y="103675"/>
                  </a:lnTo>
                  <a:lnTo>
                    <a:pt x="140720" y="103462"/>
                  </a:lnTo>
                  <a:lnTo>
                    <a:pt x="138854" y="100746"/>
                  </a:lnTo>
                  <a:lnTo>
                    <a:pt x="138135" y="100218"/>
                  </a:lnTo>
                  <a:lnTo>
                    <a:pt x="137284" y="98878"/>
                  </a:lnTo>
                  <a:lnTo>
                    <a:pt x="136298" y="96726"/>
                  </a:lnTo>
                  <a:lnTo>
                    <a:pt x="135229" y="96070"/>
                  </a:lnTo>
                  <a:lnTo>
                    <a:pt x="134077" y="96907"/>
                  </a:lnTo>
                  <a:lnTo>
                    <a:pt x="132924" y="98105"/>
                  </a:lnTo>
                  <a:lnTo>
                    <a:pt x="131771" y="99666"/>
                  </a:lnTo>
                  <a:lnTo>
                    <a:pt x="131146" y="100984"/>
                  </a:lnTo>
                  <a:lnTo>
                    <a:pt x="131048" y="102064"/>
                  </a:lnTo>
                  <a:lnTo>
                    <a:pt x="131761" y="102903"/>
                  </a:lnTo>
                  <a:lnTo>
                    <a:pt x="135832" y="104296"/>
                  </a:lnTo>
                  <a:lnTo>
                    <a:pt x="136865" y="105226"/>
                  </a:lnTo>
                  <a:lnTo>
                    <a:pt x="137741" y="106757"/>
                  </a:lnTo>
                  <a:lnTo>
                    <a:pt x="138395" y="108629"/>
                  </a:lnTo>
                  <a:lnTo>
                    <a:pt x="138827" y="110843"/>
                  </a:lnTo>
                  <a:lnTo>
                    <a:pt x="138790" y="112497"/>
                  </a:lnTo>
                  <a:lnTo>
                    <a:pt x="138284" y="113596"/>
                  </a:lnTo>
                  <a:lnTo>
                    <a:pt x="137410" y="114570"/>
                  </a:lnTo>
                  <a:lnTo>
                    <a:pt x="134902" y="116111"/>
                  </a:lnTo>
                  <a:lnTo>
                    <a:pt x="132305" y="117013"/>
                  </a:lnTo>
                  <a:lnTo>
                    <a:pt x="129688" y="117226"/>
                  </a:lnTo>
                  <a:lnTo>
                    <a:pt x="128448" y="117015"/>
                  </a:lnTo>
                  <a:lnTo>
                    <a:pt x="121708" y="114023"/>
                  </a:lnTo>
                  <a:lnTo>
                    <a:pt x="120495" y="114000"/>
                  </a:lnTo>
                  <a:lnTo>
                    <a:pt x="118935" y="113596"/>
                  </a:lnTo>
                  <a:lnTo>
                    <a:pt x="115437" y="112365"/>
                  </a:lnTo>
                  <a:lnTo>
                    <a:pt x="113519" y="112231"/>
                  </a:lnTo>
                  <a:lnTo>
                    <a:pt x="110156" y="111211"/>
                  </a:lnTo>
                  <a:lnTo>
                    <a:pt x="104464" y="110618"/>
                  </a:lnTo>
                  <a:lnTo>
                    <a:pt x="103324" y="111108"/>
                  </a:lnTo>
                  <a:lnTo>
                    <a:pt x="104838" y="112485"/>
                  </a:lnTo>
                  <a:lnTo>
                    <a:pt x="106165" y="113178"/>
                  </a:lnTo>
                  <a:lnTo>
                    <a:pt x="107303" y="113185"/>
                  </a:lnTo>
                  <a:lnTo>
                    <a:pt x="108940" y="114413"/>
                  </a:lnTo>
                  <a:lnTo>
                    <a:pt x="111076" y="116860"/>
                  </a:lnTo>
                  <a:lnTo>
                    <a:pt x="112297" y="118320"/>
                  </a:lnTo>
                  <a:lnTo>
                    <a:pt x="113308" y="120061"/>
                  </a:lnTo>
                  <a:lnTo>
                    <a:pt x="113340" y="120660"/>
                  </a:lnTo>
                  <a:lnTo>
                    <a:pt x="112335" y="121856"/>
                  </a:lnTo>
                  <a:lnTo>
                    <a:pt x="104400" y="115597"/>
                  </a:lnTo>
                  <a:lnTo>
                    <a:pt x="99551" y="117783"/>
                  </a:lnTo>
                  <a:lnTo>
                    <a:pt x="97317" y="118597"/>
                  </a:lnTo>
                  <a:lnTo>
                    <a:pt x="95403" y="118724"/>
                  </a:lnTo>
                  <a:lnTo>
                    <a:pt x="93010" y="117865"/>
                  </a:lnTo>
                  <a:lnTo>
                    <a:pt x="87610" y="114846"/>
                  </a:lnTo>
                  <a:lnTo>
                    <a:pt x="85564" y="113789"/>
                  </a:lnTo>
                  <a:lnTo>
                    <a:pt x="84839" y="113636"/>
                  </a:lnTo>
                  <a:lnTo>
                    <a:pt x="80140" y="114945"/>
                  </a:lnTo>
                  <a:lnTo>
                    <a:pt x="76088" y="115006"/>
                  </a:lnTo>
                  <a:lnTo>
                    <a:pt x="67909" y="113750"/>
                  </a:lnTo>
                  <a:lnTo>
                    <a:pt x="64908" y="112911"/>
                  </a:lnTo>
                  <a:lnTo>
                    <a:pt x="64117" y="112033"/>
                  </a:lnTo>
                  <a:lnTo>
                    <a:pt x="63131" y="111593"/>
                  </a:lnTo>
                  <a:lnTo>
                    <a:pt x="61360" y="111593"/>
                  </a:lnTo>
                  <a:lnTo>
                    <a:pt x="56674" y="110614"/>
                  </a:lnTo>
                  <a:lnTo>
                    <a:pt x="52384" y="112821"/>
                  </a:lnTo>
                  <a:lnTo>
                    <a:pt x="47224" y="110798"/>
                  </a:lnTo>
                  <a:lnTo>
                    <a:pt x="45696" y="109608"/>
                  </a:lnTo>
                  <a:lnTo>
                    <a:pt x="45210" y="108791"/>
                  </a:lnTo>
                  <a:lnTo>
                    <a:pt x="43708" y="105378"/>
                  </a:lnTo>
                  <a:lnTo>
                    <a:pt x="43502" y="103551"/>
                  </a:lnTo>
                  <a:lnTo>
                    <a:pt x="43927" y="101901"/>
                  </a:lnTo>
                  <a:lnTo>
                    <a:pt x="44351" y="100770"/>
                  </a:lnTo>
                  <a:lnTo>
                    <a:pt x="44772" y="100155"/>
                  </a:lnTo>
                  <a:lnTo>
                    <a:pt x="41966" y="102048"/>
                  </a:lnTo>
                  <a:lnTo>
                    <a:pt x="40981" y="102359"/>
                  </a:lnTo>
                  <a:lnTo>
                    <a:pt x="39683" y="102431"/>
                  </a:lnTo>
                  <a:lnTo>
                    <a:pt x="35819" y="101732"/>
                  </a:lnTo>
                  <a:lnTo>
                    <a:pt x="35208" y="102090"/>
                  </a:lnTo>
                  <a:lnTo>
                    <a:pt x="35407" y="102752"/>
                  </a:lnTo>
                  <a:lnTo>
                    <a:pt x="36416" y="103716"/>
                  </a:lnTo>
                  <a:lnTo>
                    <a:pt x="36549" y="104299"/>
                  </a:lnTo>
                  <a:lnTo>
                    <a:pt x="34394" y="104753"/>
                  </a:lnTo>
                  <a:lnTo>
                    <a:pt x="31130" y="104281"/>
                  </a:lnTo>
                  <a:lnTo>
                    <a:pt x="29707" y="104486"/>
                  </a:lnTo>
                  <a:lnTo>
                    <a:pt x="29060" y="104750"/>
                  </a:lnTo>
                  <a:lnTo>
                    <a:pt x="27588" y="106274"/>
                  </a:lnTo>
                  <a:lnTo>
                    <a:pt x="26987" y="106619"/>
                  </a:lnTo>
                  <a:lnTo>
                    <a:pt x="26216" y="106461"/>
                  </a:lnTo>
                  <a:lnTo>
                    <a:pt x="22790" y="103013"/>
                  </a:lnTo>
                  <a:lnTo>
                    <a:pt x="20028" y="100830"/>
                  </a:lnTo>
                  <a:lnTo>
                    <a:pt x="16809" y="99992"/>
                  </a:lnTo>
                  <a:lnTo>
                    <a:pt x="15331" y="99293"/>
                  </a:lnTo>
                  <a:lnTo>
                    <a:pt x="14520" y="98454"/>
                  </a:lnTo>
                  <a:lnTo>
                    <a:pt x="10080" y="91456"/>
                  </a:lnTo>
                  <a:lnTo>
                    <a:pt x="9472" y="89950"/>
                  </a:lnTo>
                  <a:lnTo>
                    <a:pt x="8065" y="84470"/>
                  </a:lnTo>
                  <a:lnTo>
                    <a:pt x="7594" y="83301"/>
                  </a:lnTo>
                  <a:lnTo>
                    <a:pt x="7024" y="82532"/>
                  </a:lnTo>
                  <a:lnTo>
                    <a:pt x="8140" y="82370"/>
                  </a:lnTo>
                  <a:lnTo>
                    <a:pt x="12340" y="83037"/>
                  </a:lnTo>
                  <a:lnTo>
                    <a:pt x="16406" y="83008"/>
                  </a:lnTo>
                  <a:lnTo>
                    <a:pt x="18615" y="83453"/>
                  </a:lnTo>
                  <a:lnTo>
                    <a:pt x="21176" y="84819"/>
                  </a:lnTo>
                  <a:lnTo>
                    <a:pt x="24514" y="85794"/>
                  </a:lnTo>
                  <a:lnTo>
                    <a:pt x="26904" y="85999"/>
                  </a:lnTo>
                  <a:lnTo>
                    <a:pt x="30735" y="85638"/>
                  </a:lnTo>
                  <a:lnTo>
                    <a:pt x="35089" y="84724"/>
                  </a:lnTo>
                  <a:lnTo>
                    <a:pt x="35601" y="84012"/>
                  </a:lnTo>
                  <a:lnTo>
                    <a:pt x="32781" y="82795"/>
                  </a:lnTo>
                  <a:lnTo>
                    <a:pt x="30268" y="81177"/>
                  </a:lnTo>
                  <a:lnTo>
                    <a:pt x="27948" y="79081"/>
                  </a:lnTo>
                  <a:lnTo>
                    <a:pt x="26564" y="78193"/>
                  </a:lnTo>
                  <a:lnTo>
                    <a:pt x="24242" y="77641"/>
                  </a:lnTo>
                  <a:lnTo>
                    <a:pt x="17716" y="77256"/>
                  </a:lnTo>
                  <a:lnTo>
                    <a:pt x="11671" y="75847"/>
                  </a:lnTo>
                  <a:lnTo>
                    <a:pt x="7496" y="73949"/>
                  </a:lnTo>
                  <a:lnTo>
                    <a:pt x="4095" y="71842"/>
                  </a:lnTo>
                  <a:lnTo>
                    <a:pt x="2712" y="70695"/>
                  </a:lnTo>
                  <a:lnTo>
                    <a:pt x="2214" y="69809"/>
                  </a:lnTo>
                  <a:lnTo>
                    <a:pt x="1686" y="67048"/>
                  </a:lnTo>
                  <a:lnTo>
                    <a:pt x="1129" y="62409"/>
                  </a:lnTo>
                  <a:lnTo>
                    <a:pt x="590" y="59297"/>
                  </a:lnTo>
                  <a:lnTo>
                    <a:pt x="69" y="57708"/>
                  </a:lnTo>
                  <a:lnTo>
                    <a:pt x="0" y="56320"/>
                  </a:lnTo>
                  <a:lnTo>
                    <a:pt x="1156" y="53358"/>
                  </a:lnTo>
                  <a:lnTo>
                    <a:pt x="4459" y="50139"/>
                  </a:lnTo>
                  <a:lnTo>
                    <a:pt x="4539" y="49634"/>
                  </a:lnTo>
                  <a:lnTo>
                    <a:pt x="3882" y="49484"/>
                  </a:lnTo>
                  <a:lnTo>
                    <a:pt x="2496" y="48666"/>
                  </a:lnTo>
                  <a:lnTo>
                    <a:pt x="2054" y="47468"/>
                  </a:lnTo>
                  <a:lnTo>
                    <a:pt x="1876" y="45568"/>
                  </a:lnTo>
                  <a:lnTo>
                    <a:pt x="1865" y="43957"/>
                  </a:lnTo>
                  <a:lnTo>
                    <a:pt x="2019" y="42635"/>
                  </a:lnTo>
                  <a:lnTo>
                    <a:pt x="2571" y="40986"/>
                  </a:lnTo>
                  <a:lnTo>
                    <a:pt x="3994" y="38021"/>
                  </a:lnTo>
                  <a:lnTo>
                    <a:pt x="6031" y="34423"/>
                  </a:lnTo>
                  <a:lnTo>
                    <a:pt x="8236" y="31045"/>
                  </a:lnTo>
                  <a:lnTo>
                    <a:pt x="8614" y="29940"/>
                  </a:lnTo>
                  <a:lnTo>
                    <a:pt x="8808" y="26943"/>
                  </a:lnTo>
                  <a:lnTo>
                    <a:pt x="9100" y="24757"/>
                  </a:lnTo>
                  <a:lnTo>
                    <a:pt x="9402" y="23219"/>
                  </a:lnTo>
                  <a:lnTo>
                    <a:pt x="9870" y="22065"/>
                  </a:lnTo>
                  <a:lnTo>
                    <a:pt x="11234" y="19875"/>
                  </a:lnTo>
                  <a:lnTo>
                    <a:pt x="12936" y="17797"/>
                  </a:lnTo>
                  <a:lnTo>
                    <a:pt x="15600" y="16027"/>
                  </a:lnTo>
                  <a:lnTo>
                    <a:pt x="15827" y="15371"/>
                  </a:lnTo>
                  <a:lnTo>
                    <a:pt x="15863" y="14464"/>
                  </a:lnTo>
                  <a:lnTo>
                    <a:pt x="16017" y="13787"/>
                  </a:lnTo>
                  <a:lnTo>
                    <a:pt x="16288" y="13341"/>
                  </a:lnTo>
                  <a:lnTo>
                    <a:pt x="22892" y="7667"/>
                  </a:lnTo>
                  <a:lnTo>
                    <a:pt x="25898" y="5361"/>
                  </a:lnTo>
                  <a:lnTo>
                    <a:pt x="28448" y="3897"/>
                  </a:lnTo>
                  <a:lnTo>
                    <a:pt x="31501" y="2818"/>
                  </a:lnTo>
                  <a:lnTo>
                    <a:pt x="40183" y="614"/>
                  </a:lnTo>
                  <a:lnTo>
                    <a:pt x="44655" y="0"/>
                  </a:lnTo>
                  <a:lnTo>
                    <a:pt x="50277" y="137"/>
                  </a:lnTo>
                  <a:lnTo>
                    <a:pt x="60646" y="1378"/>
                  </a:lnTo>
                  <a:lnTo>
                    <a:pt x="61894" y="2251"/>
                  </a:lnTo>
                  <a:lnTo>
                    <a:pt x="62212" y="2691"/>
                  </a:lnTo>
                  <a:lnTo>
                    <a:pt x="62666" y="3934"/>
                  </a:lnTo>
                  <a:lnTo>
                    <a:pt x="62324" y="4728"/>
                  </a:lnTo>
                  <a:lnTo>
                    <a:pt x="59489" y="7423"/>
                  </a:lnTo>
                  <a:lnTo>
                    <a:pt x="55919" y="9665"/>
                  </a:lnTo>
                  <a:lnTo>
                    <a:pt x="53595" y="11621"/>
                  </a:lnTo>
                  <a:lnTo>
                    <a:pt x="49663" y="16022"/>
                  </a:lnTo>
                  <a:lnTo>
                    <a:pt x="48603" y="17567"/>
                  </a:lnTo>
                  <a:lnTo>
                    <a:pt x="43729" y="26432"/>
                  </a:lnTo>
                  <a:lnTo>
                    <a:pt x="42579" y="27901"/>
                  </a:lnTo>
                  <a:lnTo>
                    <a:pt x="41904" y="29075"/>
                  </a:lnTo>
                  <a:lnTo>
                    <a:pt x="41429" y="32274"/>
                  </a:lnTo>
                  <a:lnTo>
                    <a:pt x="41571" y="33413"/>
                  </a:lnTo>
                  <a:lnTo>
                    <a:pt x="42332" y="35271"/>
                  </a:lnTo>
                  <a:lnTo>
                    <a:pt x="44976" y="39304"/>
                  </a:lnTo>
                  <a:lnTo>
                    <a:pt x="45689" y="41189"/>
                  </a:lnTo>
                  <a:lnTo>
                    <a:pt x="45671" y="42924"/>
                  </a:lnTo>
                  <a:lnTo>
                    <a:pt x="45375" y="47057"/>
                  </a:lnTo>
                  <a:lnTo>
                    <a:pt x="45339" y="49154"/>
                  </a:lnTo>
                  <a:lnTo>
                    <a:pt x="45457" y="51167"/>
                  </a:lnTo>
                  <a:lnTo>
                    <a:pt x="46003" y="54045"/>
                  </a:lnTo>
                  <a:lnTo>
                    <a:pt x="46974" y="57788"/>
                  </a:lnTo>
                  <a:lnTo>
                    <a:pt x="49224" y="61575"/>
                  </a:lnTo>
                  <a:lnTo>
                    <a:pt x="52753" y="65404"/>
                  </a:lnTo>
                  <a:lnTo>
                    <a:pt x="55381" y="67944"/>
                  </a:lnTo>
                  <a:lnTo>
                    <a:pt x="57972" y="69814"/>
                  </a:lnTo>
                  <a:lnTo>
                    <a:pt x="61038" y="72581"/>
                  </a:lnTo>
                  <a:lnTo>
                    <a:pt x="61721" y="73918"/>
                  </a:lnTo>
                  <a:lnTo>
                    <a:pt x="60312" y="75390"/>
                  </a:lnTo>
                  <a:lnTo>
                    <a:pt x="57007" y="77655"/>
                  </a:lnTo>
                  <a:lnTo>
                    <a:pt x="52665" y="78625"/>
                  </a:lnTo>
                  <a:lnTo>
                    <a:pt x="50343" y="79550"/>
                  </a:lnTo>
                  <a:lnTo>
                    <a:pt x="47455" y="81522"/>
                  </a:lnTo>
                  <a:lnTo>
                    <a:pt x="43830" y="83096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4"/>
            <p:cNvSpPr/>
            <p:nvPr/>
          </p:nvSpPr>
          <p:spPr>
            <a:xfrm>
              <a:off x="2096553" y="1449039"/>
              <a:ext cx="77414" cy="78121"/>
            </a:xfrm>
            <a:custGeom>
              <a:avLst/>
              <a:pathLst>
                <a:path w="77414" h="78121">
                  <a:moveTo>
                    <a:pt x="33462" y="0"/>
                  </a:moveTo>
                  <a:lnTo>
                    <a:pt x="43876" y="6332"/>
                  </a:lnTo>
                  <a:lnTo>
                    <a:pt x="45336" y="5810"/>
                  </a:lnTo>
                  <a:lnTo>
                    <a:pt x="48484" y="5476"/>
                  </a:lnTo>
                  <a:lnTo>
                    <a:pt x="51757" y="4544"/>
                  </a:lnTo>
                  <a:lnTo>
                    <a:pt x="56291" y="3772"/>
                  </a:lnTo>
                  <a:lnTo>
                    <a:pt x="59057" y="2367"/>
                  </a:lnTo>
                  <a:lnTo>
                    <a:pt x="60236" y="1966"/>
                  </a:lnTo>
                  <a:lnTo>
                    <a:pt x="62238" y="1718"/>
                  </a:lnTo>
                  <a:lnTo>
                    <a:pt x="63325" y="1724"/>
                  </a:lnTo>
                  <a:lnTo>
                    <a:pt x="66469" y="2483"/>
                  </a:lnTo>
                  <a:lnTo>
                    <a:pt x="67732" y="3016"/>
                  </a:lnTo>
                  <a:lnTo>
                    <a:pt x="68401" y="3576"/>
                  </a:lnTo>
                  <a:lnTo>
                    <a:pt x="69127" y="4596"/>
                  </a:lnTo>
                  <a:lnTo>
                    <a:pt x="70366" y="7084"/>
                  </a:lnTo>
                  <a:lnTo>
                    <a:pt x="70547" y="8007"/>
                  </a:lnTo>
                  <a:lnTo>
                    <a:pt x="70484" y="8255"/>
                  </a:lnTo>
                  <a:lnTo>
                    <a:pt x="69338" y="9785"/>
                  </a:lnTo>
                  <a:lnTo>
                    <a:pt x="68575" y="10451"/>
                  </a:lnTo>
                  <a:lnTo>
                    <a:pt x="66998" y="11084"/>
                  </a:lnTo>
                  <a:lnTo>
                    <a:pt x="65634" y="11278"/>
                  </a:lnTo>
                  <a:lnTo>
                    <a:pt x="64461" y="12389"/>
                  </a:lnTo>
                  <a:lnTo>
                    <a:pt x="63139" y="12093"/>
                  </a:lnTo>
                  <a:lnTo>
                    <a:pt x="62782" y="13107"/>
                  </a:lnTo>
                  <a:lnTo>
                    <a:pt x="62921" y="13726"/>
                  </a:lnTo>
                  <a:lnTo>
                    <a:pt x="63276" y="14028"/>
                  </a:lnTo>
                  <a:lnTo>
                    <a:pt x="63942" y="13956"/>
                  </a:lnTo>
                  <a:lnTo>
                    <a:pt x="64704" y="13523"/>
                  </a:lnTo>
                  <a:lnTo>
                    <a:pt x="66183" y="13738"/>
                  </a:lnTo>
                  <a:lnTo>
                    <a:pt x="66962" y="14403"/>
                  </a:lnTo>
                  <a:lnTo>
                    <a:pt x="67662" y="15501"/>
                  </a:lnTo>
                  <a:lnTo>
                    <a:pt x="67142" y="16520"/>
                  </a:lnTo>
                  <a:lnTo>
                    <a:pt x="64532" y="17926"/>
                  </a:lnTo>
                  <a:lnTo>
                    <a:pt x="60684" y="19519"/>
                  </a:lnTo>
                  <a:lnTo>
                    <a:pt x="55996" y="24529"/>
                  </a:lnTo>
                  <a:lnTo>
                    <a:pt x="53531" y="26630"/>
                  </a:lnTo>
                  <a:lnTo>
                    <a:pt x="53021" y="27285"/>
                  </a:lnTo>
                  <a:lnTo>
                    <a:pt x="52773" y="27943"/>
                  </a:lnTo>
                  <a:lnTo>
                    <a:pt x="52848" y="29189"/>
                  </a:lnTo>
                  <a:lnTo>
                    <a:pt x="52961" y="29693"/>
                  </a:lnTo>
                  <a:lnTo>
                    <a:pt x="53641" y="29896"/>
                  </a:lnTo>
                  <a:lnTo>
                    <a:pt x="55934" y="28155"/>
                  </a:lnTo>
                  <a:lnTo>
                    <a:pt x="57412" y="27344"/>
                  </a:lnTo>
                  <a:lnTo>
                    <a:pt x="58913" y="26898"/>
                  </a:lnTo>
                  <a:lnTo>
                    <a:pt x="61561" y="26866"/>
                  </a:lnTo>
                  <a:lnTo>
                    <a:pt x="62653" y="27133"/>
                  </a:lnTo>
                  <a:lnTo>
                    <a:pt x="64635" y="28178"/>
                  </a:lnTo>
                  <a:lnTo>
                    <a:pt x="66448" y="29786"/>
                  </a:lnTo>
                  <a:lnTo>
                    <a:pt x="66854" y="30372"/>
                  </a:lnTo>
                  <a:lnTo>
                    <a:pt x="66681" y="30959"/>
                  </a:lnTo>
                  <a:lnTo>
                    <a:pt x="65927" y="31551"/>
                  </a:lnTo>
                  <a:lnTo>
                    <a:pt x="65845" y="31940"/>
                  </a:lnTo>
                  <a:lnTo>
                    <a:pt x="67573" y="32753"/>
                  </a:lnTo>
                  <a:lnTo>
                    <a:pt x="69481" y="34958"/>
                  </a:lnTo>
                  <a:lnTo>
                    <a:pt x="69606" y="36295"/>
                  </a:lnTo>
                  <a:lnTo>
                    <a:pt x="68772" y="37620"/>
                  </a:lnTo>
                  <a:lnTo>
                    <a:pt x="68544" y="38506"/>
                  </a:lnTo>
                  <a:lnTo>
                    <a:pt x="68924" y="38954"/>
                  </a:lnTo>
                  <a:lnTo>
                    <a:pt x="69866" y="38681"/>
                  </a:lnTo>
                  <a:lnTo>
                    <a:pt x="72121" y="37198"/>
                  </a:lnTo>
                  <a:lnTo>
                    <a:pt x="74561" y="36425"/>
                  </a:lnTo>
                  <a:lnTo>
                    <a:pt x="75539" y="36512"/>
                  </a:lnTo>
                  <a:lnTo>
                    <a:pt x="76156" y="36852"/>
                  </a:lnTo>
                  <a:lnTo>
                    <a:pt x="76808" y="38886"/>
                  </a:lnTo>
                  <a:lnTo>
                    <a:pt x="77346" y="41175"/>
                  </a:lnTo>
                  <a:lnTo>
                    <a:pt x="77414" y="43099"/>
                  </a:lnTo>
                  <a:lnTo>
                    <a:pt x="77010" y="44663"/>
                  </a:lnTo>
                  <a:lnTo>
                    <a:pt x="76430" y="45883"/>
                  </a:lnTo>
                  <a:lnTo>
                    <a:pt x="74969" y="47392"/>
                  </a:lnTo>
                  <a:lnTo>
                    <a:pt x="73645" y="47966"/>
                  </a:lnTo>
                  <a:lnTo>
                    <a:pt x="72955" y="47972"/>
                  </a:lnTo>
                  <a:lnTo>
                    <a:pt x="73024" y="48227"/>
                  </a:lnTo>
                  <a:lnTo>
                    <a:pt x="74593" y="49484"/>
                  </a:lnTo>
                  <a:lnTo>
                    <a:pt x="75249" y="50488"/>
                  </a:lnTo>
                  <a:lnTo>
                    <a:pt x="75529" y="51456"/>
                  </a:lnTo>
                  <a:lnTo>
                    <a:pt x="75434" y="52391"/>
                  </a:lnTo>
                  <a:lnTo>
                    <a:pt x="75218" y="53187"/>
                  </a:lnTo>
                  <a:lnTo>
                    <a:pt x="73389" y="56141"/>
                  </a:lnTo>
                  <a:lnTo>
                    <a:pt x="73488" y="56563"/>
                  </a:lnTo>
                  <a:lnTo>
                    <a:pt x="73994" y="56756"/>
                  </a:lnTo>
                  <a:lnTo>
                    <a:pt x="75140" y="58457"/>
                  </a:lnTo>
                  <a:lnTo>
                    <a:pt x="75275" y="62409"/>
                  </a:lnTo>
                  <a:lnTo>
                    <a:pt x="71166" y="63648"/>
                  </a:lnTo>
                  <a:lnTo>
                    <a:pt x="70201" y="64569"/>
                  </a:lnTo>
                  <a:lnTo>
                    <a:pt x="69065" y="66043"/>
                  </a:lnTo>
                  <a:lnTo>
                    <a:pt x="67763" y="67147"/>
                  </a:lnTo>
                  <a:lnTo>
                    <a:pt x="64814" y="68307"/>
                  </a:lnTo>
                  <a:lnTo>
                    <a:pt x="63320" y="68441"/>
                  </a:lnTo>
                  <a:lnTo>
                    <a:pt x="55928" y="67473"/>
                  </a:lnTo>
                  <a:lnTo>
                    <a:pt x="55180" y="66910"/>
                  </a:lnTo>
                  <a:lnTo>
                    <a:pt x="54662" y="65905"/>
                  </a:lnTo>
                  <a:lnTo>
                    <a:pt x="54376" y="64457"/>
                  </a:lnTo>
                  <a:lnTo>
                    <a:pt x="54298" y="63318"/>
                  </a:lnTo>
                  <a:lnTo>
                    <a:pt x="54430" y="62489"/>
                  </a:lnTo>
                  <a:lnTo>
                    <a:pt x="54392" y="62003"/>
                  </a:lnTo>
                  <a:lnTo>
                    <a:pt x="54183" y="61862"/>
                  </a:lnTo>
                  <a:lnTo>
                    <a:pt x="53361" y="62692"/>
                  </a:lnTo>
                  <a:lnTo>
                    <a:pt x="52503" y="64201"/>
                  </a:lnTo>
                  <a:lnTo>
                    <a:pt x="52973" y="65876"/>
                  </a:lnTo>
                  <a:lnTo>
                    <a:pt x="55309" y="70532"/>
                  </a:lnTo>
                  <a:lnTo>
                    <a:pt x="55755" y="72533"/>
                  </a:lnTo>
                  <a:lnTo>
                    <a:pt x="55819" y="73383"/>
                  </a:lnTo>
                  <a:lnTo>
                    <a:pt x="55714" y="74020"/>
                  </a:lnTo>
                  <a:lnTo>
                    <a:pt x="53078" y="76740"/>
                  </a:lnTo>
                  <a:lnTo>
                    <a:pt x="51552" y="77662"/>
                  </a:lnTo>
                  <a:lnTo>
                    <a:pt x="49985" y="78121"/>
                  </a:lnTo>
                  <a:lnTo>
                    <a:pt x="48493" y="77779"/>
                  </a:lnTo>
                  <a:lnTo>
                    <a:pt x="47075" y="76636"/>
                  </a:lnTo>
                  <a:lnTo>
                    <a:pt x="45995" y="76130"/>
                  </a:lnTo>
                  <a:lnTo>
                    <a:pt x="43763" y="76198"/>
                  </a:lnTo>
                  <a:lnTo>
                    <a:pt x="43066" y="75609"/>
                  </a:lnTo>
                  <a:lnTo>
                    <a:pt x="42418" y="74513"/>
                  </a:lnTo>
                  <a:lnTo>
                    <a:pt x="40844" y="70584"/>
                  </a:lnTo>
                  <a:lnTo>
                    <a:pt x="38651" y="67795"/>
                  </a:lnTo>
                  <a:lnTo>
                    <a:pt x="36759" y="64672"/>
                  </a:lnTo>
                  <a:lnTo>
                    <a:pt x="31954" y="60113"/>
                  </a:lnTo>
                  <a:lnTo>
                    <a:pt x="29467" y="57385"/>
                  </a:lnTo>
                  <a:lnTo>
                    <a:pt x="26150" y="52997"/>
                  </a:lnTo>
                  <a:lnTo>
                    <a:pt x="24763" y="52004"/>
                  </a:lnTo>
                  <a:lnTo>
                    <a:pt x="23611" y="51606"/>
                  </a:lnTo>
                  <a:lnTo>
                    <a:pt x="21348" y="51292"/>
                  </a:lnTo>
                  <a:lnTo>
                    <a:pt x="20822" y="50745"/>
                  </a:lnTo>
                  <a:lnTo>
                    <a:pt x="19997" y="49253"/>
                  </a:lnTo>
                  <a:lnTo>
                    <a:pt x="18572" y="48132"/>
                  </a:lnTo>
                  <a:lnTo>
                    <a:pt x="18052" y="47991"/>
                  </a:lnTo>
                  <a:lnTo>
                    <a:pt x="17213" y="48255"/>
                  </a:lnTo>
                  <a:lnTo>
                    <a:pt x="14996" y="49288"/>
                  </a:lnTo>
                  <a:lnTo>
                    <a:pt x="12213" y="48194"/>
                  </a:lnTo>
                  <a:lnTo>
                    <a:pt x="11589" y="47425"/>
                  </a:lnTo>
                  <a:lnTo>
                    <a:pt x="11219" y="46121"/>
                  </a:lnTo>
                  <a:lnTo>
                    <a:pt x="10868" y="45405"/>
                  </a:lnTo>
                  <a:lnTo>
                    <a:pt x="9925" y="44762"/>
                  </a:lnTo>
                  <a:lnTo>
                    <a:pt x="9131" y="43134"/>
                  </a:lnTo>
                  <a:lnTo>
                    <a:pt x="3842" y="39925"/>
                  </a:lnTo>
                  <a:lnTo>
                    <a:pt x="698" y="36240"/>
                  </a:lnTo>
                  <a:lnTo>
                    <a:pt x="60" y="34908"/>
                  </a:lnTo>
                  <a:lnTo>
                    <a:pt x="0" y="34364"/>
                  </a:lnTo>
                  <a:lnTo>
                    <a:pt x="322" y="32594"/>
                  </a:lnTo>
                  <a:lnTo>
                    <a:pt x="1051" y="30586"/>
                  </a:lnTo>
                  <a:lnTo>
                    <a:pt x="2006" y="28592"/>
                  </a:lnTo>
                  <a:lnTo>
                    <a:pt x="2589" y="27775"/>
                  </a:lnTo>
                  <a:lnTo>
                    <a:pt x="4658" y="26055"/>
                  </a:lnTo>
                  <a:lnTo>
                    <a:pt x="6289" y="25666"/>
                  </a:lnTo>
                  <a:lnTo>
                    <a:pt x="8564" y="25884"/>
                  </a:lnTo>
                  <a:lnTo>
                    <a:pt x="9763" y="26266"/>
                  </a:lnTo>
                  <a:lnTo>
                    <a:pt x="10837" y="27417"/>
                  </a:lnTo>
                  <a:lnTo>
                    <a:pt x="11298" y="28745"/>
                  </a:lnTo>
                  <a:lnTo>
                    <a:pt x="11835" y="29639"/>
                  </a:lnTo>
                  <a:lnTo>
                    <a:pt x="13523" y="30618"/>
                  </a:lnTo>
                  <a:lnTo>
                    <a:pt x="14438" y="31405"/>
                  </a:lnTo>
                  <a:lnTo>
                    <a:pt x="15783" y="33238"/>
                  </a:lnTo>
                  <a:lnTo>
                    <a:pt x="16820" y="35447"/>
                  </a:lnTo>
                  <a:lnTo>
                    <a:pt x="17775" y="36174"/>
                  </a:lnTo>
                  <a:lnTo>
                    <a:pt x="20065" y="36422"/>
                  </a:lnTo>
                  <a:lnTo>
                    <a:pt x="22429" y="36048"/>
                  </a:lnTo>
                  <a:lnTo>
                    <a:pt x="27504" y="34659"/>
                  </a:lnTo>
                  <a:lnTo>
                    <a:pt x="27710" y="34486"/>
                  </a:lnTo>
                  <a:lnTo>
                    <a:pt x="28024" y="33657"/>
                  </a:lnTo>
                  <a:lnTo>
                    <a:pt x="28603" y="28629"/>
                  </a:lnTo>
                  <a:lnTo>
                    <a:pt x="28951" y="28608"/>
                  </a:lnTo>
                  <a:lnTo>
                    <a:pt x="30673" y="30936"/>
                  </a:lnTo>
                  <a:lnTo>
                    <a:pt x="31162" y="31192"/>
                  </a:lnTo>
                  <a:lnTo>
                    <a:pt x="31905" y="30707"/>
                  </a:lnTo>
                  <a:lnTo>
                    <a:pt x="32346" y="29576"/>
                  </a:lnTo>
                  <a:lnTo>
                    <a:pt x="32292" y="29039"/>
                  </a:lnTo>
                  <a:lnTo>
                    <a:pt x="31209" y="26315"/>
                  </a:lnTo>
                  <a:lnTo>
                    <a:pt x="30571" y="25131"/>
                  </a:lnTo>
                  <a:lnTo>
                    <a:pt x="29998" y="24395"/>
                  </a:lnTo>
                  <a:lnTo>
                    <a:pt x="29360" y="24154"/>
                  </a:lnTo>
                  <a:lnTo>
                    <a:pt x="27980" y="24387"/>
                  </a:lnTo>
                  <a:lnTo>
                    <a:pt x="26928" y="23864"/>
                  </a:lnTo>
                  <a:lnTo>
                    <a:pt x="26696" y="23112"/>
                  </a:lnTo>
                  <a:lnTo>
                    <a:pt x="26867" y="22103"/>
                  </a:lnTo>
                  <a:lnTo>
                    <a:pt x="27448" y="21037"/>
                  </a:lnTo>
                  <a:lnTo>
                    <a:pt x="28071" y="20427"/>
                  </a:lnTo>
                  <a:lnTo>
                    <a:pt x="29281" y="20114"/>
                  </a:lnTo>
                  <a:lnTo>
                    <a:pt x="30698" y="20424"/>
                  </a:lnTo>
                  <a:lnTo>
                    <a:pt x="32659" y="21712"/>
                  </a:lnTo>
                  <a:lnTo>
                    <a:pt x="33900" y="21998"/>
                  </a:lnTo>
                  <a:lnTo>
                    <a:pt x="35643" y="21630"/>
                  </a:lnTo>
                  <a:lnTo>
                    <a:pt x="33413" y="20873"/>
                  </a:lnTo>
                  <a:lnTo>
                    <a:pt x="30303" y="17896"/>
                  </a:lnTo>
                  <a:lnTo>
                    <a:pt x="28968" y="17341"/>
                  </a:lnTo>
                  <a:lnTo>
                    <a:pt x="27341" y="18618"/>
                  </a:lnTo>
                  <a:lnTo>
                    <a:pt x="26242" y="19098"/>
                  </a:lnTo>
                  <a:lnTo>
                    <a:pt x="24165" y="19721"/>
                  </a:lnTo>
                  <a:lnTo>
                    <a:pt x="22511" y="19814"/>
                  </a:lnTo>
                  <a:lnTo>
                    <a:pt x="15582" y="15215"/>
                  </a:lnTo>
                  <a:lnTo>
                    <a:pt x="15197" y="14775"/>
                  </a:lnTo>
                  <a:lnTo>
                    <a:pt x="14690" y="13578"/>
                  </a:lnTo>
                  <a:lnTo>
                    <a:pt x="14748" y="13027"/>
                  </a:lnTo>
                  <a:lnTo>
                    <a:pt x="15432" y="12175"/>
                  </a:lnTo>
                  <a:lnTo>
                    <a:pt x="17158" y="11049"/>
                  </a:lnTo>
                  <a:lnTo>
                    <a:pt x="19728" y="10343"/>
                  </a:lnTo>
                  <a:lnTo>
                    <a:pt x="21445" y="10228"/>
                  </a:lnTo>
                  <a:lnTo>
                    <a:pt x="22946" y="11069"/>
                  </a:lnTo>
                  <a:lnTo>
                    <a:pt x="25134" y="13344"/>
                  </a:lnTo>
                  <a:lnTo>
                    <a:pt x="27048" y="14673"/>
                  </a:lnTo>
                  <a:lnTo>
                    <a:pt x="27205" y="14195"/>
                  </a:lnTo>
                  <a:lnTo>
                    <a:pt x="26867" y="12888"/>
                  </a:lnTo>
                  <a:lnTo>
                    <a:pt x="25994" y="10947"/>
                  </a:lnTo>
                  <a:lnTo>
                    <a:pt x="25367" y="10416"/>
                  </a:lnTo>
                  <a:lnTo>
                    <a:pt x="23827" y="9838"/>
                  </a:lnTo>
                  <a:lnTo>
                    <a:pt x="22401" y="8505"/>
                  </a:lnTo>
                  <a:lnTo>
                    <a:pt x="21731" y="7519"/>
                  </a:lnTo>
                  <a:lnTo>
                    <a:pt x="21374" y="6462"/>
                  </a:lnTo>
                  <a:lnTo>
                    <a:pt x="21330" y="5335"/>
                  </a:lnTo>
                  <a:lnTo>
                    <a:pt x="21603" y="4564"/>
                  </a:lnTo>
                  <a:lnTo>
                    <a:pt x="22193" y="4152"/>
                  </a:lnTo>
                  <a:lnTo>
                    <a:pt x="27518" y="3025"/>
                  </a:lnTo>
                  <a:lnTo>
                    <a:pt x="31236" y="4273"/>
                  </a:lnTo>
                  <a:lnTo>
                    <a:pt x="33595" y="4453"/>
                  </a:lnTo>
                  <a:lnTo>
                    <a:pt x="34573" y="2921"/>
                  </a:lnTo>
                  <a:lnTo>
                    <a:pt x="34232" y="2622"/>
                  </a:lnTo>
                  <a:lnTo>
                    <a:pt x="32991" y="3016"/>
                  </a:lnTo>
                  <a:lnTo>
                    <a:pt x="31588" y="3008"/>
                  </a:lnTo>
                  <a:lnTo>
                    <a:pt x="30712" y="2168"/>
                  </a:lnTo>
                  <a:lnTo>
                    <a:pt x="30684" y="1677"/>
                  </a:lnTo>
                  <a:lnTo>
                    <a:pt x="31777" y="503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5"/>
            <p:cNvSpPr/>
            <p:nvPr/>
          </p:nvSpPr>
          <p:spPr>
            <a:xfrm>
              <a:off x="2137233" y="1444053"/>
              <a:ext cx="21691" cy="8941"/>
            </a:xfrm>
            <a:custGeom>
              <a:avLst/>
              <a:pathLst>
                <a:path w="21691" h="8941">
                  <a:moveTo>
                    <a:pt x="14149" y="7273"/>
                  </a:moveTo>
                  <a:lnTo>
                    <a:pt x="10597" y="7896"/>
                  </a:lnTo>
                  <a:lnTo>
                    <a:pt x="8957" y="7628"/>
                  </a:lnTo>
                  <a:lnTo>
                    <a:pt x="8090" y="8444"/>
                  </a:lnTo>
                  <a:lnTo>
                    <a:pt x="7408" y="8791"/>
                  </a:lnTo>
                  <a:lnTo>
                    <a:pt x="5467" y="8941"/>
                  </a:lnTo>
                  <a:lnTo>
                    <a:pt x="1467" y="7466"/>
                  </a:lnTo>
                  <a:lnTo>
                    <a:pt x="392" y="6954"/>
                  </a:lnTo>
                  <a:lnTo>
                    <a:pt x="0" y="6478"/>
                  </a:lnTo>
                  <a:lnTo>
                    <a:pt x="162" y="6020"/>
                  </a:lnTo>
                  <a:lnTo>
                    <a:pt x="880" y="5582"/>
                  </a:lnTo>
                  <a:lnTo>
                    <a:pt x="3950" y="4915"/>
                  </a:lnTo>
                  <a:lnTo>
                    <a:pt x="5087" y="4423"/>
                  </a:lnTo>
                  <a:lnTo>
                    <a:pt x="5556" y="3736"/>
                  </a:lnTo>
                  <a:lnTo>
                    <a:pt x="6324" y="3184"/>
                  </a:lnTo>
                  <a:lnTo>
                    <a:pt x="7389" y="2767"/>
                  </a:lnTo>
                  <a:lnTo>
                    <a:pt x="10267" y="2367"/>
                  </a:lnTo>
                  <a:lnTo>
                    <a:pt x="16732" y="294"/>
                  </a:lnTo>
                  <a:lnTo>
                    <a:pt x="19947" y="0"/>
                  </a:lnTo>
                  <a:lnTo>
                    <a:pt x="21209" y="175"/>
                  </a:lnTo>
                  <a:lnTo>
                    <a:pt x="21589" y="724"/>
                  </a:lnTo>
                  <a:lnTo>
                    <a:pt x="21691" y="1271"/>
                  </a:lnTo>
                  <a:lnTo>
                    <a:pt x="21516" y="1820"/>
                  </a:lnTo>
                  <a:lnTo>
                    <a:pt x="20511" y="3224"/>
                  </a:lnTo>
                  <a:lnTo>
                    <a:pt x="19199" y="4319"/>
                  </a:lnTo>
                  <a:lnTo>
                    <a:pt x="15671" y="6673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6"/>
            <p:cNvSpPr/>
            <p:nvPr/>
          </p:nvSpPr>
          <p:spPr>
            <a:xfrm>
              <a:off x="2183742" y="1442159"/>
              <a:ext cx="65319" cy="64355"/>
            </a:xfrm>
            <a:custGeom>
              <a:avLst/>
              <a:pathLst>
                <a:path w="65319" h="64355">
                  <a:moveTo>
                    <a:pt x="30567" y="525"/>
                  </a:moveTo>
                  <a:lnTo>
                    <a:pt x="35414" y="1921"/>
                  </a:lnTo>
                  <a:lnTo>
                    <a:pt x="37774" y="2837"/>
                  </a:lnTo>
                  <a:lnTo>
                    <a:pt x="38934" y="3448"/>
                  </a:lnTo>
                  <a:lnTo>
                    <a:pt x="41142" y="5507"/>
                  </a:lnTo>
                  <a:lnTo>
                    <a:pt x="42267" y="6098"/>
                  </a:lnTo>
                  <a:lnTo>
                    <a:pt x="46568" y="4904"/>
                  </a:lnTo>
                  <a:lnTo>
                    <a:pt x="49576" y="4461"/>
                  </a:lnTo>
                  <a:lnTo>
                    <a:pt x="56269" y="5007"/>
                  </a:lnTo>
                  <a:lnTo>
                    <a:pt x="61952" y="6709"/>
                  </a:lnTo>
                  <a:lnTo>
                    <a:pt x="64043" y="7988"/>
                  </a:lnTo>
                  <a:lnTo>
                    <a:pt x="65319" y="9163"/>
                  </a:lnTo>
                  <a:lnTo>
                    <a:pt x="64988" y="10460"/>
                  </a:lnTo>
                  <a:lnTo>
                    <a:pt x="63942" y="12555"/>
                  </a:lnTo>
                  <a:lnTo>
                    <a:pt x="62716" y="14547"/>
                  </a:lnTo>
                  <a:lnTo>
                    <a:pt x="60260" y="17674"/>
                  </a:lnTo>
                  <a:lnTo>
                    <a:pt x="58173" y="19238"/>
                  </a:lnTo>
                  <a:lnTo>
                    <a:pt x="57657" y="19988"/>
                  </a:lnTo>
                  <a:lnTo>
                    <a:pt x="57331" y="21028"/>
                  </a:lnTo>
                  <a:lnTo>
                    <a:pt x="56520" y="22552"/>
                  </a:lnTo>
                  <a:lnTo>
                    <a:pt x="54278" y="25848"/>
                  </a:lnTo>
                  <a:lnTo>
                    <a:pt x="53680" y="26412"/>
                  </a:lnTo>
                  <a:lnTo>
                    <a:pt x="50522" y="27855"/>
                  </a:lnTo>
                  <a:lnTo>
                    <a:pt x="51604" y="28501"/>
                  </a:lnTo>
                  <a:lnTo>
                    <a:pt x="52099" y="29072"/>
                  </a:lnTo>
                  <a:lnTo>
                    <a:pt x="51683" y="30535"/>
                  </a:lnTo>
                  <a:lnTo>
                    <a:pt x="49692" y="34066"/>
                  </a:lnTo>
                  <a:lnTo>
                    <a:pt x="47627" y="37331"/>
                  </a:lnTo>
                  <a:lnTo>
                    <a:pt x="46183" y="39283"/>
                  </a:lnTo>
                  <a:lnTo>
                    <a:pt x="43560" y="42105"/>
                  </a:lnTo>
                  <a:lnTo>
                    <a:pt x="42116" y="42903"/>
                  </a:lnTo>
                  <a:lnTo>
                    <a:pt x="40179" y="43150"/>
                  </a:lnTo>
                  <a:lnTo>
                    <a:pt x="28472" y="40686"/>
                  </a:lnTo>
                  <a:lnTo>
                    <a:pt x="25535" y="40725"/>
                  </a:lnTo>
                  <a:lnTo>
                    <a:pt x="17728" y="42013"/>
                  </a:lnTo>
                  <a:lnTo>
                    <a:pt x="18463" y="42642"/>
                  </a:lnTo>
                  <a:lnTo>
                    <a:pt x="21322" y="43596"/>
                  </a:lnTo>
                  <a:lnTo>
                    <a:pt x="23167" y="44635"/>
                  </a:lnTo>
                  <a:lnTo>
                    <a:pt x="25614" y="47872"/>
                  </a:lnTo>
                  <a:lnTo>
                    <a:pt x="25932" y="48680"/>
                  </a:lnTo>
                  <a:lnTo>
                    <a:pt x="26087" y="49621"/>
                  </a:lnTo>
                  <a:lnTo>
                    <a:pt x="25992" y="51466"/>
                  </a:lnTo>
                  <a:lnTo>
                    <a:pt x="25825" y="51935"/>
                  </a:lnTo>
                  <a:lnTo>
                    <a:pt x="21932" y="56914"/>
                  </a:lnTo>
                  <a:lnTo>
                    <a:pt x="20674" y="60539"/>
                  </a:lnTo>
                  <a:lnTo>
                    <a:pt x="19872" y="63530"/>
                  </a:lnTo>
                  <a:lnTo>
                    <a:pt x="18562" y="64355"/>
                  </a:lnTo>
                  <a:lnTo>
                    <a:pt x="14200" y="63091"/>
                  </a:lnTo>
                  <a:lnTo>
                    <a:pt x="12793" y="63129"/>
                  </a:lnTo>
                  <a:lnTo>
                    <a:pt x="7899" y="64002"/>
                  </a:lnTo>
                  <a:lnTo>
                    <a:pt x="5614" y="63569"/>
                  </a:lnTo>
                  <a:lnTo>
                    <a:pt x="5937" y="59060"/>
                  </a:lnTo>
                  <a:lnTo>
                    <a:pt x="5618" y="54192"/>
                  </a:lnTo>
                  <a:lnTo>
                    <a:pt x="4898" y="49547"/>
                  </a:lnTo>
                  <a:lnTo>
                    <a:pt x="1238" y="41286"/>
                  </a:lnTo>
                  <a:lnTo>
                    <a:pt x="835" y="39820"/>
                  </a:lnTo>
                  <a:lnTo>
                    <a:pt x="565" y="38244"/>
                  </a:lnTo>
                  <a:lnTo>
                    <a:pt x="429" y="36556"/>
                  </a:lnTo>
                  <a:lnTo>
                    <a:pt x="441" y="34858"/>
                  </a:lnTo>
                  <a:lnTo>
                    <a:pt x="695" y="31424"/>
                  </a:lnTo>
                  <a:lnTo>
                    <a:pt x="724" y="29684"/>
                  </a:lnTo>
                  <a:lnTo>
                    <a:pt x="541" y="25146"/>
                  </a:lnTo>
                  <a:lnTo>
                    <a:pt x="46" y="18358"/>
                  </a:lnTo>
                  <a:lnTo>
                    <a:pt x="0" y="15963"/>
                  </a:lnTo>
                  <a:lnTo>
                    <a:pt x="33" y="15009"/>
                  </a:lnTo>
                  <a:lnTo>
                    <a:pt x="186" y="14281"/>
                  </a:lnTo>
                  <a:lnTo>
                    <a:pt x="969" y="13314"/>
                  </a:lnTo>
                  <a:lnTo>
                    <a:pt x="2475" y="12620"/>
                  </a:lnTo>
                  <a:lnTo>
                    <a:pt x="3233" y="12517"/>
                  </a:lnTo>
                  <a:lnTo>
                    <a:pt x="8043" y="14568"/>
                  </a:lnTo>
                  <a:lnTo>
                    <a:pt x="10256" y="15253"/>
                  </a:lnTo>
                  <a:lnTo>
                    <a:pt x="11727" y="15223"/>
                  </a:lnTo>
                  <a:lnTo>
                    <a:pt x="11808" y="14990"/>
                  </a:lnTo>
                  <a:lnTo>
                    <a:pt x="10499" y="14558"/>
                  </a:lnTo>
                  <a:lnTo>
                    <a:pt x="9268" y="13673"/>
                  </a:lnTo>
                  <a:lnTo>
                    <a:pt x="7262" y="11041"/>
                  </a:lnTo>
                  <a:lnTo>
                    <a:pt x="6340" y="8791"/>
                  </a:lnTo>
                  <a:lnTo>
                    <a:pt x="6157" y="8048"/>
                  </a:lnTo>
                  <a:lnTo>
                    <a:pt x="6113" y="7268"/>
                  </a:lnTo>
                  <a:lnTo>
                    <a:pt x="6209" y="6455"/>
                  </a:lnTo>
                  <a:lnTo>
                    <a:pt x="6500" y="5723"/>
                  </a:lnTo>
                  <a:lnTo>
                    <a:pt x="7504" y="4576"/>
                  </a:lnTo>
                  <a:lnTo>
                    <a:pt x="8322" y="4058"/>
                  </a:lnTo>
                  <a:lnTo>
                    <a:pt x="11340" y="2741"/>
                  </a:lnTo>
                  <a:lnTo>
                    <a:pt x="14381" y="1939"/>
                  </a:lnTo>
                  <a:lnTo>
                    <a:pt x="21091" y="1393"/>
                  </a:lnTo>
                  <a:lnTo>
                    <a:pt x="22993" y="1784"/>
                  </a:lnTo>
                  <a:lnTo>
                    <a:pt x="25898" y="343"/>
                  </a:lnTo>
                  <a:lnTo>
                    <a:pt x="27612" y="0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7"/>
            <p:cNvSpPr/>
            <p:nvPr/>
          </p:nvSpPr>
          <p:spPr>
            <a:xfrm>
              <a:off x="1811112" y="1431333"/>
              <a:ext cx="128981" cy="102154"/>
            </a:xfrm>
            <a:custGeom>
              <a:avLst/>
              <a:pathLst>
                <a:path w="128981" h="102154">
                  <a:moveTo>
                    <a:pt x="75479" y="12903"/>
                  </a:moveTo>
                  <a:lnTo>
                    <a:pt x="78656" y="10161"/>
                  </a:lnTo>
                  <a:lnTo>
                    <a:pt x="80584" y="10013"/>
                  </a:lnTo>
                  <a:lnTo>
                    <a:pt x="81928" y="10256"/>
                  </a:lnTo>
                  <a:lnTo>
                    <a:pt x="82354" y="10606"/>
                  </a:lnTo>
                  <a:lnTo>
                    <a:pt x="82623" y="11147"/>
                  </a:lnTo>
                  <a:lnTo>
                    <a:pt x="82757" y="12337"/>
                  </a:lnTo>
                  <a:lnTo>
                    <a:pt x="82842" y="15283"/>
                  </a:lnTo>
                  <a:lnTo>
                    <a:pt x="83014" y="15648"/>
                  </a:lnTo>
                  <a:lnTo>
                    <a:pt x="83451" y="15481"/>
                  </a:lnTo>
                  <a:lnTo>
                    <a:pt x="84152" y="14785"/>
                  </a:lnTo>
                  <a:lnTo>
                    <a:pt x="87627" y="10431"/>
                  </a:lnTo>
                  <a:lnTo>
                    <a:pt x="89093" y="9236"/>
                  </a:lnTo>
                  <a:lnTo>
                    <a:pt x="90096" y="8879"/>
                  </a:lnTo>
                  <a:lnTo>
                    <a:pt x="94345" y="8225"/>
                  </a:lnTo>
                  <a:lnTo>
                    <a:pt x="97230" y="8245"/>
                  </a:lnTo>
                  <a:lnTo>
                    <a:pt x="100419" y="8651"/>
                  </a:lnTo>
                  <a:lnTo>
                    <a:pt x="102796" y="9260"/>
                  </a:lnTo>
                  <a:lnTo>
                    <a:pt x="106695" y="11050"/>
                  </a:lnTo>
                  <a:lnTo>
                    <a:pt x="109761" y="13110"/>
                  </a:lnTo>
                  <a:lnTo>
                    <a:pt x="112575" y="15305"/>
                  </a:lnTo>
                  <a:lnTo>
                    <a:pt x="122011" y="23555"/>
                  </a:lnTo>
                  <a:lnTo>
                    <a:pt x="126001" y="25990"/>
                  </a:lnTo>
                  <a:lnTo>
                    <a:pt x="127527" y="27373"/>
                  </a:lnTo>
                  <a:lnTo>
                    <a:pt x="128206" y="28380"/>
                  </a:lnTo>
                  <a:lnTo>
                    <a:pt x="128800" y="29644"/>
                  </a:lnTo>
                  <a:lnTo>
                    <a:pt x="128981" y="30824"/>
                  </a:lnTo>
                  <a:lnTo>
                    <a:pt x="128750" y="31922"/>
                  </a:lnTo>
                  <a:lnTo>
                    <a:pt x="128314" y="32688"/>
                  </a:lnTo>
                  <a:lnTo>
                    <a:pt x="127357" y="33342"/>
                  </a:lnTo>
                  <a:lnTo>
                    <a:pt x="121584" y="36105"/>
                  </a:lnTo>
                  <a:lnTo>
                    <a:pt x="118544" y="36951"/>
                  </a:lnTo>
                  <a:lnTo>
                    <a:pt x="115535" y="38173"/>
                  </a:lnTo>
                  <a:lnTo>
                    <a:pt x="108342" y="42486"/>
                  </a:lnTo>
                  <a:lnTo>
                    <a:pt x="103418" y="44541"/>
                  </a:lnTo>
                  <a:lnTo>
                    <a:pt x="97016" y="48546"/>
                  </a:lnTo>
                  <a:lnTo>
                    <a:pt x="84944" y="54990"/>
                  </a:lnTo>
                  <a:lnTo>
                    <a:pt x="83507" y="56284"/>
                  </a:lnTo>
                  <a:lnTo>
                    <a:pt x="82846" y="57214"/>
                  </a:lnTo>
                  <a:lnTo>
                    <a:pt x="79438" y="64556"/>
                  </a:lnTo>
                  <a:lnTo>
                    <a:pt x="78141" y="66261"/>
                  </a:lnTo>
                  <a:lnTo>
                    <a:pt x="74999" y="68000"/>
                  </a:lnTo>
                  <a:lnTo>
                    <a:pt x="71022" y="68434"/>
                  </a:lnTo>
                  <a:lnTo>
                    <a:pt x="69910" y="68922"/>
                  </a:lnTo>
                  <a:lnTo>
                    <a:pt x="69730" y="71460"/>
                  </a:lnTo>
                  <a:lnTo>
                    <a:pt x="68304" y="75676"/>
                  </a:lnTo>
                  <a:lnTo>
                    <a:pt x="67610" y="78514"/>
                  </a:lnTo>
                  <a:lnTo>
                    <a:pt x="66661" y="86114"/>
                  </a:lnTo>
                  <a:lnTo>
                    <a:pt x="66442" y="86875"/>
                  </a:lnTo>
                  <a:lnTo>
                    <a:pt x="65717" y="88283"/>
                  </a:lnTo>
                  <a:lnTo>
                    <a:pt x="64487" y="89809"/>
                  </a:lnTo>
                  <a:lnTo>
                    <a:pt x="60650" y="91568"/>
                  </a:lnTo>
                  <a:lnTo>
                    <a:pt x="57818" y="92492"/>
                  </a:lnTo>
                  <a:lnTo>
                    <a:pt x="53963" y="93259"/>
                  </a:lnTo>
                  <a:lnTo>
                    <a:pt x="53042" y="92734"/>
                  </a:lnTo>
                  <a:lnTo>
                    <a:pt x="52112" y="91528"/>
                  </a:lnTo>
                  <a:lnTo>
                    <a:pt x="51143" y="91422"/>
                  </a:lnTo>
                  <a:lnTo>
                    <a:pt x="50543" y="91611"/>
                  </a:lnTo>
                  <a:lnTo>
                    <a:pt x="45517" y="96896"/>
                  </a:lnTo>
                  <a:lnTo>
                    <a:pt x="40669" y="99035"/>
                  </a:lnTo>
                  <a:lnTo>
                    <a:pt x="38568" y="100967"/>
                  </a:lnTo>
                  <a:lnTo>
                    <a:pt x="37085" y="101874"/>
                  </a:lnTo>
                  <a:lnTo>
                    <a:pt x="35893" y="102154"/>
                  </a:lnTo>
                  <a:lnTo>
                    <a:pt x="33930" y="101982"/>
                  </a:lnTo>
                  <a:lnTo>
                    <a:pt x="32511" y="101107"/>
                  </a:lnTo>
                  <a:lnTo>
                    <a:pt x="31226" y="99755"/>
                  </a:lnTo>
                  <a:lnTo>
                    <a:pt x="30256" y="98287"/>
                  </a:lnTo>
                  <a:lnTo>
                    <a:pt x="27766" y="92249"/>
                  </a:lnTo>
                  <a:lnTo>
                    <a:pt x="26696" y="90183"/>
                  </a:lnTo>
                  <a:lnTo>
                    <a:pt x="25786" y="89151"/>
                  </a:lnTo>
                  <a:lnTo>
                    <a:pt x="23347" y="85474"/>
                  </a:lnTo>
                  <a:lnTo>
                    <a:pt x="22674" y="84737"/>
                  </a:lnTo>
                  <a:lnTo>
                    <a:pt x="13392" y="80076"/>
                  </a:lnTo>
                  <a:lnTo>
                    <a:pt x="8874" y="77462"/>
                  </a:lnTo>
                  <a:lnTo>
                    <a:pt x="7782" y="76541"/>
                  </a:lnTo>
                  <a:lnTo>
                    <a:pt x="6769" y="76001"/>
                  </a:lnTo>
                  <a:lnTo>
                    <a:pt x="967" y="76362"/>
                  </a:lnTo>
                  <a:lnTo>
                    <a:pt x="199" y="76221"/>
                  </a:lnTo>
                  <a:lnTo>
                    <a:pt x="0" y="75835"/>
                  </a:lnTo>
                  <a:lnTo>
                    <a:pt x="686" y="74466"/>
                  </a:lnTo>
                  <a:lnTo>
                    <a:pt x="957" y="73602"/>
                  </a:lnTo>
                  <a:lnTo>
                    <a:pt x="1046" y="72755"/>
                  </a:lnTo>
                  <a:lnTo>
                    <a:pt x="946" y="71389"/>
                  </a:lnTo>
                  <a:lnTo>
                    <a:pt x="1020" y="71142"/>
                  </a:lnTo>
                  <a:lnTo>
                    <a:pt x="3227" y="69796"/>
                  </a:lnTo>
                  <a:lnTo>
                    <a:pt x="2869" y="69516"/>
                  </a:lnTo>
                  <a:lnTo>
                    <a:pt x="2610" y="68991"/>
                  </a:lnTo>
                  <a:lnTo>
                    <a:pt x="2449" y="68216"/>
                  </a:lnTo>
                  <a:lnTo>
                    <a:pt x="2690" y="67675"/>
                  </a:lnTo>
                  <a:lnTo>
                    <a:pt x="3329" y="67366"/>
                  </a:lnTo>
                  <a:lnTo>
                    <a:pt x="4107" y="66112"/>
                  </a:lnTo>
                  <a:lnTo>
                    <a:pt x="5025" y="63915"/>
                  </a:lnTo>
                  <a:lnTo>
                    <a:pt x="5707" y="62681"/>
                  </a:lnTo>
                  <a:lnTo>
                    <a:pt x="6654" y="61887"/>
                  </a:lnTo>
                  <a:lnTo>
                    <a:pt x="8353" y="59763"/>
                  </a:lnTo>
                  <a:lnTo>
                    <a:pt x="9564" y="58906"/>
                  </a:lnTo>
                  <a:lnTo>
                    <a:pt x="10590" y="57831"/>
                  </a:lnTo>
                  <a:lnTo>
                    <a:pt x="10620" y="57346"/>
                  </a:lnTo>
                  <a:lnTo>
                    <a:pt x="10201" y="56973"/>
                  </a:lnTo>
                  <a:lnTo>
                    <a:pt x="10058" y="56153"/>
                  </a:lnTo>
                  <a:lnTo>
                    <a:pt x="10249" y="53592"/>
                  </a:lnTo>
                  <a:lnTo>
                    <a:pt x="10240" y="52273"/>
                  </a:lnTo>
                  <a:lnTo>
                    <a:pt x="10426" y="51172"/>
                  </a:lnTo>
                  <a:lnTo>
                    <a:pt x="10805" y="50286"/>
                  </a:lnTo>
                  <a:lnTo>
                    <a:pt x="11284" y="49699"/>
                  </a:lnTo>
                  <a:lnTo>
                    <a:pt x="15581" y="47845"/>
                  </a:lnTo>
                  <a:lnTo>
                    <a:pt x="15799" y="47307"/>
                  </a:lnTo>
                  <a:lnTo>
                    <a:pt x="15850" y="46689"/>
                  </a:lnTo>
                  <a:lnTo>
                    <a:pt x="15734" y="45990"/>
                  </a:lnTo>
                  <a:lnTo>
                    <a:pt x="15511" y="45499"/>
                  </a:lnTo>
                  <a:lnTo>
                    <a:pt x="14832" y="45096"/>
                  </a:lnTo>
                  <a:lnTo>
                    <a:pt x="13683" y="44985"/>
                  </a:lnTo>
                  <a:lnTo>
                    <a:pt x="12687" y="43919"/>
                  </a:lnTo>
                  <a:lnTo>
                    <a:pt x="12449" y="43402"/>
                  </a:lnTo>
                  <a:lnTo>
                    <a:pt x="12848" y="41942"/>
                  </a:lnTo>
                  <a:lnTo>
                    <a:pt x="14787" y="39615"/>
                  </a:lnTo>
                  <a:lnTo>
                    <a:pt x="15441" y="38467"/>
                  </a:lnTo>
                  <a:lnTo>
                    <a:pt x="17535" y="33284"/>
                  </a:lnTo>
                  <a:lnTo>
                    <a:pt x="21362" y="30072"/>
                  </a:lnTo>
                  <a:lnTo>
                    <a:pt x="22398" y="26619"/>
                  </a:lnTo>
                  <a:lnTo>
                    <a:pt x="25272" y="22958"/>
                  </a:lnTo>
                  <a:lnTo>
                    <a:pt x="25265" y="22451"/>
                  </a:lnTo>
                  <a:lnTo>
                    <a:pt x="24337" y="21202"/>
                  </a:lnTo>
                  <a:lnTo>
                    <a:pt x="21684" y="20336"/>
                  </a:lnTo>
                  <a:lnTo>
                    <a:pt x="20407" y="19003"/>
                  </a:lnTo>
                  <a:lnTo>
                    <a:pt x="19553" y="17488"/>
                  </a:lnTo>
                  <a:lnTo>
                    <a:pt x="15671" y="8775"/>
                  </a:lnTo>
                  <a:lnTo>
                    <a:pt x="15007" y="8128"/>
                  </a:lnTo>
                  <a:lnTo>
                    <a:pt x="14811" y="7114"/>
                  </a:lnTo>
                  <a:lnTo>
                    <a:pt x="14017" y="6445"/>
                  </a:lnTo>
                  <a:lnTo>
                    <a:pt x="14179" y="5818"/>
                  </a:lnTo>
                  <a:lnTo>
                    <a:pt x="29331" y="3220"/>
                  </a:lnTo>
                  <a:lnTo>
                    <a:pt x="39760" y="2391"/>
                  </a:lnTo>
                  <a:lnTo>
                    <a:pt x="50561" y="132"/>
                  </a:lnTo>
                  <a:lnTo>
                    <a:pt x="53569" y="0"/>
                  </a:lnTo>
                  <a:lnTo>
                    <a:pt x="55900" y="447"/>
                  </a:lnTo>
                  <a:lnTo>
                    <a:pt x="58201" y="1621"/>
                  </a:lnTo>
                  <a:lnTo>
                    <a:pt x="61250" y="3674"/>
                  </a:lnTo>
                  <a:lnTo>
                    <a:pt x="65287" y="5678"/>
                  </a:lnTo>
                  <a:lnTo>
                    <a:pt x="72826" y="8610"/>
                  </a:lnTo>
                  <a:lnTo>
                    <a:pt x="77526" y="9228"/>
                  </a:lnTo>
                  <a:lnTo>
                    <a:pt x="75642" y="11566"/>
                  </a:lnTo>
                  <a:lnTo>
                    <a:pt x="75376" y="12268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8"/>
            <p:cNvSpPr/>
            <p:nvPr/>
          </p:nvSpPr>
          <p:spPr>
            <a:xfrm>
              <a:off x="2157803" y="1428926"/>
              <a:ext cx="5660" cy="4754"/>
            </a:xfrm>
            <a:custGeom>
              <a:avLst/>
              <a:pathLst>
                <a:path w="5660" h="4754">
                  <a:moveTo>
                    <a:pt x="4867" y="2962"/>
                  </a:moveTo>
                  <a:lnTo>
                    <a:pt x="1158" y="4754"/>
                  </a:lnTo>
                  <a:lnTo>
                    <a:pt x="350" y="4058"/>
                  </a:lnTo>
                  <a:lnTo>
                    <a:pt x="0" y="3428"/>
                  </a:lnTo>
                  <a:lnTo>
                    <a:pt x="2883" y="711"/>
                  </a:lnTo>
                  <a:lnTo>
                    <a:pt x="4115" y="0"/>
                  </a:lnTo>
                  <a:lnTo>
                    <a:pt x="5328" y="844"/>
                  </a:lnTo>
                  <a:lnTo>
                    <a:pt x="5660" y="1483"/>
                  </a:lnTo>
                  <a:lnTo>
                    <a:pt x="5505" y="1976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59"/>
            <p:cNvSpPr/>
            <p:nvPr/>
          </p:nvSpPr>
          <p:spPr>
            <a:xfrm>
              <a:off x="2181240" y="1428621"/>
              <a:ext cx="7111" cy="4034"/>
            </a:xfrm>
            <a:custGeom>
              <a:avLst/>
              <a:pathLst>
                <a:path w="7111" h="4034">
                  <a:moveTo>
                    <a:pt x="6714" y="3885"/>
                  </a:moveTo>
                  <a:lnTo>
                    <a:pt x="6148" y="4034"/>
                  </a:lnTo>
                  <a:lnTo>
                    <a:pt x="5049" y="3865"/>
                  </a:lnTo>
                  <a:lnTo>
                    <a:pt x="907" y="2546"/>
                  </a:lnTo>
                  <a:lnTo>
                    <a:pt x="201" y="2005"/>
                  </a:lnTo>
                  <a:lnTo>
                    <a:pt x="0" y="1608"/>
                  </a:lnTo>
                  <a:lnTo>
                    <a:pt x="941" y="1129"/>
                  </a:lnTo>
                  <a:lnTo>
                    <a:pt x="1297" y="618"/>
                  </a:lnTo>
                  <a:lnTo>
                    <a:pt x="2348" y="0"/>
                  </a:lnTo>
                  <a:lnTo>
                    <a:pt x="4202" y="4"/>
                  </a:lnTo>
                  <a:lnTo>
                    <a:pt x="6147" y="1513"/>
                  </a:lnTo>
                  <a:lnTo>
                    <a:pt x="7062" y="2876"/>
                  </a:lnTo>
                  <a:lnTo>
                    <a:pt x="7111" y="3478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0"/>
            <p:cNvSpPr/>
            <p:nvPr/>
          </p:nvSpPr>
          <p:spPr>
            <a:xfrm>
              <a:off x="2069729" y="1405187"/>
              <a:ext cx="15366" cy="11789"/>
            </a:xfrm>
            <a:custGeom>
              <a:avLst/>
              <a:pathLst>
                <a:path w="15366" h="11789">
                  <a:moveTo>
                    <a:pt x="9470" y="11630"/>
                  </a:moveTo>
                  <a:lnTo>
                    <a:pt x="7141" y="11789"/>
                  </a:lnTo>
                  <a:lnTo>
                    <a:pt x="3122" y="10893"/>
                  </a:lnTo>
                  <a:lnTo>
                    <a:pt x="731" y="9166"/>
                  </a:lnTo>
                  <a:lnTo>
                    <a:pt x="0" y="8337"/>
                  </a:lnTo>
                  <a:lnTo>
                    <a:pt x="71" y="7961"/>
                  </a:lnTo>
                  <a:lnTo>
                    <a:pt x="485" y="7590"/>
                  </a:lnTo>
                  <a:lnTo>
                    <a:pt x="1062" y="6468"/>
                  </a:lnTo>
                  <a:lnTo>
                    <a:pt x="2431" y="3227"/>
                  </a:lnTo>
                  <a:lnTo>
                    <a:pt x="2944" y="2368"/>
                  </a:lnTo>
                  <a:lnTo>
                    <a:pt x="5099" y="499"/>
                  </a:lnTo>
                  <a:lnTo>
                    <a:pt x="6678" y="0"/>
                  </a:lnTo>
                  <a:lnTo>
                    <a:pt x="10029" y="160"/>
                  </a:lnTo>
                  <a:lnTo>
                    <a:pt x="11974" y="1125"/>
                  </a:lnTo>
                  <a:lnTo>
                    <a:pt x="12787" y="1747"/>
                  </a:lnTo>
                  <a:lnTo>
                    <a:pt x="13367" y="2494"/>
                  </a:lnTo>
                  <a:lnTo>
                    <a:pt x="13937" y="4162"/>
                  </a:lnTo>
                  <a:lnTo>
                    <a:pt x="14078" y="5244"/>
                  </a:lnTo>
                  <a:lnTo>
                    <a:pt x="15056" y="6478"/>
                  </a:lnTo>
                  <a:lnTo>
                    <a:pt x="15349" y="7191"/>
                  </a:lnTo>
                  <a:lnTo>
                    <a:pt x="15366" y="7889"/>
                  </a:lnTo>
                  <a:lnTo>
                    <a:pt x="15093" y="8594"/>
                  </a:lnTo>
                  <a:lnTo>
                    <a:pt x="14532" y="9306"/>
                  </a:lnTo>
                  <a:lnTo>
                    <a:pt x="13246" y="10347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1"/>
            <p:cNvSpPr/>
            <p:nvPr/>
          </p:nvSpPr>
          <p:spPr>
            <a:xfrm>
              <a:off x="2171999" y="1399275"/>
              <a:ext cx="38699" cy="29351"/>
            </a:xfrm>
            <a:custGeom>
              <a:avLst/>
              <a:pathLst>
                <a:path w="38699" h="29351">
                  <a:moveTo>
                    <a:pt x="37723" y="17791"/>
                  </a:moveTo>
                  <a:lnTo>
                    <a:pt x="38516" y="20036"/>
                  </a:lnTo>
                  <a:lnTo>
                    <a:pt x="38660" y="20941"/>
                  </a:lnTo>
                  <a:lnTo>
                    <a:pt x="38699" y="22857"/>
                  </a:lnTo>
                  <a:lnTo>
                    <a:pt x="38361" y="25354"/>
                  </a:lnTo>
                  <a:lnTo>
                    <a:pt x="38135" y="25812"/>
                  </a:lnTo>
                  <a:lnTo>
                    <a:pt x="37808" y="26024"/>
                  </a:lnTo>
                  <a:lnTo>
                    <a:pt x="37652" y="26667"/>
                  </a:lnTo>
                  <a:lnTo>
                    <a:pt x="37666" y="27745"/>
                  </a:lnTo>
                  <a:lnTo>
                    <a:pt x="37346" y="28401"/>
                  </a:lnTo>
                  <a:lnTo>
                    <a:pt x="36691" y="28637"/>
                  </a:lnTo>
                  <a:lnTo>
                    <a:pt x="32269" y="29130"/>
                  </a:lnTo>
                  <a:lnTo>
                    <a:pt x="29536" y="29035"/>
                  </a:lnTo>
                  <a:lnTo>
                    <a:pt x="25482" y="29351"/>
                  </a:lnTo>
                  <a:lnTo>
                    <a:pt x="23474" y="29189"/>
                  </a:lnTo>
                  <a:lnTo>
                    <a:pt x="22159" y="28660"/>
                  </a:lnTo>
                  <a:lnTo>
                    <a:pt x="20248" y="27482"/>
                  </a:lnTo>
                  <a:lnTo>
                    <a:pt x="16208" y="24701"/>
                  </a:lnTo>
                  <a:lnTo>
                    <a:pt x="14170" y="24604"/>
                  </a:lnTo>
                  <a:lnTo>
                    <a:pt x="9059" y="23627"/>
                  </a:lnTo>
                  <a:lnTo>
                    <a:pt x="6236" y="20610"/>
                  </a:lnTo>
                  <a:lnTo>
                    <a:pt x="5156" y="20071"/>
                  </a:lnTo>
                  <a:lnTo>
                    <a:pt x="4065" y="20971"/>
                  </a:lnTo>
                  <a:lnTo>
                    <a:pt x="3768" y="20768"/>
                  </a:lnTo>
                  <a:lnTo>
                    <a:pt x="3468" y="20161"/>
                  </a:lnTo>
                  <a:lnTo>
                    <a:pt x="3164" y="19150"/>
                  </a:lnTo>
                  <a:lnTo>
                    <a:pt x="2631" y="18632"/>
                  </a:lnTo>
                  <a:lnTo>
                    <a:pt x="490" y="18901"/>
                  </a:lnTo>
                  <a:lnTo>
                    <a:pt x="104" y="18561"/>
                  </a:lnTo>
                  <a:lnTo>
                    <a:pt x="0" y="17677"/>
                  </a:lnTo>
                  <a:lnTo>
                    <a:pt x="33" y="16906"/>
                  </a:lnTo>
                  <a:lnTo>
                    <a:pt x="417" y="15699"/>
                  </a:lnTo>
                  <a:lnTo>
                    <a:pt x="2674" y="12370"/>
                  </a:lnTo>
                  <a:lnTo>
                    <a:pt x="3791" y="12136"/>
                  </a:lnTo>
                  <a:lnTo>
                    <a:pt x="5173" y="11522"/>
                  </a:lnTo>
                  <a:lnTo>
                    <a:pt x="5937" y="9724"/>
                  </a:lnTo>
                  <a:lnTo>
                    <a:pt x="5857" y="8029"/>
                  </a:lnTo>
                  <a:lnTo>
                    <a:pt x="7958" y="5503"/>
                  </a:lnTo>
                  <a:lnTo>
                    <a:pt x="9210" y="4757"/>
                  </a:lnTo>
                  <a:lnTo>
                    <a:pt x="11461" y="2995"/>
                  </a:lnTo>
                  <a:lnTo>
                    <a:pt x="19127" y="242"/>
                  </a:lnTo>
                  <a:lnTo>
                    <a:pt x="21242" y="0"/>
                  </a:lnTo>
                  <a:lnTo>
                    <a:pt x="24074" y="206"/>
                  </a:lnTo>
                  <a:lnTo>
                    <a:pt x="26806" y="1083"/>
                  </a:lnTo>
                  <a:lnTo>
                    <a:pt x="28911" y="2539"/>
                  </a:lnTo>
                  <a:lnTo>
                    <a:pt x="33200" y="6132"/>
                  </a:lnTo>
                  <a:lnTo>
                    <a:pt x="35153" y="8303"/>
                  </a:lnTo>
                  <a:lnTo>
                    <a:pt x="36189" y="10533"/>
                  </a:lnTo>
                  <a:lnTo>
                    <a:pt x="37123" y="11813"/>
                  </a:lnTo>
                  <a:lnTo>
                    <a:pt x="38278" y="14572"/>
                  </a:lnTo>
                  <a:lnTo>
                    <a:pt x="37856" y="15651"/>
                  </a:lnTo>
                  <a:lnTo>
                    <a:pt x="37609" y="17104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2"/>
            <p:cNvSpPr/>
            <p:nvPr/>
          </p:nvSpPr>
          <p:spPr>
            <a:xfrm>
              <a:off x="2166803" y="1398548"/>
              <a:ext cx="13089" cy="8436"/>
            </a:xfrm>
            <a:custGeom>
              <a:avLst/>
              <a:pathLst>
                <a:path w="13089" h="8436">
                  <a:moveTo>
                    <a:pt x="11625" y="4270"/>
                  </a:moveTo>
                  <a:lnTo>
                    <a:pt x="10664" y="5241"/>
                  </a:lnTo>
                  <a:lnTo>
                    <a:pt x="9674" y="5313"/>
                  </a:lnTo>
                  <a:lnTo>
                    <a:pt x="8343" y="4393"/>
                  </a:lnTo>
                  <a:lnTo>
                    <a:pt x="6898" y="4739"/>
                  </a:lnTo>
                  <a:lnTo>
                    <a:pt x="4919" y="6599"/>
                  </a:lnTo>
                  <a:lnTo>
                    <a:pt x="4215" y="7696"/>
                  </a:lnTo>
                  <a:lnTo>
                    <a:pt x="3674" y="8092"/>
                  </a:lnTo>
                  <a:lnTo>
                    <a:pt x="2017" y="8436"/>
                  </a:lnTo>
                  <a:lnTo>
                    <a:pt x="1302" y="8124"/>
                  </a:lnTo>
                  <a:lnTo>
                    <a:pt x="629" y="7150"/>
                  </a:lnTo>
                  <a:lnTo>
                    <a:pt x="0" y="5513"/>
                  </a:lnTo>
                  <a:lnTo>
                    <a:pt x="466" y="4279"/>
                  </a:lnTo>
                  <a:lnTo>
                    <a:pt x="2029" y="3448"/>
                  </a:lnTo>
                  <a:lnTo>
                    <a:pt x="6142" y="2097"/>
                  </a:lnTo>
                  <a:lnTo>
                    <a:pt x="7317" y="1427"/>
                  </a:lnTo>
                  <a:lnTo>
                    <a:pt x="7446" y="706"/>
                  </a:lnTo>
                  <a:lnTo>
                    <a:pt x="7692" y="230"/>
                  </a:lnTo>
                  <a:lnTo>
                    <a:pt x="8055" y="0"/>
                  </a:lnTo>
                  <a:lnTo>
                    <a:pt x="10800" y="1214"/>
                  </a:lnTo>
                  <a:lnTo>
                    <a:pt x="12103" y="2034"/>
                  </a:lnTo>
                  <a:lnTo>
                    <a:pt x="13089" y="2963"/>
                  </a:lnTo>
                  <a:lnTo>
                    <a:pt x="12982" y="3332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3"/>
            <p:cNvSpPr/>
            <p:nvPr/>
          </p:nvSpPr>
          <p:spPr>
            <a:xfrm>
              <a:off x="1867930" y="1390189"/>
              <a:ext cx="4469" cy="5817"/>
            </a:xfrm>
            <a:custGeom>
              <a:avLst/>
              <a:pathLst>
                <a:path w="4469" h="5817">
                  <a:moveTo>
                    <a:pt x="2032" y="5680"/>
                  </a:moveTo>
                  <a:lnTo>
                    <a:pt x="1068" y="5817"/>
                  </a:lnTo>
                  <a:lnTo>
                    <a:pt x="0" y="5485"/>
                  </a:lnTo>
                  <a:lnTo>
                    <a:pt x="244" y="4727"/>
                  </a:lnTo>
                  <a:lnTo>
                    <a:pt x="2648" y="2659"/>
                  </a:lnTo>
                  <a:lnTo>
                    <a:pt x="2782" y="2067"/>
                  </a:lnTo>
                  <a:lnTo>
                    <a:pt x="2749" y="1585"/>
                  </a:lnTo>
                  <a:lnTo>
                    <a:pt x="2450" y="1020"/>
                  </a:lnTo>
                  <a:lnTo>
                    <a:pt x="3058" y="297"/>
                  </a:lnTo>
                  <a:lnTo>
                    <a:pt x="4034" y="0"/>
                  </a:lnTo>
                  <a:lnTo>
                    <a:pt x="4357" y="281"/>
                  </a:lnTo>
                  <a:lnTo>
                    <a:pt x="4469" y="910"/>
                  </a:lnTo>
                  <a:lnTo>
                    <a:pt x="4245" y="2747"/>
                  </a:lnTo>
                  <a:lnTo>
                    <a:pt x="3944" y="3635"/>
                  </a:lnTo>
                  <a:lnTo>
                    <a:pt x="3528" y="4394"/>
                  </a:lnTo>
                  <a:lnTo>
                    <a:pt x="2890" y="5075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4"/>
            <p:cNvSpPr/>
            <p:nvPr/>
          </p:nvSpPr>
          <p:spPr>
            <a:xfrm>
              <a:off x="2192957" y="1388448"/>
              <a:ext cx="7464" cy="7315"/>
            </a:xfrm>
            <a:custGeom>
              <a:avLst/>
              <a:pathLst>
                <a:path w="7464" h="7315">
                  <a:moveTo>
                    <a:pt x="4623" y="7302"/>
                  </a:moveTo>
                  <a:lnTo>
                    <a:pt x="3416" y="7315"/>
                  </a:lnTo>
                  <a:lnTo>
                    <a:pt x="1847" y="6700"/>
                  </a:lnTo>
                  <a:lnTo>
                    <a:pt x="1405" y="6058"/>
                  </a:lnTo>
                  <a:lnTo>
                    <a:pt x="1067" y="5178"/>
                  </a:lnTo>
                  <a:lnTo>
                    <a:pt x="833" y="4061"/>
                  </a:lnTo>
                  <a:lnTo>
                    <a:pt x="507" y="3168"/>
                  </a:lnTo>
                  <a:lnTo>
                    <a:pt x="87" y="2499"/>
                  </a:lnTo>
                  <a:lnTo>
                    <a:pt x="0" y="1940"/>
                  </a:lnTo>
                  <a:lnTo>
                    <a:pt x="245" y="1491"/>
                  </a:lnTo>
                  <a:lnTo>
                    <a:pt x="758" y="1240"/>
                  </a:lnTo>
                  <a:lnTo>
                    <a:pt x="1929" y="1158"/>
                  </a:lnTo>
                  <a:lnTo>
                    <a:pt x="4483" y="0"/>
                  </a:lnTo>
                  <a:lnTo>
                    <a:pt x="4967" y="125"/>
                  </a:lnTo>
                  <a:lnTo>
                    <a:pt x="5305" y="738"/>
                  </a:lnTo>
                  <a:lnTo>
                    <a:pt x="5649" y="2344"/>
                  </a:lnTo>
                  <a:lnTo>
                    <a:pt x="6015" y="3296"/>
                  </a:lnTo>
                  <a:lnTo>
                    <a:pt x="7021" y="5037"/>
                  </a:lnTo>
                  <a:lnTo>
                    <a:pt x="7464" y="6156"/>
                  </a:lnTo>
                  <a:lnTo>
                    <a:pt x="7369" y="6504"/>
                  </a:lnTo>
                  <a:lnTo>
                    <a:pt x="7054" y="6811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5"/>
            <p:cNvSpPr/>
            <p:nvPr/>
          </p:nvSpPr>
          <p:spPr>
            <a:xfrm>
              <a:off x="1890713" y="1384942"/>
              <a:ext cx="23389" cy="17719"/>
            </a:xfrm>
            <a:custGeom>
              <a:avLst/>
              <a:pathLst>
                <a:path w="23389" h="17719">
                  <a:moveTo>
                    <a:pt x="13159" y="15820"/>
                  </a:moveTo>
                  <a:lnTo>
                    <a:pt x="9633" y="17719"/>
                  </a:lnTo>
                  <a:lnTo>
                    <a:pt x="7125" y="17521"/>
                  </a:lnTo>
                  <a:lnTo>
                    <a:pt x="3799" y="16126"/>
                  </a:lnTo>
                  <a:lnTo>
                    <a:pt x="1092" y="15653"/>
                  </a:lnTo>
                  <a:lnTo>
                    <a:pt x="139" y="15190"/>
                  </a:lnTo>
                  <a:lnTo>
                    <a:pt x="0" y="14708"/>
                  </a:lnTo>
                  <a:lnTo>
                    <a:pt x="918" y="13372"/>
                  </a:lnTo>
                  <a:lnTo>
                    <a:pt x="2070" y="12305"/>
                  </a:lnTo>
                  <a:lnTo>
                    <a:pt x="4826" y="10209"/>
                  </a:lnTo>
                  <a:lnTo>
                    <a:pt x="9483" y="6171"/>
                  </a:lnTo>
                  <a:lnTo>
                    <a:pt x="12531" y="4642"/>
                  </a:lnTo>
                  <a:lnTo>
                    <a:pt x="15522" y="3563"/>
                  </a:lnTo>
                  <a:lnTo>
                    <a:pt x="18574" y="1152"/>
                  </a:lnTo>
                  <a:lnTo>
                    <a:pt x="20263" y="78"/>
                  </a:lnTo>
                  <a:lnTo>
                    <a:pt x="21728" y="0"/>
                  </a:lnTo>
                  <a:lnTo>
                    <a:pt x="23223" y="463"/>
                  </a:lnTo>
                  <a:lnTo>
                    <a:pt x="23389" y="1119"/>
                  </a:lnTo>
                  <a:lnTo>
                    <a:pt x="21819" y="4406"/>
                  </a:lnTo>
                  <a:lnTo>
                    <a:pt x="20713" y="5730"/>
                  </a:lnTo>
                  <a:lnTo>
                    <a:pt x="18556" y="9149"/>
                  </a:lnTo>
                  <a:lnTo>
                    <a:pt x="14413" y="14889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6"/>
            <p:cNvSpPr/>
            <p:nvPr/>
          </p:nvSpPr>
          <p:spPr>
            <a:xfrm>
              <a:off x="2380553" y="1384031"/>
              <a:ext cx="10532" cy="9463"/>
            </a:xfrm>
            <a:custGeom>
              <a:avLst/>
              <a:pathLst>
                <a:path w="10532" h="9463">
                  <a:moveTo>
                    <a:pt x="7843" y="6501"/>
                  </a:moveTo>
                  <a:lnTo>
                    <a:pt x="7983" y="8241"/>
                  </a:lnTo>
                  <a:lnTo>
                    <a:pt x="7086" y="8161"/>
                  </a:lnTo>
                  <a:lnTo>
                    <a:pt x="4233" y="9300"/>
                  </a:lnTo>
                  <a:lnTo>
                    <a:pt x="1902" y="9463"/>
                  </a:lnTo>
                  <a:lnTo>
                    <a:pt x="739" y="8952"/>
                  </a:lnTo>
                  <a:lnTo>
                    <a:pt x="0" y="7760"/>
                  </a:lnTo>
                  <a:lnTo>
                    <a:pt x="1819" y="5541"/>
                  </a:lnTo>
                  <a:lnTo>
                    <a:pt x="3910" y="3990"/>
                  </a:lnTo>
                  <a:lnTo>
                    <a:pt x="6421" y="1581"/>
                  </a:lnTo>
                  <a:lnTo>
                    <a:pt x="8507" y="0"/>
                  </a:lnTo>
                  <a:lnTo>
                    <a:pt x="9536" y="331"/>
                  </a:lnTo>
                  <a:lnTo>
                    <a:pt x="10532" y="1170"/>
                  </a:lnTo>
                  <a:lnTo>
                    <a:pt x="9283" y="3559"/>
                  </a:lnTo>
                  <a:lnTo>
                    <a:pt x="7923" y="4749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7"/>
            <p:cNvSpPr/>
            <p:nvPr/>
          </p:nvSpPr>
          <p:spPr>
            <a:xfrm>
              <a:off x="2075669" y="1379139"/>
              <a:ext cx="29591" cy="16194"/>
            </a:xfrm>
            <a:custGeom>
              <a:avLst/>
              <a:pathLst>
                <a:path w="29591" h="16194">
                  <a:moveTo>
                    <a:pt x="26884" y="8763"/>
                  </a:moveTo>
                  <a:lnTo>
                    <a:pt x="29469" y="10577"/>
                  </a:lnTo>
                  <a:lnTo>
                    <a:pt x="29591" y="10994"/>
                  </a:lnTo>
                  <a:lnTo>
                    <a:pt x="29104" y="11339"/>
                  </a:lnTo>
                  <a:lnTo>
                    <a:pt x="25764" y="12301"/>
                  </a:lnTo>
                  <a:lnTo>
                    <a:pt x="24465" y="13069"/>
                  </a:lnTo>
                  <a:lnTo>
                    <a:pt x="23379" y="14865"/>
                  </a:lnTo>
                  <a:lnTo>
                    <a:pt x="22538" y="15697"/>
                  </a:lnTo>
                  <a:lnTo>
                    <a:pt x="18047" y="16194"/>
                  </a:lnTo>
                  <a:lnTo>
                    <a:pt x="13466" y="16171"/>
                  </a:lnTo>
                  <a:lnTo>
                    <a:pt x="14330" y="14435"/>
                  </a:lnTo>
                  <a:lnTo>
                    <a:pt x="16838" y="11601"/>
                  </a:lnTo>
                  <a:lnTo>
                    <a:pt x="14863" y="10430"/>
                  </a:lnTo>
                  <a:lnTo>
                    <a:pt x="7851" y="12383"/>
                  </a:lnTo>
                  <a:lnTo>
                    <a:pt x="5192" y="11180"/>
                  </a:lnTo>
                  <a:lnTo>
                    <a:pt x="7468" y="8110"/>
                  </a:lnTo>
                  <a:lnTo>
                    <a:pt x="5201" y="7828"/>
                  </a:lnTo>
                  <a:lnTo>
                    <a:pt x="2018" y="7815"/>
                  </a:lnTo>
                  <a:lnTo>
                    <a:pt x="0" y="5997"/>
                  </a:lnTo>
                  <a:lnTo>
                    <a:pt x="683" y="3816"/>
                  </a:lnTo>
                  <a:lnTo>
                    <a:pt x="4861" y="2614"/>
                  </a:lnTo>
                  <a:lnTo>
                    <a:pt x="10298" y="1574"/>
                  </a:lnTo>
                  <a:lnTo>
                    <a:pt x="16138" y="0"/>
                  </a:lnTo>
                  <a:lnTo>
                    <a:pt x="20706" y="131"/>
                  </a:lnTo>
                  <a:lnTo>
                    <a:pt x="22482" y="881"/>
                  </a:lnTo>
                  <a:lnTo>
                    <a:pt x="23074" y="3399"/>
                  </a:lnTo>
                  <a:lnTo>
                    <a:pt x="23643" y="6394"/>
                  </a:lnTo>
                  <a:lnTo>
                    <a:pt x="24437" y="6650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8"/>
            <p:cNvSpPr/>
            <p:nvPr/>
          </p:nvSpPr>
          <p:spPr>
            <a:xfrm>
              <a:off x="2073238" y="1368659"/>
              <a:ext cx="19367" cy="10042"/>
            </a:xfrm>
            <a:custGeom>
              <a:avLst/>
              <a:pathLst>
                <a:path w="19367" h="10042">
                  <a:moveTo>
                    <a:pt x="7159" y="2452"/>
                  </a:moveTo>
                  <a:lnTo>
                    <a:pt x="7768" y="2615"/>
                  </a:lnTo>
                  <a:lnTo>
                    <a:pt x="9648" y="2027"/>
                  </a:lnTo>
                  <a:lnTo>
                    <a:pt x="10862" y="1921"/>
                  </a:lnTo>
                  <a:lnTo>
                    <a:pt x="12215" y="3034"/>
                  </a:lnTo>
                  <a:lnTo>
                    <a:pt x="12566" y="3760"/>
                  </a:lnTo>
                  <a:lnTo>
                    <a:pt x="17434" y="5574"/>
                  </a:lnTo>
                  <a:lnTo>
                    <a:pt x="19147" y="6390"/>
                  </a:lnTo>
                  <a:lnTo>
                    <a:pt x="19367" y="6932"/>
                  </a:lnTo>
                  <a:lnTo>
                    <a:pt x="18757" y="7710"/>
                  </a:lnTo>
                  <a:lnTo>
                    <a:pt x="17319" y="8724"/>
                  </a:lnTo>
                  <a:lnTo>
                    <a:pt x="15938" y="9413"/>
                  </a:lnTo>
                  <a:lnTo>
                    <a:pt x="13954" y="9959"/>
                  </a:lnTo>
                  <a:lnTo>
                    <a:pt x="4101" y="10042"/>
                  </a:lnTo>
                  <a:lnTo>
                    <a:pt x="3029" y="9795"/>
                  </a:lnTo>
                  <a:lnTo>
                    <a:pt x="2410" y="8893"/>
                  </a:lnTo>
                  <a:lnTo>
                    <a:pt x="1191" y="5530"/>
                  </a:lnTo>
                  <a:lnTo>
                    <a:pt x="326" y="3721"/>
                  </a:lnTo>
                  <a:lnTo>
                    <a:pt x="0" y="2464"/>
                  </a:lnTo>
                  <a:lnTo>
                    <a:pt x="213" y="1761"/>
                  </a:lnTo>
                  <a:lnTo>
                    <a:pt x="1266" y="1056"/>
                  </a:lnTo>
                  <a:lnTo>
                    <a:pt x="4909" y="0"/>
                  </a:lnTo>
                  <a:lnTo>
                    <a:pt x="6521" y="0"/>
                  </a:lnTo>
                  <a:lnTo>
                    <a:pt x="7534" y="269"/>
                  </a:lnTo>
                  <a:lnTo>
                    <a:pt x="7946" y="808"/>
                  </a:lnTo>
                  <a:lnTo>
                    <a:pt x="7821" y="1535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69"/>
            <p:cNvSpPr/>
            <p:nvPr/>
          </p:nvSpPr>
          <p:spPr>
            <a:xfrm>
              <a:off x="2095518" y="1367840"/>
              <a:ext cx="67393" cy="50531"/>
            </a:xfrm>
            <a:custGeom>
              <a:avLst/>
              <a:pathLst>
                <a:path w="67393" h="50531">
                  <a:moveTo>
                    <a:pt x="62890" y="6717"/>
                  </a:moveTo>
                  <a:lnTo>
                    <a:pt x="63028" y="8037"/>
                  </a:lnTo>
                  <a:lnTo>
                    <a:pt x="62879" y="9055"/>
                  </a:lnTo>
                  <a:lnTo>
                    <a:pt x="62444" y="9772"/>
                  </a:lnTo>
                  <a:lnTo>
                    <a:pt x="62423" y="10596"/>
                  </a:lnTo>
                  <a:lnTo>
                    <a:pt x="62818" y="11528"/>
                  </a:lnTo>
                  <a:lnTo>
                    <a:pt x="64467" y="13877"/>
                  </a:lnTo>
                  <a:lnTo>
                    <a:pt x="64991" y="15138"/>
                  </a:lnTo>
                  <a:lnTo>
                    <a:pt x="65070" y="16403"/>
                  </a:lnTo>
                  <a:lnTo>
                    <a:pt x="64987" y="17269"/>
                  </a:lnTo>
                  <a:lnTo>
                    <a:pt x="63969" y="18946"/>
                  </a:lnTo>
                  <a:lnTo>
                    <a:pt x="63519" y="21118"/>
                  </a:lnTo>
                  <a:lnTo>
                    <a:pt x="63492" y="22269"/>
                  </a:lnTo>
                  <a:lnTo>
                    <a:pt x="64098" y="24067"/>
                  </a:lnTo>
                  <a:lnTo>
                    <a:pt x="64115" y="24903"/>
                  </a:lnTo>
                  <a:lnTo>
                    <a:pt x="62973" y="26335"/>
                  </a:lnTo>
                  <a:lnTo>
                    <a:pt x="60551" y="27584"/>
                  </a:lnTo>
                  <a:lnTo>
                    <a:pt x="60893" y="28241"/>
                  </a:lnTo>
                  <a:lnTo>
                    <a:pt x="66116" y="29823"/>
                  </a:lnTo>
                  <a:lnTo>
                    <a:pt x="66511" y="30179"/>
                  </a:lnTo>
                  <a:lnTo>
                    <a:pt x="66485" y="33737"/>
                  </a:lnTo>
                  <a:lnTo>
                    <a:pt x="67393" y="37646"/>
                  </a:lnTo>
                  <a:lnTo>
                    <a:pt x="67054" y="37722"/>
                  </a:lnTo>
                  <a:lnTo>
                    <a:pt x="65799" y="36499"/>
                  </a:lnTo>
                  <a:lnTo>
                    <a:pt x="63478" y="35047"/>
                  </a:lnTo>
                  <a:lnTo>
                    <a:pt x="60703" y="37755"/>
                  </a:lnTo>
                  <a:lnTo>
                    <a:pt x="61017" y="42359"/>
                  </a:lnTo>
                  <a:lnTo>
                    <a:pt x="62842" y="44413"/>
                  </a:lnTo>
                  <a:lnTo>
                    <a:pt x="63397" y="45584"/>
                  </a:lnTo>
                  <a:lnTo>
                    <a:pt x="63219" y="46290"/>
                  </a:lnTo>
                  <a:lnTo>
                    <a:pt x="61676" y="46604"/>
                  </a:lnTo>
                  <a:lnTo>
                    <a:pt x="61141" y="46451"/>
                  </a:lnTo>
                  <a:lnTo>
                    <a:pt x="59560" y="45522"/>
                  </a:lnTo>
                  <a:lnTo>
                    <a:pt x="58641" y="44117"/>
                  </a:lnTo>
                  <a:lnTo>
                    <a:pt x="58352" y="44166"/>
                  </a:lnTo>
                  <a:lnTo>
                    <a:pt x="58068" y="44844"/>
                  </a:lnTo>
                  <a:lnTo>
                    <a:pt x="58253" y="45531"/>
                  </a:lnTo>
                  <a:lnTo>
                    <a:pt x="59323" y="46780"/>
                  </a:lnTo>
                  <a:lnTo>
                    <a:pt x="59776" y="48273"/>
                  </a:lnTo>
                  <a:lnTo>
                    <a:pt x="59301" y="48698"/>
                  </a:lnTo>
                  <a:lnTo>
                    <a:pt x="57707" y="49084"/>
                  </a:lnTo>
                  <a:lnTo>
                    <a:pt x="55558" y="49100"/>
                  </a:lnTo>
                  <a:lnTo>
                    <a:pt x="52183" y="49775"/>
                  </a:lnTo>
                  <a:lnTo>
                    <a:pt x="50519" y="49879"/>
                  </a:lnTo>
                  <a:lnTo>
                    <a:pt x="48898" y="49514"/>
                  </a:lnTo>
                  <a:lnTo>
                    <a:pt x="46736" y="49428"/>
                  </a:lnTo>
                  <a:lnTo>
                    <a:pt x="44937" y="49586"/>
                  </a:lnTo>
                  <a:lnTo>
                    <a:pt x="43838" y="49289"/>
                  </a:lnTo>
                  <a:lnTo>
                    <a:pt x="42836" y="48591"/>
                  </a:lnTo>
                  <a:lnTo>
                    <a:pt x="41670" y="48758"/>
                  </a:lnTo>
                  <a:lnTo>
                    <a:pt x="39124" y="50531"/>
                  </a:lnTo>
                  <a:lnTo>
                    <a:pt x="35179" y="49967"/>
                  </a:lnTo>
                  <a:lnTo>
                    <a:pt x="31628" y="49823"/>
                  </a:lnTo>
                  <a:lnTo>
                    <a:pt x="30914" y="49232"/>
                  </a:lnTo>
                  <a:lnTo>
                    <a:pt x="30119" y="48079"/>
                  </a:lnTo>
                  <a:lnTo>
                    <a:pt x="28554" y="44483"/>
                  </a:lnTo>
                  <a:lnTo>
                    <a:pt x="28850" y="43577"/>
                  </a:lnTo>
                  <a:lnTo>
                    <a:pt x="32644" y="43088"/>
                  </a:lnTo>
                  <a:lnTo>
                    <a:pt x="32722" y="42778"/>
                  </a:lnTo>
                  <a:lnTo>
                    <a:pt x="30027" y="41495"/>
                  </a:lnTo>
                  <a:lnTo>
                    <a:pt x="26933" y="40553"/>
                  </a:lnTo>
                  <a:lnTo>
                    <a:pt x="25498" y="39811"/>
                  </a:lnTo>
                  <a:lnTo>
                    <a:pt x="25830" y="38399"/>
                  </a:lnTo>
                  <a:lnTo>
                    <a:pt x="25735" y="38044"/>
                  </a:lnTo>
                  <a:lnTo>
                    <a:pt x="31070" y="36429"/>
                  </a:lnTo>
                  <a:lnTo>
                    <a:pt x="34949" y="33252"/>
                  </a:lnTo>
                  <a:lnTo>
                    <a:pt x="37356" y="31959"/>
                  </a:lnTo>
                  <a:lnTo>
                    <a:pt x="37531" y="31335"/>
                  </a:lnTo>
                  <a:lnTo>
                    <a:pt x="39565" y="30685"/>
                  </a:lnTo>
                  <a:lnTo>
                    <a:pt x="44276" y="30294"/>
                  </a:lnTo>
                  <a:lnTo>
                    <a:pt x="44459" y="29414"/>
                  </a:lnTo>
                  <a:lnTo>
                    <a:pt x="35567" y="29921"/>
                  </a:lnTo>
                  <a:lnTo>
                    <a:pt x="23393" y="31718"/>
                  </a:lnTo>
                  <a:lnTo>
                    <a:pt x="19628" y="32604"/>
                  </a:lnTo>
                  <a:lnTo>
                    <a:pt x="16488" y="32088"/>
                  </a:lnTo>
                  <a:lnTo>
                    <a:pt x="3160" y="34874"/>
                  </a:lnTo>
                  <a:lnTo>
                    <a:pt x="2592" y="34873"/>
                  </a:lnTo>
                  <a:lnTo>
                    <a:pt x="1198" y="33988"/>
                  </a:lnTo>
                  <a:lnTo>
                    <a:pt x="0" y="32332"/>
                  </a:lnTo>
                  <a:lnTo>
                    <a:pt x="859" y="31177"/>
                  </a:lnTo>
                  <a:lnTo>
                    <a:pt x="4773" y="28987"/>
                  </a:lnTo>
                  <a:lnTo>
                    <a:pt x="6730" y="27070"/>
                  </a:lnTo>
                  <a:lnTo>
                    <a:pt x="6501" y="26034"/>
                  </a:lnTo>
                  <a:lnTo>
                    <a:pt x="8055" y="24194"/>
                  </a:lnTo>
                  <a:lnTo>
                    <a:pt x="10546" y="23934"/>
                  </a:lnTo>
                  <a:lnTo>
                    <a:pt x="14781" y="25447"/>
                  </a:lnTo>
                  <a:lnTo>
                    <a:pt x="16982" y="26946"/>
                  </a:lnTo>
                  <a:lnTo>
                    <a:pt x="18954" y="27647"/>
                  </a:lnTo>
                  <a:lnTo>
                    <a:pt x="20707" y="27509"/>
                  </a:lnTo>
                  <a:lnTo>
                    <a:pt x="22516" y="26458"/>
                  </a:lnTo>
                  <a:lnTo>
                    <a:pt x="22058" y="26341"/>
                  </a:lnTo>
                  <a:lnTo>
                    <a:pt x="18986" y="26895"/>
                  </a:lnTo>
                  <a:lnTo>
                    <a:pt x="18626" y="26734"/>
                  </a:lnTo>
                  <a:lnTo>
                    <a:pt x="17059" y="25057"/>
                  </a:lnTo>
                  <a:lnTo>
                    <a:pt x="16377" y="23991"/>
                  </a:lnTo>
                  <a:lnTo>
                    <a:pt x="15938" y="22923"/>
                  </a:lnTo>
                  <a:lnTo>
                    <a:pt x="15914" y="22168"/>
                  </a:lnTo>
                  <a:lnTo>
                    <a:pt x="16858" y="20739"/>
                  </a:lnTo>
                  <a:lnTo>
                    <a:pt x="13335" y="20268"/>
                  </a:lnTo>
                  <a:lnTo>
                    <a:pt x="12020" y="19280"/>
                  </a:lnTo>
                  <a:lnTo>
                    <a:pt x="11419" y="18047"/>
                  </a:lnTo>
                  <a:lnTo>
                    <a:pt x="11551" y="17510"/>
                  </a:lnTo>
                  <a:lnTo>
                    <a:pt x="12662" y="16067"/>
                  </a:lnTo>
                  <a:lnTo>
                    <a:pt x="15653" y="14081"/>
                  </a:lnTo>
                  <a:lnTo>
                    <a:pt x="15307" y="13533"/>
                  </a:lnTo>
                  <a:lnTo>
                    <a:pt x="10953" y="13576"/>
                  </a:lnTo>
                  <a:lnTo>
                    <a:pt x="9995" y="13318"/>
                  </a:lnTo>
                  <a:lnTo>
                    <a:pt x="8141" y="12085"/>
                  </a:lnTo>
                  <a:lnTo>
                    <a:pt x="8549" y="10715"/>
                  </a:lnTo>
                  <a:lnTo>
                    <a:pt x="10282" y="8711"/>
                  </a:lnTo>
                  <a:lnTo>
                    <a:pt x="11587" y="7529"/>
                  </a:lnTo>
                  <a:lnTo>
                    <a:pt x="12462" y="7167"/>
                  </a:lnTo>
                  <a:lnTo>
                    <a:pt x="13823" y="7175"/>
                  </a:lnTo>
                  <a:lnTo>
                    <a:pt x="17057" y="7947"/>
                  </a:lnTo>
                  <a:lnTo>
                    <a:pt x="17988" y="8372"/>
                  </a:lnTo>
                  <a:lnTo>
                    <a:pt x="20464" y="10303"/>
                  </a:lnTo>
                  <a:lnTo>
                    <a:pt x="21096" y="11405"/>
                  </a:lnTo>
                  <a:lnTo>
                    <a:pt x="21018" y="12467"/>
                  </a:lnTo>
                  <a:lnTo>
                    <a:pt x="21492" y="13246"/>
                  </a:lnTo>
                  <a:lnTo>
                    <a:pt x="23413" y="14383"/>
                  </a:lnTo>
                  <a:lnTo>
                    <a:pt x="31674" y="20276"/>
                  </a:lnTo>
                  <a:lnTo>
                    <a:pt x="33216" y="21671"/>
                  </a:lnTo>
                  <a:lnTo>
                    <a:pt x="34272" y="22288"/>
                  </a:lnTo>
                  <a:lnTo>
                    <a:pt x="36180" y="22741"/>
                  </a:lnTo>
                  <a:lnTo>
                    <a:pt x="37299" y="22647"/>
                  </a:lnTo>
                  <a:lnTo>
                    <a:pt x="38207" y="22232"/>
                  </a:lnTo>
                  <a:lnTo>
                    <a:pt x="38359" y="21692"/>
                  </a:lnTo>
                  <a:lnTo>
                    <a:pt x="34788" y="19630"/>
                  </a:lnTo>
                  <a:lnTo>
                    <a:pt x="33891" y="18534"/>
                  </a:lnTo>
                  <a:lnTo>
                    <a:pt x="33128" y="17038"/>
                  </a:lnTo>
                  <a:lnTo>
                    <a:pt x="33462" y="16556"/>
                  </a:lnTo>
                  <a:lnTo>
                    <a:pt x="34499" y="16389"/>
                  </a:lnTo>
                  <a:lnTo>
                    <a:pt x="37109" y="16583"/>
                  </a:lnTo>
                  <a:lnTo>
                    <a:pt x="40183" y="16179"/>
                  </a:lnTo>
                  <a:lnTo>
                    <a:pt x="36775" y="15550"/>
                  </a:lnTo>
                  <a:lnTo>
                    <a:pt x="34550" y="14715"/>
                  </a:lnTo>
                  <a:lnTo>
                    <a:pt x="32265" y="14675"/>
                  </a:lnTo>
                  <a:lnTo>
                    <a:pt x="29409" y="13336"/>
                  </a:lnTo>
                  <a:lnTo>
                    <a:pt x="29407" y="12917"/>
                  </a:lnTo>
                  <a:lnTo>
                    <a:pt x="30107" y="12490"/>
                  </a:lnTo>
                  <a:lnTo>
                    <a:pt x="33993" y="11896"/>
                  </a:lnTo>
                  <a:lnTo>
                    <a:pt x="34729" y="11640"/>
                  </a:lnTo>
                  <a:lnTo>
                    <a:pt x="34795" y="11269"/>
                  </a:lnTo>
                  <a:lnTo>
                    <a:pt x="33510" y="10373"/>
                  </a:lnTo>
                  <a:lnTo>
                    <a:pt x="32365" y="9886"/>
                  </a:lnTo>
                  <a:lnTo>
                    <a:pt x="26491" y="8802"/>
                  </a:lnTo>
                  <a:lnTo>
                    <a:pt x="24403" y="7589"/>
                  </a:lnTo>
                  <a:lnTo>
                    <a:pt x="23740" y="7010"/>
                  </a:lnTo>
                  <a:lnTo>
                    <a:pt x="23528" y="6452"/>
                  </a:lnTo>
                  <a:lnTo>
                    <a:pt x="24281" y="5022"/>
                  </a:lnTo>
                  <a:lnTo>
                    <a:pt x="27441" y="3227"/>
                  </a:lnTo>
                  <a:lnTo>
                    <a:pt x="29733" y="2371"/>
                  </a:lnTo>
                  <a:lnTo>
                    <a:pt x="33673" y="1745"/>
                  </a:lnTo>
                  <a:lnTo>
                    <a:pt x="36815" y="1820"/>
                  </a:lnTo>
                  <a:lnTo>
                    <a:pt x="38604" y="2060"/>
                  </a:lnTo>
                  <a:lnTo>
                    <a:pt x="42794" y="5099"/>
                  </a:lnTo>
                  <a:lnTo>
                    <a:pt x="44767" y="7097"/>
                  </a:lnTo>
                  <a:lnTo>
                    <a:pt x="48213" y="6745"/>
                  </a:lnTo>
                  <a:lnTo>
                    <a:pt x="47218" y="4647"/>
                  </a:lnTo>
                  <a:lnTo>
                    <a:pt x="46568" y="2343"/>
                  </a:lnTo>
                  <a:lnTo>
                    <a:pt x="47590" y="1497"/>
                  </a:lnTo>
                  <a:lnTo>
                    <a:pt x="50428" y="0"/>
                  </a:lnTo>
                  <a:lnTo>
                    <a:pt x="52690" y="782"/>
                  </a:lnTo>
                  <a:lnTo>
                    <a:pt x="55638" y="2810"/>
                  </a:lnTo>
                  <a:lnTo>
                    <a:pt x="56286" y="3501"/>
                  </a:lnTo>
                  <a:lnTo>
                    <a:pt x="59603" y="4755"/>
                  </a:lnTo>
                  <a:lnTo>
                    <a:pt x="61564" y="5172"/>
                  </a:lnTo>
                  <a:lnTo>
                    <a:pt x="62582" y="5843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0"/>
            <p:cNvSpPr/>
            <p:nvPr/>
          </p:nvSpPr>
          <p:spPr>
            <a:xfrm>
              <a:off x="2110134" y="1366107"/>
              <a:ext cx="16584" cy="5244"/>
            </a:xfrm>
            <a:custGeom>
              <a:avLst/>
              <a:pathLst>
                <a:path w="16584" h="5244">
                  <a:moveTo>
                    <a:pt x="4775" y="5116"/>
                  </a:moveTo>
                  <a:lnTo>
                    <a:pt x="1577" y="5244"/>
                  </a:lnTo>
                  <a:lnTo>
                    <a:pt x="99" y="4889"/>
                  </a:lnTo>
                  <a:lnTo>
                    <a:pt x="0" y="4370"/>
                  </a:lnTo>
                  <a:lnTo>
                    <a:pt x="1278" y="3686"/>
                  </a:lnTo>
                  <a:lnTo>
                    <a:pt x="5528" y="2572"/>
                  </a:lnTo>
                  <a:lnTo>
                    <a:pt x="8032" y="541"/>
                  </a:lnTo>
                  <a:lnTo>
                    <a:pt x="8966" y="289"/>
                  </a:lnTo>
                  <a:lnTo>
                    <a:pt x="12234" y="0"/>
                  </a:lnTo>
                  <a:lnTo>
                    <a:pt x="14139" y="63"/>
                  </a:lnTo>
                  <a:lnTo>
                    <a:pt x="16584" y="542"/>
                  </a:lnTo>
                  <a:lnTo>
                    <a:pt x="10692" y="3052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1"/>
            <p:cNvSpPr/>
            <p:nvPr/>
          </p:nvSpPr>
          <p:spPr>
            <a:xfrm>
              <a:off x="1912857" y="1364078"/>
              <a:ext cx="149548" cy="71486"/>
            </a:xfrm>
            <a:custGeom>
              <a:avLst/>
              <a:pathLst>
                <a:path w="149548" h="71486">
                  <a:moveTo>
                    <a:pt x="114855" y="22575"/>
                  </a:moveTo>
                  <a:lnTo>
                    <a:pt x="116411" y="22659"/>
                  </a:lnTo>
                  <a:lnTo>
                    <a:pt x="118231" y="22336"/>
                  </a:lnTo>
                  <a:lnTo>
                    <a:pt x="120286" y="22558"/>
                  </a:lnTo>
                  <a:lnTo>
                    <a:pt x="121216" y="23220"/>
                  </a:lnTo>
                  <a:lnTo>
                    <a:pt x="121875" y="24399"/>
                  </a:lnTo>
                  <a:lnTo>
                    <a:pt x="121902" y="25031"/>
                  </a:lnTo>
                  <a:lnTo>
                    <a:pt x="121772" y="25575"/>
                  </a:lnTo>
                  <a:lnTo>
                    <a:pt x="121484" y="26028"/>
                  </a:lnTo>
                  <a:lnTo>
                    <a:pt x="118828" y="29003"/>
                  </a:lnTo>
                  <a:lnTo>
                    <a:pt x="118207" y="30032"/>
                  </a:lnTo>
                  <a:lnTo>
                    <a:pt x="119067" y="30283"/>
                  </a:lnTo>
                  <a:lnTo>
                    <a:pt x="119481" y="30110"/>
                  </a:lnTo>
                  <a:lnTo>
                    <a:pt x="122133" y="27881"/>
                  </a:lnTo>
                  <a:lnTo>
                    <a:pt x="124128" y="27184"/>
                  </a:lnTo>
                  <a:lnTo>
                    <a:pt x="125641" y="27024"/>
                  </a:lnTo>
                  <a:lnTo>
                    <a:pt x="128135" y="27468"/>
                  </a:lnTo>
                  <a:lnTo>
                    <a:pt x="129128" y="27852"/>
                  </a:lnTo>
                  <a:lnTo>
                    <a:pt x="129810" y="28306"/>
                  </a:lnTo>
                  <a:lnTo>
                    <a:pt x="130181" y="28831"/>
                  </a:lnTo>
                  <a:lnTo>
                    <a:pt x="131161" y="30968"/>
                  </a:lnTo>
                  <a:lnTo>
                    <a:pt x="131870" y="33730"/>
                  </a:lnTo>
                  <a:lnTo>
                    <a:pt x="131985" y="33446"/>
                  </a:lnTo>
                  <a:lnTo>
                    <a:pt x="132002" y="31898"/>
                  </a:lnTo>
                  <a:lnTo>
                    <a:pt x="132139" y="30693"/>
                  </a:lnTo>
                  <a:lnTo>
                    <a:pt x="134590" y="29879"/>
                  </a:lnTo>
                  <a:lnTo>
                    <a:pt x="134652" y="29611"/>
                  </a:lnTo>
                  <a:lnTo>
                    <a:pt x="133772" y="28944"/>
                  </a:lnTo>
                  <a:lnTo>
                    <a:pt x="133023" y="28034"/>
                  </a:lnTo>
                  <a:lnTo>
                    <a:pt x="132505" y="26330"/>
                  </a:lnTo>
                  <a:lnTo>
                    <a:pt x="132707" y="25695"/>
                  </a:lnTo>
                  <a:lnTo>
                    <a:pt x="133220" y="25012"/>
                  </a:lnTo>
                  <a:lnTo>
                    <a:pt x="134788" y="23562"/>
                  </a:lnTo>
                  <a:lnTo>
                    <a:pt x="136619" y="22696"/>
                  </a:lnTo>
                  <a:lnTo>
                    <a:pt x="138249" y="22487"/>
                  </a:lnTo>
                  <a:lnTo>
                    <a:pt x="144317" y="23998"/>
                  </a:lnTo>
                  <a:lnTo>
                    <a:pt x="146705" y="25239"/>
                  </a:lnTo>
                  <a:lnTo>
                    <a:pt x="147675" y="25878"/>
                  </a:lnTo>
                  <a:lnTo>
                    <a:pt x="148024" y="26334"/>
                  </a:lnTo>
                  <a:lnTo>
                    <a:pt x="148532" y="27790"/>
                  </a:lnTo>
                  <a:lnTo>
                    <a:pt x="149548" y="31779"/>
                  </a:lnTo>
                  <a:lnTo>
                    <a:pt x="149541" y="33062"/>
                  </a:lnTo>
                  <a:lnTo>
                    <a:pt x="149072" y="35127"/>
                  </a:lnTo>
                  <a:lnTo>
                    <a:pt x="147111" y="38998"/>
                  </a:lnTo>
                  <a:lnTo>
                    <a:pt x="146812" y="41624"/>
                  </a:lnTo>
                  <a:lnTo>
                    <a:pt x="144838" y="48152"/>
                  </a:lnTo>
                  <a:lnTo>
                    <a:pt x="143488" y="49927"/>
                  </a:lnTo>
                  <a:lnTo>
                    <a:pt x="141999" y="51169"/>
                  </a:lnTo>
                  <a:lnTo>
                    <a:pt x="135884" y="53357"/>
                  </a:lnTo>
                  <a:lnTo>
                    <a:pt x="131282" y="55583"/>
                  </a:lnTo>
                  <a:lnTo>
                    <a:pt x="130116" y="55935"/>
                  </a:lnTo>
                  <a:lnTo>
                    <a:pt x="128910" y="55965"/>
                  </a:lnTo>
                  <a:lnTo>
                    <a:pt x="125103" y="55227"/>
                  </a:lnTo>
                  <a:lnTo>
                    <a:pt x="120683" y="53811"/>
                  </a:lnTo>
                  <a:lnTo>
                    <a:pt x="118171" y="54212"/>
                  </a:lnTo>
                  <a:lnTo>
                    <a:pt x="115667" y="55234"/>
                  </a:lnTo>
                  <a:lnTo>
                    <a:pt x="114089" y="55508"/>
                  </a:lnTo>
                  <a:lnTo>
                    <a:pt x="112604" y="55372"/>
                  </a:lnTo>
                  <a:lnTo>
                    <a:pt x="111131" y="55007"/>
                  </a:lnTo>
                  <a:lnTo>
                    <a:pt x="109192" y="54051"/>
                  </a:lnTo>
                  <a:lnTo>
                    <a:pt x="110192" y="53614"/>
                  </a:lnTo>
                  <a:lnTo>
                    <a:pt x="110648" y="53124"/>
                  </a:lnTo>
                  <a:lnTo>
                    <a:pt x="110244" y="52621"/>
                  </a:lnTo>
                  <a:lnTo>
                    <a:pt x="108205" y="51895"/>
                  </a:lnTo>
                  <a:lnTo>
                    <a:pt x="106092" y="53508"/>
                  </a:lnTo>
                  <a:lnTo>
                    <a:pt x="99915" y="57277"/>
                  </a:lnTo>
                  <a:lnTo>
                    <a:pt x="91614" y="58541"/>
                  </a:lnTo>
                  <a:lnTo>
                    <a:pt x="89011" y="59310"/>
                  </a:lnTo>
                  <a:lnTo>
                    <a:pt x="87078" y="60302"/>
                  </a:lnTo>
                  <a:lnTo>
                    <a:pt x="86074" y="61120"/>
                  </a:lnTo>
                  <a:lnTo>
                    <a:pt x="84537" y="63041"/>
                  </a:lnTo>
                  <a:lnTo>
                    <a:pt x="82173" y="64488"/>
                  </a:lnTo>
                  <a:lnTo>
                    <a:pt x="77895" y="66071"/>
                  </a:lnTo>
                  <a:lnTo>
                    <a:pt x="72451" y="68529"/>
                  </a:lnTo>
                  <a:lnTo>
                    <a:pt x="62695" y="71044"/>
                  </a:lnTo>
                  <a:lnTo>
                    <a:pt x="56555" y="71486"/>
                  </a:lnTo>
                  <a:lnTo>
                    <a:pt x="50420" y="70653"/>
                  </a:lnTo>
                  <a:lnTo>
                    <a:pt x="48477" y="69975"/>
                  </a:lnTo>
                  <a:lnTo>
                    <a:pt x="46438" y="68913"/>
                  </a:lnTo>
                  <a:lnTo>
                    <a:pt x="42268" y="66408"/>
                  </a:lnTo>
                  <a:lnTo>
                    <a:pt x="41114" y="65504"/>
                  </a:lnTo>
                  <a:lnTo>
                    <a:pt x="39772" y="63539"/>
                  </a:lnTo>
                  <a:lnTo>
                    <a:pt x="40565" y="62231"/>
                  </a:lnTo>
                  <a:lnTo>
                    <a:pt x="42789" y="60724"/>
                  </a:lnTo>
                  <a:lnTo>
                    <a:pt x="46116" y="59351"/>
                  </a:lnTo>
                  <a:lnTo>
                    <a:pt x="52762" y="57498"/>
                  </a:lnTo>
                  <a:lnTo>
                    <a:pt x="58788" y="54534"/>
                  </a:lnTo>
                  <a:lnTo>
                    <a:pt x="60922" y="53977"/>
                  </a:lnTo>
                  <a:lnTo>
                    <a:pt x="66724" y="53524"/>
                  </a:lnTo>
                  <a:lnTo>
                    <a:pt x="69649" y="53801"/>
                  </a:lnTo>
                  <a:lnTo>
                    <a:pt x="71766" y="53645"/>
                  </a:lnTo>
                  <a:lnTo>
                    <a:pt x="73162" y="53238"/>
                  </a:lnTo>
                  <a:lnTo>
                    <a:pt x="75233" y="52169"/>
                  </a:lnTo>
                  <a:lnTo>
                    <a:pt x="78260" y="50038"/>
                  </a:lnTo>
                  <a:lnTo>
                    <a:pt x="80470" y="48044"/>
                  </a:lnTo>
                  <a:lnTo>
                    <a:pt x="81030" y="47112"/>
                  </a:lnTo>
                  <a:lnTo>
                    <a:pt x="80290" y="46239"/>
                  </a:lnTo>
                  <a:lnTo>
                    <a:pt x="79207" y="46117"/>
                  </a:lnTo>
                  <a:lnTo>
                    <a:pt x="75595" y="48165"/>
                  </a:lnTo>
                  <a:lnTo>
                    <a:pt x="73782" y="48855"/>
                  </a:lnTo>
                  <a:lnTo>
                    <a:pt x="71808" y="48903"/>
                  </a:lnTo>
                  <a:lnTo>
                    <a:pt x="69098" y="49604"/>
                  </a:lnTo>
                  <a:lnTo>
                    <a:pt x="66461" y="49885"/>
                  </a:lnTo>
                  <a:lnTo>
                    <a:pt x="65951" y="49862"/>
                  </a:lnTo>
                  <a:lnTo>
                    <a:pt x="63204" y="47903"/>
                  </a:lnTo>
                  <a:lnTo>
                    <a:pt x="61736" y="47558"/>
                  </a:lnTo>
                  <a:lnTo>
                    <a:pt x="61053" y="47764"/>
                  </a:lnTo>
                  <a:lnTo>
                    <a:pt x="60427" y="48282"/>
                  </a:lnTo>
                  <a:lnTo>
                    <a:pt x="59237" y="49729"/>
                  </a:lnTo>
                  <a:lnTo>
                    <a:pt x="58549" y="50249"/>
                  </a:lnTo>
                  <a:lnTo>
                    <a:pt x="57364" y="50627"/>
                  </a:lnTo>
                  <a:lnTo>
                    <a:pt x="52573" y="51057"/>
                  </a:lnTo>
                  <a:lnTo>
                    <a:pt x="47981" y="51785"/>
                  </a:lnTo>
                  <a:lnTo>
                    <a:pt x="46958" y="51335"/>
                  </a:lnTo>
                  <a:lnTo>
                    <a:pt x="46337" y="50497"/>
                  </a:lnTo>
                  <a:lnTo>
                    <a:pt x="46209" y="49986"/>
                  </a:lnTo>
                  <a:lnTo>
                    <a:pt x="46140" y="48265"/>
                  </a:lnTo>
                  <a:lnTo>
                    <a:pt x="45830" y="47580"/>
                  </a:lnTo>
                  <a:lnTo>
                    <a:pt x="46234" y="46148"/>
                  </a:lnTo>
                  <a:lnTo>
                    <a:pt x="46758" y="45056"/>
                  </a:lnTo>
                  <a:lnTo>
                    <a:pt x="47400" y="44306"/>
                  </a:lnTo>
                  <a:lnTo>
                    <a:pt x="50557" y="42091"/>
                  </a:lnTo>
                  <a:lnTo>
                    <a:pt x="51000" y="41517"/>
                  </a:lnTo>
                  <a:lnTo>
                    <a:pt x="49496" y="41635"/>
                  </a:lnTo>
                  <a:lnTo>
                    <a:pt x="45923" y="42719"/>
                  </a:lnTo>
                  <a:lnTo>
                    <a:pt x="45456" y="42342"/>
                  </a:lnTo>
                  <a:lnTo>
                    <a:pt x="44620" y="41104"/>
                  </a:lnTo>
                  <a:lnTo>
                    <a:pt x="44220" y="40980"/>
                  </a:lnTo>
                  <a:lnTo>
                    <a:pt x="43765" y="41494"/>
                  </a:lnTo>
                  <a:lnTo>
                    <a:pt x="43500" y="42218"/>
                  </a:lnTo>
                  <a:lnTo>
                    <a:pt x="42886" y="45207"/>
                  </a:lnTo>
                  <a:lnTo>
                    <a:pt x="42345" y="46736"/>
                  </a:lnTo>
                  <a:lnTo>
                    <a:pt x="40908" y="46427"/>
                  </a:lnTo>
                  <a:lnTo>
                    <a:pt x="39130" y="45505"/>
                  </a:lnTo>
                  <a:lnTo>
                    <a:pt x="38466" y="45379"/>
                  </a:lnTo>
                  <a:lnTo>
                    <a:pt x="38084" y="45672"/>
                  </a:lnTo>
                  <a:lnTo>
                    <a:pt x="38205" y="46189"/>
                  </a:lnTo>
                  <a:lnTo>
                    <a:pt x="40009" y="48751"/>
                  </a:lnTo>
                  <a:lnTo>
                    <a:pt x="40030" y="49647"/>
                  </a:lnTo>
                  <a:lnTo>
                    <a:pt x="38849" y="51215"/>
                  </a:lnTo>
                  <a:lnTo>
                    <a:pt x="33822" y="53820"/>
                  </a:lnTo>
                  <a:lnTo>
                    <a:pt x="31836" y="54517"/>
                  </a:lnTo>
                  <a:lnTo>
                    <a:pt x="31133" y="54247"/>
                  </a:lnTo>
                  <a:lnTo>
                    <a:pt x="30501" y="53533"/>
                  </a:lnTo>
                  <a:lnTo>
                    <a:pt x="29939" y="52370"/>
                  </a:lnTo>
                  <a:lnTo>
                    <a:pt x="28634" y="50811"/>
                  </a:lnTo>
                  <a:lnTo>
                    <a:pt x="27856" y="50462"/>
                  </a:lnTo>
                  <a:lnTo>
                    <a:pt x="26985" y="50415"/>
                  </a:lnTo>
                  <a:lnTo>
                    <a:pt x="26185" y="50736"/>
                  </a:lnTo>
                  <a:lnTo>
                    <a:pt x="25454" y="51428"/>
                  </a:lnTo>
                  <a:lnTo>
                    <a:pt x="25000" y="52162"/>
                  </a:lnTo>
                  <a:lnTo>
                    <a:pt x="24569" y="53530"/>
                  </a:lnTo>
                  <a:lnTo>
                    <a:pt x="23654" y="54576"/>
                  </a:lnTo>
                  <a:lnTo>
                    <a:pt x="23090" y="54755"/>
                  </a:lnTo>
                  <a:lnTo>
                    <a:pt x="17984" y="52585"/>
                  </a:lnTo>
                  <a:lnTo>
                    <a:pt x="13870" y="48737"/>
                  </a:lnTo>
                  <a:lnTo>
                    <a:pt x="9366" y="49336"/>
                  </a:lnTo>
                  <a:lnTo>
                    <a:pt x="7345" y="49200"/>
                  </a:lnTo>
                  <a:lnTo>
                    <a:pt x="1210" y="47789"/>
                  </a:lnTo>
                  <a:lnTo>
                    <a:pt x="430" y="46917"/>
                  </a:lnTo>
                  <a:lnTo>
                    <a:pt x="0" y="45785"/>
                  </a:lnTo>
                  <a:lnTo>
                    <a:pt x="41" y="45169"/>
                  </a:lnTo>
                  <a:lnTo>
                    <a:pt x="296" y="44532"/>
                  </a:lnTo>
                  <a:lnTo>
                    <a:pt x="1073" y="43270"/>
                  </a:lnTo>
                  <a:lnTo>
                    <a:pt x="2619" y="41358"/>
                  </a:lnTo>
                  <a:lnTo>
                    <a:pt x="3264" y="40742"/>
                  </a:lnTo>
                  <a:lnTo>
                    <a:pt x="4226" y="40234"/>
                  </a:lnTo>
                  <a:lnTo>
                    <a:pt x="5502" y="39836"/>
                  </a:lnTo>
                  <a:lnTo>
                    <a:pt x="8752" y="39614"/>
                  </a:lnTo>
                  <a:lnTo>
                    <a:pt x="17119" y="39541"/>
                  </a:lnTo>
                  <a:lnTo>
                    <a:pt x="18792" y="39246"/>
                  </a:lnTo>
                  <a:lnTo>
                    <a:pt x="27946" y="35549"/>
                  </a:lnTo>
                  <a:lnTo>
                    <a:pt x="28991" y="34943"/>
                  </a:lnTo>
                  <a:lnTo>
                    <a:pt x="30334" y="33763"/>
                  </a:lnTo>
                  <a:lnTo>
                    <a:pt x="30637" y="33276"/>
                  </a:lnTo>
                  <a:lnTo>
                    <a:pt x="30580" y="32957"/>
                  </a:lnTo>
                  <a:lnTo>
                    <a:pt x="19321" y="35885"/>
                  </a:lnTo>
                  <a:lnTo>
                    <a:pt x="14492" y="36516"/>
                  </a:lnTo>
                  <a:lnTo>
                    <a:pt x="7094" y="36038"/>
                  </a:lnTo>
                  <a:lnTo>
                    <a:pt x="5702" y="35577"/>
                  </a:lnTo>
                  <a:lnTo>
                    <a:pt x="5385" y="34757"/>
                  </a:lnTo>
                  <a:lnTo>
                    <a:pt x="6929" y="32584"/>
                  </a:lnTo>
                  <a:lnTo>
                    <a:pt x="7742" y="31776"/>
                  </a:lnTo>
                  <a:lnTo>
                    <a:pt x="9846" y="31013"/>
                  </a:lnTo>
                  <a:lnTo>
                    <a:pt x="14936" y="29931"/>
                  </a:lnTo>
                  <a:lnTo>
                    <a:pt x="21742" y="28974"/>
                  </a:lnTo>
                  <a:lnTo>
                    <a:pt x="26200" y="28953"/>
                  </a:lnTo>
                  <a:lnTo>
                    <a:pt x="29940" y="28194"/>
                  </a:lnTo>
                  <a:lnTo>
                    <a:pt x="32189" y="27327"/>
                  </a:lnTo>
                  <a:lnTo>
                    <a:pt x="24652" y="27371"/>
                  </a:lnTo>
                  <a:lnTo>
                    <a:pt x="15575" y="27778"/>
                  </a:lnTo>
                  <a:lnTo>
                    <a:pt x="14263" y="27495"/>
                  </a:lnTo>
                  <a:lnTo>
                    <a:pt x="11670" y="26353"/>
                  </a:lnTo>
                  <a:lnTo>
                    <a:pt x="11544" y="25517"/>
                  </a:lnTo>
                  <a:lnTo>
                    <a:pt x="12581" y="24513"/>
                  </a:lnTo>
                  <a:lnTo>
                    <a:pt x="12962" y="23766"/>
                  </a:lnTo>
                  <a:lnTo>
                    <a:pt x="12220" y="22085"/>
                  </a:lnTo>
                  <a:lnTo>
                    <a:pt x="12448" y="21433"/>
                  </a:lnTo>
                  <a:lnTo>
                    <a:pt x="14139" y="20032"/>
                  </a:lnTo>
                  <a:lnTo>
                    <a:pt x="17155" y="18518"/>
                  </a:lnTo>
                  <a:lnTo>
                    <a:pt x="19015" y="18303"/>
                  </a:lnTo>
                  <a:lnTo>
                    <a:pt x="22604" y="18820"/>
                  </a:lnTo>
                  <a:lnTo>
                    <a:pt x="32832" y="19355"/>
                  </a:lnTo>
                  <a:lnTo>
                    <a:pt x="34816" y="19163"/>
                  </a:lnTo>
                  <a:lnTo>
                    <a:pt x="33563" y="18505"/>
                  </a:lnTo>
                  <a:lnTo>
                    <a:pt x="31781" y="18015"/>
                  </a:lnTo>
                  <a:lnTo>
                    <a:pt x="23885" y="17176"/>
                  </a:lnTo>
                  <a:lnTo>
                    <a:pt x="22251" y="16801"/>
                  </a:lnTo>
                  <a:lnTo>
                    <a:pt x="21939" y="16285"/>
                  </a:lnTo>
                  <a:lnTo>
                    <a:pt x="21821" y="15523"/>
                  </a:lnTo>
                  <a:lnTo>
                    <a:pt x="21897" y="14517"/>
                  </a:lnTo>
                  <a:lnTo>
                    <a:pt x="22468" y="13487"/>
                  </a:lnTo>
                  <a:lnTo>
                    <a:pt x="24919" y="11336"/>
                  </a:lnTo>
                  <a:lnTo>
                    <a:pt x="32103" y="9564"/>
                  </a:lnTo>
                  <a:lnTo>
                    <a:pt x="34961" y="9320"/>
                  </a:lnTo>
                  <a:lnTo>
                    <a:pt x="37825" y="9437"/>
                  </a:lnTo>
                  <a:lnTo>
                    <a:pt x="40735" y="10233"/>
                  </a:lnTo>
                  <a:lnTo>
                    <a:pt x="42031" y="10923"/>
                  </a:lnTo>
                  <a:lnTo>
                    <a:pt x="42681" y="11774"/>
                  </a:lnTo>
                  <a:lnTo>
                    <a:pt x="42995" y="12567"/>
                  </a:lnTo>
                  <a:lnTo>
                    <a:pt x="43032" y="13937"/>
                  </a:lnTo>
                  <a:lnTo>
                    <a:pt x="43172" y="14477"/>
                  </a:lnTo>
                  <a:lnTo>
                    <a:pt x="43698" y="15377"/>
                  </a:lnTo>
                  <a:lnTo>
                    <a:pt x="45370" y="17492"/>
                  </a:lnTo>
                  <a:lnTo>
                    <a:pt x="46602" y="18152"/>
                  </a:lnTo>
                  <a:lnTo>
                    <a:pt x="52285" y="16922"/>
                  </a:lnTo>
                  <a:lnTo>
                    <a:pt x="54650" y="16647"/>
                  </a:lnTo>
                  <a:lnTo>
                    <a:pt x="57029" y="17034"/>
                  </a:lnTo>
                  <a:lnTo>
                    <a:pt x="60495" y="18303"/>
                  </a:lnTo>
                  <a:lnTo>
                    <a:pt x="64984" y="22140"/>
                  </a:lnTo>
                  <a:lnTo>
                    <a:pt x="70767" y="26057"/>
                  </a:lnTo>
                  <a:lnTo>
                    <a:pt x="70737" y="26901"/>
                  </a:lnTo>
                  <a:lnTo>
                    <a:pt x="68521" y="28211"/>
                  </a:lnTo>
                  <a:lnTo>
                    <a:pt x="68105" y="28772"/>
                  </a:lnTo>
                  <a:lnTo>
                    <a:pt x="68404" y="29162"/>
                  </a:lnTo>
                  <a:lnTo>
                    <a:pt x="70617" y="29419"/>
                  </a:lnTo>
                  <a:lnTo>
                    <a:pt x="72690" y="29225"/>
                  </a:lnTo>
                  <a:lnTo>
                    <a:pt x="74667" y="29520"/>
                  </a:lnTo>
                  <a:lnTo>
                    <a:pt x="75110" y="29857"/>
                  </a:lnTo>
                  <a:lnTo>
                    <a:pt x="75836" y="31291"/>
                  </a:lnTo>
                  <a:lnTo>
                    <a:pt x="76844" y="33824"/>
                  </a:lnTo>
                  <a:lnTo>
                    <a:pt x="78041" y="35714"/>
                  </a:lnTo>
                  <a:lnTo>
                    <a:pt x="79429" y="36963"/>
                  </a:lnTo>
                  <a:lnTo>
                    <a:pt x="80793" y="37604"/>
                  </a:lnTo>
                  <a:lnTo>
                    <a:pt x="82806" y="37651"/>
                  </a:lnTo>
                  <a:lnTo>
                    <a:pt x="84830" y="37279"/>
                  </a:lnTo>
                  <a:lnTo>
                    <a:pt x="88115" y="37403"/>
                  </a:lnTo>
                  <a:lnTo>
                    <a:pt x="105057" y="38846"/>
                  </a:lnTo>
                  <a:lnTo>
                    <a:pt x="106061" y="38595"/>
                  </a:lnTo>
                  <a:lnTo>
                    <a:pt x="106775" y="37803"/>
                  </a:lnTo>
                  <a:lnTo>
                    <a:pt x="107202" y="36468"/>
                  </a:lnTo>
                  <a:lnTo>
                    <a:pt x="107363" y="35372"/>
                  </a:lnTo>
                  <a:lnTo>
                    <a:pt x="107132" y="33874"/>
                  </a:lnTo>
                  <a:lnTo>
                    <a:pt x="106804" y="33159"/>
                  </a:lnTo>
                  <a:lnTo>
                    <a:pt x="96300" y="28311"/>
                  </a:lnTo>
                  <a:lnTo>
                    <a:pt x="95381" y="26360"/>
                  </a:lnTo>
                  <a:lnTo>
                    <a:pt x="100513" y="23636"/>
                  </a:lnTo>
                  <a:lnTo>
                    <a:pt x="100882" y="23007"/>
                  </a:lnTo>
                  <a:lnTo>
                    <a:pt x="100982" y="22141"/>
                  </a:lnTo>
                  <a:lnTo>
                    <a:pt x="100812" y="21039"/>
                  </a:lnTo>
                  <a:lnTo>
                    <a:pt x="100116" y="19988"/>
                  </a:lnTo>
                  <a:lnTo>
                    <a:pt x="97360" y="17986"/>
                  </a:lnTo>
                  <a:lnTo>
                    <a:pt x="94921" y="17684"/>
                  </a:lnTo>
                  <a:lnTo>
                    <a:pt x="91306" y="15710"/>
                  </a:lnTo>
                  <a:lnTo>
                    <a:pt x="90735" y="15211"/>
                  </a:lnTo>
                  <a:lnTo>
                    <a:pt x="90268" y="14425"/>
                  </a:lnTo>
                  <a:lnTo>
                    <a:pt x="89903" y="13349"/>
                  </a:lnTo>
                  <a:lnTo>
                    <a:pt x="89964" y="12520"/>
                  </a:lnTo>
                  <a:lnTo>
                    <a:pt x="90451" y="11942"/>
                  </a:lnTo>
                  <a:lnTo>
                    <a:pt x="94010" y="9939"/>
                  </a:lnTo>
                  <a:lnTo>
                    <a:pt x="95451" y="8828"/>
                  </a:lnTo>
                  <a:lnTo>
                    <a:pt x="99891" y="3826"/>
                  </a:lnTo>
                  <a:lnTo>
                    <a:pt x="101946" y="1807"/>
                  </a:lnTo>
                  <a:lnTo>
                    <a:pt x="103414" y="861"/>
                  </a:lnTo>
                  <a:lnTo>
                    <a:pt x="104911" y="274"/>
                  </a:lnTo>
                  <a:lnTo>
                    <a:pt x="108201" y="0"/>
                  </a:lnTo>
                  <a:lnTo>
                    <a:pt x="111628" y="1864"/>
                  </a:lnTo>
                  <a:lnTo>
                    <a:pt x="112387" y="1978"/>
                  </a:lnTo>
                  <a:lnTo>
                    <a:pt x="112700" y="2468"/>
                  </a:lnTo>
                  <a:lnTo>
                    <a:pt x="112567" y="3335"/>
                  </a:lnTo>
                  <a:lnTo>
                    <a:pt x="112139" y="4162"/>
                  </a:lnTo>
                  <a:lnTo>
                    <a:pt x="110913" y="5655"/>
                  </a:lnTo>
                  <a:lnTo>
                    <a:pt x="110625" y="6282"/>
                  </a:lnTo>
                  <a:lnTo>
                    <a:pt x="110718" y="6926"/>
                  </a:lnTo>
                  <a:lnTo>
                    <a:pt x="111559" y="8416"/>
                  </a:lnTo>
                  <a:lnTo>
                    <a:pt x="111816" y="9397"/>
                  </a:lnTo>
                  <a:lnTo>
                    <a:pt x="112003" y="11050"/>
                  </a:lnTo>
                  <a:lnTo>
                    <a:pt x="112139" y="11294"/>
                  </a:lnTo>
                  <a:lnTo>
                    <a:pt x="114200" y="12691"/>
                  </a:lnTo>
                  <a:lnTo>
                    <a:pt x="116074" y="14510"/>
                  </a:lnTo>
                  <a:lnTo>
                    <a:pt x="116943" y="17365"/>
                  </a:lnTo>
                  <a:lnTo>
                    <a:pt x="116267" y="18352"/>
                  </a:lnTo>
                  <a:lnTo>
                    <a:pt x="114689" y="19711"/>
                  </a:lnTo>
                  <a:lnTo>
                    <a:pt x="113750" y="20844"/>
                  </a:lnTo>
                  <a:lnTo>
                    <a:pt x="113451" y="21750"/>
                  </a:lnTo>
                  <a:lnTo>
                    <a:pt x="113690" y="22297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2"/>
            <p:cNvSpPr/>
            <p:nvPr/>
          </p:nvSpPr>
          <p:spPr>
            <a:xfrm>
              <a:off x="2246496" y="1363611"/>
              <a:ext cx="10711" cy="10324"/>
            </a:xfrm>
            <a:custGeom>
              <a:avLst/>
              <a:pathLst>
                <a:path w="10711" h="10324">
                  <a:moveTo>
                    <a:pt x="10316" y="9737"/>
                  </a:moveTo>
                  <a:lnTo>
                    <a:pt x="9738" y="10138"/>
                  </a:lnTo>
                  <a:lnTo>
                    <a:pt x="7877" y="9931"/>
                  </a:lnTo>
                  <a:lnTo>
                    <a:pt x="7260" y="10324"/>
                  </a:lnTo>
                  <a:lnTo>
                    <a:pt x="6271" y="10101"/>
                  </a:lnTo>
                  <a:lnTo>
                    <a:pt x="4910" y="9260"/>
                  </a:lnTo>
                  <a:lnTo>
                    <a:pt x="3319" y="7608"/>
                  </a:lnTo>
                  <a:lnTo>
                    <a:pt x="1499" y="5146"/>
                  </a:lnTo>
                  <a:lnTo>
                    <a:pt x="77" y="3025"/>
                  </a:lnTo>
                  <a:lnTo>
                    <a:pt x="0" y="2442"/>
                  </a:lnTo>
                  <a:lnTo>
                    <a:pt x="465" y="1451"/>
                  </a:lnTo>
                  <a:lnTo>
                    <a:pt x="1887" y="792"/>
                  </a:lnTo>
                  <a:lnTo>
                    <a:pt x="5258" y="0"/>
                  </a:lnTo>
                  <a:lnTo>
                    <a:pt x="7573" y="21"/>
                  </a:lnTo>
                  <a:lnTo>
                    <a:pt x="9723" y="1623"/>
                  </a:lnTo>
                  <a:lnTo>
                    <a:pt x="10330" y="2173"/>
                  </a:lnTo>
                  <a:lnTo>
                    <a:pt x="10699" y="2830"/>
                  </a:lnTo>
                  <a:lnTo>
                    <a:pt x="10711" y="3461"/>
                  </a:lnTo>
                  <a:lnTo>
                    <a:pt x="10536" y="4012"/>
                  </a:lnTo>
                  <a:lnTo>
                    <a:pt x="9562" y="5240"/>
                  </a:lnTo>
                  <a:lnTo>
                    <a:pt x="9136" y="6097"/>
                  </a:lnTo>
                  <a:lnTo>
                    <a:pt x="9138" y="6937"/>
                  </a:lnTo>
                  <a:lnTo>
                    <a:pt x="9350" y="8151"/>
                  </a:lnTo>
                  <a:lnTo>
                    <a:pt x="9742" y="8954"/>
                  </a:lnTo>
                  <a:lnTo>
                    <a:pt x="10317" y="9342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3"/>
            <p:cNvSpPr/>
            <p:nvPr/>
          </p:nvSpPr>
          <p:spPr>
            <a:xfrm>
              <a:off x="1946974" y="1361900"/>
              <a:ext cx="16629" cy="5446"/>
            </a:xfrm>
            <a:custGeom>
              <a:avLst/>
              <a:pathLst>
                <a:path w="16629" h="5446">
                  <a:moveTo>
                    <a:pt x="15727" y="4479"/>
                  </a:moveTo>
                  <a:lnTo>
                    <a:pt x="13855" y="5446"/>
                  </a:lnTo>
                  <a:lnTo>
                    <a:pt x="1033" y="4018"/>
                  </a:lnTo>
                  <a:lnTo>
                    <a:pt x="332" y="3569"/>
                  </a:lnTo>
                  <a:lnTo>
                    <a:pt x="0" y="2960"/>
                  </a:lnTo>
                  <a:lnTo>
                    <a:pt x="2322" y="1295"/>
                  </a:lnTo>
                  <a:lnTo>
                    <a:pt x="5125" y="576"/>
                  </a:lnTo>
                  <a:lnTo>
                    <a:pt x="11643" y="0"/>
                  </a:lnTo>
                  <a:lnTo>
                    <a:pt x="13916" y="647"/>
                  </a:lnTo>
                  <a:lnTo>
                    <a:pt x="15422" y="1405"/>
                  </a:lnTo>
                  <a:lnTo>
                    <a:pt x="16273" y="2063"/>
                  </a:lnTo>
                  <a:lnTo>
                    <a:pt x="16629" y="3298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4"/>
            <p:cNvSpPr/>
            <p:nvPr/>
          </p:nvSpPr>
          <p:spPr>
            <a:xfrm>
              <a:off x="2168317" y="1356837"/>
              <a:ext cx="215904" cy="76705"/>
            </a:xfrm>
            <a:custGeom>
              <a:avLst/>
              <a:pathLst>
                <a:path w="215904" h="76705">
                  <a:moveTo>
                    <a:pt x="32120" y="4543"/>
                  </a:moveTo>
                  <a:lnTo>
                    <a:pt x="34428" y="4800"/>
                  </a:lnTo>
                  <a:lnTo>
                    <a:pt x="36401" y="4406"/>
                  </a:lnTo>
                  <a:lnTo>
                    <a:pt x="38093" y="4493"/>
                  </a:lnTo>
                  <a:lnTo>
                    <a:pt x="40593" y="5684"/>
                  </a:lnTo>
                  <a:lnTo>
                    <a:pt x="42908" y="7505"/>
                  </a:lnTo>
                  <a:lnTo>
                    <a:pt x="44687" y="8329"/>
                  </a:lnTo>
                  <a:lnTo>
                    <a:pt x="45262" y="8745"/>
                  </a:lnTo>
                  <a:lnTo>
                    <a:pt x="45486" y="9205"/>
                  </a:lnTo>
                  <a:lnTo>
                    <a:pt x="45765" y="10584"/>
                  </a:lnTo>
                  <a:lnTo>
                    <a:pt x="45756" y="11223"/>
                  </a:lnTo>
                  <a:lnTo>
                    <a:pt x="45625" y="11734"/>
                  </a:lnTo>
                  <a:lnTo>
                    <a:pt x="44846" y="12994"/>
                  </a:lnTo>
                  <a:lnTo>
                    <a:pt x="44191" y="14553"/>
                  </a:lnTo>
                  <a:lnTo>
                    <a:pt x="42840" y="15929"/>
                  </a:lnTo>
                  <a:lnTo>
                    <a:pt x="42121" y="16966"/>
                  </a:lnTo>
                  <a:lnTo>
                    <a:pt x="41504" y="18276"/>
                  </a:lnTo>
                  <a:lnTo>
                    <a:pt x="42894" y="17495"/>
                  </a:lnTo>
                  <a:lnTo>
                    <a:pt x="48157" y="13172"/>
                  </a:lnTo>
                  <a:lnTo>
                    <a:pt x="51601" y="13688"/>
                  </a:lnTo>
                  <a:lnTo>
                    <a:pt x="56775" y="13303"/>
                  </a:lnTo>
                  <a:lnTo>
                    <a:pt x="63038" y="11536"/>
                  </a:lnTo>
                  <a:lnTo>
                    <a:pt x="66012" y="11261"/>
                  </a:lnTo>
                  <a:lnTo>
                    <a:pt x="69016" y="11389"/>
                  </a:lnTo>
                  <a:lnTo>
                    <a:pt x="71246" y="11946"/>
                  </a:lnTo>
                  <a:lnTo>
                    <a:pt x="76007" y="14327"/>
                  </a:lnTo>
                  <a:lnTo>
                    <a:pt x="77657" y="15461"/>
                  </a:lnTo>
                  <a:lnTo>
                    <a:pt x="78275" y="16264"/>
                  </a:lnTo>
                  <a:lnTo>
                    <a:pt x="78424" y="16856"/>
                  </a:lnTo>
                  <a:lnTo>
                    <a:pt x="77449" y="17774"/>
                  </a:lnTo>
                  <a:lnTo>
                    <a:pt x="74457" y="17216"/>
                  </a:lnTo>
                  <a:lnTo>
                    <a:pt x="69534" y="16723"/>
                  </a:lnTo>
                  <a:lnTo>
                    <a:pt x="68634" y="16417"/>
                  </a:lnTo>
                  <a:lnTo>
                    <a:pt x="67867" y="16442"/>
                  </a:lnTo>
                  <a:lnTo>
                    <a:pt x="67310" y="16774"/>
                  </a:lnTo>
                  <a:lnTo>
                    <a:pt x="67658" y="18035"/>
                  </a:lnTo>
                  <a:lnTo>
                    <a:pt x="68660" y="18312"/>
                  </a:lnTo>
                  <a:lnTo>
                    <a:pt x="74572" y="18583"/>
                  </a:lnTo>
                  <a:lnTo>
                    <a:pt x="93948" y="22593"/>
                  </a:lnTo>
                  <a:lnTo>
                    <a:pt x="94756" y="23876"/>
                  </a:lnTo>
                  <a:lnTo>
                    <a:pt x="94541" y="24443"/>
                  </a:lnTo>
                  <a:lnTo>
                    <a:pt x="93855" y="25072"/>
                  </a:lnTo>
                  <a:lnTo>
                    <a:pt x="92442" y="25916"/>
                  </a:lnTo>
                  <a:lnTo>
                    <a:pt x="81269" y="26836"/>
                  </a:lnTo>
                  <a:lnTo>
                    <a:pt x="74910" y="26021"/>
                  </a:lnTo>
                  <a:lnTo>
                    <a:pt x="69566" y="24709"/>
                  </a:lnTo>
                  <a:lnTo>
                    <a:pt x="67753" y="25002"/>
                  </a:lnTo>
                  <a:lnTo>
                    <a:pt x="69331" y="26780"/>
                  </a:lnTo>
                  <a:lnTo>
                    <a:pt x="72536" y="27322"/>
                  </a:lnTo>
                  <a:lnTo>
                    <a:pt x="75218" y="28374"/>
                  </a:lnTo>
                  <a:lnTo>
                    <a:pt x="76332" y="29254"/>
                  </a:lnTo>
                  <a:lnTo>
                    <a:pt x="82018" y="29925"/>
                  </a:lnTo>
                  <a:lnTo>
                    <a:pt x="82947" y="30611"/>
                  </a:lnTo>
                  <a:lnTo>
                    <a:pt x="84715" y="32365"/>
                  </a:lnTo>
                  <a:lnTo>
                    <a:pt x="86199" y="32501"/>
                  </a:lnTo>
                  <a:lnTo>
                    <a:pt x="87669" y="33726"/>
                  </a:lnTo>
                  <a:lnTo>
                    <a:pt x="88879" y="35831"/>
                  </a:lnTo>
                  <a:lnTo>
                    <a:pt x="89438" y="36112"/>
                  </a:lnTo>
                  <a:lnTo>
                    <a:pt x="91151" y="35733"/>
                  </a:lnTo>
                  <a:lnTo>
                    <a:pt x="94034" y="37561"/>
                  </a:lnTo>
                  <a:lnTo>
                    <a:pt x="94931" y="38538"/>
                  </a:lnTo>
                  <a:lnTo>
                    <a:pt x="94935" y="39269"/>
                  </a:lnTo>
                  <a:lnTo>
                    <a:pt x="94292" y="40415"/>
                  </a:lnTo>
                  <a:lnTo>
                    <a:pt x="93002" y="41971"/>
                  </a:lnTo>
                  <a:lnTo>
                    <a:pt x="89741" y="43805"/>
                  </a:lnTo>
                  <a:lnTo>
                    <a:pt x="89487" y="44358"/>
                  </a:lnTo>
                  <a:lnTo>
                    <a:pt x="93297" y="44141"/>
                  </a:lnTo>
                  <a:lnTo>
                    <a:pt x="93999" y="44385"/>
                  </a:lnTo>
                  <a:lnTo>
                    <a:pt x="98487" y="47640"/>
                  </a:lnTo>
                  <a:lnTo>
                    <a:pt x="99078" y="47700"/>
                  </a:lnTo>
                  <a:lnTo>
                    <a:pt x="99447" y="47359"/>
                  </a:lnTo>
                  <a:lnTo>
                    <a:pt x="99877" y="46206"/>
                  </a:lnTo>
                  <a:lnTo>
                    <a:pt x="99685" y="45140"/>
                  </a:lnTo>
                  <a:lnTo>
                    <a:pt x="99137" y="43661"/>
                  </a:lnTo>
                  <a:lnTo>
                    <a:pt x="99284" y="42589"/>
                  </a:lnTo>
                  <a:lnTo>
                    <a:pt x="100126" y="41922"/>
                  </a:lnTo>
                  <a:lnTo>
                    <a:pt x="100977" y="41592"/>
                  </a:lnTo>
                  <a:lnTo>
                    <a:pt x="101840" y="41598"/>
                  </a:lnTo>
                  <a:lnTo>
                    <a:pt x="102777" y="41992"/>
                  </a:lnTo>
                  <a:lnTo>
                    <a:pt x="107315" y="45925"/>
                  </a:lnTo>
                  <a:lnTo>
                    <a:pt x="113134" y="44045"/>
                  </a:lnTo>
                  <a:lnTo>
                    <a:pt x="114196" y="44889"/>
                  </a:lnTo>
                  <a:lnTo>
                    <a:pt x="115076" y="46467"/>
                  </a:lnTo>
                  <a:lnTo>
                    <a:pt x="115486" y="46727"/>
                  </a:lnTo>
                  <a:lnTo>
                    <a:pt x="117639" y="43582"/>
                  </a:lnTo>
                  <a:lnTo>
                    <a:pt x="118968" y="42801"/>
                  </a:lnTo>
                  <a:lnTo>
                    <a:pt x="124429" y="46535"/>
                  </a:lnTo>
                  <a:lnTo>
                    <a:pt x="127757" y="47362"/>
                  </a:lnTo>
                  <a:lnTo>
                    <a:pt x="129092" y="48163"/>
                  </a:lnTo>
                  <a:lnTo>
                    <a:pt x="131563" y="49047"/>
                  </a:lnTo>
                  <a:lnTo>
                    <a:pt x="135078" y="49382"/>
                  </a:lnTo>
                  <a:lnTo>
                    <a:pt x="135657" y="47995"/>
                  </a:lnTo>
                  <a:lnTo>
                    <a:pt x="133630" y="46213"/>
                  </a:lnTo>
                  <a:lnTo>
                    <a:pt x="134812" y="45431"/>
                  </a:lnTo>
                  <a:lnTo>
                    <a:pt x="139646" y="43922"/>
                  </a:lnTo>
                  <a:lnTo>
                    <a:pt x="142224" y="44134"/>
                  </a:lnTo>
                  <a:lnTo>
                    <a:pt x="146982" y="41997"/>
                  </a:lnTo>
                  <a:lnTo>
                    <a:pt x="149901" y="41709"/>
                  </a:lnTo>
                  <a:lnTo>
                    <a:pt x="151694" y="41745"/>
                  </a:lnTo>
                  <a:lnTo>
                    <a:pt x="157583" y="38519"/>
                  </a:lnTo>
                  <a:lnTo>
                    <a:pt x="158982" y="38008"/>
                  </a:lnTo>
                  <a:lnTo>
                    <a:pt x="159998" y="36855"/>
                  </a:lnTo>
                  <a:lnTo>
                    <a:pt x="162310" y="37036"/>
                  </a:lnTo>
                  <a:lnTo>
                    <a:pt x="168572" y="38868"/>
                  </a:lnTo>
                  <a:lnTo>
                    <a:pt x="170346" y="38702"/>
                  </a:lnTo>
                  <a:lnTo>
                    <a:pt x="177008" y="36875"/>
                  </a:lnTo>
                  <a:lnTo>
                    <a:pt x="179471" y="36429"/>
                  </a:lnTo>
                  <a:lnTo>
                    <a:pt x="181942" y="36497"/>
                  </a:lnTo>
                  <a:lnTo>
                    <a:pt x="188190" y="37565"/>
                  </a:lnTo>
                  <a:lnTo>
                    <a:pt x="192864" y="38715"/>
                  </a:lnTo>
                  <a:lnTo>
                    <a:pt x="194317" y="39319"/>
                  </a:lnTo>
                  <a:lnTo>
                    <a:pt x="193800" y="40831"/>
                  </a:lnTo>
                  <a:lnTo>
                    <a:pt x="194037" y="41279"/>
                  </a:lnTo>
                  <a:lnTo>
                    <a:pt x="194643" y="41606"/>
                  </a:lnTo>
                  <a:lnTo>
                    <a:pt x="196168" y="42051"/>
                  </a:lnTo>
                  <a:lnTo>
                    <a:pt x="202006" y="42080"/>
                  </a:lnTo>
                  <a:lnTo>
                    <a:pt x="204545" y="42465"/>
                  </a:lnTo>
                  <a:lnTo>
                    <a:pt x="206564" y="43882"/>
                  </a:lnTo>
                  <a:lnTo>
                    <a:pt x="207047" y="44446"/>
                  </a:lnTo>
                  <a:lnTo>
                    <a:pt x="206966" y="45035"/>
                  </a:lnTo>
                  <a:lnTo>
                    <a:pt x="204981" y="46564"/>
                  </a:lnTo>
                  <a:lnTo>
                    <a:pt x="205304" y="46887"/>
                  </a:lnTo>
                  <a:lnTo>
                    <a:pt x="207289" y="47242"/>
                  </a:lnTo>
                  <a:lnTo>
                    <a:pt x="211754" y="47418"/>
                  </a:lnTo>
                  <a:lnTo>
                    <a:pt x="212711" y="47771"/>
                  </a:lnTo>
                  <a:lnTo>
                    <a:pt x="213630" y="49682"/>
                  </a:lnTo>
                  <a:lnTo>
                    <a:pt x="214591" y="52326"/>
                  </a:lnTo>
                  <a:lnTo>
                    <a:pt x="214575" y="53377"/>
                  </a:lnTo>
                  <a:lnTo>
                    <a:pt x="213029" y="55165"/>
                  </a:lnTo>
                  <a:lnTo>
                    <a:pt x="208800" y="57549"/>
                  </a:lnTo>
                  <a:lnTo>
                    <a:pt x="204105" y="59531"/>
                  </a:lnTo>
                  <a:lnTo>
                    <a:pt x="203804" y="60044"/>
                  </a:lnTo>
                  <a:lnTo>
                    <a:pt x="205301" y="60991"/>
                  </a:lnTo>
                  <a:lnTo>
                    <a:pt x="206849" y="61406"/>
                  </a:lnTo>
                  <a:lnTo>
                    <a:pt x="208068" y="61322"/>
                  </a:lnTo>
                  <a:lnTo>
                    <a:pt x="211812" y="60421"/>
                  </a:lnTo>
                  <a:lnTo>
                    <a:pt x="212663" y="60438"/>
                  </a:lnTo>
                  <a:lnTo>
                    <a:pt x="214381" y="61359"/>
                  </a:lnTo>
                  <a:lnTo>
                    <a:pt x="215176" y="62272"/>
                  </a:lnTo>
                  <a:lnTo>
                    <a:pt x="215904" y="63488"/>
                  </a:lnTo>
                  <a:lnTo>
                    <a:pt x="214589" y="64596"/>
                  </a:lnTo>
                  <a:lnTo>
                    <a:pt x="209203" y="65970"/>
                  </a:lnTo>
                  <a:lnTo>
                    <a:pt x="206020" y="64162"/>
                  </a:lnTo>
                  <a:lnTo>
                    <a:pt x="204949" y="63764"/>
                  </a:lnTo>
                  <a:lnTo>
                    <a:pt x="204226" y="63921"/>
                  </a:lnTo>
                  <a:lnTo>
                    <a:pt x="204636" y="64713"/>
                  </a:lnTo>
                  <a:lnTo>
                    <a:pt x="206176" y="66146"/>
                  </a:lnTo>
                  <a:lnTo>
                    <a:pt x="206680" y="67091"/>
                  </a:lnTo>
                  <a:lnTo>
                    <a:pt x="206146" y="67550"/>
                  </a:lnTo>
                  <a:lnTo>
                    <a:pt x="205893" y="68457"/>
                  </a:lnTo>
                  <a:lnTo>
                    <a:pt x="205923" y="69812"/>
                  </a:lnTo>
                  <a:lnTo>
                    <a:pt x="205795" y="71188"/>
                  </a:lnTo>
                  <a:lnTo>
                    <a:pt x="205276" y="73333"/>
                  </a:lnTo>
                  <a:lnTo>
                    <a:pt x="205091" y="73418"/>
                  </a:lnTo>
                  <a:lnTo>
                    <a:pt x="193386" y="73859"/>
                  </a:lnTo>
                  <a:lnTo>
                    <a:pt x="191976" y="74247"/>
                  </a:lnTo>
                  <a:lnTo>
                    <a:pt x="188685" y="75760"/>
                  </a:lnTo>
                  <a:lnTo>
                    <a:pt x="186197" y="76520"/>
                  </a:lnTo>
                  <a:lnTo>
                    <a:pt x="184576" y="76635"/>
                  </a:lnTo>
                  <a:lnTo>
                    <a:pt x="182993" y="76358"/>
                  </a:lnTo>
                  <a:lnTo>
                    <a:pt x="178720" y="74789"/>
                  </a:lnTo>
                  <a:lnTo>
                    <a:pt x="175874" y="75084"/>
                  </a:lnTo>
                  <a:lnTo>
                    <a:pt x="174759" y="74934"/>
                  </a:lnTo>
                  <a:lnTo>
                    <a:pt x="172349" y="73891"/>
                  </a:lnTo>
                  <a:lnTo>
                    <a:pt x="171765" y="73363"/>
                  </a:lnTo>
                  <a:lnTo>
                    <a:pt x="170787" y="71994"/>
                  </a:lnTo>
                  <a:lnTo>
                    <a:pt x="170055" y="70122"/>
                  </a:lnTo>
                  <a:lnTo>
                    <a:pt x="170112" y="68969"/>
                  </a:lnTo>
                  <a:lnTo>
                    <a:pt x="170421" y="67307"/>
                  </a:lnTo>
                  <a:lnTo>
                    <a:pt x="170232" y="66475"/>
                  </a:lnTo>
                  <a:lnTo>
                    <a:pt x="169545" y="66469"/>
                  </a:lnTo>
                  <a:lnTo>
                    <a:pt x="168780" y="66124"/>
                  </a:lnTo>
                  <a:lnTo>
                    <a:pt x="166475" y="64458"/>
                  </a:lnTo>
                  <a:lnTo>
                    <a:pt x="165056" y="63966"/>
                  </a:lnTo>
                  <a:lnTo>
                    <a:pt x="164791" y="64237"/>
                  </a:lnTo>
                  <a:lnTo>
                    <a:pt x="165208" y="65540"/>
                  </a:lnTo>
                  <a:lnTo>
                    <a:pt x="165485" y="65955"/>
                  </a:lnTo>
                  <a:lnTo>
                    <a:pt x="167004" y="66908"/>
                  </a:lnTo>
                  <a:lnTo>
                    <a:pt x="167287" y="68010"/>
                  </a:lnTo>
                  <a:lnTo>
                    <a:pt x="166640" y="70800"/>
                  </a:lnTo>
                  <a:lnTo>
                    <a:pt x="166412" y="71249"/>
                  </a:lnTo>
                  <a:lnTo>
                    <a:pt x="164935" y="73297"/>
                  </a:lnTo>
                  <a:lnTo>
                    <a:pt x="163824" y="73881"/>
                  </a:lnTo>
                  <a:lnTo>
                    <a:pt x="160786" y="73926"/>
                  </a:lnTo>
                  <a:lnTo>
                    <a:pt x="156133" y="75380"/>
                  </a:lnTo>
                  <a:lnTo>
                    <a:pt x="153907" y="75589"/>
                  </a:lnTo>
                  <a:lnTo>
                    <a:pt x="150927" y="75250"/>
                  </a:lnTo>
                  <a:lnTo>
                    <a:pt x="149061" y="74588"/>
                  </a:lnTo>
                  <a:lnTo>
                    <a:pt x="147851" y="73829"/>
                  </a:lnTo>
                  <a:lnTo>
                    <a:pt x="146676" y="72750"/>
                  </a:lnTo>
                  <a:lnTo>
                    <a:pt x="146061" y="72669"/>
                  </a:lnTo>
                  <a:lnTo>
                    <a:pt x="145748" y="75011"/>
                  </a:lnTo>
                  <a:lnTo>
                    <a:pt x="145172" y="75314"/>
                  </a:lnTo>
                  <a:lnTo>
                    <a:pt x="144174" y="75278"/>
                  </a:lnTo>
                  <a:lnTo>
                    <a:pt x="142632" y="74549"/>
                  </a:lnTo>
                  <a:lnTo>
                    <a:pt x="141360" y="72857"/>
                  </a:lnTo>
                  <a:lnTo>
                    <a:pt x="140964" y="72864"/>
                  </a:lnTo>
                  <a:lnTo>
                    <a:pt x="140788" y="73849"/>
                  </a:lnTo>
                  <a:lnTo>
                    <a:pt x="140504" y="74496"/>
                  </a:lnTo>
                  <a:lnTo>
                    <a:pt x="140112" y="74801"/>
                  </a:lnTo>
                  <a:lnTo>
                    <a:pt x="136848" y="75859"/>
                  </a:lnTo>
                  <a:lnTo>
                    <a:pt x="135027" y="75865"/>
                  </a:lnTo>
                  <a:lnTo>
                    <a:pt x="133123" y="74654"/>
                  </a:lnTo>
                  <a:lnTo>
                    <a:pt x="131876" y="74777"/>
                  </a:lnTo>
                  <a:lnTo>
                    <a:pt x="130276" y="75430"/>
                  </a:lnTo>
                  <a:lnTo>
                    <a:pt x="126391" y="74191"/>
                  </a:lnTo>
                  <a:lnTo>
                    <a:pt x="125461" y="74143"/>
                  </a:lnTo>
                  <a:lnTo>
                    <a:pt x="126259" y="76150"/>
                  </a:lnTo>
                  <a:lnTo>
                    <a:pt x="124975" y="76461"/>
                  </a:lnTo>
                  <a:lnTo>
                    <a:pt x="122204" y="76410"/>
                  </a:lnTo>
                  <a:lnTo>
                    <a:pt x="117650" y="75764"/>
                  </a:lnTo>
                  <a:lnTo>
                    <a:pt x="114827" y="76705"/>
                  </a:lnTo>
                  <a:lnTo>
                    <a:pt x="109727" y="76143"/>
                  </a:lnTo>
                  <a:lnTo>
                    <a:pt x="104579" y="76002"/>
                  </a:lnTo>
                  <a:lnTo>
                    <a:pt x="103620" y="75542"/>
                  </a:lnTo>
                  <a:lnTo>
                    <a:pt x="102942" y="74604"/>
                  </a:lnTo>
                  <a:lnTo>
                    <a:pt x="102915" y="73768"/>
                  </a:lnTo>
                  <a:lnTo>
                    <a:pt x="103165" y="72614"/>
                  </a:lnTo>
                  <a:lnTo>
                    <a:pt x="103918" y="70897"/>
                  </a:lnTo>
                  <a:lnTo>
                    <a:pt x="105175" y="68615"/>
                  </a:lnTo>
                  <a:lnTo>
                    <a:pt x="105609" y="67411"/>
                  </a:lnTo>
                  <a:lnTo>
                    <a:pt x="104475" y="66854"/>
                  </a:lnTo>
                  <a:lnTo>
                    <a:pt x="103775" y="66110"/>
                  </a:lnTo>
                  <a:lnTo>
                    <a:pt x="103198" y="66026"/>
                  </a:lnTo>
                  <a:lnTo>
                    <a:pt x="101383" y="66905"/>
                  </a:lnTo>
                  <a:lnTo>
                    <a:pt x="100201" y="69470"/>
                  </a:lnTo>
                  <a:lnTo>
                    <a:pt x="99297" y="70215"/>
                  </a:lnTo>
                  <a:lnTo>
                    <a:pt x="98898" y="69591"/>
                  </a:lnTo>
                  <a:lnTo>
                    <a:pt x="98597" y="68033"/>
                  </a:lnTo>
                  <a:lnTo>
                    <a:pt x="98198" y="67274"/>
                  </a:lnTo>
                  <a:lnTo>
                    <a:pt x="97702" y="67316"/>
                  </a:lnTo>
                  <a:lnTo>
                    <a:pt x="97217" y="67732"/>
                  </a:lnTo>
                  <a:lnTo>
                    <a:pt x="96745" y="68522"/>
                  </a:lnTo>
                  <a:lnTo>
                    <a:pt x="96037" y="68808"/>
                  </a:lnTo>
                  <a:lnTo>
                    <a:pt x="95091" y="68593"/>
                  </a:lnTo>
                  <a:lnTo>
                    <a:pt x="94755" y="68980"/>
                  </a:lnTo>
                  <a:lnTo>
                    <a:pt x="95031" y="69971"/>
                  </a:lnTo>
                  <a:lnTo>
                    <a:pt x="95126" y="70899"/>
                  </a:lnTo>
                  <a:lnTo>
                    <a:pt x="95043" y="71764"/>
                  </a:lnTo>
                  <a:lnTo>
                    <a:pt x="94228" y="72602"/>
                  </a:lnTo>
                  <a:lnTo>
                    <a:pt x="91906" y="73822"/>
                  </a:lnTo>
                  <a:lnTo>
                    <a:pt x="90565" y="74211"/>
                  </a:lnTo>
                  <a:lnTo>
                    <a:pt x="87040" y="74393"/>
                  </a:lnTo>
                  <a:lnTo>
                    <a:pt x="84930" y="74030"/>
                  </a:lnTo>
                  <a:lnTo>
                    <a:pt x="80657" y="72565"/>
                  </a:lnTo>
                  <a:lnTo>
                    <a:pt x="78292" y="72497"/>
                  </a:lnTo>
                  <a:lnTo>
                    <a:pt x="75444" y="70040"/>
                  </a:lnTo>
                  <a:lnTo>
                    <a:pt x="73189" y="69473"/>
                  </a:lnTo>
                  <a:lnTo>
                    <a:pt x="73304" y="68584"/>
                  </a:lnTo>
                  <a:lnTo>
                    <a:pt x="74290" y="66932"/>
                  </a:lnTo>
                  <a:lnTo>
                    <a:pt x="74258" y="66439"/>
                  </a:lnTo>
                  <a:lnTo>
                    <a:pt x="71177" y="68847"/>
                  </a:lnTo>
                  <a:lnTo>
                    <a:pt x="70759" y="69616"/>
                  </a:lnTo>
                  <a:lnTo>
                    <a:pt x="71119" y="71401"/>
                  </a:lnTo>
                  <a:lnTo>
                    <a:pt x="70710" y="71529"/>
                  </a:lnTo>
                  <a:lnTo>
                    <a:pt x="68591" y="70887"/>
                  </a:lnTo>
                  <a:lnTo>
                    <a:pt x="66507" y="71376"/>
                  </a:lnTo>
                  <a:lnTo>
                    <a:pt x="66004" y="71232"/>
                  </a:lnTo>
                  <a:lnTo>
                    <a:pt x="64564" y="69943"/>
                  </a:lnTo>
                  <a:lnTo>
                    <a:pt x="62031" y="68633"/>
                  </a:lnTo>
                  <a:lnTo>
                    <a:pt x="60914" y="67165"/>
                  </a:lnTo>
                  <a:lnTo>
                    <a:pt x="59175" y="62579"/>
                  </a:lnTo>
                  <a:lnTo>
                    <a:pt x="58291" y="59545"/>
                  </a:lnTo>
                  <a:lnTo>
                    <a:pt x="58401" y="58926"/>
                  </a:lnTo>
                  <a:lnTo>
                    <a:pt x="59693" y="58070"/>
                  </a:lnTo>
                  <a:lnTo>
                    <a:pt x="59498" y="57404"/>
                  </a:lnTo>
                  <a:lnTo>
                    <a:pt x="57888" y="55698"/>
                  </a:lnTo>
                  <a:lnTo>
                    <a:pt x="56152" y="54264"/>
                  </a:lnTo>
                  <a:lnTo>
                    <a:pt x="55636" y="53273"/>
                  </a:lnTo>
                  <a:lnTo>
                    <a:pt x="55401" y="52270"/>
                  </a:lnTo>
                  <a:lnTo>
                    <a:pt x="55170" y="50819"/>
                  </a:lnTo>
                  <a:lnTo>
                    <a:pt x="55159" y="49745"/>
                  </a:lnTo>
                  <a:lnTo>
                    <a:pt x="55367" y="49050"/>
                  </a:lnTo>
                  <a:lnTo>
                    <a:pt x="56360" y="46887"/>
                  </a:lnTo>
                  <a:lnTo>
                    <a:pt x="59077" y="43010"/>
                  </a:lnTo>
                  <a:lnTo>
                    <a:pt x="59444" y="42306"/>
                  </a:lnTo>
                  <a:lnTo>
                    <a:pt x="59590" y="41613"/>
                  </a:lnTo>
                  <a:lnTo>
                    <a:pt x="59216" y="39563"/>
                  </a:lnTo>
                  <a:lnTo>
                    <a:pt x="58690" y="37509"/>
                  </a:lnTo>
                  <a:lnTo>
                    <a:pt x="58156" y="36040"/>
                  </a:lnTo>
                  <a:lnTo>
                    <a:pt x="56657" y="34013"/>
                  </a:lnTo>
                  <a:lnTo>
                    <a:pt x="54594" y="31905"/>
                  </a:lnTo>
                  <a:lnTo>
                    <a:pt x="51692" y="28123"/>
                  </a:lnTo>
                  <a:lnTo>
                    <a:pt x="49540" y="25183"/>
                  </a:lnTo>
                  <a:lnTo>
                    <a:pt x="46968" y="21045"/>
                  </a:lnTo>
                  <a:lnTo>
                    <a:pt x="45727" y="20690"/>
                  </a:lnTo>
                  <a:lnTo>
                    <a:pt x="44292" y="20879"/>
                  </a:lnTo>
                  <a:lnTo>
                    <a:pt x="41190" y="22303"/>
                  </a:lnTo>
                  <a:lnTo>
                    <a:pt x="40148" y="22979"/>
                  </a:lnTo>
                  <a:lnTo>
                    <a:pt x="39892" y="23434"/>
                  </a:lnTo>
                  <a:lnTo>
                    <a:pt x="37582" y="23536"/>
                  </a:lnTo>
                  <a:lnTo>
                    <a:pt x="31039" y="23163"/>
                  </a:lnTo>
                  <a:lnTo>
                    <a:pt x="28537" y="22724"/>
                  </a:lnTo>
                  <a:lnTo>
                    <a:pt x="26669" y="22840"/>
                  </a:lnTo>
                  <a:lnTo>
                    <a:pt x="23462" y="23890"/>
                  </a:lnTo>
                  <a:lnTo>
                    <a:pt x="20041" y="23692"/>
                  </a:lnTo>
                  <a:lnTo>
                    <a:pt x="17899" y="20778"/>
                  </a:lnTo>
                  <a:lnTo>
                    <a:pt x="13035" y="19208"/>
                  </a:lnTo>
                  <a:lnTo>
                    <a:pt x="11583" y="18326"/>
                  </a:lnTo>
                  <a:lnTo>
                    <a:pt x="10591" y="17123"/>
                  </a:lnTo>
                  <a:lnTo>
                    <a:pt x="10919" y="16337"/>
                  </a:lnTo>
                  <a:lnTo>
                    <a:pt x="13686" y="15631"/>
                  </a:lnTo>
                  <a:lnTo>
                    <a:pt x="14836" y="14856"/>
                  </a:lnTo>
                  <a:lnTo>
                    <a:pt x="15388" y="14229"/>
                  </a:lnTo>
                  <a:lnTo>
                    <a:pt x="12645" y="14768"/>
                  </a:lnTo>
                  <a:lnTo>
                    <a:pt x="11434" y="14673"/>
                  </a:lnTo>
                  <a:lnTo>
                    <a:pt x="3187" y="10734"/>
                  </a:lnTo>
                  <a:lnTo>
                    <a:pt x="645" y="10040"/>
                  </a:lnTo>
                  <a:lnTo>
                    <a:pt x="213" y="9688"/>
                  </a:lnTo>
                  <a:lnTo>
                    <a:pt x="0" y="9225"/>
                  </a:lnTo>
                  <a:lnTo>
                    <a:pt x="5" y="8649"/>
                  </a:lnTo>
                  <a:lnTo>
                    <a:pt x="246" y="7784"/>
                  </a:lnTo>
                  <a:lnTo>
                    <a:pt x="2697" y="8877"/>
                  </a:lnTo>
                  <a:lnTo>
                    <a:pt x="3797" y="8958"/>
                  </a:lnTo>
                  <a:lnTo>
                    <a:pt x="5513" y="8632"/>
                  </a:lnTo>
                  <a:lnTo>
                    <a:pt x="6125" y="7948"/>
                  </a:lnTo>
                  <a:lnTo>
                    <a:pt x="5735" y="7550"/>
                  </a:lnTo>
                  <a:lnTo>
                    <a:pt x="2924" y="6236"/>
                  </a:lnTo>
                  <a:lnTo>
                    <a:pt x="1565" y="5239"/>
                  </a:lnTo>
                  <a:lnTo>
                    <a:pt x="1042" y="4513"/>
                  </a:lnTo>
                  <a:lnTo>
                    <a:pt x="1581" y="3485"/>
                  </a:lnTo>
                  <a:lnTo>
                    <a:pt x="1723" y="2790"/>
                  </a:lnTo>
                  <a:lnTo>
                    <a:pt x="2627" y="2399"/>
                  </a:lnTo>
                  <a:lnTo>
                    <a:pt x="4292" y="2313"/>
                  </a:lnTo>
                  <a:lnTo>
                    <a:pt x="6425" y="1820"/>
                  </a:lnTo>
                  <a:lnTo>
                    <a:pt x="10325" y="477"/>
                  </a:lnTo>
                  <a:lnTo>
                    <a:pt x="12938" y="0"/>
                  </a:lnTo>
                  <a:lnTo>
                    <a:pt x="15545" y="72"/>
                  </a:lnTo>
                  <a:lnTo>
                    <a:pt x="21861" y="1444"/>
                  </a:lnTo>
                  <a:lnTo>
                    <a:pt x="28158" y="3187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5"/>
            <p:cNvSpPr/>
            <p:nvPr/>
          </p:nvSpPr>
          <p:spPr>
            <a:xfrm>
              <a:off x="1847423" y="1342612"/>
              <a:ext cx="91716" cy="50908"/>
            </a:xfrm>
            <a:custGeom>
              <a:avLst/>
              <a:pathLst>
                <a:path w="91716" h="50908">
                  <a:moveTo>
                    <a:pt x="90716" y="5446"/>
                  </a:moveTo>
                  <a:lnTo>
                    <a:pt x="91650" y="6597"/>
                  </a:lnTo>
                  <a:lnTo>
                    <a:pt x="91716" y="7061"/>
                  </a:lnTo>
                  <a:lnTo>
                    <a:pt x="91267" y="7548"/>
                  </a:lnTo>
                  <a:lnTo>
                    <a:pt x="89819" y="8323"/>
                  </a:lnTo>
                  <a:lnTo>
                    <a:pt x="82541" y="10914"/>
                  </a:lnTo>
                  <a:lnTo>
                    <a:pt x="81116" y="12131"/>
                  </a:lnTo>
                  <a:lnTo>
                    <a:pt x="81653" y="13177"/>
                  </a:lnTo>
                  <a:lnTo>
                    <a:pt x="84277" y="15295"/>
                  </a:lnTo>
                  <a:lnTo>
                    <a:pt x="86945" y="17090"/>
                  </a:lnTo>
                  <a:lnTo>
                    <a:pt x="87522" y="17980"/>
                  </a:lnTo>
                  <a:lnTo>
                    <a:pt x="86253" y="18886"/>
                  </a:lnTo>
                  <a:lnTo>
                    <a:pt x="83824" y="18598"/>
                  </a:lnTo>
                  <a:lnTo>
                    <a:pt x="82917" y="18676"/>
                  </a:lnTo>
                  <a:lnTo>
                    <a:pt x="82060" y="19094"/>
                  </a:lnTo>
                  <a:lnTo>
                    <a:pt x="82291" y="19894"/>
                  </a:lnTo>
                  <a:lnTo>
                    <a:pt x="84978" y="22548"/>
                  </a:lnTo>
                  <a:lnTo>
                    <a:pt x="85862" y="23975"/>
                  </a:lnTo>
                  <a:lnTo>
                    <a:pt x="85841" y="24712"/>
                  </a:lnTo>
                  <a:lnTo>
                    <a:pt x="85366" y="25432"/>
                  </a:lnTo>
                  <a:lnTo>
                    <a:pt x="84238" y="26419"/>
                  </a:lnTo>
                  <a:lnTo>
                    <a:pt x="82458" y="27673"/>
                  </a:lnTo>
                  <a:lnTo>
                    <a:pt x="79408" y="28676"/>
                  </a:lnTo>
                  <a:lnTo>
                    <a:pt x="72848" y="30022"/>
                  </a:lnTo>
                  <a:lnTo>
                    <a:pt x="72632" y="31071"/>
                  </a:lnTo>
                  <a:lnTo>
                    <a:pt x="72675" y="31869"/>
                  </a:lnTo>
                  <a:lnTo>
                    <a:pt x="72516" y="33806"/>
                  </a:lnTo>
                  <a:lnTo>
                    <a:pt x="72290" y="34705"/>
                  </a:lnTo>
                  <a:lnTo>
                    <a:pt x="71509" y="36217"/>
                  </a:lnTo>
                  <a:lnTo>
                    <a:pt x="70940" y="36924"/>
                  </a:lnTo>
                  <a:lnTo>
                    <a:pt x="69956" y="37411"/>
                  </a:lnTo>
                  <a:lnTo>
                    <a:pt x="68558" y="37676"/>
                  </a:lnTo>
                  <a:lnTo>
                    <a:pt x="66763" y="37672"/>
                  </a:lnTo>
                  <a:lnTo>
                    <a:pt x="63801" y="36370"/>
                  </a:lnTo>
                  <a:lnTo>
                    <a:pt x="62456" y="35541"/>
                  </a:lnTo>
                  <a:lnTo>
                    <a:pt x="60586" y="33739"/>
                  </a:lnTo>
                  <a:lnTo>
                    <a:pt x="60249" y="32535"/>
                  </a:lnTo>
                  <a:lnTo>
                    <a:pt x="60432" y="31053"/>
                  </a:lnTo>
                  <a:lnTo>
                    <a:pt x="60926" y="28768"/>
                  </a:lnTo>
                  <a:lnTo>
                    <a:pt x="61739" y="26432"/>
                  </a:lnTo>
                  <a:lnTo>
                    <a:pt x="62873" y="24043"/>
                  </a:lnTo>
                  <a:lnTo>
                    <a:pt x="63208" y="22555"/>
                  </a:lnTo>
                  <a:lnTo>
                    <a:pt x="62746" y="21969"/>
                  </a:lnTo>
                  <a:lnTo>
                    <a:pt x="61970" y="21940"/>
                  </a:lnTo>
                  <a:lnTo>
                    <a:pt x="59556" y="22907"/>
                  </a:lnTo>
                  <a:lnTo>
                    <a:pt x="57997" y="23258"/>
                  </a:lnTo>
                  <a:lnTo>
                    <a:pt x="56790" y="23962"/>
                  </a:lnTo>
                  <a:lnTo>
                    <a:pt x="55935" y="25017"/>
                  </a:lnTo>
                  <a:lnTo>
                    <a:pt x="55450" y="26159"/>
                  </a:lnTo>
                  <a:lnTo>
                    <a:pt x="55180" y="28355"/>
                  </a:lnTo>
                  <a:lnTo>
                    <a:pt x="54722" y="29556"/>
                  </a:lnTo>
                  <a:lnTo>
                    <a:pt x="53420" y="30211"/>
                  </a:lnTo>
                  <a:lnTo>
                    <a:pt x="51472" y="30199"/>
                  </a:lnTo>
                  <a:lnTo>
                    <a:pt x="50733" y="30572"/>
                  </a:lnTo>
                  <a:lnTo>
                    <a:pt x="50371" y="31374"/>
                  </a:lnTo>
                  <a:lnTo>
                    <a:pt x="50633" y="32026"/>
                  </a:lnTo>
                  <a:lnTo>
                    <a:pt x="52553" y="33392"/>
                  </a:lnTo>
                  <a:lnTo>
                    <a:pt x="52793" y="34919"/>
                  </a:lnTo>
                  <a:lnTo>
                    <a:pt x="52559" y="35841"/>
                  </a:lnTo>
                  <a:lnTo>
                    <a:pt x="50484" y="37542"/>
                  </a:lnTo>
                  <a:lnTo>
                    <a:pt x="49996" y="38112"/>
                  </a:lnTo>
                  <a:lnTo>
                    <a:pt x="48709" y="40775"/>
                  </a:lnTo>
                  <a:lnTo>
                    <a:pt x="48234" y="41449"/>
                  </a:lnTo>
                  <a:lnTo>
                    <a:pt x="47163" y="42064"/>
                  </a:lnTo>
                  <a:lnTo>
                    <a:pt x="46083" y="41991"/>
                  </a:lnTo>
                  <a:lnTo>
                    <a:pt x="45083" y="41018"/>
                  </a:lnTo>
                  <a:lnTo>
                    <a:pt x="43619" y="39176"/>
                  </a:lnTo>
                  <a:lnTo>
                    <a:pt x="42633" y="37592"/>
                  </a:lnTo>
                  <a:lnTo>
                    <a:pt x="42127" y="36265"/>
                  </a:lnTo>
                  <a:lnTo>
                    <a:pt x="41696" y="35675"/>
                  </a:lnTo>
                  <a:lnTo>
                    <a:pt x="40997" y="36082"/>
                  </a:lnTo>
                  <a:lnTo>
                    <a:pt x="40151" y="37460"/>
                  </a:lnTo>
                  <a:lnTo>
                    <a:pt x="40129" y="38529"/>
                  </a:lnTo>
                  <a:lnTo>
                    <a:pt x="40313" y="40119"/>
                  </a:lnTo>
                  <a:lnTo>
                    <a:pt x="40266" y="41100"/>
                  </a:lnTo>
                  <a:lnTo>
                    <a:pt x="39032" y="42251"/>
                  </a:lnTo>
                  <a:lnTo>
                    <a:pt x="39210" y="42776"/>
                  </a:lnTo>
                  <a:lnTo>
                    <a:pt x="41376" y="44192"/>
                  </a:lnTo>
                  <a:lnTo>
                    <a:pt x="41654" y="44827"/>
                  </a:lnTo>
                  <a:lnTo>
                    <a:pt x="41667" y="45812"/>
                  </a:lnTo>
                  <a:lnTo>
                    <a:pt x="41523" y="46256"/>
                  </a:lnTo>
                  <a:lnTo>
                    <a:pt x="40657" y="46186"/>
                  </a:lnTo>
                  <a:lnTo>
                    <a:pt x="39927" y="47326"/>
                  </a:lnTo>
                  <a:lnTo>
                    <a:pt x="39092" y="48229"/>
                  </a:lnTo>
                  <a:lnTo>
                    <a:pt x="36894" y="49901"/>
                  </a:lnTo>
                  <a:lnTo>
                    <a:pt x="33838" y="50104"/>
                  </a:lnTo>
                  <a:lnTo>
                    <a:pt x="31311" y="50908"/>
                  </a:lnTo>
                  <a:lnTo>
                    <a:pt x="30774" y="50882"/>
                  </a:lnTo>
                  <a:lnTo>
                    <a:pt x="30164" y="49566"/>
                  </a:lnTo>
                  <a:lnTo>
                    <a:pt x="29479" y="46961"/>
                  </a:lnTo>
                  <a:lnTo>
                    <a:pt x="28869" y="45480"/>
                  </a:lnTo>
                  <a:lnTo>
                    <a:pt x="27957" y="44724"/>
                  </a:lnTo>
                  <a:lnTo>
                    <a:pt x="26828" y="41768"/>
                  </a:lnTo>
                  <a:lnTo>
                    <a:pt x="26298" y="40816"/>
                  </a:lnTo>
                  <a:lnTo>
                    <a:pt x="25782" y="40432"/>
                  </a:lnTo>
                  <a:lnTo>
                    <a:pt x="25350" y="40332"/>
                  </a:lnTo>
                  <a:lnTo>
                    <a:pt x="24712" y="40901"/>
                  </a:lnTo>
                  <a:lnTo>
                    <a:pt x="23241" y="45131"/>
                  </a:lnTo>
                  <a:lnTo>
                    <a:pt x="20845" y="46212"/>
                  </a:lnTo>
                  <a:lnTo>
                    <a:pt x="19529" y="46409"/>
                  </a:lnTo>
                  <a:lnTo>
                    <a:pt x="18198" y="46288"/>
                  </a:lnTo>
                  <a:lnTo>
                    <a:pt x="14909" y="45130"/>
                  </a:lnTo>
                  <a:lnTo>
                    <a:pt x="12272" y="44702"/>
                  </a:lnTo>
                  <a:lnTo>
                    <a:pt x="10431" y="45191"/>
                  </a:lnTo>
                  <a:lnTo>
                    <a:pt x="7404" y="46917"/>
                  </a:lnTo>
                  <a:lnTo>
                    <a:pt x="6198" y="47378"/>
                  </a:lnTo>
                  <a:lnTo>
                    <a:pt x="4562" y="47180"/>
                  </a:lnTo>
                  <a:lnTo>
                    <a:pt x="3845" y="46528"/>
                  </a:lnTo>
                  <a:lnTo>
                    <a:pt x="3236" y="45461"/>
                  </a:lnTo>
                  <a:lnTo>
                    <a:pt x="3169" y="44814"/>
                  </a:lnTo>
                  <a:lnTo>
                    <a:pt x="3645" y="44587"/>
                  </a:lnTo>
                  <a:lnTo>
                    <a:pt x="4399" y="43351"/>
                  </a:lnTo>
                  <a:lnTo>
                    <a:pt x="4375" y="42854"/>
                  </a:lnTo>
                  <a:lnTo>
                    <a:pt x="3629" y="42141"/>
                  </a:lnTo>
                  <a:lnTo>
                    <a:pt x="3619" y="41585"/>
                  </a:lnTo>
                  <a:lnTo>
                    <a:pt x="3885" y="41209"/>
                  </a:lnTo>
                  <a:lnTo>
                    <a:pt x="3825" y="40941"/>
                  </a:lnTo>
                  <a:lnTo>
                    <a:pt x="3440" y="40781"/>
                  </a:lnTo>
                  <a:lnTo>
                    <a:pt x="2691" y="40931"/>
                  </a:lnTo>
                  <a:lnTo>
                    <a:pt x="0" y="41749"/>
                  </a:lnTo>
                  <a:lnTo>
                    <a:pt x="302" y="40860"/>
                  </a:lnTo>
                  <a:lnTo>
                    <a:pt x="1588" y="39002"/>
                  </a:lnTo>
                  <a:lnTo>
                    <a:pt x="4730" y="35294"/>
                  </a:lnTo>
                  <a:lnTo>
                    <a:pt x="5919" y="34203"/>
                  </a:lnTo>
                  <a:lnTo>
                    <a:pt x="6631" y="33874"/>
                  </a:lnTo>
                  <a:lnTo>
                    <a:pt x="15906" y="32685"/>
                  </a:lnTo>
                  <a:lnTo>
                    <a:pt x="16555" y="32330"/>
                  </a:lnTo>
                  <a:lnTo>
                    <a:pt x="20963" y="27345"/>
                  </a:lnTo>
                  <a:lnTo>
                    <a:pt x="22221" y="26205"/>
                  </a:lnTo>
                  <a:lnTo>
                    <a:pt x="23509" y="25298"/>
                  </a:lnTo>
                  <a:lnTo>
                    <a:pt x="29830" y="22291"/>
                  </a:lnTo>
                  <a:lnTo>
                    <a:pt x="30419" y="21604"/>
                  </a:lnTo>
                  <a:lnTo>
                    <a:pt x="31406" y="19522"/>
                  </a:lnTo>
                  <a:lnTo>
                    <a:pt x="31982" y="19000"/>
                  </a:lnTo>
                  <a:lnTo>
                    <a:pt x="33347" y="18209"/>
                  </a:lnTo>
                  <a:lnTo>
                    <a:pt x="37903" y="13998"/>
                  </a:lnTo>
                  <a:lnTo>
                    <a:pt x="42053" y="10953"/>
                  </a:lnTo>
                  <a:lnTo>
                    <a:pt x="44161" y="9069"/>
                  </a:lnTo>
                  <a:lnTo>
                    <a:pt x="47046" y="7166"/>
                  </a:lnTo>
                  <a:lnTo>
                    <a:pt x="50380" y="6350"/>
                  </a:lnTo>
                  <a:lnTo>
                    <a:pt x="60435" y="4917"/>
                  </a:lnTo>
                  <a:lnTo>
                    <a:pt x="67673" y="6802"/>
                  </a:lnTo>
                  <a:lnTo>
                    <a:pt x="69395" y="6921"/>
                  </a:lnTo>
                  <a:lnTo>
                    <a:pt x="70238" y="6387"/>
                  </a:lnTo>
                  <a:lnTo>
                    <a:pt x="71000" y="5518"/>
                  </a:lnTo>
                  <a:lnTo>
                    <a:pt x="72081" y="5883"/>
                  </a:lnTo>
                  <a:lnTo>
                    <a:pt x="74769" y="6147"/>
                  </a:lnTo>
                  <a:lnTo>
                    <a:pt x="75365" y="5939"/>
                  </a:lnTo>
                  <a:lnTo>
                    <a:pt x="76496" y="4954"/>
                  </a:lnTo>
                  <a:lnTo>
                    <a:pt x="75723" y="4413"/>
                  </a:lnTo>
                  <a:lnTo>
                    <a:pt x="72471" y="3419"/>
                  </a:lnTo>
                  <a:lnTo>
                    <a:pt x="72274" y="2914"/>
                  </a:lnTo>
                  <a:lnTo>
                    <a:pt x="72348" y="2437"/>
                  </a:lnTo>
                  <a:lnTo>
                    <a:pt x="73491" y="1292"/>
                  </a:lnTo>
                  <a:lnTo>
                    <a:pt x="74871" y="554"/>
                  </a:lnTo>
                  <a:lnTo>
                    <a:pt x="78869" y="0"/>
                  </a:lnTo>
                  <a:lnTo>
                    <a:pt x="80704" y="141"/>
                  </a:lnTo>
                  <a:lnTo>
                    <a:pt x="82601" y="933"/>
                  </a:lnTo>
                  <a:lnTo>
                    <a:pt x="85080" y="2569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6"/>
            <p:cNvSpPr/>
            <p:nvPr/>
          </p:nvSpPr>
          <p:spPr>
            <a:xfrm>
              <a:off x="2238813" y="1339439"/>
              <a:ext cx="18397" cy="13137"/>
            </a:xfrm>
            <a:custGeom>
              <a:avLst/>
              <a:pathLst>
                <a:path w="18397" h="13137">
                  <a:moveTo>
                    <a:pt x="16681" y="11445"/>
                  </a:moveTo>
                  <a:lnTo>
                    <a:pt x="13454" y="13137"/>
                  </a:lnTo>
                  <a:lnTo>
                    <a:pt x="11806" y="13076"/>
                  </a:lnTo>
                  <a:lnTo>
                    <a:pt x="2367" y="9618"/>
                  </a:lnTo>
                  <a:lnTo>
                    <a:pt x="466" y="7909"/>
                  </a:lnTo>
                  <a:lnTo>
                    <a:pt x="104" y="6758"/>
                  </a:lnTo>
                  <a:lnTo>
                    <a:pt x="0" y="5124"/>
                  </a:lnTo>
                  <a:lnTo>
                    <a:pt x="29" y="2889"/>
                  </a:lnTo>
                  <a:lnTo>
                    <a:pt x="439" y="1386"/>
                  </a:lnTo>
                  <a:lnTo>
                    <a:pt x="936" y="864"/>
                  </a:lnTo>
                  <a:lnTo>
                    <a:pt x="2048" y="327"/>
                  </a:lnTo>
                  <a:lnTo>
                    <a:pt x="4226" y="0"/>
                  </a:lnTo>
                  <a:lnTo>
                    <a:pt x="6295" y="187"/>
                  </a:lnTo>
                  <a:lnTo>
                    <a:pt x="9406" y="786"/>
                  </a:lnTo>
                  <a:lnTo>
                    <a:pt x="12501" y="1781"/>
                  </a:lnTo>
                  <a:lnTo>
                    <a:pt x="16610" y="4833"/>
                  </a:lnTo>
                  <a:lnTo>
                    <a:pt x="18084" y="6289"/>
                  </a:lnTo>
                  <a:lnTo>
                    <a:pt x="18397" y="8180"/>
                  </a:lnTo>
                  <a:lnTo>
                    <a:pt x="18392" y="9338"/>
                  </a:lnTo>
                  <a:lnTo>
                    <a:pt x="18177" y="10182"/>
                  </a:lnTo>
                  <a:lnTo>
                    <a:pt x="17749" y="10708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7"/>
            <p:cNvSpPr/>
            <p:nvPr/>
          </p:nvSpPr>
          <p:spPr>
            <a:xfrm>
              <a:off x="2055184" y="1336502"/>
              <a:ext cx="19896" cy="18628"/>
            </a:xfrm>
            <a:custGeom>
              <a:avLst/>
              <a:pathLst>
                <a:path w="19896" h="18628">
                  <a:moveTo>
                    <a:pt x="18607" y="18103"/>
                  </a:moveTo>
                  <a:lnTo>
                    <a:pt x="16717" y="18628"/>
                  </a:lnTo>
                  <a:lnTo>
                    <a:pt x="12963" y="17427"/>
                  </a:lnTo>
                  <a:lnTo>
                    <a:pt x="10501" y="16911"/>
                  </a:lnTo>
                  <a:lnTo>
                    <a:pt x="8467" y="14778"/>
                  </a:lnTo>
                  <a:lnTo>
                    <a:pt x="6290" y="11871"/>
                  </a:lnTo>
                  <a:lnTo>
                    <a:pt x="4578" y="8658"/>
                  </a:lnTo>
                  <a:lnTo>
                    <a:pt x="3935" y="6766"/>
                  </a:lnTo>
                  <a:lnTo>
                    <a:pt x="2689" y="5642"/>
                  </a:lnTo>
                  <a:lnTo>
                    <a:pt x="2257" y="3778"/>
                  </a:lnTo>
                  <a:lnTo>
                    <a:pt x="0" y="857"/>
                  </a:lnTo>
                  <a:lnTo>
                    <a:pt x="376" y="430"/>
                  </a:lnTo>
                  <a:lnTo>
                    <a:pt x="2506" y="0"/>
                  </a:lnTo>
                  <a:lnTo>
                    <a:pt x="5901" y="543"/>
                  </a:lnTo>
                  <a:lnTo>
                    <a:pt x="7527" y="1579"/>
                  </a:lnTo>
                  <a:lnTo>
                    <a:pt x="9581" y="3318"/>
                  </a:lnTo>
                  <a:lnTo>
                    <a:pt x="12243" y="6090"/>
                  </a:lnTo>
                  <a:lnTo>
                    <a:pt x="13066" y="7318"/>
                  </a:lnTo>
                  <a:lnTo>
                    <a:pt x="13226" y="9004"/>
                  </a:lnTo>
                  <a:lnTo>
                    <a:pt x="13706" y="9919"/>
                  </a:lnTo>
                  <a:lnTo>
                    <a:pt x="15991" y="10081"/>
                  </a:lnTo>
                  <a:lnTo>
                    <a:pt x="18804" y="12311"/>
                  </a:lnTo>
                  <a:lnTo>
                    <a:pt x="19315" y="13174"/>
                  </a:lnTo>
                  <a:lnTo>
                    <a:pt x="19896" y="14930"/>
                  </a:lnTo>
                  <a:lnTo>
                    <a:pt x="19856" y="15767"/>
                  </a:lnTo>
                  <a:lnTo>
                    <a:pt x="19407" y="17494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8"/>
            <p:cNvSpPr/>
            <p:nvPr/>
          </p:nvSpPr>
          <p:spPr>
            <a:xfrm>
              <a:off x="2175985" y="1335391"/>
              <a:ext cx="38844" cy="10039"/>
            </a:xfrm>
            <a:custGeom>
              <a:avLst/>
              <a:pathLst>
                <a:path w="38844" h="10039">
                  <a:moveTo>
                    <a:pt x="9776" y="0"/>
                  </a:moveTo>
                  <a:lnTo>
                    <a:pt x="12877" y="1128"/>
                  </a:lnTo>
                  <a:lnTo>
                    <a:pt x="16247" y="529"/>
                  </a:lnTo>
                  <a:lnTo>
                    <a:pt x="19864" y="466"/>
                  </a:lnTo>
                  <a:lnTo>
                    <a:pt x="27910" y="947"/>
                  </a:lnTo>
                  <a:lnTo>
                    <a:pt x="33240" y="627"/>
                  </a:lnTo>
                  <a:lnTo>
                    <a:pt x="34619" y="818"/>
                  </a:lnTo>
                  <a:lnTo>
                    <a:pt x="36718" y="1542"/>
                  </a:lnTo>
                  <a:lnTo>
                    <a:pt x="37832" y="2416"/>
                  </a:lnTo>
                  <a:lnTo>
                    <a:pt x="38844" y="3895"/>
                  </a:lnTo>
                  <a:lnTo>
                    <a:pt x="36247" y="4795"/>
                  </a:lnTo>
                  <a:lnTo>
                    <a:pt x="34021" y="9384"/>
                  </a:lnTo>
                  <a:lnTo>
                    <a:pt x="33720" y="9613"/>
                  </a:lnTo>
                  <a:lnTo>
                    <a:pt x="31298" y="9675"/>
                  </a:lnTo>
                  <a:lnTo>
                    <a:pt x="30114" y="10039"/>
                  </a:lnTo>
                  <a:lnTo>
                    <a:pt x="23046" y="9389"/>
                  </a:lnTo>
                  <a:lnTo>
                    <a:pt x="3573" y="9097"/>
                  </a:lnTo>
                  <a:lnTo>
                    <a:pt x="2720" y="8525"/>
                  </a:lnTo>
                  <a:lnTo>
                    <a:pt x="157" y="5834"/>
                  </a:lnTo>
                  <a:lnTo>
                    <a:pt x="0" y="4770"/>
                  </a:lnTo>
                  <a:lnTo>
                    <a:pt x="462" y="3529"/>
                  </a:lnTo>
                  <a:lnTo>
                    <a:pt x="1012" y="2702"/>
                  </a:lnTo>
                  <a:lnTo>
                    <a:pt x="1649" y="2294"/>
                  </a:lnTo>
                  <a:lnTo>
                    <a:pt x="7313" y="286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79"/>
            <p:cNvSpPr/>
            <p:nvPr/>
          </p:nvSpPr>
          <p:spPr>
            <a:xfrm>
              <a:off x="2099497" y="1332211"/>
              <a:ext cx="18176" cy="6272"/>
            </a:xfrm>
            <a:custGeom>
              <a:avLst/>
              <a:pathLst>
                <a:path w="18176" h="6272">
                  <a:moveTo>
                    <a:pt x="9643" y="5999"/>
                  </a:moveTo>
                  <a:lnTo>
                    <a:pt x="7946" y="6272"/>
                  </a:lnTo>
                  <a:lnTo>
                    <a:pt x="4876" y="6129"/>
                  </a:lnTo>
                  <a:lnTo>
                    <a:pt x="1199" y="5067"/>
                  </a:lnTo>
                  <a:lnTo>
                    <a:pt x="207" y="3825"/>
                  </a:lnTo>
                  <a:lnTo>
                    <a:pt x="0" y="1859"/>
                  </a:lnTo>
                  <a:lnTo>
                    <a:pt x="43" y="771"/>
                  </a:lnTo>
                  <a:lnTo>
                    <a:pt x="337" y="561"/>
                  </a:lnTo>
                  <a:lnTo>
                    <a:pt x="2614" y="303"/>
                  </a:lnTo>
                  <a:lnTo>
                    <a:pt x="6875" y="0"/>
                  </a:lnTo>
                  <a:lnTo>
                    <a:pt x="10311" y="222"/>
                  </a:lnTo>
                  <a:lnTo>
                    <a:pt x="14228" y="1343"/>
                  </a:lnTo>
                  <a:lnTo>
                    <a:pt x="15817" y="2063"/>
                  </a:lnTo>
                  <a:lnTo>
                    <a:pt x="16627" y="2571"/>
                  </a:lnTo>
                  <a:lnTo>
                    <a:pt x="17631" y="3598"/>
                  </a:lnTo>
                  <a:lnTo>
                    <a:pt x="17960" y="4052"/>
                  </a:lnTo>
                  <a:lnTo>
                    <a:pt x="18176" y="4860"/>
                  </a:lnTo>
                  <a:lnTo>
                    <a:pt x="13294" y="5039"/>
                  </a:lnTo>
                  <a:lnTo>
                    <a:pt x="10988" y="5357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0"/>
            <p:cNvSpPr/>
            <p:nvPr/>
          </p:nvSpPr>
          <p:spPr>
            <a:xfrm>
              <a:off x="1944579" y="1326953"/>
              <a:ext cx="17416" cy="10544"/>
            </a:xfrm>
            <a:custGeom>
              <a:avLst/>
              <a:pathLst>
                <a:path w="17416" h="10544">
                  <a:moveTo>
                    <a:pt x="14769" y="9541"/>
                  </a:moveTo>
                  <a:lnTo>
                    <a:pt x="11395" y="10544"/>
                  </a:lnTo>
                  <a:lnTo>
                    <a:pt x="9157" y="10520"/>
                  </a:lnTo>
                  <a:lnTo>
                    <a:pt x="5195" y="9107"/>
                  </a:lnTo>
                  <a:lnTo>
                    <a:pt x="603" y="4790"/>
                  </a:lnTo>
                  <a:lnTo>
                    <a:pt x="0" y="3250"/>
                  </a:lnTo>
                  <a:lnTo>
                    <a:pt x="1714" y="2973"/>
                  </a:lnTo>
                  <a:lnTo>
                    <a:pt x="2959" y="2500"/>
                  </a:lnTo>
                  <a:lnTo>
                    <a:pt x="3737" y="1832"/>
                  </a:lnTo>
                  <a:lnTo>
                    <a:pt x="5213" y="1099"/>
                  </a:lnTo>
                  <a:lnTo>
                    <a:pt x="8625" y="0"/>
                  </a:lnTo>
                  <a:lnTo>
                    <a:pt x="9038" y="424"/>
                  </a:lnTo>
                  <a:lnTo>
                    <a:pt x="8964" y="1324"/>
                  </a:lnTo>
                  <a:lnTo>
                    <a:pt x="9248" y="2164"/>
                  </a:lnTo>
                  <a:lnTo>
                    <a:pt x="10469" y="2343"/>
                  </a:lnTo>
                  <a:lnTo>
                    <a:pt x="11625" y="2943"/>
                  </a:lnTo>
                  <a:lnTo>
                    <a:pt x="13963" y="4785"/>
                  </a:lnTo>
                  <a:lnTo>
                    <a:pt x="15564" y="5140"/>
                  </a:lnTo>
                  <a:lnTo>
                    <a:pt x="16139" y="5544"/>
                  </a:lnTo>
                  <a:lnTo>
                    <a:pt x="16444" y="6163"/>
                  </a:lnTo>
                  <a:lnTo>
                    <a:pt x="17416" y="7242"/>
                  </a:lnTo>
                  <a:lnTo>
                    <a:pt x="17398" y="7802"/>
                  </a:lnTo>
                  <a:lnTo>
                    <a:pt x="16085" y="8916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1"/>
            <p:cNvSpPr/>
            <p:nvPr/>
          </p:nvSpPr>
          <p:spPr>
            <a:xfrm>
              <a:off x="1966123" y="1326194"/>
              <a:ext cx="45218" cy="22441"/>
            </a:xfrm>
            <a:custGeom>
              <a:avLst/>
              <a:pathLst>
                <a:path w="45218" h="22441">
                  <a:moveTo>
                    <a:pt x="34864" y="0"/>
                  </a:moveTo>
                  <a:lnTo>
                    <a:pt x="44751" y="708"/>
                  </a:lnTo>
                  <a:lnTo>
                    <a:pt x="45178" y="840"/>
                  </a:lnTo>
                  <a:lnTo>
                    <a:pt x="45218" y="1370"/>
                  </a:lnTo>
                  <a:lnTo>
                    <a:pt x="44473" y="3070"/>
                  </a:lnTo>
                  <a:lnTo>
                    <a:pt x="43333" y="4308"/>
                  </a:lnTo>
                  <a:lnTo>
                    <a:pt x="38055" y="5861"/>
                  </a:lnTo>
                  <a:lnTo>
                    <a:pt x="31248" y="7268"/>
                  </a:lnTo>
                  <a:lnTo>
                    <a:pt x="29835" y="7951"/>
                  </a:lnTo>
                  <a:lnTo>
                    <a:pt x="29947" y="8358"/>
                  </a:lnTo>
                  <a:lnTo>
                    <a:pt x="30501" y="8865"/>
                  </a:lnTo>
                  <a:lnTo>
                    <a:pt x="31639" y="9508"/>
                  </a:lnTo>
                  <a:lnTo>
                    <a:pt x="36911" y="9362"/>
                  </a:lnTo>
                  <a:lnTo>
                    <a:pt x="38182" y="9639"/>
                  </a:lnTo>
                  <a:lnTo>
                    <a:pt x="38632" y="10054"/>
                  </a:lnTo>
                  <a:lnTo>
                    <a:pt x="38902" y="10662"/>
                  </a:lnTo>
                  <a:lnTo>
                    <a:pt x="39066" y="11454"/>
                  </a:lnTo>
                  <a:lnTo>
                    <a:pt x="39074" y="14139"/>
                  </a:lnTo>
                  <a:lnTo>
                    <a:pt x="38796" y="15693"/>
                  </a:lnTo>
                  <a:lnTo>
                    <a:pt x="38067" y="17100"/>
                  </a:lnTo>
                  <a:lnTo>
                    <a:pt x="35932" y="18101"/>
                  </a:lnTo>
                  <a:lnTo>
                    <a:pt x="32090" y="19423"/>
                  </a:lnTo>
                  <a:lnTo>
                    <a:pt x="29485" y="20011"/>
                  </a:lnTo>
                  <a:lnTo>
                    <a:pt x="27431" y="19799"/>
                  </a:lnTo>
                  <a:lnTo>
                    <a:pt x="25385" y="19936"/>
                  </a:lnTo>
                  <a:lnTo>
                    <a:pt x="16430" y="22428"/>
                  </a:lnTo>
                  <a:lnTo>
                    <a:pt x="13659" y="22441"/>
                  </a:lnTo>
                  <a:lnTo>
                    <a:pt x="11238" y="21839"/>
                  </a:lnTo>
                  <a:lnTo>
                    <a:pt x="7893" y="19488"/>
                  </a:lnTo>
                  <a:lnTo>
                    <a:pt x="4415" y="18564"/>
                  </a:lnTo>
                  <a:lnTo>
                    <a:pt x="2929" y="17507"/>
                  </a:lnTo>
                  <a:lnTo>
                    <a:pt x="1469" y="16929"/>
                  </a:lnTo>
                  <a:lnTo>
                    <a:pt x="1065" y="16085"/>
                  </a:lnTo>
                  <a:lnTo>
                    <a:pt x="924" y="15455"/>
                  </a:lnTo>
                  <a:lnTo>
                    <a:pt x="1170" y="14876"/>
                  </a:lnTo>
                  <a:lnTo>
                    <a:pt x="1802" y="14351"/>
                  </a:lnTo>
                  <a:lnTo>
                    <a:pt x="2008" y="13905"/>
                  </a:lnTo>
                  <a:lnTo>
                    <a:pt x="1427" y="12610"/>
                  </a:lnTo>
                  <a:lnTo>
                    <a:pt x="1159" y="11373"/>
                  </a:lnTo>
                  <a:lnTo>
                    <a:pt x="149" y="9597"/>
                  </a:lnTo>
                  <a:lnTo>
                    <a:pt x="0" y="8574"/>
                  </a:lnTo>
                  <a:lnTo>
                    <a:pt x="6" y="7906"/>
                  </a:lnTo>
                  <a:lnTo>
                    <a:pt x="174" y="7185"/>
                  </a:lnTo>
                  <a:lnTo>
                    <a:pt x="842" y="5900"/>
                  </a:lnTo>
                  <a:lnTo>
                    <a:pt x="1189" y="5639"/>
                  </a:lnTo>
                  <a:lnTo>
                    <a:pt x="3230" y="5439"/>
                  </a:lnTo>
                  <a:lnTo>
                    <a:pt x="5909" y="4775"/>
                  </a:lnTo>
                  <a:lnTo>
                    <a:pt x="12078" y="2849"/>
                  </a:lnTo>
                  <a:lnTo>
                    <a:pt x="25628" y="445"/>
                  </a:lnTo>
                  <a:lnTo>
                    <a:pt x="29741" y="667"/>
                  </a:lnTo>
                  <a:lnTo>
                    <a:pt x="31541" y="196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2"/>
            <p:cNvSpPr/>
            <p:nvPr/>
          </p:nvSpPr>
          <p:spPr>
            <a:xfrm>
              <a:off x="2089643" y="1321230"/>
              <a:ext cx="5988" cy="4280"/>
            </a:xfrm>
            <a:custGeom>
              <a:avLst/>
              <a:pathLst>
                <a:path w="5988" h="4280">
                  <a:moveTo>
                    <a:pt x="3334" y="3687"/>
                  </a:moveTo>
                  <a:lnTo>
                    <a:pt x="1917" y="4280"/>
                  </a:lnTo>
                  <a:lnTo>
                    <a:pt x="263" y="3933"/>
                  </a:lnTo>
                  <a:lnTo>
                    <a:pt x="32" y="3563"/>
                  </a:lnTo>
                  <a:lnTo>
                    <a:pt x="0" y="3116"/>
                  </a:lnTo>
                  <a:lnTo>
                    <a:pt x="167" y="2592"/>
                  </a:lnTo>
                  <a:lnTo>
                    <a:pt x="2013" y="750"/>
                  </a:lnTo>
                  <a:lnTo>
                    <a:pt x="3705" y="118"/>
                  </a:lnTo>
                  <a:lnTo>
                    <a:pt x="4711" y="0"/>
                  </a:lnTo>
                  <a:lnTo>
                    <a:pt x="5528" y="626"/>
                  </a:lnTo>
                  <a:lnTo>
                    <a:pt x="5988" y="1568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3"/>
            <p:cNvSpPr/>
            <p:nvPr/>
          </p:nvSpPr>
          <p:spPr>
            <a:xfrm>
              <a:off x="1966011" y="1306852"/>
              <a:ext cx="48823" cy="14275"/>
            </a:xfrm>
            <a:custGeom>
              <a:avLst/>
              <a:pathLst>
                <a:path w="48823" h="14275">
                  <a:moveTo>
                    <a:pt x="42900" y="3174"/>
                  </a:moveTo>
                  <a:lnTo>
                    <a:pt x="45060" y="4896"/>
                  </a:lnTo>
                  <a:lnTo>
                    <a:pt x="45801" y="4862"/>
                  </a:lnTo>
                  <a:lnTo>
                    <a:pt x="46748" y="5181"/>
                  </a:lnTo>
                  <a:lnTo>
                    <a:pt x="47203" y="5632"/>
                  </a:lnTo>
                  <a:lnTo>
                    <a:pt x="48500" y="7828"/>
                  </a:lnTo>
                  <a:lnTo>
                    <a:pt x="48747" y="8918"/>
                  </a:lnTo>
                  <a:lnTo>
                    <a:pt x="48823" y="10323"/>
                  </a:lnTo>
                  <a:lnTo>
                    <a:pt x="48624" y="11499"/>
                  </a:lnTo>
                  <a:lnTo>
                    <a:pt x="48150" y="12444"/>
                  </a:lnTo>
                  <a:lnTo>
                    <a:pt x="46991" y="13043"/>
                  </a:lnTo>
                  <a:lnTo>
                    <a:pt x="44223" y="13416"/>
                  </a:lnTo>
                  <a:lnTo>
                    <a:pt x="40359" y="12853"/>
                  </a:lnTo>
                  <a:lnTo>
                    <a:pt x="37008" y="13581"/>
                  </a:lnTo>
                  <a:lnTo>
                    <a:pt x="35467" y="13676"/>
                  </a:lnTo>
                  <a:lnTo>
                    <a:pt x="31312" y="13210"/>
                  </a:lnTo>
                  <a:lnTo>
                    <a:pt x="30263" y="12868"/>
                  </a:lnTo>
                  <a:lnTo>
                    <a:pt x="27959" y="11529"/>
                  </a:lnTo>
                  <a:lnTo>
                    <a:pt x="26202" y="10978"/>
                  </a:lnTo>
                  <a:lnTo>
                    <a:pt x="25464" y="11272"/>
                  </a:lnTo>
                  <a:lnTo>
                    <a:pt x="24582" y="12447"/>
                  </a:lnTo>
                  <a:lnTo>
                    <a:pt x="22921" y="13901"/>
                  </a:lnTo>
                  <a:lnTo>
                    <a:pt x="21904" y="14275"/>
                  </a:lnTo>
                  <a:lnTo>
                    <a:pt x="18915" y="14031"/>
                  </a:lnTo>
                  <a:lnTo>
                    <a:pt x="14330" y="11575"/>
                  </a:lnTo>
                  <a:lnTo>
                    <a:pt x="9066" y="12301"/>
                  </a:lnTo>
                  <a:lnTo>
                    <a:pt x="3611" y="13737"/>
                  </a:lnTo>
                  <a:lnTo>
                    <a:pt x="1481" y="14006"/>
                  </a:lnTo>
                  <a:lnTo>
                    <a:pt x="858" y="13590"/>
                  </a:lnTo>
                  <a:lnTo>
                    <a:pt x="0" y="12512"/>
                  </a:lnTo>
                  <a:lnTo>
                    <a:pt x="134" y="11968"/>
                  </a:lnTo>
                  <a:lnTo>
                    <a:pt x="1759" y="10324"/>
                  </a:lnTo>
                  <a:lnTo>
                    <a:pt x="5389" y="8597"/>
                  </a:lnTo>
                  <a:lnTo>
                    <a:pt x="8042" y="7623"/>
                  </a:lnTo>
                  <a:lnTo>
                    <a:pt x="13309" y="6205"/>
                  </a:lnTo>
                  <a:lnTo>
                    <a:pt x="19543" y="5410"/>
                  </a:lnTo>
                  <a:lnTo>
                    <a:pt x="21874" y="4567"/>
                  </a:lnTo>
                  <a:lnTo>
                    <a:pt x="23349" y="3361"/>
                  </a:lnTo>
                  <a:lnTo>
                    <a:pt x="27407" y="1460"/>
                  </a:lnTo>
                  <a:lnTo>
                    <a:pt x="29800" y="672"/>
                  </a:lnTo>
                  <a:lnTo>
                    <a:pt x="33002" y="0"/>
                  </a:lnTo>
                  <a:lnTo>
                    <a:pt x="35597" y="34"/>
                  </a:lnTo>
                  <a:lnTo>
                    <a:pt x="38896" y="1577"/>
                  </a:lnTo>
                  <a:lnTo>
                    <a:pt x="41359" y="2344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4"/>
            <p:cNvSpPr/>
            <p:nvPr/>
          </p:nvSpPr>
          <p:spPr>
            <a:xfrm>
              <a:off x="2150513" y="1305451"/>
              <a:ext cx="42617" cy="29526"/>
            </a:xfrm>
            <a:custGeom>
              <a:avLst/>
              <a:pathLst>
                <a:path w="42617" h="29526">
                  <a:moveTo>
                    <a:pt x="26361" y="8094"/>
                  </a:moveTo>
                  <a:lnTo>
                    <a:pt x="29274" y="8867"/>
                  </a:lnTo>
                  <a:lnTo>
                    <a:pt x="34300" y="8528"/>
                  </a:lnTo>
                  <a:lnTo>
                    <a:pt x="36129" y="9091"/>
                  </a:lnTo>
                  <a:lnTo>
                    <a:pt x="40840" y="11079"/>
                  </a:lnTo>
                  <a:lnTo>
                    <a:pt x="42269" y="12254"/>
                  </a:lnTo>
                  <a:lnTo>
                    <a:pt x="42610" y="13141"/>
                  </a:lnTo>
                  <a:lnTo>
                    <a:pt x="42617" y="13592"/>
                  </a:lnTo>
                  <a:lnTo>
                    <a:pt x="41053" y="14556"/>
                  </a:lnTo>
                  <a:lnTo>
                    <a:pt x="37919" y="16032"/>
                  </a:lnTo>
                  <a:lnTo>
                    <a:pt x="37162" y="17143"/>
                  </a:lnTo>
                  <a:lnTo>
                    <a:pt x="39957" y="18531"/>
                  </a:lnTo>
                  <a:lnTo>
                    <a:pt x="41375" y="19766"/>
                  </a:lnTo>
                  <a:lnTo>
                    <a:pt x="42014" y="20649"/>
                  </a:lnTo>
                  <a:lnTo>
                    <a:pt x="42036" y="21558"/>
                  </a:lnTo>
                  <a:lnTo>
                    <a:pt x="40151" y="24011"/>
                  </a:lnTo>
                  <a:lnTo>
                    <a:pt x="38768" y="24734"/>
                  </a:lnTo>
                  <a:lnTo>
                    <a:pt x="36653" y="24656"/>
                  </a:lnTo>
                  <a:lnTo>
                    <a:pt x="35652" y="24880"/>
                  </a:lnTo>
                  <a:lnTo>
                    <a:pt x="32947" y="26025"/>
                  </a:lnTo>
                  <a:lnTo>
                    <a:pt x="28742" y="27121"/>
                  </a:lnTo>
                  <a:lnTo>
                    <a:pt x="23001" y="27571"/>
                  </a:lnTo>
                  <a:lnTo>
                    <a:pt x="21444" y="28246"/>
                  </a:lnTo>
                  <a:lnTo>
                    <a:pt x="18594" y="29351"/>
                  </a:lnTo>
                  <a:lnTo>
                    <a:pt x="16673" y="29526"/>
                  </a:lnTo>
                  <a:lnTo>
                    <a:pt x="16045" y="28892"/>
                  </a:lnTo>
                  <a:lnTo>
                    <a:pt x="15757" y="27957"/>
                  </a:lnTo>
                  <a:lnTo>
                    <a:pt x="15904" y="27311"/>
                  </a:lnTo>
                  <a:lnTo>
                    <a:pt x="16309" y="26509"/>
                  </a:lnTo>
                  <a:lnTo>
                    <a:pt x="15394" y="25758"/>
                  </a:lnTo>
                  <a:lnTo>
                    <a:pt x="11280" y="24317"/>
                  </a:lnTo>
                  <a:lnTo>
                    <a:pt x="8884" y="22308"/>
                  </a:lnTo>
                  <a:lnTo>
                    <a:pt x="8544" y="21677"/>
                  </a:lnTo>
                  <a:lnTo>
                    <a:pt x="8423" y="21115"/>
                  </a:lnTo>
                  <a:lnTo>
                    <a:pt x="13749" y="20743"/>
                  </a:lnTo>
                  <a:lnTo>
                    <a:pt x="16040" y="20338"/>
                  </a:lnTo>
                  <a:lnTo>
                    <a:pt x="17059" y="19686"/>
                  </a:lnTo>
                  <a:lnTo>
                    <a:pt x="17228" y="19306"/>
                  </a:lnTo>
                  <a:lnTo>
                    <a:pt x="16208" y="19141"/>
                  </a:lnTo>
                  <a:lnTo>
                    <a:pt x="12559" y="17788"/>
                  </a:lnTo>
                  <a:lnTo>
                    <a:pt x="6438" y="16979"/>
                  </a:lnTo>
                  <a:lnTo>
                    <a:pt x="6146" y="16041"/>
                  </a:lnTo>
                  <a:lnTo>
                    <a:pt x="3594" y="14162"/>
                  </a:lnTo>
                  <a:lnTo>
                    <a:pt x="3350" y="12378"/>
                  </a:lnTo>
                  <a:lnTo>
                    <a:pt x="2795" y="11884"/>
                  </a:lnTo>
                  <a:lnTo>
                    <a:pt x="1059" y="11109"/>
                  </a:lnTo>
                  <a:lnTo>
                    <a:pt x="803" y="10854"/>
                  </a:lnTo>
                  <a:lnTo>
                    <a:pt x="289" y="9703"/>
                  </a:lnTo>
                  <a:lnTo>
                    <a:pt x="210" y="9074"/>
                  </a:lnTo>
                  <a:lnTo>
                    <a:pt x="310" y="8502"/>
                  </a:lnTo>
                  <a:lnTo>
                    <a:pt x="3460" y="7295"/>
                  </a:lnTo>
                  <a:lnTo>
                    <a:pt x="3021" y="6458"/>
                  </a:lnTo>
                  <a:lnTo>
                    <a:pt x="628" y="3334"/>
                  </a:lnTo>
                  <a:lnTo>
                    <a:pt x="0" y="1595"/>
                  </a:lnTo>
                  <a:lnTo>
                    <a:pt x="101" y="936"/>
                  </a:lnTo>
                  <a:lnTo>
                    <a:pt x="1588" y="20"/>
                  </a:lnTo>
                  <a:lnTo>
                    <a:pt x="3676" y="0"/>
                  </a:lnTo>
                  <a:lnTo>
                    <a:pt x="9192" y="278"/>
                  </a:lnTo>
                  <a:lnTo>
                    <a:pt x="11827" y="659"/>
                  </a:lnTo>
                  <a:lnTo>
                    <a:pt x="14455" y="1405"/>
                  </a:lnTo>
                  <a:lnTo>
                    <a:pt x="17337" y="2510"/>
                  </a:lnTo>
                  <a:lnTo>
                    <a:pt x="21641" y="3490"/>
                  </a:lnTo>
                  <a:lnTo>
                    <a:pt x="23019" y="4138"/>
                  </a:lnTo>
                  <a:lnTo>
                    <a:pt x="25611" y="6201"/>
                  </a:lnTo>
                  <a:lnTo>
                    <a:pt x="25891" y="6856"/>
                  </a:lnTo>
                  <a:lnTo>
                    <a:pt x="25720" y="7508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5"/>
            <p:cNvSpPr/>
            <p:nvPr/>
          </p:nvSpPr>
          <p:spPr>
            <a:xfrm>
              <a:off x="2061180" y="1289293"/>
              <a:ext cx="81202" cy="46044"/>
            </a:xfrm>
            <a:custGeom>
              <a:avLst/>
              <a:pathLst>
                <a:path w="81202" h="46044">
                  <a:moveTo>
                    <a:pt x="26581" y="1076"/>
                  </a:moveTo>
                  <a:lnTo>
                    <a:pt x="29473" y="1676"/>
                  </a:lnTo>
                  <a:lnTo>
                    <a:pt x="32895" y="3573"/>
                  </a:lnTo>
                  <a:lnTo>
                    <a:pt x="36129" y="7595"/>
                  </a:lnTo>
                  <a:lnTo>
                    <a:pt x="36293" y="8110"/>
                  </a:lnTo>
                  <a:lnTo>
                    <a:pt x="36310" y="8778"/>
                  </a:lnTo>
                  <a:lnTo>
                    <a:pt x="36180" y="9600"/>
                  </a:lnTo>
                  <a:lnTo>
                    <a:pt x="35752" y="10668"/>
                  </a:lnTo>
                  <a:lnTo>
                    <a:pt x="35164" y="11308"/>
                  </a:lnTo>
                  <a:lnTo>
                    <a:pt x="36829" y="12087"/>
                  </a:lnTo>
                  <a:lnTo>
                    <a:pt x="37012" y="12467"/>
                  </a:lnTo>
                  <a:lnTo>
                    <a:pt x="36864" y="13330"/>
                  </a:lnTo>
                  <a:lnTo>
                    <a:pt x="37068" y="13966"/>
                  </a:lnTo>
                  <a:lnTo>
                    <a:pt x="38075" y="13337"/>
                  </a:lnTo>
                  <a:lnTo>
                    <a:pt x="38936" y="12376"/>
                  </a:lnTo>
                  <a:lnTo>
                    <a:pt x="39152" y="11759"/>
                  </a:lnTo>
                  <a:lnTo>
                    <a:pt x="39327" y="10098"/>
                  </a:lnTo>
                  <a:lnTo>
                    <a:pt x="41851" y="9268"/>
                  </a:lnTo>
                  <a:lnTo>
                    <a:pt x="44504" y="8062"/>
                  </a:lnTo>
                  <a:lnTo>
                    <a:pt x="45750" y="7791"/>
                  </a:lnTo>
                  <a:lnTo>
                    <a:pt x="47835" y="8071"/>
                  </a:lnTo>
                  <a:lnTo>
                    <a:pt x="52828" y="10929"/>
                  </a:lnTo>
                  <a:lnTo>
                    <a:pt x="54734" y="11203"/>
                  </a:lnTo>
                  <a:lnTo>
                    <a:pt x="55426" y="11539"/>
                  </a:lnTo>
                  <a:lnTo>
                    <a:pt x="56060" y="12204"/>
                  </a:lnTo>
                  <a:lnTo>
                    <a:pt x="56102" y="12923"/>
                  </a:lnTo>
                  <a:lnTo>
                    <a:pt x="55088" y="14589"/>
                  </a:lnTo>
                  <a:lnTo>
                    <a:pt x="54698" y="15604"/>
                  </a:lnTo>
                  <a:lnTo>
                    <a:pt x="54937" y="16263"/>
                  </a:lnTo>
                  <a:lnTo>
                    <a:pt x="57542" y="16817"/>
                  </a:lnTo>
                  <a:lnTo>
                    <a:pt x="63484" y="15712"/>
                  </a:lnTo>
                  <a:lnTo>
                    <a:pt x="68676" y="18421"/>
                  </a:lnTo>
                  <a:lnTo>
                    <a:pt x="71550" y="21642"/>
                  </a:lnTo>
                  <a:lnTo>
                    <a:pt x="73678" y="22723"/>
                  </a:lnTo>
                  <a:lnTo>
                    <a:pt x="74014" y="23307"/>
                  </a:lnTo>
                  <a:lnTo>
                    <a:pt x="73410" y="23857"/>
                  </a:lnTo>
                  <a:lnTo>
                    <a:pt x="72804" y="25369"/>
                  </a:lnTo>
                  <a:lnTo>
                    <a:pt x="71100" y="26496"/>
                  </a:lnTo>
                  <a:lnTo>
                    <a:pt x="70736" y="27002"/>
                  </a:lnTo>
                  <a:lnTo>
                    <a:pt x="71645" y="28340"/>
                  </a:lnTo>
                  <a:lnTo>
                    <a:pt x="71713" y="29179"/>
                  </a:lnTo>
                  <a:lnTo>
                    <a:pt x="71595" y="30345"/>
                  </a:lnTo>
                  <a:lnTo>
                    <a:pt x="71926" y="30999"/>
                  </a:lnTo>
                  <a:lnTo>
                    <a:pt x="74257" y="31697"/>
                  </a:lnTo>
                  <a:lnTo>
                    <a:pt x="79575" y="36478"/>
                  </a:lnTo>
                  <a:lnTo>
                    <a:pt x="80542" y="37813"/>
                  </a:lnTo>
                  <a:lnTo>
                    <a:pt x="81141" y="39480"/>
                  </a:lnTo>
                  <a:lnTo>
                    <a:pt x="81202" y="40044"/>
                  </a:lnTo>
                  <a:lnTo>
                    <a:pt x="80443" y="40967"/>
                  </a:lnTo>
                  <a:lnTo>
                    <a:pt x="79614" y="43582"/>
                  </a:lnTo>
                  <a:lnTo>
                    <a:pt x="79144" y="44179"/>
                  </a:lnTo>
                  <a:lnTo>
                    <a:pt x="76986" y="44689"/>
                  </a:lnTo>
                  <a:lnTo>
                    <a:pt x="73064" y="45150"/>
                  </a:lnTo>
                  <a:lnTo>
                    <a:pt x="69402" y="46044"/>
                  </a:lnTo>
                  <a:lnTo>
                    <a:pt x="65469" y="44894"/>
                  </a:lnTo>
                  <a:lnTo>
                    <a:pt x="61626" y="43149"/>
                  </a:lnTo>
                  <a:lnTo>
                    <a:pt x="60463" y="42000"/>
                  </a:lnTo>
                  <a:lnTo>
                    <a:pt x="59505" y="40611"/>
                  </a:lnTo>
                  <a:lnTo>
                    <a:pt x="59255" y="40068"/>
                  </a:lnTo>
                  <a:lnTo>
                    <a:pt x="58868" y="37835"/>
                  </a:lnTo>
                  <a:lnTo>
                    <a:pt x="58663" y="37359"/>
                  </a:lnTo>
                  <a:lnTo>
                    <a:pt x="57041" y="36103"/>
                  </a:lnTo>
                  <a:lnTo>
                    <a:pt x="55603" y="34223"/>
                  </a:lnTo>
                  <a:lnTo>
                    <a:pt x="52841" y="34060"/>
                  </a:lnTo>
                  <a:lnTo>
                    <a:pt x="46282" y="32147"/>
                  </a:lnTo>
                  <a:lnTo>
                    <a:pt x="43475" y="31691"/>
                  </a:lnTo>
                  <a:lnTo>
                    <a:pt x="40668" y="31825"/>
                  </a:lnTo>
                  <a:lnTo>
                    <a:pt x="36688" y="32596"/>
                  </a:lnTo>
                  <a:lnTo>
                    <a:pt x="35939" y="32390"/>
                  </a:lnTo>
                  <a:lnTo>
                    <a:pt x="35260" y="31818"/>
                  </a:lnTo>
                  <a:lnTo>
                    <a:pt x="34651" y="30883"/>
                  </a:lnTo>
                  <a:lnTo>
                    <a:pt x="34500" y="30195"/>
                  </a:lnTo>
                  <a:lnTo>
                    <a:pt x="35154" y="28987"/>
                  </a:lnTo>
                  <a:lnTo>
                    <a:pt x="23481" y="30508"/>
                  </a:lnTo>
                  <a:lnTo>
                    <a:pt x="20158" y="32268"/>
                  </a:lnTo>
                  <a:lnTo>
                    <a:pt x="15498" y="31988"/>
                  </a:lnTo>
                  <a:lnTo>
                    <a:pt x="13173" y="31245"/>
                  </a:lnTo>
                  <a:lnTo>
                    <a:pt x="10076" y="29560"/>
                  </a:lnTo>
                  <a:lnTo>
                    <a:pt x="8648" y="28094"/>
                  </a:lnTo>
                  <a:lnTo>
                    <a:pt x="7339" y="26122"/>
                  </a:lnTo>
                  <a:lnTo>
                    <a:pt x="7214" y="24630"/>
                  </a:lnTo>
                  <a:lnTo>
                    <a:pt x="8274" y="23621"/>
                  </a:lnTo>
                  <a:lnTo>
                    <a:pt x="9378" y="23023"/>
                  </a:lnTo>
                  <a:lnTo>
                    <a:pt x="10527" y="22831"/>
                  </a:lnTo>
                  <a:lnTo>
                    <a:pt x="16858" y="24002"/>
                  </a:lnTo>
                  <a:lnTo>
                    <a:pt x="22406" y="24600"/>
                  </a:lnTo>
                  <a:lnTo>
                    <a:pt x="24798" y="23999"/>
                  </a:lnTo>
                  <a:lnTo>
                    <a:pt x="25884" y="22401"/>
                  </a:lnTo>
                  <a:lnTo>
                    <a:pt x="24583" y="21542"/>
                  </a:lnTo>
                  <a:lnTo>
                    <a:pt x="19241" y="21190"/>
                  </a:lnTo>
                  <a:lnTo>
                    <a:pt x="20381" y="20349"/>
                  </a:lnTo>
                  <a:lnTo>
                    <a:pt x="24895" y="19483"/>
                  </a:lnTo>
                  <a:lnTo>
                    <a:pt x="27253" y="18194"/>
                  </a:lnTo>
                  <a:lnTo>
                    <a:pt x="26799" y="17742"/>
                  </a:lnTo>
                  <a:lnTo>
                    <a:pt x="25442" y="17224"/>
                  </a:lnTo>
                  <a:lnTo>
                    <a:pt x="19391" y="17375"/>
                  </a:lnTo>
                  <a:lnTo>
                    <a:pt x="17216" y="16865"/>
                  </a:lnTo>
                  <a:lnTo>
                    <a:pt x="17098" y="16442"/>
                  </a:lnTo>
                  <a:lnTo>
                    <a:pt x="17586" y="15899"/>
                  </a:lnTo>
                  <a:lnTo>
                    <a:pt x="21033" y="13278"/>
                  </a:lnTo>
                  <a:lnTo>
                    <a:pt x="20891" y="12802"/>
                  </a:lnTo>
                  <a:lnTo>
                    <a:pt x="19409" y="11943"/>
                  </a:lnTo>
                  <a:lnTo>
                    <a:pt x="18107" y="10828"/>
                  </a:lnTo>
                  <a:lnTo>
                    <a:pt x="17624" y="10701"/>
                  </a:lnTo>
                  <a:lnTo>
                    <a:pt x="14627" y="11698"/>
                  </a:lnTo>
                  <a:lnTo>
                    <a:pt x="10416" y="15546"/>
                  </a:lnTo>
                  <a:lnTo>
                    <a:pt x="9412" y="16103"/>
                  </a:lnTo>
                  <a:lnTo>
                    <a:pt x="8448" y="16071"/>
                  </a:lnTo>
                  <a:lnTo>
                    <a:pt x="7526" y="15451"/>
                  </a:lnTo>
                  <a:lnTo>
                    <a:pt x="7535" y="14643"/>
                  </a:lnTo>
                  <a:lnTo>
                    <a:pt x="8474" y="13647"/>
                  </a:lnTo>
                  <a:lnTo>
                    <a:pt x="10426" y="10665"/>
                  </a:lnTo>
                  <a:lnTo>
                    <a:pt x="10283" y="9601"/>
                  </a:lnTo>
                  <a:lnTo>
                    <a:pt x="8376" y="8892"/>
                  </a:lnTo>
                  <a:lnTo>
                    <a:pt x="3348" y="9421"/>
                  </a:lnTo>
                  <a:lnTo>
                    <a:pt x="549" y="9441"/>
                  </a:lnTo>
                  <a:lnTo>
                    <a:pt x="116" y="8600"/>
                  </a:lnTo>
                  <a:lnTo>
                    <a:pt x="0" y="7027"/>
                  </a:lnTo>
                  <a:lnTo>
                    <a:pt x="112" y="5550"/>
                  </a:lnTo>
                  <a:lnTo>
                    <a:pt x="809" y="3237"/>
                  </a:lnTo>
                  <a:lnTo>
                    <a:pt x="1782" y="1471"/>
                  </a:lnTo>
                  <a:lnTo>
                    <a:pt x="2375" y="841"/>
                  </a:lnTo>
                  <a:lnTo>
                    <a:pt x="9042" y="1213"/>
                  </a:lnTo>
                  <a:lnTo>
                    <a:pt x="19935" y="115"/>
                  </a:lnTo>
                  <a:lnTo>
                    <a:pt x="23122" y="0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6"/>
            <p:cNvSpPr/>
            <p:nvPr/>
          </p:nvSpPr>
          <p:spPr>
            <a:xfrm>
              <a:off x="2128484" y="1265888"/>
              <a:ext cx="16746" cy="12411"/>
            </a:xfrm>
            <a:custGeom>
              <a:avLst/>
              <a:pathLst>
                <a:path w="16746" h="12411">
                  <a:moveTo>
                    <a:pt x="16466" y="4816"/>
                  </a:moveTo>
                  <a:lnTo>
                    <a:pt x="16746" y="8664"/>
                  </a:lnTo>
                  <a:lnTo>
                    <a:pt x="16488" y="10599"/>
                  </a:lnTo>
                  <a:lnTo>
                    <a:pt x="15861" y="12027"/>
                  </a:lnTo>
                  <a:lnTo>
                    <a:pt x="15311" y="12363"/>
                  </a:lnTo>
                  <a:lnTo>
                    <a:pt x="14570" y="12411"/>
                  </a:lnTo>
                  <a:lnTo>
                    <a:pt x="11199" y="11294"/>
                  </a:lnTo>
                  <a:lnTo>
                    <a:pt x="10171" y="10638"/>
                  </a:lnTo>
                  <a:lnTo>
                    <a:pt x="10115" y="10082"/>
                  </a:lnTo>
                  <a:lnTo>
                    <a:pt x="9785" y="8999"/>
                  </a:lnTo>
                  <a:lnTo>
                    <a:pt x="7532" y="7592"/>
                  </a:lnTo>
                  <a:lnTo>
                    <a:pt x="3313" y="7818"/>
                  </a:lnTo>
                  <a:lnTo>
                    <a:pt x="1556" y="7684"/>
                  </a:lnTo>
                  <a:lnTo>
                    <a:pt x="853" y="7264"/>
                  </a:lnTo>
                  <a:lnTo>
                    <a:pt x="414" y="6661"/>
                  </a:lnTo>
                  <a:lnTo>
                    <a:pt x="0" y="4220"/>
                  </a:lnTo>
                  <a:lnTo>
                    <a:pt x="69" y="3359"/>
                  </a:lnTo>
                  <a:lnTo>
                    <a:pt x="586" y="1861"/>
                  </a:lnTo>
                  <a:lnTo>
                    <a:pt x="897" y="1499"/>
                  </a:lnTo>
                  <a:lnTo>
                    <a:pt x="3988" y="117"/>
                  </a:lnTo>
                  <a:lnTo>
                    <a:pt x="4872" y="0"/>
                  </a:lnTo>
                  <a:lnTo>
                    <a:pt x="8652" y="522"/>
                  </a:lnTo>
                  <a:lnTo>
                    <a:pt x="12004" y="587"/>
                  </a:lnTo>
                  <a:lnTo>
                    <a:pt x="13690" y="974"/>
                  </a:lnTo>
                  <a:lnTo>
                    <a:pt x="15194" y="1841"/>
                  </a:lnTo>
                  <a:lnTo>
                    <a:pt x="16076" y="3154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7"/>
            <p:cNvSpPr/>
            <p:nvPr/>
          </p:nvSpPr>
          <p:spPr>
            <a:xfrm>
              <a:off x="2169856" y="1229830"/>
              <a:ext cx="144759" cy="94986"/>
            </a:xfrm>
            <a:custGeom>
              <a:avLst/>
              <a:pathLst>
                <a:path w="144759" h="94986">
                  <a:moveTo>
                    <a:pt x="60313" y="6841"/>
                  </a:moveTo>
                  <a:lnTo>
                    <a:pt x="61924" y="9310"/>
                  </a:lnTo>
                  <a:lnTo>
                    <a:pt x="67878" y="15197"/>
                  </a:lnTo>
                  <a:lnTo>
                    <a:pt x="70575" y="17337"/>
                  </a:lnTo>
                  <a:lnTo>
                    <a:pt x="75153" y="19995"/>
                  </a:lnTo>
                  <a:lnTo>
                    <a:pt x="75723" y="20952"/>
                  </a:lnTo>
                  <a:lnTo>
                    <a:pt x="75775" y="21355"/>
                  </a:lnTo>
                  <a:lnTo>
                    <a:pt x="75645" y="22773"/>
                  </a:lnTo>
                  <a:lnTo>
                    <a:pt x="76950" y="23298"/>
                  </a:lnTo>
                  <a:lnTo>
                    <a:pt x="80895" y="24116"/>
                  </a:lnTo>
                  <a:lnTo>
                    <a:pt x="85285" y="25588"/>
                  </a:lnTo>
                  <a:lnTo>
                    <a:pt x="86075" y="25504"/>
                  </a:lnTo>
                  <a:lnTo>
                    <a:pt x="87605" y="24633"/>
                  </a:lnTo>
                  <a:lnTo>
                    <a:pt x="89444" y="24395"/>
                  </a:lnTo>
                  <a:lnTo>
                    <a:pt x="91859" y="24604"/>
                  </a:lnTo>
                  <a:lnTo>
                    <a:pt x="93013" y="25227"/>
                  </a:lnTo>
                  <a:lnTo>
                    <a:pt x="93860" y="26143"/>
                  </a:lnTo>
                  <a:lnTo>
                    <a:pt x="94214" y="26800"/>
                  </a:lnTo>
                  <a:lnTo>
                    <a:pt x="94264" y="27308"/>
                  </a:lnTo>
                  <a:lnTo>
                    <a:pt x="93398" y="28292"/>
                  </a:lnTo>
                  <a:lnTo>
                    <a:pt x="93494" y="28673"/>
                  </a:lnTo>
                  <a:lnTo>
                    <a:pt x="94011" y="29132"/>
                  </a:lnTo>
                  <a:lnTo>
                    <a:pt x="94103" y="29668"/>
                  </a:lnTo>
                  <a:lnTo>
                    <a:pt x="93234" y="31769"/>
                  </a:lnTo>
                  <a:lnTo>
                    <a:pt x="93472" y="32539"/>
                  </a:lnTo>
                  <a:lnTo>
                    <a:pt x="95683" y="34451"/>
                  </a:lnTo>
                  <a:lnTo>
                    <a:pt x="97680" y="35405"/>
                  </a:lnTo>
                  <a:lnTo>
                    <a:pt x="101626" y="36441"/>
                  </a:lnTo>
                  <a:lnTo>
                    <a:pt x="104197" y="36366"/>
                  </a:lnTo>
                  <a:lnTo>
                    <a:pt x="105793" y="37022"/>
                  </a:lnTo>
                  <a:lnTo>
                    <a:pt x="105831" y="36617"/>
                  </a:lnTo>
                  <a:lnTo>
                    <a:pt x="105108" y="35396"/>
                  </a:lnTo>
                  <a:lnTo>
                    <a:pt x="103561" y="33662"/>
                  </a:lnTo>
                  <a:lnTo>
                    <a:pt x="100702" y="32770"/>
                  </a:lnTo>
                  <a:lnTo>
                    <a:pt x="100285" y="31754"/>
                  </a:lnTo>
                  <a:lnTo>
                    <a:pt x="100073" y="30025"/>
                  </a:lnTo>
                  <a:lnTo>
                    <a:pt x="100317" y="28885"/>
                  </a:lnTo>
                  <a:lnTo>
                    <a:pt x="101784" y="27964"/>
                  </a:lnTo>
                  <a:lnTo>
                    <a:pt x="103023" y="27667"/>
                  </a:lnTo>
                  <a:lnTo>
                    <a:pt x="106714" y="27625"/>
                  </a:lnTo>
                  <a:lnTo>
                    <a:pt x="108753" y="28035"/>
                  </a:lnTo>
                  <a:lnTo>
                    <a:pt x="112270" y="29320"/>
                  </a:lnTo>
                  <a:lnTo>
                    <a:pt x="112634" y="30020"/>
                  </a:lnTo>
                  <a:lnTo>
                    <a:pt x="112822" y="31404"/>
                  </a:lnTo>
                  <a:lnTo>
                    <a:pt x="112969" y="34186"/>
                  </a:lnTo>
                  <a:lnTo>
                    <a:pt x="112881" y="34784"/>
                  </a:lnTo>
                  <a:lnTo>
                    <a:pt x="109874" y="36360"/>
                  </a:lnTo>
                  <a:lnTo>
                    <a:pt x="109218" y="37429"/>
                  </a:lnTo>
                  <a:lnTo>
                    <a:pt x="109979" y="37731"/>
                  </a:lnTo>
                  <a:lnTo>
                    <a:pt x="112562" y="37969"/>
                  </a:lnTo>
                  <a:lnTo>
                    <a:pt x="116546" y="38941"/>
                  </a:lnTo>
                  <a:lnTo>
                    <a:pt x="118106" y="39039"/>
                  </a:lnTo>
                  <a:lnTo>
                    <a:pt x="119660" y="41293"/>
                  </a:lnTo>
                  <a:lnTo>
                    <a:pt x="120881" y="43441"/>
                  </a:lnTo>
                  <a:lnTo>
                    <a:pt x="119988" y="46066"/>
                  </a:lnTo>
                  <a:lnTo>
                    <a:pt x="118820" y="50285"/>
                  </a:lnTo>
                  <a:lnTo>
                    <a:pt x="117881" y="51252"/>
                  </a:lnTo>
                  <a:lnTo>
                    <a:pt x="116957" y="52722"/>
                  </a:lnTo>
                  <a:lnTo>
                    <a:pt x="117602" y="52989"/>
                  </a:lnTo>
                  <a:lnTo>
                    <a:pt x="121522" y="52403"/>
                  </a:lnTo>
                  <a:lnTo>
                    <a:pt x="122314" y="52204"/>
                  </a:lnTo>
                  <a:lnTo>
                    <a:pt x="124933" y="50770"/>
                  </a:lnTo>
                  <a:lnTo>
                    <a:pt x="128781" y="51103"/>
                  </a:lnTo>
                  <a:lnTo>
                    <a:pt x="130074" y="51474"/>
                  </a:lnTo>
                  <a:lnTo>
                    <a:pt x="130712" y="51976"/>
                  </a:lnTo>
                  <a:lnTo>
                    <a:pt x="131884" y="53577"/>
                  </a:lnTo>
                  <a:lnTo>
                    <a:pt x="132853" y="55698"/>
                  </a:lnTo>
                  <a:lnTo>
                    <a:pt x="133569" y="55505"/>
                  </a:lnTo>
                  <a:lnTo>
                    <a:pt x="135360" y="52932"/>
                  </a:lnTo>
                  <a:lnTo>
                    <a:pt x="136013" y="52298"/>
                  </a:lnTo>
                  <a:lnTo>
                    <a:pt x="136905" y="51684"/>
                  </a:lnTo>
                  <a:lnTo>
                    <a:pt x="137285" y="51798"/>
                  </a:lnTo>
                  <a:lnTo>
                    <a:pt x="139092" y="54195"/>
                  </a:lnTo>
                  <a:lnTo>
                    <a:pt x="143112" y="58422"/>
                  </a:lnTo>
                  <a:lnTo>
                    <a:pt x="144492" y="60168"/>
                  </a:lnTo>
                  <a:lnTo>
                    <a:pt x="144759" y="61457"/>
                  </a:lnTo>
                  <a:lnTo>
                    <a:pt x="143041" y="62958"/>
                  </a:lnTo>
                  <a:lnTo>
                    <a:pt x="141703" y="63709"/>
                  </a:lnTo>
                  <a:lnTo>
                    <a:pt x="131808" y="66910"/>
                  </a:lnTo>
                  <a:lnTo>
                    <a:pt x="127380" y="68723"/>
                  </a:lnTo>
                  <a:lnTo>
                    <a:pt x="125172" y="70122"/>
                  </a:lnTo>
                  <a:lnTo>
                    <a:pt x="124045" y="70590"/>
                  </a:lnTo>
                  <a:lnTo>
                    <a:pt x="121667" y="70373"/>
                  </a:lnTo>
                  <a:lnTo>
                    <a:pt x="121128" y="70607"/>
                  </a:lnTo>
                  <a:lnTo>
                    <a:pt x="120396" y="72859"/>
                  </a:lnTo>
                  <a:lnTo>
                    <a:pt x="119608" y="73822"/>
                  </a:lnTo>
                  <a:lnTo>
                    <a:pt x="117559" y="75377"/>
                  </a:lnTo>
                  <a:lnTo>
                    <a:pt x="114692" y="78193"/>
                  </a:lnTo>
                  <a:lnTo>
                    <a:pt x="112981" y="79430"/>
                  </a:lnTo>
                  <a:lnTo>
                    <a:pt x="109969" y="78528"/>
                  </a:lnTo>
                  <a:lnTo>
                    <a:pt x="109218" y="77212"/>
                  </a:lnTo>
                  <a:lnTo>
                    <a:pt x="108800" y="74250"/>
                  </a:lnTo>
                  <a:lnTo>
                    <a:pt x="108744" y="73024"/>
                  </a:lnTo>
                  <a:lnTo>
                    <a:pt x="108838" y="72376"/>
                  </a:lnTo>
                  <a:lnTo>
                    <a:pt x="109215" y="71326"/>
                  </a:lnTo>
                  <a:lnTo>
                    <a:pt x="110521" y="68792"/>
                  </a:lnTo>
                  <a:lnTo>
                    <a:pt x="110365" y="68526"/>
                  </a:lnTo>
                  <a:lnTo>
                    <a:pt x="109761" y="68737"/>
                  </a:lnTo>
                  <a:lnTo>
                    <a:pt x="107764" y="70004"/>
                  </a:lnTo>
                  <a:lnTo>
                    <a:pt x="106976" y="70669"/>
                  </a:lnTo>
                  <a:lnTo>
                    <a:pt x="106238" y="71831"/>
                  </a:lnTo>
                  <a:lnTo>
                    <a:pt x="105912" y="73783"/>
                  </a:lnTo>
                  <a:lnTo>
                    <a:pt x="106204" y="77385"/>
                  </a:lnTo>
                  <a:lnTo>
                    <a:pt x="105919" y="78837"/>
                  </a:lnTo>
                  <a:lnTo>
                    <a:pt x="105128" y="79558"/>
                  </a:lnTo>
                  <a:lnTo>
                    <a:pt x="105448" y="80118"/>
                  </a:lnTo>
                  <a:lnTo>
                    <a:pt x="107803" y="80889"/>
                  </a:lnTo>
                  <a:lnTo>
                    <a:pt x="108221" y="81226"/>
                  </a:lnTo>
                  <a:lnTo>
                    <a:pt x="108482" y="81841"/>
                  </a:lnTo>
                  <a:lnTo>
                    <a:pt x="108585" y="82727"/>
                  </a:lnTo>
                  <a:lnTo>
                    <a:pt x="108471" y="83545"/>
                  </a:lnTo>
                  <a:lnTo>
                    <a:pt x="107763" y="84804"/>
                  </a:lnTo>
                  <a:lnTo>
                    <a:pt x="106439" y="85317"/>
                  </a:lnTo>
                  <a:lnTo>
                    <a:pt x="104748" y="84742"/>
                  </a:lnTo>
                  <a:lnTo>
                    <a:pt x="101094" y="81629"/>
                  </a:lnTo>
                  <a:lnTo>
                    <a:pt x="99507" y="81800"/>
                  </a:lnTo>
                  <a:lnTo>
                    <a:pt x="99108" y="82157"/>
                  </a:lnTo>
                  <a:lnTo>
                    <a:pt x="99449" y="83268"/>
                  </a:lnTo>
                  <a:lnTo>
                    <a:pt x="100571" y="85759"/>
                  </a:lnTo>
                  <a:lnTo>
                    <a:pt x="100776" y="87831"/>
                  </a:lnTo>
                  <a:lnTo>
                    <a:pt x="100259" y="89553"/>
                  </a:lnTo>
                  <a:lnTo>
                    <a:pt x="99215" y="92272"/>
                  </a:lnTo>
                  <a:lnTo>
                    <a:pt x="98499" y="93728"/>
                  </a:lnTo>
                  <a:lnTo>
                    <a:pt x="98111" y="93922"/>
                  </a:lnTo>
                  <a:lnTo>
                    <a:pt x="96295" y="93965"/>
                  </a:lnTo>
                  <a:lnTo>
                    <a:pt x="94739" y="93232"/>
                  </a:lnTo>
                  <a:lnTo>
                    <a:pt x="90120" y="88475"/>
                  </a:lnTo>
                  <a:lnTo>
                    <a:pt x="87834" y="86446"/>
                  </a:lnTo>
                  <a:lnTo>
                    <a:pt x="84490" y="82481"/>
                  </a:lnTo>
                  <a:lnTo>
                    <a:pt x="83637" y="81665"/>
                  </a:lnTo>
                  <a:lnTo>
                    <a:pt x="83122" y="81483"/>
                  </a:lnTo>
                  <a:lnTo>
                    <a:pt x="82638" y="83187"/>
                  </a:lnTo>
                  <a:lnTo>
                    <a:pt x="83567" y="84764"/>
                  </a:lnTo>
                  <a:lnTo>
                    <a:pt x="86575" y="88475"/>
                  </a:lnTo>
                  <a:lnTo>
                    <a:pt x="88372" y="91173"/>
                  </a:lnTo>
                  <a:lnTo>
                    <a:pt x="89666" y="93408"/>
                  </a:lnTo>
                  <a:lnTo>
                    <a:pt x="89875" y="94334"/>
                  </a:lnTo>
                  <a:lnTo>
                    <a:pt x="89433" y="94698"/>
                  </a:lnTo>
                  <a:lnTo>
                    <a:pt x="88769" y="94491"/>
                  </a:lnTo>
                  <a:lnTo>
                    <a:pt x="87885" y="93711"/>
                  </a:lnTo>
                  <a:lnTo>
                    <a:pt x="85147" y="92394"/>
                  </a:lnTo>
                  <a:lnTo>
                    <a:pt x="84010" y="91659"/>
                  </a:lnTo>
                  <a:lnTo>
                    <a:pt x="83266" y="90808"/>
                  </a:lnTo>
                  <a:lnTo>
                    <a:pt x="81901" y="90163"/>
                  </a:lnTo>
                  <a:lnTo>
                    <a:pt x="79912" y="89722"/>
                  </a:lnTo>
                  <a:lnTo>
                    <a:pt x="77916" y="89636"/>
                  </a:lnTo>
                  <a:lnTo>
                    <a:pt x="75910" y="89908"/>
                  </a:lnTo>
                  <a:lnTo>
                    <a:pt x="75530" y="90322"/>
                  </a:lnTo>
                  <a:lnTo>
                    <a:pt x="77790" y="91479"/>
                  </a:lnTo>
                  <a:lnTo>
                    <a:pt x="78577" y="92125"/>
                  </a:lnTo>
                  <a:lnTo>
                    <a:pt x="79163" y="92951"/>
                  </a:lnTo>
                  <a:lnTo>
                    <a:pt x="79548" y="93955"/>
                  </a:lnTo>
                  <a:lnTo>
                    <a:pt x="78805" y="94590"/>
                  </a:lnTo>
                  <a:lnTo>
                    <a:pt x="75998" y="94986"/>
                  </a:lnTo>
                  <a:lnTo>
                    <a:pt x="72251" y="94734"/>
                  </a:lnTo>
                  <a:lnTo>
                    <a:pt x="66186" y="93860"/>
                  </a:lnTo>
                  <a:lnTo>
                    <a:pt x="60145" y="92415"/>
                  </a:lnTo>
                  <a:lnTo>
                    <a:pt x="54566" y="90169"/>
                  </a:lnTo>
                  <a:lnTo>
                    <a:pt x="50531" y="87916"/>
                  </a:lnTo>
                  <a:lnTo>
                    <a:pt x="48935" y="86716"/>
                  </a:lnTo>
                  <a:lnTo>
                    <a:pt x="48433" y="85818"/>
                  </a:lnTo>
                  <a:lnTo>
                    <a:pt x="49947" y="85034"/>
                  </a:lnTo>
                  <a:lnTo>
                    <a:pt x="55239" y="84025"/>
                  </a:lnTo>
                  <a:lnTo>
                    <a:pt x="60543" y="83379"/>
                  </a:lnTo>
                  <a:lnTo>
                    <a:pt x="59703" y="82816"/>
                  </a:lnTo>
                  <a:lnTo>
                    <a:pt x="50071" y="81536"/>
                  </a:lnTo>
                  <a:lnTo>
                    <a:pt x="46900" y="81303"/>
                  </a:lnTo>
                  <a:lnTo>
                    <a:pt x="45211" y="81639"/>
                  </a:lnTo>
                  <a:lnTo>
                    <a:pt x="43271" y="81440"/>
                  </a:lnTo>
                  <a:lnTo>
                    <a:pt x="41755" y="80424"/>
                  </a:lnTo>
                  <a:lnTo>
                    <a:pt x="39748" y="78499"/>
                  </a:lnTo>
                  <a:lnTo>
                    <a:pt x="38732" y="77225"/>
                  </a:lnTo>
                  <a:lnTo>
                    <a:pt x="38869" y="76728"/>
                  </a:lnTo>
                  <a:lnTo>
                    <a:pt x="39633" y="76445"/>
                  </a:lnTo>
                  <a:lnTo>
                    <a:pt x="43990" y="76686"/>
                  </a:lnTo>
                  <a:lnTo>
                    <a:pt x="44588" y="76495"/>
                  </a:lnTo>
                  <a:lnTo>
                    <a:pt x="42409" y="75537"/>
                  </a:lnTo>
                  <a:lnTo>
                    <a:pt x="35427" y="73641"/>
                  </a:lnTo>
                  <a:lnTo>
                    <a:pt x="32807" y="71966"/>
                  </a:lnTo>
                  <a:lnTo>
                    <a:pt x="32325" y="71312"/>
                  </a:lnTo>
                  <a:lnTo>
                    <a:pt x="32127" y="70669"/>
                  </a:lnTo>
                  <a:lnTo>
                    <a:pt x="32212" y="70037"/>
                  </a:lnTo>
                  <a:lnTo>
                    <a:pt x="34835" y="68760"/>
                  </a:lnTo>
                  <a:lnTo>
                    <a:pt x="42934" y="65743"/>
                  </a:lnTo>
                  <a:lnTo>
                    <a:pt x="45716" y="65274"/>
                  </a:lnTo>
                  <a:lnTo>
                    <a:pt x="48515" y="65244"/>
                  </a:lnTo>
                  <a:lnTo>
                    <a:pt x="50464" y="64375"/>
                  </a:lnTo>
                  <a:lnTo>
                    <a:pt x="52148" y="61514"/>
                  </a:lnTo>
                  <a:lnTo>
                    <a:pt x="60534" y="60486"/>
                  </a:lnTo>
                  <a:lnTo>
                    <a:pt x="67000" y="59201"/>
                  </a:lnTo>
                  <a:lnTo>
                    <a:pt x="67539" y="58852"/>
                  </a:lnTo>
                  <a:lnTo>
                    <a:pt x="62693" y="59087"/>
                  </a:lnTo>
                  <a:lnTo>
                    <a:pt x="55841" y="58831"/>
                  </a:lnTo>
                  <a:lnTo>
                    <a:pt x="52921" y="56886"/>
                  </a:lnTo>
                  <a:lnTo>
                    <a:pt x="50945" y="56555"/>
                  </a:lnTo>
                  <a:lnTo>
                    <a:pt x="48758" y="56571"/>
                  </a:lnTo>
                  <a:lnTo>
                    <a:pt x="46213" y="57182"/>
                  </a:lnTo>
                  <a:lnTo>
                    <a:pt x="41861" y="58986"/>
                  </a:lnTo>
                  <a:lnTo>
                    <a:pt x="39768" y="59406"/>
                  </a:lnTo>
                  <a:lnTo>
                    <a:pt x="35046" y="61275"/>
                  </a:lnTo>
                  <a:lnTo>
                    <a:pt x="33729" y="61142"/>
                  </a:lnTo>
                  <a:lnTo>
                    <a:pt x="33069" y="60920"/>
                  </a:lnTo>
                  <a:lnTo>
                    <a:pt x="32871" y="60555"/>
                  </a:lnTo>
                  <a:lnTo>
                    <a:pt x="33724" y="59315"/>
                  </a:lnTo>
                  <a:lnTo>
                    <a:pt x="34965" y="58469"/>
                  </a:lnTo>
                  <a:lnTo>
                    <a:pt x="34711" y="58178"/>
                  </a:lnTo>
                  <a:lnTo>
                    <a:pt x="32860" y="57999"/>
                  </a:lnTo>
                  <a:lnTo>
                    <a:pt x="30715" y="58033"/>
                  </a:lnTo>
                  <a:lnTo>
                    <a:pt x="29225" y="58326"/>
                  </a:lnTo>
                  <a:lnTo>
                    <a:pt x="23781" y="59965"/>
                  </a:lnTo>
                  <a:lnTo>
                    <a:pt x="21342" y="61191"/>
                  </a:lnTo>
                  <a:lnTo>
                    <a:pt x="20608" y="61299"/>
                  </a:lnTo>
                  <a:lnTo>
                    <a:pt x="17974" y="59383"/>
                  </a:lnTo>
                  <a:lnTo>
                    <a:pt x="13773" y="58330"/>
                  </a:lnTo>
                  <a:lnTo>
                    <a:pt x="12836" y="57508"/>
                  </a:lnTo>
                  <a:lnTo>
                    <a:pt x="13701" y="54283"/>
                  </a:lnTo>
                  <a:lnTo>
                    <a:pt x="14928" y="53620"/>
                  </a:lnTo>
                  <a:lnTo>
                    <a:pt x="18150" y="53080"/>
                  </a:lnTo>
                  <a:lnTo>
                    <a:pt x="27808" y="50152"/>
                  </a:lnTo>
                  <a:lnTo>
                    <a:pt x="28353" y="49589"/>
                  </a:lnTo>
                  <a:lnTo>
                    <a:pt x="29262" y="48108"/>
                  </a:lnTo>
                  <a:lnTo>
                    <a:pt x="27053" y="48423"/>
                  </a:lnTo>
                  <a:lnTo>
                    <a:pt x="22213" y="49855"/>
                  </a:lnTo>
                  <a:lnTo>
                    <a:pt x="18216" y="50568"/>
                  </a:lnTo>
                  <a:lnTo>
                    <a:pt x="15063" y="50563"/>
                  </a:lnTo>
                  <a:lnTo>
                    <a:pt x="12757" y="50358"/>
                  </a:lnTo>
                  <a:lnTo>
                    <a:pt x="11299" y="49956"/>
                  </a:lnTo>
                  <a:lnTo>
                    <a:pt x="9545" y="49042"/>
                  </a:lnTo>
                  <a:lnTo>
                    <a:pt x="3831" y="44822"/>
                  </a:lnTo>
                  <a:lnTo>
                    <a:pt x="2272" y="42779"/>
                  </a:lnTo>
                  <a:lnTo>
                    <a:pt x="2054" y="40976"/>
                  </a:lnTo>
                  <a:lnTo>
                    <a:pt x="1653" y="39602"/>
                  </a:lnTo>
                  <a:lnTo>
                    <a:pt x="0" y="36304"/>
                  </a:lnTo>
                  <a:lnTo>
                    <a:pt x="12231" y="38354"/>
                  </a:lnTo>
                  <a:lnTo>
                    <a:pt x="17021" y="38742"/>
                  </a:lnTo>
                  <a:lnTo>
                    <a:pt x="26251" y="38876"/>
                  </a:lnTo>
                  <a:lnTo>
                    <a:pt x="26683" y="38676"/>
                  </a:lnTo>
                  <a:lnTo>
                    <a:pt x="26819" y="38141"/>
                  </a:lnTo>
                  <a:lnTo>
                    <a:pt x="26660" y="37274"/>
                  </a:lnTo>
                  <a:lnTo>
                    <a:pt x="26731" y="36605"/>
                  </a:lnTo>
                  <a:lnTo>
                    <a:pt x="27031" y="36138"/>
                  </a:lnTo>
                  <a:lnTo>
                    <a:pt x="30464" y="34949"/>
                  </a:lnTo>
                  <a:lnTo>
                    <a:pt x="30980" y="34558"/>
                  </a:lnTo>
                  <a:lnTo>
                    <a:pt x="26939" y="34362"/>
                  </a:lnTo>
                  <a:lnTo>
                    <a:pt x="19507" y="36346"/>
                  </a:lnTo>
                  <a:lnTo>
                    <a:pt x="16882" y="36327"/>
                  </a:lnTo>
                  <a:lnTo>
                    <a:pt x="13906" y="33492"/>
                  </a:lnTo>
                  <a:lnTo>
                    <a:pt x="10726" y="33990"/>
                  </a:lnTo>
                  <a:lnTo>
                    <a:pt x="9224" y="33765"/>
                  </a:lnTo>
                  <a:lnTo>
                    <a:pt x="6887" y="33050"/>
                  </a:lnTo>
                  <a:lnTo>
                    <a:pt x="5737" y="32427"/>
                  </a:lnTo>
                  <a:lnTo>
                    <a:pt x="4995" y="31656"/>
                  </a:lnTo>
                  <a:lnTo>
                    <a:pt x="4678" y="31007"/>
                  </a:lnTo>
                  <a:lnTo>
                    <a:pt x="4786" y="30481"/>
                  </a:lnTo>
                  <a:lnTo>
                    <a:pt x="5415" y="29892"/>
                  </a:lnTo>
                  <a:lnTo>
                    <a:pt x="8157" y="29075"/>
                  </a:lnTo>
                  <a:lnTo>
                    <a:pt x="9395" y="28997"/>
                  </a:lnTo>
                  <a:lnTo>
                    <a:pt x="12659" y="29523"/>
                  </a:lnTo>
                  <a:lnTo>
                    <a:pt x="15105" y="29484"/>
                  </a:lnTo>
                  <a:lnTo>
                    <a:pt x="14299" y="28608"/>
                  </a:lnTo>
                  <a:lnTo>
                    <a:pt x="10762" y="26403"/>
                  </a:lnTo>
                  <a:lnTo>
                    <a:pt x="7668" y="23962"/>
                  </a:lnTo>
                  <a:lnTo>
                    <a:pt x="7902" y="19886"/>
                  </a:lnTo>
                  <a:lnTo>
                    <a:pt x="10442" y="19022"/>
                  </a:lnTo>
                  <a:lnTo>
                    <a:pt x="13075" y="18880"/>
                  </a:lnTo>
                  <a:lnTo>
                    <a:pt x="15646" y="19910"/>
                  </a:lnTo>
                  <a:lnTo>
                    <a:pt x="19094" y="20052"/>
                  </a:lnTo>
                  <a:lnTo>
                    <a:pt x="21563" y="21215"/>
                  </a:lnTo>
                  <a:lnTo>
                    <a:pt x="23207" y="23447"/>
                  </a:lnTo>
                  <a:lnTo>
                    <a:pt x="25157" y="23404"/>
                  </a:lnTo>
                  <a:lnTo>
                    <a:pt x="28231" y="23826"/>
                  </a:lnTo>
                  <a:lnTo>
                    <a:pt x="35110" y="23793"/>
                  </a:lnTo>
                  <a:lnTo>
                    <a:pt x="33866" y="22995"/>
                  </a:lnTo>
                  <a:lnTo>
                    <a:pt x="31726" y="22300"/>
                  </a:lnTo>
                  <a:lnTo>
                    <a:pt x="26863" y="21386"/>
                  </a:lnTo>
                  <a:lnTo>
                    <a:pt x="24491" y="18117"/>
                  </a:lnTo>
                  <a:lnTo>
                    <a:pt x="19464" y="16432"/>
                  </a:lnTo>
                  <a:lnTo>
                    <a:pt x="15529" y="15550"/>
                  </a:lnTo>
                  <a:lnTo>
                    <a:pt x="15597" y="14809"/>
                  </a:lnTo>
                  <a:lnTo>
                    <a:pt x="18552" y="10744"/>
                  </a:lnTo>
                  <a:lnTo>
                    <a:pt x="22121" y="9300"/>
                  </a:lnTo>
                  <a:lnTo>
                    <a:pt x="27811" y="9845"/>
                  </a:lnTo>
                  <a:lnTo>
                    <a:pt x="31552" y="9078"/>
                  </a:lnTo>
                  <a:lnTo>
                    <a:pt x="36368" y="7644"/>
                  </a:lnTo>
                  <a:lnTo>
                    <a:pt x="41085" y="8307"/>
                  </a:lnTo>
                  <a:lnTo>
                    <a:pt x="42302" y="8245"/>
                  </a:lnTo>
                  <a:lnTo>
                    <a:pt x="43023" y="7804"/>
                  </a:lnTo>
                  <a:lnTo>
                    <a:pt x="43653" y="6960"/>
                  </a:lnTo>
                  <a:lnTo>
                    <a:pt x="43656" y="6183"/>
                  </a:lnTo>
                  <a:lnTo>
                    <a:pt x="43032" y="5471"/>
                  </a:lnTo>
                  <a:lnTo>
                    <a:pt x="41544" y="4589"/>
                  </a:lnTo>
                  <a:lnTo>
                    <a:pt x="35523" y="4465"/>
                  </a:lnTo>
                  <a:lnTo>
                    <a:pt x="32859" y="4119"/>
                  </a:lnTo>
                  <a:lnTo>
                    <a:pt x="31821" y="3648"/>
                  </a:lnTo>
                  <a:lnTo>
                    <a:pt x="31523" y="2939"/>
                  </a:lnTo>
                  <a:lnTo>
                    <a:pt x="31364" y="2207"/>
                  </a:lnTo>
                  <a:lnTo>
                    <a:pt x="31346" y="1455"/>
                  </a:lnTo>
                  <a:lnTo>
                    <a:pt x="31505" y="993"/>
                  </a:lnTo>
                  <a:lnTo>
                    <a:pt x="32008" y="742"/>
                  </a:lnTo>
                  <a:lnTo>
                    <a:pt x="33484" y="445"/>
                  </a:lnTo>
                  <a:lnTo>
                    <a:pt x="39096" y="408"/>
                  </a:lnTo>
                  <a:lnTo>
                    <a:pt x="42454" y="0"/>
                  </a:lnTo>
                  <a:lnTo>
                    <a:pt x="46133" y="535"/>
                  </a:lnTo>
                  <a:lnTo>
                    <a:pt x="53809" y="2545"/>
                  </a:lnTo>
                  <a:lnTo>
                    <a:pt x="56287" y="3569"/>
                  </a:lnTo>
                  <a:lnTo>
                    <a:pt x="58927" y="5286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8"/>
            <p:cNvSpPr/>
            <p:nvPr/>
          </p:nvSpPr>
          <p:spPr>
            <a:xfrm>
              <a:off x="2232656" y="1178068"/>
              <a:ext cx="376078" cy="205145"/>
            </a:xfrm>
            <a:custGeom>
              <a:avLst/>
              <a:pathLst>
                <a:path w="376078" h="205145">
                  <a:moveTo>
                    <a:pt x="273884" y="2934"/>
                  </a:moveTo>
                  <a:lnTo>
                    <a:pt x="283949" y="3467"/>
                  </a:lnTo>
                  <a:lnTo>
                    <a:pt x="287209" y="3275"/>
                  </a:lnTo>
                  <a:lnTo>
                    <a:pt x="290938" y="4578"/>
                  </a:lnTo>
                  <a:lnTo>
                    <a:pt x="293187" y="4730"/>
                  </a:lnTo>
                  <a:lnTo>
                    <a:pt x="296891" y="4482"/>
                  </a:lnTo>
                  <a:lnTo>
                    <a:pt x="299591" y="4793"/>
                  </a:lnTo>
                  <a:lnTo>
                    <a:pt x="309636" y="5084"/>
                  </a:lnTo>
                  <a:lnTo>
                    <a:pt x="311722" y="5592"/>
                  </a:lnTo>
                  <a:lnTo>
                    <a:pt x="311694" y="6204"/>
                  </a:lnTo>
                  <a:lnTo>
                    <a:pt x="309528" y="7531"/>
                  </a:lnTo>
                  <a:lnTo>
                    <a:pt x="306616" y="8811"/>
                  </a:lnTo>
                  <a:lnTo>
                    <a:pt x="287844" y="12981"/>
                  </a:lnTo>
                  <a:lnTo>
                    <a:pt x="286465" y="13673"/>
                  </a:lnTo>
                  <a:lnTo>
                    <a:pt x="290124" y="13893"/>
                  </a:lnTo>
                  <a:lnTo>
                    <a:pt x="295516" y="13700"/>
                  </a:lnTo>
                  <a:lnTo>
                    <a:pt x="299697" y="13237"/>
                  </a:lnTo>
                  <a:lnTo>
                    <a:pt x="304625" y="11821"/>
                  </a:lnTo>
                  <a:lnTo>
                    <a:pt x="306254" y="11738"/>
                  </a:lnTo>
                  <a:lnTo>
                    <a:pt x="309386" y="11051"/>
                  </a:lnTo>
                  <a:lnTo>
                    <a:pt x="315450" y="9130"/>
                  </a:lnTo>
                  <a:lnTo>
                    <a:pt x="320300" y="8087"/>
                  </a:lnTo>
                  <a:lnTo>
                    <a:pt x="322494" y="8544"/>
                  </a:lnTo>
                  <a:lnTo>
                    <a:pt x="324340" y="9270"/>
                  </a:lnTo>
                  <a:lnTo>
                    <a:pt x="325586" y="9352"/>
                  </a:lnTo>
                  <a:lnTo>
                    <a:pt x="326233" y="8794"/>
                  </a:lnTo>
                  <a:lnTo>
                    <a:pt x="327272" y="7268"/>
                  </a:lnTo>
                  <a:lnTo>
                    <a:pt x="327880" y="6713"/>
                  </a:lnTo>
                  <a:lnTo>
                    <a:pt x="329475" y="6317"/>
                  </a:lnTo>
                  <a:lnTo>
                    <a:pt x="330450" y="6361"/>
                  </a:lnTo>
                  <a:lnTo>
                    <a:pt x="332031" y="7081"/>
                  </a:lnTo>
                  <a:lnTo>
                    <a:pt x="333783" y="8791"/>
                  </a:lnTo>
                  <a:lnTo>
                    <a:pt x="335397" y="9978"/>
                  </a:lnTo>
                  <a:lnTo>
                    <a:pt x="336268" y="9998"/>
                  </a:lnTo>
                  <a:lnTo>
                    <a:pt x="339960" y="8655"/>
                  </a:lnTo>
                  <a:lnTo>
                    <a:pt x="341819" y="8480"/>
                  </a:lnTo>
                  <a:lnTo>
                    <a:pt x="346046" y="8968"/>
                  </a:lnTo>
                  <a:lnTo>
                    <a:pt x="347802" y="9560"/>
                  </a:lnTo>
                  <a:lnTo>
                    <a:pt x="348119" y="10190"/>
                  </a:lnTo>
                  <a:lnTo>
                    <a:pt x="346995" y="10855"/>
                  </a:lnTo>
                  <a:lnTo>
                    <a:pt x="346298" y="11429"/>
                  </a:lnTo>
                  <a:lnTo>
                    <a:pt x="346027" y="11911"/>
                  </a:lnTo>
                  <a:lnTo>
                    <a:pt x="346642" y="12471"/>
                  </a:lnTo>
                  <a:lnTo>
                    <a:pt x="349200" y="13670"/>
                  </a:lnTo>
                  <a:lnTo>
                    <a:pt x="352903" y="16277"/>
                  </a:lnTo>
                  <a:lnTo>
                    <a:pt x="352882" y="17236"/>
                  </a:lnTo>
                  <a:lnTo>
                    <a:pt x="350861" y="19185"/>
                  </a:lnTo>
                  <a:lnTo>
                    <a:pt x="350911" y="19677"/>
                  </a:lnTo>
                  <a:lnTo>
                    <a:pt x="360432" y="17627"/>
                  </a:lnTo>
                  <a:lnTo>
                    <a:pt x="370033" y="18541"/>
                  </a:lnTo>
                  <a:lnTo>
                    <a:pt x="372749" y="19167"/>
                  </a:lnTo>
                  <a:lnTo>
                    <a:pt x="373792" y="19922"/>
                  </a:lnTo>
                  <a:lnTo>
                    <a:pt x="374903" y="21167"/>
                  </a:lnTo>
                  <a:lnTo>
                    <a:pt x="376078" y="22901"/>
                  </a:lnTo>
                  <a:lnTo>
                    <a:pt x="375260" y="24711"/>
                  </a:lnTo>
                  <a:lnTo>
                    <a:pt x="371042" y="27530"/>
                  </a:lnTo>
                  <a:lnTo>
                    <a:pt x="366682" y="29722"/>
                  </a:lnTo>
                  <a:lnTo>
                    <a:pt x="364115" y="31697"/>
                  </a:lnTo>
                  <a:lnTo>
                    <a:pt x="360169" y="32779"/>
                  </a:lnTo>
                  <a:lnTo>
                    <a:pt x="346647" y="37545"/>
                  </a:lnTo>
                  <a:lnTo>
                    <a:pt x="340037" y="39077"/>
                  </a:lnTo>
                  <a:lnTo>
                    <a:pt x="336238" y="40585"/>
                  </a:lnTo>
                  <a:lnTo>
                    <a:pt x="334533" y="40847"/>
                  </a:lnTo>
                  <a:lnTo>
                    <a:pt x="326485" y="40559"/>
                  </a:lnTo>
                  <a:lnTo>
                    <a:pt x="324351" y="41390"/>
                  </a:lnTo>
                  <a:lnTo>
                    <a:pt x="323163" y="42788"/>
                  </a:lnTo>
                  <a:lnTo>
                    <a:pt x="320625" y="43453"/>
                  </a:lnTo>
                  <a:lnTo>
                    <a:pt x="316878" y="43929"/>
                  </a:lnTo>
                  <a:lnTo>
                    <a:pt x="309215" y="44315"/>
                  </a:lnTo>
                  <a:lnTo>
                    <a:pt x="307496" y="45891"/>
                  </a:lnTo>
                  <a:lnTo>
                    <a:pt x="307057" y="46962"/>
                  </a:lnTo>
                  <a:lnTo>
                    <a:pt x="306310" y="47793"/>
                  </a:lnTo>
                  <a:lnTo>
                    <a:pt x="305657" y="48194"/>
                  </a:lnTo>
                  <a:lnTo>
                    <a:pt x="283760" y="53862"/>
                  </a:lnTo>
                  <a:lnTo>
                    <a:pt x="283357" y="54809"/>
                  </a:lnTo>
                  <a:lnTo>
                    <a:pt x="285561" y="55201"/>
                  </a:lnTo>
                  <a:lnTo>
                    <a:pt x="288337" y="54809"/>
                  </a:lnTo>
                  <a:lnTo>
                    <a:pt x="320198" y="47924"/>
                  </a:lnTo>
                  <a:lnTo>
                    <a:pt x="326315" y="47468"/>
                  </a:lnTo>
                  <a:lnTo>
                    <a:pt x="331990" y="47965"/>
                  </a:lnTo>
                  <a:lnTo>
                    <a:pt x="331340" y="49568"/>
                  </a:lnTo>
                  <a:lnTo>
                    <a:pt x="323304" y="54114"/>
                  </a:lnTo>
                  <a:lnTo>
                    <a:pt x="313076" y="58210"/>
                  </a:lnTo>
                  <a:lnTo>
                    <a:pt x="307967" y="61320"/>
                  </a:lnTo>
                  <a:lnTo>
                    <a:pt x="295041" y="66682"/>
                  </a:lnTo>
                  <a:lnTo>
                    <a:pt x="284477" y="72022"/>
                  </a:lnTo>
                  <a:lnTo>
                    <a:pt x="280418" y="74736"/>
                  </a:lnTo>
                  <a:lnTo>
                    <a:pt x="274980" y="79583"/>
                  </a:lnTo>
                  <a:lnTo>
                    <a:pt x="273122" y="80753"/>
                  </a:lnTo>
                  <a:lnTo>
                    <a:pt x="270862" y="81235"/>
                  </a:lnTo>
                  <a:lnTo>
                    <a:pt x="268203" y="81033"/>
                  </a:lnTo>
                  <a:lnTo>
                    <a:pt x="265806" y="80327"/>
                  </a:lnTo>
                  <a:lnTo>
                    <a:pt x="262609" y="78515"/>
                  </a:lnTo>
                  <a:lnTo>
                    <a:pt x="259696" y="76489"/>
                  </a:lnTo>
                  <a:lnTo>
                    <a:pt x="258784" y="76133"/>
                  </a:lnTo>
                  <a:lnTo>
                    <a:pt x="259336" y="77139"/>
                  </a:lnTo>
                  <a:lnTo>
                    <a:pt x="264951" y="83871"/>
                  </a:lnTo>
                  <a:lnTo>
                    <a:pt x="264308" y="85175"/>
                  </a:lnTo>
                  <a:lnTo>
                    <a:pt x="254000" y="86550"/>
                  </a:lnTo>
                  <a:lnTo>
                    <a:pt x="249437" y="87767"/>
                  </a:lnTo>
                  <a:lnTo>
                    <a:pt x="247083" y="88061"/>
                  </a:lnTo>
                  <a:lnTo>
                    <a:pt x="245416" y="87842"/>
                  </a:lnTo>
                  <a:lnTo>
                    <a:pt x="243790" y="87966"/>
                  </a:lnTo>
                  <a:lnTo>
                    <a:pt x="242207" y="88436"/>
                  </a:lnTo>
                  <a:lnTo>
                    <a:pt x="242120" y="88958"/>
                  </a:lnTo>
                  <a:lnTo>
                    <a:pt x="243531" y="89531"/>
                  </a:lnTo>
                  <a:lnTo>
                    <a:pt x="247635" y="89978"/>
                  </a:lnTo>
                  <a:lnTo>
                    <a:pt x="256754" y="88463"/>
                  </a:lnTo>
                  <a:lnTo>
                    <a:pt x="258217" y="88572"/>
                  </a:lnTo>
                  <a:lnTo>
                    <a:pt x="260563" y="89309"/>
                  </a:lnTo>
                  <a:lnTo>
                    <a:pt x="260678" y="89980"/>
                  </a:lnTo>
                  <a:lnTo>
                    <a:pt x="258229" y="92129"/>
                  </a:lnTo>
                  <a:lnTo>
                    <a:pt x="250847" y="94699"/>
                  </a:lnTo>
                  <a:lnTo>
                    <a:pt x="251811" y="94845"/>
                  </a:lnTo>
                  <a:lnTo>
                    <a:pt x="253925" y="95755"/>
                  </a:lnTo>
                  <a:lnTo>
                    <a:pt x="253878" y="96575"/>
                  </a:lnTo>
                  <a:lnTo>
                    <a:pt x="251553" y="98503"/>
                  </a:lnTo>
                  <a:lnTo>
                    <a:pt x="250451" y="99117"/>
                  </a:lnTo>
                  <a:lnTo>
                    <a:pt x="243335" y="100911"/>
                  </a:lnTo>
                  <a:lnTo>
                    <a:pt x="240238" y="101332"/>
                  </a:lnTo>
                  <a:lnTo>
                    <a:pt x="237511" y="101108"/>
                  </a:lnTo>
                  <a:lnTo>
                    <a:pt x="225028" y="97187"/>
                  </a:lnTo>
                  <a:lnTo>
                    <a:pt x="220623" y="96620"/>
                  </a:lnTo>
                  <a:lnTo>
                    <a:pt x="216438" y="95630"/>
                  </a:lnTo>
                  <a:lnTo>
                    <a:pt x="213350" y="95799"/>
                  </a:lnTo>
                  <a:lnTo>
                    <a:pt x="210071" y="96949"/>
                  </a:lnTo>
                  <a:lnTo>
                    <a:pt x="211545" y="97527"/>
                  </a:lnTo>
                  <a:lnTo>
                    <a:pt x="217588" y="98631"/>
                  </a:lnTo>
                  <a:lnTo>
                    <a:pt x="222634" y="98844"/>
                  </a:lnTo>
                  <a:lnTo>
                    <a:pt x="224728" y="99274"/>
                  </a:lnTo>
                  <a:lnTo>
                    <a:pt x="225549" y="99992"/>
                  </a:lnTo>
                  <a:lnTo>
                    <a:pt x="227727" y="102597"/>
                  </a:lnTo>
                  <a:lnTo>
                    <a:pt x="228076" y="103998"/>
                  </a:lnTo>
                  <a:lnTo>
                    <a:pt x="227594" y="105301"/>
                  </a:lnTo>
                  <a:lnTo>
                    <a:pt x="226935" y="106214"/>
                  </a:lnTo>
                  <a:lnTo>
                    <a:pt x="226097" y="106734"/>
                  </a:lnTo>
                  <a:lnTo>
                    <a:pt x="224807" y="106995"/>
                  </a:lnTo>
                  <a:lnTo>
                    <a:pt x="219872" y="106810"/>
                  </a:lnTo>
                  <a:lnTo>
                    <a:pt x="218028" y="107132"/>
                  </a:lnTo>
                  <a:lnTo>
                    <a:pt x="215890" y="107894"/>
                  </a:lnTo>
                  <a:lnTo>
                    <a:pt x="213208" y="108224"/>
                  </a:lnTo>
                  <a:lnTo>
                    <a:pt x="208371" y="108073"/>
                  </a:lnTo>
                  <a:lnTo>
                    <a:pt x="202676" y="109185"/>
                  </a:lnTo>
                  <a:lnTo>
                    <a:pt x="199666" y="109389"/>
                  </a:lnTo>
                  <a:lnTo>
                    <a:pt x="196329" y="108887"/>
                  </a:lnTo>
                  <a:lnTo>
                    <a:pt x="192713" y="107644"/>
                  </a:lnTo>
                  <a:lnTo>
                    <a:pt x="188898" y="107017"/>
                  </a:lnTo>
                  <a:lnTo>
                    <a:pt x="182447" y="106489"/>
                  </a:lnTo>
                  <a:lnTo>
                    <a:pt x="182987" y="107200"/>
                  </a:lnTo>
                  <a:lnTo>
                    <a:pt x="185259" y="107500"/>
                  </a:lnTo>
                  <a:lnTo>
                    <a:pt x="189889" y="109404"/>
                  </a:lnTo>
                  <a:lnTo>
                    <a:pt x="192102" y="111990"/>
                  </a:lnTo>
                  <a:lnTo>
                    <a:pt x="194186" y="112427"/>
                  </a:lnTo>
                  <a:lnTo>
                    <a:pt x="198440" y="114548"/>
                  </a:lnTo>
                  <a:lnTo>
                    <a:pt x="201514" y="114880"/>
                  </a:lnTo>
                  <a:lnTo>
                    <a:pt x="204723" y="115602"/>
                  </a:lnTo>
                  <a:lnTo>
                    <a:pt x="209244" y="114672"/>
                  </a:lnTo>
                  <a:lnTo>
                    <a:pt x="212280" y="114845"/>
                  </a:lnTo>
                  <a:lnTo>
                    <a:pt x="211649" y="120068"/>
                  </a:lnTo>
                  <a:lnTo>
                    <a:pt x="210309" y="120576"/>
                  </a:lnTo>
                  <a:lnTo>
                    <a:pt x="203001" y="120576"/>
                  </a:lnTo>
                  <a:lnTo>
                    <a:pt x="199527" y="119818"/>
                  </a:lnTo>
                  <a:lnTo>
                    <a:pt x="197993" y="119034"/>
                  </a:lnTo>
                  <a:lnTo>
                    <a:pt x="194626" y="118147"/>
                  </a:lnTo>
                  <a:lnTo>
                    <a:pt x="191594" y="118660"/>
                  </a:lnTo>
                  <a:lnTo>
                    <a:pt x="188845" y="118549"/>
                  </a:lnTo>
                  <a:lnTo>
                    <a:pt x="186980" y="119070"/>
                  </a:lnTo>
                  <a:lnTo>
                    <a:pt x="184022" y="119051"/>
                  </a:lnTo>
                  <a:lnTo>
                    <a:pt x="176287" y="119934"/>
                  </a:lnTo>
                  <a:lnTo>
                    <a:pt x="172200" y="119944"/>
                  </a:lnTo>
                  <a:lnTo>
                    <a:pt x="169182" y="119375"/>
                  </a:lnTo>
                  <a:lnTo>
                    <a:pt x="165676" y="119198"/>
                  </a:lnTo>
                  <a:lnTo>
                    <a:pt x="161681" y="119411"/>
                  </a:lnTo>
                  <a:lnTo>
                    <a:pt x="161961" y="120014"/>
                  </a:lnTo>
                  <a:lnTo>
                    <a:pt x="163654" y="120197"/>
                  </a:lnTo>
                  <a:lnTo>
                    <a:pt x="166120" y="121179"/>
                  </a:lnTo>
                  <a:lnTo>
                    <a:pt x="168404" y="122693"/>
                  </a:lnTo>
                  <a:lnTo>
                    <a:pt x="170305" y="123329"/>
                  </a:lnTo>
                  <a:lnTo>
                    <a:pt x="172582" y="122970"/>
                  </a:lnTo>
                  <a:lnTo>
                    <a:pt x="174900" y="122263"/>
                  </a:lnTo>
                  <a:lnTo>
                    <a:pt x="183360" y="121099"/>
                  </a:lnTo>
                  <a:lnTo>
                    <a:pt x="187071" y="120911"/>
                  </a:lnTo>
                  <a:lnTo>
                    <a:pt x="190381" y="121425"/>
                  </a:lnTo>
                  <a:lnTo>
                    <a:pt x="192584" y="122065"/>
                  </a:lnTo>
                  <a:lnTo>
                    <a:pt x="194122" y="122837"/>
                  </a:lnTo>
                  <a:lnTo>
                    <a:pt x="196067" y="124885"/>
                  </a:lnTo>
                  <a:lnTo>
                    <a:pt x="200944" y="125134"/>
                  </a:lnTo>
                  <a:lnTo>
                    <a:pt x="204662" y="125814"/>
                  </a:lnTo>
                  <a:lnTo>
                    <a:pt x="210587" y="128786"/>
                  </a:lnTo>
                  <a:lnTo>
                    <a:pt x="212217" y="129011"/>
                  </a:lnTo>
                  <a:lnTo>
                    <a:pt x="212873" y="129779"/>
                  </a:lnTo>
                  <a:lnTo>
                    <a:pt x="211615" y="131695"/>
                  </a:lnTo>
                  <a:lnTo>
                    <a:pt x="211473" y="132846"/>
                  </a:lnTo>
                  <a:lnTo>
                    <a:pt x="207376" y="135077"/>
                  </a:lnTo>
                  <a:lnTo>
                    <a:pt x="200984" y="135726"/>
                  </a:lnTo>
                  <a:lnTo>
                    <a:pt x="193960" y="135520"/>
                  </a:lnTo>
                  <a:lnTo>
                    <a:pt x="188929" y="135778"/>
                  </a:lnTo>
                  <a:lnTo>
                    <a:pt x="188403" y="136061"/>
                  </a:lnTo>
                  <a:lnTo>
                    <a:pt x="191854" y="136646"/>
                  </a:lnTo>
                  <a:lnTo>
                    <a:pt x="199852" y="139252"/>
                  </a:lnTo>
                  <a:lnTo>
                    <a:pt x="202951" y="140665"/>
                  </a:lnTo>
                  <a:lnTo>
                    <a:pt x="203491" y="141491"/>
                  </a:lnTo>
                  <a:lnTo>
                    <a:pt x="199083" y="144643"/>
                  </a:lnTo>
                  <a:lnTo>
                    <a:pt x="195192" y="150886"/>
                  </a:lnTo>
                  <a:lnTo>
                    <a:pt x="193913" y="151379"/>
                  </a:lnTo>
                  <a:lnTo>
                    <a:pt x="192581" y="151551"/>
                  </a:lnTo>
                  <a:lnTo>
                    <a:pt x="189151" y="151441"/>
                  </a:lnTo>
                  <a:lnTo>
                    <a:pt x="184800" y="153011"/>
                  </a:lnTo>
                  <a:lnTo>
                    <a:pt x="181519" y="153326"/>
                  </a:lnTo>
                  <a:lnTo>
                    <a:pt x="175572" y="152737"/>
                  </a:lnTo>
                  <a:lnTo>
                    <a:pt x="168703" y="152770"/>
                  </a:lnTo>
                  <a:lnTo>
                    <a:pt x="168163" y="153784"/>
                  </a:lnTo>
                  <a:lnTo>
                    <a:pt x="167820" y="155724"/>
                  </a:lnTo>
                  <a:lnTo>
                    <a:pt x="167858" y="158641"/>
                  </a:lnTo>
                  <a:lnTo>
                    <a:pt x="168277" y="162538"/>
                  </a:lnTo>
                  <a:lnTo>
                    <a:pt x="167919" y="165388"/>
                  </a:lnTo>
                  <a:lnTo>
                    <a:pt x="166786" y="167188"/>
                  </a:lnTo>
                  <a:lnTo>
                    <a:pt x="165357" y="168518"/>
                  </a:lnTo>
                  <a:lnTo>
                    <a:pt x="162772" y="169810"/>
                  </a:lnTo>
                  <a:lnTo>
                    <a:pt x="160116" y="170615"/>
                  </a:lnTo>
                  <a:lnTo>
                    <a:pt x="158129" y="170899"/>
                  </a:lnTo>
                  <a:lnTo>
                    <a:pt x="154821" y="170944"/>
                  </a:lnTo>
                  <a:lnTo>
                    <a:pt x="145334" y="171873"/>
                  </a:lnTo>
                  <a:lnTo>
                    <a:pt x="140703" y="171817"/>
                  </a:lnTo>
                  <a:lnTo>
                    <a:pt x="137108" y="171423"/>
                  </a:lnTo>
                  <a:lnTo>
                    <a:pt x="133386" y="170129"/>
                  </a:lnTo>
                  <a:lnTo>
                    <a:pt x="127189" y="166478"/>
                  </a:lnTo>
                  <a:lnTo>
                    <a:pt x="125431" y="165668"/>
                  </a:lnTo>
                  <a:lnTo>
                    <a:pt x="123706" y="165198"/>
                  </a:lnTo>
                  <a:lnTo>
                    <a:pt x="123771" y="165985"/>
                  </a:lnTo>
                  <a:lnTo>
                    <a:pt x="125625" y="168025"/>
                  </a:lnTo>
                  <a:lnTo>
                    <a:pt x="127173" y="169342"/>
                  </a:lnTo>
                  <a:lnTo>
                    <a:pt x="128412" y="169934"/>
                  </a:lnTo>
                  <a:lnTo>
                    <a:pt x="128120" y="170558"/>
                  </a:lnTo>
                  <a:lnTo>
                    <a:pt x="125386" y="171540"/>
                  </a:lnTo>
                  <a:lnTo>
                    <a:pt x="122370" y="171980"/>
                  </a:lnTo>
                  <a:lnTo>
                    <a:pt x="118799" y="171963"/>
                  </a:lnTo>
                  <a:lnTo>
                    <a:pt x="118685" y="172343"/>
                  </a:lnTo>
                  <a:lnTo>
                    <a:pt x="119896" y="173401"/>
                  </a:lnTo>
                  <a:lnTo>
                    <a:pt x="121471" y="174398"/>
                  </a:lnTo>
                  <a:lnTo>
                    <a:pt x="122506" y="174697"/>
                  </a:lnTo>
                  <a:lnTo>
                    <a:pt x="125244" y="174388"/>
                  </a:lnTo>
                  <a:lnTo>
                    <a:pt x="128416" y="173128"/>
                  </a:lnTo>
                  <a:lnTo>
                    <a:pt x="130393" y="172757"/>
                  </a:lnTo>
                  <a:lnTo>
                    <a:pt x="134329" y="173058"/>
                  </a:lnTo>
                  <a:lnTo>
                    <a:pt x="135880" y="173506"/>
                  </a:lnTo>
                  <a:lnTo>
                    <a:pt x="140795" y="176265"/>
                  </a:lnTo>
                  <a:lnTo>
                    <a:pt x="141480" y="176393"/>
                  </a:lnTo>
                  <a:lnTo>
                    <a:pt x="145120" y="175004"/>
                  </a:lnTo>
                  <a:lnTo>
                    <a:pt x="150383" y="174930"/>
                  </a:lnTo>
                  <a:lnTo>
                    <a:pt x="152312" y="176044"/>
                  </a:lnTo>
                  <a:lnTo>
                    <a:pt x="153050" y="178209"/>
                  </a:lnTo>
                  <a:lnTo>
                    <a:pt x="153140" y="179963"/>
                  </a:lnTo>
                  <a:lnTo>
                    <a:pt x="152583" y="181305"/>
                  </a:lnTo>
                  <a:lnTo>
                    <a:pt x="153795" y="182615"/>
                  </a:lnTo>
                  <a:lnTo>
                    <a:pt x="156775" y="183890"/>
                  </a:lnTo>
                  <a:lnTo>
                    <a:pt x="159088" y="184165"/>
                  </a:lnTo>
                  <a:lnTo>
                    <a:pt x="160732" y="183443"/>
                  </a:lnTo>
                  <a:lnTo>
                    <a:pt x="163232" y="181693"/>
                  </a:lnTo>
                  <a:lnTo>
                    <a:pt x="164293" y="181279"/>
                  </a:lnTo>
                  <a:lnTo>
                    <a:pt x="165294" y="181375"/>
                  </a:lnTo>
                  <a:lnTo>
                    <a:pt x="166821" y="182648"/>
                  </a:lnTo>
                  <a:lnTo>
                    <a:pt x="168874" y="185099"/>
                  </a:lnTo>
                  <a:lnTo>
                    <a:pt x="169065" y="187965"/>
                  </a:lnTo>
                  <a:lnTo>
                    <a:pt x="167394" y="191243"/>
                  </a:lnTo>
                  <a:lnTo>
                    <a:pt x="165350" y="193394"/>
                  </a:lnTo>
                  <a:lnTo>
                    <a:pt x="157330" y="196942"/>
                  </a:lnTo>
                  <a:lnTo>
                    <a:pt x="154906" y="198337"/>
                  </a:lnTo>
                  <a:lnTo>
                    <a:pt x="152991" y="199790"/>
                  </a:lnTo>
                  <a:lnTo>
                    <a:pt x="150213" y="201099"/>
                  </a:lnTo>
                  <a:lnTo>
                    <a:pt x="144752" y="202849"/>
                  </a:lnTo>
                  <a:lnTo>
                    <a:pt x="141874" y="203177"/>
                  </a:lnTo>
                  <a:lnTo>
                    <a:pt x="135661" y="205059"/>
                  </a:lnTo>
                  <a:lnTo>
                    <a:pt x="134311" y="205145"/>
                  </a:lnTo>
                  <a:lnTo>
                    <a:pt x="132296" y="204839"/>
                  </a:lnTo>
                  <a:lnTo>
                    <a:pt x="131880" y="203921"/>
                  </a:lnTo>
                  <a:lnTo>
                    <a:pt x="132392" y="202291"/>
                  </a:lnTo>
                  <a:lnTo>
                    <a:pt x="133058" y="200773"/>
                  </a:lnTo>
                  <a:lnTo>
                    <a:pt x="133877" y="199366"/>
                  </a:lnTo>
                  <a:lnTo>
                    <a:pt x="133908" y="198199"/>
                  </a:lnTo>
                  <a:lnTo>
                    <a:pt x="132154" y="196384"/>
                  </a:lnTo>
                  <a:lnTo>
                    <a:pt x="130921" y="195544"/>
                  </a:lnTo>
                  <a:lnTo>
                    <a:pt x="129733" y="195123"/>
                  </a:lnTo>
                  <a:lnTo>
                    <a:pt x="127338" y="195367"/>
                  </a:lnTo>
                  <a:lnTo>
                    <a:pt x="125984" y="195864"/>
                  </a:lnTo>
                  <a:lnTo>
                    <a:pt x="124534" y="195960"/>
                  </a:lnTo>
                  <a:lnTo>
                    <a:pt x="122987" y="195648"/>
                  </a:lnTo>
                  <a:lnTo>
                    <a:pt x="121684" y="194883"/>
                  </a:lnTo>
                  <a:lnTo>
                    <a:pt x="119078" y="191676"/>
                  </a:lnTo>
                  <a:lnTo>
                    <a:pt x="118096" y="191268"/>
                  </a:lnTo>
                  <a:lnTo>
                    <a:pt x="116810" y="191368"/>
                  </a:lnTo>
                  <a:lnTo>
                    <a:pt x="115660" y="190908"/>
                  </a:lnTo>
                  <a:lnTo>
                    <a:pt x="114644" y="189888"/>
                  </a:lnTo>
                  <a:lnTo>
                    <a:pt x="112961" y="188901"/>
                  </a:lnTo>
                  <a:lnTo>
                    <a:pt x="113411" y="189654"/>
                  </a:lnTo>
                  <a:lnTo>
                    <a:pt x="115094" y="191480"/>
                  </a:lnTo>
                  <a:lnTo>
                    <a:pt x="116267" y="193292"/>
                  </a:lnTo>
                  <a:lnTo>
                    <a:pt x="116928" y="195093"/>
                  </a:lnTo>
                  <a:lnTo>
                    <a:pt x="116622" y="196509"/>
                  </a:lnTo>
                  <a:lnTo>
                    <a:pt x="102360" y="197294"/>
                  </a:lnTo>
                  <a:lnTo>
                    <a:pt x="96230" y="196884"/>
                  </a:lnTo>
                  <a:lnTo>
                    <a:pt x="94988" y="195646"/>
                  </a:lnTo>
                  <a:lnTo>
                    <a:pt x="92058" y="190318"/>
                  </a:lnTo>
                  <a:lnTo>
                    <a:pt x="91422" y="199738"/>
                  </a:lnTo>
                  <a:lnTo>
                    <a:pt x="80737" y="201274"/>
                  </a:lnTo>
                  <a:lnTo>
                    <a:pt x="78240" y="201014"/>
                  </a:lnTo>
                  <a:lnTo>
                    <a:pt x="74082" y="199961"/>
                  </a:lnTo>
                  <a:lnTo>
                    <a:pt x="68711" y="197423"/>
                  </a:lnTo>
                  <a:lnTo>
                    <a:pt x="66485" y="195740"/>
                  </a:lnTo>
                  <a:lnTo>
                    <a:pt x="65613" y="194062"/>
                  </a:lnTo>
                  <a:lnTo>
                    <a:pt x="64964" y="193146"/>
                  </a:lnTo>
                  <a:lnTo>
                    <a:pt x="64541" y="192992"/>
                  </a:lnTo>
                  <a:lnTo>
                    <a:pt x="63206" y="195012"/>
                  </a:lnTo>
                  <a:lnTo>
                    <a:pt x="61746" y="199145"/>
                  </a:lnTo>
                  <a:lnTo>
                    <a:pt x="58076" y="198078"/>
                  </a:lnTo>
                  <a:lnTo>
                    <a:pt x="53429" y="197035"/>
                  </a:lnTo>
                  <a:lnTo>
                    <a:pt x="51756" y="192963"/>
                  </a:lnTo>
                  <a:lnTo>
                    <a:pt x="51660" y="198859"/>
                  </a:lnTo>
                  <a:lnTo>
                    <a:pt x="44173" y="198078"/>
                  </a:lnTo>
                  <a:lnTo>
                    <a:pt x="40574" y="198298"/>
                  </a:lnTo>
                  <a:lnTo>
                    <a:pt x="39517" y="193133"/>
                  </a:lnTo>
                  <a:lnTo>
                    <a:pt x="39342" y="187437"/>
                  </a:lnTo>
                  <a:lnTo>
                    <a:pt x="37882" y="191041"/>
                  </a:lnTo>
                  <a:lnTo>
                    <a:pt x="38519" y="194104"/>
                  </a:lnTo>
                  <a:lnTo>
                    <a:pt x="38725" y="197837"/>
                  </a:lnTo>
                  <a:lnTo>
                    <a:pt x="35543" y="196775"/>
                  </a:lnTo>
                  <a:lnTo>
                    <a:pt x="28559" y="196254"/>
                  </a:lnTo>
                  <a:lnTo>
                    <a:pt x="26086" y="195737"/>
                  </a:lnTo>
                  <a:lnTo>
                    <a:pt x="26404" y="190781"/>
                  </a:lnTo>
                  <a:lnTo>
                    <a:pt x="26954" y="185843"/>
                  </a:lnTo>
                  <a:lnTo>
                    <a:pt x="35948" y="180921"/>
                  </a:lnTo>
                  <a:lnTo>
                    <a:pt x="38597" y="178591"/>
                  </a:lnTo>
                  <a:lnTo>
                    <a:pt x="40547" y="177653"/>
                  </a:lnTo>
                  <a:lnTo>
                    <a:pt x="43635" y="177060"/>
                  </a:lnTo>
                  <a:lnTo>
                    <a:pt x="47578" y="176692"/>
                  </a:lnTo>
                  <a:lnTo>
                    <a:pt x="50267" y="176976"/>
                  </a:lnTo>
                  <a:lnTo>
                    <a:pt x="53337" y="176699"/>
                  </a:lnTo>
                  <a:lnTo>
                    <a:pt x="57005" y="175823"/>
                  </a:lnTo>
                  <a:lnTo>
                    <a:pt x="59624" y="175571"/>
                  </a:lnTo>
                  <a:lnTo>
                    <a:pt x="60117" y="175261"/>
                  </a:lnTo>
                  <a:lnTo>
                    <a:pt x="59358" y="174806"/>
                  </a:lnTo>
                  <a:lnTo>
                    <a:pt x="56555" y="171632"/>
                  </a:lnTo>
                  <a:lnTo>
                    <a:pt x="55549" y="170911"/>
                  </a:lnTo>
                  <a:lnTo>
                    <a:pt x="54525" y="170589"/>
                  </a:lnTo>
                  <a:lnTo>
                    <a:pt x="52498" y="170448"/>
                  </a:lnTo>
                  <a:lnTo>
                    <a:pt x="50530" y="169058"/>
                  </a:lnTo>
                  <a:lnTo>
                    <a:pt x="49391" y="167830"/>
                  </a:lnTo>
                  <a:lnTo>
                    <a:pt x="48173" y="166162"/>
                  </a:lnTo>
                  <a:lnTo>
                    <a:pt x="46226" y="163001"/>
                  </a:lnTo>
                  <a:lnTo>
                    <a:pt x="44292" y="159473"/>
                  </a:lnTo>
                  <a:lnTo>
                    <a:pt x="45251" y="157537"/>
                  </a:lnTo>
                  <a:lnTo>
                    <a:pt x="48457" y="156015"/>
                  </a:lnTo>
                  <a:lnTo>
                    <a:pt x="51670" y="154960"/>
                  </a:lnTo>
                  <a:lnTo>
                    <a:pt x="54888" y="154373"/>
                  </a:lnTo>
                  <a:lnTo>
                    <a:pt x="57579" y="154360"/>
                  </a:lnTo>
                  <a:lnTo>
                    <a:pt x="60823" y="155203"/>
                  </a:lnTo>
                  <a:lnTo>
                    <a:pt x="65388" y="156832"/>
                  </a:lnTo>
                  <a:lnTo>
                    <a:pt x="68005" y="158677"/>
                  </a:lnTo>
                  <a:lnTo>
                    <a:pt x="71292" y="162584"/>
                  </a:lnTo>
                  <a:lnTo>
                    <a:pt x="73457" y="165695"/>
                  </a:lnTo>
                  <a:lnTo>
                    <a:pt x="75218" y="167099"/>
                  </a:lnTo>
                  <a:lnTo>
                    <a:pt x="83086" y="169645"/>
                  </a:lnTo>
                  <a:lnTo>
                    <a:pt x="85705" y="170056"/>
                  </a:lnTo>
                  <a:lnTo>
                    <a:pt x="88810" y="169852"/>
                  </a:lnTo>
                  <a:lnTo>
                    <a:pt x="95146" y="169185"/>
                  </a:lnTo>
                  <a:lnTo>
                    <a:pt x="98259" y="168485"/>
                  </a:lnTo>
                  <a:lnTo>
                    <a:pt x="99656" y="167657"/>
                  </a:lnTo>
                  <a:lnTo>
                    <a:pt x="100375" y="166465"/>
                  </a:lnTo>
                  <a:lnTo>
                    <a:pt x="101269" y="165548"/>
                  </a:lnTo>
                  <a:lnTo>
                    <a:pt x="104071" y="163444"/>
                  </a:lnTo>
                  <a:lnTo>
                    <a:pt x="108360" y="159074"/>
                  </a:lnTo>
                  <a:lnTo>
                    <a:pt x="110734" y="155623"/>
                  </a:lnTo>
                  <a:lnTo>
                    <a:pt x="111297" y="154461"/>
                  </a:lnTo>
                  <a:lnTo>
                    <a:pt x="111771" y="153057"/>
                  </a:lnTo>
                  <a:lnTo>
                    <a:pt x="112153" y="151408"/>
                  </a:lnTo>
                  <a:lnTo>
                    <a:pt x="110817" y="152287"/>
                  </a:lnTo>
                  <a:lnTo>
                    <a:pt x="103411" y="160817"/>
                  </a:lnTo>
                  <a:lnTo>
                    <a:pt x="101875" y="162366"/>
                  </a:lnTo>
                  <a:lnTo>
                    <a:pt x="97542" y="164986"/>
                  </a:lnTo>
                  <a:lnTo>
                    <a:pt x="95706" y="165409"/>
                  </a:lnTo>
                  <a:lnTo>
                    <a:pt x="92749" y="165279"/>
                  </a:lnTo>
                  <a:lnTo>
                    <a:pt x="88825" y="164119"/>
                  </a:lnTo>
                  <a:lnTo>
                    <a:pt x="84201" y="165965"/>
                  </a:lnTo>
                  <a:lnTo>
                    <a:pt x="81395" y="165496"/>
                  </a:lnTo>
                  <a:lnTo>
                    <a:pt x="78909" y="164206"/>
                  </a:lnTo>
                  <a:lnTo>
                    <a:pt x="78876" y="158153"/>
                  </a:lnTo>
                  <a:lnTo>
                    <a:pt x="75723" y="153313"/>
                  </a:lnTo>
                  <a:lnTo>
                    <a:pt x="79206" y="150863"/>
                  </a:lnTo>
                  <a:lnTo>
                    <a:pt x="82091" y="149343"/>
                  </a:lnTo>
                  <a:lnTo>
                    <a:pt x="87225" y="145393"/>
                  </a:lnTo>
                  <a:lnTo>
                    <a:pt x="88352" y="145353"/>
                  </a:lnTo>
                  <a:lnTo>
                    <a:pt x="92071" y="145974"/>
                  </a:lnTo>
                  <a:lnTo>
                    <a:pt x="90030" y="145078"/>
                  </a:lnTo>
                  <a:lnTo>
                    <a:pt x="88033" y="143748"/>
                  </a:lnTo>
                  <a:lnTo>
                    <a:pt x="83586" y="144093"/>
                  </a:lnTo>
                  <a:lnTo>
                    <a:pt x="85155" y="135586"/>
                  </a:lnTo>
                  <a:lnTo>
                    <a:pt x="82180" y="141945"/>
                  </a:lnTo>
                  <a:lnTo>
                    <a:pt x="79146" y="145280"/>
                  </a:lnTo>
                  <a:lnTo>
                    <a:pt x="77310" y="146967"/>
                  </a:lnTo>
                  <a:lnTo>
                    <a:pt x="75249" y="147938"/>
                  </a:lnTo>
                  <a:lnTo>
                    <a:pt x="67453" y="148776"/>
                  </a:lnTo>
                  <a:lnTo>
                    <a:pt x="69368" y="145651"/>
                  </a:lnTo>
                  <a:lnTo>
                    <a:pt x="71126" y="141044"/>
                  </a:lnTo>
                  <a:lnTo>
                    <a:pt x="69264" y="142766"/>
                  </a:lnTo>
                  <a:lnTo>
                    <a:pt x="64870" y="145354"/>
                  </a:lnTo>
                  <a:lnTo>
                    <a:pt x="61581" y="146713"/>
                  </a:lnTo>
                  <a:lnTo>
                    <a:pt x="58871" y="147429"/>
                  </a:lnTo>
                  <a:lnTo>
                    <a:pt x="53613" y="147256"/>
                  </a:lnTo>
                  <a:lnTo>
                    <a:pt x="50992" y="145957"/>
                  </a:lnTo>
                  <a:lnTo>
                    <a:pt x="51740" y="142771"/>
                  </a:lnTo>
                  <a:lnTo>
                    <a:pt x="51738" y="138848"/>
                  </a:lnTo>
                  <a:lnTo>
                    <a:pt x="53342" y="137030"/>
                  </a:lnTo>
                  <a:lnTo>
                    <a:pt x="55773" y="134699"/>
                  </a:lnTo>
                  <a:lnTo>
                    <a:pt x="58381" y="131558"/>
                  </a:lnTo>
                  <a:lnTo>
                    <a:pt x="60171" y="128294"/>
                  </a:lnTo>
                  <a:lnTo>
                    <a:pt x="67155" y="126838"/>
                  </a:lnTo>
                  <a:lnTo>
                    <a:pt x="73953" y="126245"/>
                  </a:lnTo>
                  <a:lnTo>
                    <a:pt x="79646" y="124522"/>
                  </a:lnTo>
                  <a:lnTo>
                    <a:pt x="82433" y="124219"/>
                  </a:lnTo>
                  <a:lnTo>
                    <a:pt x="85105" y="125037"/>
                  </a:lnTo>
                  <a:lnTo>
                    <a:pt x="95956" y="126379"/>
                  </a:lnTo>
                  <a:lnTo>
                    <a:pt x="100409" y="127404"/>
                  </a:lnTo>
                  <a:lnTo>
                    <a:pt x="102363" y="128147"/>
                  </a:lnTo>
                  <a:lnTo>
                    <a:pt x="103810" y="128414"/>
                  </a:lnTo>
                  <a:lnTo>
                    <a:pt x="105341" y="127304"/>
                  </a:lnTo>
                  <a:lnTo>
                    <a:pt x="107285" y="126232"/>
                  </a:lnTo>
                  <a:lnTo>
                    <a:pt x="114048" y="126342"/>
                  </a:lnTo>
                  <a:lnTo>
                    <a:pt x="115912" y="126146"/>
                  </a:lnTo>
                  <a:lnTo>
                    <a:pt x="117635" y="125642"/>
                  </a:lnTo>
                  <a:lnTo>
                    <a:pt x="119733" y="124626"/>
                  </a:lnTo>
                  <a:lnTo>
                    <a:pt x="122204" y="123094"/>
                  </a:lnTo>
                  <a:lnTo>
                    <a:pt x="122583" y="122342"/>
                  </a:lnTo>
                  <a:lnTo>
                    <a:pt x="120868" y="122370"/>
                  </a:lnTo>
                  <a:lnTo>
                    <a:pt x="119150" y="122754"/>
                  </a:lnTo>
                  <a:lnTo>
                    <a:pt x="116570" y="123870"/>
                  </a:lnTo>
                  <a:lnTo>
                    <a:pt x="114085" y="124473"/>
                  </a:lnTo>
                  <a:lnTo>
                    <a:pt x="111551" y="124359"/>
                  </a:lnTo>
                  <a:lnTo>
                    <a:pt x="106437" y="123414"/>
                  </a:lnTo>
                  <a:lnTo>
                    <a:pt x="97551" y="123244"/>
                  </a:lnTo>
                  <a:lnTo>
                    <a:pt x="93021" y="122814"/>
                  </a:lnTo>
                  <a:lnTo>
                    <a:pt x="90919" y="122357"/>
                  </a:lnTo>
                  <a:lnTo>
                    <a:pt x="89736" y="121728"/>
                  </a:lnTo>
                  <a:lnTo>
                    <a:pt x="88701" y="120783"/>
                  </a:lnTo>
                  <a:lnTo>
                    <a:pt x="87813" y="119520"/>
                  </a:lnTo>
                  <a:lnTo>
                    <a:pt x="88276" y="118634"/>
                  </a:lnTo>
                  <a:lnTo>
                    <a:pt x="90086" y="118124"/>
                  </a:lnTo>
                  <a:lnTo>
                    <a:pt x="91653" y="118017"/>
                  </a:lnTo>
                  <a:lnTo>
                    <a:pt x="94165" y="118711"/>
                  </a:lnTo>
                  <a:lnTo>
                    <a:pt x="96984" y="119888"/>
                  </a:lnTo>
                  <a:lnTo>
                    <a:pt x="100053" y="120041"/>
                  </a:lnTo>
                  <a:lnTo>
                    <a:pt x="98990" y="118966"/>
                  </a:lnTo>
                  <a:lnTo>
                    <a:pt x="95090" y="116806"/>
                  </a:lnTo>
                  <a:lnTo>
                    <a:pt x="92384" y="114975"/>
                  </a:lnTo>
                  <a:lnTo>
                    <a:pt x="90118" y="112724"/>
                  </a:lnTo>
                  <a:lnTo>
                    <a:pt x="88373" y="110498"/>
                  </a:lnTo>
                  <a:lnTo>
                    <a:pt x="84498" y="107008"/>
                  </a:lnTo>
                  <a:lnTo>
                    <a:pt x="81372" y="103538"/>
                  </a:lnTo>
                  <a:lnTo>
                    <a:pt x="79167" y="102003"/>
                  </a:lnTo>
                  <a:lnTo>
                    <a:pt x="76841" y="101242"/>
                  </a:lnTo>
                  <a:lnTo>
                    <a:pt x="69751" y="100295"/>
                  </a:lnTo>
                  <a:lnTo>
                    <a:pt x="68331" y="99677"/>
                  </a:lnTo>
                  <a:lnTo>
                    <a:pt x="64948" y="96651"/>
                  </a:lnTo>
                  <a:lnTo>
                    <a:pt x="64040" y="91541"/>
                  </a:lnTo>
                  <a:lnTo>
                    <a:pt x="62557" y="88427"/>
                  </a:lnTo>
                  <a:lnTo>
                    <a:pt x="63988" y="84446"/>
                  </a:lnTo>
                  <a:lnTo>
                    <a:pt x="66349" y="82642"/>
                  </a:lnTo>
                  <a:lnTo>
                    <a:pt x="80510" y="84047"/>
                  </a:lnTo>
                  <a:lnTo>
                    <a:pt x="86485" y="83836"/>
                  </a:lnTo>
                  <a:lnTo>
                    <a:pt x="94122" y="84337"/>
                  </a:lnTo>
                  <a:lnTo>
                    <a:pt x="98230" y="85312"/>
                  </a:lnTo>
                  <a:lnTo>
                    <a:pt x="102918" y="87735"/>
                  </a:lnTo>
                  <a:lnTo>
                    <a:pt x="107106" y="90465"/>
                  </a:lnTo>
                  <a:lnTo>
                    <a:pt x="111139" y="92291"/>
                  </a:lnTo>
                  <a:lnTo>
                    <a:pt x="114847" y="94789"/>
                  </a:lnTo>
                  <a:lnTo>
                    <a:pt x="118897" y="98497"/>
                  </a:lnTo>
                  <a:lnTo>
                    <a:pt x="121280" y="100276"/>
                  </a:lnTo>
                  <a:lnTo>
                    <a:pt x="123345" y="101362"/>
                  </a:lnTo>
                  <a:lnTo>
                    <a:pt x="126125" y="102297"/>
                  </a:lnTo>
                  <a:lnTo>
                    <a:pt x="131369" y="103478"/>
                  </a:lnTo>
                  <a:lnTo>
                    <a:pt x="135938" y="103867"/>
                  </a:lnTo>
                  <a:lnTo>
                    <a:pt x="138306" y="103712"/>
                  </a:lnTo>
                  <a:lnTo>
                    <a:pt x="140840" y="102857"/>
                  </a:lnTo>
                  <a:lnTo>
                    <a:pt x="142643" y="101844"/>
                  </a:lnTo>
                  <a:lnTo>
                    <a:pt x="140632" y="101564"/>
                  </a:lnTo>
                  <a:lnTo>
                    <a:pt x="135368" y="101683"/>
                  </a:lnTo>
                  <a:lnTo>
                    <a:pt x="131714" y="101146"/>
                  </a:lnTo>
                  <a:lnTo>
                    <a:pt x="129630" y="99954"/>
                  </a:lnTo>
                  <a:lnTo>
                    <a:pt x="127413" y="98348"/>
                  </a:lnTo>
                  <a:lnTo>
                    <a:pt x="123889" y="95321"/>
                  </a:lnTo>
                  <a:lnTo>
                    <a:pt x="121224" y="93343"/>
                  </a:lnTo>
                  <a:lnTo>
                    <a:pt x="115398" y="90117"/>
                  </a:lnTo>
                  <a:lnTo>
                    <a:pt x="111092" y="86909"/>
                  </a:lnTo>
                  <a:lnTo>
                    <a:pt x="107639" y="83866"/>
                  </a:lnTo>
                  <a:lnTo>
                    <a:pt x="107320" y="82545"/>
                  </a:lnTo>
                  <a:lnTo>
                    <a:pt x="109815" y="81624"/>
                  </a:lnTo>
                  <a:lnTo>
                    <a:pt x="112884" y="80981"/>
                  </a:lnTo>
                  <a:lnTo>
                    <a:pt x="132090" y="78920"/>
                  </a:lnTo>
                  <a:lnTo>
                    <a:pt x="143549" y="76459"/>
                  </a:lnTo>
                  <a:lnTo>
                    <a:pt x="148197" y="73602"/>
                  </a:lnTo>
                  <a:lnTo>
                    <a:pt x="148753" y="72934"/>
                  </a:lnTo>
                  <a:lnTo>
                    <a:pt x="164093" y="68900"/>
                  </a:lnTo>
                  <a:lnTo>
                    <a:pt x="174941" y="67411"/>
                  </a:lnTo>
                  <a:lnTo>
                    <a:pt x="179111" y="67170"/>
                  </a:lnTo>
                  <a:lnTo>
                    <a:pt x="182889" y="66524"/>
                  </a:lnTo>
                  <a:lnTo>
                    <a:pt x="183045" y="66128"/>
                  </a:lnTo>
                  <a:lnTo>
                    <a:pt x="179735" y="65589"/>
                  </a:lnTo>
                  <a:lnTo>
                    <a:pt x="176393" y="65323"/>
                  </a:lnTo>
                  <a:lnTo>
                    <a:pt x="168812" y="65341"/>
                  </a:lnTo>
                  <a:lnTo>
                    <a:pt x="162060" y="64850"/>
                  </a:lnTo>
                  <a:lnTo>
                    <a:pt x="160021" y="63957"/>
                  </a:lnTo>
                  <a:lnTo>
                    <a:pt x="160444" y="62497"/>
                  </a:lnTo>
                  <a:lnTo>
                    <a:pt x="161093" y="61244"/>
                  </a:lnTo>
                  <a:lnTo>
                    <a:pt x="163133" y="59149"/>
                  </a:lnTo>
                  <a:lnTo>
                    <a:pt x="165319" y="57575"/>
                  </a:lnTo>
                  <a:lnTo>
                    <a:pt x="174584" y="53041"/>
                  </a:lnTo>
                  <a:lnTo>
                    <a:pt x="180819" y="51132"/>
                  </a:lnTo>
                  <a:lnTo>
                    <a:pt x="182616" y="49814"/>
                  </a:lnTo>
                  <a:lnTo>
                    <a:pt x="169200" y="52753"/>
                  </a:lnTo>
                  <a:lnTo>
                    <a:pt x="164513" y="54877"/>
                  </a:lnTo>
                  <a:lnTo>
                    <a:pt x="159803" y="58066"/>
                  </a:lnTo>
                  <a:lnTo>
                    <a:pt x="157364" y="59005"/>
                  </a:lnTo>
                  <a:lnTo>
                    <a:pt x="155625" y="58757"/>
                  </a:lnTo>
                  <a:lnTo>
                    <a:pt x="154071" y="59054"/>
                  </a:lnTo>
                  <a:lnTo>
                    <a:pt x="152704" y="59897"/>
                  </a:lnTo>
                  <a:lnTo>
                    <a:pt x="151556" y="61439"/>
                  </a:lnTo>
                  <a:lnTo>
                    <a:pt x="150630" y="63681"/>
                  </a:lnTo>
                  <a:lnTo>
                    <a:pt x="149789" y="65208"/>
                  </a:lnTo>
                  <a:lnTo>
                    <a:pt x="149033" y="66022"/>
                  </a:lnTo>
                  <a:lnTo>
                    <a:pt x="147124" y="67199"/>
                  </a:lnTo>
                  <a:lnTo>
                    <a:pt x="142531" y="69505"/>
                  </a:lnTo>
                  <a:lnTo>
                    <a:pt x="131752" y="72726"/>
                  </a:lnTo>
                  <a:lnTo>
                    <a:pt x="128125" y="73545"/>
                  </a:lnTo>
                  <a:lnTo>
                    <a:pt x="125019" y="73674"/>
                  </a:lnTo>
                  <a:lnTo>
                    <a:pt x="114956" y="75491"/>
                  </a:lnTo>
                  <a:lnTo>
                    <a:pt x="111935" y="75563"/>
                  </a:lnTo>
                  <a:lnTo>
                    <a:pt x="108587" y="75012"/>
                  </a:lnTo>
                  <a:lnTo>
                    <a:pt x="110019" y="73442"/>
                  </a:lnTo>
                  <a:lnTo>
                    <a:pt x="115344" y="70546"/>
                  </a:lnTo>
                  <a:lnTo>
                    <a:pt x="116755" y="69256"/>
                  </a:lnTo>
                  <a:lnTo>
                    <a:pt x="113349" y="69538"/>
                  </a:lnTo>
                  <a:lnTo>
                    <a:pt x="109874" y="70329"/>
                  </a:lnTo>
                  <a:lnTo>
                    <a:pt x="102206" y="70981"/>
                  </a:lnTo>
                  <a:lnTo>
                    <a:pt x="99174" y="72159"/>
                  </a:lnTo>
                  <a:lnTo>
                    <a:pt x="96234" y="74296"/>
                  </a:lnTo>
                  <a:lnTo>
                    <a:pt x="93879" y="75641"/>
                  </a:lnTo>
                  <a:lnTo>
                    <a:pt x="92108" y="76186"/>
                  </a:lnTo>
                  <a:lnTo>
                    <a:pt x="89664" y="76512"/>
                  </a:lnTo>
                  <a:lnTo>
                    <a:pt x="80680" y="76678"/>
                  </a:lnTo>
                  <a:lnTo>
                    <a:pt x="78686" y="76535"/>
                  </a:lnTo>
                  <a:lnTo>
                    <a:pt x="73518" y="74905"/>
                  </a:lnTo>
                  <a:lnTo>
                    <a:pt x="68941" y="75468"/>
                  </a:lnTo>
                  <a:lnTo>
                    <a:pt x="67051" y="75360"/>
                  </a:lnTo>
                  <a:lnTo>
                    <a:pt x="63580" y="74208"/>
                  </a:lnTo>
                  <a:lnTo>
                    <a:pt x="62546" y="73461"/>
                  </a:lnTo>
                  <a:lnTo>
                    <a:pt x="62698" y="72457"/>
                  </a:lnTo>
                  <a:lnTo>
                    <a:pt x="64705" y="70565"/>
                  </a:lnTo>
                  <a:lnTo>
                    <a:pt x="67029" y="68747"/>
                  </a:lnTo>
                  <a:lnTo>
                    <a:pt x="74591" y="64756"/>
                  </a:lnTo>
                  <a:lnTo>
                    <a:pt x="79441" y="62886"/>
                  </a:lnTo>
                  <a:lnTo>
                    <a:pt x="86429" y="61276"/>
                  </a:lnTo>
                  <a:lnTo>
                    <a:pt x="102850" y="59476"/>
                  </a:lnTo>
                  <a:lnTo>
                    <a:pt x="103596" y="58157"/>
                  </a:lnTo>
                  <a:lnTo>
                    <a:pt x="86978" y="59630"/>
                  </a:lnTo>
                  <a:lnTo>
                    <a:pt x="72844" y="61493"/>
                  </a:lnTo>
                  <a:lnTo>
                    <a:pt x="70550" y="62177"/>
                  </a:lnTo>
                  <a:lnTo>
                    <a:pt x="67259" y="64003"/>
                  </a:lnTo>
                  <a:lnTo>
                    <a:pt x="56810" y="70617"/>
                  </a:lnTo>
                  <a:lnTo>
                    <a:pt x="53730" y="72287"/>
                  </a:lnTo>
                  <a:lnTo>
                    <a:pt x="49018" y="72686"/>
                  </a:lnTo>
                  <a:lnTo>
                    <a:pt x="45415" y="72121"/>
                  </a:lnTo>
                  <a:lnTo>
                    <a:pt x="42598" y="71281"/>
                  </a:lnTo>
                  <a:lnTo>
                    <a:pt x="37747" y="69323"/>
                  </a:lnTo>
                  <a:lnTo>
                    <a:pt x="34090" y="68272"/>
                  </a:lnTo>
                  <a:lnTo>
                    <a:pt x="32360" y="67566"/>
                  </a:lnTo>
                  <a:lnTo>
                    <a:pt x="31336" y="66853"/>
                  </a:lnTo>
                  <a:lnTo>
                    <a:pt x="30507" y="66017"/>
                  </a:lnTo>
                  <a:lnTo>
                    <a:pt x="29872" y="65061"/>
                  </a:lnTo>
                  <a:lnTo>
                    <a:pt x="31061" y="64263"/>
                  </a:lnTo>
                  <a:lnTo>
                    <a:pt x="40363" y="62536"/>
                  </a:lnTo>
                  <a:lnTo>
                    <a:pt x="53004" y="62872"/>
                  </a:lnTo>
                  <a:lnTo>
                    <a:pt x="58676" y="62516"/>
                  </a:lnTo>
                  <a:lnTo>
                    <a:pt x="64257" y="61472"/>
                  </a:lnTo>
                  <a:lnTo>
                    <a:pt x="72490" y="58877"/>
                  </a:lnTo>
                  <a:lnTo>
                    <a:pt x="81452" y="55234"/>
                  </a:lnTo>
                  <a:lnTo>
                    <a:pt x="83205" y="54071"/>
                  </a:lnTo>
                  <a:lnTo>
                    <a:pt x="79934" y="53816"/>
                  </a:lnTo>
                  <a:lnTo>
                    <a:pt x="77513" y="54098"/>
                  </a:lnTo>
                  <a:lnTo>
                    <a:pt x="71682" y="55401"/>
                  </a:lnTo>
                  <a:lnTo>
                    <a:pt x="62455" y="58904"/>
                  </a:lnTo>
                  <a:lnTo>
                    <a:pt x="54406" y="60141"/>
                  </a:lnTo>
                  <a:lnTo>
                    <a:pt x="34517" y="60800"/>
                  </a:lnTo>
                  <a:lnTo>
                    <a:pt x="28205" y="61780"/>
                  </a:lnTo>
                  <a:lnTo>
                    <a:pt x="25432" y="61569"/>
                  </a:lnTo>
                  <a:lnTo>
                    <a:pt x="23344" y="60613"/>
                  </a:lnTo>
                  <a:lnTo>
                    <a:pt x="21016" y="58844"/>
                  </a:lnTo>
                  <a:lnTo>
                    <a:pt x="21431" y="57427"/>
                  </a:lnTo>
                  <a:lnTo>
                    <a:pt x="26169" y="55837"/>
                  </a:lnTo>
                  <a:lnTo>
                    <a:pt x="29881" y="55465"/>
                  </a:lnTo>
                  <a:lnTo>
                    <a:pt x="30545" y="55138"/>
                  </a:lnTo>
                  <a:lnTo>
                    <a:pt x="25276" y="53603"/>
                  </a:lnTo>
                  <a:lnTo>
                    <a:pt x="24807" y="52818"/>
                  </a:lnTo>
                  <a:lnTo>
                    <a:pt x="27851" y="51080"/>
                  </a:lnTo>
                  <a:lnTo>
                    <a:pt x="34450" y="48519"/>
                  </a:lnTo>
                  <a:lnTo>
                    <a:pt x="37786" y="47712"/>
                  </a:lnTo>
                  <a:lnTo>
                    <a:pt x="43899" y="47199"/>
                  </a:lnTo>
                  <a:lnTo>
                    <a:pt x="50190" y="47479"/>
                  </a:lnTo>
                  <a:lnTo>
                    <a:pt x="50433" y="46991"/>
                  </a:lnTo>
                  <a:lnTo>
                    <a:pt x="44210" y="46021"/>
                  </a:lnTo>
                  <a:lnTo>
                    <a:pt x="39549" y="45844"/>
                  </a:lnTo>
                  <a:lnTo>
                    <a:pt x="33387" y="46528"/>
                  </a:lnTo>
                  <a:lnTo>
                    <a:pt x="17035" y="50676"/>
                  </a:lnTo>
                  <a:lnTo>
                    <a:pt x="15644" y="50550"/>
                  </a:lnTo>
                  <a:lnTo>
                    <a:pt x="13265" y="49836"/>
                  </a:lnTo>
                  <a:lnTo>
                    <a:pt x="13948" y="48812"/>
                  </a:lnTo>
                  <a:lnTo>
                    <a:pt x="22691" y="44454"/>
                  </a:lnTo>
                  <a:lnTo>
                    <a:pt x="22981" y="43769"/>
                  </a:lnTo>
                  <a:lnTo>
                    <a:pt x="16698" y="43867"/>
                  </a:lnTo>
                  <a:lnTo>
                    <a:pt x="14853" y="43661"/>
                  </a:lnTo>
                  <a:lnTo>
                    <a:pt x="13052" y="43144"/>
                  </a:lnTo>
                  <a:lnTo>
                    <a:pt x="10493" y="43603"/>
                  </a:lnTo>
                  <a:lnTo>
                    <a:pt x="7173" y="45036"/>
                  </a:lnTo>
                  <a:lnTo>
                    <a:pt x="4833" y="45649"/>
                  </a:lnTo>
                  <a:lnTo>
                    <a:pt x="3471" y="45443"/>
                  </a:lnTo>
                  <a:lnTo>
                    <a:pt x="0" y="43745"/>
                  </a:lnTo>
                  <a:lnTo>
                    <a:pt x="450" y="42322"/>
                  </a:lnTo>
                  <a:lnTo>
                    <a:pt x="3211" y="40537"/>
                  </a:lnTo>
                  <a:lnTo>
                    <a:pt x="5733" y="39252"/>
                  </a:lnTo>
                  <a:lnTo>
                    <a:pt x="9157" y="38079"/>
                  </a:lnTo>
                  <a:lnTo>
                    <a:pt x="14732" y="36607"/>
                  </a:lnTo>
                  <a:lnTo>
                    <a:pt x="18769" y="36110"/>
                  </a:lnTo>
                  <a:lnTo>
                    <a:pt x="25305" y="36096"/>
                  </a:lnTo>
                  <a:lnTo>
                    <a:pt x="28419" y="35440"/>
                  </a:lnTo>
                  <a:lnTo>
                    <a:pt x="31191" y="34297"/>
                  </a:lnTo>
                  <a:lnTo>
                    <a:pt x="34660" y="32447"/>
                  </a:lnTo>
                  <a:lnTo>
                    <a:pt x="38466" y="31175"/>
                  </a:lnTo>
                  <a:lnTo>
                    <a:pt x="44681" y="30129"/>
                  </a:lnTo>
                  <a:lnTo>
                    <a:pt x="49916" y="30466"/>
                  </a:lnTo>
                  <a:lnTo>
                    <a:pt x="52810" y="31378"/>
                  </a:lnTo>
                  <a:lnTo>
                    <a:pt x="55108" y="32977"/>
                  </a:lnTo>
                  <a:lnTo>
                    <a:pt x="57575" y="34199"/>
                  </a:lnTo>
                  <a:lnTo>
                    <a:pt x="57810" y="33212"/>
                  </a:lnTo>
                  <a:lnTo>
                    <a:pt x="59848" y="31994"/>
                  </a:lnTo>
                  <a:lnTo>
                    <a:pt x="62405" y="31472"/>
                  </a:lnTo>
                  <a:lnTo>
                    <a:pt x="65481" y="31646"/>
                  </a:lnTo>
                  <a:lnTo>
                    <a:pt x="68186" y="32225"/>
                  </a:lnTo>
                  <a:lnTo>
                    <a:pt x="71685" y="33698"/>
                  </a:lnTo>
                  <a:lnTo>
                    <a:pt x="74513" y="34360"/>
                  </a:lnTo>
                  <a:lnTo>
                    <a:pt x="75841" y="34320"/>
                  </a:lnTo>
                  <a:lnTo>
                    <a:pt x="77505" y="33505"/>
                  </a:lnTo>
                  <a:lnTo>
                    <a:pt x="81927" y="33487"/>
                  </a:lnTo>
                  <a:lnTo>
                    <a:pt x="81835" y="33141"/>
                  </a:lnTo>
                  <a:lnTo>
                    <a:pt x="80392" y="32289"/>
                  </a:lnTo>
                  <a:lnTo>
                    <a:pt x="78647" y="31680"/>
                  </a:lnTo>
                  <a:lnTo>
                    <a:pt x="62975" y="27448"/>
                  </a:lnTo>
                  <a:lnTo>
                    <a:pt x="62543" y="26522"/>
                  </a:lnTo>
                  <a:lnTo>
                    <a:pt x="67825" y="25653"/>
                  </a:lnTo>
                  <a:lnTo>
                    <a:pt x="71127" y="24615"/>
                  </a:lnTo>
                  <a:lnTo>
                    <a:pt x="72677" y="24363"/>
                  </a:lnTo>
                  <a:lnTo>
                    <a:pt x="76546" y="22155"/>
                  </a:lnTo>
                  <a:lnTo>
                    <a:pt x="79074" y="21006"/>
                  </a:lnTo>
                  <a:lnTo>
                    <a:pt x="83753" y="19700"/>
                  </a:lnTo>
                  <a:lnTo>
                    <a:pt x="85630" y="20056"/>
                  </a:lnTo>
                  <a:lnTo>
                    <a:pt x="87991" y="21209"/>
                  </a:lnTo>
                  <a:lnTo>
                    <a:pt x="90277" y="21930"/>
                  </a:lnTo>
                  <a:lnTo>
                    <a:pt x="96996" y="22617"/>
                  </a:lnTo>
                  <a:lnTo>
                    <a:pt x="99871" y="23333"/>
                  </a:lnTo>
                  <a:lnTo>
                    <a:pt x="104992" y="27448"/>
                  </a:lnTo>
                  <a:lnTo>
                    <a:pt x="107034" y="28792"/>
                  </a:lnTo>
                  <a:lnTo>
                    <a:pt x="109946" y="30175"/>
                  </a:lnTo>
                  <a:lnTo>
                    <a:pt x="111680" y="30695"/>
                  </a:lnTo>
                  <a:lnTo>
                    <a:pt x="115106" y="31029"/>
                  </a:lnTo>
                  <a:lnTo>
                    <a:pt x="115459" y="30247"/>
                  </a:lnTo>
                  <a:lnTo>
                    <a:pt x="111391" y="28302"/>
                  </a:lnTo>
                  <a:lnTo>
                    <a:pt x="110276" y="27175"/>
                  </a:lnTo>
                  <a:lnTo>
                    <a:pt x="110755" y="26221"/>
                  </a:lnTo>
                  <a:lnTo>
                    <a:pt x="111622" y="25718"/>
                  </a:lnTo>
                  <a:lnTo>
                    <a:pt x="112874" y="25673"/>
                  </a:lnTo>
                  <a:lnTo>
                    <a:pt x="116087" y="26524"/>
                  </a:lnTo>
                  <a:lnTo>
                    <a:pt x="124627" y="29417"/>
                  </a:lnTo>
                  <a:lnTo>
                    <a:pt x="137393" y="32844"/>
                  </a:lnTo>
                  <a:lnTo>
                    <a:pt x="142286" y="33640"/>
                  </a:lnTo>
                  <a:lnTo>
                    <a:pt x="145306" y="34864"/>
                  </a:lnTo>
                  <a:lnTo>
                    <a:pt x="148059" y="36351"/>
                  </a:lnTo>
                  <a:lnTo>
                    <a:pt x="150773" y="37379"/>
                  </a:lnTo>
                  <a:lnTo>
                    <a:pt x="151276" y="37281"/>
                  </a:lnTo>
                  <a:lnTo>
                    <a:pt x="148751" y="34979"/>
                  </a:lnTo>
                  <a:lnTo>
                    <a:pt x="142577" y="32141"/>
                  </a:lnTo>
                  <a:lnTo>
                    <a:pt x="126061" y="27295"/>
                  </a:lnTo>
                  <a:lnTo>
                    <a:pt x="119529" y="24757"/>
                  </a:lnTo>
                  <a:lnTo>
                    <a:pt x="116369" y="23041"/>
                  </a:lnTo>
                  <a:lnTo>
                    <a:pt x="113976" y="21307"/>
                  </a:lnTo>
                  <a:lnTo>
                    <a:pt x="113930" y="20359"/>
                  </a:lnTo>
                  <a:lnTo>
                    <a:pt x="116181" y="19249"/>
                  </a:lnTo>
                  <a:lnTo>
                    <a:pt x="119212" y="18371"/>
                  </a:lnTo>
                  <a:lnTo>
                    <a:pt x="122982" y="18020"/>
                  </a:lnTo>
                  <a:lnTo>
                    <a:pt x="123434" y="17654"/>
                  </a:lnTo>
                  <a:lnTo>
                    <a:pt x="120010" y="16337"/>
                  </a:lnTo>
                  <a:lnTo>
                    <a:pt x="117988" y="15198"/>
                  </a:lnTo>
                  <a:lnTo>
                    <a:pt x="118057" y="14403"/>
                  </a:lnTo>
                  <a:lnTo>
                    <a:pt x="122148" y="13796"/>
                  </a:lnTo>
                  <a:lnTo>
                    <a:pt x="124686" y="13979"/>
                  </a:lnTo>
                  <a:lnTo>
                    <a:pt x="129509" y="15413"/>
                  </a:lnTo>
                  <a:lnTo>
                    <a:pt x="133536" y="16091"/>
                  </a:lnTo>
                  <a:lnTo>
                    <a:pt x="134188" y="15653"/>
                  </a:lnTo>
                  <a:lnTo>
                    <a:pt x="130030" y="11835"/>
                  </a:lnTo>
                  <a:lnTo>
                    <a:pt x="129642" y="10975"/>
                  </a:lnTo>
                  <a:lnTo>
                    <a:pt x="130257" y="10471"/>
                  </a:lnTo>
                  <a:lnTo>
                    <a:pt x="131714" y="9959"/>
                  </a:lnTo>
                  <a:lnTo>
                    <a:pt x="136070" y="10253"/>
                  </a:lnTo>
                  <a:lnTo>
                    <a:pt x="143244" y="12112"/>
                  </a:lnTo>
                  <a:lnTo>
                    <a:pt x="156086" y="13044"/>
                  </a:lnTo>
                  <a:lnTo>
                    <a:pt x="159619" y="12904"/>
                  </a:lnTo>
                  <a:lnTo>
                    <a:pt x="159088" y="12475"/>
                  </a:lnTo>
                  <a:lnTo>
                    <a:pt x="153962" y="11327"/>
                  </a:lnTo>
                  <a:lnTo>
                    <a:pt x="148597" y="9785"/>
                  </a:lnTo>
                  <a:lnTo>
                    <a:pt x="146230" y="8853"/>
                  </a:lnTo>
                  <a:lnTo>
                    <a:pt x="144496" y="7597"/>
                  </a:lnTo>
                  <a:lnTo>
                    <a:pt x="142437" y="6556"/>
                  </a:lnTo>
                  <a:lnTo>
                    <a:pt x="142267" y="6056"/>
                  </a:lnTo>
                  <a:lnTo>
                    <a:pt x="145582" y="5247"/>
                  </a:lnTo>
                  <a:lnTo>
                    <a:pt x="154291" y="5404"/>
                  </a:lnTo>
                  <a:lnTo>
                    <a:pt x="162381" y="6648"/>
                  </a:lnTo>
                  <a:lnTo>
                    <a:pt x="169245" y="6198"/>
                  </a:lnTo>
                  <a:lnTo>
                    <a:pt x="173572" y="6508"/>
                  </a:lnTo>
                  <a:lnTo>
                    <a:pt x="175280" y="6883"/>
                  </a:lnTo>
                  <a:lnTo>
                    <a:pt x="178411" y="8241"/>
                  </a:lnTo>
                  <a:lnTo>
                    <a:pt x="188343" y="13155"/>
                  </a:lnTo>
                  <a:lnTo>
                    <a:pt x="189398" y="13937"/>
                  </a:lnTo>
                  <a:lnTo>
                    <a:pt x="190527" y="15129"/>
                  </a:lnTo>
                  <a:lnTo>
                    <a:pt x="191731" y="16732"/>
                  </a:lnTo>
                  <a:lnTo>
                    <a:pt x="193423" y="17166"/>
                  </a:lnTo>
                  <a:lnTo>
                    <a:pt x="196693" y="16065"/>
                  </a:lnTo>
                  <a:lnTo>
                    <a:pt x="198898" y="14998"/>
                  </a:lnTo>
                  <a:lnTo>
                    <a:pt x="197945" y="13964"/>
                  </a:lnTo>
                  <a:lnTo>
                    <a:pt x="192465" y="11597"/>
                  </a:lnTo>
                  <a:lnTo>
                    <a:pt x="191221" y="10584"/>
                  </a:lnTo>
                  <a:lnTo>
                    <a:pt x="188479" y="8873"/>
                  </a:lnTo>
                  <a:lnTo>
                    <a:pt x="182328" y="5811"/>
                  </a:lnTo>
                  <a:lnTo>
                    <a:pt x="180690" y="4390"/>
                  </a:lnTo>
                  <a:lnTo>
                    <a:pt x="179657" y="3178"/>
                  </a:lnTo>
                  <a:lnTo>
                    <a:pt x="196686" y="2037"/>
                  </a:lnTo>
                  <a:lnTo>
                    <a:pt x="213107" y="3042"/>
                  </a:lnTo>
                  <a:lnTo>
                    <a:pt x="215778" y="3755"/>
                  </a:lnTo>
                  <a:lnTo>
                    <a:pt x="217529" y="4749"/>
                  </a:lnTo>
                  <a:lnTo>
                    <a:pt x="219248" y="6261"/>
                  </a:lnTo>
                  <a:lnTo>
                    <a:pt x="221881" y="7808"/>
                  </a:lnTo>
                  <a:lnTo>
                    <a:pt x="227201" y="10180"/>
                  </a:lnTo>
                  <a:lnTo>
                    <a:pt x="234769" y="11656"/>
                  </a:lnTo>
                  <a:lnTo>
                    <a:pt x="233323" y="10650"/>
                  </a:lnTo>
                  <a:lnTo>
                    <a:pt x="227662" y="8033"/>
                  </a:lnTo>
                  <a:lnTo>
                    <a:pt x="225105" y="6242"/>
                  </a:lnTo>
                  <a:lnTo>
                    <a:pt x="225119" y="5030"/>
                  </a:lnTo>
                  <a:lnTo>
                    <a:pt x="225575" y="4106"/>
                  </a:lnTo>
                  <a:lnTo>
                    <a:pt x="226471" y="3467"/>
                  </a:lnTo>
                  <a:lnTo>
                    <a:pt x="232882" y="1031"/>
                  </a:lnTo>
                  <a:lnTo>
                    <a:pt x="242043" y="297"/>
                  </a:lnTo>
                  <a:lnTo>
                    <a:pt x="243105" y="434"/>
                  </a:lnTo>
                  <a:lnTo>
                    <a:pt x="250228" y="4174"/>
                  </a:lnTo>
                  <a:lnTo>
                    <a:pt x="253608" y="5705"/>
                  </a:lnTo>
                  <a:lnTo>
                    <a:pt x="255973" y="6319"/>
                  </a:lnTo>
                  <a:lnTo>
                    <a:pt x="256064" y="6052"/>
                  </a:lnTo>
                  <a:lnTo>
                    <a:pt x="252790" y="4329"/>
                  </a:lnTo>
                  <a:lnTo>
                    <a:pt x="250272" y="3393"/>
                  </a:lnTo>
                  <a:lnTo>
                    <a:pt x="250011" y="2806"/>
                  </a:lnTo>
                  <a:lnTo>
                    <a:pt x="254191" y="988"/>
                  </a:lnTo>
                  <a:lnTo>
                    <a:pt x="256835" y="530"/>
                  </a:lnTo>
                  <a:lnTo>
                    <a:pt x="267948" y="0"/>
                  </a:lnTo>
                  <a:lnTo>
                    <a:pt x="269210" y="191"/>
                  </a:lnTo>
                  <a:lnTo>
                    <a:pt x="270266" y="696"/>
                  </a:lnTo>
                  <a:lnTo>
                    <a:pt x="272891" y="2695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89"/>
            <p:cNvSpPr/>
            <p:nvPr/>
          </p:nvSpPr>
          <p:spPr>
            <a:xfrm>
              <a:off x="3437689" y="2222346"/>
              <a:ext cx="55338" cy="57490"/>
            </a:xfrm>
            <a:custGeom>
              <a:avLst/>
              <a:pathLst>
                <a:path w="55338" h="57490">
                  <a:moveTo>
                    <a:pt x="43855" y="7429"/>
                  </a:moveTo>
                  <a:lnTo>
                    <a:pt x="44230" y="7815"/>
                  </a:lnTo>
                  <a:lnTo>
                    <a:pt x="45112" y="9118"/>
                  </a:lnTo>
                  <a:lnTo>
                    <a:pt x="44905" y="11342"/>
                  </a:lnTo>
                  <a:lnTo>
                    <a:pt x="43899" y="14918"/>
                  </a:lnTo>
                  <a:lnTo>
                    <a:pt x="43365" y="17817"/>
                  </a:lnTo>
                  <a:lnTo>
                    <a:pt x="43306" y="20038"/>
                  </a:lnTo>
                  <a:lnTo>
                    <a:pt x="43407" y="21079"/>
                  </a:lnTo>
                  <a:lnTo>
                    <a:pt x="43588" y="21065"/>
                  </a:lnTo>
                  <a:lnTo>
                    <a:pt x="44549" y="21223"/>
                  </a:lnTo>
                  <a:lnTo>
                    <a:pt x="45039" y="21221"/>
                  </a:lnTo>
                  <a:lnTo>
                    <a:pt x="46582" y="21822"/>
                  </a:lnTo>
                  <a:lnTo>
                    <a:pt x="47820" y="22701"/>
                  </a:lnTo>
                  <a:lnTo>
                    <a:pt x="48059" y="23629"/>
                  </a:lnTo>
                  <a:lnTo>
                    <a:pt x="48220" y="24760"/>
                  </a:lnTo>
                  <a:lnTo>
                    <a:pt x="49690" y="26306"/>
                  </a:lnTo>
                  <a:lnTo>
                    <a:pt x="51376" y="27306"/>
                  </a:lnTo>
                  <a:lnTo>
                    <a:pt x="51947" y="26986"/>
                  </a:lnTo>
                  <a:lnTo>
                    <a:pt x="54040" y="23369"/>
                  </a:lnTo>
                  <a:lnTo>
                    <a:pt x="54849" y="23971"/>
                  </a:lnTo>
                  <a:lnTo>
                    <a:pt x="55338" y="25891"/>
                  </a:lnTo>
                  <a:lnTo>
                    <a:pt x="55317" y="26910"/>
                  </a:lnTo>
                  <a:lnTo>
                    <a:pt x="54739" y="30753"/>
                  </a:lnTo>
                  <a:lnTo>
                    <a:pt x="54639" y="32817"/>
                  </a:lnTo>
                  <a:lnTo>
                    <a:pt x="55137" y="34181"/>
                  </a:lnTo>
                  <a:lnTo>
                    <a:pt x="55189" y="35245"/>
                  </a:lnTo>
                  <a:lnTo>
                    <a:pt x="55043" y="36214"/>
                  </a:lnTo>
                  <a:lnTo>
                    <a:pt x="54209" y="36302"/>
                  </a:lnTo>
                  <a:lnTo>
                    <a:pt x="53088" y="35777"/>
                  </a:lnTo>
                  <a:lnTo>
                    <a:pt x="52141" y="34115"/>
                  </a:lnTo>
                  <a:lnTo>
                    <a:pt x="51425" y="34314"/>
                  </a:lnTo>
                  <a:lnTo>
                    <a:pt x="50802" y="34741"/>
                  </a:lnTo>
                  <a:lnTo>
                    <a:pt x="50484" y="36311"/>
                  </a:lnTo>
                  <a:lnTo>
                    <a:pt x="50201" y="38190"/>
                  </a:lnTo>
                  <a:lnTo>
                    <a:pt x="50291" y="39233"/>
                  </a:lnTo>
                  <a:lnTo>
                    <a:pt x="50740" y="40035"/>
                  </a:lnTo>
                  <a:lnTo>
                    <a:pt x="51082" y="41746"/>
                  </a:lnTo>
                  <a:lnTo>
                    <a:pt x="51331" y="43958"/>
                  </a:lnTo>
                  <a:lnTo>
                    <a:pt x="51521" y="44977"/>
                  </a:lnTo>
                  <a:lnTo>
                    <a:pt x="51312" y="45428"/>
                  </a:lnTo>
                  <a:lnTo>
                    <a:pt x="50723" y="45731"/>
                  </a:lnTo>
                  <a:lnTo>
                    <a:pt x="50235" y="45433"/>
                  </a:lnTo>
                  <a:lnTo>
                    <a:pt x="49379" y="42785"/>
                  </a:lnTo>
                  <a:lnTo>
                    <a:pt x="48979" y="41776"/>
                  </a:lnTo>
                  <a:lnTo>
                    <a:pt x="48303" y="41600"/>
                  </a:lnTo>
                  <a:lnTo>
                    <a:pt x="47110" y="42243"/>
                  </a:lnTo>
                  <a:lnTo>
                    <a:pt x="45280" y="43724"/>
                  </a:lnTo>
                  <a:lnTo>
                    <a:pt x="44541" y="43719"/>
                  </a:lnTo>
                  <a:lnTo>
                    <a:pt x="43913" y="43420"/>
                  </a:lnTo>
                  <a:lnTo>
                    <a:pt x="43325" y="42162"/>
                  </a:lnTo>
                  <a:lnTo>
                    <a:pt x="42826" y="39738"/>
                  </a:lnTo>
                  <a:lnTo>
                    <a:pt x="42666" y="38216"/>
                  </a:lnTo>
                  <a:lnTo>
                    <a:pt x="42316" y="38265"/>
                  </a:lnTo>
                  <a:lnTo>
                    <a:pt x="41145" y="37825"/>
                  </a:lnTo>
                  <a:lnTo>
                    <a:pt x="40599" y="38426"/>
                  </a:lnTo>
                  <a:lnTo>
                    <a:pt x="40594" y="40907"/>
                  </a:lnTo>
                  <a:lnTo>
                    <a:pt x="40487" y="43994"/>
                  </a:lnTo>
                  <a:lnTo>
                    <a:pt x="39899" y="45990"/>
                  </a:lnTo>
                  <a:lnTo>
                    <a:pt x="38265" y="49441"/>
                  </a:lnTo>
                  <a:lnTo>
                    <a:pt x="37665" y="50947"/>
                  </a:lnTo>
                  <a:lnTo>
                    <a:pt x="37426" y="52028"/>
                  </a:lnTo>
                  <a:lnTo>
                    <a:pt x="37376" y="52967"/>
                  </a:lnTo>
                  <a:lnTo>
                    <a:pt x="37625" y="54592"/>
                  </a:lnTo>
                  <a:lnTo>
                    <a:pt x="37965" y="56144"/>
                  </a:lnTo>
                  <a:lnTo>
                    <a:pt x="37682" y="57027"/>
                  </a:lnTo>
                  <a:lnTo>
                    <a:pt x="36818" y="57490"/>
                  </a:lnTo>
                  <a:lnTo>
                    <a:pt x="36208" y="56547"/>
                  </a:lnTo>
                  <a:lnTo>
                    <a:pt x="35972" y="54870"/>
                  </a:lnTo>
                  <a:lnTo>
                    <a:pt x="34650" y="52580"/>
                  </a:lnTo>
                  <a:lnTo>
                    <a:pt x="35251" y="50664"/>
                  </a:lnTo>
                  <a:lnTo>
                    <a:pt x="35150" y="50188"/>
                  </a:lnTo>
                  <a:lnTo>
                    <a:pt x="32968" y="49194"/>
                  </a:lnTo>
                  <a:lnTo>
                    <a:pt x="32026" y="47745"/>
                  </a:lnTo>
                  <a:lnTo>
                    <a:pt x="30706" y="45202"/>
                  </a:lnTo>
                  <a:lnTo>
                    <a:pt x="30460" y="44110"/>
                  </a:lnTo>
                  <a:lnTo>
                    <a:pt x="30515" y="40566"/>
                  </a:lnTo>
                  <a:lnTo>
                    <a:pt x="30439" y="39706"/>
                  </a:lnTo>
                  <a:lnTo>
                    <a:pt x="30263" y="39288"/>
                  </a:lnTo>
                  <a:lnTo>
                    <a:pt x="29624" y="39315"/>
                  </a:lnTo>
                  <a:lnTo>
                    <a:pt x="28733" y="40547"/>
                  </a:lnTo>
                  <a:lnTo>
                    <a:pt x="27911" y="42385"/>
                  </a:lnTo>
                  <a:lnTo>
                    <a:pt x="26230" y="44459"/>
                  </a:lnTo>
                  <a:lnTo>
                    <a:pt x="26055" y="44903"/>
                  </a:lnTo>
                  <a:lnTo>
                    <a:pt x="26619" y="46925"/>
                  </a:lnTo>
                  <a:lnTo>
                    <a:pt x="26594" y="47712"/>
                  </a:lnTo>
                  <a:lnTo>
                    <a:pt x="25225" y="50934"/>
                  </a:lnTo>
                  <a:lnTo>
                    <a:pt x="24965" y="51998"/>
                  </a:lnTo>
                  <a:lnTo>
                    <a:pt x="23227" y="54020"/>
                  </a:lnTo>
                  <a:lnTo>
                    <a:pt x="22432" y="54778"/>
                  </a:lnTo>
                  <a:lnTo>
                    <a:pt x="20022" y="53289"/>
                  </a:lnTo>
                  <a:lnTo>
                    <a:pt x="19355" y="53113"/>
                  </a:lnTo>
                  <a:lnTo>
                    <a:pt x="18281" y="54110"/>
                  </a:lnTo>
                  <a:lnTo>
                    <a:pt x="16756" y="55058"/>
                  </a:lnTo>
                  <a:lnTo>
                    <a:pt x="14301" y="56001"/>
                  </a:lnTo>
                  <a:lnTo>
                    <a:pt x="13397" y="55310"/>
                  </a:lnTo>
                  <a:lnTo>
                    <a:pt x="12970" y="54661"/>
                  </a:lnTo>
                  <a:lnTo>
                    <a:pt x="12757" y="53684"/>
                  </a:lnTo>
                  <a:lnTo>
                    <a:pt x="12138" y="51961"/>
                  </a:lnTo>
                  <a:lnTo>
                    <a:pt x="11442" y="50938"/>
                  </a:lnTo>
                  <a:lnTo>
                    <a:pt x="10957" y="49826"/>
                  </a:lnTo>
                  <a:lnTo>
                    <a:pt x="10311" y="48607"/>
                  </a:lnTo>
                  <a:lnTo>
                    <a:pt x="9897" y="47588"/>
                  </a:lnTo>
                  <a:lnTo>
                    <a:pt x="10449" y="44336"/>
                  </a:lnTo>
                  <a:lnTo>
                    <a:pt x="10046" y="43190"/>
                  </a:lnTo>
                  <a:lnTo>
                    <a:pt x="9839" y="41559"/>
                  </a:lnTo>
                  <a:lnTo>
                    <a:pt x="9946" y="40452"/>
                  </a:lnTo>
                  <a:lnTo>
                    <a:pt x="9724" y="40182"/>
                  </a:lnTo>
                  <a:lnTo>
                    <a:pt x="7505" y="39545"/>
                  </a:lnTo>
                  <a:lnTo>
                    <a:pt x="5662" y="39746"/>
                  </a:lnTo>
                  <a:lnTo>
                    <a:pt x="4341" y="40834"/>
                  </a:lnTo>
                  <a:lnTo>
                    <a:pt x="3265" y="42639"/>
                  </a:lnTo>
                  <a:lnTo>
                    <a:pt x="3136" y="43029"/>
                  </a:lnTo>
                  <a:lnTo>
                    <a:pt x="3203" y="43353"/>
                  </a:lnTo>
                  <a:lnTo>
                    <a:pt x="3738" y="45014"/>
                  </a:lnTo>
                  <a:lnTo>
                    <a:pt x="2830" y="46763"/>
                  </a:lnTo>
                  <a:lnTo>
                    <a:pt x="1438" y="48123"/>
                  </a:lnTo>
                  <a:lnTo>
                    <a:pt x="451" y="48262"/>
                  </a:lnTo>
                  <a:lnTo>
                    <a:pt x="18" y="47999"/>
                  </a:lnTo>
                  <a:lnTo>
                    <a:pt x="0" y="46124"/>
                  </a:lnTo>
                  <a:lnTo>
                    <a:pt x="815" y="45433"/>
                  </a:lnTo>
                  <a:lnTo>
                    <a:pt x="1553" y="44212"/>
                  </a:lnTo>
                  <a:lnTo>
                    <a:pt x="1800" y="42491"/>
                  </a:lnTo>
                  <a:lnTo>
                    <a:pt x="1890" y="41280"/>
                  </a:lnTo>
                  <a:lnTo>
                    <a:pt x="1113" y="39816"/>
                  </a:lnTo>
                  <a:lnTo>
                    <a:pt x="1208" y="38918"/>
                  </a:lnTo>
                  <a:lnTo>
                    <a:pt x="1690" y="37219"/>
                  </a:lnTo>
                  <a:lnTo>
                    <a:pt x="1970" y="35714"/>
                  </a:lnTo>
                  <a:lnTo>
                    <a:pt x="2353" y="34412"/>
                  </a:lnTo>
                  <a:lnTo>
                    <a:pt x="3888" y="32284"/>
                  </a:lnTo>
                  <a:lnTo>
                    <a:pt x="5431" y="30146"/>
                  </a:lnTo>
                  <a:lnTo>
                    <a:pt x="5663" y="27875"/>
                  </a:lnTo>
                  <a:lnTo>
                    <a:pt x="5781" y="25109"/>
                  </a:lnTo>
                  <a:lnTo>
                    <a:pt x="6000" y="24445"/>
                  </a:lnTo>
                  <a:lnTo>
                    <a:pt x="8079" y="22790"/>
                  </a:lnTo>
                  <a:lnTo>
                    <a:pt x="8599" y="22135"/>
                  </a:lnTo>
                  <a:lnTo>
                    <a:pt x="8860" y="21198"/>
                  </a:lnTo>
                  <a:lnTo>
                    <a:pt x="10497" y="18097"/>
                  </a:lnTo>
                  <a:lnTo>
                    <a:pt x="12118" y="15024"/>
                  </a:lnTo>
                  <a:lnTo>
                    <a:pt x="12444" y="13993"/>
                  </a:lnTo>
                  <a:lnTo>
                    <a:pt x="12716" y="13389"/>
                  </a:lnTo>
                  <a:lnTo>
                    <a:pt x="12716" y="12888"/>
                  </a:lnTo>
                  <a:lnTo>
                    <a:pt x="12513" y="12502"/>
                  </a:lnTo>
                  <a:lnTo>
                    <a:pt x="11740" y="12245"/>
                  </a:lnTo>
                  <a:lnTo>
                    <a:pt x="11480" y="11269"/>
                  </a:lnTo>
                  <a:lnTo>
                    <a:pt x="12319" y="9526"/>
                  </a:lnTo>
                  <a:lnTo>
                    <a:pt x="13368" y="8459"/>
                  </a:lnTo>
                  <a:lnTo>
                    <a:pt x="14388" y="8444"/>
                  </a:lnTo>
                  <a:lnTo>
                    <a:pt x="14798" y="8935"/>
                  </a:lnTo>
                  <a:lnTo>
                    <a:pt x="14776" y="9512"/>
                  </a:lnTo>
                  <a:lnTo>
                    <a:pt x="15216" y="10132"/>
                  </a:lnTo>
                  <a:lnTo>
                    <a:pt x="15988" y="10337"/>
                  </a:lnTo>
                  <a:lnTo>
                    <a:pt x="16944" y="10121"/>
                  </a:lnTo>
                  <a:lnTo>
                    <a:pt x="17892" y="9469"/>
                  </a:lnTo>
                  <a:lnTo>
                    <a:pt x="18477" y="7918"/>
                  </a:lnTo>
                  <a:lnTo>
                    <a:pt x="18817" y="6745"/>
                  </a:lnTo>
                  <a:lnTo>
                    <a:pt x="20306" y="5404"/>
                  </a:lnTo>
                  <a:lnTo>
                    <a:pt x="21323" y="6080"/>
                  </a:lnTo>
                  <a:lnTo>
                    <a:pt x="24149" y="6257"/>
                  </a:lnTo>
                  <a:lnTo>
                    <a:pt x="26206" y="5893"/>
                  </a:lnTo>
                  <a:lnTo>
                    <a:pt x="27495" y="4984"/>
                  </a:lnTo>
                  <a:lnTo>
                    <a:pt x="29094" y="4984"/>
                  </a:lnTo>
                  <a:lnTo>
                    <a:pt x="30167" y="5497"/>
                  </a:lnTo>
                  <a:lnTo>
                    <a:pt x="30356" y="5422"/>
                  </a:lnTo>
                  <a:lnTo>
                    <a:pt x="30651" y="5302"/>
                  </a:lnTo>
                  <a:lnTo>
                    <a:pt x="30943" y="4814"/>
                  </a:lnTo>
                  <a:lnTo>
                    <a:pt x="31953" y="4479"/>
                  </a:lnTo>
                  <a:lnTo>
                    <a:pt x="32089" y="4073"/>
                  </a:lnTo>
                  <a:lnTo>
                    <a:pt x="32047" y="3656"/>
                  </a:lnTo>
                  <a:lnTo>
                    <a:pt x="31865" y="3442"/>
                  </a:lnTo>
                  <a:lnTo>
                    <a:pt x="30624" y="3659"/>
                  </a:lnTo>
                  <a:lnTo>
                    <a:pt x="30149" y="3337"/>
                  </a:lnTo>
                  <a:lnTo>
                    <a:pt x="30027" y="2595"/>
                  </a:lnTo>
                  <a:lnTo>
                    <a:pt x="30426" y="1308"/>
                  </a:lnTo>
                  <a:lnTo>
                    <a:pt x="31341" y="258"/>
                  </a:lnTo>
                  <a:lnTo>
                    <a:pt x="32116" y="0"/>
                  </a:lnTo>
                  <a:lnTo>
                    <a:pt x="32674" y="281"/>
                  </a:lnTo>
                  <a:lnTo>
                    <a:pt x="34036" y="2233"/>
                  </a:lnTo>
                  <a:lnTo>
                    <a:pt x="34363" y="2292"/>
                  </a:lnTo>
                  <a:lnTo>
                    <a:pt x="34552" y="1942"/>
                  </a:lnTo>
                  <a:lnTo>
                    <a:pt x="34835" y="1745"/>
                  </a:lnTo>
                  <a:lnTo>
                    <a:pt x="35305" y="2128"/>
                  </a:lnTo>
                  <a:lnTo>
                    <a:pt x="35834" y="3337"/>
                  </a:lnTo>
                  <a:lnTo>
                    <a:pt x="35922" y="3523"/>
                  </a:lnTo>
                  <a:lnTo>
                    <a:pt x="38963" y="3100"/>
                  </a:lnTo>
                  <a:lnTo>
                    <a:pt x="39645" y="3100"/>
                  </a:lnTo>
                  <a:lnTo>
                    <a:pt x="41708" y="5221"/>
                  </a:lnTo>
                  <a:close/>
                </a:path>
              </a:pathLst>
            </a:custGeom>
            <a:solidFill>
              <a:srgbClr val="FAFCF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0"/>
            <p:cNvSpPr/>
            <p:nvPr/>
          </p:nvSpPr>
          <p:spPr>
            <a:xfrm>
              <a:off x="2526767" y="5283383"/>
              <a:ext cx="4194" cy="2233"/>
            </a:xfrm>
            <a:custGeom>
              <a:avLst/>
              <a:pathLst>
                <a:path w="4194" h="2233">
                  <a:moveTo>
                    <a:pt x="3387" y="2172"/>
                  </a:moveTo>
                  <a:lnTo>
                    <a:pt x="2940" y="2233"/>
                  </a:lnTo>
                  <a:lnTo>
                    <a:pt x="1853" y="1685"/>
                  </a:lnTo>
                  <a:lnTo>
                    <a:pt x="224" y="1439"/>
                  </a:lnTo>
                  <a:lnTo>
                    <a:pt x="40" y="1214"/>
                  </a:lnTo>
                  <a:lnTo>
                    <a:pt x="0" y="781"/>
                  </a:lnTo>
                  <a:lnTo>
                    <a:pt x="192" y="337"/>
                  </a:lnTo>
                  <a:lnTo>
                    <a:pt x="1081" y="0"/>
                  </a:lnTo>
                  <a:lnTo>
                    <a:pt x="3762" y="291"/>
                  </a:lnTo>
                  <a:lnTo>
                    <a:pt x="4102" y="493"/>
                  </a:lnTo>
                  <a:lnTo>
                    <a:pt x="4194" y="833"/>
                  </a:lnTo>
                  <a:lnTo>
                    <a:pt x="3756" y="1812"/>
                  </a:lnTo>
                  <a:close/>
                </a:path>
              </a:pathLst>
            </a:custGeom>
            <a:solidFill>
              <a:srgbClr val="FFFBF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1"/>
            <p:cNvSpPr/>
            <p:nvPr/>
          </p:nvSpPr>
          <p:spPr>
            <a:xfrm>
              <a:off x="2530300" y="5276558"/>
              <a:ext cx="3714" cy="5898"/>
            </a:xfrm>
            <a:custGeom>
              <a:avLst/>
              <a:pathLst>
                <a:path w="3714" h="5898">
                  <a:moveTo>
                    <a:pt x="3388" y="5664"/>
                  </a:moveTo>
                  <a:lnTo>
                    <a:pt x="2939" y="5898"/>
                  </a:lnTo>
                  <a:lnTo>
                    <a:pt x="2606" y="5344"/>
                  </a:lnTo>
                  <a:lnTo>
                    <a:pt x="2099" y="4951"/>
                  </a:lnTo>
                  <a:lnTo>
                    <a:pt x="43" y="4126"/>
                  </a:lnTo>
                  <a:lnTo>
                    <a:pt x="0" y="3624"/>
                  </a:lnTo>
                  <a:lnTo>
                    <a:pt x="213" y="2911"/>
                  </a:lnTo>
                  <a:lnTo>
                    <a:pt x="625" y="2270"/>
                  </a:lnTo>
                  <a:lnTo>
                    <a:pt x="1414" y="1639"/>
                  </a:lnTo>
                  <a:lnTo>
                    <a:pt x="2049" y="0"/>
                  </a:lnTo>
                  <a:lnTo>
                    <a:pt x="2337" y="124"/>
                  </a:lnTo>
                  <a:lnTo>
                    <a:pt x="2627" y="796"/>
                  </a:lnTo>
                  <a:lnTo>
                    <a:pt x="3122" y="3058"/>
                  </a:lnTo>
                  <a:lnTo>
                    <a:pt x="3714" y="4686"/>
                  </a:lnTo>
                  <a:lnTo>
                    <a:pt x="3655" y="5249"/>
                  </a:lnTo>
                  <a:close/>
                </a:path>
              </a:pathLst>
            </a:custGeom>
            <a:solidFill>
              <a:srgbClr val="FFFBF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2"/>
            <p:cNvSpPr/>
            <p:nvPr/>
          </p:nvSpPr>
          <p:spPr>
            <a:xfrm>
              <a:off x="2541737" y="5264159"/>
              <a:ext cx="2478" cy="3171"/>
            </a:xfrm>
            <a:custGeom>
              <a:avLst/>
              <a:pathLst>
                <a:path w="2478" h="3171">
                  <a:moveTo>
                    <a:pt x="2029" y="1878"/>
                  </a:moveTo>
                  <a:lnTo>
                    <a:pt x="1047" y="3171"/>
                  </a:lnTo>
                  <a:lnTo>
                    <a:pt x="314" y="3084"/>
                  </a:lnTo>
                  <a:lnTo>
                    <a:pt x="79" y="2617"/>
                  </a:lnTo>
                  <a:lnTo>
                    <a:pt x="0" y="2034"/>
                  </a:lnTo>
                  <a:lnTo>
                    <a:pt x="146" y="1405"/>
                  </a:lnTo>
                  <a:lnTo>
                    <a:pt x="455" y="831"/>
                  </a:lnTo>
                  <a:lnTo>
                    <a:pt x="1173" y="115"/>
                  </a:lnTo>
                  <a:lnTo>
                    <a:pt x="1400" y="0"/>
                  </a:lnTo>
                  <a:lnTo>
                    <a:pt x="2478" y="715"/>
                  </a:lnTo>
                  <a:close/>
                </a:path>
              </a:pathLst>
            </a:custGeom>
            <a:solidFill>
              <a:srgbClr val="FFFBF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3"/>
            <p:cNvSpPr/>
            <p:nvPr/>
          </p:nvSpPr>
          <p:spPr>
            <a:xfrm>
              <a:off x="2521194" y="5257181"/>
              <a:ext cx="15072" cy="10731"/>
            </a:xfrm>
            <a:custGeom>
              <a:avLst/>
              <a:pathLst>
                <a:path w="15072" h="10731">
                  <a:moveTo>
                    <a:pt x="15072" y="6631"/>
                  </a:moveTo>
                  <a:lnTo>
                    <a:pt x="14707" y="7762"/>
                  </a:lnTo>
                  <a:lnTo>
                    <a:pt x="13929" y="9254"/>
                  </a:lnTo>
                  <a:lnTo>
                    <a:pt x="12882" y="10414"/>
                  </a:lnTo>
                  <a:lnTo>
                    <a:pt x="11866" y="10731"/>
                  </a:lnTo>
                  <a:lnTo>
                    <a:pt x="11131" y="10131"/>
                  </a:lnTo>
                  <a:lnTo>
                    <a:pt x="10759" y="9075"/>
                  </a:lnTo>
                  <a:lnTo>
                    <a:pt x="10588" y="8030"/>
                  </a:lnTo>
                  <a:lnTo>
                    <a:pt x="10339" y="7456"/>
                  </a:lnTo>
                  <a:lnTo>
                    <a:pt x="9953" y="7329"/>
                  </a:lnTo>
                  <a:lnTo>
                    <a:pt x="9453" y="7361"/>
                  </a:lnTo>
                  <a:lnTo>
                    <a:pt x="8837" y="7759"/>
                  </a:lnTo>
                  <a:lnTo>
                    <a:pt x="7526" y="9265"/>
                  </a:lnTo>
                  <a:lnTo>
                    <a:pt x="6964" y="9664"/>
                  </a:lnTo>
                  <a:lnTo>
                    <a:pt x="6584" y="9756"/>
                  </a:lnTo>
                  <a:lnTo>
                    <a:pt x="2854" y="8619"/>
                  </a:lnTo>
                  <a:lnTo>
                    <a:pt x="2490" y="8198"/>
                  </a:lnTo>
                  <a:lnTo>
                    <a:pt x="2051" y="7188"/>
                  </a:lnTo>
                  <a:lnTo>
                    <a:pt x="1567" y="4192"/>
                  </a:lnTo>
                  <a:lnTo>
                    <a:pt x="0" y="1514"/>
                  </a:lnTo>
                  <a:lnTo>
                    <a:pt x="2399" y="0"/>
                  </a:lnTo>
                  <a:lnTo>
                    <a:pt x="5272" y="8"/>
                  </a:lnTo>
                  <a:lnTo>
                    <a:pt x="10819" y="1168"/>
                  </a:lnTo>
                  <a:lnTo>
                    <a:pt x="13032" y="1425"/>
                  </a:lnTo>
                  <a:lnTo>
                    <a:pt x="14734" y="3964"/>
                  </a:lnTo>
                  <a:lnTo>
                    <a:pt x="15003" y="5491"/>
                  </a:lnTo>
                  <a:close/>
                </a:path>
              </a:pathLst>
            </a:custGeom>
            <a:solidFill>
              <a:srgbClr val="FFFBF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4"/>
            <p:cNvSpPr/>
            <p:nvPr/>
          </p:nvSpPr>
          <p:spPr>
            <a:xfrm>
              <a:off x="2500382" y="5255782"/>
              <a:ext cx="23969" cy="22710"/>
            </a:xfrm>
            <a:custGeom>
              <a:avLst/>
              <a:pathLst>
                <a:path w="23969" h="22710">
                  <a:moveTo>
                    <a:pt x="3516" y="1093"/>
                  </a:moveTo>
                  <a:lnTo>
                    <a:pt x="13415" y="4011"/>
                  </a:lnTo>
                  <a:lnTo>
                    <a:pt x="16467" y="2242"/>
                  </a:lnTo>
                  <a:lnTo>
                    <a:pt x="18879" y="2294"/>
                  </a:lnTo>
                  <a:lnTo>
                    <a:pt x="19597" y="4726"/>
                  </a:lnTo>
                  <a:lnTo>
                    <a:pt x="17150" y="7277"/>
                  </a:lnTo>
                  <a:lnTo>
                    <a:pt x="16963" y="8082"/>
                  </a:lnTo>
                  <a:lnTo>
                    <a:pt x="17305" y="8737"/>
                  </a:lnTo>
                  <a:lnTo>
                    <a:pt x="19820" y="9147"/>
                  </a:lnTo>
                  <a:lnTo>
                    <a:pt x="20458" y="9969"/>
                  </a:lnTo>
                  <a:lnTo>
                    <a:pt x="21043" y="11026"/>
                  </a:lnTo>
                  <a:lnTo>
                    <a:pt x="20548" y="12593"/>
                  </a:lnTo>
                  <a:lnTo>
                    <a:pt x="20501" y="13317"/>
                  </a:lnTo>
                  <a:lnTo>
                    <a:pt x="20762" y="14024"/>
                  </a:lnTo>
                  <a:lnTo>
                    <a:pt x="22648" y="16396"/>
                  </a:lnTo>
                  <a:lnTo>
                    <a:pt x="23422" y="17619"/>
                  </a:lnTo>
                  <a:lnTo>
                    <a:pt x="23811" y="18791"/>
                  </a:lnTo>
                  <a:lnTo>
                    <a:pt x="23969" y="20845"/>
                  </a:lnTo>
                  <a:lnTo>
                    <a:pt x="23934" y="22490"/>
                  </a:lnTo>
                  <a:lnTo>
                    <a:pt x="23511" y="22710"/>
                  </a:lnTo>
                  <a:lnTo>
                    <a:pt x="22592" y="22210"/>
                  </a:lnTo>
                  <a:lnTo>
                    <a:pt x="21697" y="21261"/>
                  </a:lnTo>
                  <a:lnTo>
                    <a:pt x="20911" y="18892"/>
                  </a:lnTo>
                  <a:lnTo>
                    <a:pt x="20360" y="18416"/>
                  </a:lnTo>
                  <a:lnTo>
                    <a:pt x="18772" y="17937"/>
                  </a:lnTo>
                  <a:lnTo>
                    <a:pt x="17199" y="16782"/>
                  </a:lnTo>
                  <a:lnTo>
                    <a:pt x="15972" y="16849"/>
                  </a:lnTo>
                  <a:lnTo>
                    <a:pt x="14844" y="16358"/>
                  </a:lnTo>
                  <a:lnTo>
                    <a:pt x="13832" y="16788"/>
                  </a:lnTo>
                  <a:lnTo>
                    <a:pt x="13473" y="16009"/>
                  </a:lnTo>
                  <a:lnTo>
                    <a:pt x="13039" y="14436"/>
                  </a:lnTo>
                  <a:lnTo>
                    <a:pt x="13029" y="13750"/>
                  </a:lnTo>
                  <a:lnTo>
                    <a:pt x="13561" y="11265"/>
                  </a:lnTo>
                  <a:lnTo>
                    <a:pt x="13547" y="10613"/>
                  </a:lnTo>
                  <a:lnTo>
                    <a:pt x="13269" y="10535"/>
                  </a:lnTo>
                  <a:lnTo>
                    <a:pt x="12090" y="11043"/>
                  </a:lnTo>
                  <a:lnTo>
                    <a:pt x="11613" y="10705"/>
                  </a:lnTo>
                  <a:lnTo>
                    <a:pt x="10330" y="8905"/>
                  </a:lnTo>
                  <a:lnTo>
                    <a:pt x="9814" y="8564"/>
                  </a:lnTo>
                  <a:lnTo>
                    <a:pt x="8525" y="8385"/>
                  </a:lnTo>
                  <a:lnTo>
                    <a:pt x="7796" y="11580"/>
                  </a:lnTo>
                  <a:lnTo>
                    <a:pt x="7758" y="12370"/>
                  </a:lnTo>
                  <a:lnTo>
                    <a:pt x="8501" y="14399"/>
                  </a:lnTo>
                  <a:lnTo>
                    <a:pt x="9959" y="17515"/>
                  </a:lnTo>
                  <a:lnTo>
                    <a:pt x="9219" y="17573"/>
                  </a:lnTo>
                  <a:lnTo>
                    <a:pt x="7109" y="16612"/>
                  </a:lnTo>
                  <a:lnTo>
                    <a:pt x="6568" y="16015"/>
                  </a:lnTo>
                  <a:lnTo>
                    <a:pt x="5914" y="14445"/>
                  </a:lnTo>
                  <a:lnTo>
                    <a:pt x="4661" y="13530"/>
                  </a:lnTo>
                  <a:lnTo>
                    <a:pt x="4221" y="12968"/>
                  </a:lnTo>
                  <a:lnTo>
                    <a:pt x="4092" y="12304"/>
                  </a:lnTo>
                  <a:lnTo>
                    <a:pt x="4079" y="10252"/>
                  </a:lnTo>
                  <a:lnTo>
                    <a:pt x="3802" y="9955"/>
                  </a:lnTo>
                  <a:lnTo>
                    <a:pt x="2023" y="10474"/>
                  </a:lnTo>
                  <a:lnTo>
                    <a:pt x="1656" y="9981"/>
                  </a:lnTo>
                  <a:lnTo>
                    <a:pt x="1508" y="9118"/>
                  </a:lnTo>
                  <a:lnTo>
                    <a:pt x="1248" y="8631"/>
                  </a:lnTo>
                  <a:lnTo>
                    <a:pt x="101" y="7843"/>
                  </a:lnTo>
                  <a:lnTo>
                    <a:pt x="0" y="7349"/>
                  </a:lnTo>
                  <a:lnTo>
                    <a:pt x="511" y="6766"/>
                  </a:lnTo>
                  <a:lnTo>
                    <a:pt x="828" y="5292"/>
                  </a:lnTo>
                  <a:lnTo>
                    <a:pt x="1277" y="0"/>
                  </a:lnTo>
                  <a:close/>
                </a:path>
              </a:pathLst>
            </a:custGeom>
            <a:solidFill>
              <a:srgbClr val="FFFBF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5"/>
            <p:cNvSpPr/>
            <p:nvPr/>
          </p:nvSpPr>
          <p:spPr>
            <a:xfrm>
              <a:off x="2482498" y="5254379"/>
              <a:ext cx="14242" cy="10119"/>
            </a:xfrm>
            <a:custGeom>
              <a:avLst/>
              <a:pathLst>
                <a:path w="14242" h="10119">
                  <a:moveTo>
                    <a:pt x="5498" y="986"/>
                  </a:moveTo>
                  <a:lnTo>
                    <a:pt x="6072" y="2859"/>
                  </a:lnTo>
                  <a:lnTo>
                    <a:pt x="6284" y="3203"/>
                  </a:lnTo>
                  <a:lnTo>
                    <a:pt x="7803" y="3933"/>
                  </a:lnTo>
                  <a:lnTo>
                    <a:pt x="8488" y="3491"/>
                  </a:lnTo>
                  <a:lnTo>
                    <a:pt x="10142" y="3280"/>
                  </a:lnTo>
                  <a:lnTo>
                    <a:pt x="11136" y="2562"/>
                  </a:lnTo>
                  <a:lnTo>
                    <a:pt x="12582" y="2196"/>
                  </a:lnTo>
                  <a:lnTo>
                    <a:pt x="14242" y="6836"/>
                  </a:lnTo>
                  <a:lnTo>
                    <a:pt x="14059" y="8250"/>
                  </a:lnTo>
                  <a:lnTo>
                    <a:pt x="12747" y="9782"/>
                  </a:lnTo>
                  <a:lnTo>
                    <a:pt x="11866" y="10119"/>
                  </a:lnTo>
                  <a:lnTo>
                    <a:pt x="11028" y="9655"/>
                  </a:lnTo>
                  <a:lnTo>
                    <a:pt x="11087" y="8876"/>
                  </a:lnTo>
                  <a:lnTo>
                    <a:pt x="10934" y="8195"/>
                  </a:lnTo>
                  <a:lnTo>
                    <a:pt x="10362" y="7312"/>
                  </a:lnTo>
                  <a:lnTo>
                    <a:pt x="9826" y="7395"/>
                  </a:lnTo>
                  <a:lnTo>
                    <a:pt x="8961" y="8048"/>
                  </a:lnTo>
                  <a:lnTo>
                    <a:pt x="8548" y="7967"/>
                  </a:lnTo>
                  <a:lnTo>
                    <a:pt x="7672" y="7248"/>
                  </a:lnTo>
                  <a:lnTo>
                    <a:pt x="6137" y="6717"/>
                  </a:lnTo>
                  <a:lnTo>
                    <a:pt x="5833" y="6059"/>
                  </a:lnTo>
                  <a:lnTo>
                    <a:pt x="5798" y="5090"/>
                  </a:lnTo>
                  <a:lnTo>
                    <a:pt x="5509" y="4605"/>
                  </a:lnTo>
                  <a:lnTo>
                    <a:pt x="3909" y="3050"/>
                  </a:lnTo>
                  <a:lnTo>
                    <a:pt x="2886" y="1725"/>
                  </a:lnTo>
                  <a:lnTo>
                    <a:pt x="2018" y="1546"/>
                  </a:lnTo>
                  <a:lnTo>
                    <a:pt x="1701" y="1705"/>
                  </a:lnTo>
                  <a:lnTo>
                    <a:pt x="1380" y="2340"/>
                  </a:lnTo>
                  <a:lnTo>
                    <a:pt x="600" y="2946"/>
                  </a:lnTo>
                  <a:lnTo>
                    <a:pt x="377" y="2845"/>
                  </a:lnTo>
                  <a:lnTo>
                    <a:pt x="127" y="2340"/>
                  </a:lnTo>
                  <a:lnTo>
                    <a:pt x="0" y="1615"/>
                  </a:lnTo>
                  <a:lnTo>
                    <a:pt x="328" y="141"/>
                  </a:lnTo>
                  <a:lnTo>
                    <a:pt x="776" y="0"/>
                  </a:lnTo>
                  <a:lnTo>
                    <a:pt x="2963" y="291"/>
                  </a:lnTo>
                  <a:lnTo>
                    <a:pt x="4301" y="972"/>
                  </a:lnTo>
                  <a:close/>
                </a:path>
              </a:pathLst>
            </a:custGeom>
            <a:solidFill>
              <a:srgbClr val="FFFBF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6"/>
            <p:cNvSpPr/>
            <p:nvPr/>
          </p:nvSpPr>
          <p:spPr>
            <a:xfrm>
              <a:off x="2472957" y="5226316"/>
              <a:ext cx="14876" cy="14454"/>
            </a:xfrm>
            <a:custGeom>
              <a:avLst/>
              <a:pathLst>
                <a:path w="14876" h="14454">
                  <a:moveTo>
                    <a:pt x="10118" y="4371"/>
                  </a:moveTo>
                  <a:lnTo>
                    <a:pt x="12854" y="6729"/>
                  </a:lnTo>
                  <a:lnTo>
                    <a:pt x="14666" y="6706"/>
                  </a:lnTo>
                  <a:lnTo>
                    <a:pt x="14654" y="8180"/>
                  </a:lnTo>
                  <a:lnTo>
                    <a:pt x="14876" y="10691"/>
                  </a:lnTo>
                  <a:lnTo>
                    <a:pt x="14590" y="11709"/>
                  </a:lnTo>
                  <a:lnTo>
                    <a:pt x="13912" y="12748"/>
                  </a:lnTo>
                  <a:lnTo>
                    <a:pt x="13486" y="14226"/>
                  </a:lnTo>
                  <a:lnTo>
                    <a:pt x="13168" y="14454"/>
                  </a:lnTo>
                  <a:lnTo>
                    <a:pt x="11177" y="12668"/>
                  </a:lnTo>
                  <a:lnTo>
                    <a:pt x="9096" y="10232"/>
                  </a:lnTo>
                  <a:lnTo>
                    <a:pt x="8049" y="10659"/>
                  </a:lnTo>
                  <a:lnTo>
                    <a:pt x="6661" y="10062"/>
                  </a:lnTo>
                  <a:lnTo>
                    <a:pt x="5543" y="10192"/>
                  </a:lnTo>
                  <a:lnTo>
                    <a:pt x="4847" y="11571"/>
                  </a:lnTo>
                  <a:lnTo>
                    <a:pt x="3231" y="12292"/>
                  </a:lnTo>
                  <a:lnTo>
                    <a:pt x="2937" y="9525"/>
                  </a:lnTo>
                  <a:lnTo>
                    <a:pt x="1467" y="6911"/>
                  </a:lnTo>
                  <a:lnTo>
                    <a:pt x="0" y="4813"/>
                  </a:lnTo>
                  <a:lnTo>
                    <a:pt x="794" y="1595"/>
                  </a:lnTo>
                  <a:lnTo>
                    <a:pt x="1746" y="1076"/>
                  </a:lnTo>
                  <a:lnTo>
                    <a:pt x="2640" y="0"/>
                  </a:lnTo>
                  <a:lnTo>
                    <a:pt x="6235" y="1137"/>
                  </a:lnTo>
                  <a:lnTo>
                    <a:pt x="8098" y="2103"/>
                  </a:lnTo>
                  <a:close/>
                </a:path>
              </a:pathLst>
            </a:custGeom>
            <a:solidFill>
              <a:srgbClr val="FFFBF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7"/>
            <p:cNvSpPr/>
            <p:nvPr/>
          </p:nvSpPr>
          <p:spPr>
            <a:xfrm>
              <a:off x="2452781" y="5211824"/>
              <a:ext cx="20237" cy="21633"/>
            </a:xfrm>
            <a:custGeom>
              <a:avLst/>
              <a:pathLst>
                <a:path w="20237" h="21633">
                  <a:moveTo>
                    <a:pt x="11379" y="2576"/>
                  </a:moveTo>
                  <a:lnTo>
                    <a:pt x="11712" y="4974"/>
                  </a:lnTo>
                  <a:lnTo>
                    <a:pt x="11886" y="5433"/>
                  </a:lnTo>
                  <a:lnTo>
                    <a:pt x="12785" y="5049"/>
                  </a:lnTo>
                  <a:lnTo>
                    <a:pt x="14313" y="4830"/>
                  </a:lnTo>
                  <a:lnTo>
                    <a:pt x="16821" y="5722"/>
                  </a:lnTo>
                  <a:lnTo>
                    <a:pt x="17105" y="6039"/>
                  </a:lnTo>
                  <a:lnTo>
                    <a:pt x="18171" y="8659"/>
                  </a:lnTo>
                  <a:lnTo>
                    <a:pt x="18988" y="9779"/>
                  </a:lnTo>
                  <a:lnTo>
                    <a:pt x="20237" y="12203"/>
                  </a:lnTo>
                  <a:lnTo>
                    <a:pt x="18993" y="13819"/>
                  </a:lnTo>
                  <a:lnTo>
                    <a:pt x="18256" y="16145"/>
                  </a:lnTo>
                  <a:lnTo>
                    <a:pt x="18217" y="17325"/>
                  </a:lnTo>
                  <a:lnTo>
                    <a:pt x="17731" y="18006"/>
                  </a:lnTo>
                  <a:lnTo>
                    <a:pt x="16966" y="18713"/>
                  </a:lnTo>
                  <a:lnTo>
                    <a:pt x="15826" y="20072"/>
                  </a:lnTo>
                  <a:lnTo>
                    <a:pt x="14424" y="20225"/>
                  </a:lnTo>
                  <a:lnTo>
                    <a:pt x="13041" y="20941"/>
                  </a:lnTo>
                  <a:lnTo>
                    <a:pt x="12402" y="21590"/>
                  </a:lnTo>
                  <a:lnTo>
                    <a:pt x="12024" y="21633"/>
                  </a:lnTo>
                  <a:lnTo>
                    <a:pt x="11576" y="21281"/>
                  </a:lnTo>
                  <a:lnTo>
                    <a:pt x="11098" y="20615"/>
                  </a:lnTo>
                  <a:lnTo>
                    <a:pt x="10943" y="19841"/>
                  </a:lnTo>
                  <a:lnTo>
                    <a:pt x="11892" y="19123"/>
                  </a:lnTo>
                  <a:lnTo>
                    <a:pt x="13126" y="16557"/>
                  </a:lnTo>
                  <a:lnTo>
                    <a:pt x="13347" y="13900"/>
                  </a:lnTo>
                  <a:lnTo>
                    <a:pt x="12015" y="13418"/>
                  </a:lnTo>
                  <a:lnTo>
                    <a:pt x="11220" y="13781"/>
                  </a:lnTo>
                  <a:lnTo>
                    <a:pt x="10627" y="13773"/>
                  </a:lnTo>
                  <a:lnTo>
                    <a:pt x="9945" y="12953"/>
                  </a:lnTo>
                  <a:lnTo>
                    <a:pt x="9531" y="14209"/>
                  </a:lnTo>
                  <a:lnTo>
                    <a:pt x="9377" y="15409"/>
                  </a:lnTo>
                  <a:lnTo>
                    <a:pt x="9558" y="17244"/>
                  </a:lnTo>
                  <a:lnTo>
                    <a:pt x="9436" y="17836"/>
                  </a:lnTo>
                  <a:lnTo>
                    <a:pt x="8952" y="18171"/>
                  </a:lnTo>
                  <a:lnTo>
                    <a:pt x="7833" y="17475"/>
                  </a:lnTo>
                  <a:lnTo>
                    <a:pt x="6672" y="16237"/>
                  </a:lnTo>
                  <a:lnTo>
                    <a:pt x="6580" y="15519"/>
                  </a:lnTo>
                  <a:lnTo>
                    <a:pt x="6818" y="13043"/>
                  </a:lnTo>
                  <a:lnTo>
                    <a:pt x="6793" y="11750"/>
                  </a:lnTo>
                  <a:lnTo>
                    <a:pt x="6553" y="9892"/>
                  </a:lnTo>
                  <a:lnTo>
                    <a:pt x="6424" y="9698"/>
                  </a:lnTo>
                  <a:lnTo>
                    <a:pt x="5989" y="9739"/>
                  </a:lnTo>
                  <a:lnTo>
                    <a:pt x="4621" y="10096"/>
                  </a:lnTo>
                  <a:lnTo>
                    <a:pt x="3255" y="7713"/>
                  </a:lnTo>
                  <a:lnTo>
                    <a:pt x="2516" y="5197"/>
                  </a:lnTo>
                  <a:lnTo>
                    <a:pt x="0" y="4472"/>
                  </a:lnTo>
                  <a:lnTo>
                    <a:pt x="1961" y="958"/>
                  </a:lnTo>
                  <a:lnTo>
                    <a:pt x="4915" y="461"/>
                  </a:lnTo>
                  <a:lnTo>
                    <a:pt x="5918" y="2239"/>
                  </a:lnTo>
                  <a:lnTo>
                    <a:pt x="9206" y="3471"/>
                  </a:lnTo>
                  <a:lnTo>
                    <a:pt x="9009" y="1584"/>
                  </a:lnTo>
                  <a:lnTo>
                    <a:pt x="9064" y="909"/>
                  </a:lnTo>
                  <a:lnTo>
                    <a:pt x="9515" y="69"/>
                  </a:lnTo>
                  <a:lnTo>
                    <a:pt x="9771" y="0"/>
                  </a:lnTo>
                  <a:lnTo>
                    <a:pt x="10160" y="594"/>
                  </a:lnTo>
                  <a:lnTo>
                    <a:pt x="10791" y="845"/>
                  </a:lnTo>
                  <a:lnTo>
                    <a:pt x="11083" y="1419"/>
                  </a:lnTo>
                  <a:close/>
                </a:path>
              </a:pathLst>
            </a:custGeom>
            <a:solidFill>
              <a:srgbClr val="FFFBF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8"/>
            <p:cNvSpPr/>
            <p:nvPr/>
          </p:nvSpPr>
          <p:spPr>
            <a:xfrm>
              <a:off x="2442088" y="5192306"/>
              <a:ext cx="19457" cy="18453"/>
            </a:xfrm>
            <a:custGeom>
              <a:avLst/>
              <a:pathLst>
                <a:path w="19457" h="18453">
                  <a:moveTo>
                    <a:pt x="4026" y="5569"/>
                  </a:moveTo>
                  <a:lnTo>
                    <a:pt x="4228" y="5837"/>
                  </a:lnTo>
                  <a:lnTo>
                    <a:pt x="4714" y="5774"/>
                  </a:lnTo>
                  <a:lnTo>
                    <a:pt x="5397" y="6253"/>
                  </a:lnTo>
                  <a:lnTo>
                    <a:pt x="7972" y="6838"/>
                  </a:lnTo>
                  <a:lnTo>
                    <a:pt x="10276" y="8224"/>
                  </a:lnTo>
                  <a:lnTo>
                    <a:pt x="11478" y="9519"/>
                  </a:lnTo>
                  <a:lnTo>
                    <a:pt x="13055" y="9926"/>
                  </a:lnTo>
                  <a:lnTo>
                    <a:pt x="14348" y="11577"/>
                  </a:lnTo>
                  <a:lnTo>
                    <a:pt x="14900" y="12001"/>
                  </a:lnTo>
                  <a:lnTo>
                    <a:pt x="15565" y="12128"/>
                  </a:lnTo>
                  <a:lnTo>
                    <a:pt x="17296" y="15181"/>
                  </a:lnTo>
                  <a:lnTo>
                    <a:pt x="17393" y="15530"/>
                  </a:lnTo>
                  <a:lnTo>
                    <a:pt x="19356" y="17937"/>
                  </a:lnTo>
                  <a:lnTo>
                    <a:pt x="19457" y="18320"/>
                  </a:lnTo>
                  <a:lnTo>
                    <a:pt x="18340" y="18453"/>
                  </a:lnTo>
                  <a:lnTo>
                    <a:pt x="16074" y="17334"/>
                  </a:lnTo>
                  <a:lnTo>
                    <a:pt x="14943" y="17273"/>
                  </a:lnTo>
                  <a:lnTo>
                    <a:pt x="14125" y="16930"/>
                  </a:lnTo>
                  <a:lnTo>
                    <a:pt x="13934" y="16733"/>
                  </a:lnTo>
                  <a:lnTo>
                    <a:pt x="13772" y="15337"/>
                  </a:lnTo>
                  <a:lnTo>
                    <a:pt x="13511" y="14650"/>
                  </a:lnTo>
                  <a:lnTo>
                    <a:pt x="11334" y="11430"/>
                  </a:lnTo>
                  <a:lnTo>
                    <a:pt x="10428" y="10726"/>
                  </a:lnTo>
                  <a:lnTo>
                    <a:pt x="8860" y="10102"/>
                  </a:lnTo>
                  <a:lnTo>
                    <a:pt x="7076" y="10538"/>
                  </a:lnTo>
                  <a:lnTo>
                    <a:pt x="5869" y="10122"/>
                  </a:lnTo>
                  <a:lnTo>
                    <a:pt x="5451" y="10272"/>
                  </a:lnTo>
                  <a:lnTo>
                    <a:pt x="3672" y="7713"/>
                  </a:lnTo>
                  <a:lnTo>
                    <a:pt x="1896" y="5554"/>
                  </a:lnTo>
                  <a:lnTo>
                    <a:pt x="1136" y="2980"/>
                  </a:lnTo>
                  <a:lnTo>
                    <a:pt x="6" y="1012"/>
                  </a:lnTo>
                  <a:lnTo>
                    <a:pt x="0" y="438"/>
                  </a:lnTo>
                  <a:lnTo>
                    <a:pt x="518" y="0"/>
                  </a:lnTo>
                  <a:lnTo>
                    <a:pt x="1733" y="1105"/>
                  </a:lnTo>
                  <a:lnTo>
                    <a:pt x="2930" y="3006"/>
                  </a:lnTo>
                  <a:lnTo>
                    <a:pt x="3575" y="3728"/>
                  </a:lnTo>
                  <a:close/>
                </a:path>
              </a:pathLst>
            </a:custGeom>
            <a:solidFill>
              <a:srgbClr val="FFFBF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399"/>
            <p:cNvSpPr/>
            <p:nvPr/>
          </p:nvSpPr>
          <p:spPr>
            <a:xfrm>
              <a:off x="2476445" y="5184988"/>
              <a:ext cx="40694" cy="71616"/>
            </a:xfrm>
            <a:custGeom>
              <a:avLst/>
              <a:pathLst>
                <a:path w="40694" h="71616">
                  <a:moveTo>
                    <a:pt x="40694" y="4917"/>
                  </a:moveTo>
                  <a:lnTo>
                    <a:pt x="40672" y="13689"/>
                  </a:lnTo>
                  <a:lnTo>
                    <a:pt x="40650" y="22329"/>
                  </a:lnTo>
                  <a:lnTo>
                    <a:pt x="40630" y="30411"/>
                  </a:lnTo>
                  <a:lnTo>
                    <a:pt x="40611" y="38491"/>
                  </a:lnTo>
                  <a:lnTo>
                    <a:pt x="40591" y="46294"/>
                  </a:lnTo>
                  <a:lnTo>
                    <a:pt x="40572" y="54304"/>
                  </a:lnTo>
                  <a:lnTo>
                    <a:pt x="40477" y="63282"/>
                  </a:lnTo>
                  <a:lnTo>
                    <a:pt x="40406" y="69953"/>
                  </a:lnTo>
                  <a:lnTo>
                    <a:pt x="38548" y="69953"/>
                  </a:lnTo>
                  <a:lnTo>
                    <a:pt x="38058" y="70637"/>
                  </a:lnTo>
                  <a:lnTo>
                    <a:pt x="35120" y="71616"/>
                  </a:lnTo>
                  <a:lnTo>
                    <a:pt x="30127" y="70109"/>
                  </a:lnTo>
                  <a:lnTo>
                    <a:pt x="28877" y="68747"/>
                  </a:lnTo>
                  <a:lnTo>
                    <a:pt x="27200" y="65772"/>
                  </a:lnTo>
                  <a:lnTo>
                    <a:pt x="26603" y="66572"/>
                  </a:lnTo>
                  <a:lnTo>
                    <a:pt x="25028" y="67833"/>
                  </a:lnTo>
                  <a:lnTo>
                    <a:pt x="23411" y="68828"/>
                  </a:lnTo>
                  <a:lnTo>
                    <a:pt x="22083" y="68938"/>
                  </a:lnTo>
                  <a:lnTo>
                    <a:pt x="20853" y="67706"/>
                  </a:lnTo>
                  <a:lnTo>
                    <a:pt x="20590" y="67079"/>
                  </a:lnTo>
                  <a:lnTo>
                    <a:pt x="20311" y="66944"/>
                  </a:lnTo>
                  <a:lnTo>
                    <a:pt x="17652" y="68652"/>
                  </a:lnTo>
                  <a:lnTo>
                    <a:pt x="14716" y="66909"/>
                  </a:lnTo>
                  <a:lnTo>
                    <a:pt x="12377" y="65839"/>
                  </a:lnTo>
                  <a:lnTo>
                    <a:pt x="8619" y="65241"/>
                  </a:lnTo>
                  <a:lnTo>
                    <a:pt x="6007" y="63039"/>
                  </a:lnTo>
                  <a:lnTo>
                    <a:pt x="1186" y="63233"/>
                  </a:lnTo>
                  <a:lnTo>
                    <a:pt x="322" y="62506"/>
                  </a:lnTo>
                  <a:lnTo>
                    <a:pt x="0" y="60353"/>
                  </a:lnTo>
                  <a:lnTo>
                    <a:pt x="256" y="59352"/>
                  </a:lnTo>
                  <a:lnTo>
                    <a:pt x="1287" y="58748"/>
                  </a:lnTo>
                  <a:lnTo>
                    <a:pt x="1574" y="57554"/>
                  </a:lnTo>
                  <a:lnTo>
                    <a:pt x="2614" y="57840"/>
                  </a:lnTo>
                  <a:lnTo>
                    <a:pt x="3966" y="59421"/>
                  </a:lnTo>
                  <a:lnTo>
                    <a:pt x="4380" y="59366"/>
                  </a:lnTo>
                  <a:lnTo>
                    <a:pt x="5273" y="57877"/>
                  </a:lnTo>
                  <a:lnTo>
                    <a:pt x="6593" y="56555"/>
                  </a:lnTo>
                  <a:lnTo>
                    <a:pt x="7064" y="56414"/>
                  </a:lnTo>
                  <a:lnTo>
                    <a:pt x="9488" y="58044"/>
                  </a:lnTo>
                  <a:lnTo>
                    <a:pt x="10461" y="57857"/>
                  </a:lnTo>
                  <a:lnTo>
                    <a:pt x="11861" y="57127"/>
                  </a:lnTo>
                  <a:lnTo>
                    <a:pt x="12112" y="56492"/>
                  </a:lnTo>
                  <a:lnTo>
                    <a:pt x="12334" y="55369"/>
                  </a:lnTo>
                  <a:lnTo>
                    <a:pt x="12703" y="54714"/>
                  </a:lnTo>
                  <a:lnTo>
                    <a:pt x="13949" y="54400"/>
                  </a:lnTo>
                  <a:lnTo>
                    <a:pt x="15164" y="55038"/>
                  </a:lnTo>
                  <a:lnTo>
                    <a:pt x="15303" y="56985"/>
                  </a:lnTo>
                  <a:lnTo>
                    <a:pt x="15136" y="59075"/>
                  </a:lnTo>
                  <a:lnTo>
                    <a:pt x="16717" y="59634"/>
                  </a:lnTo>
                  <a:lnTo>
                    <a:pt x="18630" y="59571"/>
                  </a:lnTo>
                  <a:lnTo>
                    <a:pt x="19950" y="60347"/>
                  </a:lnTo>
                  <a:lnTo>
                    <a:pt x="20114" y="59077"/>
                  </a:lnTo>
                  <a:lnTo>
                    <a:pt x="18008" y="55759"/>
                  </a:lnTo>
                  <a:lnTo>
                    <a:pt x="17124" y="53696"/>
                  </a:lnTo>
                  <a:lnTo>
                    <a:pt x="15938" y="52481"/>
                  </a:lnTo>
                  <a:lnTo>
                    <a:pt x="14411" y="51860"/>
                  </a:lnTo>
                  <a:lnTo>
                    <a:pt x="13137" y="47994"/>
                  </a:lnTo>
                  <a:lnTo>
                    <a:pt x="13215" y="44606"/>
                  </a:lnTo>
                  <a:lnTo>
                    <a:pt x="13080" y="41308"/>
                  </a:lnTo>
                  <a:lnTo>
                    <a:pt x="15835" y="39495"/>
                  </a:lnTo>
                  <a:lnTo>
                    <a:pt x="15204" y="36676"/>
                  </a:lnTo>
                  <a:lnTo>
                    <a:pt x="16152" y="34538"/>
                  </a:lnTo>
                  <a:lnTo>
                    <a:pt x="17231" y="33718"/>
                  </a:lnTo>
                  <a:lnTo>
                    <a:pt x="18319" y="41582"/>
                  </a:lnTo>
                  <a:lnTo>
                    <a:pt x="19101" y="44337"/>
                  </a:lnTo>
                  <a:lnTo>
                    <a:pt x="18104" y="44897"/>
                  </a:lnTo>
                  <a:lnTo>
                    <a:pt x="16015" y="44895"/>
                  </a:lnTo>
                  <a:lnTo>
                    <a:pt x="17182" y="48753"/>
                  </a:lnTo>
                  <a:lnTo>
                    <a:pt x="19098" y="50068"/>
                  </a:lnTo>
                  <a:lnTo>
                    <a:pt x="20751" y="52928"/>
                  </a:lnTo>
                  <a:lnTo>
                    <a:pt x="20784" y="55003"/>
                  </a:lnTo>
                  <a:lnTo>
                    <a:pt x="21702" y="55938"/>
                  </a:lnTo>
                  <a:lnTo>
                    <a:pt x="23909" y="55998"/>
                  </a:lnTo>
                  <a:lnTo>
                    <a:pt x="25429" y="55589"/>
                  </a:lnTo>
                  <a:lnTo>
                    <a:pt x="26143" y="54209"/>
                  </a:lnTo>
                  <a:lnTo>
                    <a:pt x="26973" y="53768"/>
                  </a:lnTo>
                  <a:lnTo>
                    <a:pt x="28456" y="55488"/>
                  </a:lnTo>
                  <a:lnTo>
                    <a:pt x="30953" y="56760"/>
                  </a:lnTo>
                  <a:lnTo>
                    <a:pt x="31626" y="57661"/>
                  </a:lnTo>
                  <a:lnTo>
                    <a:pt x="32116" y="59155"/>
                  </a:lnTo>
                  <a:lnTo>
                    <a:pt x="32148" y="60766"/>
                  </a:lnTo>
                  <a:lnTo>
                    <a:pt x="32276" y="61617"/>
                  </a:lnTo>
                  <a:lnTo>
                    <a:pt x="33003" y="61201"/>
                  </a:lnTo>
                  <a:lnTo>
                    <a:pt x="34039" y="59011"/>
                  </a:lnTo>
                  <a:lnTo>
                    <a:pt x="34549" y="58252"/>
                  </a:lnTo>
                  <a:lnTo>
                    <a:pt x="35174" y="57880"/>
                  </a:lnTo>
                  <a:lnTo>
                    <a:pt x="35569" y="57389"/>
                  </a:lnTo>
                  <a:lnTo>
                    <a:pt x="35580" y="56749"/>
                  </a:lnTo>
                  <a:lnTo>
                    <a:pt x="33713" y="55202"/>
                  </a:lnTo>
                  <a:lnTo>
                    <a:pt x="23934" y="47953"/>
                  </a:lnTo>
                  <a:lnTo>
                    <a:pt x="22731" y="45059"/>
                  </a:lnTo>
                  <a:lnTo>
                    <a:pt x="21923" y="41423"/>
                  </a:lnTo>
                  <a:lnTo>
                    <a:pt x="21951" y="37672"/>
                  </a:lnTo>
                  <a:lnTo>
                    <a:pt x="22663" y="36509"/>
                  </a:lnTo>
                  <a:lnTo>
                    <a:pt x="24408" y="35026"/>
                  </a:lnTo>
                  <a:lnTo>
                    <a:pt x="27616" y="32936"/>
                  </a:lnTo>
                  <a:lnTo>
                    <a:pt x="31315" y="29938"/>
                  </a:lnTo>
                  <a:lnTo>
                    <a:pt x="31778" y="29364"/>
                  </a:lnTo>
                  <a:lnTo>
                    <a:pt x="31735" y="27482"/>
                  </a:lnTo>
                  <a:lnTo>
                    <a:pt x="31271" y="26216"/>
                  </a:lnTo>
                  <a:lnTo>
                    <a:pt x="29802" y="25286"/>
                  </a:lnTo>
                  <a:lnTo>
                    <a:pt x="28267" y="25053"/>
                  </a:lnTo>
                  <a:lnTo>
                    <a:pt x="26803" y="25145"/>
                  </a:lnTo>
                  <a:lnTo>
                    <a:pt x="25341" y="25537"/>
                  </a:lnTo>
                  <a:lnTo>
                    <a:pt x="22672" y="27537"/>
                  </a:lnTo>
                  <a:lnTo>
                    <a:pt x="21161" y="27413"/>
                  </a:lnTo>
                  <a:lnTo>
                    <a:pt x="19724" y="26340"/>
                  </a:lnTo>
                  <a:lnTo>
                    <a:pt x="18658" y="24187"/>
                  </a:lnTo>
                  <a:lnTo>
                    <a:pt x="18108" y="21276"/>
                  </a:lnTo>
                  <a:lnTo>
                    <a:pt x="18112" y="19417"/>
                  </a:lnTo>
                  <a:lnTo>
                    <a:pt x="18316" y="17709"/>
                  </a:lnTo>
                  <a:lnTo>
                    <a:pt x="18967" y="15963"/>
                  </a:lnTo>
                  <a:lnTo>
                    <a:pt x="19838" y="15201"/>
                  </a:lnTo>
                  <a:lnTo>
                    <a:pt x="20624" y="15302"/>
                  </a:lnTo>
                  <a:lnTo>
                    <a:pt x="21363" y="14892"/>
                  </a:lnTo>
                  <a:lnTo>
                    <a:pt x="21802" y="14292"/>
                  </a:lnTo>
                  <a:lnTo>
                    <a:pt x="22176" y="13490"/>
                  </a:lnTo>
                  <a:lnTo>
                    <a:pt x="22065" y="12797"/>
                  </a:lnTo>
                  <a:lnTo>
                    <a:pt x="21779" y="12197"/>
                  </a:lnTo>
                  <a:lnTo>
                    <a:pt x="20589" y="10962"/>
                  </a:lnTo>
                  <a:lnTo>
                    <a:pt x="20118" y="9773"/>
                  </a:lnTo>
                  <a:lnTo>
                    <a:pt x="19097" y="7851"/>
                  </a:lnTo>
                  <a:lnTo>
                    <a:pt x="19655" y="7315"/>
                  </a:lnTo>
                  <a:lnTo>
                    <a:pt x="21447" y="7015"/>
                  </a:lnTo>
                  <a:lnTo>
                    <a:pt x="22699" y="8342"/>
                  </a:lnTo>
                  <a:lnTo>
                    <a:pt x="23867" y="9900"/>
                  </a:lnTo>
                  <a:lnTo>
                    <a:pt x="24584" y="9894"/>
                  </a:lnTo>
                  <a:lnTo>
                    <a:pt x="25229" y="9242"/>
                  </a:lnTo>
                  <a:lnTo>
                    <a:pt x="26705" y="7243"/>
                  </a:lnTo>
                  <a:lnTo>
                    <a:pt x="27942" y="4729"/>
                  </a:lnTo>
                  <a:lnTo>
                    <a:pt x="29070" y="1864"/>
                  </a:lnTo>
                  <a:lnTo>
                    <a:pt x="29977" y="152"/>
                  </a:lnTo>
                  <a:lnTo>
                    <a:pt x="31018" y="0"/>
                  </a:lnTo>
                  <a:lnTo>
                    <a:pt x="34066" y="5358"/>
                  </a:lnTo>
                  <a:lnTo>
                    <a:pt x="35141" y="5557"/>
                  </a:lnTo>
                  <a:lnTo>
                    <a:pt x="38721" y="2674"/>
                  </a:lnTo>
                  <a:lnTo>
                    <a:pt x="39119" y="2830"/>
                  </a:lnTo>
                  <a:lnTo>
                    <a:pt x="40332" y="4293"/>
                  </a:lnTo>
                  <a:close/>
                </a:path>
              </a:pathLst>
            </a:custGeom>
            <a:solidFill>
              <a:srgbClr val="FFFBF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0"/>
            <p:cNvSpPr/>
            <p:nvPr/>
          </p:nvSpPr>
          <p:spPr>
            <a:xfrm>
              <a:off x="2445008" y="5162491"/>
              <a:ext cx="4441" cy="6417"/>
            </a:xfrm>
            <a:custGeom>
              <a:avLst/>
              <a:pathLst>
                <a:path w="4441" h="6417">
                  <a:moveTo>
                    <a:pt x="4111" y="6091"/>
                  </a:moveTo>
                  <a:lnTo>
                    <a:pt x="3742" y="6417"/>
                  </a:lnTo>
                  <a:lnTo>
                    <a:pt x="2372" y="5728"/>
                  </a:lnTo>
                  <a:lnTo>
                    <a:pt x="1687" y="5113"/>
                  </a:lnTo>
                  <a:lnTo>
                    <a:pt x="638" y="3552"/>
                  </a:lnTo>
                  <a:lnTo>
                    <a:pt x="472" y="1942"/>
                  </a:lnTo>
                  <a:lnTo>
                    <a:pt x="0" y="23"/>
                  </a:lnTo>
                  <a:lnTo>
                    <a:pt x="303" y="0"/>
                  </a:lnTo>
                  <a:lnTo>
                    <a:pt x="1397" y="761"/>
                  </a:lnTo>
                  <a:lnTo>
                    <a:pt x="1847" y="1338"/>
                  </a:lnTo>
                  <a:lnTo>
                    <a:pt x="2447" y="2562"/>
                  </a:lnTo>
                  <a:lnTo>
                    <a:pt x="4220" y="4314"/>
                  </a:lnTo>
                  <a:lnTo>
                    <a:pt x="4441" y="4833"/>
                  </a:lnTo>
                  <a:lnTo>
                    <a:pt x="4399" y="5502"/>
                  </a:lnTo>
                  <a:close/>
                </a:path>
              </a:pathLst>
            </a:custGeom>
            <a:solidFill>
              <a:srgbClr val="FFFBF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1"/>
            <p:cNvSpPr/>
            <p:nvPr/>
          </p:nvSpPr>
          <p:spPr>
            <a:xfrm>
              <a:off x="2437234" y="5159692"/>
              <a:ext cx="7077" cy="19178"/>
            </a:xfrm>
            <a:custGeom>
              <a:avLst/>
              <a:pathLst>
                <a:path w="7077" h="19178">
                  <a:moveTo>
                    <a:pt x="3485" y="0"/>
                  </a:moveTo>
                  <a:lnTo>
                    <a:pt x="4013" y="5748"/>
                  </a:lnTo>
                  <a:lnTo>
                    <a:pt x="4391" y="6550"/>
                  </a:lnTo>
                  <a:lnTo>
                    <a:pt x="5650" y="6974"/>
                  </a:lnTo>
                  <a:lnTo>
                    <a:pt x="7015" y="9897"/>
                  </a:lnTo>
                  <a:lnTo>
                    <a:pt x="7077" y="10691"/>
                  </a:lnTo>
                  <a:lnTo>
                    <a:pt x="5422" y="15657"/>
                  </a:lnTo>
                  <a:lnTo>
                    <a:pt x="5070" y="19178"/>
                  </a:lnTo>
                  <a:lnTo>
                    <a:pt x="3128" y="18926"/>
                  </a:lnTo>
                  <a:lnTo>
                    <a:pt x="2315" y="15426"/>
                  </a:lnTo>
                  <a:lnTo>
                    <a:pt x="1088" y="12047"/>
                  </a:lnTo>
                  <a:lnTo>
                    <a:pt x="674" y="8088"/>
                  </a:lnTo>
                  <a:lnTo>
                    <a:pt x="0" y="4689"/>
                  </a:lnTo>
                  <a:lnTo>
                    <a:pt x="1200" y="2764"/>
                  </a:lnTo>
                  <a:lnTo>
                    <a:pt x="2346" y="3194"/>
                  </a:lnTo>
                  <a:lnTo>
                    <a:pt x="2414" y="585"/>
                  </a:lnTo>
                  <a:close/>
                </a:path>
              </a:pathLst>
            </a:custGeom>
            <a:solidFill>
              <a:srgbClr val="FFFBF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2"/>
            <p:cNvSpPr/>
            <p:nvPr/>
          </p:nvSpPr>
          <p:spPr>
            <a:xfrm>
              <a:off x="2434832" y="5147192"/>
              <a:ext cx="9148" cy="12359"/>
            </a:xfrm>
            <a:custGeom>
              <a:avLst/>
              <a:pathLst>
                <a:path w="9148" h="12359">
                  <a:moveTo>
                    <a:pt x="9148" y="2066"/>
                  </a:moveTo>
                  <a:lnTo>
                    <a:pt x="9121" y="4541"/>
                  </a:lnTo>
                  <a:lnTo>
                    <a:pt x="8730" y="5329"/>
                  </a:lnTo>
                  <a:lnTo>
                    <a:pt x="8387" y="5572"/>
                  </a:lnTo>
                  <a:lnTo>
                    <a:pt x="7519" y="4819"/>
                  </a:lnTo>
                  <a:lnTo>
                    <a:pt x="7023" y="4735"/>
                  </a:lnTo>
                  <a:lnTo>
                    <a:pt x="6203" y="6045"/>
                  </a:lnTo>
                  <a:lnTo>
                    <a:pt x="5512" y="6709"/>
                  </a:lnTo>
                  <a:lnTo>
                    <a:pt x="4484" y="6535"/>
                  </a:lnTo>
                  <a:lnTo>
                    <a:pt x="3118" y="5650"/>
                  </a:lnTo>
                  <a:lnTo>
                    <a:pt x="1897" y="9372"/>
                  </a:lnTo>
                  <a:lnTo>
                    <a:pt x="1327" y="10624"/>
                  </a:lnTo>
                  <a:lnTo>
                    <a:pt x="134" y="12359"/>
                  </a:lnTo>
                  <a:lnTo>
                    <a:pt x="0" y="10321"/>
                  </a:lnTo>
                  <a:lnTo>
                    <a:pt x="759" y="7280"/>
                  </a:lnTo>
                  <a:lnTo>
                    <a:pt x="1111" y="5205"/>
                  </a:lnTo>
                  <a:lnTo>
                    <a:pt x="1806" y="2118"/>
                  </a:lnTo>
                  <a:lnTo>
                    <a:pt x="3204" y="3280"/>
                  </a:lnTo>
                  <a:lnTo>
                    <a:pt x="5165" y="2138"/>
                  </a:lnTo>
                  <a:lnTo>
                    <a:pt x="6952" y="14"/>
                  </a:lnTo>
                  <a:lnTo>
                    <a:pt x="8495" y="0"/>
                  </a:lnTo>
                  <a:lnTo>
                    <a:pt x="9002" y="1131"/>
                  </a:lnTo>
                  <a:close/>
                </a:path>
              </a:pathLst>
            </a:custGeom>
            <a:solidFill>
              <a:srgbClr val="FFFBF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3"/>
            <p:cNvSpPr/>
            <p:nvPr/>
          </p:nvSpPr>
          <p:spPr>
            <a:xfrm>
              <a:off x="2432643" y="5125722"/>
              <a:ext cx="4467" cy="8622"/>
            </a:xfrm>
            <a:custGeom>
              <a:avLst/>
              <a:pathLst>
                <a:path w="4467" h="8622">
                  <a:moveTo>
                    <a:pt x="2164" y="5892"/>
                  </a:moveTo>
                  <a:lnTo>
                    <a:pt x="1813" y="8622"/>
                  </a:lnTo>
                  <a:lnTo>
                    <a:pt x="814" y="8385"/>
                  </a:lnTo>
                  <a:lnTo>
                    <a:pt x="479" y="7698"/>
                  </a:lnTo>
                  <a:lnTo>
                    <a:pt x="305" y="5967"/>
                  </a:lnTo>
                  <a:lnTo>
                    <a:pt x="0" y="5130"/>
                  </a:lnTo>
                  <a:lnTo>
                    <a:pt x="428" y="3396"/>
                  </a:lnTo>
                  <a:lnTo>
                    <a:pt x="710" y="1471"/>
                  </a:lnTo>
                  <a:lnTo>
                    <a:pt x="614" y="0"/>
                  </a:lnTo>
                  <a:lnTo>
                    <a:pt x="2143" y="101"/>
                  </a:lnTo>
                  <a:lnTo>
                    <a:pt x="3964" y="479"/>
                  </a:lnTo>
                  <a:lnTo>
                    <a:pt x="4467" y="883"/>
                  </a:lnTo>
                  <a:lnTo>
                    <a:pt x="3911" y="2181"/>
                  </a:lnTo>
                  <a:lnTo>
                    <a:pt x="3380" y="2957"/>
                  </a:lnTo>
                  <a:lnTo>
                    <a:pt x="2283" y="3436"/>
                  </a:lnTo>
                  <a:close/>
                </a:path>
              </a:pathLst>
            </a:custGeom>
            <a:solidFill>
              <a:srgbClr val="FFFBF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4"/>
            <p:cNvSpPr/>
            <p:nvPr/>
          </p:nvSpPr>
          <p:spPr>
            <a:xfrm>
              <a:off x="2432992" y="5111871"/>
              <a:ext cx="7533" cy="10769"/>
            </a:xfrm>
            <a:custGeom>
              <a:avLst/>
              <a:pathLst>
                <a:path w="7533" h="10769">
                  <a:moveTo>
                    <a:pt x="4865" y="8400"/>
                  </a:moveTo>
                  <a:lnTo>
                    <a:pt x="2452" y="10769"/>
                  </a:lnTo>
                  <a:lnTo>
                    <a:pt x="1743" y="9788"/>
                  </a:lnTo>
                  <a:lnTo>
                    <a:pt x="0" y="9796"/>
                  </a:lnTo>
                  <a:lnTo>
                    <a:pt x="456" y="7234"/>
                  </a:lnTo>
                  <a:lnTo>
                    <a:pt x="632" y="5344"/>
                  </a:lnTo>
                  <a:lnTo>
                    <a:pt x="893" y="4614"/>
                  </a:lnTo>
                  <a:lnTo>
                    <a:pt x="990" y="2980"/>
                  </a:lnTo>
                  <a:lnTo>
                    <a:pt x="1511" y="0"/>
                  </a:lnTo>
                  <a:lnTo>
                    <a:pt x="2954" y="992"/>
                  </a:lnTo>
                  <a:lnTo>
                    <a:pt x="4029" y="1284"/>
                  </a:lnTo>
                  <a:lnTo>
                    <a:pt x="5489" y="2270"/>
                  </a:lnTo>
                  <a:lnTo>
                    <a:pt x="7072" y="2899"/>
                  </a:lnTo>
                  <a:lnTo>
                    <a:pt x="7533" y="5479"/>
                  </a:lnTo>
                  <a:lnTo>
                    <a:pt x="5993" y="6662"/>
                  </a:lnTo>
                  <a:close/>
                </a:path>
              </a:pathLst>
            </a:custGeom>
            <a:solidFill>
              <a:srgbClr val="FFFBF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5"/>
            <p:cNvSpPr/>
            <p:nvPr/>
          </p:nvSpPr>
          <p:spPr>
            <a:xfrm>
              <a:off x="2430622" y="5075264"/>
              <a:ext cx="6595" cy="13525"/>
            </a:xfrm>
            <a:custGeom>
              <a:avLst/>
              <a:pathLst>
                <a:path w="6595" h="13525">
                  <a:moveTo>
                    <a:pt x="6595" y="1878"/>
                  </a:moveTo>
                  <a:lnTo>
                    <a:pt x="6491" y="4227"/>
                  </a:lnTo>
                  <a:lnTo>
                    <a:pt x="4670" y="8746"/>
                  </a:lnTo>
                  <a:lnTo>
                    <a:pt x="3100" y="11412"/>
                  </a:lnTo>
                  <a:lnTo>
                    <a:pt x="1666" y="13525"/>
                  </a:lnTo>
                  <a:lnTo>
                    <a:pt x="750" y="13504"/>
                  </a:lnTo>
                  <a:lnTo>
                    <a:pt x="0" y="12483"/>
                  </a:lnTo>
                  <a:lnTo>
                    <a:pt x="842" y="10812"/>
                  </a:lnTo>
                  <a:lnTo>
                    <a:pt x="1894" y="9144"/>
                  </a:lnTo>
                  <a:lnTo>
                    <a:pt x="1562" y="6991"/>
                  </a:lnTo>
                  <a:lnTo>
                    <a:pt x="1246" y="6368"/>
                  </a:lnTo>
                  <a:lnTo>
                    <a:pt x="801" y="6140"/>
                  </a:lnTo>
                  <a:lnTo>
                    <a:pt x="40" y="5012"/>
                  </a:lnTo>
                  <a:lnTo>
                    <a:pt x="271" y="3338"/>
                  </a:lnTo>
                  <a:lnTo>
                    <a:pt x="716" y="2539"/>
                  </a:lnTo>
                  <a:lnTo>
                    <a:pt x="1306" y="1927"/>
                  </a:lnTo>
                  <a:lnTo>
                    <a:pt x="1859" y="2291"/>
                  </a:lnTo>
                  <a:lnTo>
                    <a:pt x="4243" y="1113"/>
                  </a:lnTo>
                  <a:lnTo>
                    <a:pt x="4997" y="167"/>
                  </a:lnTo>
                  <a:lnTo>
                    <a:pt x="6448" y="0"/>
                  </a:lnTo>
                  <a:close/>
                </a:path>
              </a:pathLst>
            </a:custGeom>
            <a:solidFill>
              <a:srgbClr val="FFFBF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6"/>
            <p:cNvSpPr/>
            <p:nvPr/>
          </p:nvSpPr>
          <p:spPr>
            <a:xfrm>
              <a:off x="2431499" y="5073259"/>
              <a:ext cx="13712" cy="38832"/>
            </a:xfrm>
            <a:custGeom>
              <a:avLst/>
              <a:pathLst>
                <a:path w="13712" h="38832">
                  <a:moveTo>
                    <a:pt x="13499" y="13083"/>
                  </a:moveTo>
                  <a:lnTo>
                    <a:pt x="13614" y="17417"/>
                  </a:lnTo>
                  <a:lnTo>
                    <a:pt x="13407" y="21772"/>
                  </a:lnTo>
                  <a:lnTo>
                    <a:pt x="12932" y="27122"/>
                  </a:lnTo>
                  <a:lnTo>
                    <a:pt x="13010" y="28204"/>
                  </a:lnTo>
                  <a:lnTo>
                    <a:pt x="13564" y="28469"/>
                  </a:lnTo>
                  <a:lnTo>
                    <a:pt x="13712" y="29136"/>
                  </a:lnTo>
                  <a:lnTo>
                    <a:pt x="13550" y="31946"/>
                  </a:lnTo>
                  <a:lnTo>
                    <a:pt x="13253" y="34111"/>
                  </a:lnTo>
                  <a:lnTo>
                    <a:pt x="12679" y="35874"/>
                  </a:lnTo>
                  <a:lnTo>
                    <a:pt x="12343" y="37989"/>
                  </a:lnTo>
                  <a:lnTo>
                    <a:pt x="12036" y="38459"/>
                  </a:lnTo>
                  <a:lnTo>
                    <a:pt x="10695" y="38832"/>
                  </a:lnTo>
                  <a:lnTo>
                    <a:pt x="9959" y="38601"/>
                  </a:lnTo>
                  <a:lnTo>
                    <a:pt x="9369" y="36186"/>
                  </a:lnTo>
                  <a:lnTo>
                    <a:pt x="9198" y="34702"/>
                  </a:lnTo>
                  <a:lnTo>
                    <a:pt x="9232" y="32763"/>
                  </a:lnTo>
                  <a:lnTo>
                    <a:pt x="8510" y="30163"/>
                  </a:lnTo>
                  <a:lnTo>
                    <a:pt x="8488" y="29168"/>
                  </a:lnTo>
                  <a:lnTo>
                    <a:pt x="8771" y="27454"/>
                  </a:lnTo>
                  <a:lnTo>
                    <a:pt x="9354" y="26599"/>
                  </a:lnTo>
                  <a:lnTo>
                    <a:pt x="9443" y="23962"/>
                  </a:lnTo>
                  <a:lnTo>
                    <a:pt x="9737" y="23171"/>
                  </a:lnTo>
                  <a:lnTo>
                    <a:pt x="10403" y="22080"/>
                  </a:lnTo>
                  <a:lnTo>
                    <a:pt x="10504" y="21627"/>
                  </a:lnTo>
                  <a:lnTo>
                    <a:pt x="10443" y="21238"/>
                  </a:lnTo>
                  <a:lnTo>
                    <a:pt x="10196" y="21197"/>
                  </a:lnTo>
                  <a:lnTo>
                    <a:pt x="7527" y="24464"/>
                  </a:lnTo>
                  <a:lnTo>
                    <a:pt x="7265" y="25385"/>
                  </a:lnTo>
                  <a:lnTo>
                    <a:pt x="7148" y="26611"/>
                  </a:lnTo>
                  <a:lnTo>
                    <a:pt x="7115" y="30928"/>
                  </a:lnTo>
                  <a:lnTo>
                    <a:pt x="6645" y="33424"/>
                  </a:lnTo>
                  <a:lnTo>
                    <a:pt x="6220" y="33900"/>
                  </a:lnTo>
                  <a:lnTo>
                    <a:pt x="4975" y="34007"/>
                  </a:lnTo>
                  <a:lnTo>
                    <a:pt x="3331" y="33756"/>
                  </a:lnTo>
                  <a:lnTo>
                    <a:pt x="1467" y="31465"/>
                  </a:lnTo>
                  <a:lnTo>
                    <a:pt x="250" y="32096"/>
                  </a:lnTo>
                  <a:lnTo>
                    <a:pt x="0" y="29312"/>
                  </a:lnTo>
                  <a:lnTo>
                    <a:pt x="609" y="27084"/>
                  </a:lnTo>
                  <a:lnTo>
                    <a:pt x="2875" y="27278"/>
                  </a:lnTo>
                  <a:lnTo>
                    <a:pt x="3260" y="23313"/>
                  </a:lnTo>
                  <a:lnTo>
                    <a:pt x="2540" y="22381"/>
                  </a:lnTo>
                  <a:lnTo>
                    <a:pt x="1743" y="20782"/>
                  </a:lnTo>
                  <a:lnTo>
                    <a:pt x="1266" y="19319"/>
                  </a:lnTo>
                  <a:lnTo>
                    <a:pt x="1690" y="18231"/>
                  </a:lnTo>
                  <a:lnTo>
                    <a:pt x="3004" y="16653"/>
                  </a:lnTo>
                  <a:lnTo>
                    <a:pt x="3707" y="16482"/>
                  </a:lnTo>
                  <a:lnTo>
                    <a:pt x="4359" y="17365"/>
                  </a:lnTo>
                  <a:lnTo>
                    <a:pt x="5973" y="16699"/>
                  </a:lnTo>
                  <a:lnTo>
                    <a:pt x="5878" y="14191"/>
                  </a:lnTo>
                  <a:lnTo>
                    <a:pt x="4441" y="13089"/>
                  </a:lnTo>
                  <a:lnTo>
                    <a:pt x="4761" y="11184"/>
                  </a:lnTo>
                  <a:lnTo>
                    <a:pt x="6577" y="9366"/>
                  </a:lnTo>
                  <a:lnTo>
                    <a:pt x="7661" y="7537"/>
                  </a:lnTo>
                  <a:lnTo>
                    <a:pt x="7711" y="5448"/>
                  </a:lnTo>
                  <a:lnTo>
                    <a:pt x="7272" y="3361"/>
                  </a:lnTo>
                  <a:lnTo>
                    <a:pt x="7411" y="2548"/>
                  </a:lnTo>
                  <a:lnTo>
                    <a:pt x="8315" y="830"/>
                  </a:lnTo>
                  <a:lnTo>
                    <a:pt x="9583" y="0"/>
                  </a:lnTo>
                  <a:lnTo>
                    <a:pt x="10161" y="112"/>
                  </a:lnTo>
                  <a:lnTo>
                    <a:pt x="11334" y="1324"/>
                  </a:lnTo>
                  <a:lnTo>
                    <a:pt x="12383" y="1468"/>
                  </a:lnTo>
                  <a:lnTo>
                    <a:pt x="12636" y="1826"/>
                  </a:lnTo>
                  <a:lnTo>
                    <a:pt x="12826" y="3177"/>
                  </a:lnTo>
                  <a:close/>
                </a:path>
              </a:pathLst>
            </a:custGeom>
            <a:solidFill>
              <a:srgbClr val="FFFBF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7"/>
            <p:cNvSpPr/>
            <p:nvPr/>
          </p:nvSpPr>
          <p:spPr>
            <a:xfrm>
              <a:off x="2430502" y="5053007"/>
              <a:ext cx="6113" cy="22011"/>
            </a:xfrm>
            <a:custGeom>
              <a:avLst/>
              <a:pathLst>
                <a:path w="6113" h="22011">
                  <a:moveTo>
                    <a:pt x="1735" y="21977"/>
                  </a:moveTo>
                  <a:lnTo>
                    <a:pt x="346" y="22011"/>
                  </a:lnTo>
                  <a:lnTo>
                    <a:pt x="0" y="16742"/>
                  </a:lnTo>
                  <a:lnTo>
                    <a:pt x="1634" y="9133"/>
                  </a:lnTo>
                  <a:lnTo>
                    <a:pt x="1751" y="6233"/>
                  </a:lnTo>
                  <a:lnTo>
                    <a:pt x="1202" y="4048"/>
                  </a:lnTo>
                  <a:lnTo>
                    <a:pt x="980" y="2250"/>
                  </a:lnTo>
                  <a:lnTo>
                    <a:pt x="1113" y="1512"/>
                  </a:lnTo>
                  <a:lnTo>
                    <a:pt x="3202" y="0"/>
                  </a:lnTo>
                  <a:lnTo>
                    <a:pt x="3856" y="1604"/>
                  </a:lnTo>
                  <a:lnTo>
                    <a:pt x="4632" y="5872"/>
                  </a:lnTo>
                  <a:lnTo>
                    <a:pt x="6113" y="11981"/>
                  </a:lnTo>
                  <a:lnTo>
                    <a:pt x="6076" y="17815"/>
                  </a:lnTo>
                  <a:lnTo>
                    <a:pt x="5254" y="19255"/>
                  </a:lnTo>
                  <a:lnTo>
                    <a:pt x="2677" y="20727"/>
                  </a:lnTo>
                  <a:close/>
                </a:path>
              </a:pathLst>
            </a:custGeom>
            <a:solidFill>
              <a:srgbClr val="FFFBF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8"/>
            <p:cNvSpPr/>
            <p:nvPr/>
          </p:nvSpPr>
          <p:spPr>
            <a:xfrm>
              <a:off x="2435483" y="5047677"/>
              <a:ext cx="8390" cy="23258"/>
            </a:xfrm>
            <a:custGeom>
              <a:avLst/>
              <a:pathLst>
                <a:path w="8390" h="23258">
                  <a:moveTo>
                    <a:pt x="8390" y="22239"/>
                  </a:moveTo>
                  <a:lnTo>
                    <a:pt x="8156" y="22940"/>
                  </a:lnTo>
                  <a:lnTo>
                    <a:pt x="6635" y="22510"/>
                  </a:lnTo>
                  <a:lnTo>
                    <a:pt x="4000" y="23258"/>
                  </a:lnTo>
                  <a:lnTo>
                    <a:pt x="2892" y="20577"/>
                  </a:lnTo>
                  <a:lnTo>
                    <a:pt x="2407" y="16312"/>
                  </a:lnTo>
                  <a:lnTo>
                    <a:pt x="2077" y="15429"/>
                  </a:lnTo>
                  <a:lnTo>
                    <a:pt x="1423" y="12999"/>
                  </a:lnTo>
                  <a:lnTo>
                    <a:pt x="1095" y="11404"/>
                  </a:lnTo>
                  <a:lnTo>
                    <a:pt x="424" y="8934"/>
                  </a:lnTo>
                  <a:lnTo>
                    <a:pt x="165" y="6325"/>
                  </a:lnTo>
                  <a:lnTo>
                    <a:pt x="0" y="5537"/>
                  </a:lnTo>
                  <a:lnTo>
                    <a:pt x="604" y="3996"/>
                  </a:lnTo>
                  <a:lnTo>
                    <a:pt x="3358" y="2467"/>
                  </a:lnTo>
                  <a:lnTo>
                    <a:pt x="4338" y="0"/>
                  </a:lnTo>
                  <a:lnTo>
                    <a:pt x="5180" y="325"/>
                  </a:lnTo>
                  <a:lnTo>
                    <a:pt x="4949" y="5361"/>
                  </a:lnTo>
                  <a:lnTo>
                    <a:pt x="5454" y="7058"/>
                  </a:lnTo>
                  <a:lnTo>
                    <a:pt x="6391" y="8466"/>
                  </a:lnTo>
                  <a:lnTo>
                    <a:pt x="6565" y="9046"/>
                  </a:lnTo>
                  <a:lnTo>
                    <a:pt x="6723" y="10829"/>
                  </a:lnTo>
                  <a:lnTo>
                    <a:pt x="7192" y="13591"/>
                  </a:lnTo>
                  <a:lnTo>
                    <a:pt x="7800" y="14884"/>
                  </a:lnTo>
                  <a:lnTo>
                    <a:pt x="7957" y="15689"/>
                  </a:lnTo>
                  <a:lnTo>
                    <a:pt x="7985" y="16361"/>
                  </a:lnTo>
                  <a:lnTo>
                    <a:pt x="7762" y="17310"/>
                  </a:lnTo>
                  <a:close/>
                </a:path>
              </a:pathLst>
            </a:custGeom>
            <a:solidFill>
              <a:srgbClr val="FFFBF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09"/>
            <p:cNvSpPr/>
            <p:nvPr/>
          </p:nvSpPr>
          <p:spPr>
            <a:xfrm>
              <a:off x="2435313" y="5043282"/>
              <a:ext cx="4257" cy="4729"/>
            </a:xfrm>
            <a:custGeom>
              <a:avLst/>
              <a:pathLst>
                <a:path w="4257" h="4729">
                  <a:moveTo>
                    <a:pt x="1836" y="4345"/>
                  </a:moveTo>
                  <a:lnTo>
                    <a:pt x="927" y="4729"/>
                  </a:lnTo>
                  <a:lnTo>
                    <a:pt x="823" y="3765"/>
                  </a:lnTo>
                  <a:lnTo>
                    <a:pt x="0" y="2164"/>
                  </a:lnTo>
                  <a:lnTo>
                    <a:pt x="714" y="1105"/>
                  </a:lnTo>
                  <a:lnTo>
                    <a:pt x="2112" y="0"/>
                  </a:lnTo>
                  <a:lnTo>
                    <a:pt x="3172" y="121"/>
                  </a:lnTo>
                  <a:lnTo>
                    <a:pt x="4128" y="960"/>
                  </a:lnTo>
                  <a:lnTo>
                    <a:pt x="4257" y="1950"/>
                  </a:lnTo>
                  <a:lnTo>
                    <a:pt x="2588" y="3246"/>
                  </a:lnTo>
                  <a:lnTo>
                    <a:pt x="2178" y="3956"/>
                  </a:lnTo>
                  <a:close/>
                </a:path>
              </a:pathLst>
            </a:custGeom>
            <a:solidFill>
              <a:srgbClr val="FFFBF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0"/>
            <p:cNvSpPr/>
            <p:nvPr/>
          </p:nvSpPr>
          <p:spPr>
            <a:xfrm>
              <a:off x="2442361" y="4968879"/>
              <a:ext cx="5684" cy="17273"/>
            </a:xfrm>
            <a:custGeom>
              <a:avLst/>
              <a:pathLst>
                <a:path w="5684" h="17273">
                  <a:moveTo>
                    <a:pt x="4651" y="15331"/>
                  </a:moveTo>
                  <a:lnTo>
                    <a:pt x="3965" y="16641"/>
                  </a:lnTo>
                  <a:lnTo>
                    <a:pt x="2768" y="17273"/>
                  </a:lnTo>
                  <a:lnTo>
                    <a:pt x="1582" y="16246"/>
                  </a:lnTo>
                  <a:lnTo>
                    <a:pt x="149" y="16722"/>
                  </a:lnTo>
                  <a:lnTo>
                    <a:pt x="0" y="14477"/>
                  </a:lnTo>
                  <a:lnTo>
                    <a:pt x="535" y="12627"/>
                  </a:lnTo>
                  <a:lnTo>
                    <a:pt x="1622" y="10428"/>
                  </a:lnTo>
                  <a:lnTo>
                    <a:pt x="2408" y="7482"/>
                  </a:lnTo>
                  <a:lnTo>
                    <a:pt x="2313" y="3324"/>
                  </a:lnTo>
                  <a:lnTo>
                    <a:pt x="2959" y="2372"/>
                  </a:lnTo>
                  <a:lnTo>
                    <a:pt x="3306" y="903"/>
                  </a:lnTo>
                  <a:lnTo>
                    <a:pt x="4680" y="0"/>
                  </a:lnTo>
                  <a:lnTo>
                    <a:pt x="4990" y="3090"/>
                  </a:lnTo>
                  <a:lnTo>
                    <a:pt x="4620" y="8610"/>
                  </a:lnTo>
                  <a:lnTo>
                    <a:pt x="5550" y="11874"/>
                  </a:lnTo>
                  <a:lnTo>
                    <a:pt x="5684" y="12962"/>
                  </a:lnTo>
                  <a:lnTo>
                    <a:pt x="5502" y="14211"/>
                  </a:lnTo>
                  <a:close/>
                </a:path>
              </a:pathLst>
            </a:custGeom>
            <a:solidFill>
              <a:srgbClr val="FFFBF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1"/>
            <p:cNvSpPr/>
            <p:nvPr/>
          </p:nvSpPr>
          <p:spPr>
            <a:xfrm>
              <a:off x="2436780" y="4957723"/>
              <a:ext cx="1356" cy="3292"/>
            </a:xfrm>
            <a:custGeom>
              <a:avLst/>
              <a:pathLst>
                <a:path w="1356" h="3292">
                  <a:moveTo>
                    <a:pt x="1229" y="2807"/>
                  </a:moveTo>
                  <a:lnTo>
                    <a:pt x="921" y="3292"/>
                  </a:lnTo>
                  <a:lnTo>
                    <a:pt x="535" y="3151"/>
                  </a:lnTo>
                  <a:lnTo>
                    <a:pt x="221" y="2210"/>
                  </a:lnTo>
                  <a:lnTo>
                    <a:pt x="0" y="605"/>
                  </a:lnTo>
                  <a:lnTo>
                    <a:pt x="428" y="0"/>
                  </a:lnTo>
                  <a:lnTo>
                    <a:pt x="773" y="0"/>
                  </a:lnTo>
                  <a:lnTo>
                    <a:pt x="1156" y="851"/>
                  </a:lnTo>
                  <a:lnTo>
                    <a:pt x="1356" y="2227"/>
                  </a:lnTo>
                  <a:close/>
                </a:path>
              </a:pathLst>
            </a:custGeom>
            <a:solidFill>
              <a:srgbClr val="FFFBF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2"/>
            <p:cNvSpPr/>
            <p:nvPr/>
          </p:nvSpPr>
          <p:spPr>
            <a:xfrm>
              <a:off x="2453114" y="4950310"/>
              <a:ext cx="2490" cy="8530"/>
            </a:xfrm>
            <a:custGeom>
              <a:avLst/>
              <a:pathLst>
                <a:path w="2490" h="8530">
                  <a:moveTo>
                    <a:pt x="2298" y="8192"/>
                  </a:moveTo>
                  <a:lnTo>
                    <a:pt x="1895" y="8530"/>
                  </a:lnTo>
                  <a:lnTo>
                    <a:pt x="1528" y="8478"/>
                  </a:lnTo>
                  <a:lnTo>
                    <a:pt x="1156" y="7465"/>
                  </a:lnTo>
                  <a:lnTo>
                    <a:pt x="1031" y="6129"/>
                  </a:lnTo>
                  <a:lnTo>
                    <a:pt x="225" y="4132"/>
                  </a:lnTo>
                  <a:lnTo>
                    <a:pt x="0" y="3188"/>
                  </a:lnTo>
                  <a:lnTo>
                    <a:pt x="18" y="2060"/>
                  </a:lnTo>
                  <a:lnTo>
                    <a:pt x="480" y="441"/>
                  </a:lnTo>
                  <a:lnTo>
                    <a:pt x="1166" y="0"/>
                  </a:lnTo>
                  <a:lnTo>
                    <a:pt x="1628" y="60"/>
                  </a:lnTo>
                  <a:lnTo>
                    <a:pt x="2187" y="1967"/>
                  </a:lnTo>
                  <a:lnTo>
                    <a:pt x="2347" y="4034"/>
                  </a:lnTo>
                  <a:lnTo>
                    <a:pt x="2490" y="6166"/>
                  </a:lnTo>
                  <a:close/>
                </a:path>
              </a:pathLst>
            </a:custGeom>
            <a:solidFill>
              <a:srgbClr val="FFFBF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3"/>
            <p:cNvSpPr/>
            <p:nvPr/>
          </p:nvSpPr>
          <p:spPr>
            <a:xfrm>
              <a:off x="2457722" y="4944126"/>
              <a:ext cx="8403" cy="15513"/>
            </a:xfrm>
            <a:custGeom>
              <a:avLst/>
              <a:pathLst>
                <a:path w="8403" h="15513">
                  <a:moveTo>
                    <a:pt x="5663" y="13152"/>
                  </a:moveTo>
                  <a:lnTo>
                    <a:pt x="2672" y="15513"/>
                  </a:lnTo>
                  <a:lnTo>
                    <a:pt x="1173" y="14722"/>
                  </a:lnTo>
                  <a:lnTo>
                    <a:pt x="592" y="12982"/>
                  </a:lnTo>
                  <a:lnTo>
                    <a:pt x="308" y="11519"/>
                  </a:lnTo>
                  <a:lnTo>
                    <a:pt x="0" y="9043"/>
                  </a:lnTo>
                  <a:lnTo>
                    <a:pt x="510" y="7716"/>
                  </a:lnTo>
                  <a:lnTo>
                    <a:pt x="1605" y="5803"/>
                  </a:lnTo>
                  <a:lnTo>
                    <a:pt x="2012" y="4568"/>
                  </a:lnTo>
                  <a:lnTo>
                    <a:pt x="2209" y="3110"/>
                  </a:lnTo>
                  <a:lnTo>
                    <a:pt x="2140" y="1748"/>
                  </a:lnTo>
                  <a:lnTo>
                    <a:pt x="2283" y="453"/>
                  </a:lnTo>
                  <a:lnTo>
                    <a:pt x="2928" y="0"/>
                  </a:lnTo>
                  <a:lnTo>
                    <a:pt x="5141" y="1451"/>
                  </a:lnTo>
                  <a:lnTo>
                    <a:pt x="7436" y="3627"/>
                  </a:lnTo>
                  <a:lnTo>
                    <a:pt x="8251" y="5130"/>
                  </a:lnTo>
                  <a:lnTo>
                    <a:pt x="8403" y="6325"/>
                  </a:lnTo>
                  <a:lnTo>
                    <a:pt x="7400" y="8968"/>
                  </a:lnTo>
                  <a:lnTo>
                    <a:pt x="6760" y="11141"/>
                  </a:lnTo>
                  <a:close/>
                </a:path>
              </a:pathLst>
            </a:custGeom>
            <a:solidFill>
              <a:srgbClr val="FFFBF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4"/>
            <p:cNvSpPr/>
            <p:nvPr/>
          </p:nvSpPr>
          <p:spPr>
            <a:xfrm>
              <a:off x="2443251" y="4938213"/>
              <a:ext cx="11285" cy="35756"/>
            </a:xfrm>
            <a:custGeom>
              <a:avLst/>
              <a:pathLst>
                <a:path w="11285" h="35756">
                  <a:moveTo>
                    <a:pt x="10888" y="7673"/>
                  </a:moveTo>
                  <a:lnTo>
                    <a:pt x="10281" y="8942"/>
                  </a:lnTo>
                  <a:lnTo>
                    <a:pt x="9322" y="9167"/>
                  </a:lnTo>
                  <a:lnTo>
                    <a:pt x="7829" y="10636"/>
                  </a:lnTo>
                  <a:lnTo>
                    <a:pt x="7672" y="11911"/>
                  </a:lnTo>
                  <a:lnTo>
                    <a:pt x="7597" y="13475"/>
                  </a:lnTo>
                  <a:lnTo>
                    <a:pt x="8628" y="15360"/>
                  </a:lnTo>
                  <a:lnTo>
                    <a:pt x="9136" y="17550"/>
                  </a:lnTo>
                  <a:lnTo>
                    <a:pt x="9747" y="20831"/>
                  </a:lnTo>
                  <a:lnTo>
                    <a:pt x="10188" y="23962"/>
                  </a:lnTo>
                  <a:lnTo>
                    <a:pt x="10148" y="24932"/>
                  </a:lnTo>
                  <a:lnTo>
                    <a:pt x="10258" y="26556"/>
                  </a:lnTo>
                  <a:lnTo>
                    <a:pt x="10990" y="29081"/>
                  </a:lnTo>
                  <a:lnTo>
                    <a:pt x="11057" y="30221"/>
                  </a:lnTo>
                  <a:lnTo>
                    <a:pt x="10977" y="31352"/>
                  </a:lnTo>
                  <a:lnTo>
                    <a:pt x="10682" y="33447"/>
                  </a:lnTo>
                  <a:lnTo>
                    <a:pt x="10449" y="33736"/>
                  </a:lnTo>
                  <a:lnTo>
                    <a:pt x="9722" y="33941"/>
                  </a:lnTo>
                  <a:lnTo>
                    <a:pt x="9665" y="35213"/>
                  </a:lnTo>
                  <a:lnTo>
                    <a:pt x="9486" y="35629"/>
                  </a:lnTo>
                  <a:lnTo>
                    <a:pt x="7422" y="35756"/>
                  </a:lnTo>
                  <a:lnTo>
                    <a:pt x="6400" y="35178"/>
                  </a:lnTo>
                  <a:lnTo>
                    <a:pt x="6521" y="31346"/>
                  </a:lnTo>
                  <a:lnTo>
                    <a:pt x="5214" y="29843"/>
                  </a:lnTo>
                  <a:lnTo>
                    <a:pt x="4316" y="27306"/>
                  </a:lnTo>
                  <a:lnTo>
                    <a:pt x="3305" y="22929"/>
                  </a:lnTo>
                  <a:lnTo>
                    <a:pt x="2455" y="21581"/>
                  </a:lnTo>
                  <a:lnTo>
                    <a:pt x="1467" y="18121"/>
                  </a:lnTo>
                  <a:lnTo>
                    <a:pt x="0" y="15161"/>
                  </a:lnTo>
                  <a:lnTo>
                    <a:pt x="1693" y="13288"/>
                  </a:lnTo>
                  <a:lnTo>
                    <a:pt x="1431" y="10007"/>
                  </a:lnTo>
                  <a:lnTo>
                    <a:pt x="2419" y="8882"/>
                  </a:lnTo>
                  <a:lnTo>
                    <a:pt x="3906" y="7707"/>
                  </a:lnTo>
                  <a:lnTo>
                    <a:pt x="5001" y="8631"/>
                  </a:lnTo>
                  <a:lnTo>
                    <a:pt x="5984" y="8304"/>
                  </a:lnTo>
                  <a:lnTo>
                    <a:pt x="6423" y="7520"/>
                  </a:lnTo>
                  <a:lnTo>
                    <a:pt x="6289" y="4166"/>
                  </a:lnTo>
                  <a:lnTo>
                    <a:pt x="6601" y="1523"/>
                  </a:lnTo>
                  <a:lnTo>
                    <a:pt x="7685" y="158"/>
                  </a:lnTo>
                  <a:lnTo>
                    <a:pt x="8854" y="0"/>
                  </a:lnTo>
                  <a:lnTo>
                    <a:pt x="9294" y="1491"/>
                  </a:lnTo>
                  <a:lnTo>
                    <a:pt x="9871" y="2957"/>
                  </a:lnTo>
                  <a:lnTo>
                    <a:pt x="11285" y="4115"/>
                  </a:lnTo>
                  <a:lnTo>
                    <a:pt x="11279" y="5629"/>
                  </a:lnTo>
                  <a:close/>
                </a:path>
              </a:pathLst>
            </a:custGeom>
            <a:solidFill>
              <a:srgbClr val="FFFBF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5"/>
            <p:cNvSpPr/>
            <p:nvPr/>
          </p:nvSpPr>
          <p:spPr>
            <a:xfrm>
              <a:off x="2449110" y="4927839"/>
              <a:ext cx="4359" cy="4083"/>
            </a:xfrm>
            <a:custGeom>
              <a:avLst/>
              <a:pathLst>
                <a:path w="4359" h="4083">
                  <a:moveTo>
                    <a:pt x="4100" y="1284"/>
                  </a:moveTo>
                  <a:lnTo>
                    <a:pt x="4359" y="2738"/>
                  </a:lnTo>
                  <a:lnTo>
                    <a:pt x="3817" y="2937"/>
                  </a:lnTo>
                  <a:lnTo>
                    <a:pt x="2946" y="2706"/>
                  </a:lnTo>
                  <a:lnTo>
                    <a:pt x="2525" y="3855"/>
                  </a:lnTo>
                  <a:lnTo>
                    <a:pt x="2311" y="4083"/>
                  </a:lnTo>
                  <a:lnTo>
                    <a:pt x="310" y="3064"/>
                  </a:lnTo>
                  <a:lnTo>
                    <a:pt x="0" y="2611"/>
                  </a:lnTo>
                  <a:lnTo>
                    <a:pt x="37" y="1099"/>
                  </a:lnTo>
                  <a:lnTo>
                    <a:pt x="2169" y="966"/>
                  </a:lnTo>
                  <a:lnTo>
                    <a:pt x="3529" y="0"/>
                  </a:lnTo>
                  <a:lnTo>
                    <a:pt x="3721" y="152"/>
                  </a:lnTo>
                  <a:close/>
                </a:path>
              </a:pathLst>
            </a:custGeom>
            <a:solidFill>
              <a:srgbClr val="FFFBF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6"/>
            <p:cNvSpPr/>
            <p:nvPr/>
          </p:nvSpPr>
          <p:spPr>
            <a:xfrm>
              <a:off x="2440475" y="4920515"/>
              <a:ext cx="2195" cy="2643"/>
            </a:xfrm>
            <a:custGeom>
              <a:avLst/>
              <a:pathLst>
                <a:path w="2195" h="2643">
                  <a:moveTo>
                    <a:pt x="2146" y="2123"/>
                  </a:moveTo>
                  <a:lnTo>
                    <a:pt x="397" y="2643"/>
                  </a:lnTo>
                  <a:lnTo>
                    <a:pt x="0" y="1760"/>
                  </a:lnTo>
                  <a:lnTo>
                    <a:pt x="8" y="1015"/>
                  </a:lnTo>
                  <a:lnTo>
                    <a:pt x="308" y="398"/>
                  </a:lnTo>
                  <a:lnTo>
                    <a:pt x="1205" y="0"/>
                  </a:lnTo>
                  <a:lnTo>
                    <a:pt x="1791" y="504"/>
                  </a:lnTo>
                  <a:lnTo>
                    <a:pt x="2098" y="1226"/>
                  </a:lnTo>
                  <a:lnTo>
                    <a:pt x="2195" y="1881"/>
                  </a:lnTo>
                  <a:close/>
                </a:path>
              </a:pathLst>
            </a:custGeom>
            <a:solidFill>
              <a:srgbClr val="FFFBF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7"/>
            <p:cNvSpPr/>
            <p:nvPr/>
          </p:nvSpPr>
          <p:spPr>
            <a:xfrm>
              <a:off x="2446094" y="4869087"/>
              <a:ext cx="11901" cy="46583"/>
            </a:xfrm>
            <a:custGeom>
              <a:avLst/>
              <a:pathLst>
                <a:path w="11901" h="46583">
                  <a:moveTo>
                    <a:pt x="7576" y="45812"/>
                  </a:moveTo>
                  <a:lnTo>
                    <a:pt x="6648" y="46430"/>
                  </a:lnTo>
                  <a:lnTo>
                    <a:pt x="5783" y="46583"/>
                  </a:lnTo>
                  <a:lnTo>
                    <a:pt x="4903" y="46129"/>
                  </a:lnTo>
                  <a:lnTo>
                    <a:pt x="3368" y="46167"/>
                  </a:lnTo>
                  <a:lnTo>
                    <a:pt x="1835" y="45013"/>
                  </a:lnTo>
                  <a:lnTo>
                    <a:pt x="400" y="43379"/>
                  </a:lnTo>
                  <a:lnTo>
                    <a:pt x="0" y="42436"/>
                  </a:lnTo>
                  <a:lnTo>
                    <a:pt x="175" y="41080"/>
                  </a:lnTo>
                  <a:lnTo>
                    <a:pt x="1209" y="37940"/>
                  </a:lnTo>
                  <a:lnTo>
                    <a:pt x="2194" y="32007"/>
                  </a:lnTo>
                  <a:lnTo>
                    <a:pt x="2851" y="23492"/>
                  </a:lnTo>
                  <a:lnTo>
                    <a:pt x="2326" y="20265"/>
                  </a:lnTo>
                  <a:lnTo>
                    <a:pt x="2391" y="18926"/>
                  </a:lnTo>
                  <a:lnTo>
                    <a:pt x="2631" y="17316"/>
                  </a:lnTo>
                  <a:lnTo>
                    <a:pt x="2751" y="15660"/>
                  </a:lnTo>
                  <a:lnTo>
                    <a:pt x="2678" y="13989"/>
                  </a:lnTo>
                  <a:lnTo>
                    <a:pt x="2802" y="12437"/>
                  </a:lnTo>
                  <a:lnTo>
                    <a:pt x="3887" y="9170"/>
                  </a:lnTo>
                  <a:lnTo>
                    <a:pt x="4047" y="7704"/>
                  </a:lnTo>
                  <a:lnTo>
                    <a:pt x="4078" y="6111"/>
                  </a:lnTo>
                  <a:lnTo>
                    <a:pt x="4547" y="2819"/>
                  </a:lnTo>
                  <a:lnTo>
                    <a:pt x="4403" y="1728"/>
                  </a:lnTo>
                  <a:lnTo>
                    <a:pt x="4001" y="805"/>
                  </a:lnTo>
                  <a:lnTo>
                    <a:pt x="4327" y="0"/>
                  </a:lnTo>
                  <a:lnTo>
                    <a:pt x="8099" y="2415"/>
                  </a:lnTo>
                  <a:lnTo>
                    <a:pt x="10606" y="2977"/>
                  </a:lnTo>
                  <a:lnTo>
                    <a:pt x="10740" y="5476"/>
                  </a:lnTo>
                  <a:lnTo>
                    <a:pt x="11223" y="7436"/>
                  </a:lnTo>
                  <a:lnTo>
                    <a:pt x="11511" y="10945"/>
                  </a:lnTo>
                  <a:lnTo>
                    <a:pt x="11901" y="11741"/>
                  </a:lnTo>
                  <a:lnTo>
                    <a:pt x="11699" y="14252"/>
                  </a:lnTo>
                  <a:lnTo>
                    <a:pt x="10544" y="15334"/>
                  </a:lnTo>
                  <a:lnTo>
                    <a:pt x="10646" y="17642"/>
                  </a:lnTo>
                  <a:lnTo>
                    <a:pt x="11310" y="19821"/>
                  </a:lnTo>
                  <a:lnTo>
                    <a:pt x="10341" y="20597"/>
                  </a:lnTo>
                  <a:lnTo>
                    <a:pt x="9297" y="21059"/>
                  </a:lnTo>
                  <a:lnTo>
                    <a:pt x="9056" y="21665"/>
                  </a:lnTo>
                  <a:lnTo>
                    <a:pt x="8299" y="22138"/>
                  </a:lnTo>
                  <a:lnTo>
                    <a:pt x="7380" y="23350"/>
                  </a:lnTo>
                  <a:lnTo>
                    <a:pt x="7656" y="24418"/>
                  </a:lnTo>
                  <a:lnTo>
                    <a:pt x="8814" y="26856"/>
                  </a:lnTo>
                  <a:lnTo>
                    <a:pt x="10107" y="28547"/>
                  </a:lnTo>
                  <a:lnTo>
                    <a:pt x="10817" y="31075"/>
                  </a:lnTo>
                  <a:lnTo>
                    <a:pt x="11735" y="33715"/>
                  </a:lnTo>
                  <a:lnTo>
                    <a:pt x="11287" y="35392"/>
                  </a:lnTo>
                  <a:lnTo>
                    <a:pt x="10446" y="37770"/>
                  </a:lnTo>
                  <a:lnTo>
                    <a:pt x="9103" y="39348"/>
                  </a:lnTo>
                  <a:lnTo>
                    <a:pt x="7869" y="40292"/>
                  </a:lnTo>
                  <a:lnTo>
                    <a:pt x="8014" y="44202"/>
                  </a:lnTo>
                  <a:close/>
                </a:path>
              </a:pathLst>
            </a:custGeom>
            <a:solidFill>
              <a:srgbClr val="FFFBF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8"/>
            <p:cNvSpPr/>
            <p:nvPr/>
          </p:nvSpPr>
          <p:spPr>
            <a:xfrm>
              <a:off x="2389305" y="4626185"/>
              <a:ext cx="2720" cy="2735"/>
            </a:xfrm>
            <a:custGeom>
              <a:avLst/>
              <a:pathLst>
                <a:path w="2720" h="2735">
                  <a:moveTo>
                    <a:pt x="2286" y="2106"/>
                  </a:moveTo>
                  <a:lnTo>
                    <a:pt x="75" y="2735"/>
                  </a:lnTo>
                  <a:lnTo>
                    <a:pt x="0" y="2556"/>
                  </a:lnTo>
                  <a:lnTo>
                    <a:pt x="125" y="2037"/>
                  </a:lnTo>
                  <a:lnTo>
                    <a:pt x="633" y="1134"/>
                  </a:lnTo>
                  <a:lnTo>
                    <a:pt x="1248" y="34"/>
                  </a:lnTo>
                  <a:lnTo>
                    <a:pt x="1382" y="0"/>
                  </a:lnTo>
                  <a:lnTo>
                    <a:pt x="1609" y="86"/>
                  </a:lnTo>
                  <a:lnTo>
                    <a:pt x="1866" y="291"/>
                  </a:lnTo>
                  <a:lnTo>
                    <a:pt x="2526" y="1033"/>
                  </a:lnTo>
                  <a:lnTo>
                    <a:pt x="2720" y="1540"/>
                  </a:lnTo>
                  <a:lnTo>
                    <a:pt x="2649" y="1962"/>
                  </a:lnTo>
                  <a:close/>
                </a:path>
              </a:pathLst>
            </a:custGeom>
            <a:solidFill>
              <a:srgbClr val="FFFBF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19"/>
            <p:cNvSpPr/>
            <p:nvPr/>
          </p:nvSpPr>
          <p:spPr>
            <a:xfrm>
              <a:off x="2013623" y="4433914"/>
              <a:ext cx="2607" cy="3041"/>
            </a:xfrm>
            <a:custGeom>
              <a:avLst/>
              <a:pathLst>
                <a:path w="2607" h="3041">
                  <a:moveTo>
                    <a:pt x="1902" y="2129"/>
                  </a:moveTo>
                  <a:lnTo>
                    <a:pt x="0" y="3041"/>
                  </a:lnTo>
                  <a:lnTo>
                    <a:pt x="61" y="1413"/>
                  </a:lnTo>
                  <a:lnTo>
                    <a:pt x="538" y="0"/>
                  </a:lnTo>
                  <a:lnTo>
                    <a:pt x="1945" y="813"/>
                  </a:lnTo>
                  <a:lnTo>
                    <a:pt x="2607" y="966"/>
                  </a:lnTo>
                  <a:close/>
                </a:path>
              </a:pathLst>
            </a:custGeom>
            <a:solidFill>
              <a:srgbClr val="FFFBF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0"/>
            <p:cNvSpPr/>
            <p:nvPr/>
          </p:nvSpPr>
          <p:spPr>
            <a:xfrm>
              <a:off x="2429796" y="4151357"/>
              <a:ext cx="107348" cy="1074915"/>
            </a:xfrm>
            <a:custGeom>
              <a:avLst/>
              <a:pathLst>
                <a:path w="107348" h="1074915">
                  <a:moveTo>
                    <a:pt x="105051" y="157071"/>
                  </a:moveTo>
                  <a:lnTo>
                    <a:pt x="107348" y="162381"/>
                  </a:lnTo>
                  <a:lnTo>
                    <a:pt x="106349" y="169583"/>
                  </a:lnTo>
                  <a:lnTo>
                    <a:pt x="104752" y="181074"/>
                  </a:lnTo>
                  <a:lnTo>
                    <a:pt x="103518" y="189959"/>
                  </a:lnTo>
                  <a:lnTo>
                    <a:pt x="103315" y="191145"/>
                  </a:lnTo>
                  <a:lnTo>
                    <a:pt x="103061" y="192888"/>
                  </a:lnTo>
                  <a:lnTo>
                    <a:pt x="100400" y="195404"/>
                  </a:lnTo>
                  <a:lnTo>
                    <a:pt x="96520" y="199080"/>
                  </a:lnTo>
                  <a:lnTo>
                    <a:pt x="94532" y="200999"/>
                  </a:lnTo>
                  <a:lnTo>
                    <a:pt x="92028" y="203472"/>
                  </a:lnTo>
                  <a:lnTo>
                    <a:pt x="91420" y="205492"/>
                  </a:lnTo>
                  <a:lnTo>
                    <a:pt x="90697" y="206583"/>
                  </a:lnTo>
                  <a:lnTo>
                    <a:pt x="89902" y="207997"/>
                  </a:lnTo>
                  <a:lnTo>
                    <a:pt x="89599" y="209529"/>
                  </a:lnTo>
                  <a:lnTo>
                    <a:pt x="88856" y="210499"/>
                  </a:lnTo>
                  <a:lnTo>
                    <a:pt x="88181" y="213973"/>
                  </a:lnTo>
                  <a:lnTo>
                    <a:pt x="88181" y="216642"/>
                  </a:lnTo>
                  <a:lnTo>
                    <a:pt x="88612" y="218460"/>
                  </a:lnTo>
                  <a:lnTo>
                    <a:pt x="89362" y="219228"/>
                  </a:lnTo>
                  <a:lnTo>
                    <a:pt x="89599" y="221407"/>
                  </a:lnTo>
                  <a:lnTo>
                    <a:pt x="89834" y="222945"/>
                  </a:lnTo>
                  <a:lnTo>
                    <a:pt x="90375" y="224154"/>
                  </a:lnTo>
                  <a:lnTo>
                    <a:pt x="90239" y="225123"/>
                  </a:lnTo>
                  <a:lnTo>
                    <a:pt x="89801" y="225851"/>
                  </a:lnTo>
                  <a:lnTo>
                    <a:pt x="88991" y="226255"/>
                  </a:lnTo>
                  <a:lnTo>
                    <a:pt x="88443" y="228433"/>
                  </a:lnTo>
                  <a:lnTo>
                    <a:pt x="87810" y="233850"/>
                  </a:lnTo>
                  <a:lnTo>
                    <a:pt x="87709" y="235789"/>
                  </a:lnTo>
                  <a:lnTo>
                    <a:pt x="88429" y="240691"/>
                  </a:lnTo>
                  <a:lnTo>
                    <a:pt x="88812" y="243335"/>
                  </a:lnTo>
                  <a:lnTo>
                    <a:pt x="89850" y="252921"/>
                  </a:lnTo>
                  <a:lnTo>
                    <a:pt x="90001" y="255529"/>
                  </a:lnTo>
                  <a:lnTo>
                    <a:pt x="88578" y="259171"/>
                  </a:lnTo>
                  <a:lnTo>
                    <a:pt x="88011" y="261387"/>
                  </a:lnTo>
                  <a:lnTo>
                    <a:pt x="87809" y="263341"/>
                  </a:lnTo>
                  <a:lnTo>
                    <a:pt x="87816" y="264888"/>
                  </a:lnTo>
                  <a:lnTo>
                    <a:pt x="87945" y="266304"/>
                  </a:lnTo>
                  <a:lnTo>
                    <a:pt x="89130" y="270795"/>
                  </a:lnTo>
                  <a:lnTo>
                    <a:pt x="90509" y="274817"/>
                  </a:lnTo>
                  <a:lnTo>
                    <a:pt x="91184" y="276918"/>
                  </a:lnTo>
                  <a:lnTo>
                    <a:pt x="91184" y="279746"/>
                  </a:lnTo>
                  <a:lnTo>
                    <a:pt x="90847" y="281362"/>
                  </a:lnTo>
                  <a:lnTo>
                    <a:pt x="90114" y="281959"/>
                  </a:lnTo>
                  <a:lnTo>
                    <a:pt x="88485" y="283058"/>
                  </a:lnTo>
                  <a:lnTo>
                    <a:pt x="87810" y="284674"/>
                  </a:lnTo>
                  <a:lnTo>
                    <a:pt x="87068" y="284920"/>
                  </a:lnTo>
                  <a:lnTo>
                    <a:pt x="86360" y="283624"/>
                  </a:lnTo>
                  <a:lnTo>
                    <a:pt x="85617" y="283947"/>
                  </a:lnTo>
                  <a:lnTo>
                    <a:pt x="84673" y="285079"/>
                  </a:lnTo>
                  <a:lnTo>
                    <a:pt x="84318" y="287826"/>
                  </a:lnTo>
                  <a:lnTo>
                    <a:pt x="83492" y="292509"/>
                  </a:lnTo>
                  <a:lnTo>
                    <a:pt x="82784" y="293805"/>
                  </a:lnTo>
                  <a:lnTo>
                    <a:pt x="82256" y="297380"/>
                  </a:lnTo>
                  <a:lnTo>
                    <a:pt x="81314" y="302508"/>
                  </a:lnTo>
                  <a:lnTo>
                    <a:pt x="80860" y="305598"/>
                  </a:lnTo>
                  <a:lnTo>
                    <a:pt x="80624" y="307861"/>
                  </a:lnTo>
                  <a:lnTo>
                    <a:pt x="79676" y="309306"/>
                  </a:lnTo>
                  <a:lnTo>
                    <a:pt x="78572" y="312178"/>
                  </a:lnTo>
                  <a:lnTo>
                    <a:pt x="77722" y="314971"/>
                  </a:lnTo>
                  <a:lnTo>
                    <a:pt x="77385" y="315779"/>
                  </a:lnTo>
                  <a:lnTo>
                    <a:pt x="76744" y="316021"/>
                  </a:lnTo>
                  <a:lnTo>
                    <a:pt x="76271" y="318526"/>
                  </a:lnTo>
                  <a:lnTo>
                    <a:pt x="74670" y="322306"/>
                  </a:lnTo>
                  <a:lnTo>
                    <a:pt x="74288" y="326692"/>
                  </a:lnTo>
                  <a:lnTo>
                    <a:pt x="73708" y="329030"/>
                  </a:lnTo>
                  <a:lnTo>
                    <a:pt x="73606" y="333249"/>
                  </a:lnTo>
                  <a:lnTo>
                    <a:pt x="72721" y="340979"/>
                  </a:lnTo>
                  <a:lnTo>
                    <a:pt x="72560" y="342685"/>
                  </a:lnTo>
                  <a:lnTo>
                    <a:pt x="71666" y="344032"/>
                  </a:lnTo>
                  <a:lnTo>
                    <a:pt x="70491" y="347022"/>
                  </a:lnTo>
                  <a:lnTo>
                    <a:pt x="70106" y="349209"/>
                  </a:lnTo>
                  <a:lnTo>
                    <a:pt x="70651" y="355751"/>
                  </a:lnTo>
                  <a:lnTo>
                    <a:pt x="71329" y="362362"/>
                  </a:lnTo>
                  <a:lnTo>
                    <a:pt x="71373" y="365461"/>
                  </a:lnTo>
                  <a:lnTo>
                    <a:pt x="71110" y="369668"/>
                  </a:lnTo>
                  <a:lnTo>
                    <a:pt x="70931" y="371498"/>
                  </a:lnTo>
                  <a:lnTo>
                    <a:pt x="71380" y="372254"/>
                  </a:lnTo>
                  <a:lnTo>
                    <a:pt x="72122" y="372739"/>
                  </a:lnTo>
                  <a:lnTo>
                    <a:pt x="72358" y="374355"/>
                  </a:lnTo>
                  <a:lnTo>
                    <a:pt x="71818" y="375486"/>
                  </a:lnTo>
                  <a:lnTo>
                    <a:pt x="71583" y="377506"/>
                  </a:lnTo>
                  <a:lnTo>
                    <a:pt x="70975" y="379768"/>
                  </a:lnTo>
                  <a:lnTo>
                    <a:pt x="69178" y="380657"/>
                  </a:lnTo>
                  <a:lnTo>
                    <a:pt x="68546" y="379849"/>
                  </a:lnTo>
                  <a:lnTo>
                    <a:pt x="68343" y="380576"/>
                  </a:lnTo>
                  <a:lnTo>
                    <a:pt x="68445" y="382192"/>
                  </a:lnTo>
                  <a:lnTo>
                    <a:pt x="68043" y="384097"/>
                  </a:lnTo>
                  <a:lnTo>
                    <a:pt x="67112" y="389196"/>
                  </a:lnTo>
                  <a:lnTo>
                    <a:pt x="66497" y="393827"/>
                  </a:lnTo>
                  <a:lnTo>
                    <a:pt x="66140" y="395847"/>
                  </a:lnTo>
                  <a:lnTo>
                    <a:pt x="66285" y="397544"/>
                  </a:lnTo>
                  <a:lnTo>
                    <a:pt x="66589" y="398513"/>
                  </a:lnTo>
                  <a:lnTo>
                    <a:pt x="66622" y="399402"/>
                  </a:lnTo>
                  <a:lnTo>
                    <a:pt x="66110" y="400519"/>
                  </a:lnTo>
                  <a:lnTo>
                    <a:pt x="65644" y="402311"/>
                  </a:lnTo>
                  <a:lnTo>
                    <a:pt x="65138" y="402553"/>
                  </a:lnTo>
                  <a:lnTo>
                    <a:pt x="64599" y="402066"/>
                  </a:lnTo>
                  <a:lnTo>
                    <a:pt x="64025" y="403119"/>
                  </a:lnTo>
                  <a:lnTo>
                    <a:pt x="63908" y="405318"/>
                  </a:lnTo>
                  <a:lnTo>
                    <a:pt x="63592" y="408111"/>
                  </a:lnTo>
                  <a:lnTo>
                    <a:pt x="63447" y="411378"/>
                  </a:lnTo>
                  <a:lnTo>
                    <a:pt x="63215" y="415559"/>
                  </a:lnTo>
                  <a:lnTo>
                    <a:pt x="63950" y="418424"/>
                  </a:lnTo>
                  <a:lnTo>
                    <a:pt x="64882" y="423610"/>
                  </a:lnTo>
                  <a:lnTo>
                    <a:pt x="65576" y="424848"/>
                  </a:lnTo>
                  <a:lnTo>
                    <a:pt x="66353" y="424767"/>
                  </a:lnTo>
                  <a:lnTo>
                    <a:pt x="66960" y="425817"/>
                  </a:lnTo>
                  <a:lnTo>
                    <a:pt x="67297" y="427032"/>
                  </a:lnTo>
                  <a:lnTo>
                    <a:pt x="66847" y="429199"/>
                  </a:lnTo>
                  <a:lnTo>
                    <a:pt x="66049" y="429534"/>
                  </a:lnTo>
                  <a:lnTo>
                    <a:pt x="65948" y="430749"/>
                  </a:lnTo>
                  <a:lnTo>
                    <a:pt x="66184" y="433496"/>
                  </a:lnTo>
                  <a:lnTo>
                    <a:pt x="66487" y="436162"/>
                  </a:lnTo>
                  <a:lnTo>
                    <a:pt x="67255" y="437441"/>
                  </a:lnTo>
                  <a:lnTo>
                    <a:pt x="67601" y="441007"/>
                  </a:lnTo>
                  <a:lnTo>
                    <a:pt x="68343" y="442219"/>
                  </a:lnTo>
                  <a:lnTo>
                    <a:pt x="68253" y="446782"/>
                  </a:lnTo>
                  <a:lnTo>
                    <a:pt x="69003" y="452140"/>
                  </a:lnTo>
                  <a:lnTo>
                    <a:pt x="69794" y="453693"/>
                  </a:lnTo>
                  <a:lnTo>
                    <a:pt x="70165" y="454420"/>
                  </a:lnTo>
                  <a:lnTo>
                    <a:pt x="69917" y="456757"/>
                  </a:lnTo>
                  <a:lnTo>
                    <a:pt x="69288" y="458621"/>
                  </a:lnTo>
                  <a:lnTo>
                    <a:pt x="69153" y="461611"/>
                  </a:lnTo>
                  <a:lnTo>
                    <a:pt x="69389" y="463793"/>
                  </a:lnTo>
                  <a:lnTo>
                    <a:pt x="70192" y="465853"/>
                  </a:lnTo>
                  <a:lnTo>
                    <a:pt x="70818" y="466087"/>
                  </a:lnTo>
                  <a:lnTo>
                    <a:pt x="71717" y="465247"/>
                  </a:lnTo>
                  <a:lnTo>
                    <a:pt x="72662" y="466216"/>
                  </a:lnTo>
                  <a:lnTo>
                    <a:pt x="72797" y="467994"/>
                  </a:lnTo>
                  <a:lnTo>
                    <a:pt x="72932" y="469610"/>
                  </a:lnTo>
                  <a:lnTo>
                    <a:pt x="72426" y="471711"/>
                  </a:lnTo>
                  <a:lnTo>
                    <a:pt x="71886" y="475589"/>
                  </a:lnTo>
                  <a:lnTo>
                    <a:pt x="71740" y="479441"/>
                  </a:lnTo>
                  <a:lnTo>
                    <a:pt x="71899" y="485305"/>
                  </a:lnTo>
                  <a:lnTo>
                    <a:pt x="72145" y="489850"/>
                  </a:lnTo>
                  <a:lnTo>
                    <a:pt x="72197" y="492713"/>
                  </a:lnTo>
                  <a:lnTo>
                    <a:pt x="72257" y="494008"/>
                  </a:lnTo>
                  <a:lnTo>
                    <a:pt x="71920" y="494897"/>
                  </a:lnTo>
                  <a:lnTo>
                    <a:pt x="71099" y="495356"/>
                  </a:lnTo>
                  <a:lnTo>
                    <a:pt x="70402" y="495543"/>
                  </a:lnTo>
                  <a:lnTo>
                    <a:pt x="69794" y="496268"/>
                  </a:lnTo>
                  <a:lnTo>
                    <a:pt x="69659" y="497722"/>
                  </a:lnTo>
                  <a:lnTo>
                    <a:pt x="69184" y="500146"/>
                  </a:lnTo>
                  <a:lnTo>
                    <a:pt x="68693" y="501944"/>
                  </a:lnTo>
                  <a:lnTo>
                    <a:pt x="67837" y="504555"/>
                  </a:lnTo>
                  <a:lnTo>
                    <a:pt x="67294" y="507256"/>
                  </a:lnTo>
                  <a:lnTo>
                    <a:pt x="66859" y="509034"/>
                  </a:lnTo>
                  <a:lnTo>
                    <a:pt x="66898" y="510266"/>
                  </a:lnTo>
                  <a:lnTo>
                    <a:pt x="66585" y="512644"/>
                  </a:lnTo>
                  <a:lnTo>
                    <a:pt x="66264" y="514617"/>
                  </a:lnTo>
                  <a:lnTo>
                    <a:pt x="65585" y="521269"/>
                  </a:lnTo>
                  <a:lnTo>
                    <a:pt x="64679" y="522651"/>
                  </a:lnTo>
                  <a:lnTo>
                    <a:pt x="63957" y="523335"/>
                  </a:lnTo>
                  <a:lnTo>
                    <a:pt x="63586" y="524224"/>
                  </a:lnTo>
                  <a:lnTo>
                    <a:pt x="63868" y="526027"/>
                  </a:lnTo>
                  <a:lnTo>
                    <a:pt x="64632" y="526567"/>
                  </a:lnTo>
                  <a:lnTo>
                    <a:pt x="64902" y="528021"/>
                  </a:lnTo>
                  <a:lnTo>
                    <a:pt x="64800" y="530284"/>
                  </a:lnTo>
                  <a:lnTo>
                    <a:pt x="65307" y="532384"/>
                  </a:lnTo>
                  <a:lnTo>
                    <a:pt x="65257" y="534930"/>
                  </a:lnTo>
                  <a:lnTo>
                    <a:pt x="65745" y="539737"/>
                  </a:lnTo>
                  <a:lnTo>
                    <a:pt x="65307" y="542888"/>
                  </a:lnTo>
                  <a:lnTo>
                    <a:pt x="65455" y="545606"/>
                  </a:lnTo>
                  <a:lnTo>
                    <a:pt x="65442" y="548302"/>
                  </a:lnTo>
                  <a:lnTo>
                    <a:pt x="64800" y="550399"/>
                  </a:lnTo>
                  <a:lnTo>
                    <a:pt x="63485" y="550803"/>
                  </a:lnTo>
                  <a:lnTo>
                    <a:pt x="62763" y="552740"/>
                  </a:lnTo>
                  <a:lnTo>
                    <a:pt x="61528" y="554846"/>
                  </a:lnTo>
                  <a:lnTo>
                    <a:pt x="61393" y="556543"/>
                  </a:lnTo>
                  <a:lnTo>
                    <a:pt x="61191" y="558078"/>
                  </a:lnTo>
                  <a:lnTo>
                    <a:pt x="60685" y="558644"/>
                  </a:lnTo>
                  <a:lnTo>
                    <a:pt x="59909" y="558644"/>
                  </a:lnTo>
                  <a:lnTo>
                    <a:pt x="59267" y="558886"/>
                  </a:lnTo>
                  <a:lnTo>
                    <a:pt x="58369" y="560877"/>
                  </a:lnTo>
                  <a:lnTo>
                    <a:pt x="57412" y="561954"/>
                  </a:lnTo>
                  <a:lnTo>
                    <a:pt x="57193" y="563558"/>
                  </a:lnTo>
                  <a:lnTo>
                    <a:pt x="57277" y="565509"/>
                  </a:lnTo>
                  <a:lnTo>
                    <a:pt x="56771" y="566721"/>
                  </a:lnTo>
                  <a:lnTo>
                    <a:pt x="56130" y="568983"/>
                  </a:lnTo>
                  <a:lnTo>
                    <a:pt x="55725" y="571407"/>
                  </a:lnTo>
                  <a:lnTo>
                    <a:pt x="56130" y="573669"/>
                  </a:lnTo>
                  <a:lnTo>
                    <a:pt x="56569" y="577709"/>
                  </a:lnTo>
                  <a:lnTo>
                    <a:pt x="56636" y="579406"/>
                  </a:lnTo>
                  <a:lnTo>
                    <a:pt x="56079" y="582748"/>
                  </a:lnTo>
                  <a:lnTo>
                    <a:pt x="55624" y="584900"/>
                  </a:lnTo>
                  <a:lnTo>
                    <a:pt x="56062" y="587647"/>
                  </a:lnTo>
                  <a:lnTo>
                    <a:pt x="56433" y="589180"/>
                  </a:lnTo>
                  <a:lnTo>
                    <a:pt x="56087" y="592550"/>
                  </a:lnTo>
                  <a:lnTo>
                    <a:pt x="55793" y="594674"/>
                  </a:lnTo>
                  <a:lnTo>
                    <a:pt x="56029" y="598552"/>
                  </a:lnTo>
                  <a:lnTo>
                    <a:pt x="56910" y="602915"/>
                  </a:lnTo>
                  <a:lnTo>
                    <a:pt x="57749" y="606794"/>
                  </a:lnTo>
                  <a:lnTo>
                    <a:pt x="57873" y="611307"/>
                  </a:lnTo>
                  <a:lnTo>
                    <a:pt x="58091" y="614879"/>
                  </a:lnTo>
                  <a:lnTo>
                    <a:pt x="58492" y="618752"/>
                  </a:lnTo>
                  <a:lnTo>
                    <a:pt x="59335" y="620287"/>
                  </a:lnTo>
                  <a:lnTo>
                    <a:pt x="59977" y="621580"/>
                  </a:lnTo>
                  <a:lnTo>
                    <a:pt x="59841" y="623438"/>
                  </a:lnTo>
                  <a:lnTo>
                    <a:pt x="59369" y="625701"/>
                  </a:lnTo>
                  <a:lnTo>
                    <a:pt x="58694" y="627397"/>
                  </a:lnTo>
                  <a:lnTo>
                    <a:pt x="57022" y="627960"/>
                  </a:lnTo>
                  <a:lnTo>
                    <a:pt x="55662" y="629492"/>
                  </a:lnTo>
                  <a:lnTo>
                    <a:pt x="54571" y="630557"/>
                  </a:lnTo>
                  <a:lnTo>
                    <a:pt x="53739" y="631841"/>
                  </a:lnTo>
                  <a:lnTo>
                    <a:pt x="53142" y="633206"/>
                  </a:lnTo>
                  <a:lnTo>
                    <a:pt x="52845" y="634701"/>
                  </a:lnTo>
                  <a:lnTo>
                    <a:pt x="53045" y="641211"/>
                  </a:lnTo>
                  <a:lnTo>
                    <a:pt x="52914" y="643612"/>
                  </a:lnTo>
                  <a:lnTo>
                    <a:pt x="52354" y="647014"/>
                  </a:lnTo>
                  <a:lnTo>
                    <a:pt x="51831" y="649758"/>
                  </a:lnTo>
                  <a:lnTo>
                    <a:pt x="51609" y="650584"/>
                  </a:lnTo>
                  <a:lnTo>
                    <a:pt x="51541" y="651795"/>
                  </a:lnTo>
                  <a:lnTo>
                    <a:pt x="51440" y="652927"/>
                  </a:lnTo>
                  <a:lnTo>
                    <a:pt x="50853" y="653183"/>
                  </a:lnTo>
                  <a:lnTo>
                    <a:pt x="50023" y="652684"/>
                  </a:lnTo>
                  <a:lnTo>
                    <a:pt x="49550" y="653007"/>
                  </a:lnTo>
                  <a:lnTo>
                    <a:pt x="49213" y="653896"/>
                  </a:lnTo>
                  <a:lnTo>
                    <a:pt x="49498" y="656017"/>
                  </a:lnTo>
                  <a:lnTo>
                    <a:pt x="49803" y="659748"/>
                  </a:lnTo>
                  <a:lnTo>
                    <a:pt x="50225" y="661330"/>
                  </a:lnTo>
                  <a:lnTo>
                    <a:pt x="50111" y="662582"/>
                  </a:lnTo>
                  <a:lnTo>
                    <a:pt x="49955" y="665289"/>
                  </a:lnTo>
                  <a:lnTo>
                    <a:pt x="49405" y="667479"/>
                  </a:lnTo>
                  <a:lnTo>
                    <a:pt x="48673" y="667470"/>
                  </a:lnTo>
                  <a:lnTo>
                    <a:pt x="48201" y="668359"/>
                  </a:lnTo>
                  <a:lnTo>
                    <a:pt x="47999" y="669894"/>
                  </a:lnTo>
                  <a:lnTo>
                    <a:pt x="48218" y="671894"/>
                  </a:lnTo>
                  <a:lnTo>
                    <a:pt x="49179" y="673530"/>
                  </a:lnTo>
                  <a:lnTo>
                    <a:pt x="49517" y="674581"/>
                  </a:lnTo>
                  <a:lnTo>
                    <a:pt x="49348" y="675954"/>
                  </a:lnTo>
                  <a:lnTo>
                    <a:pt x="48606" y="676520"/>
                  </a:lnTo>
                  <a:lnTo>
                    <a:pt x="48168" y="677651"/>
                  </a:lnTo>
                  <a:lnTo>
                    <a:pt x="47749" y="680170"/>
                  </a:lnTo>
                  <a:lnTo>
                    <a:pt x="47191" y="683012"/>
                  </a:lnTo>
                  <a:lnTo>
                    <a:pt x="46594" y="685113"/>
                  </a:lnTo>
                  <a:lnTo>
                    <a:pt x="46480" y="687993"/>
                  </a:lnTo>
                  <a:lnTo>
                    <a:pt x="47323" y="691060"/>
                  </a:lnTo>
                  <a:lnTo>
                    <a:pt x="47229" y="694064"/>
                  </a:lnTo>
                  <a:lnTo>
                    <a:pt x="47169" y="702863"/>
                  </a:lnTo>
                  <a:lnTo>
                    <a:pt x="47087" y="705847"/>
                  </a:lnTo>
                  <a:lnTo>
                    <a:pt x="47347" y="710787"/>
                  </a:lnTo>
                  <a:lnTo>
                    <a:pt x="47020" y="712149"/>
                  </a:lnTo>
                  <a:lnTo>
                    <a:pt x="46852" y="713442"/>
                  </a:lnTo>
                  <a:lnTo>
                    <a:pt x="47676" y="717034"/>
                  </a:lnTo>
                  <a:lnTo>
                    <a:pt x="48595" y="722843"/>
                  </a:lnTo>
                  <a:lnTo>
                    <a:pt x="48842" y="725154"/>
                  </a:lnTo>
                  <a:lnTo>
                    <a:pt x="48707" y="726770"/>
                  </a:lnTo>
                  <a:lnTo>
                    <a:pt x="47475" y="728141"/>
                  </a:lnTo>
                  <a:lnTo>
                    <a:pt x="46447" y="728709"/>
                  </a:lnTo>
                  <a:lnTo>
                    <a:pt x="45839" y="727740"/>
                  </a:lnTo>
                  <a:lnTo>
                    <a:pt x="45435" y="728144"/>
                  </a:lnTo>
                  <a:lnTo>
                    <a:pt x="44962" y="729841"/>
                  </a:lnTo>
                  <a:lnTo>
                    <a:pt x="44422" y="731214"/>
                  </a:lnTo>
                  <a:lnTo>
                    <a:pt x="44219" y="732588"/>
                  </a:lnTo>
                  <a:lnTo>
                    <a:pt x="44793" y="734365"/>
                  </a:lnTo>
                  <a:lnTo>
                    <a:pt x="45097" y="737756"/>
                  </a:lnTo>
                  <a:lnTo>
                    <a:pt x="44456" y="739210"/>
                  </a:lnTo>
                  <a:lnTo>
                    <a:pt x="43984" y="740826"/>
                  </a:lnTo>
                  <a:lnTo>
                    <a:pt x="44152" y="742927"/>
                  </a:lnTo>
                  <a:lnTo>
                    <a:pt x="44355" y="746725"/>
                  </a:lnTo>
                  <a:lnTo>
                    <a:pt x="43950" y="753027"/>
                  </a:lnTo>
                  <a:lnTo>
                    <a:pt x="44493" y="755260"/>
                  </a:lnTo>
                  <a:lnTo>
                    <a:pt x="45082" y="756334"/>
                  </a:lnTo>
                  <a:lnTo>
                    <a:pt x="47008" y="757615"/>
                  </a:lnTo>
                  <a:lnTo>
                    <a:pt x="48453" y="758250"/>
                  </a:lnTo>
                  <a:lnTo>
                    <a:pt x="48834" y="760333"/>
                  </a:lnTo>
                  <a:lnTo>
                    <a:pt x="48671" y="762027"/>
                  </a:lnTo>
                  <a:lnTo>
                    <a:pt x="47975" y="762864"/>
                  </a:lnTo>
                  <a:lnTo>
                    <a:pt x="46929" y="763591"/>
                  </a:lnTo>
                  <a:lnTo>
                    <a:pt x="46929" y="766327"/>
                  </a:lnTo>
                  <a:lnTo>
                    <a:pt x="47825" y="768898"/>
                  </a:lnTo>
                  <a:lnTo>
                    <a:pt x="48834" y="770759"/>
                  </a:lnTo>
                  <a:lnTo>
                    <a:pt x="49054" y="772433"/>
                  </a:lnTo>
                  <a:lnTo>
                    <a:pt x="48997" y="774144"/>
                  </a:lnTo>
                  <a:lnTo>
                    <a:pt x="48290" y="775578"/>
                  </a:lnTo>
                  <a:lnTo>
                    <a:pt x="49262" y="778686"/>
                  </a:lnTo>
                  <a:lnTo>
                    <a:pt x="49705" y="780790"/>
                  </a:lnTo>
                  <a:lnTo>
                    <a:pt x="49259" y="782411"/>
                  </a:lnTo>
                  <a:lnTo>
                    <a:pt x="48630" y="784841"/>
                  </a:lnTo>
                  <a:lnTo>
                    <a:pt x="48072" y="786004"/>
                  </a:lnTo>
                  <a:lnTo>
                    <a:pt x="48075" y="787326"/>
                  </a:lnTo>
                  <a:lnTo>
                    <a:pt x="47845" y="790004"/>
                  </a:lnTo>
                  <a:lnTo>
                    <a:pt x="47792" y="792627"/>
                  </a:lnTo>
                  <a:lnTo>
                    <a:pt x="47978" y="794191"/>
                  </a:lnTo>
                  <a:lnTo>
                    <a:pt x="54077" y="795426"/>
                  </a:lnTo>
                  <a:lnTo>
                    <a:pt x="55473" y="795908"/>
                  </a:lnTo>
                  <a:lnTo>
                    <a:pt x="56235" y="797469"/>
                  </a:lnTo>
                  <a:lnTo>
                    <a:pt x="56126" y="799425"/>
                  </a:lnTo>
                  <a:lnTo>
                    <a:pt x="55364" y="801509"/>
                  </a:lnTo>
                  <a:lnTo>
                    <a:pt x="54874" y="805419"/>
                  </a:lnTo>
                  <a:lnTo>
                    <a:pt x="53677" y="806071"/>
                  </a:lnTo>
                  <a:lnTo>
                    <a:pt x="52480" y="805026"/>
                  </a:lnTo>
                  <a:lnTo>
                    <a:pt x="51182" y="805387"/>
                  </a:lnTo>
                  <a:lnTo>
                    <a:pt x="50055" y="805635"/>
                  </a:lnTo>
                  <a:lnTo>
                    <a:pt x="48437" y="805753"/>
                  </a:lnTo>
                  <a:lnTo>
                    <a:pt x="46287" y="806258"/>
                  </a:lnTo>
                  <a:lnTo>
                    <a:pt x="44971" y="805678"/>
                  </a:lnTo>
                  <a:lnTo>
                    <a:pt x="44862" y="807113"/>
                  </a:lnTo>
                  <a:lnTo>
                    <a:pt x="45242" y="809588"/>
                  </a:lnTo>
                  <a:lnTo>
                    <a:pt x="48072" y="810370"/>
                  </a:lnTo>
                  <a:lnTo>
                    <a:pt x="50739" y="811805"/>
                  </a:lnTo>
                  <a:lnTo>
                    <a:pt x="51540" y="814425"/>
                  </a:lnTo>
                  <a:lnTo>
                    <a:pt x="52624" y="817391"/>
                  </a:lnTo>
                  <a:lnTo>
                    <a:pt x="53731" y="819229"/>
                  </a:lnTo>
                  <a:lnTo>
                    <a:pt x="53786" y="822228"/>
                  </a:lnTo>
                  <a:lnTo>
                    <a:pt x="52045" y="825353"/>
                  </a:lnTo>
                  <a:lnTo>
                    <a:pt x="51827" y="827569"/>
                  </a:lnTo>
                  <a:lnTo>
                    <a:pt x="49541" y="828221"/>
                  </a:lnTo>
                  <a:lnTo>
                    <a:pt x="48889" y="829525"/>
                  </a:lnTo>
                  <a:lnTo>
                    <a:pt x="48562" y="833825"/>
                  </a:lnTo>
                  <a:lnTo>
                    <a:pt x="48834" y="837213"/>
                  </a:lnTo>
                  <a:lnTo>
                    <a:pt x="49705" y="838384"/>
                  </a:lnTo>
                  <a:lnTo>
                    <a:pt x="50304" y="840601"/>
                  </a:lnTo>
                  <a:lnTo>
                    <a:pt x="49650" y="843206"/>
                  </a:lnTo>
                  <a:lnTo>
                    <a:pt x="48110" y="845004"/>
                  </a:lnTo>
                  <a:lnTo>
                    <a:pt x="47291" y="846712"/>
                  </a:lnTo>
                  <a:lnTo>
                    <a:pt x="47804" y="848077"/>
                  </a:lnTo>
                  <a:lnTo>
                    <a:pt x="48501" y="850242"/>
                  </a:lnTo>
                  <a:lnTo>
                    <a:pt x="48692" y="851419"/>
                  </a:lnTo>
                  <a:lnTo>
                    <a:pt x="49073" y="854610"/>
                  </a:lnTo>
                  <a:lnTo>
                    <a:pt x="49518" y="859060"/>
                  </a:lnTo>
                  <a:lnTo>
                    <a:pt x="49463" y="861216"/>
                  </a:lnTo>
                  <a:lnTo>
                    <a:pt x="49055" y="862826"/>
                  </a:lnTo>
                  <a:lnTo>
                    <a:pt x="47528" y="865359"/>
                  </a:lnTo>
                  <a:lnTo>
                    <a:pt x="46494" y="866531"/>
                  </a:lnTo>
                  <a:lnTo>
                    <a:pt x="46292" y="869650"/>
                  </a:lnTo>
                  <a:lnTo>
                    <a:pt x="46214" y="871991"/>
                  </a:lnTo>
                  <a:lnTo>
                    <a:pt x="46321" y="874103"/>
                  </a:lnTo>
                  <a:lnTo>
                    <a:pt x="46984" y="875782"/>
                  </a:lnTo>
                  <a:lnTo>
                    <a:pt x="46929" y="877476"/>
                  </a:lnTo>
                  <a:lnTo>
                    <a:pt x="46022" y="877837"/>
                  </a:lnTo>
                  <a:lnTo>
                    <a:pt x="45242" y="878651"/>
                  </a:lnTo>
                  <a:lnTo>
                    <a:pt x="44481" y="881646"/>
                  </a:lnTo>
                  <a:lnTo>
                    <a:pt x="42266" y="884705"/>
                  </a:lnTo>
                  <a:lnTo>
                    <a:pt x="41488" y="886075"/>
                  </a:lnTo>
                  <a:lnTo>
                    <a:pt x="41543" y="888422"/>
                  </a:lnTo>
                  <a:lnTo>
                    <a:pt x="40665" y="891775"/>
                  </a:lnTo>
                  <a:lnTo>
                    <a:pt x="39930" y="894689"/>
                  </a:lnTo>
                  <a:lnTo>
                    <a:pt x="39366" y="897413"/>
                  </a:lnTo>
                  <a:lnTo>
                    <a:pt x="39475" y="900279"/>
                  </a:lnTo>
                  <a:lnTo>
                    <a:pt x="40723" y="901537"/>
                  </a:lnTo>
                  <a:lnTo>
                    <a:pt x="41705" y="904319"/>
                  </a:lnTo>
                  <a:lnTo>
                    <a:pt x="42141" y="907836"/>
                  </a:lnTo>
                  <a:lnTo>
                    <a:pt x="41379" y="911876"/>
                  </a:lnTo>
                  <a:lnTo>
                    <a:pt x="39610" y="913400"/>
                  </a:lnTo>
                  <a:lnTo>
                    <a:pt x="38564" y="915114"/>
                  </a:lnTo>
                  <a:lnTo>
                    <a:pt x="38249" y="916412"/>
                  </a:lnTo>
                  <a:lnTo>
                    <a:pt x="38527" y="920643"/>
                  </a:lnTo>
                  <a:lnTo>
                    <a:pt x="38455" y="922628"/>
                  </a:lnTo>
                  <a:lnTo>
                    <a:pt x="38175" y="924495"/>
                  </a:lnTo>
                  <a:lnTo>
                    <a:pt x="37720" y="925935"/>
                  </a:lnTo>
                  <a:lnTo>
                    <a:pt x="36768" y="927551"/>
                  </a:lnTo>
                  <a:lnTo>
                    <a:pt x="35078" y="928959"/>
                  </a:lnTo>
                  <a:lnTo>
                    <a:pt x="33642" y="929929"/>
                  </a:lnTo>
                  <a:lnTo>
                    <a:pt x="33002" y="931040"/>
                  </a:lnTo>
                  <a:lnTo>
                    <a:pt x="32250" y="933478"/>
                  </a:lnTo>
                  <a:lnTo>
                    <a:pt x="31580" y="936170"/>
                  </a:lnTo>
                  <a:lnTo>
                    <a:pt x="31748" y="939500"/>
                  </a:lnTo>
                  <a:lnTo>
                    <a:pt x="27721" y="939890"/>
                  </a:lnTo>
                  <a:lnTo>
                    <a:pt x="27449" y="942366"/>
                  </a:lnTo>
                  <a:lnTo>
                    <a:pt x="26578" y="944322"/>
                  </a:lnTo>
                  <a:lnTo>
                    <a:pt x="26306" y="947840"/>
                  </a:lnTo>
                  <a:lnTo>
                    <a:pt x="27191" y="951242"/>
                  </a:lnTo>
                  <a:lnTo>
                    <a:pt x="27612" y="954093"/>
                  </a:lnTo>
                  <a:lnTo>
                    <a:pt x="26890" y="957533"/>
                  </a:lnTo>
                  <a:lnTo>
                    <a:pt x="27152" y="961059"/>
                  </a:lnTo>
                  <a:lnTo>
                    <a:pt x="27231" y="963867"/>
                  </a:lnTo>
                  <a:lnTo>
                    <a:pt x="28646" y="966995"/>
                  </a:lnTo>
                  <a:lnTo>
                    <a:pt x="29570" y="970859"/>
                  </a:lnTo>
                  <a:lnTo>
                    <a:pt x="30034" y="974128"/>
                  </a:lnTo>
                  <a:lnTo>
                    <a:pt x="30312" y="976668"/>
                  </a:lnTo>
                  <a:lnTo>
                    <a:pt x="30682" y="978211"/>
                  </a:lnTo>
                  <a:lnTo>
                    <a:pt x="31264" y="979963"/>
                  </a:lnTo>
                  <a:lnTo>
                    <a:pt x="31530" y="981980"/>
                  </a:lnTo>
                  <a:lnTo>
                    <a:pt x="32401" y="982632"/>
                  </a:lnTo>
                  <a:lnTo>
                    <a:pt x="33965" y="980745"/>
                  </a:lnTo>
                  <a:lnTo>
                    <a:pt x="35072" y="979464"/>
                  </a:lnTo>
                  <a:lnTo>
                    <a:pt x="35840" y="979008"/>
                  </a:lnTo>
                  <a:lnTo>
                    <a:pt x="38101" y="979302"/>
                  </a:lnTo>
                  <a:lnTo>
                    <a:pt x="39466" y="978116"/>
                  </a:lnTo>
                  <a:lnTo>
                    <a:pt x="40079" y="978240"/>
                  </a:lnTo>
                  <a:lnTo>
                    <a:pt x="40913" y="978907"/>
                  </a:lnTo>
                  <a:lnTo>
                    <a:pt x="41558" y="980312"/>
                  </a:lnTo>
                  <a:lnTo>
                    <a:pt x="42047" y="983495"/>
                  </a:lnTo>
                  <a:lnTo>
                    <a:pt x="42347" y="987062"/>
                  </a:lnTo>
                  <a:lnTo>
                    <a:pt x="41964" y="990700"/>
                  </a:lnTo>
                  <a:lnTo>
                    <a:pt x="41325" y="991491"/>
                  </a:lnTo>
                  <a:lnTo>
                    <a:pt x="41107" y="992533"/>
                  </a:lnTo>
                  <a:lnTo>
                    <a:pt x="41325" y="994749"/>
                  </a:lnTo>
                  <a:lnTo>
                    <a:pt x="42032" y="996313"/>
                  </a:lnTo>
                  <a:lnTo>
                    <a:pt x="42015" y="998546"/>
                  </a:lnTo>
                  <a:lnTo>
                    <a:pt x="41235" y="1003611"/>
                  </a:lnTo>
                  <a:lnTo>
                    <a:pt x="40726" y="1005694"/>
                  </a:lnTo>
                  <a:lnTo>
                    <a:pt x="41629" y="1008043"/>
                  </a:lnTo>
                  <a:lnTo>
                    <a:pt x="42437" y="1010135"/>
                  </a:lnTo>
                  <a:lnTo>
                    <a:pt x="44067" y="1011699"/>
                  </a:lnTo>
                  <a:lnTo>
                    <a:pt x="45406" y="1013904"/>
                  </a:lnTo>
                  <a:lnTo>
                    <a:pt x="46331" y="1015728"/>
                  </a:lnTo>
                  <a:lnTo>
                    <a:pt x="46113" y="1018204"/>
                  </a:lnTo>
                  <a:lnTo>
                    <a:pt x="46761" y="1018954"/>
                  </a:lnTo>
                  <a:lnTo>
                    <a:pt x="49254" y="1019006"/>
                  </a:lnTo>
                  <a:lnTo>
                    <a:pt x="52979" y="1019084"/>
                  </a:lnTo>
                  <a:lnTo>
                    <a:pt x="58798" y="1019208"/>
                  </a:lnTo>
                  <a:lnTo>
                    <a:pt x="64478" y="1019329"/>
                  </a:lnTo>
                  <a:lnTo>
                    <a:pt x="70927" y="1019505"/>
                  </a:lnTo>
                  <a:lnTo>
                    <a:pt x="73983" y="1021490"/>
                  </a:lnTo>
                  <a:lnTo>
                    <a:pt x="76749" y="1023285"/>
                  </a:lnTo>
                  <a:lnTo>
                    <a:pt x="80232" y="1023285"/>
                  </a:lnTo>
                  <a:lnTo>
                    <a:pt x="83707" y="1025412"/>
                  </a:lnTo>
                  <a:lnTo>
                    <a:pt x="86291" y="1026812"/>
                  </a:lnTo>
                  <a:lnTo>
                    <a:pt x="87838" y="1027340"/>
                  </a:lnTo>
                  <a:lnTo>
                    <a:pt x="89428" y="1027844"/>
                  </a:lnTo>
                  <a:lnTo>
                    <a:pt x="89645" y="1029801"/>
                  </a:lnTo>
                  <a:lnTo>
                    <a:pt x="82687" y="1027025"/>
                  </a:lnTo>
                  <a:lnTo>
                    <a:pt x="81125" y="1025510"/>
                  </a:lnTo>
                  <a:lnTo>
                    <a:pt x="79802" y="1025334"/>
                  </a:lnTo>
                  <a:lnTo>
                    <a:pt x="77262" y="1027224"/>
                  </a:lnTo>
                  <a:lnTo>
                    <a:pt x="75859" y="1031720"/>
                  </a:lnTo>
                  <a:lnTo>
                    <a:pt x="75122" y="1032995"/>
                  </a:lnTo>
                  <a:lnTo>
                    <a:pt x="73357" y="1034202"/>
                  </a:lnTo>
                  <a:lnTo>
                    <a:pt x="71581" y="1034438"/>
                  </a:lnTo>
                  <a:lnTo>
                    <a:pt x="65612" y="1038790"/>
                  </a:lnTo>
                  <a:lnTo>
                    <a:pt x="63490" y="1039162"/>
                  </a:lnTo>
                  <a:lnTo>
                    <a:pt x="62041" y="1040316"/>
                  </a:lnTo>
                  <a:lnTo>
                    <a:pt x="60625" y="1041978"/>
                  </a:lnTo>
                  <a:lnTo>
                    <a:pt x="60083" y="1045548"/>
                  </a:lnTo>
                  <a:lnTo>
                    <a:pt x="60303" y="1047721"/>
                  </a:lnTo>
                  <a:lnTo>
                    <a:pt x="58688" y="1055518"/>
                  </a:lnTo>
                  <a:lnTo>
                    <a:pt x="58290" y="1059852"/>
                  </a:lnTo>
                  <a:lnTo>
                    <a:pt x="58280" y="1062060"/>
                  </a:lnTo>
                  <a:lnTo>
                    <a:pt x="58741" y="1065667"/>
                  </a:lnTo>
                  <a:lnTo>
                    <a:pt x="58148" y="1071839"/>
                  </a:lnTo>
                  <a:lnTo>
                    <a:pt x="57075" y="1073190"/>
                  </a:lnTo>
                  <a:lnTo>
                    <a:pt x="54422" y="1074915"/>
                  </a:lnTo>
                  <a:lnTo>
                    <a:pt x="52619" y="1073660"/>
                  </a:lnTo>
                  <a:lnTo>
                    <a:pt x="49535" y="1072543"/>
                  </a:lnTo>
                  <a:lnTo>
                    <a:pt x="47338" y="1070165"/>
                  </a:lnTo>
                  <a:lnTo>
                    <a:pt x="44512" y="1068486"/>
                  </a:lnTo>
                  <a:lnTo>
                    <a:pt x="43605" y="1067496"/>
                  </a:lnTo>
                  <a:lnTo>
                    <a:pt x="41107" y="1062735"/>
                  </a:lnTo>
                  <a:lnTo>
                    <a:pt x="40843" y="1061156"/>
                  </a:lnTo>
                  <a:lnTo>
                    <a:pt x="40662" y="1059160"/>
                  </a:lnTo>
                  <a:lnTo>
                    <a:pt x="41980" y="1056309"/>
                  </a:lnTo>
                  <a:lnTo>
                    <a:pt x="42689" y="1056101"/>
                  </a:lnTo>
                  <a:lnTo>
                    <a:pt x="44755" y="1056187"/>
                  </a:lnTo>
                  <a:lnTo>
                    <a:pt x="46476" y="1055729"/>
                  </a:lnTo>
                  <a:lnTo>
                    <a:pt x="47574" y="1057255"/>
                  </a:lnTo>
                  <a:lnTo>
                    <a:pt x="47877" y="1060582"/>
                  </a:lnTo>
                  <a:lnTo>
                    <a:pt x="47394" y="1062357"/>
                  </a:lnTo>
                  <a:lnTo>
                    <a:pt x="46957" y="1063453"/>
                  </a:lnTo>
                  <a:lnTo>
                    <a:pt x="47093" y="1064282"/>
                  </a:lnTo>
                  <a:lnTo>
                    <a:pt x="48330" y="1063130"/>
                  </a:lnTo>
                  <a:lnTo>
                    <a:pt x="48959" y="1055685"/>
                  </a:lnTo>
                  <a:lnTo>
                    <a:pt x="53157" y="1051974"/>
                  </a:lnTo>
                  <a:lnTo>
                    <a:pt x="54531" y="1049807"/>
                  </a:lnTo>
                  <a:lnTo>
                    <a:pt x="55873" y="1046463"/>
                  </a:lnTo>
                  <a:lnTo>
                    <a:pt x="56082" y="1045505"/>
                  </a:lnTo>
                  <a:lnTo>
                    <a:pt x="56183" y="1044249"/>
                  </a:lnTo>
                  <a:lnTo>
                    <a:pt x="55294" y="1043216"/>
                  </a:lnTo>
                  <a:lnTo>
                    <a:pt x="53312" y="1041846"/>
                  </a:lnTo>
                  <a:lnTo>
                    <a:pt x="47015" y="1048864"/>
                  </a:lnTo>
                  <a:lnTo>
                    <a:pt x="44164" y="1050713"/>
                  </a:lnTo>
                  <a:lnTo>
                    <a:pt x="42326" y="1052722"/>
                  </a:lnTo>
                  <a:lnTo>
                    <a:pt x="40102" y="1056332"/>
                  </a:lnTo>
                  <a:lnTo>
                    <a:pt x="39679" y="1057399"/>
                  </a:lnTo>
                  <a:lnTo>
                    <a:pt x="39207" y="1059794"/>
                  </a:lnTo>
                  <a:lnTo>
                    <a:pt x="38983" y="1062426"/>
                  </a:lnTo>
                  <a:lnTo>
                    <a:pt x="36788" y="1061223"/>
                  </a:lnTo>
                  <a:lnTo>
                    <a:pt x="33437" y="1057402"/>
                  </a:lnTo>
                  <a:lnTo>
                    <a:pt x="32766" y="1056005"/>
                  </a:lnTo>
                  <a:lnTo>
                    <a:pt x="33439" y="1054049"/>
                  </a:lnTo>
                  <a:lnTo>
                    <a:pt x="34459" y="1052416"/>
                  </a:lnTo>
                  <a:lnTo>
                    <a:pt x="34529" y="1046936"/>
                  </a:lnTo>
                  <a:lnTo>
                    <a:pt x="34785" y="1045017"/>
                  </a:lnTo>
                  <a:lnTo>
                    <a:pt x="35492" y="1043479"/>
                  </a:lnTo>
                  <a:lnTo>
                    <a:pt x="36777" y="1041788"/>
                  </a:lnTo>
                  <a:lnTo>
                    <a:pt x="37415" y="1041396"/>
                  </a:lnTo>
                  <a:lnTo>
                    <a:pt x="37957" y="1042129"/>
                  </a:lnTo>
                  <a:lnTo>
                    <a:pt x="38025" y="1043421"/>
                  </a:lnTo>
                  <a:lnTo>
                    <a:pt x="40161" y="1043329"/>
                  </a:lnTo>
                  <a:lnTo>
                    <a:pt x="44306" y="1038470"/>
                  </a:lnTo>
                  <a:lnTo>
                    <a:pt x="46012" y="1038354"/>
                  </a:lnTo>
                  <a:lnTo>
                    <a:pt x="48261" y="1039439"/>
                  </a:lnTo>
                  <a:lnTo>
                    <a:pt x="50801" y="1038787"/>
                  </a:lnTo>
                  <a:lnTo>
                    <a:pt x="51259" y="1038291"/>
                  </a:lnTo>
                  <a:lnTo>
                    <a:pt x="51788" y="1037151"/>
                  </a:lnTo>
                  <a:lnTo>
                    <a:pt x="49894" y="1035812"/>
                  </a:lnTo>
                  <a:lnTo>
                    <a:pt x="48078" y="1035131"/>
                  </a:lnTo>
                  <a:lnTo>
                    <a:pt x="42972" y="1034658"/>
                  </a:lnTo>
                  <a:lnTo>
                    <a:pt x="41865" y="1035177"/>
                  </a:lnTo>
                  <a:lnTo>
                    <a:pt x="40356" y="1037754"/>
                  </a:lnTo>
                  <a:lnTo>
                    <a:pt x="39855" y="1037110"/>
                  </a:lnTo>
                  <a:lnTo>
                    <a:pt x="39533" y="1035812"/>
                  </a:lnTo>
                  <a:lnTo>
                    <a:pt x="37800" y="1034897"/>
                  </a:lnTo>
                  <a:lnTo>
                    <a:pt x="36970" y="1035088"/>
                  </a:lnTo>
                  <a:lnTo>
                    <a:pt x="36174" y="1036325"/>
                  </a:lnTo>
                  <a:lnTo>
                    <a:pt x="36304" y="1038250"/>
                  </a:lnTo>
                  <a:lnTo>
                    <a:pt x="35861" y="1040313"/>
                  </a:lnTo>
                  <a:lnTo>
                    <a:pt x="34258" y="1042359"/>
                  </a:lnTo>
                  <a:lnTo>
                    <a:pt x="33167" y="1045614"/>
                  </a:lnTo>
                  <a:lnTo>
                    <a:pt x="33218" y="1048145"/>
                  </a:lnTo>
                  <a:lnTo>
                    <a:pt x="33133" y="1049464"/>
                  </a:lnTo>
                  <a:lnTo>
                    <a:pt x="32733" y="1050159"/>
                  </a:lnTo>
                  <a:lnTo>
                    <a:pt x="31906" y="1050996"/>
                  </a:lnTo>
                  <a:lnTo>
                    <a:pt x="29244" y="1050428"/>
                  </a:lnTo>
                  <a:lnTo>
                    <a:pt x="27742" y="1047773"/>
                  </a:lnTo>
                  <a:lnTo>
                    <a:pt x="27154" y="1045961"/>
                  </a:lnTo>
                  <a:lnTo>
                    <a:pt x="25455" y="1043996"/>
                  </a:lnTo>
                  <a:lnTo>
                    <a:pt x="29148" y="1041551"/>
                  </a:lnTo>
                  <a:lnTo>
                    <a:pt x="30445" y="1040158"/>
                  </a:lnTo>
                  <a:lnTo>
                    <a:pt x="31630" y="1037050"/>
                  </a:lnTo>
                  <a:lnTo>
                    <a:pt x="32514" y="1035073"/>
                  </a:lnTo>
                  <a:lnTo>
                    <a:pt x="31888" y="1033682"/>
                  </a:lnTo>
                  <a:lnTo>
                    <a:pt x="31149" y="1033679"/>
                  </a:lnTo>
                  <a:lnTo>
                    <a:pt x="31218" y="1035890"/>
                  </a:lnTo>
                  <a:lnTo>
                    <a:pt x="30404" y="1037702"/>
                  </a:lnTo>
                  <a:lnTo>
                    <a:pt x="28702" y="1036848"/>
                  </a:lnTo>
                  <a:lnTo>
                    <a:pt x="26190" y="1039526"/>
                  </a:lnTo>
                  <a:lnTo>
                    <a:pt x="24645" y="1038810"/>
                  </a:lnTo>
                  <a:lnTo>
                    <a:pt x="22130" y="1039598"/>
                  </a:lnTo>
                  <a:lnTo>
                    <a:pt x="20899" y="1038155"/>
                  </a:lnTo>
                  <a:lnTo>
                    <a:pt x="20635" y="1036320"/>
                  </a:lnTo>
                  <a:lnTo>
                    <a:pt x="21078" y="1034409"/>
                  </a:lnTo>
                  <a:lnTo>
                    <a:pt x="20616" y="1031169"/>
                  </a:lnTo>
                  <a:lnTo>
                    <a:pt x="19923" y="1030381"/>
                  </a:lnTo>
                  <a:lnTo>
                    <a:pt x="19216" y="1030566"/>
                  </a:lnTo>
                  <a:lnTo>
                    <a:pt x="18898" y="1028635"/>
                  </a:lnTo>
                  <a:lnTo>
                    <a:pt x="18135" y="1025242"/>
                  </a:lnTo>
                  <a:lnTo>
                    <a:pt x="17795" y="1024324"/>
                  </a:lnTo>
                  <a:lnTo>
                    <a:pt x="17429" y="1022746"/>
                  </a:lnTo>
                  <a:lnTo>
                    <a:pt x="17808" y="1022362"/>
                  </a:lnTo>
                  <a:lnTo>
                    <a:pt x="18672" y="1022815"/>
                  </a:lnTo>
                  <a:lnTo>
                    <a:pt x="19429" y="1023836"/>
                  </a:lnTo>
                  <a:lnTo>
                    <a:pt x="20581" y="1023966"/>
                  </a:lnTo>
                  <a:lnTo>
                    <a:pt x="23120" y="1026177"/>
                  </a:lnTo>
                  <a:lnTo>
                    <a:pt x="24173" y="1025646"/>
                  </a:lnTo>
                  <a:lnTo>
                    <a:pt x="24745" y="1025138"/>
                  </a:lnTo>
                  <a:lnTo>
                    <a:pt x="24959" y="1023303"/>
                  </a:lnTo>
                  <a:lnTo>
                    <a:pt x="24973" y="1021560"/>
                  </a:lnTo>
                  <a:lnTo>
                    <a:pt x="25408" y="1021560"/>
                  </a:lnTo>
                  <a:lnTo>
                    <a:pt x="26849" y="1023787"/>
                  </a:lnTo>
                  <a:lnTo>
                    <a:pt x="27766" y="1023577"/>
                  </a:lnTo>
                  <a:lnTo>
                    <a:pt x="29385" y="1024165"/>
                  </a:lnTo>
                  <a:lnTo>
                    <a:pt x="30203" y="1023926"/>
                  </a:lnTo>
                  <a:lnTo>
                    <a:pt x="31722" y="1023095"/>
                  </a:lnTo>
                  <a:lnTo>
                    <a:pt x="34112" y="1020648"/>
                  </a:lnTo>
                  <a:lnTo>
                    <a:pt x="35352" y="1018114"/>
                  </a:lnTo>
                  <a:lnTo>
                    <a:pt x="35946" y="1017771"/>
                  </a:lnTo>
                  <a:lnTo>
                    <a:pt x="36682" y="1018097"/>
                  </a:lnTo>
                  <a:lnTo>
                    <a:pt x="37175" y="1018824"/>
                  </a:lnTo>
                  <a:lnTo>
                    <a:pt x="37183" y="1020584"/>
                  </a:lnTo>
                  <a:lnTo>
                    <a:pt x="37741" y="1022215"/>
                  </a:lnTo>
                  <a:lnTo>
                    <a:pt x="38501" y="1023551"/>
                  </a:lnTo>
                  <a:lnTo>
                    <a:pt x="38713" y="1025175"/>
                  </a:lnTo>
                  <a:lnTo>
                    <a:pt x="38557" y="1026774"/>
                  </a:lnTo>
                  <a:lnTo>
                    <a:pt x="37198" y="1029022"/>
                  </a:lnTo>
                  <a:lnTo>
                    <a:pt x="36946" y="1029804"/>
                  </a:lnTo>
                  <a:lnTo>
                    <a:pt x="37402" y="1030629"/>
                  </a:lnTo>
                  <a:lnTo>
                    <a:pt x="37964" y="1030243"/>
                  </a:lnTo>
                  <a:lnTo>
                    <a:pt x="38739" y="1029132"/>
                  </a:lnTo>
                  <a:lnTo>
                    <a:pt x="39181" y="1027605"/>
                  </a:lnTo>
                  <a:lnTo>
                    <a:pt x="39299" y="1026812"/>
                  </a:lnTo>
                  <a:lnTo>
                    <a:pt x="39348" y="1025677"/>
                  </a:lnTo>
                  <a:lnTo>
                    <a:pt x="39289" y="1024295"/>
                  </a:lnTo>
                  <a:lnTo>
                    <a:pt x="38186" y="1020356"/>
                  </a:lnTo>
                  <a:lnTo>
                    <a:pt x="38047" y="1019468"/>
                  </a:lnTo>
                  <a:lnTo>
                    <a:pt x="38049" y="1017681"/>
                  </a:lnTo>
                  <a:lnTo>
                    <a:pt x="39305" y="1016039"/>
                  </a:lnTo>
                  <a:lnTo>
                    <a:pt x="39659" y="1014758"/>
                  </a:lnTo>
                  <a:lnTo>
                    <a:pt x="39715" y="1012279"/>
                  </a:lnTo>
                  <a:lnTo>
                    <a:pt x="39062" y="1010580"/>
                  </a:lnTo>
                  <a:lnTo>
                    <a:pt x="36363" y="1006652"/>
                  </a:lnTo>
                  <a:lnTo>
                    <a:pt x="31853" y="1002713"/>
                  </a:lnTo>
                  <a:lnTo>
                    <a:pt x="31335" y="1003126"/>
                  </a:lnTo>
                  <a:lnTo>
                    <a:pt x="30986" y="1003839"/>
                  </a:lnTo>
                  <a:lnTo>
                    <a:pt x="31401" y="1004358"/>
                  </a:lnTo>
                  <a:lnTo>
                    <a:pt x="31998" y="1004621"/>
                  </a:lnTo>
                  <a:lnTo>
                    <a:pt x="36016" y="1007864"/>
                  </a:lnTo>
                  <a:lnTo>
                    <a:pt x="37062" y="1009746"/>
                  </a:lnTo>
                  <a:lnTo>
                    <a:pt x="37747" y="1010251"/>
                  </a:lnTo>
                  <a:lnTo>
                    <a:pt x="38559" y="1011500"/>
                  </a:lnTo>
                  <a:lnTo>
                    <a:pt x="38352" y="1013327"/>
                  </a:lnTo>
                  <a:lnTo>
                    <a:pt x="34301" y="1015122"/>
                  </a:lnTo>
                  <a:lnTo>
                    <a:pt x="31089" y="1018986"/>
                  </a:lnTo>
                  <a:lnTo>
                    <a:pt x="28688" y="1021332"/>
                  </a:lnTo>
                  <a:lnTo>
                    <a:pt x="27023" y="1020475"/>
                  </a:lnTo>
                  <a:lnTo>
                    <a:pt x="26231" y="1018091"/>
                  </a:lnTo>
                  <a:lnTo>
                    <a:pt x="25393" y="1015015"/>
                  </a:lnTo>
                  <a:lnTo>
                    <a:pt x="24130" y="1013220"/>
                  </a:lnTo>
                  <a:lnTo>
                    <a:pt x="23414" y="1013388"/>
                  </a:lnTo>
                  <a:lnTo>
                    <a:pt x="22835" y="1013056"/>
                  </a:lnTo>
                  <a:lnTo>
                    <a:pt x="22380" y="1012106"/>
                  </a:lnTo>
                  <a:lnTo>
                    <a:pt x="21407" y="1012894"/>
                  </a:lnTo>
                  <a:lnTo>
                    <a:pt x="19270" y="1010756"/>
                  </a:lnTo>
                  <a:lnTo>
                    <a:pt x="18650" y="1009824"/>
                  </a:lnTo>
                  <a:lnTo>
                    <a:pt x="20219" y="1006814"/>
                  </a:lnTo>
                  <a:lnTo>
                    <a:pt x="21944" y="1007971"/>
                  </a:lnTo>
                  <a:lnTo>
                    <a:pt x="22362" y="999508"/>
                  </a:lnTo>
                  <a:lnTo>
                    <a:pt x="21824" y="997583"/>
                  </a:lnTo>
                  <a:lnTo>
                    <a:pt x="19581" y="995488"/>
                  </a:lnTo>
                  <a:lnTo>
                    <a:pt x="18480" y="995759"/>
                  </a:lnTo>
                  <a:lnTo>
                    <a:pt x="16976" y="995476"/>
                  </a:lnTo>
                  <a:lnTo>
                    <a:pt x="15964" y="994515"/>
                  </a:lnTo>
                  <a:lnTo>
                    <a:pt x="14810" y="994134"/>
                  </a:lnTo>
                  <a:lnTo>
                    <a:pt x="13835" y="993575"/>
                  </a:lnTo>
                  <a:lnTo>
                    <a:pt x="12562" y="992270"/>
                  </a:lnTo>
                  <a:lnTo>
                    <a:pt x="11023" y="991572"/>
                  </a:lnTo>
                  <a:lnTo>
                    <a:pt x="8946" y="986199"/>
                  </a:lnTo>
                  <a:lnTo>
                    <a:pt x="8055" y="983377"/>
                  </a:lnTo>
                  <a:lnTo>
                    <a:pt x="7569" y="980295"/>
                  </a:lnTo>
                  <a:lnTo>
                    <a:pt x="10753" y="980226"/>
                  </a:lnTo>
                  <a:lnTo>
                    <a:pt x="12615" y="979726"/>
                  </a:lnTo>
                  <a:lnTo>
                    <a:pt x="13070" y="978439"/>
                  </a:lnTo>
                  <a:lnTo>
                    <a:pt x="12414" y="975984"/>
                  </a:lnTo>
                  <a:lnTo>
                    <a:pt x="11503" y="974050"/>
                  </a:lnTo>
                  <a:lnTo>
                    <a:pt x="12172" y="972235"/>
                  </a:lnTo>
                  <a:lnTo>
                    <a:pt x="13124" y="970830"/>
                  </a:lnTo>
                  <a:lnTo>
                    <a:pt x="14116" y="971453"/>
                  </a:lnTo>
                  <a:lnTo>
                    <a:pt x="16566" y="974581"/>
                  </a:lnTo>
                  <a:lnTo>
                    <a:pt x="16987" y="976699"/>
                  </a:lnTo>
                  <a:lnTo>
                    <a:pt x="18730" y="983154"/>
                  </a:lnTo>
                  <a:lnTo>
                    <a:pt x="19151" y="983729"/>
                  </a:lnTo>
                  <a:lnTo>
                    <a:pt x="19357" y="984329"/>
                  </a:lnTo>
                  <a:lnTo>
                    <a:pt x="22960" y="987942"/>
                  </a:lnTo>
                  <a:lnTo>
                    <a:pt x="23464" y="987893"/>
                  </a:lnTo>
                  <a:lnTo>
                    <a:pt x="23241" y="984863"/>
                  </a:lnTo>
                  <a:lnTo>
                    <a:pt x="24279" y="980751"/>
                  </a:lnTo>
                  <a:lnTo>
                    <a:pt x="25285" y="979392"/>
                  </a:lnTo>
                  <a:lnTo>
                    <a:pt x="25789" y="979406"/>
                  </a:lnTo>
                  <a:lnTo>
                    <a:pt x="25841" y="978719"/>
                  </a:lnTo>
                  <a:lnTo>
                    <a:pt x="24862" y="977008"/>
                  </a:lnTo>
                  <a:lnTo>
                    <a:pt x="25341" y="974723"/>
                  </a:lnTo>
                  <a:lnTo>
                    <a:pt x="25027" y="974650"/>
                  </a:lnTo>
                  <a:lnTo>
                    <a:pt x="24160" y="976116"/>
                  </a:lnTo>
                  <a:lnTo>
                    <a:pt x="22416" y="983293"/>
                  </a:lnTo>
                  <a:lnTo>
                    <a:pt x="21348" y="984603"/>
                  </a:lnTo>
                  <a:lnTo>
                    <a:pt x="19884" y="981354"/>
                  </a:lnTo>
                  <a:lnTo>
                    <a:pt x="19052" y="979014"/>
                  </a:lnTo>
                  <a:lnTo>
                    <a:pt x="18644" y="978182"/>
                  </a:lnTo>
                  <a:lnTo>
                    <a:pt x="18787" y="974506"/>
                  </a:lnTo>
                  <a:lnTo>
                    <a:pt x="21690" y="975251"/>
                  </a:lnTo>
                  <a:lnTo>
                    <a:pt x="20694" y="974047"/>
                  </a:lnTo>
                  <a:lnTo>
                    <a:pt x="17307" y="971926"/>
                  </a:lnTo>
                  <a:lnTo>
                    <a:pt x="16461" y="970890"/>
                  </a:lnTo>
                  <a:lnTo>
                    <a:pt x="15832" y="970512"/>
                  </a:lnTo>
                  <a:lnTo>
                    <a:pt x="14705" y="968013"/>
                  </a:lnTo>
                  <a:lnTo>
                    <a:pt x="13308" y="965898"/>
                  </a:lnTo>
                  <a:lnTo>
                    <a:pt x="15718" y="962092"/>
                  </a:lnTo>
                  <a:lnTo>
                    <a:pt x="16959" y="959414"/>
                  </a:lnTo>
                  <a:lnTo>
                    <a:pt x="20837" y="960837"/>
                  </a:lnTo>
                  <a:lnTo>
                    <a:pt x="21588" y="960009"/>
                  </a:lnTo>
                  <a:lnTo>
                    <a:pt x="20939" y="958052"/>
                  </a:lnTo>
                  <a:lnTo>
                    <a:pt x="20173" y="958644"/>
                  </a:lnTo>
                  <a:lnTo>
                    <a:pt x="18963" y="957426"/>
                  </a:lnTo>
                  <a:lnTo>
                    <a:pt x="17080" y="953764"/>
                  </a:lnTo>
                  <a:lnTo>
                    <a:pt x="17144" y="951894"/>
                  </a:lnTo>
                  <a:lnTo>
                    <a:pt x="17489" y="948466"/>
                  </a:lnTo>
                  <a:lnTo>
                    <a:pt x="18235" y="947733"/>
                  </a:lnTo>
                  <a:lnTo>
                    <a:pt x="19819" y="947026"/>
                  </a:lnTo>
                  <a:lnTo>
                    <a:pt x="21626" y="948140"/>
                  </a:lnTo>
                  <a:lnTo>
                    <a:pt x="22415" y="949046"/>
                  </a:lnTo>
                  <a:lnTo>
                    <a:pt x="23096" y="948622"/>
                  </a:lnTo>
                  <a:lnTo>
                    <a:pt x="22404" y="946083"/>
                  </a:lnTo>
                  <a:lnTo>
                    <a:pt x="21225" y="945122"/>
                  </a:lnTo>
                  <a:lnTo>
                    <a:pt x="19912" y="943312"/>
                  </a:lnTo>
                  <a:lnTo>
                    <a:pt x="20047" y="941307"/>
                  </a:lnTo>
                  <a:lnTo>
                    <a:pt x="20470" y="939648"/>
                  </a:lnTo>
                  <a:lnTo>
                    <a:pt x="20788" y="937830"/>
                  </a:lnTo>
                  <a:lnTo>
                    <a:pt x="21008" y="935284"/>
                  </a:lnTo>
                  <a:lnTo>
                    <a:pt x="20887" y="933302"/>
                  </a:lnTo>
                  <a:lnTo>
                    <a:pt x="21265" y="932387"/>
                  </a:lnTo>
                  <a:lnTo>
                    <a:pt x="21844" y="931977"/>
                  </a:lnTo>
                  <a:lnTo>
                    <a:pt x="21880" y="931233"/>
                  </a:lnTo>
                  <a:lnTo>
                    <a:pt x="20735" y="931389"/>
                  </a:lnTo>
                  <a:lnTo>
                    <a:pt x="20320" y="933896"/>
                  </a:lnTo>
                  <a:lnTo>
                    <a:pt x="20166" y="936182"/>
                  </a:lnTo>
                  <a:lnTo>
                    <a:pt x="19352" y="938017"/>
                  </a:lnTo>
                  <a:lnTo>
                    <a:pt x="19006" y="940086"/>
                  </a:lnTo>
                  <a:lnTo>
                    <a:pt x="18800" y="942565"/>
                  </a:lnTo>
                  <a:lnTo>
                    <a:pt x="18347" y="945407"/>
                  </a:lnTo>
                  <a:lnTo>
                    <a:pt x="17357" y="944325"/>
                  </a:lnTo>
                  <a:lnTo>
                    <a:pt x="16776" y="943211"/>
                  </a:lnTo>
                  <a:lnTo>
                    <a:pt x="16554" y="942449"/>
                  </a:lnTo>
                  <a:lnTo>
                    <a:pt x="16658" y="940998"/>
                  </a:lnTo>
                  <a:lnTo>
                    <a:pt x="16388" y="932029"/>
                  </a:lnTo>
                  <a:lnTo>
                    <a:pt x="16362" y="924518"/>
                  </a:lnTo>
                  <a:lnTo>
                    <a:pt x="16869" y="918669"/>
                  </a:lnTo>
                  <a:lnTo>
                    <a:pt x="18268" y="916343"/>
                  </a:lnTo>
                  <a:lnTo>
                    <a:pt x="18903" y="915668"/>
                  </a:lnTo>
                  <a:lnTo>
                    <a:pt x="19482" y="915965"/>
                  </a:lnTo>
                  <a:lnTo>
                    <a:pt x="20375" y="915948"/>
                  </a:lnTo>
                  <a:lnTo>
                    <a:pt x="20965" y="915102"/>
                  </a:lnTo>
                  <a:lnTo>
                    <a:pt x="18961" y="913697"/>
                  </a:lnTo>
                  <a:lnTo>
                    <a:pt x="17745" y="914499"/>
                  </a:lnTo>
                  <a:lnTo>
                    <a:pt x="16845" y="915622"/>
                  </a:lnTo>
                  <a:lnTo>
                    <a:pt x="15223" y="914776"/>
                  </a:lnTo>
                  <a:lnTo>
                    <a:pt x="14915" y="911772"/>
                  </a:lnTo>
                  <a:lnTo>
                    <a:pt x="13955" y="909175"/>
                  </a:lnTo>
                  <a:lnTo>
                    <a:pt x="13788" y="905851"/>
                  </a:lnTo>
                  <a:lnTo>
                    <a:pt x="13862" y="901038"/>
                  </a:lnTo>
                  <a:lnTo>
                    <a:pt x="16135" y="901453"/>
                  </a:lnTo>
                  <a:lnTo>
                    <a:pt x="17987" y="902394"/>
                  </a:lnTo>
                  <a:lnTo>
                    <a:pt x="22881" y="902313"/>
                  </a:lnTo>
                  <a:lnTo>
                    <a:pt x="26899" y="906924"/>
                  </a:lnTo>
                  <a:lnTo>
                    <a:pt x="28673" y="906307"/>
                  </a:lnTo>
                  <a:lnTo>
                    <a:pt x="28591" y="905378"/>
                  </a:lnTo>
                  <a:lnTo>
                    <a:pt x="27235" y="904218"/>
                  </a:lnTo>
                  <a:lnTo>
                    <a:pt x="26389" y="901638"/>
                  </a:lnTo>
                  <a:lnTo>
                    <a:pt x="25891" y="900888"/>
                  </a:lnTo>
                  <a:lnTo>
                    <a:pt x="25656" y="899338"/>
                  </a:lnTo>
                  <a:lnTo>
                    <a:pt x="25580" y="897532"/>
                  </a:lnTo>
                  <a:lnTo>
                    <a:pt x="24583" y="890886"/>
                  </a:lnTo>
                  <a:lnTo>
                    <a:pt x="24184" y="891059"/>
                  </a:lnTo>
                  <a:lnTo>
                    <a:pt x="23801" y="893339"/>
                  </a:lnTo>
                  <a:lnTo>
                    <a:pt x="22969" y="897136"/>
                  </a:lnTo>
                  <a:lnTo>
                    <a:pt x="21807" y="898980"/>
                  </a:lnTo>
                  <a:lnTo>
                    <a:pt x="20031" y="899727"/>
                  </a:lnTo>
                  <a:lnTo>
                    <a:pt x="18275" y="900149"/>
                  </a:lnTo>
                  <a:lnTo>
                    <a:pt x="16751" y="899422"/>
                  </a:lnTo>
                  <a:lnTo>
                    <a:pt x="16396" y="897852"/>
                  </a:lnTo>
                  <a:lnTo>
                    <a:pt x="16435" y="896034"/>
                  </a:lnTo>
                  <a:lnTo>
                    <a:pt x="15775" y="895145"/>
                  </a:lnTo>
                  <a:lnTo>
                    <a:pt x="14053" y="894357"/>
                  </a:lnTo>
                  <a:lnTo>
                    <a:pt x="13564" y="893916"/>
                  </a:lnTo>
                  <a:lnTo>
                    <a:pt x="12996" y="892268"/>
                  </a:lnTo>
                  <a:lnTo>
                    <a:pt x="13816" y="889778"/>
                  </a:lnTo>
                  <a:lnTo>
                    <a:pt x="14490" y="888292"/>
                  </a:lnTo>
                  <a:lnTo>
                    <a:pt x="15316" y="888586"/>
                  </a:lnTo>
                  <a:lnTo>
                    <a:pt x="16097" y="889258"/>
                  </a:lnTo>
                  <a:lnTo>
                    <a:pt x="17097" y="891218"/>
                  </a:lnTo>
                  <a:lnTo>
                    <a:pt x="18079" y="891590"/>
                  </a:lnTo>
                  <a:lnTo>
                    <a:pt x="19202" y="890035"/>
                  </a:lnTo>
                  <a:lnTo>
                    <a:pt x="19423" y="888976"/>
                  </a:lnTo>
                  <a:lnTo>
                    <a:pt x="18720" y="888312"/>
                  </a:lnTo>
                  <a:lnTo>
                    <a:pt x="18080" y="888055"/>
                  </a:lnTo>
                  <a:lnTo>
                    <a:pt x="17083" y="887221"/>
                  </a:lnTo>
                  <a:lnTo>
                    <a:pt x="15121" y="884237"/>
                  </a:lnTo>
                  <a:lnTo>
                    <a:pt x="16101" y="881196"/>
                  </a:lnTo>
                  <a:lnTo>
                    <a:pt x="18416" y="877710"/>
                  </a:lnTo>
                  <a:lnTo>
                    <a:pt x="19123" y="876911"/>
                  </a:lnTo>
                  <a:lnTo>
                    <a:pt x="18510" y="873973"/>
                  </a:lnTo>
                  <a:lnTo>
                    <a:pt x="19203" y="870761"/>
                  </a:lnTo>
                  <a:lnTo>
                    <a:pt x="18492" y="868112"/>
                  </a:lnTo>
                  <a:lnTo>
                    <a:pt x="17208" y="865258"/>
                  </a:lnTo>
                  <a:lnTo>
                    <a:pt x="15472" y="864626"/>
                  </a:lnTo>
                  <a:lnTo>
                    <a:pt x="15100" y="865460"/>
                  </a:lnTo>
                  <a:lnTo>
                    <a:pt x="15039" y="866629"/>
                  </a:lnTo>
                  <a:lnTo>
                    <a:pt x="15315" y="867509"/>
                  </a:lnTo>
                  <a:lnTo>
                    <a:pt x="15152" y="868144"/>
                  </a:lnTo>
                  <a:lnTo>
                    <a:pt x="14756" y="868124"/>
                  </a:lnTo>
                  <a:lnTo>
                    <a:pt x="12553" y="867498"/>
                  </a:lnTo>
                  <a:lnTo>
                    <a:pt x="11074" y="865599"/>
                  </a:lnTo>
                  <a:lnTo>
                    <a:pt x="8664" y="863867"/>
                  </a:lnTo>
                  <a:lnTo>
                    <a:pt x="8349" y="862514"/>
                  </a:lnTo>
                  <a:lnTo>
                    <a:pt x="8089" y="860526"/>
                  </a:lnTo>
                  <a:lnTo>
                    <a:pt x="8933" y="857101"/>
                  </a:lnTo>
                  <a:lnTo>
                    <a:pt x="8506" y="857054"/>
                  </a:lnTo>
                  <a:lnTo>
                    <a:pt x="6939" y="859701"/>
                  </a:lnTo>
                  <a:lnTo>
                    <a:pt x="4574" y="861089"/>
                  </a:lnTo>
                  <a:lnTo>
                    <a:pt x="2834" y="861542"/>
                  </a:lnTo>
                  <a:lnTo>
                    <a:pt x="2070" y="862615"/>
                  </a:lnTo>
                  <a:lnTo>
                    <a:pt x="1764" y="863501"/>
                  </a:lnTo>
                  <a:lnTo>
                    <a:pt x="2227" y="864023"/>
                  </a:lnTo>
                  <a:lnTo>
                    <a:pt x="3234" y="864153"/>
                  </a:lnTo>
                  <a:lnTo>
                    <a:pt x="3969" y="867460"/>
                  </a:lnTo>
                  <a:lnTo>
                    <a:pt x="3786" y="868730"/>
                  </a:lnTo>
                  <a:lnTo>
                    <a:pt x="3427" y="869584"/>
                  </a:lnTo>
                  <a:lnTo>
                    <a:pt x="2609" y="869748"/>
                  </a:lnTo>
                  <a:lnTo>
                    <a:pt x="898" y="867463"/>
                  </a:lnTo>
                  <a:lnTo>
                    <a:pt x="0" y="864869"/>
                  </a:lnTo>
                  <a:lnTo>
                    <a:pt x="21" y="862808"/>
                  </a:lnTo>
                  <a:lnTo>
                    <a:pt x="633" y="860004"/>
                  </a:lnTo>
                  <a:lnTo>
                    <a:pt x="3346" y="856241"/>
                  </a:lnTo>
                  <a:lnTo>
                    <a:pt x="4097" y="854648"/>
                  </a:lnTo>
                  <a:lnTo>
                    <a:pt x="5689" y="852882"/>
                  </a:lnTo>
                  <a:lnTo>
                    <a:pt x="7814" y="848900"/>
                  </a:lnTo>
                  <a:lnTo>
                    <a:pt x="9670" y="846686"/>
                  </a:lnTo>
                  <a:lnTo>
                    <a:pt x="8766" y="844854"/>
                  </a:lnTo>
                  <a:lnTo>
                    <a:pt x="7818" y="842101"/>
                  </a:lnTo>
                  <a:lnTo>
                    <a:pt x="7914" y="838272"/>
                  </a:lnTo>
                  <a:lnTo>
                    <a:pt x="11660" y="836757"/>
                  </a:lnTo>
                  <a:lnTo>
                    <a:pt x="13295" y="837380"/>
                  </a:lnTo>
                  <a:lnTo>
                    <a:pt x="15366" y="837262"/>
                  </a:lnTo>
                  <a:lnTo>
                    <a:pt x="16522" y="836344"/>
                  </a:lnTo>
                  <a:lnTo>
                    <a:pt x="17361" y="836148"/>
                  </a:lnTo>
                  <a:lnTo>
                    <a:pt x="19129" y="835089"/>
                  </a:lnTo>
                  <a:lnTo>
                    <a:pt x="19890" y="833600"/>
                  </a:lnTo>
                  <a:lnTo>
                    <a:pt x="20067" y="832463"/>
                  </a:lnTo>
                  <a:lnTo>
                    <a:pt x="20059" y="831470"/>
                  </a:lnTo>
                  <a:lnTo>
                    <a:pt x="19852" y="830250"/>
                  </a:lnTo>
                  <a:lnTo>
                    <a:pt x="19563" y="827081"/>
                  </a:lnTo>
                  <a:lnTo>
                    <a:pt x="19857" y="826022"/>
                  </a:lnTo>
                  <a:lnTo>
                    <a:pt x="20614" y="824761"/>
                  </a:lnTo>
                  <a:lnTo>
                    <a:pt x="21606" y="824369"/>
                  </a:lnTo>
                  <a:lnTo>
                    <a:pt x="22061" y="824467"/>
                  </a:lnTo>
                  <a:lnTo>
                    <a:pt x="23237" y="825624"/>
                  </a:lnTo>
                  <a:lnTo>
                    <a:pt x="23001" y="827266"/>
                  </a:lnTo>
                  <a:lnTo>
                    <a:pt x="22529" y="829243"/>
                  </a:lnTo>
                  <a:lnTo>
                    <a:pt x="21568" y="837100"/>
                  </a:lnTo>
                  <a:lnTo>
                    <a:pt x="21083" y="838875"/>
                  </a:lnTo>
                  <a:lnTo>
                    <a:pt x="20324" y="840413"/>
                  </a:lnTo>
                  <a:lnTo>
                    <a:pt x="20831" y="843619"/>
                  </a:lnTo>
                  <a:lnTo>
                    <a:pt x="20071" y="845864"/>
                  </a:lnTo>
                  <a:lnTo>
                    <a:pt x="16675" y="848253"/>
                  </a:lnTo>
                  <a:lnTo>
                    <a:pt x="16228" y="848392"/>
                  </a:lnTo>
                  <a:lnTo>
                    <a:pt x="16481" y="849246"/>
                  </a:lnTo>
                  <a:lnTo>
                    <a:pt x="18447" y="849044"/>
                  </a:lnTo>
                  <a:lnTo>
                    <a:pt x="19970" y="848539"/>
                  </a:lnTo>
                  <a:lnTo>
                    <a:pt x="21477" y="846522"/>
                  </a:lnTo>
                  <a:lnTo>
                    <a:pt x="21951" y="843443"/>
                  </a:lnTo>
                  <a:lnTo>
                    <a:pt x="22574" y="837444"/>
                  </a:lnTo>
                  <a:lnTo>
                    <a:pt x="23390" y="836595"/>
                  </a:lnTo>
                  <a:lnTo>
                    <a:pt x="24344" y="836405"/>
                  </a:lnTo>
                  <a:lnTo>
                    <a:pt x="24842" y="837819"/>
                  </a:lnTo>
                  <a:lnTo>
                    <a:pt x="24682" y="840984"/>
                  </a:lnTo>
                  <a:lnTo>
                    <a:pt x="24678" y="844046"/>
                  </a:lnTo>
                  <a:lnTo>
                    <a:pt x="23414" y="853118"/>
                  </a:lnTo>
                  <a:lnTo>
                    <a:pt x="21882" y="856763"/>
                  </a:lnTo>
                  <a:lnTo>
                    <a:pt x="21711" y="857721"/>
                  </a:lnTo>
                  <a:lnTo>
                    <a:pt x="21771" y="858858"/>
                  </a:lnTo>
                  <a:lnTo>
                    <a:pt x="22985" y="858694"/>
                  </a:lnTo>
                  <a:lnTo>
                    <a:pt x="23912" y="856737"/>
                  </a:lnTo>
                  <a:lnTo>
                    <a:pt x="24579" y="854238"/>
                  </a:lnTo>
                  <a:lnTo>
                    <a:pt x="25247" y="850758"/>
                  </a:lnTo>
                  <a:lnTo>
                    <a:pt x="25171" y="848236"/>
                  </a:lnTo>
                  <a:lnTo>
                    <a:pt x="25376" y="846675"/>
                  </a:lnTo>
                  <a:lnTo>
                    <a:pt x="25650" y="841570"/>
                  </a:lnTo>
                  <a:lnTo>
                    <a:pt x="26114" y="838987"/>
                  </a:lnTo>
                  <a:lnTo>
                    <a:pt x="26083" y="835375"/>
                  </a:lnTo>
                  <a:lnTo>
                    <a:pt x="25249" y="834013"/>
                  </a:lnTo>
                  <a:lnTo>
                    <a:pt x="24081" y="833187"/>
                  </a:lnTo>
                  <a:lnTo>
                    <a:pt x="23787" y="830974"/>
                  </a:lnTo>
                  <a:lnTo>
                    <a:pt x="24400" y="826602"/>
                  </a:lnTo>
                  <a:lnTo>
                    <a:pt x="26631" y="826715"/>
                  </a:lnTo>
                  <a:lnTo>
                    <a:pt x="28746" y="823731"/>
                  </a:lnTo>
                  <a:lnTo>
                    <a:pt x="30132" y="822649"/>
                  </a:lnTo>
                  <a:lnTo>
                    <a:pt x="30920" y="822874"/>
                  </a:lnTo>
                  <a:lnTo>
                    <a:pt x="33686" y="825751"/>
                  </a:lnTo>
                  <a:lnTo>
                    <a:pt x="34233" y="825786"/>
                  </a:lnTo>
                  <a:lnTo>
                    <a:pt x="34147" y="824750"/>
                  </a:lnTo>
                  <a:lnTo>
                    <a:pt x="33719" y="824020"/>
                  </a:lnTo>
                  <a:lnTo>
                    <a:pt x="32629" y="823050"/>
                  </a:lnTo>
                  <a:lnTo>
                    <a:pt x="30624" y="819960"/>
                  </a:lnTo>
                  <a:lnTo>
                    <a:pt x="27926" y="819457"/>
                  </a:lnTo>
                  <a:lnTo>
                    <a:pt x="28421" y="815443"/>
                  </a:lnTo>
                  <a:lnTo>
                    <a:pt x="28944" y="811776"/>
                  </a:lnTo>
                  <a:lnTo>
                    <a:pt x="30253" y="811268"/>
                  </a:lnTo>
                  <a:lnTo>
                    <a:pt x="32449" y="810062"/>
                  </a:lnTo>
                  <a:lnTo>
                    <a:pt x="36638" y="804565"/>
                  </a:lnTo>
                  <a:lnTo>
                    <a:pt x="37365" y="800421"/>
                  </a:lnTo>
                  <a:lnTo>
                    <a:pt x="37565" y="795766"/>
                  </a:lnTo>
                  <a:lnTo>
                    <a:pt x="35545" y="794554"/>
                  </a:lnTo>
                  <a:lnTo>
                    <a:pt x="33404" y="791510"/>
                  </a:lnTo>
                  <a:lnTo>
                    <a:pt x="31678" y="789888"/>
                  </a:lnTo>
                  <a:lnTo>
                    <a:pt x="30146" y="787854"/>
                  </a:lnTo>
                  <a:lnTo>
                    <a:pt x="30447" y="784812"/>
                  </a:lnTo>
                  <a:lnTo>
                    <a:pt x="30647" y="779855"/>
                  </a:lnTo>
                  <a:lnTo>
                    <a:pt x="32568" y="778793"/>
                  </a:lnTo>
                  <a:lnTo>
                    <a:pt x="33459" y="771983"/>
                  </a:lnTo>
                  <a:lnTo>
                    <a:pt x="32171" y="766771"/>
                  </a:lnTo>
                  <a:lnTo>
                    <a:pt x="32480" y="762884"/>
                  </a:lnTo>
                  <a:lnTo>
                    <a:pt x="34158" y="759566"/>
                  </a:lnTo>
                  <a:lnTo>
                    <a:pt x="34460" y="757269"/>
                  </a:lnTo>
                  <a:lnTo>
                    <a:pt x="34922" y="754744"/>
                  </a:lnTo>
                  <a:lnTo>
                    <a:pt x="36403" y="754487"/>
                  </a:lnTo>
                  <a:lnTo>
                    <a:pt x="36436" y="753113"/>
                  </a:lnTo>
                  <a:lnTo>
                    <a:pt x="36304" y="750609"/>
                  </a:lnTo>
                  <a:lnTo>
                    <a:pt x="35330" y="747648"/>
                  </a:lnTo>
                  <a:lnTo>
                    <a:pt x="35292" y="743545"/>
                  </a:lnTo>
                  <a:lnTo>
                    <a:pt x="36207" y="738700"/>
                  </a:lnTo>
                  <a:lnTo>
                    <a:pt x="37676" y="739037"/>
                  </a:lnTo>
                  <a:lnTo>
                    <a:pt x="37960" y="738832"/>
                  </a:lnTo>
                  <a:lnTo>
                    <a:pt x="36918" y="735901"/>
                  </a:lnTo>
                  <a:lnTo>
                    <a:pt x="36068" y="732674"/>
                  </a:lnTo>
                  <a:lnTo>
                    <a:pt x="36215" y="731387"/>
                  </a:lnTo>
                  <a:lnTo>
                    <a:pt x="37028" y="730288"/>
                  </a:lnTo>
                  <a:lnTo>
                    <a:pt x="37970" y="729676"/>
                  </a:lnTo>
                  <a:lnTo>
                    <a:pt x="38989" y="731330"/>
                  </a:lnTo>
                  <a:lnTo>
                    <a:pt x="40447" y="736593"/>
                  </a:lnTo>
                  <a:lnTo>
                    <a:pt x="40668" y="735243"/>
                  </a:lnTo>
                  <a:lnTo>
                    <a:pt x="40079" y="729878"/>
                  </a:lnTo>
                  <a:lnTo>
                    <a:pt x="39594" y="723207"/>
                  </a:lnTo>
                  <a:lnTo>
                    <a:pt x="38057" y="724084"/>
                  </a:lnTo>
                  <a:lnTo>
                    <a:pt x="36648" y="723613"/>
                  </a:lnTo>
                  <a:lnTo>
                    <a:pt x="36117" y="722577"/>
                  </a:lnTo>
                  <a:lnTo>
                    <a:pt x="35588" y="721077"/>
                  </a:lnTo>
                  <a:lnTo>
                    <a:pt x="36084" y="719245"/>
                  </a:lnTo>
                  <a:lnTo>
                    <a:pt x="36580" y="717880"/>
                  </a:lnTo>
                  <a:lnTo>
                    <a:pt x="37614" y="716163"/>
                  </a:lnTo>
                  <a:lnTo>
                    <a:pt x="39759" y="715560"/>
                  </a:lnTo>
                  <a:lnTo>
                    <a:pt x="41310" y="713404"/>
                  </a:lnTo>
                  <a:lnTo>
                    <a:pt x="41830" y="708969"/>
                  </a:lnTo>
                  <a:lnTo>
                    <a:pt x="41321" y="709407"/>
                  </a:lnTo>
                  <a:lnTo>
                    <a:pt x="40479" y="713309"/>
                  </a:lnTo>
                  <a:lnTo>
                    <a:pt x="39064" y="714630"/>
                  </a:lnTo>
                  <a:lnTo>
                    <a:pt x="38343" y="714437"/>
                  </a:lnTo>
                  <a:lnTo>
                    <a:pt x="37492" y="713707"/>
                  </a:lnTo>
                  <a:lnTo>
                    <a:pt x="35822" y="710308"/>
                  </a:lnTo>
                  <a:lnTo>
                    <a:pt x="34898" y="709517"/>
                  </a:lnTo>
                  <a:lnTo>
                    <a:pt x="33999" y="709433"/>
                  </a:lnTo>
                  <a:lnTo>
                    <a:pt x="33232" y="710293"/>
                  </a:lnTo>
                  <a:lnTo>
                    <a:pt x="31269" y="716284"/>
                  </a:lnTo>
                  <a:lnTo>
                    <a:pt x="30433" y="717297"/>
                  </a:lnTo>
                  <a:lnTo>
                    <a:pt x="26984" y="717776"/>
                  </a:lnTo>
                  <a:lnTo>
                    <a:pt x="25717" y="717083"/>
                  </a:lnTo>
                  <a:lnTo>
                    <a:pt x="24345" y="716163"/>
                  </a:lnTo>
                  <a:lnTo>
                    <a:pt x="24509" y="714685"/>
                  </a:lnTo>
                  <a:lnTo>
                    <a:pt x="24926" y="713113"/>
                  </a:lnTo>
                  <a:lnTo>
                    <a:pt x="25704" y="712305"/>
                  </a:lnTo>
                  <a:lnTo>
                    <a:pt x="25718" y="711401"/>
                  </a:lnTo>
                  <a:lnTo>
                    <a:pt x="24648" y="711173"/>
                  </a:lnTo>
                  <a:lnTo>
                    <a:pt x="23413" y="709514"/>
                  </a:lnTo>
                  <a:lnTo>
                    <a:pt x="22866" y="707413"/>
                  </a:lnTo>
                  <a:lnTo>
                    <a:pt x="22605" y="703659"/>
                  </a:lnTo>
                  <a:lnTo>
                    <a:pt x="21498" y="697718"/>
                  </a:lnTo>
                  <a:lnTo>
                    <a:pt x="21280" y="693464"/>
                  </a:lnTo>
                  <a:lnTo>
                    <a:pt x="22061" y="690428"/>
                  </a:lnTo>
                  <a:lnTo>
                    <a:pt x="23742" y="678517"/>
                  </a:lnTo>
                  <a:lnTo>
                    <a:pt x="24255" y="672445"/>
                  </a:lnTo>
                  <a:lnTo>
                    <a:pt x="25156" y="667107"/>
                  </a:lnTo>
                  <a:lnTo>
                    <a:pt x="25137" y="663586"/>
                  </a:lnTo>
                  <a:lnTo>
                    <a:pt x="27466" y="660369"/>
                  </a:lnTo>
                  <a:lnTo>
                    <a:pt x="28353" y="658444"/>
                  </a:lnTo>
                  <a:lnTo>
                    <a:pt x="30333" y="647605"/>
                  </a:lnTo>
                  <a:lnTo>
                    <a:pt x="30623" y="641756"/>
                  </a:lnTo>
                  <a:lnTo>
                    <a:pt x="27485" y="624015"/>
                  </a:lnTo>
                  <a:lnTo>
                    <a:pt x="26998" y="620628"/>
                  </a:lnTo>
                  <a:lnTo>
                    <a:pt x="26845" y="616415"/>
                  </a:lnTo>
                  <a:lnTo>
                    <a:pt x="27594" y="609420"/>
                  </a:lnTo>
                  <a:lnTo>
                    <a:pt x="27682" y="606768"/>
                  </a:lnTo>
                  <a:lnTo>
                    <a:pt x="27040" y="602933"/>
                  </a:lnTo>
                  <a:lnTo>
                    <a:pt x="25250" y="596668"/>
                  </a:lnTo>
                  <a:lnTo>
                    <a:pt x="25216" y="593474"/>
                  </a:lnTo>
                  <a:lnTo>
                    <a:pt x="25971" y="590184"/>
                  </a:lnTo>
                  <a:lnTo>
                    <a:pt x="25243" y="586104"/>
                  </a:lnTo>
                  <a:lnTo>
                    <a:pt x="25598" y="583576"/>
                  </a:lnTo>
                  <a:lnTo>
                    <a:pt x="25993" y="581596"/>
                  </a:lnTo>
                  <a:lnTo>
                    <a:pt x="28795" y="582655"/>
                  </a:lnTo>
                  <a:lnTo>
                    <a:pt x="30072" y="582156"/>
                  </a:lnTo>
                  <a:lnTo>
                    <a:pt x="30752" y="580958"/>
                  </a:lnTo>
                  <a:lnTo>
                    <a:pt x="31284" y="577608"/>
                  </a:lnTo>
                  <a:lnTo>
                    <a:pt x="31550" y="572368"/>
                  </a:lnTo>
                  <a:lnTo>
                    <a:pt x="31717" y="570114"/>
                  </a:lnTo>
                  <a:lnTo>
                    <a:pt x="31960" y="566819"/>
                  </a:lnTo>
                  <a:lnTo>
                    <a:pt x="33336" y="565491"/>
                  </a:lnTo>
                  <a:lnTo>
                    <a:pt x="33814" y="562369"/>
                  </a:lnTo>
                  <a:lnTo>
                    <a:pt x="34965" y="558015"/>
                  </a:lnTo>
                  <a:lnTo>
                    <a:pt x="36151" y="545843"/>
                  </a:lnTo>
                  <a:lnTo>
                    <a:pt x="37324" y="542842"/>
                  </a:lnTo>
                  <a:lnTo>
                    <a:pt x="38509" y="539376"/>
                  </a:lnTo>
                  <a:lnTo>
                    <a:pt x="38058" y="534237"/>
                  </a:lnTo>
                  <a:lnTo>
                    <a:pt x="38821" y="531862"/>
                  </a:lnTo>
                  <a:lnTo>
                    <a:pt x="39523" y="530136"/>
                  </a:lnTo>
                  <a:lnTo>
                    <a:pt x="40143" y="527000"/>
                  </a:lnTo>
                  <a:lnTo>
                    <a:pt x="40985" y="524033"/>
                  </a:lnTo>
                  <a:lnTo>
                    <a:pt x="42995" y="519771"/>
                  </a:lnTo>
                  <a:lnTo>
                    <a:pt x="43506" y="514571"/>
                  </a:lnTo>
                  <a:lnTo>
                    <a:pt x="45066" y="505577"/>
                  </a:lnTo>
                  <a:lnTo>
                    <a:pt x="45377" y="499805"/>
                  </a:lnTo>
                  <a:lnTo>
                    <a:pt x="45862" y="495904"/>
                  </a:lnTo>
                  <a:lnTo>
                    <a:pt x="45722" y="492265"/>
                  </a:lnTo>
                  <a:lnTo>
                    <a:pt x="46659" y="487842"/>
                  </a:lnTo>
                  <a:lnTo>
                    <a:pt x="47559" y="484116"/>
                  </a:lnTo>
                  <a:lnTo>
                    <a:pt x="47843" y="482047"/>
                  </a:lnTo>
                  <a:lnTo>
                    <a:pt x="49899" y="477116"/>
                  </a:lnTo>
                  <a:lnTo>
                    <a:pt x="50245" y="473174"/>
                  </a:lnTo>
                  <a:lnTo>
                    <a:pt x="49514" y="470507"/>
                  </a:lnTo>
                  <a:lnTo>
                    <a:pt x="49501" y="466372"/>
                  </a:lnTo>
                  <a:lnTo>
                    <a:pt x="48929" y="460641"/>
                  </a:lnTo>
                  <a:lnTo>
                    <a:pt x="50254" y="458497"/>
                  </a:lnTo>
                  <a:lnTo>
                    <a:pt x="50791" y="456930"/>
                  </a:lnTo>
                  <a:lnTo>
                    <a:pt x="52516" y="447771"/>
                  </a:lnTo>
                  <a:lnTo>
                    <a:pt x="52403" y="444176"/>
                  </a:lnTo>
                  <a:lnTo>
                    <a:pt x="52898" y="439712"/>
                  </a:lnTo>
                  <a:lnTo>
                    <a:pt x="51766" y="434425"/>
                  </a:lnTo>
                  <a:lnTo>
                    <a:pt x="51607" y="422545"/>
                  </a:lnTo>
                  <a:lnTo>
                    <a:pt x="50973" y="413400"/>
                  </a:lnTo>
                  <a:lnTo>
                    <a:pt x="49928" y="403742"/>
                  </a:lnTo>
                  <a:lnTo>
                    <a:pt x="50028" y="398337"/>
                  </a:lnTo>
                  <a:lnTo>
                    <a:pt x="49389" y="391620"/>
                  </a:lnTo>
                  <a:lnTo>
                    <a:pt x="49349" y="387741"/>
                  </a:lnTo>
                  <a:lnTo>
                    <a:pt x="49835" y="378946"/>
                  </a:lnTo>
                  <a:lnTo>
                    <a:pt x="53156" y="373408"/>
                  </a:lnTo>
                  <a:lnTo>
                    <a:pt x="53802" y="367210"/>
                  </a:lnTo>
                  <a:lnTo>
                    <a:pt x="54201" y="358833"/>
                  </a:lnTo>
                  <a:lnTo>
                    <a:pt x="54065" y="352730"/>
                  </a:lnTo>
                  <a:lnTo>
                    <a:pt x="53737" y="349988"/>
                  </a:lnTo>
                  <a:lnTo>
                    <a:pt x="52102" y="345492"/>
                  </a:lnTo>
                  <a:lnTo>
                    <a:pt x="51689" y="337462"/>
                  </a:lnTo>
                  <a:lnTo>
                    <a:pt x="52006" y="335358"/>
                  </a:lnTo>
                  <a:lnTo>
                    <a:pt x="53357" y="333096"/>
                  </a:lnTo>
                  <a:lnTo>
                    <a:pt x="54312" y="329956"/>
                  </a:lnTo>
                  <a:lnTo>
                    <a:pt x="54804" y="325082"/>
                  </a:lnTo>
                  <a:lnTo>
                    <a:pt x="55796" y="321250"/>
                  </a:lnTo>
                  <a:lnTo>
                    <a:pt x="56190" y="311979"/>
                  </a:lnTo>
                  <a:lnTo>
                    <a:pt x="57029" y="304603"/>
                  </a:lnTo>
                  <a:lnTo>
                    <a:pt x="57447" y="302029"/>
                  </a:lnTo>
                  <a:lnTo>
                    <a:pt x="58765" y="298794"/>
                  </a:lnTo>
                  <a:lnTo>
                    <a:pt x="59013" y="297931"/>
                  </a:lnTo>
                  <a:lnTo>
                    <a:pt x="59216" y="295464"/>
                  </a:lnTo>
                  <a:lnTo>
                    <a:pt x="59155" y="289635"/>
                  </a:lnTo>
                  <a:lnTo>
                    <a:pt x="59357" y="286077"/>
                  </a:lnTo>
                  <a:lnTo>
                    <a:pt x="60407" y="279076"/>
                  </a:lnTo>
                  <a:lnTo>
                    <a:pt x="60528" y="275836"/>
                  </a:lnTo>
                  <a:lnTo>
                    <a:pt x="61695" y="268627"/>
                  </a:lnTo>
                  <a:lnTo>
                    <a:pt x="61960" y="263451"/>
                  </a:lnTo>
                  <a:lnTo>
                    <a:pt x="62458" y="260721"/>
                  </a:lnTo>
                  <a:lnTo>
                    <a:pt x="62264" y="257648"/>
                  </a:lnTo>
                  <a:lnTo>
                    <a:pt x="62595" y="250771"/>
                  </a:lnTo>
                  <a:lnTo>
                    <a:pt x="61803" y="246884"/>
                  </a:lnTo>
                  <a:lnTo>
                    <a:pt x="61629" y="244610"/>
                  </a:lnTo>
                  <a:lnTo>
                    <a:pt x="62625" y="237561"/>
                  </a:lnTo>
                  <a:lnTo>
                    <a:pt x="63303" y="235844"/>
                  </a:lnTo>
                  <a:lnTo>
                    <a:pt x="64396" y="232563"/>
                  </a:lnTo>
                  <a:lnTo>
                    <a:pt x="64856" y="228880"/>
                  </a:lnTo>
                  <a:lnTo>
                    <a:pt x="64941" y="226540"/>
                  </a:lnTo>
                  <a:lnTo>
                    <a:pt x="63543" y="214894"/>
                  </a:lnTo>
                  <a:lnTo>
                    <a:pt x="63352" y="210929"/>
                  </a:lnTo>
                  <a:lnTo>
                    <a:pt x="63694" y="201689"/>
                  </a:lnTo>
                  <a:lnTo>
                    <a:pt x="64175" y="195721"/>
                  </a:lnTo>
                  <a:lnTo>
                    <a:pt x="64019" y="190960"/>
                  </a:lnTo>
                  <a:lnTo>
                    <a:pt x="64175" y="188513"/>
                  </a:lnTo>
                  <a:lnTo>
                    <a:pt x="64417" y="185440"/>
                  </a:lnTo>
                  <a:lnTo>
                    <a:pt x="65378" y="181712"/>
                  </a:lnTo>
                  <a:lnTo>
                    <a:pt x="65595" y="179063"/>
                  </a:lnTo>
                  <a:lnTo>
                    <a:pt x="65258" y="177957"/>
                  </a:lnTo>
                  <a:lnTo>
                    <a:pt x="64119" y="176607"/>
                  </a:lnTo>
                  <a:lnTo>
                    <a:pt x="63179" y="173225"/>
                  </a:lnTo>
                  <a:lnTo>
                    <a:pt x="63115" y="169889"/>
                  </a:lnTo>
                  <a:lnTo>
                    <a:pt x="63417" y="167462"/>
                  </a:lnTo>
                  <a:lnTo>
                    <a:pt x="63487" y="164026"/>
                  </a:lnTo>
                  <a:lnTo>
                    <a:pt x="64888" y="163350"/>
                  </a:lnTo>
                  <a:lnTo>
                    <a:pt x="65634" y="161443"/>
                  </a:lnTo>
                  <a:lnTo>
                    <a:pt x="66344" y="157868"/>
                  </a:lnTo>
                  <a:lnTo>
                    <a:pt x="67234" y="149222"/>
                  </a:lnTo>
                  <a:lnTo>
                    <a:pt x="67617" y="138499"/>
                  </a:lnTo>
                  <a:lnTo>
                    <a:pt x="68148" y="132041"/>
                  </a:lnTo>
                  <a:lnTo>
                    <a:pt x="68523" y="128849"/>
                  </a:lnTo>
                  <a:lnTo>
                    <a:pt x="68837" y="122178"/>
                  </a:lnTo>
                  <a:lnTo>
                    <a:pt x="69356" y="117812"/>
                  </a:lnTo>
                  <a:lnTo>
                    <a:pt x="69449" y="113786"/>
                  </a:lnTo>
                  <a:lnTo>
                    <a:pt x="69346" y="110725"/>
                  </a:lnTo>
                  <a:lnTo>
                    <a:pt x="68005" y="95128"/>
                  </a:lnTo>
                  <a:lnTo>
                    <a:pt x="68047" y="89397"/>
                  </a:lnTo>
                  <a:lnTo>
                    <a:pt x="68617" y="80483"/>
                  </a:lnTo>
                  <a:lnTo>
                    <a:pt x="68608" y="67933"/>
                  </a:lnTo>
                  <a:lnTo>
                    <a:pt x="68494" y="65002"/>
                  </a:lnTo>
                  <a:lnTo>
                    <a:pt x="67989" y="62257"/>
                  </a:lnTo>
                  <a:lnTo>
                    <a:pt x="67840" y="58532"/>
                  </a:lnTo>
                  <a:lnTo>
                    <a:pt x="67033" y="52051"/>
                  </a:lnTo>
                  <a:lnTo>
                    <a:pt x="66304" y="39048"/>
                  </a:lnTo>
                  <a:lnTo>
                    <a:pt x="66289" y="32183"/>
                  </a:lnTo>
                  <a:lnTo>
                    <a:pt x="65974" y="26357"/>
                  </a:lnTo>
                  <a:lnTo>
                    <a:pt x="65275" y="24807"/>
                  </a:lnTo>
                  <a:lnTo>
                    <a:pt x="65778" y="24452"/>
                  </a:lnTo>
                  <a:lnTo>
                    <a:pt x="66953" y="24210"/>
                  </a:lnTo>
                  <a:lnTo>
                    <a:pt x="68169" y="24204"/>
                  </a:lnTo>
                  <a:lnTo>
                    <a:pt x="69707" y="22972"/>
                  </a:lnTo>
                  <a:lnTo>
                    <a:pt x="71345" y="20684"/>
                  </a:lnTo>
                  <a:lnTo>
                    <a:pt x="72415" y="17357"/>
                  </a:lnTo>
                  <a:lnTo>
                    <a:pt x="72873" y="14307"/>
                  </a:lnTo>
                  <a:lnTo>
                    <a:pt x="72874" y="11640"/>
                  </a:lnTo>
                  <a:lnTo>
                    <a:pt x="72392" y="8247"/>
                  </a:lnTo>
                  <a:lnTo>
                    <a:pt x="72262" y="5843"/>
                  </a:lnTo>
                  <a:lnTo>
                    <a:pt x="72829" y="4694"/>
                  </a:lnTo>
                  <a:lnTo>
                    <a:pt x="74326" y="4247"/>
                  </a:lnTo>
                  <a:lnTo>
                    <a:pt x="75540" y="1985"/>
                  </a:lnTo>
                  <a:lnTo>
                    <a:pt x="76471" y="0"/>
                  </a:lnTo>
                  <a:lnTo>
                    <a:pt x="76668" y="3353"/>
                  </a:lnTo>
                  <a:lnTo>
                    <a:pt x="78359" y="7848"/>
                  </a:lnTo>
                  <a:lnTo>
                    <a:pt x="78909" y="12916"/>
                  </a:lnTo>
                  <a:lnTo>
                    <a:pt x="79292" y="13556"/>
                  </a:lnTo>
                  <a:lnTo>
                    <a:pt x="81617" y="16087"/>
                  </a:lnTo>
                  <a:lnTo>
                    <a:pt x="81660" y="16684"/>
                  </a:lnTo>
                  <a:lnTo>
                    <a:pt x="81319" y="17631"/>
                  </a:lnTo>
                  <a:lnTo>
                    <a:pt x="80981" y="18851"/>
                  </a:lnTo>
                  <a:lnTo>
                    <a:pt x="81217" y="20577"/>
                  </a:lnTo>
                  <a:lnTo>
                    <a:pt x="81638" y="22940"/>
                  </a:lnTo>
                  <a:lnTo>
                    <a:pt x="81777" y="25133"/>
                  </a:lnTo>
                  <a:lnTo>
                    <a:pt x="82034" y="27390"/>
                  </a:lnTo>
                  <a:lnTo>
                    <a:pt x="82290" y="30850"/>
                  </a:lnTo>
                  <a:lnTo>
                    <a:pt x="82445" y="33987"/>
                  </a:lnTo>
                  <a:lnTo>
                    <a:pt x="83037" y="38618"/>
                  </a:lnTo>
                  <a:lnTo>
                    <a:pt x="83158" y="41475"/>
                  </a:lnTo>
                  <a:lnTo>
                    <a:pt x="83167" y="43198"/>
                  </a:lnTo>
                  <a:lnTo>
                    <a:pt x="83628" y="44889"/>
                  </a:lnTo>
                  <a:lnTo>
                    <a:pt x="84529" y="46903"/>
                  </a:lnTo>
                  <a:lnTo>
                    <a:pt x="85749" y="48937"/>
                  </a:lnTo>
                  <a:lnTo>
                    <a:pt x="86717" y="51306"/>
                  </a:lnTo>
                  <a:lnTo>
                    <a:pt x="87459" y="52911"/>
                  </a:lnTo>
                  <a:lnTo>
                    <a:pt x="88356" y="54224"/>
                  </a:lnTo>
                  <a:lnTo>
                    <a:pt x="89045" y="55430"/>
                  </a:lnTo>
                  <a:lnTo>
                    <a:pt x="89314" y="56258"/>
                  </a:lnTo>
                  <a:lnTo>
                    <a:pt x="89404" y="56933"/>
                  </a:lnTo>
                  <a:lnTo>
                    <a:pt x="89107" y="57571"/>
                  </a:lnTo>
                  <a:lnTo>
                    <a:pt x="88017" y="60696"/>
                  </a:lnTo>
                  <a:lnTo>
                    <a:pt x="86499" y="65452"/>
                  </a:lnTo>
                  <a:lnTo>
                    <a:pt x="86525" y="66032"/>
                  </a:lnTo>
                  <a:lnTo>
                    <a:pt x="87980" y="69454"/>
                  </a:lnTo>
                  <a:lnTo>
                    <a:pt x="88213" y="70808"/>
                  </a:lnTo>
                  <a:lnTo>
                    <a:pt x="88197" y="72721"/>
                  </a:lnTo>
                  <a:lnTo>
                    <a:pt x="87710" y="75021"/>
                  </a:lnTo>
                  <a:lnTo>
                    <a:pt x="86139" y="75751"/>
                  </a:lnTo>
                  <a:lnTo>
                    <a:pt x="85790" y="76377"/>
                  </a:lnTo>
                  <a:lnTo>
                    <a:pt x="85746" y="77107"/>
                  </a:lnTo>
                  <a:lnTo>
                    <a:pt x="86108" y="78079"/>
                  </a:lnTo>
                  <a:lnTo>
                    <a:pt x="86052" y="80347"/>
                  </a:lnTo>
                  <a:lnTo>
                    <a:pt x="86619" y="82855"/>
                  </a:lnTo>
                  <a:lnTo>
                    <a:pt x="86326" y="83709"/>
                  </a:lnTo>
                  <a:lnTo>
                    <a:pt x="85747" y="84864"/>
                  </a:lnTo>
                  <a:lnTo>
                    <a:pt x="85731" y="85992"/>
                  </a:lnTo>
                  <a:lnTo>
                    <a:pt x="85921" y="87244"/>
                  </a:lnTo>
                  <a:lnTo>
                    <a:pt x="86530" y="88260"/>
                  </a:lnTo>
                  <a:lnTo>
                    <a:pt x="88948" y="91778"/>
                  </a:lnTo>
                  <a:lnTo>
                    <a:pt x="89140" y="92262"/>
                  </a:lnTo>
                  <a:lnTo>
                    <a:pt x="89102" y="92626"/>
                  </a:lnTo>
                  <a:lnTo>
                    <a:pt x="88167" y="94972"/>
                  </a:lnTo>
                  <a:lnTo>
                    <a:pt x="88070" y="96421"/>
                  </a:lnTo>
                  <a:lnTo>
                    <a:pt x="88095" y="98804"/>
                  </a:lnTo>
                  <a:lnTo>
                    <a:pt x="88227" y="100345"/>
                  </a:lnTo>
                  <a:lnTo>
                    <a:pt x="88529" y="100986"/>
                  </a:lnTo>
                  <a:lnTo>
                    <a:pt x="89742" y="101713"/>
                  </a:lnTo>
                  <a:lnTo>
                    <a:pt x="91243" y="107074"/>
                  </a:lnTo>
                  <a:lnTo>
                    <a:pt x="92685" y="112116"/>
                  </a:lnTo>
                  <a:lnTo>
                    <a:pt x="92666" y="116458"/>
                  </a:lnTo>
                  <a:lnTo>
                    <a:pt x="92816" y="121520"/>
                  </a:lnTo>
                  <a:lnTo>
                    <a:pt x="93732" y="125493"/>
                  </a:lnTo>
                  <a:lnTo>
                    <a:pt x="93860" y="128673"/>
                  </a:lnTo>
                  <a:lnTo>
                    <a:pt x="94169" y="132283"/>
                  </a:lnTo>
                  <a:lnTo>
                    <a:pt x="95260" y="134479"/>
                  </a:lnTo>
                  <a:lnTo>
                    <a:pt x="95685" y="138819"/>
                  </a:lnTo>
                  <a:lnTo>
                    <a:pt x="95796" y="141131"/>
                  </a:lnTo>
                  <a:lnTo>
                    <a:pt x="95728" y="142651"/>
                  </a:lnTo>
                  <a:lnTo>
                    <a:pt x="96575" y="147370"/>
                  </a:lnTo>
                  <a:lnTo>
                    <a:pt x="96674" y="151424"/>
                  </a:lnTo>
                  <a:lnTo>
                    <a:pt x="96474" y="154338"/>
                  </a:lnTo>
                  <a:lnTo>
                    <a:pt x="96484" y="155963"/>
                  </a:lnTo>
                  <a:lnTo>
                    <a:pt x="96604" y="157109"/>
                  </a:lnTo>
                  <a:lnTo>
                    <a:pt x="97331" y="158136"/>
                  </a:lnTo>
                  <a:lnTo>
                    <a:pt x="97653" y="158779"/>
                  </a:lnTo>
                  <a:lnTo>
                    <a:pt x="98728" y="159065"/>
                  </a:lnTo>
                  <a:lnTo>
                    <a:pt x="100300" y="159140"/>
                  </a:lnTo>
                  <a:lnTo>
                    <a:pt x="102986" y="158061"/>
                  </a:lnTo>
                  <a:close/>
                </a:path>
              </a:pathLst>
            </a:custGeom>
            <a:solidFill>
              <a:srgbClr val="FFFBF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1"/>
            <p:cNvSpPr/>
            <p:nvPr/>
          </p:nvSpPr>
          <p:spPr>
            <a:xfrm>
              <a:off x="4704565" y="3039019"/>
              <a:ext cx="29344" cy="56718"/>
            </a:xfrm>
            <a:custGeom>
              <a:avLst/>
              <a:pathLst>
                <a:path w="29344" h="56718">
                  <a:moveTo>
                    <a:pt x="27803" y="4308"/>
                  </a:moveTo>
                  <a:lnTo>
                    <a:pt x="28414" y="5619"/>
                  </a:lnTo>
                  <a:lnTo>
                    <a:pt x="28814" y="7518"/>
                  </a:lnTo>
                  <a:lnTo>
                    <a:pt x="29146" y="11023"/>
                  </a:lnTo>
                  <a:lnTo>
                    <a:pt x="29344" y="14250"/>
                  </a:lnTo>
                  <a:lnTo>
                    <a:pt x="28098" y="16301"/>
                  </a:lnTo>
                  <a:lnTo>
                    <a:pt x="26982" y="17133"/>
                  </a:lnTo>
                  <a:lnTo>
                    <a:pt x="24744" y="25014"/>
                  </a:lnTo>
                  <a:lnTo>
                    <a:pt x="24278" y="27501"/>
                  </a:lnTo>
                  <a:lnTo>
                    <a:pt x="23896" y="28540"/>
                  </a:lnTo>
                  <a:lnTo>
                    <a:pt x="23776" y="29625"/>
                  </a:lnTo>
                  <a:lnTo>
                    <a:pt x="23820" y="30707"/>
                  </a:lnTo>
                  <a:lnTo>
                    <a:pt x="23244" y="34499"/>
                  </a:lnTo>
                  <a:lnTo>
                    <a:pt x="22729" y="39156"/>
                  </a:lnTo>
                  <a:lnTo>
                    <a:pt x="22404" y="41067"/>
                  </a:lnTo>
                  <a:lnTo>
                    <a:pt x="21765" y="42533"/>
                  </a:lnTo>
                  <a:lnTo>
                    <a:pt x="20953" y="43273"/>
                  </a:lnTo>
                  <a:lnTo>
                    <a:pt x="20424" y="43384"/>
                  </a:lnTo>
                  <a:lnTo>
                    <a:pt x="19942" y="43791"/>
                  </a:lnTo>
                  <a:lnTo>
                    <a:pt x="18763" y="46330"/>
                  </a:lnTo>
                  <a:lnTo>
                    <a:pt x="17434" y="48239"/>
                  </a:lnTo>
                  <a:lnTo>
                    <a:pt x="17655" y="49113"/>
                  </a:lnTo>
                  <a:lnTo>
                    <a:pt x="17667" y="49943"/>
                  </a:lnTo>
                  <a:lnTo>
                    <a:pt x="17085" y="50868"/>
                  </a:lnTo>
                  <a:lnTo>
                    <a:pt x="16436" y="50696"/>
                  </a:lnTo>
                  <a:lnTo>
                    <a:pt x="14560" y="51446"/>
                  </a:lnTo>
                  <a:lnTo>
                    <a:pt x="13871" y="52876"/>
                  </a:lnTo>
                  <a:lnTo>
                    <a:pt x="13167" y="55511"/>
                  </a:lnTo>
                  <a:lnTo>
                    <a:pt x="12900" y="55866"/>
                  </a:lnTo>
                  <a:lnTo>
                    <a:pt x="11770" y="56480"/>
                  </a:lnTo>
                  <a:lnTo>
                    <a:pt x="10904" y="56718"/>
                  </a:lnTo>
                  <a:lnTo>
                    <a:pt x="9433" y="54861"/>
                  </a:lnTo>
                  <a:lnTo>
                    <a:pt x="8702" y="54315"/>
                  </a:lnTo>
                  <a:lnTo>
                    <a:pt x="6756" y="53560"/>
                  </a:lnTo>
                  <a:lnTo>
                    <a:pt x="4864" y="52300"/>
                  </a:lnTo>
                  <a:lnTo>
                    <a:pt x="3536" y="50872"/>
                  </a:lnTo>
                  <a:lnTo>
                    <a:pt x="813" y="47352"/>
                  </a:lnTo>
                  <a:lnTo>
                    <a:pt x="498" y="40999"/>
                  </a:lnTo>
                  <a:lnTo>
                    <a:pt x="30" y="37569"/>
                  </a:lnTo>
                  <a:lnTo>
                    <a:pt x="0" y="36346"/>
                  </a:lnTo>
                  <a:lnTo>
                    <a:pt x="177" y="25787"/>
                  </a:lnTo>
                  <a:lnTo>
                    <a:pt x="368" y="24633"/>
                  </a:lnTo>
                  <a:lnTo>
                    <a:pt x="714" y="23623"/>
                  </a:lnTo>
                  <a:lnTo>
                    <a:pt x="1917" y="21262"/>
                  </a:lnTo>
                  <a:lnTo>
                    <a:pt x="3296" y="19395"/>
                  </a:lnTo>
                  <a:lnTo>
                    <a:pt x="5272" y="15488"/>
                  </a:lnTo>
                  <a:lnTo>
                    <a:pt x="6706" y="13699"/>
                  </a:lnTo>
                  <a:lnTo>
                    <a:pt x="7909" y="11128"/>
                  </a:lnTo>
                  <a:lnTo>
                    <a:pt x="7205" y="11236"/>
                  </a:lnTo>
                  <a:lnTo>
                    <a:pt x="6685" y="10912"/>
                  </a:lnTo>
                  <a:lnTo>
                    <a:pt x="7197" y="8714"/>
                  </a:lnTo>
                  <a:lnTo>
                    <a:pt x="7747" y="7537"/>
                  </a:lnTo>
                  <a:lnTo>
                    <a:pt x="8381" y="6895"/>
                  </a:lnTo>
                  <a:lnTo>
                    <a:pt x="9656" y="7355"/>
                  </a:lnTo>
                  <a:lnTo>
                    <a:pt x="10834" y="6899"/>
                  </a:lnTo>
                  <a:lnTo>
                    <a:pt x="11705" y="4947"/>
                  </a:lnTo>
                  <a:lnTo>
                    <a:pt x="12533" y="4531"/>
                  </a:lnTo>
                  <a:lnTo>
                    <a:pt x="15678" y="5171"/>
                  </a:lnTo>
                  <a:lnTo>
                    <a:pt x="17860" y="4279"/>
                  </a:lnTo>
                  <a:lnTo>
                    <a:pt x="18953" y="2483"/>
                  </a:lnTo>
                  <a:lnTo>
                    <a:pt x="19468" y="2413"/>
                  </a:lnTo>
                  <a:lnTo>
                    <a:pt x="21080" y="2923"/>
                  </a:lnTo>
                  <a:lnTo>
                    <a:pt x="21676" y="4791"/>
                  </a:lnTo>
                  <a:lnTo>
                    <a:pt x="21623" y="3537"/>
                  </a:lnTo>
                  <a:lnTo>
                    <a:pt x="21692" y="2320"/>
                  </a:lnTo>
                  <a:lnTo>
                    <a:pt x="21988" y="2452"/>
                  </a:lnTo>
                  <a:lnTo>
                    <a:pt x="24093" y="4768"/>
                  </a:lnTo>
                  <a:lnTo>
                    <a:pt x="24101" y="1929"/>
                  </a:lnTo>
                  <a:lnTo>
                    <a:pt x="24219" y="1185"/>
                  </a:lnTo>
                  <a:lnTo>
                    <a:pt x="24878" y="0"/>
                  </a:lnTo>
                  <a:lnTo>
                    <a:pt x="25208" y="20"/>
                  </a:lnTo>
                  <a:lnTo>
                    <a:pt x="26023" y="2312"/>
                  </a:lnTo>
                  <a:lnTo>
                    <a:pt x="26819" y="3644"/>
                  </a:lnTo>
                  <a:close/>
                </a:path>
              </a:pathLst>
            </a:custGeom>
            <a:solidFill>
              <a:srgbClr val="FCFDF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2"/>
            <p:cNvSpPr/>
            <p:nvPr/>
          </p:nvSpPr>
          <p:spPr>
            <a:xfrm>
              <a:off x="4724666" y="3010787"/>
              <a:ext cx="3392" cy="3706"/>
            </a:xfrm>
            <a:custGeom>
              <a:avLst/>
              <a:pathLst>
                <a:path w="3392" h="3706">
                  <a:moveTo>
                    <a:pt x="1487" y="0"/>
                  </a:moveTo>
                  <a:lnTo>
                    <a:pt x="1946" y="1021"/>
                  </a:lnTo>
                  <a:lnTo>
                    <a:pt x="3170" y="297"/>
                  </a:lnTo>
                  <a:lnTo>
                    <a:pt x="3392" y="1600"/>
                  </a:lnTo>
                  <a:lnTo>
                    <a:pt x="3383" y="2207"/>
                  </a:lnTo>
                  <a:lnTo>
                    <a:pt x="2952" y="3706"/>
                  </a:lnTo>
                  <a:lnTo>
                    <a:pt x="1940" y="2549"/>
                  </a:lnTo>
                  <a:lnTo>
                    <a:pt x="929" y="2819"/>
                  </a:lnTo>
                  <a:lnTo>
                    <a:pt x="201" y="2718"/>
                  </a:lnTo>
                  <a:lnTo>
                    <a:pt x="0" y="2008"/>
                  </a:lnTo>
                  <a:lnTo>
                    <a:pt x="557" y="543"/>
                  </a:lnTo>
                  <a:close/>
                </a:path>
              </a:pathLst>
            </a:custGeom>
            <a:solidFill>
              <a:srgbClr val="FCFDF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3"/>
            <p:cNvSpPr/>
            <p:nvPr/>
          </p:nvSpPr>
          <p:spPr>
            <a:xfrm>
              <a:off x="4752559" y="2992553"/>
              <a:ext cx="1513" cy="2710"/>
            </a:xfrm>
            <a:custGeom>
              <a:avLst/>
              <a:pathLst>
                <a:path w="1513" h="2710">
                  <a:moveTo>
                    <a:pt x="1465" y="2086"/>
                  </a:moveTo>
                  <a:lnTo>
                    <a:pt x="254" y="2710"/>
                  </a:lnTo>
                  <a:lnTo>
                    <a:pt x="0" y="2576"/>
                  </a:lnTo>
                  <a:lnTo>
                    <a:pt x="419" y="1048"/>
                  </a:lnTo>
                  <a:lnTo>
                    <a:pt x="1513" y="0"/>
                  </a:lnTo>
                  <a:close/>
                </a:path>
              </a:pathLst>
            </a:custGeom>
            <a:solidFill>
              <a:srgbClr val="FCFDF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4"/>
            <p:cNvSpPr/>
            <p:nvPr/>
          </p:nvSpPr>
          <p:spPr>
            <a:xfrm>
              <a:off x="4754875" y="2990720"/>
              <a:ext cx="1849" cy="5627"/>
            </a:xfrm>
            <a:custGeom>
              <a:avLst/>
              <a:pathLst>
                <a:path w="1849" h="5627">
                  <a:moveTo>
                    <a:pt x="956" y="5035"/>
                  </a:moveTo>
                  <a:lnTo>
                    <a:pt x="720" y="5627"/>
                  </a:lnTo>
                  <a:lnTo>
                    <a:pt x="361" y="4556"/>
                  </a:lnTo>
                  <a:lnTo>
                    <a:pt x="256" y="3024"/>
                  </a:lnTo>
                  <a:lnTo>
                    <a:pt x="0" y="2196"/>
                  </a:lnTo>
                  <a:lnTo>
                    <a:pt x="590" y="1152"/>
                  </a:lnTo>
                  <a:lnTo>
                    <a:pt x="855" y="0"/>
                  </a:lnTo>
                  <a:lnTo>
                    <a:pt x="1559" y="229"/>
                  </a:lnTo>
                  <a:lnTo>
                    <a:pt x="1849" y="580"/>
                  </a:lnTo>
                  <a:lnTo>
                    <a:pt x="1232" y="1776"/>
                  </a:lnTo>
                  <a:lnTo>
                    <a:pt x="1085" y="2286"/>
                  </a:lnTo>
                  <a:close/>
                </a:path>
              </a:pathLst>
            </a:custGeom>
            <a:solidFill>
              <a:srgbClr val="FCFDF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5"/>
            <p:cNvSpPr/>
            <p:nvPr/>
          </p:nvSpPr>
          <p:spPr>
            <a:xfrm>
              <a:off x="4763410" y="2957263"/>
              <a:ext cx="1965" cy="4332"/>
            </a:xfrm>
            <a:custGeom>
              <a:avLst/>
              <a:pathLst>
                <a:path w="1965" h="4332">
                  <a:moveTo>
                    <a:pt x="1861" y="2965"/>
                  </a:moveTo>
                  <a:lnTo>
                    <a:pt x="1965" y="4332"/>
                  </a:lnTo>
                  <a:lnTo>
                    <a:pt x="1002" y="2252"/>
                  </a:lnTo>
                  <a:lnTo>
                    <a:pt x="727" y="2132"/>
                  </a:lnTo>
                  <a:lnTo>
                    <a:pt x="267" y="1357"/>
                  </a:lnTo>
                  <a:lnTo>
                    <a:pt x="0" y="50"/>
                  </a:lnTo>
                  <a:lnTo>
                    <a:pt x="747" y="0"/>
                  </a:lnTo>
                  <a:lnTo>
                    <a:pt x="1432" y="1551"/>
                  </a:lnTo>
                  <a:close/>
                </a:path>
              </a:pathLst>
            </a:custGeom>
            <a:solidFill>
              <a:srgbClr val="FCFDF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6"/>
            <p:cNvSpPr/>
            <p:nvPr/>
          </p:nvSpPr>
          <p:spPr>
            <a:xfrm>
              <a:off x="4821066" y="2908572"/>
              <a:ext cx="1311" cy="3433"/>
            </a:xfrm>
            <a:custGeom>
              <a:avLst/>
              <a:pathLst>
                <a:path w="1311" h="3433">
                  <a:moveTo>
                    <a:pt x="1311" y="1656"/>
                  </a:moveTo>
                  <a:lnTo>
                    <a:pt x="897" y="3433"/>
                  </a:lnTo>
                  <a:lnTo>
                    <a:pt x="169" y="3138"/>
                  </a:lnTo>
                  <a:lnTo>
                    <a:pt x="148" y="1875"/>
                  </a:lnTo>
                  <a:lnTo>
                    <a:pt x="0" y="1504"/>
                  </a:lnTo>
                  <a:lnTo>
                    <a:pt x="200" y="328"/>
                  </a:lnTo>
                  <a:lnTo>
                    <a:pt x="333" y="0"/>
                  </a:lnTo>
                  <a:lnTo>
                    <a:pt x="1159" y="999"/>
                  </a:lnTo>
                  <a:close/>
                </a:path>
              </a:pathLst>
            </a:custGeom>
            <a:solidFill>
              <a:srgbClr val="FCFDF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7"/>
            <p:cNvSpPr/>
            <p:nvPr/>
          </p:nvSpPr>
          <p:spPr>
            <a:xfrm>
              <a:off x="4841047" y="2876043"/>
              <a:ext cx="1760" cy="7165"/>
            </a:xfrm>
            <a:custGeom>
              <a:avLst/>
              <a:pathLst>
                <a:path w="1760" h="7165">
                  <a:moveTo>
                    <a:pt x="1541" y="5797"/>
                  </a:moveTo>
                  <a:lnTo>
                    <a:pt x="625" y="7165"/>
                  </a:lnTo>
                  <a:lnTo>
                    <a:pt x="53" y="6514"/>
                  </a:lnTo>
                  <a:lnTo>
                    <a:pt x="42" y="4682"/>
                  </a:lnTo>
                  <a:lnTo>
                    <a:pt x="333" y="3031"/>
                  </a:lnTo>
                  <a:lnTo>
                    <a:pt x="0" y="1841"/>
                  </a:lnTo>
                  <a:lnTo>
                    <a:pt x="327" y="424"/>
                  </a:lnTo>
                  <a:lnTo>
                    <a:pt x="1011" y="0"/>
                  </a:lnTo>
                  <a:lnTo>
                    <a:pt x="1252" y="884"/>
                  </a:lnTo>
                  <a:lnTo>
                    <a:pt x="1637" y="1353"/>
                  </a:lnTo>
                  <a:lnTo>
                    <a:pt x="1756" y="1835"/>
                  </a:lnTo>
                  <a:lnTo>
                    <a:pt x="1760" y="2763"/>
                  </a:lnTo>
                  <a:lnTo>
                    <a:pt x="1395" y="4295"/>
                  </a:lnTo>
                  <a:lnTo>
                    <a:pt x="1683" y="5129"/>
                  </a:lnTo>
                  <a:close/>
                </a:path>
              </a:pathLst>
            </a:custGeom>
            <a:solidFill>
              <a:srgbClr val="FCFDF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8"/>
            <p:cNvSpPr/>
            <p:nvPr/>
          </p:nvSpPr>
          <p:spPr>
            <a:xfrm>
              <a:off x="4858762" y="2800657"/>
              <a:ext cx="1478" cy="4192"/>
            </a:xfrm>
            <a:custGeom>
              <a:avLst/>
              <a:pathLst>
                <a:path w="1478" h="4192">
                  <a:moveTo>
                    <a:pt x="1478" y="3485"/>
                  </a:moveTo>
                  <a:lnTo>
                    <a:pt x="403" y="4192"/>
                  </a:lnTo>
                  <a:lnTo>
                    <a:pt x="0" y="4189"/>
                  </a:lnTo>
                  <a:lnTo>
                    <a:pt x="30" y="2043"/>
                  </a:lnTo>
                  <a:lnTo>
                    <a:pt x="912" y="0"/>
                  </a:lnTo>
                  <a:lnTo>
                    <a:pt x="1268" y="682"/>
                  </a:lnTo>
                  <a:lnTo>
                    <a:pt x="1473" y="1748"/>
                  </a:lnTo>
                  <a:close/>
                </a:path>
              </a:pathLst>
            </a:custGeom>
            <a:solidFill>
              <a:srgbClr val="FCFDF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29"/>
            <p:cNvSpPr/>
            <p:nvPr/>
          </p:nvSpPr>
          <p:spPr>
            <a:xfrm>
              <a:off x="4870005" y="2754034"/>
              <a:ext cx="1602" cy="3604"/>
            </a:xfrm>
            <a:custGeom>
              <a:avLst/>
              <a:pathLst>
                <a:path w="1602" h="3604">
                  <a:moveTo>
                    <a:pt x="1602" y="3050"/>
                  </a:moveTo>
                  <a:lnTo>
                    <a:pt x="1559" y="3604"/>
                  </a:lnTo>
                  <a:lnTo>
                    <a:pt x="507" y="1680"/>
                  </a:lnTo>
                  <a:lnTo>
                    <a:pt x="0" y="1367"/>
                  </a:lnTo>
                  <a:lnTo>
                    <a:pt x="242" y="279"/>
                  </a:lnTo>
                  <a:lnTo>
                    <a:pt x="949" y="0"/>
                  </a:lnTo>
                  <a:lnTo>
                    <a:pt x="1509" y="2406"/>
                  </a:lnTo>
                  <a:close/>
                </a:path>
              </a:pathLst>
            </a:custGeom>
            <a:solidFill>
              <a:srgbClr val="FCFDF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0"/>
            <p:cNvSpPr/>
            <p:nvPr/>
          </p:nvSpPr>
          <p:spPr>
            <a:xfrm>
              <a:off x="4873573" y="2748922"/>
              <a:ext cx="889" cy="3224"/>
            </a:xfrm>
            <a:custGeom>
              <a:avLst/>
              <a:pathLst>
                <a:path w="889" h="3224">
                  <a:moveTo>
                    <a:pt x="889" y="1856"/>
                  </a:moveTo>
                  <a:lnTo>
                    <a:pt x="767" y="3224"/>
                  </a:lnTo>
                  <a:lnTo>
                    <a:pt x="441" y="3029"/>
                  </a:lnTo>
                  <a:lnTo>
                    <a:pt x="0" y="598"/>
                  </a:lnTo>
                  <a:lnTo>
                    <a:pt x="236" y="0"/>
                  </a:lnTo>
                  <a:lnTo>
                    <a:pt x="860" y="147"/>
                  </a:lnTo>
                  <a:close/>
                </a:path>
              </a:pathLst>
            </a:custGeom>
            <a:solidFill>
              <a:srgbClr val="FCFDF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1"/>
            <p:cNvSpPr/>
            <p:nvPr/>
          </p:nvSpPr>
          <p:spPr>
            <a:xfrm>
              <a:off x="4869101" y="2743370"/>
              <a:ext cx="4353" cy="5888"/>
            </a:xfrm>
            <a:custGeom>
              <a:avLst/>
              <a:pathLst>
                <a:path w="4353" h="5888">
                  <a:moveTo>
                    <a:pt x="4028" y="5309"/>
                  </a:moveTo>
                  <a:lnTo>
                    <a:pt x="3851" y="5888"/>
                  </a:lnTo>
                  <a:lnTo>
                    <a:pt x="2324" y="4191"/>
                  </a:lnTo>
                  <a:lnTo>
                    <a:pt x="673" y="3834"/>
                  </a:lnTo>
                  <a:lnTo>
                    <a:pt x="103" y="2343"/>
                  </a:lnTo>
                  <a:lnTo>
                    <a:pt x="0" y="0"/>
                  </a:lnTo>
                  <a:lnTo>
                    <a:pt x="1741" y="99"/>
                  </a:lnTo>
                  <a:lnTo>
                    <a:pt x="3887" y="2218"/>
                  </a:lnTo>
                  <a:lnTo>
                    <a:pt x="4353" y="3301"/>
                  </a:lnTo>
                  <a:close/>
                </a:path>
              </a:pathLst>
            </a:custGeom>
            <a:solidFill>
              <a:srgbClr val="FCFDF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2"/>
            <p:cNvSpPr/>
            <p:nvPr/>
          </p:nvSpPr>
          <p:spPr>
            <a:xfrm>
              <a:off x="4859744" y="2694252"/>
              <a:ext cx="8040" cy="10094"/>
            </a:xfrm>
            <a:custGeom>
              <a:avLst/>
              <a:pathLst>
                <a:path w="8040" h="10094">
                  <a:moveTo>
                    <a:pt x="8040" y="9251"/>
                  </a:moveTo>
                  <a:lnTo>
                    <a:pt x="7025" y="10094"/>
                  </a:lnTo>
                  <a:lnTo>
                    <a:pt x="3810" y="7557"/>
                  </a:lnTo>
                  <a:lnTo>
                    <a:pt x="1546" y="4775"/>
                  </a:lnTo>
                  <a:lnTo>
                    <a:pt x="193" y="1396"/>
                  </a:lnTo>
                  <a:lnTo>
                    <a:pt x="0" y="0"/>
                  </a:lnTo>
                  <a:lnTo>
                    <a:pt x="1577" y="236"/>
                  </a:lnTo>
                  <a:lnTo>
                    <a:pt x="3122" y="1445"/>
                  </a:lnTo>
                  <a:lnTo>
                    <a:pt x="3463" y="3301"/>
                  </a:lnTo>
                  <a:lnTo>
                    <a:pt x="4086" y="3884"/>
                  </a:lnTo>
                  <a:lnTo>
                    <a:pt x="4509" y="4966"/>
                  </a:lnTo>
                  <a:lnTo>
                    <a:pt x="7368" y="7482"/>
                  </a:lnTo>
                  <a:lnTo>
                    <a:pt x="7805" y="8244"/>
                  </a:lnTo>
                  <a:close/>
                </a:path>
              </a:pathLst>
            </a:custGeom>
            <a:solidFill>
              <a:srgbClr val="FCFDF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3"/>
            <p:cNvSpPr/>
            <p:nvPr/>
          </p:nvSpPr>
          <p:spPr>
            <a:xfrm>
              <a:off x="4272322" y="2051553"/>
              <a:ext cx="754518" cy="983743"/>
            </a:xfrm>
            <a:custGeom>
              <a:avLst/>
              <a:pathLst>
                <a:path w="754518" h="983743">
                  <a:moveTo>
                    <a:pt x="702377" y="325636"/>
                  </a:moveTo>
                  <a:lnTo>
                    <a:pt x="702023" y="324599"/>
                  </a:lnTo>
                  <a:lnTo>
                    <a:pt x="701431" y="324268"/>
                  </a:lnTo>
                  <a:lnTo>
                    <a:pt x="700326" y="322816"/>
                  </a:lnTo>
                  <a:lnTo>
                    <a:pt x="699523" y="321217"/>
                  </a:lnTo>
                  <a:lnTo>
                    <a:pt x="698919" y="319448"/>
                  </a:lnTo>
                  <a:lnTo>
                    <a:pt x="698945" y="315672"/>
                  </a:lnTo>
                  <a:lnTo>
                    <a:pt x="698840" y="315105"/>
                  </a:lnTo>
                  <a:lnTo>
                    <a:pt x="697742" y="314332"/>
                  </a:lnTo>
                  <a:lnTo>
                    <a:pt x="697415" y="313208"/>
                  </a:lnTo>
                  <a:lnTo>
                    <a:pt x="696894" y="312671"/>
                  </a:lnTo>
                  <a:lnTo>
                    <a:pt x="696150" y="313013"/>
                  </a:lnTo>
                  <a:lnTo>
                    <a:pt x="695591" y="312651"/>
                  </a:lnTo>
                  <a:lnTo>
                    <a:pt x="695149" y="312036"/>
                  </a:lnTo>
                  <a:lnTo>
                    <a:pt x="694619" y="311963"/>
                  </a:lnTo>
                  <a:lnTo>
                    <a:pt x="694160" y="312939"/>
                  </a:lnTo>
                  <a:lnTo>
                    <a:pt x="693919" y="315033"/>
                  </a:lnTo>
                  <a:lnTo>
                    <a:pt x="693150" y="318510"/>
                  </a:lnTo>
                  <a:lnTo>
                    <a:pt x="693079" y="320611"/>
                  </a:lnTo>
                  <a:lnTo>
                    <a:pt x="692746" y="323615"/>
                  </a:lnTo>
                  <a:lnTo>
                    <a:pt x="692416" y="327421"/>
                  </a:lnTo>
                  <a:lnTo>
                    <a:pt x="692146" y="328215"/>
                  </a:lnTo>
                  <a:lnTo>
                    <a:pt x="691284" y="328329"/>
                  </a:lnTo>
                  <a:lnTo>
                    <a:pt x="690987" y="328577"/>
                  </a:lnTo>
                  <a:lnTo>
                    <a:pt x="690539" y="329871"/>
                  </a:lnTo>
                  <a:lnTo>
                    <a:pt x="689998" y="330090"/>
                  </a:lnTo>
                  <a:lnTo>
                    <a:pt x="689518" y="329333"/>
                  </a:lnTo>
                  <a:lnTo>
                    <a:pt x="688763" y="328577"/>
                  </a:lnTo>
                  <a:lnTo>
                    <a:pt x="688049" y="328479"/>
                  </a:lnTo>
                  <a:lnTo>
                    <a:pt x="687406" y="329236"/>
                  </a:lnTo>
                  <a:lnTo>
                    <a:pt x="686651" y="330882"/>
                  </a:lnTo>
                  <a:lnTo>
                    <a:pt x="686222" y="332217"/>
                  </a:lnTo>
                  <a:lnTo>
                    <a:pt x="686069" y="333462"/>
                  </a:lnTo>
                  <a:lnTo>
                    <a:pt x="685948" y="335002"/>
                  </a:lnTo>
                  <a:lnTo>
                    <a:pt x="685185" y="336478"/>
                  </a:lnTo>
                  <a:lnTo>
                    <a:pt x="684488" y="337250"/>
                  </a:lnTo>
                  <a:lnTo>
                    <a:pt x="683049" y="339424"/>
                  </a:lnTo>
                  <a:lnTo>
                    <a:pt x="682590" y="340327"/>
                  </a:lnTo>
                  <a:lnTo>
                    <a:pt x="681559" y="340339"/>
                  </a:lnTo>
                  <a:lnTo>
                    <a:pt x="680438" y="340255"/>
                  </a:lnTo>
                  <a:lnTo>
                    <a:pt x="678929" y="340841"/>
                  </a:lnTo>
                  <a:lnTo>
                    <a:pt x="676467" y="341139"/>
                  </a:lnTo>
                  <a:lnTo>
                    <a:pt x="674994" y="340699"/>
                  </a:lnTo>
                  <a:lnTo>
                    <a:pt x="673172" y="341114"/>
                  </a:lnTo>
                  <a:lnTo>
                    <a:pt x="671753" y="341826"/>
                  </a:lnTo>
                  <a:lnTo>
                    <a:pt x="671550" y="342887"/>
                  </a:lnTo>
                  <a:lnTo>
                    <a:pt x="671601" y="344456"/>
                  </a:lnTo>
                  <a:lnTo>
                    <a:pt x="671887" y="345482"/>
                  </a:lnTo>
                  <a:lnTo>
                    <a:pt x="672234" y="346168"/>
                  </a:lnTo>
                  <a:lnTo>
                    <a:pt x="672823" y="348279"/>
                  </a:lnTo>
                  <a:lnTo>
                    <a:pt x="673438" y="350320"/>
                  </a:lnTo>
                  <a:lnTo>
                    <a:pt x="674377" y="351640"/>
                  </a:lnTo>
                  <a:lnTo>
                    <a:pt x="674765" y="353057"/>
                  </a:lnTo>
                  <a:lnTo>
                    <a:pt x="674785" y="354376"/>
                  </a:lnTo>
                  <a:lnTo>
                    <a:pt x="674340" y="356038"/>
                  </a:lnTo>
                  <a:lnTo>
                    <a:pt x="673667" y="358211"/>
                  </a:lnTo>
                  <a:lnTo>
                    <a:pt x="673039" y="359548"/>
                  </a:lnTo>
                  <a:lnTo>
                    <a:pt x="672568" y="359504"/>
                  </a:lnTo>
                  <a:lnTo>
                    <a:pt x="671846" y="358725"/>
                  </a:lnTo>
                  <a:lnTo>
                    <a:pt x="671357" y="357748"/>
                  </a:lnTo>
                  <a:lnTo>
                    <a:pt x="670191" y="357380"/>
                  </a:lnTo>
                  <a:lnTo>
                    <a:pt x="667342" y="358005"/>
                  </a:lnTo>
                  <a:lnTo>
                    <a:pt x="665916" y="357569"/>
                  </a:lnTo>
                  <a:lnTo>
                    <a:pt x="665235" y="356771"/>
                  </a:lnTo>
                  <a:lnTo>
                    <a:pt x="664042" y="356710"/>
                  </a:lnTo>
                  <a:lnTo>
                    <a:pt x="662197" y="355646"/>
                  </a:lnTo>
                  <a:lnTo>
                    <a:pt x="661073" y="355305"/>
                  </a:lnTo>
                  <a:lnTo>
                    <a:pt x="660543" y="354620"/>
                  </a:lnTo>
                  <a:lnTo>
                    <a:pt x="660440" y="353057"/>
                  </a:lnTo>
                  <a:lnTo>
                    <a:pt x="659909" y="351982"/>
                  </a:lnTo>
                  <a:lnTo>
                    <a:pt x="659612" y="350695"/>
                  </a:lnTo>
                  <a:lnTo>
                    <a:pt x="658941" y="349079"/>
                  </a:lnTo>
                  <a:lnTo>
                    <a:pt x="658298" y="348268"/>
                  </a:lnTo>
                  <a:lnTo>
                    <a:pt x="657665" y="347926"/>
                  </a:lnTo>
                  <a:lnTo>
                    <a:pt x="656971" y="348903"/>
                  </a:lnTo>
                  <a:lnTo>
                    <a:pt x="656236" y="349783"/>
                  </a:lnTo>
                  <a:lnTo>
                    <a:pt x="655685" y="349587"/>
                  </a:lnTo>
                  <a:lnTo>
                    <a:pt x="655420" y="349832"/>
                  </a:lnTo>
                  <a:lnTo>
                    <a:pt x="655116" y="350561"/>
                  </a:lnTo>
                  <a:lnTo>
                    <a:pt x="653935" y="352066"/>
                  </a:lnTo>
                  <a:lnTo>
                    <a:pt x="653652" y="353444"/>
                  </a:lnTo>
                  <a:lnTo>
                    <a:pt x="653181" y="356363"/>
                  </a:lnTo>
                  <a:lnTo>
                    <a:pt x="652853" y="359364"/>
                  </a:lnTo>
                  <a:lnTo>
                    <a:pt x="652567" y="360426"/>
                  </a:lnTo>
                  <a:lnTo>
                    <a:pt x="652087" y="360609"/>
                  </a:lnTo>
                  <a:lnTo>
                    <a:pt x="651597" y="361511"/>
                  </a:lnTo>
                  <a:lnTo>
                    <a:pt x="650572" y="364337"/>
                  </a:lnTo>
                  <a:lnTo>
                    <a:pt x="649645" y="366934"/>
                  </a:lnTo>
                  <a:lnTo>
                    <a:pt x="648299" y="368693"/>
                  </a:lnTo>
                  <a:lnTo>
                    <a:pt x="647665" y="370306"/>
                  </a:lnTo>
                  <a:lnTo>
                    <a:pt x="647340" y="371772"/>
                  </a:lnTo>
                  <a:lnTo>
                    <a:pt x="646381" y="373824"/>
                  </a:lnTo>
                  <a:lnTo>
                    <a:pt x="644972" y="374190"/>
                  </a:lnTo>
                  <a:lnTo>
                    <a:pt x="643850" y="374787"/>
                  </a:lnTo>
                  <a:lnTo>
                    <a:pt x="643163" y="374945"/>
                  </a:lnTo>
                  <a:lnTo>
                    <a:pt x="642669" y="375773"/>
                  </a:lnTo>
                  <a:lnTo>
                    <a:pt x="642310" y="377037"/>
                  </a:lnTo>
                  <a:lnTo>
                    <a:pt x="642136" y="377538"/>
                  </a:lnTo>
                  <a:lnTo>
                    <a:pt x="641504" y="377538"/>
                  </a:lnTo>
                  <a:lnTo>
                    <a:pt x="640871" y="378613"/>
                  </a:lnTo>
                  <a:lnTo>
                    <a:pt x="639320" y="381055"/>
                  </a:lnTo>
                  <a:lnTo>
                    <a:pt x="638056" y="381507"/>
                  </a:lnTo>
                  <a:lnTo>
                    <a:pt x="636470" y="383139"/>
                  </a:lnTo>
                  <a:lnTo>
                    <a:pt x="635076" y="384378"/>
                  </a:lnTo>
                  <a:lnTo>
                    <a:pt x="634496" y="385075"/>
                  </a:lnTo>
                  <a:lnTo>
                    <a:pt x="634341" y="385844"/>
                  </a:lnTo>
                  <a:lnTo>
                    <a:pt x="634137" y="386822"/>
                  </a:lnTo>
                  <a:lnTo>
                    <a:pt x="633464" y="387017"/>
                  </a:lnTo>
                  <a:lnTo>
                    <a:pt x="632810" y="386968"/>
                  </a:lnTo>
                  <a:lnTo>
                    <a:pt x="631362" y="389216"/>
                  </a:lnTo>
                  <a:lnTo>
                    <a:pt x="630627" y="391122"/>
                  </a:lnTo>
                  <a:lnTo>
                    <a:pt x="627772" y="395188"/>
                  </a:lnTo>
                  <a:lnTo>
                    <a:pt x="626607" y="397475"/>
                  </a:lnTo>
                  <a:lnTo>
                    <a:pt x="626304" y="400435"/>
                  </a:lnTo>
                  <a:lnTo>
                    <a:pt x="626155" y="400213"/>
                  </a:lnTo>
                  <a:lnTo>
                    <a:pt x="625137" y="402796"/>
                  </a:lnTo>
                  <a:lnTo>
                    <a:pt x="623141" y="405253"/>
                  </a:lnTo>
                  <a:lnTo>
                    <a:pt x="618876" y="405802"/>
                  </a:lnTo>
                  <a:lnTo>
                    <a:pt x="617528" y="404054"/>
                  </a:lnTo>
                  <a:lnTo>
                    <a:pt x="617039" y="405259"/>
                  </a:lnTo>
                  <a:lnTo>
                    <a:pt x="616661" y="406875"/>
                  </a:lnTo>
                  <a:lnTo>
                    <a:pt x="615543" y="407414"/>
                  </a:lnTo>
                  <a:lnTo>
                    <a:pt x="613792" y="407560"/>
                  </a:lnTo>
                  <a:lnTo>
                    <a:pt x="612815" y="408625"/>
                  </a:lnTo>
                  <a:lnTo>
                    <a:pt x="612292" y="409815"/>
                  </a:lnTo>
                  <a:lnTo>
                    <a:pt x="609894" y="410202"/>
                  </a:lnTo>
                  <a:lnTo>
                    <a:pt x="609014" y="411786"/>
                  </a:lnTo>
                  <a:lnTo>
                    <a:pt x="607522" y="412350"/>
                  </a:lnTo>
                  <a:lnTo>
                    <a:pt x="601288" y="419286"/>
                  </a:lnTo>
                  <a:lnTo>
                    <a:pt x="599933" y="422205"/>
                  </a:lnTo>
                  <a:lnTo>
                    <a:pt x="598648" y="425615"/>
                  </a:lnTo>
                  <a:lnTo>
                    <a:pt x="597744" y="427332"/>
                  </a:lnTo>
                  <a:lnTo>
                    <a:pt x="596938" y="428533"/>
                  </a:lnTo>
                  <a:lnTo>
                    <a:pt x="596202" y="429025"/>
                  </a:lnTo>
                  <a:lnTo>
                    <a:pt x="595483" y="430208"/>
                  </a:lnTo>
                  <a:lnTo>
                    <a:pt x="594752" y="430358"/>
                  </a:lnTo>
                  <a:lnTo>
                    <a:pt x="594008" y="429818"/>
                  </a:lnTo>
                  <a:lnTo>
                    <a:pt x="593174" y="430003"/>
                  </a:lnTo>
                  <a:lnTo>
                    <a:pt x="592625" y="431439"/>
                  </a:lnTo>
                  <a:lnTo>
                    <a:pt x="593089" y="433301"/>
                  </a:lnTo>
                  <a:lnTo>
                    <a:pt x="592836" y="434090"/>
                  </a:lnTo>
                  <a:lnTo>
                    <a:pt x="591199" y="435105"/>
                  </a:lnTo>
                  <a:lnTo>
                    <a:pt x="588767" y="435771"/>
                  </a:lnTo>
                  <a:lnTo>
                    <a:pt x="587733" y="436991"/>
                  </a:lnTo>
                  <a:lnTo>
                    <a:pt x="587376" y="437683"/>
                  </a:lnTo>
                  <a:lnTo>
                    <a:pt x="586835" y="438034"/>
                  </a:lnTo>
                  <a:lnTo>
                    <a:pt x="586318" y="435621"/>
                  </a:lnTo>
                  <a:lnTo>
                    <a:pt x="586134" y="432444"/>
                  </a:lnTo>
                  <a:lnTo>
                    <a:pt x="587140" y="431680"/>
                  </a:lnTo>
                  <a:lnTo>
                    <a:pt x="588065" y="431278"/>
                  </a:lnTo>
                  <a:lnTo>
                    <a:pt x="593206" y="426892"/>
                  </a:lnTo>
                  <a:lnTo>
                    <a:pt x="592561" y="423598"/>
                  </a:lnTo>
                  <a:lnTo>
                    <a:pt x="593017" y="422163"/>
                  </a:lnTo>
                  <a:lnTo>
                    <a:pt x="594168" y="419834"/>
                  </a:lnTo>
                  <a:lnTo>
                    <a:pt x="594916" y="418683"/>
                  </a:lnTo>
                  <a:lnTo>
                    <a:pt x="594509" y="418260"/>
                  </a:lnTo>
                  <a:lnTo>
                    <a:pt x="591141" y="419028"/>
                  </a:lnTo>
                  <a:lnTo>
                    <a:pt x="589205" y="418970"/>
                  </a:lnTo>
                  <a:lnTo>
                    <a:pt x="588216" y="418735"/>
                  </a:lnTo>
                  <a:lnTo>
                    <a:pt x="588516" y="416742"/>
                  </a:lnTo>
                  <a:lnTo>
                    <a:pt x="588350" y="414755"/>
                  </a:lnTo>
                  <a:lnTo>
                    <a:pt x="588117" y="414009"/>
                  </a:lnTo>
                  <a:lnTo>
                    <a:pt x="589832" y="411747"/>
                  </a:lnTo>
                  <a:lnTo>
                    <a:pt x="590611" y="411189"/>
                  </a:lnTo>
                  <a:lnTo>
                    <a:pt x="591203" y="411223"/>
                  </a:lnTo>
                  <a:lnTo>
                    <a:pt x="591162" y="409855"/>
                  </a:lnTo>
                  <a:lnTo>
                    <a:pt x="590668" y="407798"/>
                  </a:lnTo>
                  <a:lnTo>
                    <a:pt x="591201" y="405140"/>
                  </a:lnTo>
                  <a:lnTo>
                    <a:pt x="594700" y="402017"/>
                  </a:lnTo>
                  <a:lnTo>
                    <a:pt x="595539" y="399184"/>
                  </a:lnTo>
                  <a:lnTo>
                    <a:pt x="596944" y="396541"/>
                  </a:lnTo>
                  <a:lnTo>
                    <a:pt x="599512" y="389969"/>
                  </a:lnTo>
                  <a:lnTo>
                    <a:pt x="599665" y="388852"/>
                  </a:lnTo>
                  <a:lnTo>
                    <a:pt x="600412" y="385775"/>
                  </a:lnTo>
                  <a:lnTo>
                    <a:pt x="600550" y="384544"/>
                  </a:lnTo>
                  <a:lnTo>
                    <a:pt x="599362" y="382745"/>
                  </a:lnTo>
                  <a:lnTo>
                    <a:pt x="598889" y="380220"/>
                  </a:lnTo>
                  <a:lnTo>
                    <a:pt x="595414" y="375672"/>
                  </a:lnTo>
                  <a:lnTo>
                    <a:pt x="595119" y="371766"/>
                  </a:lnTo>
                  <a:lnTo>
                    <a:pt x="594794" y="371937"/>
                  </a:lnTo>
                  <a:lnTo>
                    <a:pt x="594264" y="374674"/>
                  </a:lnTo>
                  <a:lnTo>
                    <a:pt x="593816" y="375552"/>
                  </a:lnTo>
                  <a:lnTo>
                    <a:pt x="592207" y="375633"/>
                  </a:lnTo>
                  <a:lnTo>
                    <a:pt x="591444" y="374599"/>
                  </a:lnTo>
                  <a:lnTo>
                    <a:pt x="586970" y="373923"/>
                  </a:lnTo>
                  <a:lnTo>
                    <a:pt x="585877" y="375686"/>
                  </a:lnTo>
                  <a:lnTo>
                    <a:pt x="584853" y="378419"/>
                  </a:lnTo>
                  <a:lnTo>
                    <a:pt x="583857" y="380370"/>
                  </a:lnTo>
                  <a:lnTo>
                    <a:pt x="582858" y="381371"/>
                  </a:lnTo>
                  <a:lnTo>
                    <a:pt x="581987" y="383149"/>
                  </a:lnTo>
                  <a:lnTo>
                    <a:pt x="578389" y="393730"/>
                  </a:lnTo>
                  <a:lnTo>
                    <a:pt x="577029" y="394531"/>
                  </a:lnTo>
                  <a:lnTo>
                    <a:pt x="570631" y="400926"/>
                  </a:lnTo>
                  <a:lnTo>
                    <a:pt x="567431" y="403432"/>
                  </a:lnTo>
                  <a:lnTo>
                    <a:pt x="564963" y="407869"/>
                  </a:lnTo>
                  <a:lnTo>
                    <a:pt x="564115" y="410554"/>
                  </a:lnTo>
                  <a:lnTo>
                    <a:pt x="563362" y="413530"/>
                  </a:lnTo>
                  <a:lnTo>
                    <a:pt x="562909" y="418046"/>
                  </a:lnTo>
                  <a:lnTo>
                    <a:pt x="560632" y="423533"/>
                  </a:lnTo>
                  <a:lnTo>
                    <a:pt x="559852" y="424709"/>
                  </a:lnTo>
                  <a:lnTo>
                    <a:pt x="559055" y="425187"/>
                  </a:lnTo>
                  <a:lnTo>
                    <a:pt x="557996" y="425018"/>
                  </a:lnTo>
                  <a:lnTo>
                    <a:pt x="557082" y="425362"/>
                  </a:lnTo>
                  <a:lnTo>
                    <a:pt x="555526" y="424878"/>
                  </a:lnTo>
                  <a:lnTo>
                    <a:pt x="553621" y="426617"/>
                  </a:lnTo>
                  <a:lnTo>
                    <a:pt x="551473" y="428122"/>
                  </a:lnTo>
                  <a:lnTo>
                    <a:pt x="549622" y="424340"/>
                  </a:lnTo>
                  <a:lnTo>
                    <a:pt x="548302" y="423404"/>
                  </a:lnTo>
                  <a:lnTo>
                    <a:pt x="546140" y="424452"/>
                  </a:lnTo>
                  <a:lnTo>
                    <a:pt x="545140" y="426130"/>
                  </a:lnTo>
                  <a:lnTo>
                    <a:pt x="543067" y="434451"/>
                  </a:lnTo>
                  <a:lnTo>
                    <a:pt x="542291" y="439221"/>
                  </a:lnTo>
                  <a:lnTo>
                    <a:pt x="542341" y="441181"/>
                  </a:lnTo>
                  <a:lnTo>
                    <a:pt x="543553" y="447118"/>
                  </a:lnTo>
                  <a:lnTo>
                    <a:pt x="544918" y="450444"/>
                  </a:lnTo>
                  <a:lnTo>
                    <a:pt x="547982" y="454234"/>
                  </a:lnTo>
                  <a:lnTo>
                    <a:pt x="554501" y="456848"/>
                  </a:lnTo>
                  <a:lnTo>
                    <a:pt x="556029" y="455919"/>
                  </a:lnTo>
                  <a:lnTo>
                    <a:pt x="557669" y="455910"/>
                  </a:lnTo>
                  <a:lnTo>
                    <a:pt x="559397" y="458389"/>
                  </a:lnTo>
                  <a:lnTo>
                    <a:pt x="560477" y="462490"/>
                  </a:lnTo>
                  <a:lnTo>
                    <a:pt x="560577" y="465292"/>
                  </a:lnTo>
                  <a:lnTo>
                    <a:pt x="560612" y="466257"/>
                  </a:lnTo>
                  <a:lnTo>
                    <a:pt x="561005" y="467082"/>
                  </a:lnTo>
                  <a:lnTo>
                    <a:pt x="561237" y="468496"/>
                  </a:lnTo>
                  <a:lnTo>
                    <a:pt x="560550" y="469669"/>
                  </a:lnTo>
                  <a:lnTo>
                    <a:pt x="560024" y="470251"/>
                  </a:lnTo>
                  <a:lnTo>
                    <a:pt x="559580" y="474602"/>
                  </a:lnTo>
                  <a:lnTo>
                    <a:pt x="559552" y="479417"/>
                  </a:lnTo>
                  <a:lnTo>
                    <a:pt x="560114" y="481014"/>
                  </a:lnTo>
                  <a:lnTo>
                    <a:pt x="561517" y="483258"/>
                  </a:lnTo>
                  <a:lnTo>
                    <a:pt x="563683" y="485116"/>
                  </a:lnTo>
                  <a:lnTo>
                    <a:pt x="565689" y="485516"/>
                  </a:lnTo>
                  <a:lnTo>
                    <a:pt x="569522" y="484620"/>
                  </a:lnTo>
                  <a:lnTo>
                    <a:pt x="571088" y="481715"/>
                  </a:lnTo>
                  <a:lnTo>
                    <a:pt x="570996" y="480462"/>
                  </a:lnTo>
                  <a:lnTo>
                    <a:pt x="571032" y="478835"/>
                  </a:lnTo>
                  <a:lnTo>
                    <a:pt x="574400" y="474575"/>
                  </a:lnTo>
                  <a:lnTo>
                    <a:pt x="576321" y="470802"/>
                  </a:lnTo>
                  <a:lnTo>
                    <a:pt x="576019" y="469803"/>
                  </a:lnTo>
                  <a:lnTo>
                    <a:pt x="575651" y="469138"/>
                  </a:lnTo>
                  <a:lnTo>
                    <a:pt x="575990" y="468752"/>
                  </a:lnTo>
                  <a:lnTo>
                    <a:pt x="577044" y="468487"/>
                  </a:lnTo>
                  <a:lnTo>
                    <a:pt x="581732" y="464560"/>
                  </a:lnTo>
                  <a:lnTo>
                    <a:pt x="585422" y="467773"/>
                  </a:lnTo>
                  <a:lnTo>
                    <a:pt x="587526" y="471468"/>
                  </a:lnTo>
                  <a:lnTo>
                    <a:pt x="589606" y="472094"/>
                  </a:lnTo>
                  <a:lnTo>
                    <a:pt x="591051" y="473983"/>
                  </a:lnTo>
                  <a:lnTo>
                    <a:pt x="592717" y="475599"/>
                  </a:lnTo>
                  <a:lnTo>
                    <a:pt x="594891" y="475709"/>
                  </a:lnTo>
                  <a:lnTo>
                    <a:pt x="596723" y="476044"/>
                  </a:lnTo>
                  <a:lnTo>
                    <a:pt x="597282" y="474553"/>
                  </a:lnTo>
                  <a:lnTo>
                    <a:pt x="597855" y="473573"/>
                  </a:lnTo>
                  <a:lnTo>
                    <a:pt x="598508" y="473768"/>
                  </a:lnTo>
                  <a:lnTo>
                    <a:pt x="599243" y="475723"/>
                  </a:lnTo>
                  <a:lnTo>
                    <a:pt x="601323" y="477227"/>
                  </a:lnTo>
                  <a:lnTo>
                    <a:pt x="603243" y="477147"/>
                  </a:lnTo>
                  <a:lnTo>
                    <a:pt x="604589" y="476602"/>
                  </a:lnTo>
                  <a:lnTo>
                    <a:pt x="605387" y="477299"/>
                  </a:lnTo>
                  <a:lnTo>
                    <a:pt x="604231" y="479808"/>
                  </a:lnTo>
                  <a:lnTo>
                    <a:pt x="604404" y="483851"/>
                  </a:lnTo>
                  <a:lnTo>
                    <a:pt x="603518" y="485129"/>
                  </a:lnTo>
                  <a:lnTo>
                    <a:pt x="602668" y="487189"/>
                  </a:lnTo>
                  <a:lnTo>
                    <a:pt x="603171" y="488544"/>
                  </a:lnTo>
                  <a:lnTo>
                    <a:pt x="603616" y="489124"/>
                  </a:lnTo>
                  <a:lnTo>
                    <a:pt x="603570" y="490773"/>
                  </a:lnTo>
                  <a:lnTo>
                    <a:pt x="602796" y="491710"/>
                  </a:lnTo>
                  <a:lnTo>
                    <a:pt x="601363" y="494160"/>
                  </a:lnTo>
                  <a:lnTo>
                    <a:pt x="600540" y="494112"/>
                  </a:lnTo>
                  <a:lnTo>
                    <a:pt x="600146" y="493639"/>
                  </a:lnTo>
                  <a:lnTo>
                    <a:pt x="599868" y="492761"/>
                  </a:lnTo>
                  <a:lnTo>
                    <a:pt x="599664" y="491353"/>
                  </a:lnTo>
                  <a:lnTo>
                    <a:pt x="599160" y="490424"/>
                  </a:lnTo>
                  <a:lnTo>
                    <a:pt x="597767" y="490066"/>
                  </a:lnTo>
                  <a:lnTo>
                    <a:pt x="596326" y="490400"/>
                  </a:lnTo>
                  <a:lnTo>
                    <a:pt x="593080" y="494037"/>
                  </a:lnTo>
                  <a:lnTo>
                    <a:pt x="589914" y="496933"/>
                  </a:lnTo>
                  <a:lnTo>
                    <a:pt x="586594" y="499235"/>
                  </a:lnTo>
                  <a:lnTo>
                    <a:pt x="585480" y="500686"/>
                  </a:lnTo>
                  <a:lnTo>
                    <a:pt x="584692" y="501082"/>
                  </a:lnTo>
                  <a:lnTo>
                    <a:pt x="583317" y="499983"/>
                  </a:lnTo>
                  <a:lnTo>
                    <a:pt x="582482" y="500052"/>
                  </a:lnTo>
                  <a:lnTo>
                    <a:pt x="582308" y="500808"/>
                  </a:lnTo>
                  <a:lnTo>
                    <a:pt x="583368" y="502827"/>
                  </a:lnTo>
                  <a:lnTo>
                    <a:pt x="583644" y="504411"/>
                  </a:lnTo>
                  <a:lnTo>
                    <a:pt x="583531" y="505627"/>
                  </a:lnTo>
                  <a:lnTo>
                    <a:pt x="582929" y="506161"/>
                  </a:lnTo>
                  <a:lnTo>
                    <a:pt x="582054" y="505268"/>
                  </a:lnTo>
                  <a:lnTo>
                    <a:pt x="581257" y="506539"/>
                  </a:lnTo>
                  <a:lnTo>
                    <a:pt x="580895" y="508683"/>
                  </a:lnTo>
                  <a:lnTo>
                    <a:pt x="580880" y="513776"/>
                  </a:lnTo>
                  <a:lnTo>
                    <a:pt x="580348" y="514912"/>
                  </a:lnTo>
                  <a:lnTo>
                    <a:pt x="578885" y="515540"/>
                  </a:lnTo>
                  <a:lnTo>
                    <a:pt x="577327" y="517160"/>
                  </a:lnTo>
                  <a:lnTo>
                    <a:pt x="576774" y="516411"/>
                  </a:lnTo>
                  <a:lnTo>
                    <a:pt x="576552" y="515498"/>
                  </a:lnTo>
                  <a:lnTo>
                    <a:pt x="576715" y="513153"/>
                  </a:lnTo>
                  <a:lnTo>
                    <a:pt x="576521" y="512009"/>
                  </a:lnTo>
                  <a:lnTo>
                    <a:pt x="575810" y="512068"/>
                  </a:lnTo>
                  <a:lnTo>
                    <a:pt x="574739" y="512769"/>
                  </a:lnTo>
                  <a:lnTo>
                    <a:pt x="573920" y="514310"/>
                  </a:lnTo>
                  <a:lnTo>
                    <a:pt x="573638" y="515238"/>
                  </a:lnTo>
                  <a:lnTo>
                    <a:pt x="574716" y="518235"/>
                  </a:lnTo>
                  <a:lnTo>
                    <a:pt x="575744" y="518538"/>
                  </a:lnTo>
                  <a:lnTo>
                    <a:pt x="575991" y="519211"/>
                  </a:lnTo>
                  <a:lnTo>
                    <a:pt x="575180" y="520674"/>
                  </a:lnTo>
                  <a:lnTo>
                    <a:pt x="573152" y="522855"/>
                  </a:lnTo>
                  <a:lnTo>
                    <a:pt x="572815" y="524680"/>
                  </a:lnTo>
                  <a:lnTo>
                    <a:pt x="572214" y="526427"/>
                  </a:lnTo>
                  <a:lnTo>
                    <a:pt x="571387" y="527816"/>
                  </a:lnTo>
                  <a:lnTo>
                    <a:pt x="570826" y="529281"/>
                  </a:lnTo>
                  <a:lnTo>
                    <a:pt x="570139" y="530047"/>
                  </a:lnTo>
                  <a:lnTo>
                    <a:pt x="569018" y="530904"/>
                  </a:lnTo>
                  <a:lnTo>
                    <a:pt x="567644" y="534416"/>
                  </a:lnTo>
                  <a:lnTo>
                    <a:pt x="566633" y="537704"/>
                  </a:lnTo>
                  <a:lnTo>
                    <a:pt x="565439" y="539394"/>
                  </a:lnTo>
                  <a:lnTo>
                    <a:pt x="564491" y="544937"/>
                  </a:lnTo>
                  <a:lnTo>
                    <a:pt x="562800" y="547952"/>
                  </a:lnTo>
                  <a:lnTo>
                    <a:pt x="562177" y="552767"/>
                  </a:lnTo>
                  <a:lnTo>
                    <a:pt x="562617" y="555734"/>
                  </a:lnTo>
                  <a:lnTo>
                    <a:pt x="564473" y="555705"/>
                  </a:lnTo>
                  <a:lnTo>
                    <a:pt x="565403" y="556746"/>
                  </a:lnTo>
                  <a:lnTo>
                    <a:pt x="567330" y="560645"/>
                  </a:lnTo>
                  <a:lnTo>
                    <a:pt x="569635" y="563187"/>
                  </a:lnTo>
                  <a:lnTo>
                    <a:pt x="572028" y="564617"/>
                  </a:lnTo>
                  <a:lnTo>
                    <a:pt x="574963" y="568226"/>
                  </a:lnTo>
                  <a:lnTo>
                    <a:pt x="575768" y="569752"/>
                  </a:lnTo>
                  <a:lnTo>
                    <a:pt x="576458" y="572856"/>
                  </a:lnTo>
                  <a:lnTo>
                    <a:pt x="577730" y="581800"/>
                  </a:lnTo>
                  <a:lnTo>
                    <a:pt x="578644" y="586228"/>
                  </a:lnTo>
                  <a:lnTo>
                    <a:pt x="578706" y="588541"/>
                  </a:lnTo>
                  <a:lnTo>
                    <a:pt x="580073" y="592904"/>
                  </a:lnTo>
                  <a:lnTo>
                    <a:pt x="581540" y="600406"/>
                  </a:lnTo>
                  <a:lnTo>
                    <a:pt x="583226" y="606911"/>
                  </a:lnTo>
                  <a:lnTo>
                    <a:pt x="583550" y="612031"/>
                  </a:lnTo>
                  <a:lnTo>
                    <a:pt x="583003" y="614369"/>
                  </a:lnTo>
                  <a:lnTo>
                    <a:pt x="583005" y="617404"/>
                  </a:lnTo>
                  <a:lnTo>
                    <a:pt x="584692" y="620192"/>
                  </a:lnTo>
                  <a:lnTo>
                    <a:pt x="588437" y="623434"/>
                  </a:lnTo>
                  <a:lnTo>
                    <a:pt x="589033" y="624388"/>
                  </a:lnTo>
                  <a:lnTo>
                    <a:pt x="589764" y="625957"/>
                  </a:lnTo>
                  <a:lnTo>
                    <a:pt x="589801" y="630853"/>
                  </a:lnTo>
                  <a:lnTo>
                    <a:pt x="590379" y="632417"/>
                  </a:lnTo>
                  <a:lnTo>
                    <a:pt x="590870" y="633369"/>
                  </a:lnTo>
                  <a:lnTo>
                    <a:pt x="593136" y="635440"/>
                  </a:lnTo>
                  <a:lnTo>
                    <a:pt x="594085" y="637158"/>
                  </a:lnTo>
                  <a:lnTo>
                    <a:pt x="595088" y="639909"/>
                  </a:lnTo>
                  <a:lnTo>
                    <a:pt x="595384" y="642371"/>
                  </a:lnTo>
                  <a:lnTo>
                    <a:pt x="595507" y="645707"/>
                  </a:lnTo>
                  <a:lnTo>
                    <a:pt x="594239" y="645826"/>
                  </a:lnTo>
                  <a:lnTo>
                    <a:pt x="593218" y="645453"/>
                  </a:lnTo>
                  <a:lnTo>
                    <a:pt x="589160" y="641120"/>
                  </a:lnTo>
                  <a:lnTo>
                    <a:pt x="588104" y="641005"/>
                  </a:lnTo>
                  <a:lnTo>
                    <a:pt x="586616" y="641606"/>
                  </a:lnTo>
                  <a:lnTo>
                    <a:pt x="584490" y="640807"/>
                  </a:lnTo>
                  <a:lnTo>
                    <a:pt x="582246" y="636009"/>
                  </a:lnTo>
                  <a:lnTo>
                    <a:pt x="580628" y="634552"/>
                  </a:lnTo>
                  <a:lnTo>
                    <a:pt x="578895" y="633819"/>
                  </a:lnTo>
                  <a:lnTo>
                    <a:pt x="574748" y="637947"/>
                  </a:lnTo>
                  <a:lnTo>
                    <a:pt x="573695" y="637657"/>
                  </a:lnTo>
                  <a:lnTo>
                    <a:pt x="573389" y="638122"/>
                  </a:lnTo>
                  <a:lnTo>
                    <a:pt x="572920" y="638830"/>
                  </a:lnTo>
                  <a:lnTo>
                    <a:pt x="574841" y="639715"/>
                  </a:lnTo>
                  <a:lnTo>
                    <a:pt x="576764" y="638363"/>
                  </a:lnTo>
                  <a:lnTo>
                    <a:pt x="578612" y="636362"/>
                  </a:lnTo>
                  <a:lnTo>
                    <a:pt x="581306" y="637428"/>
                  </a:lnTo>
                  <a:lnTo>
                    <a:pt x="581759" y="639227"/>
                  </a:lnTo>
                  <a:lnTo>
                    <a:pt x="582198" y="642273"/>
                  </a:lnTo>
                  <a:lnTo>
                    <a:pt x="584045" y="644329"/>
                  </a:lnTo>
                  <a:lnTo>
                    <a:pt x="585500" y="645238"/>
                  </a:lnTo>
                  <a:lnTo>
                    <a:pt x="587345" y="647937"/>
                  </a:lnTo>
                  <a:lnTo>
                    <a:pt x="589147" y="652155"/>
                  </a:lnTo>
                  <a:lnTo>
                    <a:pt x="592969" y="657049"/>
                  </a:lnTo>
                  <a:lnTo>
                    <a:pt x="594515" y="661683"/>
                  </a:lnTo>
                  <a:lnTo>
                    <a:pt x="595114" y="664676"/>
                  </a:lnTo>
                  <a:lnTo>
                    <a:pt x="595650" y="668949"/>
                  </a:lnTo>
                  <a:lnTo>
                    <a:pt x="594311" y="670327"/>
                  </a:lnTo>
                  <a:lnTo>
                    <a:pt x="593148" y="670522"/>
                  </a:lnTo>
                  <a:lnTo>
                    <a:pt x="591326" y="671196"/>
                  </a:lnTo>
                  <a:lnTo>
                    <a:pt x="589986" y="672708"/>
                  </a:lnTo>
                  <a:lnTo>
                    <a:pt x="588641" y="675370"/>
                  </a:lnTo>
                  <a:lnTo>
                    <a:pt x="584788" y="679550"/>
                  </a:lnTo>
                  <a:lnTo>
                    <a:pt x="584055" y="682165"/>
                  </a:lnTo>
                  <a:lnTo>
                    <a:pt x="583551" y="684444"/>
                  </a:lnTo>
                  <a:lnTo>
                    <a:pt x="582614" y="685566"/>
                  </a:lnTo>
                  <a:lnTo>
                    <a:pt x="580251" y="684496"/>
                  </a:lnTo>
                  <a:lnTo>
                    <a:pt x="578027" y="684585"/>
                  </a:lnTo>
                  <a:lnTo>
                    <a:pt x="575506" y="687667"/>
                  </a:lnTo>
                  <a:lnTo>
                    <a:pt x="574878" y="688915"/>
                  </a:lnTo>
                  <a:lnTo>
                    <a:pt x="575297" y="688671"/>
                  </a:lnTo>
                  <a:lnTo>
                    <a:pt x="575692" y="688273"/>
                  </a:lnTo>
                  <a:lnTo>
                    <a:pt x="576827" y="688735"/>
                  </a:lnTo>
                  <a:lnTo>
                    <a:pt x="578579" y="687090"/>
                  </a:lnTo>
                  <a:lnTo>
                    <a:pt x="580293" y="692111"/>
                  </a:lnTo>
                  <a:lnTo>
                    <a:pt x="583638" y="691299"/>
                  </a:lnTo>
                  <a:lnTo>
                    <a:pt x="586783" y="687129"/>
                  </a:lnTo>
                  <a:lnTo>
                    <a:pt x="588000" y="687059"/>
                  </a:lnTo>
                  <a:lnTo>
                    <a:pt x="589020" y="687702"/>
                  </a:lnTo>
                  <a:lnTo>
                    <a:pt x="590156" y="689348"/>
                  </a:lnTo>
                  <a:lnTo>
                    <a:pt x="593182" y="696663"/>
                  </a:lnTo>
                  <a:lnTo>
                    <a:pt x="594840" y="697459"/>
                  </a:lnTo>
                  <a:lnTo>
                    <a:pt x="596469" y="699175"/>
                  </a:lnTo>
                  <a:lnTo>
                    <a:pt x="597370" y="699364"/>
                  </a:lnTo>
                  <a:lnTo>
                    <a:pt x="598179" y="699876"/>
                  </a:lnTo>
                  <a:lnTo>
                    <a:pt x="595993" y="702555"/>
                  </a:lnTo>
                  <a:lnTo>
                    <a:pt x="593165" y="708344"/>
                  </a:lnTo>
                  <a:lnTo>
                    <a:pt x="591907" y="709726"/>
                  </a:lnTo>
                  <a:lnTo>
                    <a:pt x="591064" y="711276"/>
                  </a:lnTo>
                  <a:lnTo>
                    <a:pt x="593336" y="710495"/>
                  </a:lnTo>
                  <a:lnTo>
                    <a:pt x="594958" y="707728"/>
                  </a:lnTo>
                  <a:lnTo>
                    <a:pt x="595774" y="707044"/>
                  </a:lnTo>
                  <a:lnTo>
                    <a:pt x="596431" y="707690"/>
                  </a:lnTo>
                  <a:lnTo>
                    <a:pt x="596766" y="711097"/>
                  </a:lnTo>
                  <a:lnTo>
                    <a:pt x="596142" y="721605"/>
                  </a:lnTo>
                  <a:lnTo>
                    <a:pt x="595349" y="721785"/>
                  </a:lnTo>
                  <a:lnTo>
                    <a:pt x="594575" y="718926"/>
                  </a:lnTo>
                  <a:lnTo>
                    <a:pt x="593670" y="718020"/>
                  </a:lnTo>
                  <a:lnTo>
                    <a:pt x="592911" y="718617"/>
                  </a:lnTo>
                  <a:lnTo>
                    <a:pt x="591402" y="718600"/>
                  </a:lnTo>
                  <a:lnTo>
                    <a:pt x="590827" y="719887"/>
                  </a:lnTo>
                  <a:lnTo>
                    <a:pt x="590341" y="721713"/>
                  </a:lnTo>
                  <a:lnTo>
                    <a:pt x="591244" y="722094"/>
                  </a:lnTo>
                  <a:lnTo>
                    <a:pt x="593022" y="725281"/>
                  </a:lnTo>
                  <a:lnTo>
                    <a:pt x="593204" y="726980"/>
                  </a:lnTo>
                  <a:lnTo>
                    <a:pt x="592727" y="728079"/>
                  </a:lnTo>
                  <a:lnTo>
                    <a:pt x="591480" y="727607"/>
                  </a:lnTo>
                  <a:lnTo>
                    <a:pt x="592992" y="729985"/>
                  </a:lnTo>
                  <a:lnTo>
                    <a:pt x="592592" y="732452"/>
                  </a:lnTo>
                  <a:lnTo>
                    <a:pt x="592101" y="733430"/>
                  </a:lnTo>
                  <a:lnTo>
                    <a:pt x="591223" y="734055"/>
                  </a:lnTo>
                  <a:lnTo>
                    <a:pt x="590680" y="736191"/>
                  </a:lnTo>
                  <a:lnTo>
                    <a:pt x="591456" y="739746"/>
                  </a:lnTo>
                  <a:lnTo>
                    <a:pt x="592246" y="744311"/>
                  </a:lnTo>
                  <a:lnTo>
                    <a:pt x="592343" y="746511"/>
                  </a:lnTo>
                  <a:lnTo>
                    <a:pt x="591109" y="745562"/>
                  </a:lnTo>
                  <a:lnTo>
                    <a:pt x="589192" y="748351"/>
                  </a:lnTo>
                  <a:lnTo>
                    <a:pt x="588176" y="748580"/>
                  </a:lnTo>
                  <a:lnTo>
                    <a:pt x="587492" y="744914"/>
                  </a:lnTo>
                  <a:lnTo>
                    <a:pt x="586614" y="745491"/>
                  </a:lnTo>
                  <a:lnTo>
                    <a:pt x="586031" y="746559"/>
                  </a:lnTo>
                  <a:lnTo>
                    <a:pt x="585254" y="750496"/>
                  </a:lnTo>
                  <a:lnTo>
                    <a:pt x="584306" y="754050"/>
                  </a:lnTo>
                  <a:lnTo>
                    <a:pt x="583490" y="755028"/>
                  </a:lnTo>
                  <a:lnTo>
                    <a:pt x="582509" y="754748"/>
                  </a:lnTo>
                  <a:lnTo>
                    <a:pt x="581703" y="754849"/>
                  </a:lnTo>
                  <a:lnTo>
                    <a:pt x="581898" y="755810"/>
                  </a:lnTo>
                  <a:lnTo>
                    <a:pt x="582756" y="756982"/>
                  </a:lnTo>
                  <a:lnTo>
                    <a:pt x="582756" y="758351"/>
                  </a:lnTo>
                  <a:lnTo>
                    <a:pt x="580931" y="762691"/>
                  </a:lnTo>
                  <a:lnTo>
                    <a:pt x="580637" y="764366"/>
                  </a:lnTo>
                  <a:lnTo>
                    <a:pt x="580681" y="765797"/>
                  </a:lnTo>
                  <a:lnTo>
                    <a:pt x="579726" y="767532"/>
                  </a:lnTo>
                  <a:lnTo>
                    <a:pt x="580240" y="770446"/>
                  </a:lnTo>
                  <a:lnTo>
                    <a:pt x="579973" y="772506"/>
                  </a:lnTo>
                  <a:lnTo>
                    <a:pt x="579138" y="775285"/>
                  </a:lnTo>
                  <a:lnTo>
                    <a:pt x="578260" y="777121"/>
                  </a:lnTo>
                  <a:lnTo>
                    <a:pt x="577222" y="780097"/>
                  </a:lnTo>
                  <a:lnTo>
                    <a:pt x="575916" y="781824"/>
                  </a:lnTo>
                  <a:lnTo>
                    <a:pt x="574187" y="788057"/>
                  </a:lnTo>
                  <a:lnTo>
                    <a:pt x="573679" y="791174"/>
                  </a:lnTo>
                  <a:lnTo>
                    <a:pt x="573547" y="794397"/>
                  </a:lnTo>
                  <a:lnTo>
                    <a:pt x="573007" y="795512"/>
                  </a:lnTo>
                  <a:lnTo>
                    <a:pt x="572079" y="796915"/>
                  </a:lnTo>
                  <a:lnTo>
                    <a:pt x="571023" y="796203"/>
                  </a:lnTo>
                  <a:lnTo>
                    <a:pt x="570990" y="794059"/>
                  </a:lnTo>
                  <a:lnTo>
                    <a:pt x="570532" y="793873"/>
                  </a:lnTo>
                  <a:lnTo>
                    <a:pt x="570271" y="792467"/>
                  </a:lnTo>
                  <a:lnTo>
                    <a:pt x="570196" y="790673"/>
                  </a:lnTo>
                  <a:lnTo>
                    <a:pt x="570308" y="789232"/>
                  </a:lnTo>
                  <a:lnTo>
                    <a:pt x="569869" y="789672"/>
                  </a:lnTo>
                  <a:lnTo>
                    <a:pt x="569598" y="791350"/>
                  </a:lnTo>
                  <a:lnTo>
                    <a:pt x="568904" y="792710"/>
                  </a:lnTo>
                  <a:lnTo>
                    <a:pt x="568177" y="792161"/>
                  </a:lnTo>
                  <a:lnTo>
                    <a:pt x="567395" y="791047"/>
                  </a:lnTo>
                  <a:lnTo>
                    <a:pt x="567417" y="792657"/>
                  </a:lnTo>
                  <a:lnTo>
                    <a:pt x="567832" y="794270"/>
                  </a:lnTo>
                  <a:lnTo>
                    <a:pt x="568012" y="795886"/>
                  </a:lnTo>
                  <a:lnTo>
                    <a:pt x="569095" y="796234"/>
                  </a:lnTo>
                  <a:lnTo>
                    <a:pt x="569821" y="798089"/>
                  </a:lnTo>
                  <a:lnTo>
                    <a:pt x="570393" y="800939"/>
                  </a:lnTo>
                  <a:lnTo>
                    <a:pt x="570506" y="802004"/>
                  </a:lnTo>
                  <a:lnTo>
                    <a:pt x="570952" y="803280"/>
                  </a:lnTo>
                  <a:lnTo>
                    <a:pt x="571009" y="804367"/>
                  </a:lnTo>
                  <a:lnTo>
                    <a:pt x="569975" y="805373"/>
                  </a:lnTo>
                  <a:lnTo>
                    <a:pt x="568684" y="807255"/>
                  </a:lnTo>
                  <a:lnTo>
                    <a:pt x="567135" y="810479"/>
                  </a:lnTo>
                  <a:lnTo>
                    <a:pt x="565851" y="812626"/>
                  </a:lnTo>
                  <a:lnTo>
                    <a:pt x="564699" y="812644"/>
                  </a:lnTo>
                  <a:lnTo>
                    <a:pt x="564000" y="812393"/>
                  </a:lnTo>
                  <a:lnTo>
                    <a:pt x="563001" y="811157"/>
                  </a:lnTo>
                  <a:lnTo>
                    <a:pt x="561858" y="810643"/>
                  </a:lnTo>
                  <a:lnTo>
                    <a:pt x="563392" y="814986"/>
                  </a:lnTo>
                  <a:lnTo>
                    <a:pt x="564234" y="815757"/>
                  </a:lnTo>
                  <a:lnTo>
                    <a:pt x="565292" y="815591"/>
                  </a:lnTo>
                  <a:lnTo>
                    <a:pt x="566318" y="813970"/>
                  </a:lnTo>
                  <a:lnTo>
                    <a:pt x="567772" y="814136"/>
                  </a:lnTo>
                  <a:lnTo>
                    <a:pt x="568136" y="816644"/>
                  </a:lnTo>
                  <a:lnTo>
                    <a:pt x="567749" y="819475"/>
                  </a:lnTo>
                  <a:lnTo>
                    <a:pt x="566959" y="823145"/>
                  </a:lnTo>
                  <a:lnTo>
                    <a:pt x="566794" y="826320"/>
                  </a:lnTo>
                  <a:lnTo>
                    <a:pt x="567777" y="830864"/>
                  </a:lnTo>
                  <a:lnTo>
                    <a:pt x="567818" y="832232"/>
                  </a:lnTo>
                  <a:lnTo>
                    <a:pt x="567452" y="832916"/>
                  </a:lnTo>
                  <a:lnTo>
                    <a:pt x="566297" y="831716"/>
                  </a:lnTo>
                  <a:lnTo>
                    <a:pt x="565342" y="830209"/>
                  </a:lnTo>
                  <a:lnTo>
                    <a:pt x="564379" y="830603"/>
                  </a:lnTo>
                  <a:lnTo>
                    <a:pt x="563383" y="829961"/>
                  </a:lnTo>
                  <a:lnTo>
                    <a:pt x="562359" y="830499"/>
                  </a:lnTo>
                  <a:lnTo>
                    <a:pt x="561942" y="831548"/>
                  </a:lnTo>
                  <a:lnTo>
                    <a:pt x="562226" y="833280"/>
                  </a:lnTo>
                  <a:lnTo>
                    <a:pt x="563142" y="834718"/>
                  </a:lnTo>
                  <a:lnTo>
                    <a:pt x="563661" y="836929"/>
                  </a:lnTo>
                  <a:lnTo>
                    <a:pt x="563043" y="837705"/>
                  </a:lnTo>
                  <a:lnTo>
                    <a:pt x="560441" y="837188"/>
                  </a:lnTo>
                  <a:lnTo>
                    <a:pt x="559860" y="837607"/>
                  </a:lnTo>
                  <a:lnTo>
                    <a:pt x="559081" y="840044"/>
                  </a:lnTo>
                  <a:lnTo>
                    <a:pt x="559590" y="843649"/>
                  </a:lnTo>
                  <a:lnTo>
                    <a:pt x="559015" y="845891"/>
                  </a:lnTo>
                  <a:lnTo>
                    <a:pt x="557941" y="846417"/>
                  </a:lnTo>
                  <a:lnTo>
                    <a:pt x="556528" y="848229"/>
                  </a:lnTo>
                  <a:lnTo>
                    <a:pt x="555657" y="848650"/>
                  </a:lnTo>
                  <a:lnTo>
                    <a:pt x="555697" y="849432"/>
                  </a:lnTo>
                  <a:lnTo>
                    <a:pt x="556334" y="850223"/>
                  </a:lnTo>
                  <a:lnTo>
                    <a:pt x="556671" y="851292"/>
                  </a:lnTo>
                  <a:lnTo>
                    <a:pt x="555905" y="854977"/>
                  </a:lnTo>
                  <a:lnTo>
                    <a:pt x="554712" y="856190"/>
                  </a:lnTo>
                  <a:lnTo>
                    <a:pt x="552881" y="855589"/>
                  </a:lnTo>
                  <a:lnTo>
                    <a:pt x="551441" y="856415"/>
                  </a:lnTo>
                  <a:lnTo>
                    <a:pt x="550197" y="854847"/>
                  </a:lnTo>
                  <a:lnTo>
                    <a:pt x="548872" y="854812"/>
                  </a:lnTo>
                  <a:lnTo>
                    <a:pt x="547968" y="856795"/>
                  </a:lnTo>
                  <a:lnTo>
                    <a:pt x="547871" y="859098"/>
                  </a:lnTo>
                  <a:lnTo>
                    <a:pt x="546996" y="859327"/>
                  </a:lnTo>
                  <a:lnTo>
                    <a:pt x="546525" y="859161"/>
                  </a:lnTo>
                  <a:lnTo>
                    <a:pt x="545856" y="859324"/>
                  </a:lnTo>
                  <a:lnTo>
                    <a:pt x="545925" y="860561"/>
                  </a:lnTo>
                  <a:lnTo>
                    <a:pt x="546304" y="861641"/>
                  </a:lnTo>
                  <a:lnTo>
                    <a:pt x="548096" y="862122"/>
                  </a:lnTo>
                  <a:lnTo>
                    <a:pt x="548421" y="863673"/>
                  </a:lnTo>
                  <a:lnTo>
                    <a:pt x="548489" y="866068"/>
                  </a:lnTo>
                  <a:lnTo>
                    <a:pt x="546614" y="870194"/>
                  </a:lnTo>
                  <a:lnTo>
                    <a:pt x="545816" y="872976"/>
                  </a:lnTo>
                  <a:lnTo>
                    <a:pt x="544610" y="872903"/>
                  </a:lnTo>
                  <a:lnTo>
                    <a:pt x="543699" y="875135"/>
                  </a:lnTo>
                  <a:lnTo>
                    <a:pt x="543209" y="878164"/>
                  </a:lnTo>
                  <a:lnTo>
                    <a:pt x="542604" y="877566"/>
                  </a:lnTo>
                  <a:lnTo>
                    <a:pt x="541213" y="878051"/>
                  </a:lnTo>
                  <a:lnTo>
                    <a:pt x="540802" y="879495"/>
                  </a:lnTo>
                  <a:lnTo>
                    <a:pt x="541128" y="880092"/>
                  </a:lnTo>
                  <a:lnTo>
                    <a:pt x="541161" y="881134"/>
                  </a:lnTo>
                  <a:lnTo>
                    <a:pt x="540603" y="884539"/>
                  </a:lnTo>
                  <a:lnTo>
                    <a:pt x="539994" y="885495"/>
                  </a:lnTo>
                  <a:lnTo>
                    <a:pt x="539735" y="884103"/>
                  </a:lnTo>
                  <a:lnTo>
                    <a:pt x="539539" y="881945"/>
                  </a:lnTo>
                  <a:lnTo>
                    <a:pt x="539046" y="881780"/>
                  </a:lnTo>
                  <a:lnTo>
                    <a:pt x="538234" y="883770"/>
                  </a:lnTo>
                  <a:lnTo>
                    <a:pt x="537285" y="885195"/>
                  </a:lnTo>
                  <a:lnTo>
                    <a:pt x="536475" y="885787"/>
                  </a:lnTo>
                  <a:lnTo>
                    <a:pt x="535862" y="884467"/>
                  </a:lnTo>
                  <a:lnTo>
                    <a:pt x="534355" y="883780"/>
                  </a:lnTo>
                  <a:lnTo>
                    <a:pt x="533741" y="889501"/>
                  </a:lnTo>
                  <a:lnTo>
                    <a:pt x="532490" y="891586"/>
                  </a:lnTo>
                  <a:lnTo>
                    <a:pt x="531905" y="892236"/>
                  </a:lnTo>
                  <a:lnTo>
                    <a:pt x="530884" y="892433"/>
                  </a:lnTo>
                  <a:lnTo>
                    <a:pt x="531537" y="893215"/>
                  </a:lnTo>
                  <a:lnTo>
                    <a:pt x="531741" y="894681"/>
                  </a:lnTo>
                  <a:lnTo>
                    <a:pt x="531374" y="896146"/>
                  </a:lnTo>
                  <a:lnTo>
                    <a:pt x="530354" y="896439"/>
                  </a:lnTo>
                  <a:lnTo>
                    <a:pt x="529760" y="897579"/>
                  </a:lnTo>
                  <a:lnTo>
                    <a:pt x="529532" y="902694"/>
                  </a:lnTo>
                  <a:lnTo>
                    <a:pt x="528926" y="904487"/>
                  </a:lnTo>
                  <a:lnTo>
                    <a:pt x="527381" y="904630"/>
                  </a:lnTo>
                  <a:lnTo>
                    <a:pt x="526225" y="903440"/>
                  </a:lnTo>
                  <a:lnTo>
                    <a:pt x="525858" y="904379"/>
                  </a:lnTo>
                  <a:lnTo>
                    <a:pt x="525664" y="905293"/>
                  </a:lnTo>
                  <a:lnTo>
                    <a:pt x="525060" y="906214"/>
                  </a:lnTo>
                  <a:lnTo>
                    <a:pt x="523890" y="906461"/>
                  </a:lnTo>
                  <a:lnTo>
                    <a:pt x="521293" y="908752"/>
                  </a:lnTo>
                  <a:lnTo>
                    <a:pt x="520105" y="908092"/>
                  </a:lnTo>
                  <a:lnTo>
                    <a:pt x="518680" y="907220"/>
                  </a:lnTo>
                  <a:lnTo>
                    <a:pt x="517702" y="908068"/>
                  </a:lnTo>
                  <a:lnTo>
                    <a:pt x="517375" y="909827"/>
                  </a:lnTo>
                  <a:lnTo>
                    <a:pt x="516927" y="911197"/>
                  </a:lnTo>
                  <a:lnTo>
                    <a:pt x="515498" y="911197"/>
                  </a:lnTo>
                  <a:lnTo>
                    <a:pt x="514356" y="909508"/>
                  </a:lnTo>
                  <a:lnTo>
                    <a:pt x="513194" y="908288"/>
                  </a:lnTo>
                  <a:lnTo>
                    <a:pt x="511907" y="909340"/>
                  </a:lnTo>
                  <a:lnTo>
                    <a:pt x="510927" y="911489"/>
                  </a:lnTo>
                  <a:lnTo>
                    <a:pt x="509722" y="912208"/>
                  </a:lnTo>
                  <a:lnTo>
                    <a:pt x="509499" y="913541"/>
                  </a:lnTo>
                  <a:lnTo>
                    <a:pt x="508974" y="914212"/>
                  </a:lnTo>
                  <a:lnTo>
                    <a:pt x="507697" y="913931"/>
                  </a:lnTo>
                  <a:lnTo>
                    <a:pt x="507213" y="910609"/>
                  </a:lnTo>
                  <a:lnTo>
                    <a:pt x="506479" y="910120"/>
                  </a:lnTo>
                  <a:lnTo>
                    <a:pt x="505753" y="911800"/>
                  </a:lnTo>
                  <a:lnTo>
                    <a:pt x="505496" y="913111"/>
                  </a:lnTo>
                  <a:lnTo>
                    <a:pt x="505156" y="914099"/>
                  </a:lnTo>
                  <a:lnTo>
                    <a:pt x="505277" y="916809"/>
                  </a:lnTo>
                  <a:lnTo>
                    <a:pt x="504561" y="916864"/>
                  </a:lnTo>
                  <a:lnTo>
                    <a:pt x="503622" y="915203"/>
                  </a:lnTo>
                  <a:lnTo>
                    <a:pt x="502641" y="914909"/>
                  </a:lnTo>
                  <a:lnTo>
                    <a:pt x="501720" y="916453"/>
                  </a:lnTo>
                  <a:lnTo>
                    <a:pt x="501254" y="916069"/>
                  </a:lnTo>
                  <a:lnTo>
                    <a:pt x="500760" y="915743"/>
                  </a:lnTo>
                  <a:lnTo>
                    <a:pt x="499954" y="915743"/>
                  </a:lnTo>
                  <a:lnTo>
                    <a:pt x="499645" y="916148"/>
                  </a:lnTo>
                  <a:lnTo>
                    <a:pt x="499060" y="916394"/>
                  </a:lnTo>
                  <a:lnTo>
                    <a:pt x="498628" y="917311"/>
                  </a:lnTo>
                  <a:lnTo>
                    <a:pt x="497588" y="916746"/>
                  </a:lnTo>
                  <a:lnTo>
                    <a:pt x="496319" y="914495"/>
                  </a:lnTo>
                  <a:lnTo>
                    <a:pt x="495408" y="910759"/>
                  </a:lnTo>
                  <a:lnTo>
                    <a:pt x="494256" y="908750"/>
                  </a:lnTo>
                  <a:lnTo>
                    <a:pt x="493744" y="906983"/>
                  </a:lnTo>
                  <a:lnTo>
                    <a:pt x="493544" y="903808"/>
                  </a:lnTo>
                  <a:lnTo>
                    <a:pt x="493333" y="902297"/>
                  </a:lnTo>
                  <a:lnTo>
                    <a:pt x="493405" y="900615"/>
                  </a:lnTo>
                  <a:lnTo>
                    <a:pt x="493755" y="899121"/>
                  </a:lnTo>
                  <a:lnTo>
                    <a:pt x="492511" y="899872"/>
                  </a:lnTo>
                  <a:lnTo>
                    <a:pt x="491593" y="901261"/>
                  </a:lnTo>
                  <a:lnTo>
                    <a:pt x="491779" y="903016"/>
                  </a:lnTo>
                  <a:lnTo>
                    <a:pt x="491551" y="904645"/>
                  </a:lnTo>
                  <a:lnTo>
                    <a:pt x="490183" y="905489"/>
                  </a:lnTo>
                  <a:lnTo>
                    <a:pt x="490266" y="906174"/>
                  </a:lnTo>
                  <a:lnTo>
                    <a:pt x="490353" y="906890"/>
                  </a:lnTo>
                  <a:lnTo>
                    <a:pt x="491429" y="909112"/>
                  </a:lnTo>
                  <a:lnTo>
                    <a:pt x="491649" y="910982"/>
                  </a:lnTo>
                  <a:lnTo>
                    <a:pt x="492080" y="911979"/>
                  </a:lnTo>
                  <a:lnTo>
                    <a:pt x="492922" y="914884"/>
                  </a:lnTo>
                  <a:lnTo>
                    <a:pt x="492903" y="920496"/>
                  </a:lnTo>
                  <a:lnTo>
                    <a:pt x="493364" y="922081"/>
                  </a:lnTo>
                  <a:lnTo>
                    <a:pt x="493211" y="923654"/>
                  </a:lnTo>
                  <a:lnTo>
                    <a:pt x="492845" y="925815"/>
                  </a:lnTo>
                  <a:lnTo>
                    <a:pt x="492602" y="925170"/>
                  </a:lnTo>
                  <a:lnTo>
                    <a:pt x="492196" y="925300"/>
                  </a:lnTo>
                  <a:lnTo>
                    <a:pt x="492034" y="926011"/>
                  </a:lnTo>
                  <a:lnTo>
                    <a:pt x="491940" y="926692"/>
                  </a:lnTo>
                  <a:lnTo>
                    <a:pt x="491228" y="927167"/>
                  </a:lnTo>
                  <a:lnTo>
                    <a:pt x="490631" y="927567"/>
                  </a:lnTo>
                  <a:lnTo>
                    <a:pt x="490142" y="928141"/>
                  </a:lnTo>
                  <a:lnTo>
                    <a:pt x="489385" y="929815"/>
                  </a:lnTo>
                  <a:lnTo>
                    <a:pt x="487937" y="930222"/>
                  </a:lnTo>
                  <a:lnTo>
                    <a:pt x="487193" y="926293"/>
                  </a:lnTo>
                  <a:lnTo>
                    <a:pt x="486199" y="928912"/>
                  </a:lnTo>
                  <a:lnTo>
                    <a:pt x="485898" y="934263"/>
                  </a:lnTo>
                  <a:lnTo>
                    <a:pt x="485529" y="935176"/>
                  </a:lnTo>
                  <a:lnTo>
                    <a:pt x="484911" y="935941"/>
                  </a:lnTo>
                  <a:lnTo>
                    <a:pt x="483736" y="934074"/>
                  </a:lnTo>
                  <a:lnTo>
                    <a:pt x="482709" y="935323"/>
                  </a:lnTo>
                  <a:lnTo>
                    <a:pt x="481912" y="936590"/>
                  </a:lnTo>
                  <a:lnTo>
                    <a:pt x="481583" y="937760"/>
                  </a:lnTo>
                  <a:lnTo>
                    <a:pt x="480993" y="939031"/>
                  </a:lnTo>
                  <a:lnTo>
                    <a:pt x="479863" y="937807"/>
                  </a:lnTo>
                  <a:lnTo>
                    <a:pt x="478957" y="935965"/>
                  </a:lnTo>
                  <a:lnTo>
                    <a:pt x="479181" y="934585"/>
                  </a:lnTo>
                  <a:lnTo>
                    <a:pt x="479056" y="933676"/>
                  </a:lnTo>
                  <a:lnTo>
                    <a:pt x="478646" y="932989"/>
                  </a:lnTo>
                  <a:lnTo>
                    <a:pt x="478196" y="933087"/>
                  </a:lnTo>
                  <a:lnTo>
                    <a:pt x="478416" y="934876"/>
                  </a:lnTo>
                  <a:lnTo>
                    <a:pt x="478568" y="938311"/>
                  </a:lnTo>
                  <a:lnTo>
                    <a:pt x="478157" y="939306"/>
                  </a:lnTo>
                  <a:lnTo>
                    <a:pt x="477522" y="940070"/>
                  </a:lnTo>
                  <a:lnTo>
                    <a:pt x="476144" y="939437"/>
                  </a:lnTo>
                  <a:lnTo>
                    <a:pt x="475204" y="938156"/>
                  </a:lnTo>
                  <a:lnTo>
                    <a:pt x="474069" y="937076"/>
                  </a:lnTo>
                  <a:lnTo>
                    <a:pt x="473066" y="936880"/>
                  </a:lnTo>
                  <a:lnTo>
                    <a:pt x="472851" y="939049"/>
                  </a:lnTo>
                  <a:lnTo>
                    <a:pt x="472196" y="940796"/>
                  </a:lnTo>
                  <a:lnTo>
                    <a:pt x="471594" y="941014"/>
                  </a:lnTo>
                  <a:lnTo>
                    <a:pt x="470994" y="940734"/>
                  </a:lnTo>
                  <a:lnTo>
                    <a:pt x="470203" y="942626"/>
                  </a:lnTo>
                  <a:lnTo>
                    <a:pt x="469830" y="944006"/>
                  </a:lnTo>
                  <a:lnTo>
                    <a:pt x="468856" y="945466"/>
                  </a:lnTo>
                  <a:lnTo>
                    <a:pt x="466260" y="946175"/>
                  </a:lnTo>
                  <a:lnTo>
                    <a:pt x="465356" y="947622"/>
                  </a:lnTo>
                  <a:lnTo>
                    <a:pt x="464141" y="947393"/>
                  </a:lnTo>
                  <a:lnTo>
                    <a:pt x="463198" y="947738"/>
                  </a:lnTo>
                  <a:lnTo>
                    <a:pt x="462660" y="947664"/>
                  </a:lnTo>
                  <a:lnTo>
                    <a:pt x="462173" y="946888"/>
                  </a:lnTo>
                  <a:lnTo>
                    <a:pt x="461627" y="946866"/>
                  </a:lnTo>
                  <a:lnTo>
                    <a:pt x="461379" y="949273"/>
                  </a:lnTo>
                  <a:lnTo>
                    <a:pt x="459913" y="950287"/>
                  </a:lnTo>
                  <a:lnTo>
                    <a:pt x="458594" y="950565"/>
                  </a:lnTo>
                  <a:lnTo>
                    <a:pt x="457126" y="953740"/>
                  </a:lnTo>
                  <a:lnTo>
                    <a:pt x="456078" y="955662"/>
                  </a:lnTo>
                  <a:lnTo>
                    <a:pt x="455301" y="955858"/>
                  </a:lnTo>
                  <a:lnTo>
                    <a:pt x="454730" y="955174"/>
                  </a:lnTo>
                  <a:lnTo>
                    <a:pt x="454441" y="952327"/>
                  </a:lnTo>
                  <a:lnTo>
                    <a:pt x="454149" y="951995"/>
                  </a:lnTo>
                  <a:lnTo>
                    <a:pt x="453983" y="954667"/>
                  </a:lnTo>
                  <a:lnTo>
                    <a:pt x="453701" y="956894"/>
                  </a:lnTo>
                  <a:lnTo>
                    <a:pt x="453165" y="958106"/>
                  </a:lnTo>
                  <a:lnTo>
                    <a:pt x="451467" y="960874"/>
                  </a:lnTo>
                  <a:lnTo>
                    <a:pt x="450979" y="963623"/>
                  </a:lnTo>
                  <a:lnTo>
                    <a:pt x="451304" y="966165"/>
                  </a:lnTo>
                  <a:lnTo>
                    <a:pt x="453588" y="966786"/>
                  </a:lnTo>
                  <a:lnTo>
                    <a:pt x="453872" y="968177"/>
                  </a:lnTo>
                  <a:lnTo>
                    <a:pt x="453651" y="969314"/>
                  </a:lnTo>
                  <a:lnTo>
                    <a:pt x="453103" y="970263"/>
                  </a:lnTo>
                  <a:lnTo>
                    <a:pt x="452942" y="971688"/>
                  </a:lnTo>
                  <a:lnTo>
                    <a:pt x="455391" y="976222"/>
                  </a:lnTo>
                  <a:lnTo>
                    <a:pt x="455465" y="977943"/>
                  </a:lnTo>
                  <a:lnTo>
                    <a:pt x="455087" y="978923"/>
                  </a:lnTo>
                  <a:lnTo>
                    <a:pt x="454625" y="981034"/>
                  </a:lnTo>
                  <a:lnTo>
                    <a:pt x="453332" y="982824"/>
                  </a:lnTo>
                  <a:lnTo>
                    <a:pt x="450598" y="983743"/>
                  </a:lnTo>
                  <a:lnTo>
                    <a:pt x="448319" y="982815"/>
                  </a:lnTo>
                  <a:lnTo>
                    <a:pt x="447629" y="980778"/>
                  </a:lnTo>
                  <a:lnTo>
                    <a:pt x="447670" y="979328"/>
                  </a:lnTo>
                  <a:lnTo>
                    <a:pt x="448235" y="979749"/>
                  </a:lnTo>
                  <a:lnTo>
                    <a:pt x="448880" y="979620"/>
                  </a:lnTo>
                  <a:lnTo>
                    <a:pt x="448688" y="978294"/>
                  </a:lnTo>
                  <a:lnTo>
                    <a:pt x="448417" y="977519"/>
                  </a:lnTo>
                  <a:lnTo>
                    <a:pt x="447364" y="976339"/>
                  </a:lnTo>
                  <a:lnTo>
                    <a:pt x="446512" y="973160"/>
                  </a:lnTo>
                  <a:lnTo>
                    <a:pt x="446676" y="970512"/>
                  </a:lnTo>
                  <a:lnTo>
                    <a:pt x="446208" y="968467"/>
                  </a:lnTo>
                  <a:lnTo>
                    <a:pt x="445701" y="966751"/>
                  </a:lnTo>
                  <a:lnTo>
                    <a:pt x="445189" y="965721"/>
                  </a:lnTo>
                  <a:lnTo>
                    <a:pt x="444915" y="964443"/>
                  </a:lnTo>
                  <a:lnTo>
                    <a:pt x="445432" y="960429"/>
                  </a:lnTo>
                  <a:lnTo>
                    <a:pt x="445145" y="958097"/>
                  </a:lnTo>
                  <a:lnTo>
                    <a:pt x="446119" y="955239"/>
                  </a:lnTo>
                  <a:lnTo>
                    <a:pt x="446359" y="952015"/>
                  </a:lnTo>
                  <a:lnTo>
                    <a:pt x="448105" y="950863"/>
                  </a:lnTo>
                  <a:lnTo>
                    <a:pt x="448224" y="947787"/>
                  </a:lnTo>
                  <a:lnTo>
                    <a:pt x="446976" y="947697"/>
                  </a:lnTo>
                  <a:lnTo>
                    <a:pt x="446109" y="945438"/>
                  </a:lnTo>
                  <a:lnTo>
                    <a:pt x="445912" y="946386"/>
                  </a:lnTo>
                  <a:lnTo>
                    <a:pt x="445215" y="946485"/>
                  </a:lnTo>
                  <a:lnTo>
                    <a:pt x="444073" y="942131"/>
                  </a:lnTo>
                  <a:lnTo>
                    <a:pt x="443728" y="941581"/>
                  </a:lnTo>
                  <a:lnTo>
                    <a:pt x="443174" y="941497"/>
                  </a:lnTo>
                  <a:lnTo>
                    <a:pt x="443452" y="946091"/>
                  </a:lnTo>
                  <a:lnTo>
                    <a:pt x="442113" y="947818"/>
                  </a:lnTo>
                  <a:lnTo>
                    <a:pt x="441017" y="948573"/>
                  </a:lnTo>
                  <a:lnTo>
                    <a:pt x="439458" y="948885"/>
                  </a:lnTo>
                  <a:lnTo>
                    <a:pt x="438573" y="949413"/>
                  </a:lnTo>
                  <a:lnTo>
                    <a:pt x="437745" y="948977"/>
                  </a:lnTo>
                  <a:lnTo>
                    <a:pt x="437950" y="947586"/>
                  </a:lnTo>
                  <a:lnTo>
                    <a:pt x="438386" y="945924"/>
                  </a:lnTo>
                  <a:lnTo>
                    <a:pt x="437994" y="944539"/>
                  </a:lnTo>
                  <a:lnTo>
                    <a:pt x="437116" y="943474"/>
                  </a:lnTo>
                  <a:lnTo>
                    <a:pt x="435773" y="943536"/>
                  </a:lnTo>
                  <a:lnTo>
                    <a:pt x="434843" y="943239"/>
                  </a:lnTo>
                  <a:lnTo>
                    <a:pt x="433921" y="943357"/>
                  </a:lnTo>
                  <a:lnTo>
                    <a:pt x="433579" y="942742"/>
                  </a:lnTo>
                  <a:lnTo>
                    <a:pt x="432722" y="940574"/>
                  </a:lnTo>
                  <a:lnTo>
                    <a:pt x="431998" y="939220"/>
                  </a:lnTo>
                  <a:lnTo>
                    <a:pt x="431671" y="937876"/>
                  </a:lnTo>
                  <a:lnTo>
                    <a:pt x="431998" y="936312"/>
                  </a:lnTo>
                  <a:lnTo>
                    <a:pt x="431726" y="935362"/>
                  </a:lnTo>
                  <a:lnTo>
                    <a:pt x="430321" y="935256"/>
                  </a:lnTo>
                  <a:lnTo>
                    <a:pt x="430333" y="937496"/>
                  </a:lnTo>
                  <a:lnTo>
                    <a:pt x="430477" y="940138"/>
                  </a:lnTo>
                  <a:lnTo>
                    <a:pt x="430886" y="942148"/>
                  </a:lnTo>
                  <a:lnTo>
                    <a:pt x="430595" y="943269"/>
                  </a:lnTo>
                  <a:lnTo>
                    <a:pt x="429882" y="944041"/>
                  </a:lnTo>
                  <a:lnTo>
                    <a:pt x="429123" y="941917"/>
                  </a:lnTo>
                  <a:lnTo>
                    <a:pt x="428774" y="941393"/>
                  </a:lnTo>
                  <a:lnTo>
                    <a:pt x="428407" y="941494"/>
                  </a:lnTo>
                  <a:lnTo>
                    <a:pt x="428127" y="943610"/>
                  </a:lnTo>
                  <a:lnTo>
                    <a:pt x="427438" y="945487"/>
                  </a:lnTo>
                  <a:lnTo>
                    <a:pt x="426196" y="945286"/>
                  </a:lnTo>
                  <a:lnTo>
                    <a:pt x="425230" y="946445"/>
                  </a:lnTo>
                  <a:lnTo>
                    <a:pt x="424061" y="946977"/>
                  </a:lnTo>
                  <a:lnTo>
                    <a:pt x="423268" y="945428"/>
                  </a:lnTo>
                  <a:lnTo>
                    <a:pt x="421956" y="942923"/>
                  </a:lnTo>
                  <a:lnTo>
                    <a:pt x="421428" y="942631"/>
                  </a:lnTo>
                  <a:lnTo>
                    <a:pt x="419969" y="943846"/>
                  </a:lnTo>
                  <a:lnTo>
                    <a:pt x="417876" y="944306"/>
                  </a:lnTo>
                  <a:lnTo>
                    <a:pt x="417408" y="943008"/>
                  </a:lnTo>
                  <a:lnTo>
                    <a:pt x="416392" y="943995"/>
                  </a:lnTo>
                  <a:lnTo>
                    <a:pt x="415416" y="940988"/>
                  </a:lnTo>
                  <a:lnTo>
                    <a:pt x="414262" y="940797"/>
                  </a:lnTo>
                  <a:lnTo>
                    <a:pt x="412819" y="938519"/>
                  </a:lnTo>
                  <a:lnTo>
                    <a:pt x="412304" y="937317"/>
                  </a:lnTo>
                  <a:lnTo>
                    <a:pt x="412139" y="935587"/>
                  </a:lnTo>
                  <a:lnTo>
                    <a:pt x="411701" y="934686"/>
                  </a:lnTo>
                  <a:lnTo>
                    <a:pt x="411136" y="934798"/>
                  </a:lnTo>
                  <a:lnTo>
                    <a:pt x="410511" y="933878"/>
                  </a:lnTo>
                  <a:lnTo>
                    <a:pt x="409519" y="932970"/>
                  </a:lnTo>
                  <a:lnTo>
                    <a:pt x="408721" y="932428"/>
                  </a:lnTo>
                  <a:lnTo>
                    <a:pt x="408328" y="932846"/>
                  </a:lnTo>
                  <a:lnTo>
                    <a:pt x="407908" y="933061"/>
                  </a:lnTo>
                  <a:lnTo>
                    <a:pt x="407835" y="931900"/>
                  </a:lnTo>
                  <a:lnTo>
                    <a:pt x="407864" y="928405"/>
                  </a:lnTo>
                  <a:lnTo>
                    <a:pt x="407792" y="925303"/>
                  </a:lnTo>
                  <a:lnTo>
                    <a:pt x="407574" y="923909"/>
                  </a:lnTo>
                  <a:lnTo>
                    <a:pt x="407039" y="922849"/>
                  </a:lnTo>
                  <a:lnTo>
                    <a:pt x="406551" y="922341"/>
                  </a:lnTo>
                  <a:lnTo>
                    <a:pt x="406337" y="920754"/>
                  </a:lnTo>
                  <a:lnTo>
                    <a:pt x="406511" y="917623"/>
                  </a:lnTo>
                  <a:lnTo>
                    <a:pt x="406906" y="915499"/>
                  </a:lnTo>
                  <a:lnTo>
                    <a:pt x="407532" y="915121"/>
                  </a:lnTo>
                  <a:lnTo>
                    <a:pt x="408376" y="913593"/>
                  </a:lnTo>
                  <a:lnTo>
                    <a:pt x="408805" y="911430"/>
                  </a:lnTo>
                  <a:lnTo>
                    <a:pt x="409348" y="909422"/>
                  </a:lnTo>
                  <a:lnTo>
                    <a:pt x="407420" y="906604"/>
                  </a:lnTo>
                  <a:lnTo>
                    <a:pt x="406405" y="905597"/>
                  </a:lnTo>
                  <a:lnTo>
                    <a:pt x="405283" y="906024"/>
                  </a:lnTo>
                  <a:lnTo>
                    <a:pt x="403891" y="906923"/>
                  </a:lnTo>
                  <a:lnTo>
                    <a:pt x="403162" y="907100"/>
                  </a:lnTo>
                  <a:lnTo>
                    <a:pt x="402797" y="906747"/>
                  </a:lnTo>
                  <a:lnTo>
                    <a:pt x="401990" y="904215"/>
                  </a:lnTo>
                  <a:lnTo>
                    <a:pt x="401551" y="903773"/>
                  </a:lnTo>
                  <a:lnTo>
                    <a:pt x="400564" y="903612"/>
                  </a:lnTo>
                  <a:lnTo>
                    <a:pt x="399731" y="903635"/>
                  </a:lnTo>
                  <a:lnTo>
                    <a:pt x="399254" y="904737"/>
                  </a:lnTo>
                  <a:lnTo>
                    <a:pt x="398518" y="905106"/>
                  </a:lnTo>
                  <a:lnTo>
                    <a:pt x="397781" y="905170"/>
                  </a:lnTo>
                  <a:lnTo>
                    <a:pt x="397033" y="903795"/>
                  </a:lnTo>
                  <a:lnTo>
                    <a:pt x="395909" y="902004"/>
                  </a:lnTo>
                  <a:lnTo>
                    <a:pt x="394143" y="900742"/>
                  </a:lnTo>
                  <a:lnTo>
                    <a:pt x="393930" y="899285"/>
                  </a:lnTo>
                  <a:lnTo>
                    <a:pt x="393482" y="897545"/>
                  </a:lnTo>
                  <a:lnTo>
                    <a:pt x="392811" y="895934"/>
                  </a:lnTo>
                  <a:lnTo>
                    <a:pt x="391704" y="893798"/>
                  </a:lnTo>
                  <a:lnTo>
                    <a:pt x="390778" y="892688"/>
                  </a:lnTo>
                  <a:lnTo>
                    <a:pt x="390326" y="893370"/>
                  </a:lnTo>
                  <a:lnTo>
                    <a:pt x="389712" y="894584"/>
                  </a:lnTo>
                  <a:lnTo>
                    <a:pt x="387326" y="897146"/>
                  </a:lnTo>
                  <a:lnTo>
                    <a:pt x="386271" y="898145"/>
                  </a:lnTo>
                  <a:lnTo>
                    <a:pt x="385710" y="898859"/>
                  </a:lnTo>
                  <a:lnTo>
                    <a:pt x="385239" y="899928"/>
                  </a:lnTo>
                  <a:lnTo>
                    <a:pt x="385093" y="902570"/>
                  </a:lnTo>
                  <a:lnTo>
                    <a:pt x="384858" y="905515"/>
                  </a:lnTo>
                  <a:lnTo>
                    <a:pt x="384172" y="907011"/>
                  </a:lnTo>
                  <a:lnTo>
                    <a:pt x="383521" y="908142"/>
                  </a:lnTo>
                  <a:lnTo>
                    <a:pt x="382835" y="908260"/>
                  </a:lnTo>
                  <a:lnTo>
                    <a:pt x="382166" y="908207"/>
                  </a:lnTo>
                  <a:lnTo>
                    <a:pt x="381541" y="908677"/>
                  </a:lnTo>
                  <a:lnTo>
                    <a:pt x="379627" y="911634"/>
                  </a:lnTo>
                  <a:lnTo>
                    <a:pt x="378721" y="911399"/>
                  </a:lnTo>
                  <a:lnTo>
                    <a:pt x="377980" y="909729"/>
                  </a:lnTo>
                  <a:lnTo>
                    <a:pt x="377662" y="908520"/>
                  </a:lnTo>
                  <a:lnTo>
                    <a:pt x="376805" y="908794"/>
                  </a:lnTo>
                  <a:lnTo>
                    <a:pt x="375705" y="910208"/>
                  </a:lnTo>
                  <a:lnTo>
                    <a:pt x="375196" y="912748"/>
                  </a:lnTo>
                  <a:lnTo>
                    <a:pt x="374926" y="915118"/>
                  </a:lnTo>
                  <a:lnTo>
                    <a:pt x="374687" y="916171"/>
                  </a:lnTo>
                  <a:lnTo>
                    <a:pt x="374318" y="916479"/>
                  </a:lnTo>
                  <a:lnTo>
                    <a:pt x="373991" y="916534"/>
                  </a:lnTo>
                  <a:lnTo>
                    <a:pt x="370564" y="909684"/>
                  </a:lnTo>
                  <a:lnTo>
                    <a:pt x="370353" y="909329"/>
                  </a:lnTo>
                  <a:lnTo>
                    <a:pt x="369742" y="910736"/>
                  </a:lnTo>
                  <a:lnTo>
                    <a:pt x="369183" y="914366"/>
                  </a:lnTo>
                  <a:lnTo>
                    <a:pt x="368783" y="915063"/>
                  </a:lnTo>
                  <a:lnTo>
                    <a:pt x="368512" y="914785"/>
                  </a:lnTo>
                  <a:lnTo>
                    <a:pt x="367093" y="910137"/>
                  </a:lnTo>
                  <a:lnTo>
                    <a:pt x="366731" y="909692"/>
                  </a:lnTo>
                  <a:lnTo>
                    <a:pt x="366409" y="909850"/>
                  </a:lnTo>
                  <a:lnTo>
                    <a:pt x="365986" y="911354"/>
                  </a:lnTo>
                  <a:lnTo>
                    <a:pt x="365086" y="913570"/>
                  </a:lnTo>
                  <a:lnTo>
                    <a:pt x="364398" y="914916"/>
                  </a:lnTo>
                  <a:lnTo>
                    <a:pt x="364382" y="916415"/>
                  </a:lnTo>
                  <a:lnTo>
                    <a:pt x="363636" y="917737"/>
                  </a:lnTo>
                  <a:lnTo>
                    <a:pt x="362766" y="919053"/>
                  </a:lnTo>
                  <a:lnTo>
                    <a:pt x="362477" y="919193"/>
                  </a:lnTo>
                  <a:lnTo>
                    <a:pt x="361900" y="918663"/>
                  </a:lnTo>
                  <a:lnTo>
                    <a:pt x="361148" y="916913"/>
                  </a:lnTo>
                  <a:lnTo>
                    <a:pt x="360603" y="915088"/>
                  </a:lnTo>
                  <a:lnTo>
                    <a:pt x="359257" y="913276"/>
                  </a:lnTo>
                  <a:lnTo>
                    <a:pt x="357746" y="911742"/>
                  </a:lnTo>
                  <a:lnTo>
                    <a:pt x="356742" y="910541"/>
                  </a:lnTo>
                  <a:lnTo>
                    <a:pt x="356171" y="910249"/>
                  </a:lnTo>
                  <a:lnTo>
                    <a:pt x="355640" y="910784"/>
                  </a:lnTo>
                  <a:lnTo>
                    <a:pt x="355375" y="911517"/>
                  </a:lnTo>
                  <a:lnTo>
                    <a:pt x="354997" y="913330"/>
                  </a:lnTo>
                  <a:lnTo>
                    <a:pt x="354090" y="916304"/>
                  </a:lnTo>
                  <a:lnTo>
                    <a:pt x="353285" y="918667"/>
                  </a:lnTo>
                  <a:lnTo>
                    <a:pt x="352532" y="920185"/>
                  </a:lnTo>
                  <a:lnTo>
                    <a:pt x="351933" y="921233"/>
                  </a:lnTo>
                  <a:lnTo>
                    <a:pt x="351489" y="920256"/>
                  </a:lnTo>
                  <a:lnTo>
                    <a:pt x="350661" y="919460"/>
                  </a:lnTo>
                  <a:lnTo>
                    <a:pt x="349686" y="919454"/>
                  </a:lnTo>
                  <a:lnTo>
                    <a:pt x="348408" y="920959"/>
                  </a:lnTo>
                  <a:lnTo>
                    <a:pt x="347398" y="917949"/>
                  </a:lnTo>
                  <a:lnTo>
                    <a:pt x="347136" y="917803"/>
                  </a:lnTo>
                  <a:lnTo>
                    <a:pt x="346751" y="918060"/>
                  </a:lnTo>
                  <a:lnTo>
                    <a:pt x="346306" y="918777"/>
                  </a:lnTo>
                  <a:lnTo>
                    <a:pt x="345994" y="920458"/>
                  </a:lnTo>
                  <a:lnTo>
                    <a:pt x="345670" y="922762"/>
                  </a:lnTo>
                  <a:lnTo>
                    <a:pt x="345028" y="924271"/>
                  </a:lnTo>
                  <a:lnTo>
                    <a:pt x="344493" y="924942"/>
                  </a:lnTo>
                  <a:lnTo>
                    <a:pt x="344650" y="926237"/>
                  </a:lnTo>
                  <a:lnTo>
                    <a:pt x="344953" y="927639"/>
                  </a:lnTo>
                  <a:lnTo>
                    <a:pt x="344934" y="928865"/>
                  </a:lnTo>
                  <a:lnTo>
                    <a:pt x="345125" y="930805"/>
                  </a:lnTo>
                  <a:lnTo>
                    <a:pt x="345460" y="932742"/>
                  </a:lnTo>
                  <a:lnTo>
                    <a:pt x="346653" y="935911"/>
                  </a:lnTo>
                  <a:lnTo>
                    <a:pt x="347109" y="937564"/>
                  </a:lnTo>
                  <a:lnTo>
                    <a:pt x="347200" y="938998"/>
                  </a:lnTo>
                  <a:lnTo>
                    <a:pt x="347241" y="944087"/>
                  </a:lnTo>
                  <a:lnTo>
                    <a:pt x="347194" y="946212"/>
                  </a:lnTo>
                  <a:lnTo>
                    <a:pt x="346957" y="950314"/>
                  </a:lnTo>
                  <a:lnTo>
                    <a:pt x="346941" y="952681"/>
                  </a:lnTo>
                  <a:lnTo>
                    <a:pt x="347436" y="953745"/>
                  </a:lnTo>
                  <a:lnTo>
                    <a:pt x="347917" y="955014"/>
                  </a:lnTo>
                  <a:lnTo>
                    <a:pt x="347899" y="955705"/>
                  </a:lnTo>
                  <a:lnTo>
                    <a:pt x="347688" y="955954"/>
                  </a:lnTo>
                  <a:lnTo>
                    <a:pt x="347005" y="957365"/>
                  </a:lnTo>
                  <a:lnTo>
                    <a:pt x="346717" y="957550"/>
                  </a:lnTo>
                  <a:lnTo>
                    <a:pt x="346270" y="956974"/>
                  </a:lnTo>
                  <a:lnTo>
                    <a:pt x="345692" y="956537"/>
                  </a:lnTo>
                  <a:lnTo>
                    <a:pt x="345225" y="955972"/>
                  </a:lnTo>
                  <a:lnTo>
                    <a:pt x="344713" y="955064"/>
                  </a:lnTo>
                  <a:lnTo>
                    <a:pt x="343494" y="955167"/>
                  </a:lnTo>
                  <a:lnTo>
                    <a:pt x="341493" y="956546"/>
                  </a:lnTo>
                  <a:lnTo>
                    <a:pt x="341079" y="956156"/>
                  </a:lnTo>
                  <a:lnTo>
                    <a:pt x="340789" y="955376"/>
                  </a:lnTo>
                  <a:lnTo>
                    <a:pt x="340634" y="953766"/>
                  </a:lnTo>
                  <a:lnTo>
                    <a:pt x="340734" y="951868"/>
                  </a:lnTo>
                  <a:lnTo>
                    <a:pt x="340557" y="950661"/>
                  </a:lnTo>
                  <a:lnTo>
                    <a:pt x="340184" y="949945"/>
                  </a:lnTo>
                  <a:lnTo>
                    <a:pt x="340447" y="946560"/>
                  </a:lnTo>
                  <a:lnTo>
                    <a:pt x="339734" y="945218"/>
                  </a:lnTo>
                  <a:lnTo>
                    <a:pt x="339837" y="944800"/>
                  </a:lnTo>
                  <a:lnTo>
                    <a:pt x="339601" y="941151"/>
                  </a:lnTo>
                  <a:lnTo>
                    <a:pt x="339635" y="940252"/>
                  </a:lnTo>
                  <a:lnTo>
                    <a:pt x="339510" y="939940"/>
                  </a:lnTo>
                  <a:lnTo>
                    <a:pt x="339005" y="939652"/>
                  </a:lnTo>
                  <a:lnTo>
                    <a:pt x="338259" y="940228"/>
                  </a:lnTo>
                  <a:lnTo>
                    <a:pt x="335986" y="942627"/>
                  </a:lnTo>
                  <a:lnTo>
                    <a:pt x="334036" y="947067"/>
                  </a:lnTo>
                  <a:lnTo>
                    <a:pt x="333141" y="948046"/>
                  </a:lnTo>
                  <a:lnTo>
                    <a:pt x="332237" y="948450"/>
                  </a:lnTo>
                  <a:lnTo>
                    <a:pt x="331180" y="947683"/>
                  </a:lnTo>
                  <a:lnTo>
                    <a:pt x="330007" y="947182"/>
                  </a:lnTo>
                  <a:lnTo>
                    <a:pt x="328330" y="948306"/>
                  </a:lnTo>
                  <a:lnTo>
                    <a:pt x="327502" y="947788"/>
                  </a:lnTo>
                  <a:lnTo>
                    <a:pt x="327122" y="946882"/>
                  </a:lnTo>
                  <a:lnTo>
                    <a:pt x="326782" y="945501"/>
                  </a:lnTo>
                  <a:lnTo>
                    <a:pt x="326985" y="943754"/>
                  </a:lnTo>
                  <a:lnTo>
                    <a:pt x="326859" y="942465"/>
                  </a:lnTo>
                  <a:lnTo>
                    <a:pt x="326189" y="941812"/>
                  </a:lnTo>
                  <a:lnTo>
                    <a:pt x="325412" y="941255"/>
                  </a:lnTo>
                  <a:lnTo>
                    <a:pt x="324949" y="939567"/>
                  </a:lnTo>
                  <a:lnTo>
                    <a:pt x="324762" y="937733"/>
                  </a:lnTo>
                  <a:lnTo>
                    <a:pt x="324945" y="935345"/>
                  </a:lnTo>
                  <a:lnTo>
                    <a:pt x="325037" y="932783"/>
                  </a:lnTo>
                  <a:lnTo>
                    <a:pt x="324665" y="931610"/>
                  </a:lnTo>
                  <a:lnTo>
                    <a:pt x="323526" y="930969"/>
                  </a:lnTo>
                  <a:lnTo>
                    <a:pt x="320654" y="929803"/>
                  </a:lnTo>
                  <a:lnTo>
                    <a:pt x="318137" y="929164"/>
                  </a:lnTo>
                  <a:lnTo>
                    <a:pt x="317081" y="929464"/>
                  </a:lnTo>
                  <a:lnTo>
                    <a:pt x="316221" y="929183"/>
                  </a:lnTo>
                  <a:lnTo>
                    <a:pt x="315722" y="928715"/>
                  </a:lnTo>
                  <a:lnTo>
                    <a:pt x="315481" y="927907"/>
                  </a:lnTo>
                  <a:lnTo>
                    <a:pt x="315467" y="926750"/>
                  </a:lnTo>
                  <a:lnTo>
                    <a:pt x="315875" y="924088"/>
                  </a:lnTo>
                  <a:lnTo>
                    <a:pt x="316340" y="921494"/>
                  </a:lnTo>
                  <a:lnTo>
                    <a:pt x="317508" y="917721"/>
                  </a:lnTo>
                  <a:lnTo>
                    <a:pt x="317575" y="915107"/>
                  </a:lnTo>
                  <a:lnTo>
                    <a:pt x="317515" y="912088"/>
                  </a:lnTo>
                  <a:lnTo>
                    <a:pt x="318093" y="908057"/>
                  </a:lnTo>
                  <a:lnTo>
                    <a:pt x="319101" y="905037"/>
                  </a:lnTo>
                  <a:lnTo>
                    <a:pt x="319598" y="904096"/>
                  </a:lnTo>
                  <a:lnTo>
                    <a:pt x="319477" y="902753"/>
                  </a:lnTo>
                  <a:lnTo>
                    <a:pt x="319073" y="901522"/>
                  </a:lnTo>
                  <a:lnTo>
                    <a:pt x="318499" y="900843"/>
                  </a:lnTo>
                  <a:lnTo>
                    <a:pt x="317546" y="900055"/>
                  </a:lnTo>
                  <a:lnTo>
                    <a:pt x="316059" y="899836"/>
                  </a:lnTo>
                  <a:lnTo>
                    <a:pt x="314020" y="899031"/>
                  </a:lnTo>
                  <a:lnTo>
                    <a:pt x="311659" y="897237"/>
                  </a:lnTo>
                  <a:lnTo>
                    <a:pt x="311928" y="893803"/>
                  </a:lnTo>
                  <a:lnTo>
                    <a:pt x="311892" y="891651"/>
                  </a:lnTo>
                  <a:lnTo>
                    <a:pt x="311599" y="889885"/>
                  </a:lnTo>
                  <a:lnTo>
                    <a:pt x="311116" y="888631"/>
                  </a:lnTo>
                  <a:lnTo>
                    <a:pt x="310846" y="887511"/>
                  </a:lnTo>
                  <a:lnTo>
                    <a:pt x="311270" y="884439"/>
                  </a:lnTo>
                  <a:lnTo>
                    <a:pt x="310721" y="881086"/>
                  </a:lnTo>
                  <a:lnTo>
                    <a:pt x="310071" y="879749"/>
                  </a:lnTo>
                  <a:lnTo>
                    <a:pt x="309402" y="878014"/>
                  </a:lnTo>
                  <a:lnTo>
                    <a:pt x="309352" y="876145"/>
                  </a:lnTo>
                  <a:lnTo>
                    <a:pt x="309658" y="874402"/>
                  </a:lnTo>
                  <a:lnTo>
                    <a:pt x="311292" y="870663"/>
                  </a:lnTo>
                  <a:lnTo>
                    <a:pt x="311305" y="869759"/>
                  </a:lnTo>
                  <a:lnTo>
                    <a:pt x="310902" y="869832"/>
                  </a:lnTo>
                  <a:lnTo>
                    <a:pt x="310433" y="869910"/>
                  </a:lnTo>
                  <a:lnTo>
                    <a:pt x="308200" y="871276"/>
                  </a:lnTo>
                  <a:lnTo>
                    <a:pt x="307962" y="870419"/>
                  </a:lnTo>
                  <a:lnTo>
                    <a:pt x="307163" y="869922"/>
                  </a:lnTo>
                  <a:lnTo>
                    <a:pt x="305533" y="869822"/>
                  </a:lnTo>
                  <a:lnTo>
                    <a:pt x="303623" y="870070"/>
                  </a:lnTo>
                  <a:lnTo>
                    <a:pt x="301209" y="871406"/>
                  </a:lnTo>
                  <a:lnTo>
                    <a:pt x="298998" y="873745"/>
                  </a:lnTo>
                  <a:lnTo>
                    <a:pt x="297986" y="875352"/>
                  </a:lnTo>
                  <a:lnTo>
                    <a:pt x="297126" y="876351"/>
                  </a:lnTo>
                  <a:lnTo>
                    <a:pt x="296431" y="876674"/>
                  </a:lnTo>
                  <a:lnTo>
                    <a:pt x="295627" y="875969"/>
                  </a:lnTo>
                  <a:lnTo>
                    <a:pt x="295673" y="873680"/>
                  </a:lnTo>
                  <a:lnTo>
                    <a:pt x="297183" y="869474"/>
                  </a:lnTo>
                  <a:lnTo>
                    <a:pt x="297400" y="866580"/>
                  </a:lnTo>
                  <a:lnTo>
                    <a:pt x="296937" y="864098"/>
                  </a:lnTo>
                  <a:lnTo>
                    <a:pt x="296887" y="862112"/>
                  </a:lnTo>
                  <a:lnTo>
                    <a:pt x="296356" y="860842"/>
                  </a:lnTo>
                  <a:lnTo>
                    <a:pt x="295612" y="860224"/>
                  </a:lnTo>
                  <a:lnTo>
                    <a:pt x="295219" y="858810"/>
                  </a:lnTo>
                  <a:lnTo>
                    <a:pt x="295193" y="854688"/>
                  </a:lnTo>
                  <a:lnTo>
                    <a:pt x="295859" y="850445"/>
                  </a:lnTo>
                  <a:lnTo>
                    <a:pt x="296937" y="849106"/>
                  </a:lnTo>
                  <a:lnTo>
                    <a:pt x="297593" y="848460"/>
                  </a:lnTo>
                  <a:lnTo>
                    <a:pt x="297766" y="847636"/>
                  </a:lnTo>
                  <a:lnTo>
                    <a:pt x="297431" y="844666"/>
                  </a:lnTo>
                  <a:lnTo>
                    <a:pt x="297483" y="842776"/>
                  </a:lnTo>
                  <a:lnTo>
                    <a:pt x="298130" y="839120"/>
                  </a:lnTo>
                  <a:lnTo>
                    <a:pt x="298774" y="836349"/>
                  </a:lnTo>
                  <a:lnTo>
                    <a:pt x="299988" y="836813"/>
                  </a:lnTo>
                  <a:lnTo>
                    <a:pt x="300532" y="836128"/>
                  </a:lnTo>
                  <a:lnTo>
                    <a:pt x="301133" y="835147"/>
                  </a:lnTo>
                  <a:lnTo>
                    <a:pt x="301791" y="833479"/>
                  </a:lnTo>
                  <a:lnTo>
                    <a:pt x="302230" y="831506"/>
                  </a:lnTo>
                  <a:lnTo>
                    <a:pt x="302764" y="826915"/>
                  </a:lnTo>
                  <a:lnTo>
                    <a:pt x="303130" y="826223"/>
                  </a:lnTo>
                  <a:lnTo>
                    <a:pt x="304660" y="826982"/>
                  </a:lnTo>
                  <a:lnTo>
                    <a:pt x="305120" y="826452"/>
                  </a:lnTo>
                  <a:lnTo>
                    <a:pt x="305957" y="823757"/>
                  </a:lnTo>
                  <a:lnTo>
                    <a:pt x="306745" y="820480"/>
                  </a:lnTo>
                  <a:lnTo>
                    <a:pt x="307891" y="819465"/>
                  </a:lnTo>
                  <a:lnTo>
                    <a:pt x="308718" y="819362"/>
                  </a:lnTo>
                  <a:lnTo>
                    <a:pt x="309099" y="818273"/>
                  </a:lnTo>
                  <a:lnTo>
                    <a:pt x="309079" y="816671"/>
                  </a:lnTo>
                  <a:lnTo>
                    <a:pt x="308294" y="814132"/>
                  </a:lnTo>
                  <a:lnTo>
                    <a:pt x="307961" y="812102"/>
                  </a:lnTo>
                  <a:lnTo>
                    <a:pt x="308059" y="810871"/>
                  </a:lnTo>
                  <a:lnTo>
                    <a:pt x="309184" y="810121"/>
                  </a:lnTo>
                  <a:lnTo>
                    <a:pt x="309460" y="808646"/>
                  </a:lnTo>
                  <a:lnTo>
                    <a:pt x="309292" y="805420"/>
                  </a:lnTo>
                  <a:lnTo>
                    <a:pt x="309755" y="801545"/>
                  </a:lnTo>
                  <a:lnTo>
                    <a:pt x="310031" y="797003"/>
                  </a:lnTo>
                  <a:lnTo>
                    <a:pt x="310124" y="793612"/>
                  </a:lnTo>
                  <a:lnTo>
                    <a:pt x="310113" y="791024"/>
                  </a:lnTo>
                  <a:lnTo>
                    <a:pt x="310003" y="788316"/>
                  </a:lnTo>
                  <a:lnTo>
                    <a:pt x="309842" y="783365"/>
                  </a:lnTo>
                  <a:lnTo>
                    <a:pt x="309328" y="779060"/>
                  </a:lnTo>
                  <a:lnTo>
                    <a:pt x="309422" y="777444"/>
                  </a:lnTo>
                  <a:lnTo>
                    <a:pt x="309352" y="772225"/>
                  </a:lnTo>
                  <a:lnTo>
                    <a:pt x="309036" y="767777"/>
                  </a:lnTo>
                  <a:lnTo>
                    <a:pt x="308402" y="766998"/>
                  </a:lnTo>
                  <a:lnTo>
                    <a:pt x="307226" y="765555"/>
                  </a:lnTo>
                  <a:lnTo>
                    <a:pt x="306585" y="765272"/>
                  </a:lnTo>
                  <a:lnTo>
                    <a:pt x="306046" y="765797"/>
                  </a:lnTo>
                  <a:lnTo>
                    <a:pt x="305843" y="767345"/>
                  </a:lnTo>
                  <a:lnTo>
                    <a:pt x="305326" y="768793"/>
                  </a:lnTo>
                  <a:lnTo>
                    <a:pt x="304688" y="768438"/>
                  </a:lnTo>
                  <a:lnTo>
                    <a:pt x="304384" y="766991"/>
                  </a:lnTo>
                  <a:lnTo>
                    <a:pt x="303975" y="765096"/>
                  </a:lnTo>
                  <a:lnTo>
                    <a:pt x="302611" y="756102"/>
                  </a:lnTo>
                  <a:lnTo>
                    <a:pt x="302461" y="753512"/>
                  </a:lnTo>
                  <a:lnTo>
                    <a:pt x="302221" y="750939"/>
                  </a:lnTo>
                  <a:lnTo>
                    <a:pt x="301761" y="749651"/>
                  </a:lnTo>
                  <a:lnTo>
                    <a:pt x="301275" y="748893"/>
                  </a:lnTo>
                  <a:lnTo>
                    <a:pt x="300187" y="745870"/>
                  </a:lnTo>
                  <a:lnTo>
                    <a:pt x="299614" y="744609"/>
                  </a:lnTo>
                  <a:lnTo>
                    <a:pt x="299334" y="744400"/>
                  </a:lnTo>
                  <a:lnTo>
                    <a:pt x="298736" y="744614"/>
                  </a:lnTo>
                  <a:lnTo>
                    <a:pt x="298151" y="744620"/>
                  </a:lnTo>
                  <a:lnTo>
                    <a:pt x="297670" y="743113"/>
                  </a:lnTo>
                  <a:lnTo>
                    <a:pt x="297232" y="741275"/>
                  </a:lnTo>
                  <a:lnTo>
                    <a:pt x="296791" y="740369"/>
                  </a:lnTo>
                  <a:lnTo>
                    <a:pt x="296055" y="739865"/>
                  </a:lnTo>
                  <a:lnTo>
                    <a:pt x="295298" y="740067"/>
                  </a:lnTo>
                  <a:lnTo>
                    <a:pt x="294857" y="741659"/>
                  </a:lnTo>
                  <a:lnTo>
                    <a:pt x="294556" y="742566"/>
                  </a:lnTo>
                  <a:lnTo>
                    <a:pt x="293985" y="744686"/>
                  </a:lnTo>
                  <a:lnTo>
                    <a:pt x="293059" y="747623"/>
                  </a:lnTo>
                  <a:lnTo>
                    <a:pt x="292640" y="748703"/>
                  </a:lnTo>
                  <a:lnTo>
                    <a:pt x="292233" y="748146"/>
                  </a:lnTo>
                  <a:lnTo>
                    <a:pt x="290452" y="745087"/>
                  </a:lnTo>
                  <a:lnTo>
                    <a:pt x="289591" y="744242"/>
                  </a:lnTo>
                  <a:lnTo>
                    <a:pt x="288425" y="745165"/>
                  </a:lnTo>
                  <a:lnTo>
                    <a:pt x="286600" y="744435"/>
                  </a:lnTo>
                  <a:lnTo>
                    <a:pt x="285894" y="744298"/>
                  </a:lnTo>
                  <a:lnTo>
                    <a:pt x="284377" y="741854"/>
                  </a:lnTo>
                  <a:lnTo>
                    <a:pt x="283758" y="741554"/>
                  </a:lnTo>
                  <a:lnTo>
                    <a:pt x="281599" y="743146"/>
                  </a:lnTo>
                  <a:lnTo>
                    <a:pt x="281122" y="744272"/>
                  </a:lnTo>
                  <a:lnTo>
                    <a:pt x="280842" y="744291"/>
                  </a:lnTo>
                  <a:lnTo>
                    <a:pt x="280268" y="743722"/>
                  </a:lnTo>
                  <a:lnTo>
                    <a:pt x="279794" y="742968"/>
                  </a:lnTo>
                  <a:lnTo>
                    <a:pt x="279763" y="742491"/>
                  </a:lnTo>
                  <a:lnTo>
                    <a:pt x="280346" y="741298"/>
                  </a:lnTo>
                  <a:lnTo>
                    <a:pt x="280392" y="740463"/>
                  </a:lnTo>
                  <a:lnTo>
                    <a:pt x="280360" y="739619"/>
                  </a:lnTo>
                  <a:lnTo>
                    <a:pt x="281203" y="737221"/>
                  </a:lnTo>
                  <a:lnTo>
                    <a:pt x="283489" y="732578"/>
                  </a:lnTo>
                  <a:lnTo>
                    <a:pt x="283108" y="730630"/>
                  </a:lnTo>
                  <a:lnTo>
                    <a:pt x="282209" y="726796"/>
                  </a:lnTo>
                  <a:lnTo>
                    <a:pt x="282085" y="724937"/>
                  </a:lnTo>
                  <a:lnTo>
                    <a:pt x="281698" y="724097"/>
                  </a:lnTo>
                  <a:lnTo>
                    <a:pt x="280601" y="724784"/>
                  </a:lnTo>
                  <a:lnTo>
                    <a:pt x="278323" y="728262"/>
                  </a:lnTo>
                  <a:lnTo>
                    <a:pt x="278013" y="727881"/>
                  </a:lnTo>
                  <a:lnTo>
                    <a:pt x="278066" y="726674"/>
                  </a:lnTo>
                  <a:lnTo>
                    <a:pt x="277831" y="723169"/>
                  </a:lnTo>
                  <a:lnTo>
                    <a:pt x="278553" y="722117"/>
                  </a:lnTo>
                  <a:lnTo>
                    <a:pt x="279659" y="720830"/>
                  </a:lnTo>
                  <a:lnTo>
                    <a:pt x="280513" y="719395"/>
                  </a:lnTo>
                  <a:lnTo>
                    <a:pt x="280712" y="718235"/>
                  </a:lnTo>
                  <a:lnTo>
                    <a:pt x="280482" y="717883"/>
                  </a:lnTo>
                  <a:lnTo>
                    <a:pt x="279220" y="718331"/>
                  </a:lnTo>
                  <a:lnTo>
                    <a:pt x="278724" y="717544"/>
                  </a:lnTo>
                  <a:lnTo>
                    <a:pt x="277907" y="714325"/>
                  </a:lnTo>
                  <a:lnTo>
                    <a:pt x="277303" y="713062"/>
                  </a:lnTo>
                  <a:lnTo>
                    <a:pt x="276757" y="712381"/>
                  </a:lnTo>
                  <a:lnTo>
                    <a:pt x="274903" y="714043"/>
                  </a:lnTo>
                  <a:lnTo>
                    <a:pt x="272747" y="716321"/>
                  </a:lnTo>
                  <a:lnTo>
                    <a:pt x="270346" y="719497"/>
                  </a:lnTo>
                  <a:lnTo>
                    <a:pt x="270361" y="721127"/>
                  </a:lnTo>
                  <a:lnTo>
                    <a:pt x="270074" y="721546"/>
                  </a:lnTo>
                  <a:lnTo>
                    <a:pt x="269615" y="722572"/>
                  </a:lnTo>
                  <a:lnTo>
                    <a:pt x="269167" y="723990"/>
                  </a:lnTo>
                  <a:lnTo>
                    <a:pt x="268785" y="724489"/>
                  </a:lnTo>
                  <a:lnTo>
                    <a:pt x="268339" y="724534"/>
                  </a:lnTo>
                  <a:lnTo>
                    <a:pt x="267425" y="724130"/>
                  </a:lnTo>
                  <a:lnTo>
                    <a:pt x="265767" y="722520"/>
                  </a:lnTo>
                  <a:lnTo>
                    <a:pt x="263967" y="721187"/>
                  </a:lnTo>
                  <a:lnTo>
                    <a:pt x="263580" y="721338"/>
                  </a:lnTo>
                  <a:lnTo>
                    <a:pt x="261136" y="720397"/>
                  </a:lnTo>
                  <a:lnTo>
                    <a:pt x="261058" y="719647"/>
                  </a:lnTo>
                  <a:lnTo>
                    <a:pt x="260691" y="718160"/>
                  </a:lnTo>
                  <a:lnTo>
                    <a:pt x="259996" y="716818"/>
                  </a:lnTo>
                  <a:lnTo>
                    <a:pt x="259330" y="716363"/>
                  </a:lnTo>
                  <a:lnTo>
                    <a:pt x="257417" y="719206"/>
                  </a:lnTo>
                  <a:lnTo>
                    <a:pt x="255260" y="721321"/>
                  </a:lnTo>
                  <a:lnTo>
                    <a:pt x="254029" y="723824"/>
                  </a:lnTo>
                  <a:lnTo>
                    <a:pt x="253018" y="726307"/>
                  </a:lnTo>
                  <a:lnTo>
                    <a:pt x="251860" y="726791"/>
                  </a:lnTo>
                  <a:lnTo>
                    <a:pt x="251805" y="728327"/>
                  </a:lnTo>
                  <a:lnTo>
                    <a:pt x="251316" y="729708"/>
                  </a:lnTo>
                  <a:lnTo>
                    <a:pt x="250435" y="731409"/>
                  </a:lnTo>
                  <a:lnTo>
                    <a:pt x="248689" y="733579"/>
                  </a:lnTo>
                  <a:lnTo>
                    <a:pt x="247507" y="734748"/>
                  </a:lnTo>
                  <a:lnTo>
                    <a:pt x="243751" y="735817"/>
                  </a:lnTo>
                  <a:lnTo>
                    <a:pt x="242411" y="736543"/>
                  </a:lnTo>
                  <a:lnTo>
                    <a:pt x="241850" y="737685"/>
                  </a:lnTo>
                  <a:lnTo>
                    <a:pt x="241249" y="740584"/>
                  </a:lnTo>
                  <a:lnTo>
                    <a:pt x="240773" y="743256"/>
                  </a:lnTo>
                  <a:lnTo>
                    <a:pt x="239733" y="745462"/>
                  </a:lnTo>
                  <a:lnTo>
                    <a:pt x="237843" y="748403"/>
                  </a:lnTo>
                  <a:lnTo>
                    <a:pt x="235623" y="750796"/>
                  </a:lnTo>
                  <a:lnTo>
                    <a:pt x="235014" y="752385"/>
                  </a:lnTo>
                  <a:lnTo>
                    <a:pt x="234902" y="753326"/>
                  </a:lnTo>
                  <a:lnTo>
                    <a:pt x="235176" y="753670"/>
                  </a:lnTo>
                  <a:lnTo>
                    <a:pt x="235445" y="754383"/>
                  </a:lnTo>
                  <a:lnTo>
                    <a:pt x="235449" y="755470"/>
                  </a:lnTo>
                  <a:lnTo>
                    <a:pt x="235160" y="756653"/>
                  </a:lnTo>
                  <a:lnTo>
                    <a:pt x="233708" y="758713"/>
                  </a:lnTo>
                  <a:lnTo>
                    <a:pt x="232893" y="759696"/>
                  </a:lnTo>
                  <a:lnTo>
                    <a:pt x="232081" y="760326"/>
                  </a:lnTo>
                  <a:lnTo>
                    <a:pt x="231170" y="760440"/>
                  </a:lnTo>
                  <a:lnTo>
                    <a:pt x="230295" y="760160"/>
                  </a:lnTo>
                  <a:lnTo>
                    <a:pt x="230053" y="759827"/>
                  </a:lnTo>
                  <a:lnTo>
                    <a:pt x="229705" y="760257"/>
                  </a:lnTo>
                  <a:lnTo>
                    <a:pt x="228907" y="760691"/>
                  </a:lnTo>
                  <a:lnTo>
                    <a:pt x="228211" y="760828"/>
                  </a:lnTo>
                  <a:lnTo>
                    <a:pt x="226686" y="763111"/>
                  </a:lnTo>
                  <a:lnTo>
                    <a:pt x="225844" y="763131"/>
                  </a:lnTo>
                  <a:lnTo>
                    <a:pt x="224799" y="762636"/>
                  </a:lnTo>
                  <a:lnTo>
                    <a:pt x="223415" y="762241"/>
                  </a:lnTo>
                  <a:lnTo>
                    <a:pt x="222420" y="762236"/>
                  </a:lnTo>
                  <a:lnTo>
                    <a:pt x="222389" y="761027"/>
                  </a:lnTo>
                  <a:lnTo>
                    <a:pt x="222543" y="757412"/>
                  </a:lnTo>
                  <a:lnTo>
                    <a:pt x="222095" y="756570"/>
                  </a:lnTo>
                  <a:lnTo>
                    <a:pt x="220710" y="755682"/>
                  </a:lnTo>
                  <a:lnTo>
                    <a:pt x="219158" y="754504"/>
                  </a:lnTo>
                  <a:lnTo>
                    <a:pt x="218408" y="753252"/>
                  </a:lnTo>
                  <a:lnTo>
                    <a:pt x="217991" y="752828"/>
                  </a:lnTo>
                  <a:lnTo>
                    <a:pt x="217409" y="753038"/>
                  </a:lnTo>
                  <a:lnTo>
                    <a:pt x="216472" y="754353"/>
                  </a:lnTo>
                  <a:lnTo>
                    <a:pt x="215581" y="755898"/>
                  </a:lnTo>
                  <a:lnTo>
                    <a:pt x="214879" y="756028"/>
                  </a:lnTo>
                  <a:lnTo>
                    <a:pt x="214159" y="755304"/>
                  </a:lnTo>
                  <a:lnTo>
                    <a:pt x="213470" y="754360"/>
                  </a:lnTo>
                  <a:lnTo>
                    <a:pt x="211114" y="753024"/>
                  </a:lnTo>
                  <a:lnTo>
                    <a:pt x="210057" y="752822"/>
                  </a:lnTo>
                  <a:lnTo>
                    <a:pt x="208172" y="753050"/>
                  </a:lnTo>
                  <a:lnTo>
                    <a:pt x="206635" y="752773"/>
                  </a:lnTo>
                  <a:lnTo>
                    <a:pt x="206393" y="752366"/>
                  </a:lnTo>
                  <a:lnTo>
                    <a:pt x="206401" y="751623"/>
                  </a:lnTo>
                  <a:lnTo>
                    <a:pt x="206628" y="750174"/>
                  </a:lnTo>
                  <a:lnTo>
                    <a:pt x="206761" y="748746"/>
                  </a:lnTo>
                  <a:lnTo>
                    <a:pt x="206579" y="747935"/>
                  </a:lnTo>
                  <a:lnTo>
                    <a:pt x="205007" y="746937"/>
                  </a:lnTo>
                  <a:lnTo>
                    <a:pt x="203572" y="746218"/>
                  </a:lnTo>
                  <a:lnTo>
                    <a:pt x="202048" y="745948"/>
                  </a:lnTo>
                  <a:lnTo>
                    <a:pt x="201022" y="746452"/>
                  </a:lnTo>
                  <a:lnTo>
                    <a:pt x="200023" y="747570"/>
                  </a:lnTo>
                  <a:lnTo>
                    <a:pt x="199195" y="749583"/>
                  </a:lnTo>
                  <a:lnTo>
                    <a:pt x="197997" y="750466"/>
                  </a:lnTo>
                  <a:lnTo>
                    <a:pt x="196568" y="751969"/>
                  </a:lnTo>
                  <a:lnTo>
                    <a:pt x="195874" y="753372"/>
                  </a:lnTo>
                  <a:lnTo>
                    <a:pt x="194828" y="756380"/>
                  </a:lnTo>
                  <a:lnTo>
                    <a:pt x="193307" y="760074"/>
                  </a:lnTo>
                  <a:lnTo>
                    <a:pt x="191922" y="763675"/>
                  </a:lnTo>
                  <a:lnTo>
                    <a:pt x="191205" y="767182"/>
                  </a:lnTo>
                  <a:lnTo>
                    <a:pt x="190257" y="769390"/>
                  </a:lnTo>
                  <a:lnTo>
                    <a:pt x="189295" y="770981"/>
                  </a:lnTo>
                  <a:lnTo>
                    <a:pt x="188602" y="775353"/>
                  </a:lnTo>
                  <a:lnTo>
                    <a:pt x="187876" y="773971"/>
                  </a:lnTo>
                  <a:lnTo>
                    <a:pt x="187041" y="771990"/>
                  </a:lnTo>
                  <a:lnTo>
                    <a:pt x="186845" y="769272"/>
                  </a:lnTo>
                  <a:lnTo>
                    <a:pt x="187843" y="762017"/>
                  </a:lnTo>
                  <a:lnTo>
                    <a:pt x="188077" y="759025"/>
                  </a:lnTo>
                  <a:lnTo>
                    <a:pt x="187827" y="757883"/>
                  </a:lnTo>
                  <a:lnTo>
                    <a:pt x="187520" y="754939"/>
                  </a:lnTo>
                  <a:lnTo>
                    <a:pt x="186935" y="753970"/>
                  </a:lnTo>
                  <a:lnTo>
                    <a:pt x="185267" y="752430"/>
                  </a:lnTo>
                  <a:lnTo>
                    <a:pt x="184734" y="752385"/>
                  </a:lnTo>
                  <a:lnTo>
                    <a:pt x="184163" y="753448"/>
                  </a:lnTo>
                  <a:lnTo>
                    <a:pt x="183601" y="754125"/>
                  </a:lnTo>
                  <a:lnTo>
                    <a:pt x="182859" y="754799"/>
                  </a:lnTo>
                  <a:lnTo>
                    <a:pt x="180998" y="756064"/>
                  </a:lnTo>
                  <a:lnTo>
                    <a:pt x="179344" y="756653"/>
                  </a:lnTo>
                  <a:lnTo>
                    <a:pt x="178947" y="757123"/>
                  </a:lnTo>
                  <a:lnTo>
                    <a:pt x="178823" y="757964"/>
                  </a:lnTo>
                  <a:lnTo>
                    <a:pt x="178957" y="758967"/>
                  </a:lnTo>
                  <a:lnTo>
                    <a:pt x="177891" y="758589"/>
                  </a:lnTo>
                  <a:lnTo>
                    <a:pt x="176781" y="758370"/>
                  </a:lnTo>
                  <a:lnTo>
                    <a:pt x="175884" y="758510"/>
                  </a:lnTo>
                  <a:lnTo>
                    <a:pt x="173687" y="760421"/>
                  </a:lnTo>
                  <a:lnTo>
                    <a:pt x="172945" y="760605"/>
                  </a:lnTo>
                  <a:lnTo>
                    <a:pt x="172115" y="760408"/>
                  </a:lnTo>
                  <a:lnTo>
                    <a:pt x="170990" y="760349"/>
                  </a:lnTo>
                  <a:lnTo>
                    <a:pt x="168850" y="760405"/>
                  </a:lnTo>
                  <a:lnTo>
                    <a:pt x="167008" y="759921"/>
                  </a:lnTo>
                  <a:lnTo>
                    <a:pt x="165511" y="757251"/>
                  </a:lnTo>
                  <a:lnTo>
                    <a:pt x="164446" y="756076"/>
                  </a:lnTo>
                  <a:lnTo>
                    <a:pt x="163318" y="755168"/>
                  </a:lnTo>
                  <a:lnTo>
                    <a:pt x="162183" y="754491"/>
                  </a:lnTo>
                  <a:lnTo>
                    <a:pt x="161803" y="753056"/>
                  </a:lnTo>
                  <a:lnTo>
                    <a:pt x="161444" y="752339"/>
                  </a:lnTo>
                  <a:lnTo>
                    <a:pt x="160505" y="752099"/>
                  </a:lnTo>
                  <a:lnTo>
                    <a:pt x="159765" y="752626"/>
                  </a:lnTo>
                  <a:lnTo>
                    <a:pt x="159301" y="756221"/>
                  </a:lnTo>
                  <a:lnTo>
                    <a:pt x="158907" y="756930"/>
                  </a:lnTo>
                  <a:lnTo>
                    <a:pt x="157966" y="757251"/>
                  </a:lnTo>
                  <a:lnTo>
                    <a:pt x="156978" y="756340"/>
                  </a:lnTo>
                  <a:lnTo>
                    <a:pt x="155613" y="754491"/>
                  </a:lnTo>
                  <a:lnTo>
                    <a:pt x="155073" y="752434"/>
                  </a:lnTo>
                  <a:lnTo>
                    <a:pt x="154614" y="751764"/>
                  </a:lnTo>
                  <a:lnTo>
                    <a:pt x="153894" y="752673"/>
                  </a:lnTo>
                  <a:lnTo>
                    <a:pt x="153854" y="755304"/>
                  </a:lnTo>
                  <a:lnTo>
                    <a:pt x="153715" y="757073"/>
                  </a:lnTo>
                  <a:lnTo>
                    <a:pt x="152855" y="757791"/>
                  </a:lnTo>
                  <a:lnTo>
                    <a:pt x="152357" y="757264"/>
                  </a:lnTo>
                  <a:lnTo>
                    <a:pt x="151956" y="755448"/>
                  </a:lnTo>
                  <a:lnTo>
                    <a:pt x="150951" y="751144"/>
                  </a:lnTo>
                  <a:lnTo>
                    <a:pt x="149955" y="748623"/>
                  </a:lnTo>
                  <a:lnTo>
                    <a:pt x="148953" y="746945"/>
                  </a:lnTo>
                  <a:lnTo>
                    <a:pt x="145650" y="746987"/>
                  </a:lnTo>
                  <a:lnTo>
                    <a:pt x="143200" y="746497"/>
                  </a:lnTo>
                  <a:lnTo>
                    <a:pt x="142094" y="745807"/>
                  </a:lnTo>
                  <a:lnTo>
                    <a:pt x="141676" y="744143"/>
                  </a:lnTo>
                  <a:lnTo>
                    <a:pt x="142082" y="740834"/>
                  </a:lnTo>
                  <a:lnTo>
                    <a:pt x="142559" y="738245"/>
                  </a:lnTo>
                  <a:lnTo>
                    <a:pt x="142546" y="737644"/>
                  </a:lnTo>
                  <a:lnTo>
                    <a:pt x="142142" y="737336"/>
                  </a:lnTo>
                  <a:lnTo>
                    <a:pt x="141436" y="737128"/>
                  </a:lnTo>
                  <a:lnTo>
                    <a:pt x="138795" y="738785"/>
                  </a:lnTo>
                  <a:lnTo>
                    <a:pt x="138077" y="738590"/>
                  </a:lnTo>
                  <a:lnTo>
                    <a:pt x="137614" y="738027"/>
                  </a:lnTo>
                  <a:lnTo>
                    <a:pt x="137057" y="737545"/>
                  </a:lnTo>
                  <a:lnTo>
                    <a:pt x="136594" y="736778"/>
                  </a:lnTo>
                  <a:lnTo>
                    <a:pt x="136271" y="735654"/>
                  </a:lnTo>
                  <a:lnTo>
                    <a:pt x="133987" y="732895"/>
                  </a:lnTo>
                  <a:lnTo>
                    <a:pt x="133312" y="731389"/>
                  </a:lnTo>
                  <a:lnTo>
                    <a:pt x="132095" y="729491"/>
                  </a:lnTo>
                  <a:lnTo>
                    <a:pt x="131066" y="728202"/>
                  </a:lnTo>
                  <a:lnTo>
                    <a:pt x="130410" y="724520"/>
                  </a:lnTo>
                  <a:lnTo>
                    <a:pt x="129821" y="720976"/>
                  </a:lnTo>
                  <a:lnTo>
                    <a:pt x="129494" y="719095"/>
                  </a:lnTo>
                  <a:lnTo>
                    <a:pt x="128514" y="718093"/>
                  </a:lnTo>
                  <a:lnTo>
                    <a:pt x="127453" y="717336"/>
                  </a:lnTo>
                  <a:lnTo>
                    <a:pt x="125657" y="718874"/>
                  </a:lnTo>
                  <a:lnTo>
                    <a:pt x="124185" y="720051"/>
                  </a:lnTo>
                  <a:lnTo>
                    <a:pt x="123104" y="720169"/>
                  </a:lnTo>
                  <a:lnTo>
                    <a:pt x="121538" y="716542"/>
                  </a:lnTo>
                  <a:lnTo>
                    <a:pt x="120286" y="712618"/>
                  </a:lnTo>
                  <a:lnTo>
                    <a:pt x="118805" y="709207"/>
                  </a:lnTo>
                  <a:lnTo>
                    <a:pt x="117822" y="707491"/>
                  </a:lnTo>
                  <a:lnTo>
                    <a:pt x="116076" y="707331"/>
                  </a:lnTo>
                  <a:lnTo>
                    <a:pt x="114106" y="705401"/>
                  </a:lnTo>
                  <a:lnTo>
                    <a:pt x="111471" y="701033"/>
                  </a:lnTo>
                  <a:lnTo>
                    <a:pt x="109567" y="697774"/>
                  </a:lnTo>
                  <a:lnTo>
                    <a:pt x="106287" y="694158"/>
                  </a:lnTo>
                  <a:lnTo>
                    <a:pt x="105526" y="692642"/>
                  </a:lnTo>
                  <a:lnTo>
                    <a:pt x="105234" y="691348"/>
                  </a:lnTo>
                  <a:lnTo>
                    <a:pt x="104784" y="688804"/>
                  </a:lnTo>
                  <a:lnTo>
                    <a:pt x="104099" y="686390"/>
                  </a:lnTo>
                  <a:lnTo>
                    <a:pt x="101773" y="685337"/>
                  </a:lnTo>
                  <a:lnTo>
                    <a:pt x="99145" y="684595"/>
                  </a:lnTo>
                  <a:lnTo>
                    <a:pt x="96372" y="686070"/>
                  </a:lnTo>
                  <a:lnTo>
                    <a:pt x="94371" y="693288"/>
                  </a:lnTo>
                  <a:lnTo>
                    <a:pt x="93410" y="694867"/>
                  </a:lnTo>
                  <a:lnTo>
                    <a:pt x="92586" y="694958"/>
                  </a:lnTo>
                  <a:lnTo>
                    <a:pt x="91910" y="693121"/>
                  </a:lnTo>
                  <a:lnTo>
                    <a:pt x="91350" y="691185"/>
                  </a:lnTo>
                  <a:lnTo>
                    <a:pt x="91044" y="689039"/>
                  </a:lnTo>
                  <a:lnTo>
                    <a:pt x="89663" y="687459"/>
                  </a:lnTo>
                  <a:lnTo>
                    <a:pt x="88099" y="685396"/>
                  </a:lnTo>
                  <a:lnTo>
                    <a:pt x="87301" y="683787"/>
                  </a:lnTo>
                  <a:lnTo>
                    <a:pt x="86398" y="682782"/>
                  </a:lnTo>
                  <a:lnTo>
                    <a:pt x="85560" y="682349"/>
                  </a:lnTo>
                  <a:lnTo>
                    <a:pt x="83938" y="680991"/>
                  </a:lnTo>
                  <a:lnTo>
                    <a:pt x="82104" y="679459"/>
                  </a:lnTo>
                  <a:lnTo>
                    <a:pt x="81243" y="679249"/>
                  </a:lnTo>
                  <a:lnTo>
                    <a:pt x="81182" y="678159"/>
                  </a:lnTo>
                  <a:lnTo>
                    <a:pt x="81440" y="675842"/>
                  </a:lnTo>
                  <a:lnTo>
                    <a:pt x="81282" y="673611"/>
                  </a:lnTo>
                  <a:lnTo>
                    <a:pt x="80728" y="672706"/>
                  </a:lnTo>
                  <a:lnTo>
                    <a:pt x="79889" y="672940"/>
                  </a:lnTo>
                  <a:lnTo>
                    <a:pt x="77952" y="669783"/>
                  </a:lnTo>
                  <a:lnTo>
                    <a:pt x="77855" y="669623"/>
                  </a:lnTo>
                  <a:lnTo>
                    <a:pt x="77303" y="668724"/>
                  </a:lnTo>
                  <a:lnTo>
                    <a:pt x="76350" y="667434"/>
                  </a:lnTo>
                  <a:lnTo>
                    <a:pt x="74741" y="667524"/>
                  </a:lnTo>
                  <a:lnTo>
                    <a:pt x="73521" y="668001"/>
                  </a:lnTo>
                  <a:lnTo>
                    <a:pt x="72630" y="666682"/>
                  </a:lnTo>
                  <a:lnTo>
                    <a:pt x="71338" y="664599"/>
                  </a:lnTo>
                  <a:lnTo>
                    <a:pt x="71105" y="664134"/>
                  </a:lnTo>
                  <a:lnTo>
                    <a:pt x="70724" y="663373"/>
                  </a:lnTo>
                  <a:lnTo>
                    <a:pt x="69415" y="659353"/>
                  </a:lnTo>
                  <a:lnTo>
                    <a:pt x="67866" y="654599"/>
                  </a:lnTo>
                  <a:lnTo>
                    <a:pt x="67084" y="653902"/>
                  </a:lnTo>
                  <a:lnTo>
                    <a:pt x="66682" y="654260"/>
                  </a:lnTo>
                  <a:lnTo>
                    <a:pt x="66222" y="656786"/>
                  </a:lnTo>
                  <a:lnTo>
                    <a:pt x="65878" y="656532"/>
                  </a:lnTo>
                  <a:lnTo>
                    <a:pt x="65304" y="656705"/>
                  </a:lnTo>
                  <a:lnTo>
                    <a:pt x="64626" y="657587"/>
                  </a:lnTo>
                  <a:lnTo>
                    <a:pt x="63973" y="657819"/>
                  </a:lnTo>
                  <a:lnTo>
                    <a:pt x="63556" y="657558"/>
                  </a:lnTo>
                  <a:lnTo>
                    <a:pt x="63380" y="656929"/>
                  </a:lnTo>
                  <a:lnTo>
                    <a:pt x="63565" y="653596"/>
                  </a:lnTo>
                  <a:lnTo>
                    <a:pt x="63172" y="652554"/>
                  </a:lnTo>
                  <a:lnTo>
                    <a:pt x="63522" y="650236"/>
                  </a:lnTo>
                  <a:lnTo>
                    <a:pt x="64112" y="648233"/>
                  </a:lnTo>
                  <a:lnTo>
                    <a:pt x="63507" y="646747"/>
                  </a:lnTo>
                  <a:lnTo>
                    <a:pt x="62761" y="644619"/>
                  </a:lnTo>
                  <a:lnTo>
                    <a:pt x="62682" y="642694"/>
                  </a:lnTo>
                  <a:lnTo>
                    <a:pt x="63086" y="640267"/>
                  </a:lnTo>
                  <a:lnTo>
                    <a:pt x="63280" y="638190"/>
                  </a:lnTo>
                  <a:lnTo>
                    <a:pt x="63158" y="637426"/>
                  </a:lnTo>
                  <a:lnTo>
                    <a:pt x="62567" y="636266"/>
                  </a:lnTo>
                  <a:lnTo>
                    <a:pt x="60324" y="630572"/>
                  </a:lnTo>
                  <a:lnTo>
                    <a:pt x="60203" y="629967"/>
                  </a:lnTo>
                  <a:lnTo>
                    <a:pt x="59822" y="628073"/>
                  </a:lnTo>
                  <a:lnTo>
                    <a:pt x="59650" y="625206"/>
                  </a:lnTo>
                  <a:lnTo>
                    <a:pt x="59356" y="623157"/>
                  </a:lnTo>
                  <a:lnTo>
                    <a:pt x="59013" y="621586"/>
                  </a:lnTo>
                  <a:lnTo>
                    <a:pt x="59038" y="620851"/>
                  </a:lnTo>
                  <a:lnTo>
                    <a:pt x="59294" y="620467"/>
                  </a:lnTo>
                  <a:lnTo>
                    <a:pt x="60700" y="620081"/>
                  </a:lnTo>
                  <a:lnTo>
                    <a:pt x="61997" y="619840"/>
                  </a:lnTo>
                  <a:lnTo>
                    <a:pt x="62853" y="619306"/>
                  </a:lnTo>
                  <a:lnTo>
                    <a:pt x="63295" y="620447"/>
                  </a:lnTo>
                  <a:lnTo>
                    <a:pt x="63503" y="622194"/>
                  </a:lnTo>
                  <a:lnTo>
                    <a:pt x="63722" y="623116"/>
                  </a:lnTo>
                  <a:lnTo>
                    <a:pt x="64544" y="624774"/>
                  </a:lnTo>
                  <a:lnTo>
                    <a:pt x="65544" y="626363"/>
                  </a:lnTo>
                  <a:lnTo>
                    <a:pt x="66515" y="626158"/>
                  </a:lnTo>
                  <a:lnTo>
                    <a:pt x="67371" y="625477"/>
                  </a:lnTo>
                  <a:lnTo>
                    <a:pt x="68116" y="622888"/>
                  </a:lnTo>
                  <a:lnTo>
                    <a:pt x="68641" y="622255"/>
                  </a:lnTo>
                  <a:lnTo>
                    <a:pt x="69251" y="622141"/>
                  </a:lnTo>
                  <a:lnTo>
                    <a:pt x="69247" y="621949"/>
                  </a:lnTo>
                  <a:lnTo>
                    <a:pt x="69216" y="620281"/>
                  </a:lnTo>
                  <a:lnTo>
                    <a:pt x="69430" y="616172"/>
                  </a:lnTo>
                  <a:lnTo>
                    <a:pt x="69357" y="614526"/>
                  </a:lnTo>
                  <a:lnTo>
                    <a:pt x="69081" y="613041"/>
                  </a:lnTo>
                  <a:lnTo>
                    <a:pt x="69130" y="611392"/>
                  </a:lnTo>
                  <a:lnTo>
                    <a:pt x="69040" y="608993"/>
                  </a:lnTo>
                  <a:lnTo>
                    <a:pt x="68340" y="607355"/>
                  </a:lnTo>
                  <a:lnTo>
                    <a:pt x="67884" y="606729"/>
                  </a:lnTo>
                  <a:lnTo>
                    <a:pt x="67813" y="605846"/>
                  </a:lnTo>
                  <a:lnTo>
                    <a:pt x="68046" y="604204"/>
                  </a:lnTo>
                  <a:lnTo>
                    <a:pt x="68212" y="602318"/>
                  </a:lnTo>
                  <a:lnTo>
                    <a:pt x="67971" y="600929"/>
                  </a:lnTo>
                  <a:lnTo>
                    <a:pt x="67932" y="600712"/>
                  </a:lnTo>
                  <a:lnTo>
                    <a:pt x="67365" y="600000"/>
                  </a:lnTo>
                  <a:lnTo>
                    <a:pt x="66700" y="598786"/>
                  </a:lnTo>
                  <a:lnTo>
                    <a:pt x="65908" y="597159"/>
                  </a:lnTo>
                  <a:lnTo>
                    <a:pt x="65516" y="595970"/>
                  </a:lnTo>
                  <a:lnTo>
                    <a:pt x="64879" y="594660"/>
                  </a:lnTo>
                  <a:lnTo>
                    <a:pt x="64099" y="592632"/>
                  </a:lnTo>
                  <a:lnTo>
                    <a:pt x="63952" y="588181"/>
                  </a:lnTo>
                  <a:lnTo>
                    <a:pt x="63876" y="583499"/>
                  </a:lnTo>
                  <a:lnTo>
                    <a:pt x="63604" y="581171"/>
                  </a:lnTo>
                  <a:lnTo>
                    <a:pt x="63171" y="577454"/>
                  </a:lnTo>
                  <a:lnTo>
                    <a:pt x="63234" y="576207"/>
                  </a:lnTo>
                  <a:lnTo>
                    <a:pt x="63497" y="575258"/>
                  </a:lnTo>
                  <a:lnTo>
                    <a:pt x="65702" y="572266"/>
                  </a:lnTo>
                  <a:lnTo>
                    <a:pt x="66181" y="571105"/>
                  </a:lnTo>
                  <a:lnTo>
                    <a:pt x="66260" y="570222"/>
                  </a:lnTo>
                  <a:lnTo>
                    <a:pt x="66175" y="568907"/>
                  </a:lnTo>
                  <a:lnTo>
                    <a:pt x="65760" y="567449"/>
                  </a:lnTo>
                  <a:lnTo>
                    <a:pt x="64876" y="566315"/>
                  </a:lnTo>
                  <a:lnTo>
                    <a:pt x="63621" y="564466"/>
                  </a:lnTo>
                  <a:lnTo>
                    <a:pt x="62482" y="562538"/>
                  </a:lnTo>
                  <a:lnTo>
                    <a:pt x="60568" y="561362"/>
                  </a:lnTo>
                  <a:lnTo>
                    <a:pt x="58239" y="559931"/>
                  </a:lnTo>
                  <a:lnTo>
                    <a:pt x="57685" y="558527"/>
                  </a:lnTo>
                  <a:lnTo>
                    <a:pt x="57118" y="555102"/>
                  </a:lnTo>
                  <a:lnTo>
                    <a:pt x="56160" y="549882"/>
                  </a:lnTo>
                  <a:lnTo>
                    <a:pt x="55139" y="544314"/>
                  </a:lnTo>
                  <a:lnTo>
                    <a:pt x="54355" y="540883"/>
                  </a:lnTo>
                  <a:lnTo>
                    <a:pt x="54318" y="539231"/>
                  </a:lnTo>
                  <a:lnTo>
                    <a:pt x="54790" y="535020"/>
                  </a:lnTo>
                  <a:lnTo>
                    <a:pt x="54731" y="534123"/>
                  </a:lnTo>
                  <a:lnTo>
                    <a:pt x="54321" y="533814"/>
                  </a:lnTo>
                  <a:lnTo>
                    <a:pt x="53537" y="534364"/>
                  </a:lnTo>
                  <a:lnTo>
                    <a:pt x="52908" y="535032"/>
                  </a:lnTo>
                  <a:lnTo>
                    <a:pt x="52373" y="534684"/>
                  </a:lnTo>
                  <a:lnTo>
                    <a:pt x="51871" y="533983"/>
                  </a:lnTo>
                  <a:lnTo>
                    <a:pt x="51729" y="533647"/>
                  </a:lnTo>
                  <a:lnTo>
                    <a:pt x="50799" y="534100"/>
                  </a:lnTo>
                  <a:lnTo>
                    <a:pt x="48930" y="534358"/>
                  </a:lnTo>
                  <a:lnTo>
                    <a:pt x="48281" y="534311"/>
                  </a:lnTo>
                  <a:lnTo>
                    <a:pt x="47374" y="534247"/>
                  </a:lnTo>
                  <a:lnTo>
                    <a:pt x="45503" y="533285"/>
                  </a:lnTo>
                  <a:lnTo>
                    <a:pt x="42976" y="531988"/>
                  </a:lnTo>
                  <a:lnTo>
                    <a:pt x="40370" y="530178"/>
                  </a:lnTo>
                  <a:lnTo>
                    <a:pt x="38988" y="528747"/>
                  </a:lnTo>
                  <a:lnTo>
                    <a:pt x="38502" y="528246"/>
                  </a:lnTo>
                  <a:lnTo>
                    <a:pt x="37321" y="526747"/>
                  </a:lnTo>
                  <a:lnTo>
                    <a:pt x="36478" y="525459"/>
                  </a:lnTo>
                  <a:lnTo>
                    <a:pt x="36327" y="522088"/>
                  </a:lnTo>
                  <a:lnTo>
                    <a:pt x="35720" y="522350"/>
                  </a:lnTo>
                  <a:lnTo>
                    <a:pt x="34285" y="523563"/>
                  </a:lnTo>
                  <a:lnTo>
                    <a:pt x="32630" y="524338"/>
                  </a:lnTo>
                  <a:lnTo>
                    <a:pt x="31719" y="524349"/>
                  </a:lnTo>
                  <a:lnTo>
                    <a:pt x="31349" y="523804"/>
                  </a:lnTo>
                  <a:lnTo>
                    <a:pt x="30800" y="520252"/>
                  </a:lnTo>
                  <a:lnTo>
                    <a:pt x="30400" y="519253"/>
                  </a:lnTo>
                  <a:lnTo>
                    <a:pt x="29654" y="518859"/>
                  </a:lnTo>
                  <a:lnTo>
                    <a:pt x="28848" y="518232"/>
                  </a:lnTo>
                  <a:lnTo>
                    <a:pt x="28443" y="517304"/>
                  </a:lnTo>
                  <a:lnTo>
                    <a:pt x="28351" y="516137"/>
                  </a:lnTo>
                  <a:lnTo>
                    <a:pt x="28711" y="514794"/>
                  </a:lnTo>
                  <a:lnTo>
                    <a:pt x="29138" y="513762"/>
                  </a:lnTo>
                  <a:lnTo>
                    <a:pt x="29209" y="507451"/>
                  </a:lnTo>
                  <a:lnTo>
                    <a:pt x="28931" y="505215"/>
                  </a:lnTo>
                  <a:lnTo>
                    <a:pt x="28698" y="503339"/>
                  </a:lnTo>
                  <a:lnTo>
                    <a:pt x="28105" y="501000"/>
                  </a:lnTo>
                  <a:lnTo>
                    <a:pt x="27553" y="499553"/>
                  </a:lnTo>
                  <a:lnTo>
                    <a:pt x="26713" y="498217"/>
                  </a:lnTo>
                  <a:lnTo>
                    <a:pt x="25418" y="496826"/>
                  </a:lnTo>
                  <a:lnTo>
                    <a:pt x="24265" y="496314"/>
                  </a:lnTo>
                  <a:lnTo>
                    <a:pt x="22864" y="497327"/>
                  </a:lnTo>
                  <a:lnTo>
                    <a:pt x="22420" y="496937"/>
                  </a:lnTo>
                  <a:lnTo>
                    <a:pt x="21835" y="492639"/>
                  </a:lnTo>
                  <a:lnTo>
                    <a:pt x="21463" y="491759"/>
                  </a:lnTo>
                  <a:lnTo>
                    <a:pt x="18977" y="489993"/>
                  </a:lnTo>
                  <a:lnTo>
                    <a:pt x="17850" y="489582"/>
                  </a:lnTo>
                  <a:lnTo>
                    <a:pt x="16557" y="490137"/>
                  </a:lnTo>
                  <a:lnTo>
                    <a:pt x="15818" y="490608"/>
                  </a:lnTo>
                  <a:lnTo>
                    <a:pt x="15225" y="489820"/>
                  </a:lnTo>
                  <a:lnTo>
                    <a:pt x="14298" y="488826"/>
                  </a:lnTo>
                  <a:lnTo>
                    <a:pt x="13387" y="488146"/>
                  </a:lnTo>
                  <a:lnTo>
                    <a:pt x="12256" y="488119"/>
                  </a:lnTo>
                  <a:lnTo>
                    <a:pt x="11526" y="488547"/>
                  </a:lnTo>
                  <a:lnTo>
                    <a:pt x="11341" y="488296"/>
                  </a:lnTo>
                  <a:lnTo>
                    <a:pt x="10990" y="487511"/>
                  </a:lnTo>
                  <a:lnTo>
                    <a:pt x="9487" y="485143"/>
                  </a:lnTo>
                  <a:lnTo>
                    <a:pt x="9438" y="484542"/>
                  </a:lnTo>
                  <a:lnTo>
                    <a:pt x="11743" y="482210"/>
                  </a:lnTo>
                  <a:lnTo>
                    <a:pt x="13100" y="481321"/>
                  </a:lnTo>
                  <a:lnTo>
                    <a:pt x="13812" y="480612"/>
                  </a:lnTo>
                  <a:lnTo>
                    <a:pt x="13964" y="480762"/>
                  </a:lnTo>
                  <a:lnTo>
                    <a:pt x="14314" y="481839"/>
                  </a:lnTo>
                  <a:lnTo>
                    <a:pt x="15213" y="482552"/>
                  </a:lnTo>
                  <a:lnTo>
                    <a:pt x="15844" y="482357"/>
                  </a:lnTo>
                  <a:lnTo>
                    <a:pt x="16175" y="481815"/>
                  </a:lnTo>
                  <a:lnTo>
                    <a:pt x="17289" y="480528"/>
                  </a:lnTo>
                  <a:lnTo>
                    <a:pt x="18160" y="479036"/>
                  </a:lnTo>
                  <a:lnTo>
                    <a:pt x="18650" y="477805"/>
                  </a:lnTo>
                  <a:lnTo>
                    <a:pt x="18387" y="475867"/>
                  </a:lnTo>
                  <a:lnTo>
                    <a:pt x="17017" y="473530"/>
                  </a:lnTo>
                  <a:lnTo>
                    <a:pt x="16146" y="472276"/>
                  </a:lnTo>
                  <a:lnTo>
                    <a:pt x="15880" y="471431"/>
                  </a:lnTo>
                  <a:lnTo>
                    <a:pt x="16103" y="468893"/>
                  </a:lnTo>
                  <a:lnTo>
                    <a:pt x="16423" y="466375"/>
                  </a:lnTo>
                  <a:lnTo>
                    <a:pt x="16214" y="465416"/>
                  </a:lnTo>
                  <a:lnTo>
                    <a:pt x="15954" y="464596"/>
                  </a:lnTo>
                  <a:lnTo>
                    <a:pt x="15838" y="461846"/>
                  </a:lnTo>
                  <a:lnTo>
                    <a:pt x="15241" y="458528"/>
                  </a:lnTo>
                  <a:lnTo>
                    <a:pt x="14589" y="456591"/>
                  </a:lnTo>
                  <a:lnTo>
                    <a:pt x="14410" y="453983"/>
                  </a:lnTo>
                  <a:lnTo>
                    <a:pt x="14372" y="451534"/>
                  </a:lnTo>
                  <a:lnTo>
                    <a:pt x="15160" y="447706"/>
                  </a:lnTo>
                  <a:lnTo>
                    <a:pt x="14869" y="446052"/>
                  </a:lnTo>
                  <a:lnTo>
                    <a:pt x="14038" y="444583"/>
                  </a:lnTo>
                  <a:lnTo>
                    <a:pt x="11189" y="441924"/>
                  </a:lnTo>
                  <a:lnTo>
                    <a:pt x="8269" y="440158"/>
                  </a:lnTo>
                  <a:lnTo>
                    <a:pt x="7156" y="440224"/>
                  </a:lnTo>
                  <a:lnTo>
                    <a:pt x="6466" y="440116"/>
                  </a:lnTo>
                  <a:lnTo>
                    <a:pt x="5651" y="441673"/>
                  </a:lnTo>
                  <a:lnTo>
                    <a:pt x="5161" y="443701"/>
                  </a:lnTo>
                  <a:lnTo>
                    <a:pt x="4475" y="443883"/>
                  </a:lnTo>
                  <a:lnTo>
                    <a:pt x="3230" y="443020"/>
                  </a:lnTo>
                  <a:lnTo>
                    <a:pt x="2398" y="441720"/>
                  </a:lnTo>
                  <a:lnTo>
                    <a:pt x="1811" y="439000"/>
                  </a:lnTo>
                  <a:lnTo>
                    <a:pt x="1350" y="435505"/>
                  </a:lnTo>
                  <a:lnTo>
                    <a:pt x="1095" y="434409"/>
                  </a:lnTo>
                  <a:lnTo>
                    <a:pt x="1228" y="433466"/>
                  </a:lnTo>
                  <a:lnTo>
                    <a:pt x="1513" y="432625"/>
                  </a:lnTo>
                  <a:lnTo>
                    <a:pt x="2310" y="431838"/>
                  </a:lnTo>
                  <a:lnTo>
                    <a:pt x="2442" y="431030"/>
                  </a:lnTo>
                  <a:lnTo>
                    <a:pt x="2323" y="430041"/>
                  </a:lnTo>
                  <a:lnTo>
                    <a:pt x="1683" y="428788"/>
                  </a:lnTo>
                  <a:lnTo>
                    <a:pt x="1025" y="427015"/>
                  </a:lnTo>
                  <a:lnTo>
                    <a:pt x="0" y="423331"/>
                  </a:lnTo>
                  <a:lnTo>
                    <a:pt x="195" y="421303"/>
                  </a:lnTo>
                  <a:lnTo>
                    <a:pt x="357" y="418383"/>
                  </a:lnTo>
                  <a:lnTo>
                    <a:pt x="300" y="416840"/>
                  </a:lnTo>
                  <a:lnTo>
                    <a:pt x="1337" y="416445"/>
                  </a:lnTo>
                  <a:lnTo>
                    <a:pt x="2660" y="415656"/>
                  </a:lnTo>
                  <a:lnTo>
                    <a:pt x="3275" y="414345"/>
                  </a:lnTo>
                  <a:lnTo>
                    <a:pt x="3699" y="413009"/>
                  </a:lnTo>
                  <a:lnTo>
                    <a:pt x="3792" y="412183"/>
                  </a:lnTo>
                  <a:lnTo>
                    <a:pt x="3395" y="408990"/>
                  </a:lnTo>
                  <a:lnTo>
                    <a:pt x="2868" y="407563"/>
                  </a:lnTo>
                  <a:lnTo>
                    <a:pt x="2813" y="406460"/>
                  </a:lnTo>
                  <a:lnTo>
                    <a:pt x="3071" y="405618"/>
                  </a:lnTo>
                  <a:lnTo>
                    <a:pt x="3421" y="404162"/>
                  </a:lnTo>
                  <a:lnTo>
                    <a:pt x="4090" y="401181"/>
                  </a:lnTo>
                  <a:lnTo>
                    <a:pt x="4741" y="399281"/>
                  </a:lnTo>
                  <a:lnTo>
                    <a:pt x="5098" y="398801"/>
                  </a:lnTo>
                  <a:lnTo>
                    <a:pt x="5896" y="398359"/>
                  </a:lnTo>
                  <a:lnTo>
                    <a:pt x="7840" y="397835"/>
                  </a:lnTo>
                  <a:lnTo>
                    <a:pt x="9928" y="396501"/>
                  </a:lnTo>
                  <a:lnTo>
                    <a:pt x="12410" y="392513"/>
                  </a:lnTo>
                  <a:lnTo>
                    <a:pt x="13235" y="391377"/>
                  </a:lnTo>
                  <a:lnTo>
                    <a:pt x="14319" y="390807"/>
                  </a:lnTo>
                  <a:lnTo>
                    <a:pt x="15093" y="390848"/>
                  </a:lnTo>
                  <a:lnTo>
                    <a:pt x="15233" y="390361"/>
                  </a:lnTo>
                  <a:lnTo>
                    <a:pt x="14733" y="387893"/>
                  </a:lnTo>
                  <a:lnTo>
                    <a:pt x="14854" y="386998"/>
                  </a:lnTo>
                  <a:lnTo>
                    <a:pt x="15151" y="386294"/>
                  </a:lnTo>
                  <a:lnTo>
                    <a:pt x="15527" y="385972"/>
                  </a:lnTo>
                  <a:lnTo>
                    <a:pt x="17240" y="387272"/>
                  </a:lnTo>
                  <a:lnTo>
                    <a:pt x="18559" y="387137"/>
                  </a:lnTo>
                  <a:lnTo>
                    <a:pt x="20159" y="386363"/>
                  </a:lnTo>
                  <a:lnTo>
                    <a:pt x="23611" y="382012"/>
                  </a:lnTo>
                  <a:lnTo>
                    <a:pt x="24040" y="382081"/>
                  </a:lnTo>
                  <a:lnTo>
                    <a:pt x="24385" y="382668"/>
                  </a:lnTo>
                  <a:lnTo>
                    <a:pt x="24803" y="385290"/>
                  </a:lnTo>
                  <a:lnTo>
                    <a:pt x="25279" y="390826"/>
                  </a:lnTo>
                  <a:lnTo>
                    <a:pt x="25541" y="391519"/>
                  </a:lnTo>
                  <a:lnTo>
                    <a:pt x="27945" y="391595"/>
                  </a:lnTo>
                  <a:lnTo>
                    <a:pt x="29578" y="389579"/>
                  </a:lnTo>
                  <a:lnTo>
                    <a:pt x="30293" y="389103"/>
                  </a:lnTo>
                  <a:lnTo>
                    <a:pt x="31458" y="389431"/>
                  </a:lnTo>
                  <a:lnTo>
                    <a:pt x="32067" y="388487"/>
                  </a:lnTo>
                  <a:lnTo>
                    <a:pt x="32712" y="387826"/>
                  </a:lnTo>
                  <a:lnTo>
                    <a:pt x="33456" y="390146"/>
                  </a:lnTo>
                  <a:lnTo>
                    <a:pt x="34416" y="389037"/>
                  </a:lnTo>
                  <a:lnTo>
                    <a:pt x="35450" y="387272"/>
                  </a:lnTo>
                  <a:lnTo>
                    <a:pt x="35952" y="385449"/>
                  </a:lnTo>
                  <a:lnTo>
                    <a:pt x="36656" y="383479"/>
                  </a:lnTo>
                  <a:lnTo>
                    <a:pt x="37202" y="380983"/>
                  </a:lnTo>
                  <a:lnTo>
                    <a:pt x="37420" y="378623"/>
                  </a:lnTo>
                  <a:lnTo>
                    <a:pt x="37683" y="377517"/>
                  </a:lnTo>
                  <a:lnTo>
                    <a:pt x="38266" y="376380"/>
                  </a:lnTo>
                  <a:lnTo>
                    <a:pt x="39693" y="371528"/>
                  </a:lnTo>
                  <a:lnTo>
                    <a:pt x="40726" y="370292"/>
                  </a:lnTo>
                  <a:lnTo>
                    <a:pt x="41699" y="369849"/>
                  </a:lnTo>
                  <a:lnTo>
                    <a:pt x="44111" y="370688"/>
                  </a:lnTo>
                  <a:lnTo>
                    <a:pt x="45369" y="370582"/>
                  </a:lnTo>
                  <a:lnTo>
                    <a:pt x="49043" y="371219"/>
                  </a:lnTo>
                  <a:lnTo>
                    <a:pt x="50741" y="370287"/>
                  </a:lnTo>
                  <a:lnTo>
                    <a:pt x="51924" y="369363"/>
                  </a:lnTo>
                  <a:lnTo>
                    <a:pt x="53667" y="369508"/>
                  </a:lnTo>
                  <a:lnTo>
                    <a:pt x="55728" y="368771"/>
                  </a:lnTo>
                  <a:lnTo>
                    <a:pt x="58477" y="362690"/>
                  </a:lnTo>
                  <a:lnTo>
                    <a:pt x="58509" y="361397"/>
                  </a:lnTo>
                  <a:lnTo>
                    <a:pt x="58676" y="360025"/>
                  </a:lnTo>
                  <a:lnTo>
                    <a:pt x="59669" y="358668"/>
                  </a:lnTo>
                  <a:lnTo>
                    <a:pt x="60907" y="357426"/>
                  </a:lnTo>
                  <a:lnTo>
                    <a:pt x="63368" y="354457"/>
                  </a:lnTo>
                  <a:lnTo>
                    <a:pt x="68376" y="349756"/>
                  </a:lnTo>
                  <a:lnTo>
                    <a:pt x="70166" y="347875"/>
                  </a:lnTo>
                  <a:lnTo>
                    <a:pt x="70917" y="347926"/>
                  </a:lnTo>
                  <a:lnTo>
                    <a:pt x="72762" y="346746"/>
                  </a:lnTo>
                  <a:lnTo>
                    <a:pt x="75998" y="344445"/>
                  </a:lnTo>
                  <a:lnTo>
                    <a:pt x="76915" y="341582"/>
                  </a:lnTo>
                  <a:lnTo>
                    <a:pt x="77769" y="341014"/>
                  </a:lnTo>
                  <a:lnTo>
                    <a:pt x="81552" y="340499"/>
                  </a:lnTo>
                  <a:lnTo>
                    <a:pt x="81786" y="340173"/>
                  </a:lnTo>
                  <a:lnTo>
                    <a:pt x="81922" y="339689"/>
                  </a:lnTo>
                  <a:lnTo>
                    <a:pt x="81712" y="337620"/>
                  </a:lnTo>
                  <a:lnTo>
                    <a:pt x="81468" y="335841"/>
                  </a:lnTo>
                  <a:lnTo>
                    <a:pt x="81759" y="335316"/>
                  </a:lnTo>
                  <a:lnTo>
                    <a:pt x="82081" y="334501"/>
                  </a:lnTo>
                  <a:lnTo>
                    <a:pt x="82032" y="333355"/>
                  </a:lnTo>
                  <a:lnTo>
                    <a:pt x="81423" y="329655"/>
                  </a:lnTo>
                  <a:lnTo>
                    <a:pt x="81096" y="326140"/>
                  </a:lnTo>
                  <a:lnTo>
                    <a:pt x="80882" y="322973"/>
                  </a:lnTo>
                  <a:lnTo>
                    <a:pt x="80921" y="321791"/>
                  </a:lnTo>
                  <a:lnTo>
                    <a:pt x="81380" y="319754"/>
                  </a:lnTo>
                  <a:lnTo>
                    <a:pt x="81973" y="317898"/>
                  </a:lnTo>
                  <a:lnTo>
                    <a:pt x="84116" y="316170"/>
                  </a:lnTo>
                  <a:lnTo>
                    <a:pt x="85535" y="315646"/>
                  </a:lnTo>
                  <a:lnTo>
                    <a:pt x="85594" y="314516"/>
                  </a:lnTo>
                  <a:lnTo>
                    <a:pt x="84445" y="313812"/>
                  </a:lnTo>
                  <a:lnTo>
                    <a:pt x="83615" y="312683"/>
                  </a:lnTo>
                  <a:lnTo>
                    <a:pt x="83466" y="312038"/>
                  </a:lnTo>
                  <a:lnTo>
                    <a:pt x="83505" y="311305"/>
                  </a:lnTo>
                  <a:lnTo>
                    <a:pt x="83699" y="310634"/>
                  </a:lnTo>
                  <a:lnTo>
                    <a:pt x="85141" y="309373"/>
                  </a:lnTo>
                  <a:lnTo>
                    <a:pt x="86498" y="308117"/>
                  </a:lnTo>
                  <a:lnTo>
                    <a:pt x="88153" y="308879"/>
                  </a:lnTo>
                  <a:lnTo>
                    <a:pt x="88481" y="308393"/>
                  </a:lnTo>
                  <a:lnTo>
                    <a:pt x="88580" y="307133"/>
                  </a:lnTo>
                  <a:lnTo>
                    <a:pt x="88226" y="305870"/>
                  </a:lnTo>
                  <a:lnTo>
                    <a:pt x="87889" y="303803"/>
                  </a:lnTo>
                  <a:lnTo>
                    <a:pt x="87124" y="302746"/>
                  </a:lnTo>
                  <a:lnTo>
                    <a:pt x="87095" y="301478"/>
                  </a:lnTo>
                  <a:lnTo>
                    <a:pt x="87569" y="299289"/>
                  </a:lnTo>
                  <a:lnTo>
                    <a:pt x="86914" y="295237"/>
                  </a:lnTo>
                  <a:lnTo>
                    <a:pt x="86207" y="291664"/>
                  </a:lnTo>
                  <a:lnTo>
                    <a:pt x="85005" y="285547"/>
                  </a:lnTo>
                  <a:lnTo>
                    <a:pt x="84209" y="283784"/>
                  </a:lnTo>
                  <a:lnTo>
                    <a:pt x="83768" y="280965"/>
                  </a:lnTo>
                  <a:lnTo>
                    <a:pt x="83268" y="279485"/>
                  </a:lnTo>
                  <a:lnTo>
                    <a:pt x="83314" y="277297"/>
                  </a:lnTo>
                  <a:lnTo>
                    <a:pt x="83392" y="275761"/>
                  </a:lnTo>
                  <a:lnTo>
                    <a:pt x="83263" y="272711"/>
                  </a:lnTo>
                  <a:lnTo>
                    <a:pt x="83034" y="269405"/>
                  </a:lnTo>
                  <a:lnTo>
                    <a:pt x="83266" y="266048"/>
                  </a:lnTo>
                  <a:lnTo>
                    <a:pt x="83709" y="263837"/>
                  </a:lnTo>
                  <a:lnTo>
                    <a:pt x="83591" y="262992"/>
                  </a:lnTo>
                  <a:lnTo>
                    <a:pt x="83827" y="262357"/>
                  </a:lnTo>
                  <a:lnTo>
                    <a:pt x="84504" y="262145"/>
                  </a:lnTo>
                  <a:lnTo>
                    <a:pt x="84826" y="261242"/>
                  </a:lnTo>
                  <a:lnTo>
                    <a:pt x="84504" y="260312"/>
                  </a:lnTo>
                  <a:lnTo>
                    <a:pt x="83337" y="259597"/>
                  </a:lnTo>
                  <a:lnTo>
                    <a:pt x="82032" y="258480"/>
                  </a:lnTo>
                  <a:lnTo>
                    <a:pt x="80461" y="258608"/>
                  </a:lnTo>
                  <a:lnTo>
                    <a:pt x="78849" y="258802"/>
                  </a:lnTo>
                  <a:lnTo>
                    <a:pt x="78046" y="257975"/>
                  </a:lnTo>
                  <a:lnTo>
                    <a:pt x="77345" y="256922"/>
                  </a:lnTo>
                  <a:lnTo>
                    <a:pt x="77303" y="256244"/>
                  </a:lnTo>
                  <a:lnTo>
                    <a:pt x="78269" y="254462"/>
                  </a:lnTo>
                  <a:lnTo>
                    <a:pt x="79614" y="252619"/>
                  </a:lnTo>
                  <a:lnTo>
                    <a:pt x="81700" y="251806"/>
                  </a:lnTo>
                  <a:lnTo>
                    <a:pt x="84004" y="250591"/>
                  </a:lnTo>
                  <a:lnTo>
                    <a:pt x="85167" y="249708"/>
                  </a:lnTo>
                  <a:lnTo>
                    <a:pt x="86717" y="249071"/>
                  </a:lnTo>
                  <a:lnTo>
                    <a:pt x="88510" y="248804"/>
                  </a:lnTo>
                  <a:lnTo>
                    <a:pt x="89414" y="248989"/>
                  </a:lnTo>
                  <a:lnTo>
                    <a:pt x="91721" y="247812"/>
                  </a:lnTo>
                  <a:lnTo>
                    <a:pt x="95355" y="245535"/>
                  </a:lnTo>
                  <a:lnTo>
                    <a:pt x="98653" y="243625"/>
                  </a:lnTo>
                  <a:lnTo>
                    <a:pt x="99763" y="242486"/>
                  </a:lnTo>
                  <a:lnTo>
                    <a:pt x="100588" y="243625"/>
                  </a:lnTo>
                  <a:lnTo>
                    <a:pt x="100968" y="246131"/>
                  </a:lnTo>
                  <a:lnTo>
                    <a:pt x="101928" y="247429"/>
                  </a:lnTo>
                  <a:lnTo>
                    <a:pt x="102884" y="248057"/>
                  </a:lnTo>
                  <a:lnTo>
                    <a:pt x="103431" y="248027"/>
                  </a:lnTo>
                  <a:lnTo>
                    <a:pt x="105078" y="247051"/>
                  </a:lnTo>
                  <a:lnTo>
                    <a:pt x="106853" y="246336"/>
                  </a:lnTo>
                  <a:lnTo>
                    <a:pt x="107555" y="246727"/>
                  </a:lnTo>
                  <a:lnTo>
                    <a:pt x="108459" y="248010"/>
                  </a:lnTo>
                  <a:lnTo>
                    <a:pt x="109471" y="249158"/>
                  </a:lnTo>
                  <a:lnTo>
                    <a:pt x="109999" y="249102"/>
                  </a:lnTo>
                  <a:lnTo>
                    <a:pt x="110461" y="248217"/>
                  </a:lnTo>
                  <a:lnTo>
                    <a:pt x="110930" y="246428"/>
                  </a:lnTo>
                  <a:lnTo>
                    <a:pt x="111228" y="244149"/>
                  </a:lnTo>
                  <a:lnTo>
                    <a:pt x="111286" y="241746"/>
                  </a:lnTo>
                  <a:lnTo>
                    <a:pt x="111111" y="240273"/>
                  </a:lnTo>
                  <a:lnTo>
                    <a:pt x="110752" y="239732"/>
                  </a:lnTo>
                  <a:lnTo>
                    <a:pt x="109137" y="238863"/>
                  </a:lnTo>
                  <a:lnTo>
                    <a:pt x="107595" y="237447"/>
                  </a:lnTo>
                  <a:lnTo>
                    <a:pt x="107416" y="236152"/>
                  </a:lnTo>
                  <a:lnTo>
                    <a:pt x="107454" y="235230"/>
                  </a:lnTo>
                  <a:lnTo>
                    <a:pt x="107860" y="232967"/>
                  </a:lnTo>
                  <a:lnTo>
                    <a:pt x="108866" y="228818"/>
                  </a:lnTo>
                  <a:lnTo>
                    <a:pt x="109878" y="223089"/>
                  </a:lnTo>
                  <a:lnTo>
                    <a:pt x="110413" y="218572"/>
                  </a:lnTo>
                  <a:lnTo>
                    <a:pt x="112105" y="211835"/>
                  </a:lnTo>
                  <a:lnTo>
                    <a:pt x="113436" y="204808"/>
                  </a:lnTo>
                  <a:lnTo>
                    <a:pt x="115594" y="194716"/>
                  </a:lnTo>
                  <a:lnTo>
                    <a:pt x="115954" y="192722"/>
                  </a:lnTo>
                  <a:lnTo>
                    <a:pt x="116152" y="189532"/>
                  </a:lnTo>
                  <a:lnTo>
                    <a:pt x="116267" y="188217"/>
                  </a:lnTo>
                  <a:lnTo>
                    <a:pt x="117018" y="187525"/>
                  </a:lnTo>
                  <a:lnTo>
                    <a:pt x="118286" y="188199"/>
                  </a:lnTo>
                  <a:lnTo>
                    <a:pt x="121377" y="190501"/>
                  </a:lnTo>
                  <a:lnTo>
                    <a:pt x="123728" y="192435"/>
                  </a:lnTo>
                  <a:lnTo>
                    <a:pt x="124714" y="193090"/>
                  </a:lnTo>
                  <a:lnTo>
                    <a:pt x="126178" y="193775"/>
                  </a:lnTo>
                  <a:lnTo>
                    <a:pt x="128441" y="194583"/>
                  </a:lnTo>
                  <a:lnTo>
                    <a:pt x="129750" y="194344"/>
                  </a:lnTo>
                  <a:lnTo>
                    <a:pt x="130898" y="193867"/>
                  </a:lnTo>
                  <a:lnTo>
                    <a:pt x="132425" y="193826"/>
                  </a:lnTo>
                  <a:lnTo>
                    <a:pt x="134813" y="194427"/>
                  </a:lnTo>
                  <a:lnTo>
                    <a:pt x="135552" y="194452"/>
                  </a:lnTo>
                  <a:lnTo>
                    <a:pt x="136469" y="194528"/>
                  </a:lnTo>
                  <a:lnTo>
                    <a:pt x="137122" y="195504"/>
                  </a:lnTo>
                  <a:lnTo>
                    <a:pt x="137449" y="197720"/>
                  </a:lnTo>
                  <a:lnTo>
                    <a:pt x="137944" y="198714"/>
                  </a:lnTo>
                  <a:lnTo>
                    <a:pt x="138833" y="198346"/>
                  </a:lnTo>
                  <a:lnTo>
                    <a:pt x="140734" y="196394"/>
                  </a:lnTo>
                  <a:lnTo>
                    <a:pt x="141947" y="194857"/>
                  </a:lnTo>
                  <a:lnTo>
                    <a:pt x="143464" y="192637"/>
                  </a:lnTo>
                  <a:lnTo>
                    <a:pt x="144968" y="192331"/>
                  </a:lnTo>
                  <a:lnTo>
                    <a:pt x="146565" y="191835"/>
                  </a:lnTo>
                  <a:lnTo>
                    <a:pt x="147119" y="190734"/>
                  </a:lnTo>
                  <a:lnTo>
                    <a:pt x="147706" y="188142"/>
                  </a:lnTo>
                  <a:lnTo>
                    <a:pt x="148686" y="186187"/>
                  </a:lnTo>
                  <a:lnTo>
                    <a:pt x="148849" y="183713"/>
                  </a:lnTo>
                  <a:lnTo>
                    <a:pt x="148503" y="181969"/>
                  </a:lnTo>
                  <a:lnTo>
                    <a:pt x="147822" y="179125"/>
                  </a:lnTo>
                  <a:lnTo>
                    <a:pt x="147842" y="177209"/>
                  </a:lnTo>
                  <a:lnTo>
                    <a:pt x="147513" y="171654"/>
                  </a:lnTo>
                  <a:lnTo>
                    <a:pt x="147074" y="166656"/>
                  </a:lnTo>
                  <a:lnTo>
                    <a:pt x="147522" y="162630"/>
                  </a:lnTo>
                  <a:lnTo>
                    <a:pt x="148312" y="158134"/>
                  </a:lnTo>
                  <a:lnTo>
                    <a:pt x="148623" y="156759"/>
                  </a:lnTo>
                  <a:lnTo>
                    <a:pt x="149125" y="154949"/>
                  </a:lnTo>
                  <a:lnTo>
                    <a:pt x="149831" y="152784"/>
                  </a:lnTo>
                  <a:lnTo>
                    <a:pt x="150824" y="152105"/>
                  </a:lnTo>
                  <a:lnTo>
                    <a:pt x="153616" y="151642"/>
                  </a:lnTo>
                  <a:lnTo>
                    <a:pt x="156201" y="150731"/>
                  </a:lnTo>
                  <a:lnTo>
                    <a:pt x="157520" y="149795"/>
                  </a:lnTo>
                  <a:lnTo>
                    <a:pt x="158887" y="149229"/>
                  </a:lnTo>
                  <a:lnTo>
                    <a:pt x="159702" y="148543"/>
                  </a:lnTo>
                  <a:lnTo>
                    <a:pt x="161114" y="145383"/>
                  </a:lnTo>
                  <a:lnTo>
                    <a:pt x="161782" y="143562"/>
                  </a:lnTo>
                  <a:lnTo>
                    <a:pt x="162274" y="138729"/>
                  </a:lnTo>
                  <a:lnTo>
                    <a:pt x="161914" y="136405"/>
                  </a:lnTo>
                  <a:lnTo>
                    <a:pt x="162216" y="134352"/>
                  </a:lnTo>
                  <a:lnTo>
                    <a:pt x="162897" y="133145"/>
                  </a:lnTo>
                  <a:lnTo>
                    <a:pt x="163855" y="131937"/>
                  </a:lnTo>
                  <a:lnTo>
                    <a:pt x="164497" y="131731"/>
                  </a:lnTo>
                  <a:lnTo>
                    <a:pt x="165862" y="131366"/>
                  </a:lnTo>
                  <a:lnTo>
                    <a:pt x="168101" y="131485"/>
                  </a:lnTo>
                  <a:lnTo>
                    <a:pt x="169247" y="132079"/>
                  </a:lnTo>
                  <a:lnTo>
                    <a:pt x="170405" y="132350"/>
                  </a:lnTo>
                  <a:lnTo>
                    <a:pt x="171139" y="131911"/>
                  </a:lnTo>
                  <a:lnTo>
                    <a:pt x="171628" y="130996"/>
                  </a:lnTo>
                  <a:lnTo>
                    <a:pt x="172377" y="130702"/>
                  </a:lnTo>
                  <a:lnTo>
                    <a:pt x="173510" y="130263"/>
                  </a:lnTo>
                  <a:lnTo>
                    <a:pt x="174672" y="129714"/>
                  </a:lnTo>
                  <a:lnTo>
                    <a:pt x="175311" y="129818"/>
                  </a:lnTo>
                  <a:lnTo>
                    <a:pt x="175445" y="131177"/>
                  </a:lnTo>
                  <a:lnTo>
                    <a:pt x="175336" y="132242"/>
                  </a:lnTo>
                  <a:lnTo>
                    <a:pt x="175562" y="133670"/>
                  </a:lnTo>
                  <a:lnTo>
                    <a:pt x="176025" y="134609"/>
                  </a:lnTo>
                  <a:lnTo>
                    <a:pt x="175873" y="135632"/>
                  </a:lnTo>
                  <a:lnTo>
                    <a:pt x="175219" y="136224"/>
                  </a:lnTo>
                  <a:lnTo>
                    <a:pt x="174575" y="137020"/>
                  </a:lnTo>
                  <a:lnTo>
                    <a:pt x="174433" y="138111"/>
                  </a:lnTo>
                  <a:lnTo>
                    <a:pt x="175248" y="139467"/>
                  </a:lnTo>
                  <a:lnTo>
                    <a:pt x="175527" y="140770"/>
                  </a:lnTo>
                  <a:lnTo>
                    <a:pt x="176889" y="141549"/>
                  </a:lnTo>
                  <a:lnTo>
                    <a:pt x="177947" y="142426"/>
                  </a:lnTo>
                  <a:lnTo>
                    <a:pt x="178344" y="143266"/>
                  </a:lnTo>
                  <a:lnTo>
                    <a:pt x="178222" y="144216"/>
                  </a:lnTo>
                  <a:lnTo>
                    <a:pt x="177734" y="145238"/>
                  </a:lnTo>
                  <a:lnTo>
                    <a:pt x="177260" y="146335"/>
                  </a:lnTo>
                  <a:lnTo>
                    <a:pt x="177200" y="146993"/>
                  </a:lnTo>
                  <a:lnTo>
                    <a:pt x="177352" y="147759"/>
                  </a:lnTo>
                  <a:lnTo>
                    <a:pt x="178375" y="148270"/>
                  </a:lnTo>
                  <a:lnTo>
                    <a:pt x="179555" y="149120"/>
                  </a:lnTo>
                  <a:lnTo>
                    <a:pt x="181427" y="150213"/>
                  </a:lnTo>
                  <a:lnTo>
                    <a:pt x="182711" y="152242"/>
                  </a:lnTo>
                  <a:lnTo>
                    <a:pt x="183983" y="152802"/>
                  </a:lnTo>
                  <a:lnTo>
                    <a:pt x="184597" y="154783"/>
                  </a:lnTo>
                  <a:lnTo>
                    <a:pt x="184710" y="157657"/>
                  </a:lnTo>
                  <a:lnTo>
                    <a:pt x="186016" y="159123"/>
                  </a:lnTo>
                  <a:lnTo>
                    <a:pt x="187947" y="161157"/>
                  </a:lnTo>
                  <a:lnTo>
                    <a:pt x="188928" y="161532"/>
                  </a:lnTo>
                  <a:lnTo>
                    <a:pt x="189586" y="162687"/>
                  </a:lnTo>
                  <a:lnTo>
                    <a:pt x="190530" y="164088"/>
                  </a:lnTo>
                  <a:lnTo>
                    <a:pt x="191369" y="164526"/>
                  </a:lnTo>
                  <a:lnTo>
                    <a:pt x="192365" y="164727"/>
                  </a:lnTo>
                  <a:lnTo>
                    <a:pt x="194013" y="163428"/>
                  </a:lnTo>
                  <a:lnTo>
                    <a:pt x="195856" y="163304"/>
                  </a:lnTo>
                  <a:lnTo>
                    <a:pt x="196864" y="164046"/>
                  </a:lnTo>
                  <a:lnTo>
                    <a:pt x="197821" y="166849"/>
                  </a:lnTo>
                  <a:lnTo>
                    <a:pt x="198496" y="167734"/>
                  </a:lnTo>
                  <a:lnTo>
                    <a:pt x="198896" y="168521"/>
                  </a:lnTo>
                  <a:lnTo>
                    <a:pt x="199544" y="169274"/>
                  </a:lnTo>
                  <a:lnTo>
                    <a:pt x="200201" y="169384"/>
                  </a:lnTo>
                  <a:lnTo>
                    <a:pt x="201177" y="168762"/>
                  </a:lnTo>
                  <a:lnTo>
                    <a:pt x="201772" y="167522"/>
                  </a:lnTo>
                  <a:lnTo>
                    <a:pt x="202627" y="167777"/>
                  </a:lnTo>
                  <a:lnTo>
                    <a:pt x="202947" y="168581"/>
                  </a:lnTo>
                  <a:lnTo>
                    <a:pt x="203104" y="169967"/>
                  </a:lnTo>
                  <a:lnTo>
                    <a:pt x="203556" y="171685"/>
                  </a:lnTo>
                  <a:lnTo>
                    <a:pt x="204639" y="172965"/>
                  </a:lnTo>
                  <a:lnTo>
                    <a:pt x="206148" y="173731"/>
                  </a:lnTo>
                  <a:lnTo>
                    <a:pt x="206363" y="174352"/>
                  </a:lnTo>
                  <a:lnTo>
                    <a:pt x="206570" y="176072"/>
                  </a:lnTo>
                  <a:lnTo>
                    <a:pt x="206979" y="177263"/>
                  </a:lnTo>
                  <a:lnTo>
                    <a:pt x="207529" y="178816"/>
                  </a:lnTo>
                  <a:lnTo>
                    <a:pt x="208051" y="181651"/>
                  </a:lnTo>
                  <a:lnTo>
                    <a:pt x="208162" y="183996"/>
                  </a:lnTo>
                  <a:lnTo>
                    <a:pt x="208405" y="185286"/>
                  </a:lnTo>
                  <a:lnTo>
                    <a:pt x="209105" y="187388"/>
                  </a:lnTo>
                  <a:lnTo>
                    <a:pt x="210221" y="190748"/>
                  </a:lnTo>
                  <a:lnTo>
                    <a:pt x="211112" y="193598"/>
                  </a:lnTo>
                  <a:lnTo>
                    <a:pt x="212142" y="194150"/>
                  </a:lnTo>
                  <a:lnTo>
                    <a:pt x="213017" y="195056"/>
                  </a:lnTo>
                  <a:lnTo>
                    <a:pt x="213518" y="197161"/>
                  </a:lnTo>
                  <a:lnTo>
                    <a:pt x="214446" y="201128"/>
                  </a:lnTo>
                  <a:lnTo>
                    <a:pt x="214595" y="203726"/>
                  </a:lnTo>
                  <a:lnTo>
                    <a:pt x="214675" y="205657"/>
                  </a:lnTo>
                  <a:lnTo>
                    <a:pt x="214979" y="206534"/>
                  </a:lnTo>
                  <a:lnTo>
                    <a:pt x="215040" y="207629"/>
                  </a:lnTo>
                  <a:lnTo>
                    <a:pt x="214270" y="211796"/>
                  </a:lnTo>
                  <a:lnTo>
                    <a:pt x="213613" y="213679"/>
                  </a:lnTo>
                  <a:lnTo>
                    <a:pt x="213530" y="215263"/>
                  </a:lnTo>
                  <a:lnTo>
                    <a:pt x="213975" y="218022"/>
                  </a:lnTo>
                  <a:lnTo>
                    <a:pt x="214582" y="220159"/>
                  </a:lnTo>
                  <a:lnTo>
                    <a:pt x="214644" y="222203"/>
                  </a:lnTo>
                  <a:lnTo>
                    <a:pt x="214126" y="223702"/>
                  </a:lnTo>
                  <a:lnTo>
                    <a:pt x="213229" y="225576"/>
                  </a:lnTo>
                  <a:lnTo>
                    <a:pt x="212801" y="226647"/>
                  </a:lnTo>
                  <a:lnTo>
                    <a:pt x="212103" y="227589"/>
                  </a:lnTo>
                  <a:lnTo>
                    <a:pt x="211039" y="231215"/>
                  </a:lnTo>
                  <a:lnTo>
                    <a:pt x="210558" y="235223"/>
                  </a:lnTo>
                  <a:lnTo>
                    <a:pt x="210449" y="237289"/>
                  </a:lnTo>
                  <a:lnTo>
                    <a:pt x="210851" y="238784"/>
                  </a:lnTo>
                  <a:lnTo>
                    <a:pt x="211532" y="240430"/>
                  </a:lnTo>
                  <a:lnTo>
                    <a:pt x="211700" y="241857"/>
                  </a:lnTo>
                  <a:lnTo>
                    <a:pt x="212811" y="245041"/>
                  </a:lnTo>
                  <a:lnTo>
                    <a:pt x="213107" y="247015"/>
                  </a:lnTo>
                  <a:lnTo>
                    <a:pt x="213560" y="247079"/>
                  </a:lnTo>
                  <a:lnTo>
                    <a:pt x="214050" y="246430"/>
                  </a:lnTo>
                  <a:lnTo>
                    <a:pt x="215239" y="246385"/>
                  </a:lnTo>
                  <a:lnTo>
                    <a:pt x="216321" y="247079"/>
                  </a:lnTo>
                  <a:lnTo>
                    <a:pt x="217359" y="248539"/>
                  </a:lnTo>
                  <a:lnTo>
                    <a:pt x="218473" y="249320"/>
                  </a:lnTo>
                  <a:lnTo>
                    <a:pt x="220064" y="249123"/>
                  </a:lnTo>
                  <a:lnTo>
                    <a:pt x="220916" y="249907"/>
                  </a:lnTo>
                  <a:lnTo>
                    <a:pt x="221833" y="250549"/>
                  </a:lnTo>
                  <a:lnTo>
                    <a:pt x="223726" y="250772"/>
                  </a:lnTo>
                  <a:lnTo>
                    <a:pt x="225146" y="250761"/>
                  </a:lnTo>
                  <a:lnTo>
                    <a:pt x="227329" y="250786"/>
                  </a:lnTo>
                  <a:lnTo>
                    <a:pt x="229092" y="251768"/>
                  </a:lnTo>
                  <a:lnTo>
                    <a:pt x="232192" y="252546"/>
                  </a:lnTo>
                  <a:lnTo>
                    <a:pt x="234105" y="252485"/>
                  </a:lnTo>
                  <a:lnTo>
                    <a:pt x="236684" y="251754"/>
                  </a:lnTo>
                  <a:lnTo>
                    <a:pt x="238265" y="252214"/>
                  </a:lnTo>
                  <a:lnTo>
                    <a:pt x="242934" y="253308"/>
                  </a:lnTo>
                  <a:lnTo>
                    <a:pt x="245672" y="254450"/>
                  </a:lnTo>
                  <a:lnTo>
                    <a:pt x="247402" y="255736"/>
                  </a:lnTo>
                  <a:lnTo>
                    <a:pt x="248622" y="257776"/>
                  </a:lnTo>
                  <a:lnTo>
                    <a:pt x="250015" y="260959"/>
                  </a:lnTo>
                  <a:lnTo>
                    <a:pt x="251122" y="262415"/>
                  </a:lnTo>
                  <a:lnTo>
                    <a:pt x="254101" y="263295"/>
                  </a:lnTo>
                  <a:lnTo>
                    <a:pt x="256142" y="267008"/>
                  </a:lnTo>
                  <a:lnTo>
                    <a:pt x="257741" y="268397"/>
                  </a:lnTo>
                  <a:lnTo>
                    <a:pt x="260428" y="271992"/>
                  </a:lnTo>
                  <a:lnTo>
                    <a:pt x="262328" y="273396"/>
                  </a:lnTo>
                  <a:lnTo>
                    <a:pt x="264596" y="274693"/>
                  </a:lnTo>
                  <a:lnTo>
                    <a:pt x="268304" y="274142"/>
                  </a:lnTo>
                  <a:lnTo>
                    <a:pt x="268507" y="274631"/>
                  </a:lnTo>
                  <a:lnTo>
                    <a:pt x="268222" y="276585"/>
                  </a:lnTo>
                  <a:lnTo>
                    <a:pt x="267999" y="279260"/>
                  </a:lnTo>
                  <a:lnTo>
                    <a:pt x="267999" y="281196"/>
                  </a:lnTo>
                  <a:lnTo>
                    <a:pt x="268380" y="282183"/>
                  </a:lnTo>
                  <a:lnTo>
                    <a:pt x="269797" y="282767"/>
                  </a:lnTo>
                  <a:lnTo>
                    <a:pt x="270467" y="283719"/>
                  </a:lnTo>
                  <a:lnTo>
                    <a:pt x="270980" y="285543"/>
                  </a:lnTo>
                  <a:lnTo>
                    <a:pt x="271277" y="286684"/>
                  </a:lnTo>
                  <a:lnTo>
                    <a:pt x="272462" y="292285"/>
                  </a:lnTo>
                  <a:lnTo>
                    <a:pt x="274371" y="300570"/>
                  </a:lnTo>
                  <a:lnTo>
                    <a:pt x="274588" y="303753"/>
                  </a:lnTo>
                  <a:lnTo>
                    <a:pt x="275241" y="305806"/>
                  </a:lnTo>
                  <a:lnTo>
                    <a:pt x="277312" y="309067"/>
                  </a:lnTo>
                  <a:lnTo>
                    <a:pt x="278400" y="311479"/>
                  </a:lnTo>
                  <a:lnTo>
                    <a:pt x="280017" y="314014"/>
                  </a:lnTo>
                  <a:lnTo>
                    <a:pt x="280547" y="316360"/>
                  </a:lnTo>
                  <a:lnTo>
                    <a:pt x="280669" y="319390"/>
                  </a:lnTo>
                  <a:lnTo>
                    <a:pt x="281077" y="320171"/>
                  </a:lnTo>
                  <a:lnTo>
                    <a:pt x="284037" y="319477"/>
                  </a:lnTo>
                  <a:lnTo>
                    <a:pt x="286600" y="318992"/>
                  </a:lnTo>
                  <a:lnTo>
                    <a:pt x="291199" y="318119"/>
                  </a:lnTo>
                  <a:lnTo>
                    <a:pt x="297532" y="319701"/>
                  </a:lnTo>
                  <a:lnTo>
                    <a:pt x="304064" y="321230"/>
                  </a:lnTo>
                  <a:lnTo>
                    <a:pt x="309840" y="322583"/>
                  </a:lnTo>
                  <a:lnTo>
                    <a:pt x="312685" y="323248"/>
                  </a:lnTo>
                  <a:lnTo>
                    <a:pt x="319114" y="324667"/>
                  </a:lnTo>
                  <a:lnTo>
                    <a:pt x="322687" y="322857"/>
                  </a:lnTo>
                  <a:lnTo>
                    <a:pt x="325480" y="321442"/>
                  </a:lnTo>
                  <a:lnTo>
                    <a:pt x="326746" y="321637"/>
                  </a:lnTo>
                  <a:lnTo>
                    <a:pt x="332085" y="323231"/>
                  </a:lnTo>
                  <a:lnTo>
                    <a:pt x="335214" y="324088"/>
                  </a:lnTo>
                  <a:lnTo>
                    <a:pt x="339155" y="325166"/>
                  </a:lnTo>
                  <a:lnTo>
                    <a:pt x="341892" y="325563"/>
                  </a:lnTo>
                  <a:lnTo>
                    <a:pt x="344132" y="325537"/>
                  </a:lnTo>
                  <a:lnTo>
                    <a:pt x="345166" y="325987"/>
                  </a:lnTo>
                  <a:lnTo>
                    <a:pt x="346164" y="326681"/>
                  </a:lnTo>
                  <a:lnTo>
                    <a:pt x="346829" y="327692"/>
                  </a:lnTo>
                  <a:lnTo>
                    <a:pt x="348878" y="332819"/>
                  </a:lnTo>
                  <a:lnTo>
                    <a:pt x="350026" y="335078"/>
                  </a:lnTo>
                  <a:lnTo>
                    <a:pt x="352293" y="336785"/>
                  </a:lnTo>
                  <a:lnTo>
                    <a:pt x="357458" y="338736"/>
                  </a:lnTo>
                  <a:lnTo>
                    <a:pt x="360316" y="339920"/>
                  </a:lnTo>
                  <a:lnTo>
                    <a:pt x="363599" y="341281"/>
                  </a:lnTo>
                  <a:lnTo>
                    <a:pt x="365758" y="343331"/>
                  </a:lnTo>
                  <a:lnTo>
                    <a:pt x="368249" y="345716"/>
                  </a:lnTo>
                  <a:lnTo>
                    <a:pt x="371475" y="348805"/>
                  </a:lnTo>
                  <a:lnTo>
                    <a:pt x="375006" y="347456"/>
                  </a:lnTo>
                  <a:lnTo>
                    <a:pt x="378805" y="346003"/>
                  </a:lnTo>
                  <a:lnTo>
                    <a:pt x="381188" y="345091"/>
                  </a:lnTo>
                  <a:lnTo>
                    <a:pt x="381188" y="351542"/>
                  </a:lnTo>
                  <a:lnTo>
                    <a:pt x="384586" y="352060"/>
                  </a:lnTo>
                  <a:lnTo>
                    <a:pt x="385656" y="351984"/>
                  </a:lnTo>
                  <a:lnTo>
                    <a:pt x="387158" y="353409"/>
                  </a:lnTo>
                  <a:lnTo>
                    <a:pt x="388004" y="352806"/>
                  </a:lnTo>
                  <a:lnTo>
                    <a:pt x="388804" y="351407"/>
                  </a:lnTo>
                  <a:lnTo>
                    <a:pt x="389811" y="349198"/>
                  </a:lnTo>
                  <a:lnTo>
                    <a:pt x="391259" y="348227"/>
                  </a:lnTo>
                  <a:lnTo>
                    <a:pt x="393760" y="345749"/>
                  </a:lnTo>
                  <a:lnTo>
                    <a:pt x="394369" y="345148"/>
                  </a:lnTo>
                  <a:lnTo>
                    <a:pt x="398085" y="341634"/>
                  </a:lnTo>
                  <a:lnTo>
                    <a:pt x="403633" y="337303"/>
                  </a:lnTo>
                  <a:lnTo>
                    <a:pt x="406120" y="335205"/>
                  </a:lnTo>
                  <a:lnTo>
                    <a:pt x="406865" y="334739"/>
                  </a:lnTo>
                  <a:lnTo>
                    <a:pt x="408273" y="333668"/>
                  </a:lnTo>
                  <a:lnTo>
                    <a:pt x="409221" y="332925"/>
                  </a:lnTo>
                  <a:lnTo>
                    <a:pt x="410900" y="332330"/>
                  </a:lnTo>
                  <a:lnTo>
                    <a:pt x="413179" y="331956"/>
                  </a:lnTo>
                  <a:lnTo>
                    <a:pt x="415667" y="331136"/>
                  </a:lnTo>
                  <a:lnTo>
                    <a:pt x="421298" y="329608"/>
                  </a:lnTo>
                  <a:lnTo>
                    <a:pt x="422004" y="329464"/>
                  </a:lnTo>
                  <a:lnTo>
                    <a:pt x="425168" y="328834"/>
                  </a:lnTo>
                  <a:lnTo>
                    <a:pt x="426511" y="328239"/>
                  </a:lnTo>
                  <a:lnTo>
                    <a:pt x="428520" y="328551"/>
                  </a:lnTo>
                  <a:lnTo>
                    <a:pt x="431142" y="328772"/>
                  </a:lnTo>
                  <a:lnTo>
                    <a:pt x="432880" y="329161"/>
                  </a:lnTo>
                  <a:lnTo>
                    <a:pt x="435190" y="328855"/>
                  </a:lnTo>
                  <a:lnTo>
                    <a:pt x="438363" y="328438"/>
                  </a:lnTo>
                  <a:lnTo>
                    <a:pt x="440932" y="328503"/>
                  </a:lnTo>
                  <a:lnTo>
                    <a:pt x="442207" y="327984"/>
                  </a:lnTo>
                  <a:lnTo>
                    <a:pt x="444087" y="326371"/>
                  </a:lnTo>
                  <a:lnTo>
                    <a:pt x="445353" y="325092"/>
                  </a:lnTo>
                  <a:lnTo>
                    <a:pt x="447336" y="323543"/>
                  </a:lnTo>
                  <a:lnTo>
                    <a:pt x="449794" y="321937"/>
                  </a:lnTo>
                  <a:lnTo>
                    <a:pt x="451508" y="320477"/>
                  </a:lnTo>
                  <a:lnTo>
                    <a:pt x="452643" y="319510"/>
                  </a:lnTo>
                  <a:lnTo>
                    <a:pt x="454019" y="318595"/>
                  </a:lnTo>
                  <a:lnTo>
                    <a:pt x="454380" y="317417"/>
                  </a:lnTo>
                  <a:lnTo>
                    <a:pt x="454776" y="316513"/>
                  </a:lnTo>
                  <a:lnTo>
                    <a:pt x="455506" y="315003"/>
                  </a:lnTo>
                  <a:lnTo>
                    <a:pt x="456822" y="312188"/>
                  </a:lnTo>
                  <a:lnTo>
                    <a:pt x="457822" y="309725"/>
                  </a:lnTo>
                  <a:lnTo>
                    <a:pt x="458315" y="308634"/>
                  </a:lnTo>
                  <a:lnTo>
                    <a:pt x="459438" y="306173"/>
                  </a:lnTo>
                  <a:lnTo>
                    <a:pt x="460348" y="304317"/>
                  </a:lnTo>
                  <a:lnTo>
                    <a:pt x="461507" y="301820"/>
                  </a:lnTo>
                  <a:lnTo>
                    <a:pt x="462486" y="301012"/>
                  </a:lnTo>
                  <a:lnTo>
                    <a:pt x="463724" y="300325"/>
                  </a:lnTo>
                  <a:lnTo>
                    <a:pt x="466984" y="297875"/>
                  </a:lnTo>
                  <a:lnTo>
                    <a:pt x="467632" y="297347"/>
                  </a:lnTo>
                  <a:lnTo>
                    <a:pt x="468173" y="297243"/>
                  </a:lnTo>
                  <a:lnTo>
                    <a:pt x="469326" y="295266"/>
                  </a:lnTo>
                  <a:lnTo>
                    <a:pt x="470300" y="293554"/>
                  </a:lnTo>
                  <a:lnTo>
                    <a:pt x="470934" y="292270"/>
                  </a:lnTo>
                  <a:lnTo>
                    <a:pt x="472254" y="291809"/>
                  </a:lnTo>
                  <a:lnTo>
                    <a:pt x="472934" y="290886"/>
                  </a:lnTo>
                  <a:lnTo>
                    <a:pt x="473053" y="289674"/>
                  </a:lnTo>
                  <a:lnTo>
                    <a:pt x="472916" y="287827"/>
                  </a:lnTo>
                  <a:lnTo>
                    <a:pt x="472281" y="285937"/>
                  </a:lnTo>
                  <a:lnTo>
                    <a:pt x="471746" y="284289"/>
                  </a:lnTo>
                  <a:lnTo>
                    <a:pt x="469856" y="281144"/>
                  </a:lnTo>
                  <a:lnTo>
                    <a:pt x="468855" y="279193"/>
                  </a:lnTo>
                  <a:lnTo>
                    <a:pt x="467832" y="276688"/>
                  </a:lnTo>
                  <a:lnTo>
                    <a:pt x="467418" y="274332"/>
                  </a:lnTo>
                  <a:lnTo>
                    <a:pt x="466719" y="272833"/>
                  </a:lnTo>
                  <a:lnTo>
                    <a:pt x="466382" y="271506"/>
                  </a:lnTo>
                  <a:lnTo>
                    <a:pt x="466489" y="269972"/>
                  </a:lnTo>
                  <a:lnTo>
                    <a:pt x="467458" y="267242"/>
                  </a:lnTo>
                  <a:lnTo>
                    <a:pt x="467770" y="265521"/>
                  </a:lnTo>
                  <a:lnTo>
                    <a:pt x="468174" y="262475"/>
                  </a:lnTo>
                  <a:lnTo>
                    <a:pt x="469085" y="257917"/>
                  </a:lnTo>
                  <a:lnTo>
                    <a:pt x="469827" y="255789"/>
                  </a:lnTo>
                  <a:lnTo>
                    <a:pt x="470686" y="253710"/>
                  </a:lnTo>
                  <a:lnTo>
                    <a:pt x="472500" y="250917"/>
                  </a:lnTo>
                  <a:lnTo>
                    <a:pt x="474161" y="250397"/>
                  </a:lnTo>
                  <a:lnTo>
                    <a:pt x="475151" y="250950"/>
                  </a:lnTo>
                  <a:lnTo>
                    <a:pt x="477362" y="250947"/>
                  </a:lnTo>
                  <a:lnTo>
                    <a:pt x="478834" y="251090"/>
                  </a:lnTo>
                  <a:lnTo>
                    <a:pt x="479920" y="252487"/>
                  </a:lnTo>
                  <a:lnTo>
                    <a:pt x="481122" y="255242"/>
                  </a:lnTo>
                  <a:lnTo>
                    <a:pt x="482479" y="256254"/>
                  </a:lnTo>
                  <a:lnTo>
                    <a:pt x="486708" y="258414"/>
                  </a:lnTo>
                  <a:lnTo>
                    <a:pt x="488518" y="258872"/>
                  </a:lnTo>
                  <a:lnTo>
                    <a:pt x="489812" y="258966"/>
                  </a:lnTo>
                  <a:lnTo>
                    <a:pt x="491721" y="259682"/>
                  </a:lnTo>
                  <a:lnTo>
                    <a:pt x="492366" y="259832"/>
                  </a:lnTo>
                  <a:lnTo>
                    <a:pt x="493342" y="260324"/>
                  </a:lnTo>
                  <a:lnTo>
                    <a:pt x="494151" y="259799"/>
                  </a:lnTo>
                  <a:lnTo>
                    <a:pt x="495379" y="257953"/>
                  </a:lnTo>
                  <a:lnTo>
                    <a:pt x="496921" y="255877"/>
                  </a:lnTo>
                  <a:lnTo>
                    <a:pt x="497585" y="255401"/>
                  </a:lnTo>
                  <a:lnTo>
                    <a:pt x="498811" y="254507"/>
                  </a:lnTo>
                  <a:lnTo>
                    <a:pt x="499428" y="253662"/>
                  </a:lnTo>
                  <a:lnTo>
                    <a:pt x="500503" y="251337"/>
                  </a:lnTo>
                  <a:lnTo>
                    <a:pt x="501906" y="249533"/>
                  </a:lnTo>
                  <a:lnTo>
                    <a:pt x="503610" y="246823"/>
                  </a:lnTo>
                  <a:lnTo>
                    <a:pt x="504451" y="244780"/>
                  </a:lnTo>
                  <a:lnTo>
                    <a:pt x="504635" y="243463"/>
                  </a:lnTo>
                  <a:lnTo>
                    <a:pt x="504820" y="242036"/>
                  </a:lnTo>
                  <a:lnTo>
                    <a:pt x="505350" y="241286"/>
                  </a:lnTo>
                  <a:lnTo>
                    <a:pt x="506389" y="240598"/>
                  </a:lnTo>
                  <a:lnTo>
                    <a:pt x="507554" y="240410"/>
                  </a:lnTo>
                  <a:lnTo>
                    <a:pt x="509781" y="241632"/>
                  </a:lnTo>
                  <a:lnTo>
                    <a:pt x="512784" y="241279"/>
                  </a:lnTo>
                  <a:lnTo>
                    <a:pt x="513461" y="241103"/>
                  </a:lnTo>
                  <a:lnTo>
                    <a:pt x="516200" y="240400"/>
                  </a:lnTo>
                  <a:lnTo>
                    <a:pt x="517434" y="239823"/>
                  </a:lnTo>
                  <a:lnTo>
                    <a:pt x="519182" y="239269"/>
                  </a:lnTo>
                  <a:lnTo>
                    <a:pt x="520516" y="237006"/>
                  </a:lnTo>
                  <a:lnTo>
                    <a:pt x="522305" y="234307"/>
                  </a:lnTo>
                  <a:lnTo>
                    <a:pt x="523605" y="232806"/>
                  </a:lnTo>
                  <a:lnTo>
                    <a:pt x="524473" y="232518"/>
                  </a:lnTo>
                  <a:lnTo>
                    <a:pt x="525556" y="230962"/>
                  </a:lnTo>
                  <a:lnTo>
                    <a:pt x="526087" y="229289"/>
                  </a:lnTo>
                  <a:lnTo>
                    <a:pt x="525944" y="227819"/>
                  </a:lnTo>
                  <a:lnTo>
                    <a:pt x="525746" y="226602"/>
                  </a:lnTo>
                  <a:lnTo>
                    <a:pt x="526382" y="224353"/>
                  </a:lnTo>
                  <a:lnTo>
                    <a:pt x="527530" y="220407"/>
                  </a:lnTo>
                  <a:lnTo>
                    <a:pt x="528606" y="218569"/>
                  </a:lnTo>
                  <a:lnTo>
                    <a:pt x="529493" y="217083"/>
                  </a:lnTo>
                  <a:lnTo>
                    <a:pt x="530060" y="214698"/>
                  </a:lnTo>
                  <a:lnTo>
                    <a:pt x="530760" y="214009"/>
                  </a:lnTo>
                  <a:lnTo>
                    <a:pt x="531618" y="213747"/>
                  </a:lnTo>
                  <a:lnTo>
                    <a:pt x="532829" y="212131"/>
                  </a:lnTo>
                  <a:lnTo>
                    <a:pt x="533718" y="211797"/>
                  </a:lnTo>
                  <a:lnTo>
                    <a:pt x="535196" y="212571"/>
                  </a:lnTo>
                  <a:lnTo>
                    <a:pt x="537382" y="212769"/>
                  </a:lnTo>
                  <a:lnTo>
                    <a:pt x="538777" y="212852"/>
                  </a:lnTo>
                  <a:lnTo>
                    <a:pt x="539571" y="212564"/>
                  </a:lnTo>
                  <a:lnTo>
                    <a:pt x="539862" y="211698"/>
                  </a:lnTo>
                  <a:lnTo>
                    <a:pt x="539855" y="210358"/>
                  </a:lnTo>
                  <a:lnTo>
                    <a:pt x="540297" y="207375"/>
                  </a:lnTo>
                  <a:lnTo>
                    <a:pt x="540462" y="206391"/>
                  </a:lnTo>
                  <a:lnTo>
                    <a:pt x="540863" y="205938"/>
                  </a:lnTo>
                  <a:lnTo>
                    <a:pt x="542206" y="205878"/>
                  </a:lnTo>
                  <a:lnTo>
                    <a:pt x="543114" y="206950"/>
                  </a:lnTo>
                  <a:lnTo>
                    <a:pt x="543738" y="207834"/>
                  </a:lnTo>
                  <a:lnTo>
                    <a:pt x="544604" y="207949"/>
                  </a:lnTo>
                  <a:lnTo>
                    <a:pt x="545496" y="207372"/>
                  </a:lnTo>
                  <a:lnTo>
                    <a:pt x="546692" y="204960"/>
                  </a:lnTo>
                  <a:lnTo>
                    <a:pt x="548677" y="203563"/>
                  </a:lnTo>
                  <a:lnTo>
                    <a:pt x="549732" y="203210"/>
                  </a:lnTo>
                  <a:lnTo>
                    <a:pt x="551606" y="202073"/>
                  </a:lnTo>
                  <a:lnTo>
                    <a:pt x="552787" y="202483"/>
                  </a:lnTo>
                  <a:lnTo>
                    <a:pt x="554960" y="202816"/>
                  </a:lnTo>
                  <a:lnTo>
                    <a:pt x="555802" y="202527"/>
                  </a:lnTo>
                  <a:lnTo>
                    <a:pt x="556718" y="202816"/>
                  </a:lnTo>
                  <a:lnTo>
                    <a:pt x="557550" y="201185"/>
                  </a:lnTo>
                  <a:lnTo>
                    <a:pt x="558211" y="200797"/>
                  </a:lnTo>
                  <a:lnTo>
                    <a:pt x="559608" y="201546"/>
                  </a:lnTo>
                  <a:lnTo>
                    <a:pt x="560489" y="202807"/>
                  </a:lnTo>
                  <a:lnTo>
                    <a:pt x="562137" y="204389"/>
                  </a:lnTo>
                  <a:lnTo>
                    <a:pt x="564232" y="205123"/>
                  </a:lnTo>
                  <a:lnTo>
                    <a:pt x="565986" y="204744"/>
                  </a:lnTo>
                  <a:lnTo>
                    <a:pt x="567790" y="205414"/>
                  </a:lnTo>
                  <a:lnTo>
                    <a:pt x="568857" y="205354"/>
                  </a:lnTo>
                  <a:lnTo>
                    <a:pt x="569360" y="204728"/>
                  </a:lnTo>
                  <a:lnTo>
                    <a:pt x="570838" y="203399"/>
                  </a:lnTo>
                  <a:lnTo>
                    <a:pt x="571192" y="201605"/>
                  </a:lnTo>
                  <a:lnTo>
                    <a:pt x="571047" y="199874"/>
                  </a:lnTo>
                  <a:lnTo>
                    <a:pt x="571216" y="197913"/>
                  </a:lnTo>
                  <a:lnTo>
                    <a:pt x="570782" y="196472"/>
                  </a:lnTo>
                  <a:lnTo>
                    <a:pt x="569867" y="194338"/>
                  </a:lnTo>
                  <a:lnTo>
                    <a:pt x="569513" y="192914"/>
                  </a:lnTo>
                  <a:lnTo>
                    <a:pt x="569481" y="191051"/>
                  </a:lnTo>
                  <a:lnTo>
                    <a:pt x="568912" y="189279"/>
                  </a:lnTo>
                  <a:lnTo>
                    <a:pt x="567543" y="187138"/>
                  </a:lnTo>
                  <a:lnTo>
                    <a:pt x="566639" y="186150"/>
                  </a:lnTo>
                  <a:lnTo>
                    <a:pt x="564785" y="182458"/>
                  </a:lnTo>
                  <a:lnTo>
                    <a:pt x="564159" y="181592"/>
                  </a:lnTo>
                  <a:lnTo>
                    <a:pt x="563945" y="180984"/>
                  </a:lnTo>
                  <a:lnTo>
                    <a:pt x="563726" y="179745"/>
                  </a:lnTo>
                  <a:lnTo>
                    <a:pt x="563040" y="179156"/>
                  </a:lnTo>
                  <a:lnTo>
                    <a:pt x="562141" y="178193"/>
                  </a:lnTo>
                  <a:lnTo>
                    <a:pt x="561654" y="177209"/>
                  </a:lnTo>
                  <a:lnTo>
                    <a:pt x="561337" y="175502"/>
                  </a:lnTo>
                  <a:lnTo>
                    <a:pt x="561148" y="174382"/>
                  </a:lnTo>
                  <a:lnTo>
                    <a:pt x="560354" y="173460"/>
                  </a:lnTo>
                  <a:lnTo>
                    <a:pt x="559558" y="172941"/>
                  </a:lnTo>
                  <a:lnTo>
                    <a:pt x="558660" y="172286"/>
                  </a:lnTo>
                  <a:lnTo>
                    <a:pt x="557175" y="171325"/>
                  </a:lnTo>
                  <a:lnTo>
                    <a:pt x="556318" y="169414"/>
                  </a:lnTo>
                  <a:lnTo>
                    <a:pt x="554803" y="165839"/>
                  </a:lnTo>
                  <a:lnTo>
                    <a:pt x="553948" y="164636"/>
                  </a:lnTo>
                  <a:lnTo>
                    <a:pt x="550754" y="164177"/>
                  </a:lnTo>
                  <a:lnTo>
                    <a:pt x="549612" y="163308"/>
                  </a:lnTo>
                  <a:lnTo>
                    <a:pt x="548314" y="163603"/>
                  </a:lnTo>
                  <a:lnTo>
                    <a:pt x="547540" y="164174"/>
                  </a:lnTo>
                  <a:lnTo>
                    <a:pt x="545828" y="164167"/>
                  </a:lnTo>
                  <a:lnTo>
                    <a:pt x="544939" y="164520"/>
                  </a:lnTo>
                  <a:lnTo>
                    <a:pt x="543807" y="166872"/>
                  </a:lnTo>
                  <a:lnTo>
                    <a:pt x="542310" y="169934"/>
                  </a:lnTo>
                  <a:lnTo>
                    <a:pt x="541073" y="171805"/>
                  </a:lnTo>
                  <a:lnTo>
                    <a:pt x="540196" y="173744"/>
                  </a:lnTo>
                  <a:lnTo>
                    <a:pt x="539786" y="174440"/>
                  </a:lnTo>
                  <a:lnTo>
                    <a:pt x="538986" y="174021"/>
                  </a:lnTo>
                  <a:lnTo>
                    <a:pt x="537889" y="171837"/>
                  </a:lnTo>
                  <a:lnTo>
                    <a:pt x="536318" y="169883"/>
                  </a:lnTo>
                  <a:lnTo>
                    <a:pt x="534861" y="168992"/>
                  </a:lnTo>
                  <a:lnTo>
                    <a:pt x="534238" y="168504"/>
                  </a:lnTo>
                  <a:lnTo>
                    <a:pt x="532502" y="168011"/>
                  </a:lnTo>
                  <a:lnTo>
                    <a:pt x="531162" y="168166"/>
                  </a:lnTo>
                  <a:lnTo>
                    <a:pt x="529454" y="168904"/>
                  </a:lnTo>
                  <a:lnTo>
                    <a:pt x="527785" y="168771"/>
                  </a:lnTo>
                  <a:lnTo>
                    <a:pt x="527032" y="168304"/>
                  </a:lnTo>
                  <a:lnTo>
                    <a:pt x="525970" y="168353"/>
                  </a:lnTo>
                  <a:lnTo>
                    <a:pt x="524041" y="170381"/>
                  </a:lnTo>
                  <a:lnTo>
                    <a:pt x="523042" y="172693"/>
                  </a:lnTo>
                  <a:lnTo>
                    <a:pt x="521862" y="173414"/>
                  </a:lnTo>
                  <a:lnTo>
                    <a:pt x="520794" y="171898"/>
                  </a:lnTo>
                  <a:lnTo>
                    <a:pt x="519560" y="170104"/>
                  </a:lnTo>
                  <a:lnTo>
                    <a:pt x="518384" y="167862"/>
                  </a:lnTo>
                  <a:lnTo>
                    <a:pt x="517659" y="165787"/>
                  </a:lnTo>
                  <a:lnTo>
                    <a:pt x="517257" y="160296"/>
                  </a:lnTo>
                  <a:lnTo>
                    <a:pt x="518668" y="158660"/>
                  </a:lnTo>
                  <a:lnTo>
                    <a:pt x="520471" y="156827"/>
                  </a:lnTo>
                  <a:lnTo>
                    <a:pt x="520607" y="153929"/>
                  </a:lnTo>
                  <a:lnTo>
                    <a:pt x="520547" y="150697"/>
                  </a:lnTo>
                  <a:lnTo>
                    <a:pt x="520902" y="147105"/>
                  </a:lnTo>
                  <a:lnTo>
                    <a:pt x="522547" y="143793"/>
                  </a:lnTo>
                  <a:lnTo>
                    <a:pt x="523432" y="141047"/>
                  </a:lnTo>
                  <a:lnTo>
                    <a:pt x="523542" y="139340"/>
                  </a:lnTo>
                  <a:lnTo>
                    <a:pt x="524330" y="136501"/>
                  </a:lnTo>
                  <a:lnTo>
                    <a:pt x="525088" y="133507"/>
                  </a:lnTo>
                  <a:lnTo>
                    <a:pt x="526120" y="129580"/>
                  </a:lnTo>
                  <a:lnTo>
                    <a:pt x="528080" y="122611"/>
                  </a:lnTo>
                  <a:lnTo>
                    <a:pt x="530395" y="114378"/>
                  </a:lnTo>
                  <a:lnTo>
                    <a:pt x="531549" y="110272"/>
                  </a:lnTo>
                  <a:lnTo>
                    <a:pt x="534087" y="112812"/>
                  </a:lnTo>
                  <a:lnTo>
                    <a:pt x="535725" y="114137"/>
                  </a:lnTo>
                  <a:lnTo>
                    <a:pt x="538488" y="116150"/>
                  </a:lnTo>
                  <a:lnTo>
                    <a:pt x="541345" y="116606"/>
                  </a:lnTo>
                  <a:lnTo>
                    <a:pt x="544076" y="118780"/>
                  </a:lnTo>
                  <a:lnTo>
                    <a:pt x="545484" y="119439"/>
                  </a:lnTo>
                  <a:lnTo>
                    <a:pt x="546235" y="119441"/>
                  </a:lnTo>
                  <a:lnTo>
                    <a:pt x="550100" y="114143"/>
                  </a:lnTo>
                  <a:lnTo>
                    <a:pt x="553369" y="109660"/>
                  </a:lnTo>
                  <a:lnTo>
                    <a:pt x="557125" y="106163"/>
                  </a:lnTo>
                  <a:lnTo>
                    <a:pt x="559884" y="105689"/>
                  </a:lnTo>
                  <a:lnTo>
                    <a:pt x="561957" y="104669"/>
                  </a:lnTo>
                  <a:lnTo>
                    <a:pt x="563343" y="103102"/>
                  </a:lnTo>
                  <a:lnTo>
                    <a:pt x="564160" y="100486"/>
                  </a:lnTo>
                  <a:lnTo>
                    <a:pt x="564410" y="96822"/>
                  </a:lnTo>
                  <a:lnTo>
                    <a:pt x="563858" y="94607"/>
                  </a:lnTo>
                  <a:lnTo>
                    <a:pt x="562505" y="93841"/>
                  </a:lnTo>
                  <a:lnTo>
                    <a:pt x="562157" y="93067"/>
                  </a:lnTo>
                  <a:lnTo>
                    <a:pt x="562811" y="92284"/>
                  </a:lnTo>
                  <a:lnTo>
                    <a:pt x="563294" y="90757"/>
                  </a:lnTo>
                  <a:lnTo>
                    <a:pt x="563600" y="88488"/>
                  </a:lnTo>
                  <a:lnTo>
                    <a:pt x="564382" y="86334"/>
                  </a:lnTo>
                  <a:lnTo>
                    <a:pt x="565637" y="84296"/>
                  </a:lnTo>
                  <a:lnTo>
                    <a:pt x="566328" y="82038"/>
                  </a:lnTo>
                  <a:lnTo>
                    <a:pt x="566459" y="79560"/>
                  </a:lnTo>
                  <a:lnTo>
                    <a:pt x="567213" y="77088"/>
                  </a:lnTo>
                  <a:lnTo>
                    <a:pt x="568589" y="74625"/>
                  </a:lnTo>
                  <a:lnTo>
                    <a:pt x="569342" y="72333"/>
                  </a:lnTo>
                  <a:lnTo>
                    <a:pt x="569474" y="70212"/>
                  </a:lnTo>
                  <a:lnTo>
                    <a:pt x="570171" y="67625"/>
                  </a:lnTo>
                  <a:lnTo>
                    <a:pt x="572069" y="63042"/>
                  </a:lnTo>
                  <a:lnTo>
                    <a:pt x="573302" y="57766"/>
                  </a:lnTo>
                  <a:lnTo>
                    <a:pt x="575401" y="54152"/>
                  </a:lnTo>
                  <a:lnTo>
                    <a:pt x="578777" y="50442"/>
                  </a:lnTo>
                  <a:lnTo>
                    <a:pt x="580886" y="46763"/>
                  </a:lnTo>
                  <a:lnTo>
                    <a:pt x="581729" y="43114"/>
                  </a:lnTo>
                  <a:lnTo>
                    <a:pt x="581664" y="39895"/>
                  </a:lnTo>
                  <a:lnTo>
                    <a:pt x="580688" y="37105"/>
                  </a:lnTo>
                  <a:lnTo>
                    <a:pt x="580502" y="34268"/>
                  </a:lnTo>
                  <a:lnTo>
                    <a:pt x="581105" y="31381"/>
                  </a:lnTo>
                  <a:lnTo>
                    <a:pt x="580573" y="29222"/>
                  </a:lnTo>
                  <a:lnTo>
                    <a:pt x="578907" y="27793"/>
                  </a:lnTo>
                  <a:lnTo>
                    <a:pt x="576920" y="27439"/>
                  </a:lnTo>
                  <a:lnTo>
                    <a:pt x="574608" y="28163"/>
                  </a:lnTo>
                  <a:lnTo>
                    <a:pt x="573311" y="27264"/>
                  </a:lnTo>
                  <a:lnTo>
                    <a:pt x="573024" y="24744"/>
                  </a:lnTo>
                  <a:lnTo>
                    <a:pt x="573643" y="22705"/>
                  </a:lnTo>
                  <a:lnTo>
                    <a:pt x="575169" y="21148"/>
                  </a:lnTo>
                  <a:lnTo>
                    <a:pt x="577675" y="17361"/>
                  </a:lnTo>
                  <a:lnTo>
                    <a:pt x="581165" y="11340"/>
                  </a:lnTo>
                  <a:lnTo>
                    <a:pt x="584637" y="8009"/>
                  </a:lnTo>
                  <a:lnTo>
                    <a:pt x="589820" y="7049"/>
                  </a:lnTo>
                  <a:lnTo>
                    <a:pt x="593997" y="5083"/>
                  </a:lnTo>
                  <a:lnTo>
                    <a:pt x="598253" y="3077"/>
                  </a:lnTo>
                  <a:lnTo>
                    <a:pt x="601325" y="2086"/>
                  </a:lnTo>
                  <a:lnTo>
                    <a:pt x="601848" y="2751"/>
                  </a:lnTo>
                  <a:lnTo>
                    <a:pt x="603522" y="2914"/>
                  </a:lnTo>
                  <a:lnTo>
                    <a:pt x="606346" y="2573"/>
                  </a:lnTo>
                  <a:lnTo>
                    <a:pt x="608973" y="1711"/>
                  </a:lnTo>
                  <a:lnTo>
                    <a:pt x="611398" y="325"/>
                  </a:lnTo>
                  <a:lnTo>
                    <a:pt x="613316" y="0"/>
                  </a:lnTo>
                  <a:lnTo>
                    <a:pt x="614728" y="734"/>
                  </a:lnTo>
                  <a:lnTo>
                    <a:pt x="615536" y="773"/>
                  </a:lnTo>
                  <a:lnTo>
                    <a:pt x="616095" y="861"/>
                  </a:lnTo>
                  <a:lnTo>
                    <a:pt x="616404" y="855"/>
                  </a:lnTo>
                  <a:lnTo>
                    <a:pt x="616997" y="268"/>
                  </a:lnTo>
                  <a:lnTo>
                    <a:pt x="618639" y="1318"/>
                  </a:lnTo>
                  <a:lnTo>
                    <a:pt x="621771" y="4432"/>
                  </a:lnTo>
                  <a:lnTo>
                    <a:pt x="623740" y="5818"/>
                  </a:lnTo>
                  <a:lnTo>
                    <a:pt x="624550" y="5481"/>
                  </a:lnTo>
                  <a:lnTo>
                    <a:pt x="625432" y="6345"/>
                  </a:lnTo>
                  <a:lnTo>
                    <a:pt x="626391" y="8411"/>
                  </a:lnTo>
                  <a:lnTo>
                    <a:pt x="627585" y="9632"/>
                  </a:lnTo>
                  <a:lnTo>
                    <a:pt x="629732" y="10193"/>
                  </a:lnTo>
                  <a:lnTo>
                    <a:pt x="631860" y="12463"/>
                  </a:lnTo>
                  <a:lnTo>
                    <a:pt x="632721" y="12584"/>
                  </a:lnTo>
                  <a:lnTo>
                    <a:pt x="633024" y="11316"/>
                  </a:lnTo>
                  <a:lnTo>
                    <a:pt x="633817" y="10587"/>
                  </a:lnTo>
                  <a:lnTo>
                    <a:pt x="635101" y="10399"/>
                  </a:lnTo>
                  <a:lnTo>
                    <a:pt x="636960" y="11518"/>
                  </a:lnTo>
                  <a:lnTo>
                    <a:pt x="639389" y="13943"/>
                  </a:lnTo>
                  <a:lnTo>
                    <a:pt x="640913" y="15011"/>
                  </a:lnTo>
                  <a:lnTo>
                    <a:pt x="641530" y="14719"/>
                  </a:lnTo>
                  <a:lnTo>
                    <a:pt x="642185" y="15168"/>
                  </a:lnTo>
                  <a:lnTo>
                    <a:pt x="642711" y="16308"/>
                  </a:lnTo>
                  <a:lnTo>
                    <a:pt x="642756" y="17709"/>
                  </a:lnTo>
                  <a:lnTo>
                    <a:pt x="642576" y="18462"/>
                  </a:lnTo>
                  <a:lnTo>
                    <a:pt x="643161" y="19646"/>
                  </a:lnTo>
                  <a:lnTo>
                    <a:pt x="643836" y="19646"/>
                  </a:lnTo>
                  <a:lnTo>
                    <a:pt x="644935" y="20213"/>
                  </a:lnTo>
                  <a:lnTo>
                    <a:pt x="645795" y="22307"/>
                  </a:lnTo>
                  <a:lnTo>
                    <a:pt x="646569" y="23277"/>
                  </a:lnTo>
                  <a:lnTo>
                    <a:pt x="647110" y="24116"/>
                  </a:lnTo>
                  <a:lnTo>
                    <a:pt x="647207" y="24813"/>
                  </a:lnTo>
                  <a:lnTo>
                    <a:pt x="647258" y="25519"/>
                  </a:lnTo>
                  <a:lnTo>
                    <a:pt x="647096" y="26066"/>
                  </a:lnTo>
                  <a:lnTo>
                    <a:pt x="646802" y="26966"/>
                  </a:lnTo>
                  <a:lnTo>
                    <a:pt x="646713" y="27935"/>
                  </a:lnTo>
                  <a:lnTo>
                    <a:pt x="647082" y="29025"/>
                  </a:lnTo>
                  <a:lnTo>
                    <a:pt x="648449" y="29814"/>
                  </a:lnTo>
                  <a:lnTo>
                    <a:pt x="648915" y="30626"/>
                  </a:lnTo>
                  <a:lnTo>
                    <a:pt x="649020" y="31669"/>
                  </a:lnTo>
                  <a:lnTo>
                    <a:pt x="649447" y="32822"/>
                  </a:lnTo>
                  <a:lnTo>
                    <a:pt x="650377" y="34154"/>
                  </a:lnTo>
                  <a:lnTo>
                    <a:pt x="650732" y="35269"/>
                  </a:lnTo>
                  <a:lnTo>
                    <a:pt x="650516" y="36167"/>
                  </a:lnTo>
                  <a:lnTo>
                    <a:pt x="650789" y="36917"/>
                  </a:lnTo>
                  <a:lnTo>
                    <a:pt x="651248" y="37500"/>
                  </a:lnTo>
                  <a:lnTo>
                    <a:pt x="651347" y="39628"/>
                  </a:lnTo>
                  <a:lnTo>
                    <a:pt x="651388" y="40855"/>
                  </a:lnTo>
                  <a:lnTo>
                    <a:pt x="652137" y="42230"/>
                  </a:lnTo>
                  <a:lnTo>
                    <a:pt x="652292" y="45042"/>
                  </a:lnTo>
                  <a:lnTo>
                    <a:pt x="652816" y="48158"/>
                  </a:lnTo>
                  <a:lnTo>
                    <a:pt x="654582" y="52429"/>
                  </a:lnTo>
                  <a:lnTo>
                    <a:pt x="655163" y="54742"/>
                  </a:lnTo>
                  <a:lnTo>
                    <a:pt x="655014" y="57493"/>
                  </a:lnTo>
                  <a:lnTo>
                    <a:pt x="655267" y="58782"/>
                  </a:lnTo>
                  <a:lnTo>
                    <a:pt x="656073" y="59409"/>
                  </a:lnTo>
                  <a:lnTo>
                    <a:pt x="656455" y="60574"/>
                  </a:lnTo>
                  <a:lnTo>
                    <a:pt x="656409" y="62276"/>
                  </a:lnTo>
                  <a:lnTo>
                    <a:pt x="656725" y="63334"/>
                  </a:lnTo>
                  <a:lnTo>
                    <a:pt x="656977" y="64459"/>
                  </a:lnTo>
                  <a:lnTo>
                    <a:pt x="656804" y="66211"/>
                  </a:lnTo>
                  <a:lnTo>
                    <a:pt x="657059" y="67792"/>
                  </a:lnTo>
                  <a:lnTo>
                    <a:pt x="657470" y="68715"/>
                  </a:lnTo>
                  <a:lnTo>
                    <a:pt x="657764" y="70424"/>
                  </a:lnTo>
                  <a:lnTo>
                    <a:pt x="657928" y="72556"/>
                  </a:lnTo>
                  <a:lnTo>
                    <a:pt x="659107" y="75932"/>
                  </a:lnTo>
                  <a:lnTo>
                    <a:pt x="661302" y="80555"/>
                  </a:lnTo>
                  <a:lnTo>
                    <a:pt x="662644" y="84145"/>
                  </a:lnTo>
                  <a:lnTo>
                    <a:pt x="663136" y="86705"/>
                  </a:lnTo>
                  <a:lnTo>
                    <a:pt x="663139" y="88810"/>
                  </a:lnTo>
                  <a:lnTo>
                    <a:pt x="662659" y="90462"/>
                  </a:lnTo>
                  <a:lnTo>
                    <a:pt x="662632" y="91664"/>
                  </a:lnTo>
                  <a:lnTo>
                    <a:pt x="663061" y="92415"/>
                  </a:lnTo>
                  <a:lnTo>
                    <a:pt x="663189" y="93434"/>
                  </a:lnTo>
                  <a:lnTo>
                    <a:pt x="663017" y="94718"/>
                  </a:lnTo>
                  <a:lnTo>
                    <a:pt x="663733" y="96242"/>
                  </a:lnTo>
                  <a:lnTo>
                    <a:pt x="666139" y="98889"/>
                  </a:lnTo>
                  <a:lnTo>
                    <a:pt x="665177" y="102946"/>
                  </a:lnTo>
                  <a:lnTo>
                    <a:pt x="664924" y="105802"/>
                  </a:lnTo>
                  <a:lnTo>
                    <a:pt x="665056" y="108804"/>
                  </a:lnTo>
                  <a:lnTo>
                    <a:pt x="665652" y="110921"/>
                  </a:lnTo>
                  <a:lnTo>
                    <a:pt x="666712" y="112150"/>
                  </a:lnTo>
                  <a:lnTo>
                    <a:pt x="667372" y="113434"/>
                  </a:lnTo>
                  <a:lnTo>
                    <a:pt x="667631" y="114770"/>
                  </a:lnTo>
                  <a:lnTo>
                    <a:pt x="668903" y="116231"/>
                  </a:lnTo>
                  <a:lnTo>
                    <a:pt x="671190" y="117812"/>
                  </a:lnTo>
                  <a:lnTo>
                    <a:pt x="674121" y="118087"/>
                  </a:lnTo>
                  <a:lnTo>
                    <a:pt x="677695" y="117054"/>
                  </a:lnTo>
                  <a:lnTo>
                    <a:pt x="679882" y="116880"/>
                  </a:lnTo>
                  <a:lnTo>
                    <a:pt x="680685" y="117565"/>
                  </a:lnTo>
                  <a:lnTo>
                    <a:pt x="680956" y="118603"/>
                  </a:lnTo>
                  <a:lnTo>
                    <a:pt x="680701" y="119995"/>
                  </a:lnTo>
                  <a:lnTo>
                    <a:pt x="681306" y="120910"/>
                  </a:lnTo>
                  <a:lnTo>
                    <a:pt x="682773" y="121348"/>
                  </a:lnTo>
                  <a:lnTo>
                    <a:pt x="683786" y="122225"/>
                  </a:lnTo>
                  <a:lnTo>
                    <a:pt x="684339" y="123543"/>
                  </a:lnTo>
                  <a:lnTo>
                    <a:pt x="685017" y="123915"/>
                  </a:lnTo>
                  <a:lnTo>
                    <a:pt x="685820" y="123344"/>
                  </a:lnTo>
                  <a:lnTo>
                    <a:pt x="686601" y="123424"/>
                  </a:lnTo>
                  <a:lnTo>
                    <a:pt x="687359" y="124157"/>
                  </a:lnTo>
                  <a:lnTo>
                    <a:pt x="687855" y="123906"/>
                  </a:lnTo>
                  <a:lnTo>
                    <a:pt x="688282" y="123106"/>
                  </a:lnTo>
                  <a:lnTo>
                    <a:pt x="688973" y="123106"/>
                  </a:lnTo>
                  <a:lnTo>
                    <a:pt x="689682" y="123124"/>
                  </a:lnTo>
                  <a:lnTo>
                    <a:pt x="690121" y="125056"/>
                  </a:lnTo>
                  <a:lnTo>
                    <a:pt x="690833" y="126143"/>
                  </a:lnTo>
                  <a:lnTo>
                    <a:pt x="691816" y="126384"/>
                  </a:lnTo>
                  <a:lnTo>
                    <a:pt x="693315" y="128737"/>
                  </a:lnTo>
                  <a:lnTo>
                    <a:pt x="696333" y="135433"/>
                  </a:lnTo>
                  <a:lnTo>
                    <a:pt x="698293" y="137815"/>
                  </a:lnTo>
                  <a:lnTo>
                    <a:pt x="700259" y="138563"/>
                  </a:lnTo>
                  <a:lnTo>
                    <a:pt x="702700" y="138715"/>
                  </a:lnTo>
                  <a:lnTo>
                    <a:pt x="703491" y="141315"/>
                  </a:lnTo>
                  <a:lnTo>
                    <a:pt x="702855" y="144066"/>
                  </a:lnTo>
                  <a:lnTo>
                    <a:pt x="702688" y="146360"/>
                  </a:lnTo>
                  <a:lnTo>
                    <a:pt x="703245" y="147182"/>
                  </a:lnTo>
                  <a:lnTo>
                    <a:pt x="704009" y="149879"/>
                  </a:lnTo>
                  <a:lnTo>
                    <a:pt x="705091" y="151446"/>
                  </a:lnTo>
                  <a:lnTo>
                    <a:pt x="705296" y="152685"/>
                  </a:lnTo>
                  <a:lnTo>
                    <a:pt x="705800" y="154072"/>
                  </a:lnTo>
                  <a:lnTo>
                    <a:pt x="705589" y="156640"/>
                  </a:lnTo>
                  <a:lnTo>
                    <a:pt x="704662" y="160391"/>
                  </a:lnTo>
                  <a:lnTo>
                    <a:pt x="704915" y="163594"/>
                  </a:lnTo>
                  <a:lnTo>
                    <a:pt x="706347" y="166247"/>
                  </a:lnTo>
                  <a:lnTo>
                    <a:pt x="707171" y="168804"/>
                  </a:lnTo>
                  <a:lnTo>
                    <a:pt x="707386" y="171260"/>
                  </a:lnTo>
                  <a:lnTo>
                    <a:pt x="707745" y="172752"/>
                  </a:lnTo>
                  <a:lnTo>
                    <a:pt x="708248" y="173280"/>
                  </a:lnTo>
                  <a:lnTo>
                    <a:pt x="709719" y="173097"/>
                  </a:lnTo>
                  <a:lnTo>
                    <a:pt x="712155" y="172205"/>
                  </a:lnTo>
                  <a:lnTo>
                    <a:pt x="713944" y="172359"/>
                  </a:lnTo>
                  <a:lnTo>
                    <a:pt x="715085" y="173558"/>
                  </a:lnTo>
                  <a:lnTo>
                    <a:pt x="717905" y="173603"/>
                  </a:lnTo>
                  <a:lnTo>
                    <a:pt x="722403" y="172496"/>
                  </a:lnTo>
                  <a:lnTo>
                    <a:pt x="725246" y="172156"/>
                  </a:lnTo>
                  <a:lnTo>
                    <a:pt x="726432" y="172584"/>
                  </a:lnTo>
                  <a:lnTo>
                    <a:pt x="727488" y="171003"/>
                  </a:lnTo>
                  <a:lnTo>
                    <a:pt x="728414" y="167410"/>
                  </a:lnTo>
                  <a:lnTo>
                    <a:pt x="729282" y="165721"/>
                  </a:lnTo>
                  <a:lnTo>
                    <a:pt x="730091" y="165933"/>
                  </a:lnTo>
                  <a:lnTo>
                    <a:pt x="731378" y="164780"/>
                  </a:lnTo>
                  <a:lnTo>
                    <a:pt x="733143" y="162260"/>
                  </a:lnTo>
                  <a:lnTo>
                    <a:pt x="734672" y="161040"/>
                  </a:lnTo>
                  <a:lnTo>
                    <a:pt x="736611" y="161163"/>
                  </a:lnTo>
                  <a:lnTo>
                    <a:pt x="738674" y="161291"/>
                  </a:lnTo>
                  <a:lnTo>
                    <a:pt x="739968" y="160232"/>
                  </a:lnTo>
                  <a:lnTo>
                    <a:pt x="741184" y="158025"/>
                  </a:lnTo>
                  <a:lnTo>
                    <a:pt x="743287" y="156074"/>
                  </a:lnTo>
                  <a:lnTo>
                    <a:pt x="747774" y="153528"/>
                  </a:lnTo>
                  <a:lnTo>
                    <a:pt x="748854" y="153128"/>
                  </a:lnTo>
                  <a:lnTo>
                    <a:pt x="749368" y="153264"/>
                  </a:lnTo>
                  <a:lnTo>
                    <a:pt x="750863" y="153663"/>
                  </a:lnTo>
                  <a:lnTo>
                    <a:pt x="752189" y="154656"/>
                  </a:lnTo>
                  <a:lnTo>
                    <a:pt x="753443" y="156660"/>
                  </a:lnTo>
                  <a:lnTo>
                    <a:pt x="753636" y="157944"/>
                  </a:lnTo>
                  <a:lnTo>
                    <a:pt x="753494" y="159632"/>
                  </a:lnTo>
                  <a:lnTo>
                    <a:pt x="753221" y="160612"/>
                  </a:lnTo>
                  <a:lnTo>
                    <a:pt x="752704" y="161713"/>
                  </a:lnTo>
                  <a:lnTo>
                    <a:pt x="752219" y="163497"/>
                  </a:lnTo>
                  <a:lnTo>
                    <a:pt x="752531" y="164896"/>
                  </a:lnTo>
                  <a:lnTo>
                    <a:pt x="753259" y="167878"/>
                  </a:lnTo>
                  <a:lnTo>
                    <a:pt x="753855" y="170031"/>
                  </a:lnTo>
                  <a:lnTo>
                    <a:pt x="754518" y="172571"/>
                  </a:lnTo>
                  <a:lnTo>
                    <a:pt x="754219" y="173486"/>
                  </a:lnTo>
                  <a:lnTo>
                    <a:pt x="753820" y="175248"/>
                  </a:lnTo>
                  <a:lnTo>
                    <a:pt x="752591" y="178232"/>
                  </a:lnTo>
                  <a:lnTo>
                    <a:pt x="751921" y="179376"/>
                  </a:lnTo>
                  <a:lnTo>
                    <a:pt x="751201" y="180492"/>
                  </a:lnTo>
                  <a:lnTo>
                    <a:pt x="749954" y="180762"/>
                  </a:lnTo>
                  <a:lnTo>
                    <a:pt x="749423" y="181021"/>
                  </a:lnTo>
                  <a:lnTo>
                    <a:pt x="748823" y="181491"/>
                  </a:lnTo>
                  <a:lnTo>
                    <a:pt x="748443" y="182550"/>
                  </a:lnTo>
                  <a:lnTo>
                    <a:pt x="748013" y="183292"/>
                  </a:lnTo>
                  <a:lnTo>
                    <a:pt x="747303" y="184782"/>
                  </a:lnTo>
                  <a:lnTo>
                    <a:pt x="747245" y="186066"/>
                  </a:lnTo>
                  <a:lnTo>
                    <a:pt x="747570" y="187972"/>
                  </a:lnTo>
                  <a:lnTo>
                    <a:pt x="747729" y="189927"/>
                  </a:lnTo>
                  <a:lnTo>
                    <a:pt x="746924" y="191673"/>
                  </a:lnTo>
                  <a:lnTo>
                    <a:pt x="746301" y="194358"/>
                  </a:lnTo>
                  <a:lnTo>
                    <a:pt x="746115" y="195166"/>
                  </a:lnTo>
                  <a:lnTo>
                    <a:pt x="745802" y="197199"/>
                  </a:lnTo>
                  <a:lnTo>
                    <a:pt x="745710" y="197903"/>
                  </a:lnTo>
                  <a:lnTo>
                    <a:pt x="745514" y="202187"/>
                  </a:lnTo>
                  <a:lnTo>
                    <a:pt x="744710" y="205110"/>
                  </a:lnTo>
                  <a:lnTo>
                    <a:pt x="743588" y="208512"/>
                  </a:lnTo>
                  <a:lnTo>
                    <a:pt x="743836" y="210538"/>
                  </a:lnTo>
                  <a:lnTo>
                    <a:pt x="744034" y="212418"/>
                  </a:lnTo>
                  <a:lnTo>
                    <a:pt x="743757" y="213331"/>
                  </a:lnTo>
                  <a:lnTo>
                    <a:pt x="743689" y="214128"/>
                  </a:lnTo>
                  <a:lnTo>
                    <a:pt x="743523" y="215940"/>
                  </a:lnTo>
                  <a:lnTo>
                    <a:pt x="743171" y="216634"/>
                  </a:lnTo>
                  <a:lnTo>
                    <a:pt x="742152" y="217766"/>
                  </a:lnTo>
                  <a:lnTo>
                    <a:pt x="741541" y="219131"/>
                  </a:lnTo>
                  <a:lnTo>
                    <a:pt x="741670" y="221203"/>
                  </a:lnTo>
                  <a:lnTo>
                    <a:pt x="741356" y="222997"/>
                  </a:lnTo>
                  <a:lnTo>
                    <a:pt x="740889" y="224584"/>
                  </a:lnTo>
                  <a:lnTo>
                    <a:pt x="740397" y="225615"/>
                  </a:lnTo>
                  <a:lnTo>
                    <a:pt x="739696" y="226281"/>
                  </a:lnTo>
                  <a:lnTo>
                    <a:pt x="739226" y="226842"/>
                  </a:lnTo>
                  <a:lnTo>
                    <a:pt x="738875" y="228862"/>
                  </a:lnTo>
                  <a:lnTo>
                    <a:pt x="738765" y="230421"/>
                  </a:lnTo>
                  <a:lnTo>
                    <a:pt x="738436" y="231975"/>
                  </a:lnTo>
                  <a:lnTo>
                    <a:pt x="738640" y="233567"/>
                  </a:lnTo>
                  <a:lnTo>
                    <a:pt x="738280" y="234942"/>
                  </a:lnTo>
                  <a:lnTo>
                    <a:pt x="737281" y="235901"/>
                  </a:lnTo>
                  <a:lnTo>
                    <a:pt x="736714" y="236467"/>
                  </a:lnTo>
                  <a:lnTo>
                    <a:pt x="736189" y="236698"/>
                  </a:lnTo>
                  <a:lnTo>
                    <a:pt x="735190" y="238188"/>
                  </a:lnTo>
                  <a:lnTo>
                    <a:pt x="734293" y="243312"/>
                  </a:lnTo>
                  <a:lnTo>
                    <a:pt x="734090" y="246295"/>
                  </a:lnTo>
                  <a:lnTo>
                    <a:pt x="734295" y="248947"/>
                  </a:lnTo>
                  <a:lnTo>
                    <a:pt x="733039" y="250607"/>
                  </a:lnTo>
                  <a:lnTo>
                    <a:pt x="732105" y="251925"/>
                  </a:lnTo>
                  <a:lnTo>
                    <a:pt x="731522" y="251449"/>
                  </a:lnTo>
                  <a:lnTo>
                    <a:pt x="730904" y="251003"/>
                  </a:lnTo>
                  <a:lnTo>
                    <a:pt x="729478" y="250429"/>
                  </a:lnTo>
                  <a:lnTo>
                    <a:pt x="728768" y="250041"/>
                  </a:lnTo>
                  <a:lnTo>
                    <a:pt x="727329" y="249181"/>
                  </a:lnTo>
                  <a:lnTo>
                    <a:pt x="725034" y="248083"/>
                  </a:lnTo>
                  <a:lnTo>
                    <a:pt x="722792" y="246803"/>
                  </a:lnTo>
                  <a:lnTo>
                    <a:pt x="721386" y="246132"/>
                  </a:lnTo>
                  <a:lnTo>
                    <a:pt x="720277" y="245600"/>
                  </a:lnTo>
                  <a:lnTo>
                    <a:pt x="719435" y="244721"/>
                  </a:lnTo>
                  <a:lnTo>
                    <a:pt x="718726" y="243151"/>
                  </a:lnTo>
                  <a:lnTo>
                    <a:pt x="718024" y="243789"/>
                  </a:lnTo>
                  <a:lnTo>
                    <a:pt x="717372" y="245640"/>
                  </a:lnTo>
                  <a:lnTo>
                    <a:pt x="716285" y="246741"/>
                  </a:lnTo>
                  <a:lnTo>
                    <a:pt x="715791" y="248774"/>
                  </a:lnTo>
                  <a:lnTo>
                    <a:pt x="715356" y="250338"/>
                  </a:lnTo>
                  <a:lnTo>
                    <a:pt x="714230" y="252422"/>
                  </a:lnTo>
                  <a:lnTo>
                    <a:pt x="713729" y="253282"/>
                  </a:lnTo>
                  <a:lnTo>
                    <a:pt x="711525" y="254697"/>
                  </a:lnTo>
                  <a:lnTo>
                    <a:pt x="711027" y="255169"/>
                  </a:lnTo>
                  <a:lnTo>
                    <a:pt x="709231" y="255469"/>
                  </a:lnTo>
                  <a:lnTo>
                    <a:pt x="708622" y="256094"/>
                  </a:lnTo>
                  <a:lnTo>
                    <a:pt x="707988" y="257410"/>
                  </a:lnTo>
                  <a:lnTo>
                    <a:pt x="707817" y="258721"/>
                  </a:lnTo>
                  <a:lnTo>
                    <a:pt x="708263" y="260102"/>
                  </a:lnTo>
                  <a:lnTo>
                    <a:pt x="708963" y="262866"/>
                  </a:lnTo>
                  <a:lnTo>
                    <a:pt x="709287" y="264758"/>
                  </a:lnTo>
                  <a:lnTo>
                    <a:pt x="709767" y="268495"/>
                  </a:lnTo>
                  <a:lnTo>
                    <a:pt x="711365" y="280244"/>
                  </a:lnTo>
                  <a:lnTo>
                    <a:pt x="710846" y="282272"/>
                  </a:lnTo>
                  <a:lnTo>
                    <a:pt x="710365" y="291083"/>
                  </a:lnTo>
                  <a:lnTo>
                    <a:pt x="710480" y="292675"/>
                  </a:lnTo>
                  <a:lnTo>
                    <a:pt x="710437" y="295151"/>
                  </a:lnTo>
                  <a:lnTo>
                    <a:pt x="710466" y="296969"/>
                  </a:lnTo>
                  <a:lnTo>
                    <a:pt x="710796" y="297416"/>
                  </a:lnTo>
                  <a:lnTo>
                    <a:pt x="711225" y="298048"/>
                  </a:lnTo>
                  <a:lnTo>
                    <a:pt x="711445" y="299111"/>
                  </a:lnTo>
                  <a:lnTo>
                    <a:pt x="711390" y="300736"/>
                  </a:lnTo>
                  <a:lnTo>
                    <a:pt x="711168" y="301931"/>
                  </a:lnTo>
                  <a:lnTo>
                    <a:pt x="710830" y="304291"/>
                  </a:lnTo>
                  <a:lnTo>
                    <a:pt x="710381" y="307706"/>
                  </a:lnTo>
                  <a:lnTo>
                    <a:pt x="709887" y="309024"/>
                  </a:lnTo>
                  <a:lnTo>
                    <a:pt x="709559" y="310062"/>
                  </a:lnTo>
                  <a:lnTo>
                    <a:pt x="709278" y="310782"/>
                  </a:lnTo>
                  <a:lnTo>
                    <a:pt x="709245" y="313199"/>
                  </a:lnTo>
                  <a:lnTo>
                    <a:pt x="709061" y="314796"/>
                  </a:lnTo>
                  <a:lnTo>
                    <a:pt x="708283" y="315362"/>
                  </a:lnTo>
                  <a:lnTo>
                    <a:pt x="707510" y="316288"/>
                  </a:lnTo>
                  <a:lnTo>
                    <a:pt x="706593" y="315946"/>
                  </a:lnTo>
                  <a:lnTo>
                    <a:pt x="705788" y="316138"/>
                  </a:lnTo>
                  <a:lnTo>
                    <a:pt x="704790" y="316759"/>
                  </a:lnTo>
                  <a:lnTo>
                    <a:pt x="702998" y="317474"/>
                  </a:lnTo>
                  <a:lnTo>
                    <a:pt x="701958" y="318435"/>
                  </a:lnTo>
                  <a:lnTo>
                    <a:pt x="701461" y="319135"/>
                  </a:lnTo>
                  <a:lnTo>
                    <a:pt x="701117" y="319973"/>
                  </a:lnTo>
                  <a:lnTo>
                    <a:pt x="701057" y="320777"/>
                  </a:lnTo>
                  <a:lnTo>
                    <a:pt x="701295" y="321200"/>
                  </a:lnTo>
                  <a:lnTo>
                    <a:pt x="702299" y="321531"/>
                  </a:lnTo>
                  <a:lnTo>
                    <a:pt x="702990" y="323041"/>
                  </a:lnTo>
                  <a:lnTo>
                    <a:pt x="703087" y="324693"/>
                  </a:lnTo>
                  <a:close/>
                </a:path>
              </a:pathLst>
            </a:custGeom>
            <a:solidFill>
              <a:srgbClr val="FCFDF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4"/>
            <p:cNvSpPr/>
            <p:nvPr/>
          </p:nvSpPr>
          <p:spPr>
            <a:xfrm>
              <a:off x="3323961" y="3481975"/>
              <a:ext cx="1970" cy="1729"/>
            </a:xfrm>
            <a:custGeom>
              <a:avLst/>
              <a:pathLst>
                <a:path w="1970" h="1729">
                  <a:moveTo>
                    <a:pt x="1970" y="558"/>
                  </a:moveTo>
                  <a:lnTo>
                    <a:pt x="1633" y="1729"/>
                  </a:lnTo>
                  <a:lnTo>
                    <a:pt x="0" y="979"/>
                  </a:lnTo>
                  <a:lnTo>
                    <a:pt x="388" y="0"/>
                  </a:lnTo>
                  <a:close/>
                </a:path>
              </a:pathLst>
            </a:custGeom>
            <a:solidFill>
              <a:srgbClr val="FFEFE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5"/>
            <p:cNvSpPr/>
            <p:nvPr/>
          </p:nvSpPr>
          <p:spPr>
            <a:xfrm>
              <a:off x="3257854" y="3317184"/>
              <a:ext cx="75244" cy="188308"/>
            </a:xfrm>
            <a:custGeom>
              <a:avLst/>
              <a:pathLst>
                <a:path w="75244" h="188308">
                  <a:moveTo>
                    <a:pt x="38007" y="8807"/>
                  </a:moveTo>
                  <a:lnTo>
                    <a:pt x="38775" y="10770"/>
                  </a:lnTo>
                  <a:lnTo>
                    <a:pt x="39750" y="12116"/>
                  </a:lnTo>
                  <a:lnTo>
                    <a:pt x="41230" y="11949"/>
                  </a:lnTo>
                  <a:lnTo>
                    <a:pt x="42304" y="12748"/>
                  </a:lnTo>
                  <a:lnTo>
                    <a:pt x="43235" y="14256"/>
                  </a:lnTo>
                  <a:lnTo>
                    <a:pt x="43858" y="17603"/>
                  </a:lnTo>
                  <a:lnTo>
                    <a:pt x="44540" y="20022"/>
                  </a:lnTo>
                  <a:lnTo>
                    <a:pt x="44838" y="23461"/>
                  </a:lnTo>
                  <a:lnTo>
                    <a:pt x="45914" y="25268"/>
                  </a:lnTo>
                  <a:lnTo>
                    <a:pt x="46756" y="26089"/>
                  </a:lnTo>
                  <a:lnTo>
                    <a:pt x="47900" y="28589"/>
                  </a:lnTo>
                  <a:lnTo>
                    <a:pt x="49084" y="29859"/>
                  </a:lnTo>
                  <a:lnTo>
                    <a:pt x="50308" y="29566"/>
                  </a:lnTo>
                  <a:lnTo>
                    <a:pt x="50880" y="30873"/>
                  </a:lnTo>
                  <a:lnTo>
                    <a:pt x="51794" y="31796"/>
                  </a:lnTo>
                  <a:lnTo>
                    <a:pt x="52707" y="31864"/>
                  </a:lnTo>
                  <a:lnTo>
                    <a:pt x="53510" y="28982"/>
                  </a:lnTo>
                  <a:lnTo>
                    <a:pt x="54571" y="27845"/>
                  </a:lnTo>
                  <a:lnTo>
                    <a:pt x="57257" y="25543"/>
                  </a:lnTo>
                  <a:lnTo>
                    <a:pt x="58317" y="24500"/>
                  </a:lnTo>
                  <a:lnTo>
                    <a:pt x="59390" y="23842"/>
                  </a:lnTo>
                  <a:lnTo>
                    <a:pt x="61975" y="23631"/>
                  </a:lnTo>
                  <a:lnTo>
                    <a:pt x="64380" y="24341"/>
                  </a:lnTo>
                  <a:lnTo>
                    <a:pt x="65572" y="24875"/>
                  </a:lnTo>
                  <a:lnTo>
                    <a:pt x="66388" y="24484"/>
                  </a:lnTo>
                  <a:lnTo>
                    <a:pt x="67164" y="25852"/>
                  </a:lnTo>
                  <a:lnTo>
                    <a:pt x="67964" y="28720"/>
                  </a:lnTo>
                  <a:lnTo>
                    <a:pt x="68620" y="29642"/>
                  </a:lnTo>
                  <a:lnTo>
                    <a:pt x="69291" y="30634"/>
                  </a:lnTo>
                  <a:lnTo>
                    <a:pt x="69786" y="32897"/>
                  </a:lnTo>
                  <a:lnTo>
                    <a:pt x="70370" y="35147"/>
                  </a:lnTo>
                  <a:lnTo>
                    <a:pt x="70687" y="36142"/>
                  </a:lnTo>
                  <a:lnTo>
                    <a:pt x="71408" y="38361"/>
                  </a:lnTo>
                  <a:lnTo>
                    <a:pt x="72027" y="38394"/>
                  </a:lnTo>
                  <a:lnTo>
                    <a:pt x="72636" y="37436"/>
                  </a:lnTo>
                  <a:lnTo>
                    <a:pt x="72900" y="36721"/>
                  </a:lnTo>
                  <a:lnTo>
                    <a:pt x="73020" y="38187"/>
                  </a:lnTo>
                  <a:lnTo>
                    <a:pt x="72777" y="40562"/>
                  </a:lnTo>
                  <a:lnTo>
                    <a:pt x="72826" y="42030"/>
                  </a:lnTo>
                  <a:lnTo>
                    <a:pt x="73167" y="42593"/>
                  </a:lnTo>
                  <a:lnTo>
                    <a:pt x="72982" y="44485"/>
                  </a:lnTo>
                  <a:lnTo>
                    <a:pt x="72272" y="47705"/>
                  </a:lnTo>
                  <a:lnTo>
                    <a:pt x="72269" y="49611"/>
                  </a:lnTo>
                  <a:lnTo>
                    <a:pt x="72973" y="50203"/>
                  </a:lnTo>
                  <a:lnTo>
                    <a:pt x="73475" y="52227"/>
                  </a:lnTo>
                  <a:lnTo>
                    <a:pt x="73775" y="55684"/>
                  </a:lnTo>
                  <a:lnTo>
                    <a:pt x="74078" y="56841"/>
                  </a:lnTo>
                  <a:lnTo>
                    <a:pt x="74107" y="57552"/>
                  </a:lnTo>
                  <a:lnTo>
                    <a:pt x="74614" y="65925"/>
                  </a:lnTo>
                  <a:lnTo>
                    <a:pt x="75244" y="74325"/>
                  </a:lnTo>
                  <a:lnTo>
                    <a:pt x="74844" y="75422"/>
                  </a:lnTo>
                  <a:lnTo>
                    <a:pt x="74295" y="75742"/>
                  </a:lnTo>
                  <a:lnTo>
                    <a:pt x="73938" y="76133"/>
                  </a:lnTo>
                  <a:lnTo>
                    <a:pt x="73836" y="76915"/>
                  </a:lnTo>
                  <a:lnTo>
                    <a:pt x="74070" y="78064"/>
                  </a:lnTo>
                  <a:lnTo>
                    <a:pt x="73917" y="79114"/>
                  </a:lnTo>
                  <a:lnTo>
                    <a:pt x="73233" y="79837"/>
                  </a:lnTo>
                  <a:lnTo>
                    <a:pt x="71741" y="82505"/>
                  </a:lnTo>
                  <a:lnTo>
                    <a:pt x="71637" y="83566"/>
                  </a:lnTo>
                  <a:lnTo>
                    <a:pt x="71243" y="85840"/>
                  </a:lnTo>
                  <a:lnTo>
                    <a:pt x="70912" y="87228"/>
                  </a:lnTo>
                  <a:lnTo>
                    <a:pt x="70426" y="89801"/>
                  </a:lnTo>
                  <a:lnTo>
                    <a:pt x="69651" y="96611"/>
                  </a:lnTo>
                  <a:lnTo>
                    <a:pt x="69365" y="102252"/>
                  </a:lnTo>
                  <a:lnTo>
                    <a:pt x="69322" y="103988"/>
                  </a:lnTo>
                  <a:lnTo>
                    <a:pt x="69021" y="105203"/>
                  </a:lnTo>
                  <a:lnTo>
                    <a:pt x="68681" y="106952"/>
                  </a:lnTo>
                  <a:lnTo>
                    <a:pt x="67062" y="111787"/>
                  </a:lnTo>
                  <a:lnTo>
                    <a:pt x="66237" y="115739"/>
                  </a:lnTo>
                  <a:lnTo>
                    <a:pt x="66344" y="117456"/>
                  </a:lnTo>
                  <a:lnTo>
                    <a:pt x="66381" y="119180"/>
                  </a:lnTo>
                  <a:lnTo>
                    <a:pt x="66137" y="120423"/>
                  </a:lnTo>
                  <a:lnTo>
                    <a:pt x="66181" y="123764"/>
                  </a:lnTo>
                  <a:lnTo>
                    <a:pt x="66382" y="126558"/>
                  </a:lnTo>
                  <a:lnTo>
                    <a:pt x="66671" y="129301"/>
                  </a:lnTo>
                  <a:lnTo>
                    <a:pt x="67844" y="137061"/>
                  </a:lnTo>
                  <a:lnTo>
                    <a:pt x="68454" y="141770"/>
                  </a:lnTo>
                  <a:lnTo>
                    <a:pt x="68834" y="145568"/>
                  </a:lnTo>
                  <a:lnTo>
                    <a:pt x="69168" y="148121"/>
                  </a:lnTo>
                  <a:lnTo>
                    <a:pt x="69482" y="149157"/>
                  </a:lnTo>
                  <a:lnTo>
                    <a:pt x="69612" y="150140"/>
                  </a:lnTo>
                  <a:lnTo>
                    <a:pt x="71353" y="150844"/>
                  </a:lnTo>
                  <a:lnTo>
                    <a:pt x="71693" y="151408"/>
                  </a:lnTo>
                  <a:lnTo>
                    <a:pt x="72170" y="156360"/>
                  </a:lnTo>
                  <a:lnTo>
                    <a:pt x="72084" y="158593"/>
                  </a:lnTo>
                  <a:lnTo>
                    <a:pt x="71743" y="159442"/>
                  </a:lnTo>
                  <a:lnTo>
                    <a:pt x="71754" y="161336"/>
                  </a:lnTo>
                  <a:lnTo>
                    <a:pt x="71673" y="163688"/>
                  </a:lnTo>
                  <a:lnTo>
                    <a:pt x="71421" y="164619"/>
                  </a:lnTo>
                  <a:lnTo>
                    <a:pt x="70446" y="164737"/>
                  </a:lnTo>
                  <a:lnTo>
                    <a:pt x="69784" y="165629"/>
                  </a:lnTo>
                  <a:lnTo>
                    <a:pt x="68910" y="165275"/>
                  </a:lnTo>
                  <a:lnTo>
                    <a:pt x="68827" y="164692"/>
                  </a:lnTo>
                  <a:lnTo>
                    <a:pt x="68357" y="164480"/>
                  </a:lnTo>
                  <a:lnTo>
                    <a:pt x="67065" y="163141"/>
                  </a:lnTo>
                  <a:lnTo>
                    <a:pt x="67278" y="158849"/>
                  </a:lnTo>
                  <a:lnTo>
                    <a:pt x="66679" y="158665"/>
                  </a:lnTo>
                  <a:lnTo>
                    <a:pt x="66215" y="159230"/>
                  </a:lnTo>
                  <a:lnTo>
                    <a:pt x="65296" y="164389"/>
                  </a:lnTo>
                  <a:lnTo>
                    <a:pt x="64858" y="165279"/>
                  </a:lnTo>
                  <a:lnTo>
                    <a:pt x="58403" y="162619"/>
                  </a:lnTo>
                  <a:lnTo>
                    <a:pt x="57002" y="160478"/>
                  </a:lnTo>
                  <a:lnTo>
                    <a:pt x="55324" y="159989"/>
                  </a:lnTo>
                  <a:lnTo>
                    <a:pt x="52398" y="160234"/>
                  </a:lnTo>
                  <a:lnTo>
                    <a:pt x="49985" y="160870"/>
                  </a:lnTo>
                  <a:lnTo>
                    <a:pt x="49293" y="162170"/>
                  </a:lnTo>
                  <a:lnTo>
                    <a:pt x="55385" y="161410"/>
                  </a:lnTo>
                  <a:lnTo>
                    <a:pt x="56041" y="161557"/>
                  </a:lnTo>
                  <a:lnTo>
                    <a:pt x="56348" y="162340"/>
                  </a:lnTo>
                  <a:lnTo>
                    <a:pt x="48644" y="164041"/>
                  </a:lnTo>
                  <a:lnTo>
                    <a:pt x="45704" y="165053"/>
                  </a:lnTo>
                  <a:lnTo>
                    <a:pt x="44836" y="164774"/>
                  </a:lnTo>
                  <a:lnTo>
                    <a:pt x="44175" y="163124"/>
                  </a:lnTo>
                  <a:lnTo>
                    <a:pt x="40982" y="162928"/>
                  </a:lnTo>
                  <a:lnTo>
                    <a:pt x="40327" y="163467"/>
                  </a:lnTo>
                  <a:lnTo>
                    <a:pt x="39932" y="164685"/>
                  </a:lnTo>
                  <a:lnTo>
                    <a:pt x="41187" y="164421"/>
                  </a:lnTo>
                  <a:lnTo>
                    <a:pt x="43173" y="164349"/>
                  </a:lnTo>
                  <a:lnTo>
                    <a:pt x="43704" y="165279"/>
                  </a:lnTo>
                  <a:lnTo>
                    <a:pt x="37498" y="166497"/>
                  </a:lnTo>
                  <a:lnTo>
                    <a:pt x="33191" y="168817"/>
                  </a:lnTo>
                  <a:lnTo>
                    <a:pt x="31365" y="170534"/>
                  </a:lnTo>
                  <a:lnTo>
                    <a:pt x="25359" y="176180"/>
                  </a:lnTo>
                  <a:lnTo>
                    <a:pt x="21698" y="178848"/>
                  </a:lnTo>
                  <a:lnTo>
                    <a:pt x="20739" y="179827"/>
                  </a:lnTo>
                  <a:lnTo>
                    <a:pt x="19072" y="182593"/>
                  </a:lnTo>
                  <a:lnTo>
                    <a:pt x="16932" y="184329"/>
                  </a:lnTo>
                  <a:lnTo>
                    <a:pt x="14530" y="187578"/>
                  </a:lnTo>
                  <a:lnTo>
                    <a:pt x="13062" y="188308"/>
                  </a:lnTo>
                  <a:lnTo>
                    <a:pt x="12734" y="187271"/>
                  </a:lnTo>
                  <a:lnTo>
                    <a:pt x="12696" y="181778"/>
                  </a:lnTo>
                  <a:lnTo>
                    <a:pt x="12492" y="174414"/>
                  </a:lnTo>
                  <a:lnTo>
                    <a:pt x="12568" y="171600"/>
                  </a:lnTo>
                  <a:lnTo>
                    <a:pt x="12762" y="168950"/>
                  </a:lnTo>
                  <a:lnTo>
                    <a:pt x="12767" y="166757"/>
                  </a:lnTo>
                  <a:lnTo>
                    <a:pt x="13497" y="165934"/>
                  </a:lnTo>
                  <a:lnTo>
                    <a:pt x="13690" y="165010"/>
                  </a:lnTo>
                  <a:lnTo>
                    <a:pt x="13800" y="162154"/>
                  </a:lnTo>
                  <a:lnTo>
                    <a:pt x="14483" y="159551"/>
                  </a:lnTo>
                  <a:lnTo>
                    <a:pt x="14495" y="155019"/>
                  </a:lnTo>
                  <a:lnTo>
                    <a:pt x="14698" y="154073"/>
                  </a:lnTo>
                  <a:lnTo>
                    <a:pt x="14852" y="152871"/>
                  </a:lnTo>
                  <a:lnTo>
                    <a:pt x="14558" y="149895"/>
                  </a:lnTo>
                  <a:lnTo>
                    <a:pt x="14180" y="144280"/>
                  </a:lnTo>
                  <a:lnTo>
                    <a:pt x="13994" y="143914"/>
                  </a:lnTo>
                  <a:lnTo>
                    <a:pt x="13829" y="144156"/>
                  </a:lnTo>
                  <a:lnTo>
                    <a:pt x="13446" y="144259"/>
                  </a:lnTo>
                  <a:lnTo>
                    <a:pt x="11937" y="142318"/>
                  </a:lnTo>
                  <a:lnTo>
                    <a:pt x="10775" y="141984"/>
                  </a:lnTo>
                  <a:lnTo>
                    <a:pt x="9958" y="140327"/>
                  </a:lnTo>
                  <a:lnTo>
                    <a:pt x="9904" y="138441"/>
                  </a:lnTo>
                  <a:lnTo>
                    <a:pt x="9505" y="137335"/>
                  </a:lnTo>
                  <a:lnTo>
                    <a:pt x="9230" y="135155"/>
                  </a:lnTo>
                  <a:lnTo>
                    <a:pt x="8822" y="132651"/>
                  </a:lnTo>
                  <a:lnTo>
                    <a:pt x="7675" y="131136"/>
                  </a:lnTo>
                  <a:lnTo>
                    <a:pt x="6597" y="130774"/>
                  </a:lnTo>
                  <a:lnTo>
                    <a:pt x="5831" y="131095"/>
                  </a:lnTo>
                  <a:lnTo>
                    <a:pt x="4932" y="131001"/>
                  </a:lnTo>
                  <a:lnTo>
                    <a:pt x="3905" y="130164"/>
                  </a:lnTo>
                  <a:lnTo>
                    <a:pt x="3192" y="129212"/>
                  </a:lnTo>
                  <a:lnTo>
                    <a:pt x="2520" y="127382"/>
                  </a:lnTo>
                  <a:lnTo>
                    <a:pt x="1896" y="125925"/>
                  </a:lnTo>
                  <a:lnTo>
                    <a:pt x="1397" y="126105"/>
                  </a:lnTo>
                  <a:lnTo>
                    <a:pt x="789" y="125760"/>
                  </a:lnTo>
                  <a:lnTo>
                    <a:pt x="193" y="125097"/>
                  </a:lnTo>
                  <a:lnTo>
                    <a:pt x="0" y="124586"/>
                  </a:lnTo>
                  <a:lnTo>
                    <a:pt x="2496" y="118756"/>
                  </a:lnTo>
                  <a:lnTo>
                    <a:pt x="3344" y="115906"/>
                  </a:lnTo>
                  <a:lnTo>
                    <a:pt x="3436" y="114167"/>
                  </a:lnTo>
                  <a:lnTo>
                    <a:pt x="3443" y="112406"/>
                  </a:lnTo>
                  <a:lnTo>
                    <a:pt x="3717" y="110605"/>
                  </a:lnTo>
                  <a:lnTo>
                    <a:pt x="3787" y="107855"/>
                  </a:lnTo>
                  <a:lnTo>
                    <a:pt x="2404" y="97873"/>
                  </a:lnTo>
                  <a:lnTo>
                    <a:pt x="2053" y="94783"/>
                  </a:lnTo>
                  <a:lnTo>
                    <a:pt x="1681" y="93878"/>
                  </a:lnTo>
                  <a:lnTo>
                    <a:pt x="1445" y="93539"/>
                  </a:lnTo>
                  <a:lnTo>
                    <a:pt x="2141" y="92258"/>
                  </a:lnTo>
                  <a:lnTo>
                    <a:pt x="3107" y="92591"/>
                  </a:lnTo>
                  <a:lnTo>
                    <a:pt x="4586" y="93591"/>
                  </a:lnTo>
                  <a:lnTo>
                    <a:pt x="4906" y="92601"/>
                  </a:lnTo>
                  <a:lnTo>
                    <a:pt x="6023" y="87563"/>
                  </a:lnTo>
                  <a:lnTo>
                    <a:pt x="5993" y="85693"/>
                  </a:lnTo>
                  <a:lnTo>
                    <a:pt x="5882" y="84402"/>
                  </a:lnTo>
                  <a:lnTo>
                    <a:pt x="6536" y="80954"/>
                  </a:lnTo>
                  <a:lnTo>
                    <a:pt x="7056" y="79615"/>
                  </a:lnTo>
                  <a:lnTo>
                    <a:pt x="7326" y="78173"/>
                  </a:lnTo>
                  <a:lnTo>
                    <a:pt x="7241" y="76211"/>
                  </a:lnTo>
                  <a:lnTo>
                    <a:pt x="6848" y="75478"/>
                  </a:lnTo>
                  <a:lnTo>
                    <a:pt x="6330" y="75614"/>
                  </a:lnTo>
                  <a:lnTo>
                    <a:pt x="5712" y="75132"/>
                  </a:lnTo>
                  <a:lnTo>
                    <a:pt x="4768" y="74002"/>
                  </a:lnTo>
                  <a:lnTo>
                    <a:pt x="4287" y="72996"/>
                  </a:lnTo>
                  <a:lnTo>
                    <a:pt x="4435" y="68440"/>
                  </a:lnTo>
                  <a:lnTo>
                    <a:pt x="4523" y="67029"/>
                  </a:lnTo>
                  <a:lnTo>
                    <a:pt x="4857" y="66214"/>
                  </a:lnTo>
                  <a:lnTo>
                    <a:pt x="5377" y="65994"/>
                  </a:lnTo>
                  <a:lnTo>
                    <a:pt x="6841" y="65857"/>
                  </a:lnTo>
                  <a:lnTo>
                    <a:pt x="8026" y="66377"/>
                  </a:lnTo>
                  <a:lnTo>
                    <a:pt x="9067" y="66678"/>
                  </a:lnTo>
                  <a:lnTo>
                    <a:pt x="9624" y="66674"/>
                  </a:lnTo>
                  <a:lnTo>
                    <a:pt x="10071" y="68024"/>
                  </a:lnTo>
                  <a:lnTo>
                    <a:pt x="10669" y="69405"/>
                  </a:lnTo>
                  <a:lnTo>
                    <a:pt x="11198" y="69395"/>
                  </a:lnTo>
                  <a:lnTo>
                    <a:pt x="11381" y="68368"/>
                  </a:lnTo>
                  <a:lnTo>
                    <a:pt x="11261" y="63872"/>
                  </a:lnTo>
                  <a:lnTo>
                    <a:pt x="10908" y="61493"/>
                  </a:lnTo>
                  <a:lnTo>
                    <a:pt x="10112" y="59200"/>
                  </a:lnTo>
                  <a:lnTo>
                    <a:pt x="8052" y="57244"/>
                  </a:lnTo>
                  <a:lnTo>
                    <a:pt x="8003" y="54507"/>
                  </a:lnTo>
                  <a:lnTo>
                    <a:pt x="8210" y="51542"/>
                  </a:lnTo>
                  <a:lnTo>
                    <a:pt x="8655" y="50439"/>
                  </a:lnTo>
                  <a:lnTo>
                    <a:pt x="10187" y="48555"/>
                  </a:lnTo>
                  <a:lnTo>
                    <a:pt x="9918" y="47545"/>
                  </a:lnTo>
                  <a:lnTo>
                    <a:pt x="9429" y="46464"/>
                  </a:lnTo>
                  <a:lnTo>
                    <a:pt x="8458" y="45373"/>
                  </a:lnTo>
                  <a:lnTo>
                    <a:pt x="8681" y="41823"/>
                  </a:lnTo>
                  <a:lnTo>
                    <a:pt x="8728" y="38656"/>
                  </a:lnTo>
                  <a:lnTo>
                    <a:pt x="7908" y="39011"/>
                  </a:lnTo>
                  <a:lnTo>
                    <a:pt x="7065" y="39194"/>
                  </a:lnTo>
                  <a:lnTo>
                    <a:pt x="6353" y="38218"/>
                  </a:lnTo>
                  <a:lnTo>
                    <a:pt x="5757" y="36297"/>
                  </a:lnTo>
                  <a:lnTo>
                    <a:pt x="5645" y="31004"/>
                  </a:lnTo>
                  <a:lnTo>
                    <a:pt x="5648" y="24890"/>
                  </a:lnTo>
                  <a:lnTo>
                    <a:pt x="5533" y="22187"/>
                  </a:lnTo>
                  <a:lnTo>
                    <a:pt x="5762" y="20743"/>
                  </a:lnTo>
                  <a:lnTo>
                    <a:pt x="6487" y="19413"/>
                  </a:lnTo>
                  <a:lnTo>
                    <a:pt x="7280" y="17693"/>
                  </a:lnTo>
                  <a:lnTo>
                    <a:pt x="7563" y="16593"/>
                  </a:lnTo>
                  <a:lnTo>
                    <a:pt x="7929" y="16565"/>
                  </a:lnTo>
                  <a:lnTo>
                    <a:pt x="8878" y="15907"/>
                  </a:lnTo>
                  <a:lnTo>
                    <a:pt x="9740" y="14405"/>
                  </a:lnTo>
                  <a:lnTo>
                    <a:pt x="10544" y="11281"/>
                  </a:lnTo>
                  <a:lnTo>
                    <a:pt x="11629" y="8765"/>
                  </a:lnTo>
                  <a:lnTo>
                    <a:pt x="12851" y="8948"/>
                  </a:lnTo>
                  <a:lnTo>
                    <a:pt x="13212" y="8488"/>
                  </a:lnTo>
                  <a:lnTo>
                    <a:pt x="13643" y="8400"/>
                  </a:lnTo>
                  <a:lnTo>
                    <a:pt x="14154" y="10050"/>
                  </a:lnTo>
                  <a:lnTo>
                    <a:pt x="14669" y="11310"/>
                  </a:lnTo>
                  <a:lnTo>
                    <a:pt x="15036" y="11344"/>
                  </a:lnTo>
                  <a:lnTo>
                    <a:pt x="15306" y="13731"/>
                  </a:lnTo>
                  <a:lnTo>
                    <a:pt x="17537" y="14726"/>
                  </a:lnTo>
                  <a:lnTo>
                    <a:pt x="18493" y="15381"/>
                  </a:lnTo>
                  <a:lnTo>
                    <a:pt x="19297" y="17117"/>
                  </a:lnTo>
                  <a:lnTo>
                    <a:pt x="19576" y="17162"/>
                  </a:lnTo>
                  <a:lnTo>
                    <a:pt x="19917" y="16795"/>
                  </a:lnTo>
                  <a:lnTo>
                    <a:pt x="20180" y="16188"/>
                  </a:lnTo>
                  <a:lnTo>
                    <a:pt x="20234" y="15523"/>
                  </a:lnTo>
                  <a:lnTo>
                    <a:pt x="19889" y="13953"/>
                  </a:lnTo>
                  <a:lnTo>
                    <a:pt x="20040" y="12543"/>
                  </a:lnTo>
                  <a:lnTo>
                    <a:pt x="20400" y="11280"/>
                  </a:lnTo>
                  <a:lnTo>
                    <a:pt x="20974" y="11199"/>
                  </a:lnTo>
                  <a:lnTo>
                    <a:pt x="21840" y="10847"/>
                  </a:lnTo>
                  <a:lnTo>
                    <a:pt x="22832" y="10842"/>
                  </a:lnTo>
                  <a:lnTo>
                    <a:pt x="23572" y="11069"/>
                  </a:lnTo>
                  <a:lnTo>
                    <a:pt x="23868" y="9806"/>
                  </a:lnTo>
                  <a:lnTo>
                    <a:pt x="23588" y="6266"/>
                  </a:lnTo>
                  <a:lnTo>
                    <a:pt x="23660" y="4315"/>
                  </a:lnTo>
                  <a:lnTo>
                    <a:pt x="23781" y="2667"/>
                  </a:lnTo>
                  <a:lnTo>
                    <a:pt x="24055" y="1998"/>
                  </a:lnTo>
                  <a:lnTo>
                    <a:pt x="25160" y="4067"/>
                  </a:lnTo>
                  <a:lnTo>
                    <a:pt x="26172" y="4811"/>
                  </a:lnTo>
                  <a:lnTo>
                    <a:pt x="26896" y="4873"/>
                  </a:lnTo>
                  <a:lnTo>
                    <a:pt x="27098" y="4482"/>
                  </a:lnTo>
                  <a:lnTo>
                    <a:pt x="26789" y="2226"/>
                  </a:lnTo>
                  <a:lnTo>
                    <a:pt x="26872" y="1545"/>
                  </a:lnTo>
                  <a:lnTo>
                    <a:pt x="27140" y="1151"/>
                  </a:lnTo>
                  <a:lnTo>
                    <a:pt x="27615" y="923"/>
                  </a:lnTo>
                  <a:lnTo>
                    <a:pt x="28905" y="0"/>
                  </a:lnTo>
                  <a:lnTo>
                    <a:pt x="29039" y="181"/>
                  </a:lnTo>
                  <a:lnTo>
                    <a:pt x="29281" y="3739"/>
                  </a:lnTo>
                  <a:lnTo>
                    <a:pt x="29169" y="4904"/>
                  </a:lnTo>
                  <a:lnTo>
                    <a:pt x="29440" y="7322"/>
                  </a:lnTo>
                  <a:lnTo>
                    <a:pt x="29774" y="9567"/>
                  </a:lnTo>
                  <a:lnTo>
                    <a:pt x="29750" y="10479"/>
                  </a:lnTo>
                  <a:lnTo>
                    <a:pt x="29474" y="11870"/>
                  </a:lnTo>
                  <a:lnTo>
                    <a:pt x="29149" y="13145"/>
                  </a:lnTo>
                  <a:lnTo>
                    <a:pt x="29185" y="13665"/>
                  </a:lnTo>
                  <a:lnTo>
                    <a:pt x="29698" y="14536"/>
                  </a:lnTo>
                  <a:lnTo>
                    <a:pt x="30681" y="15429"/>
                  </a:lnTo>
                  <a:lnTo>
                    <a:pt x="31700" y="15638"/>
                  </a:lnTo>
                  <a:lnTo>
                    <a:pt x="32267" y="14330"/>
                  </a:lnTo>
                  <a:lnTo>
                    <a:pt x="32859" y="13266"/>
                  </a:lnTo>
                  <a:lnTo>
                    <a:pt x="33268" y="12317"/>
                  </a:lnTo>
                  <a:lnTo>
                    <a:pt x="33408" y="10913"/>
                  </a:lnTo>
                  <a:lnTo>
                    <a:pt x="34054" y="9884"/>
                  </a:lnTo>
                  <a:lnTo>
                    <a:pt x="35899" y="8594"/>
                  </a:lnTo>
                  <a:lnTo>
                    <a:pt x="37599" y="8395"/>
                  </a:lnTo>
                  <a:close/>
                </a:path>
              </a:pathLst>
            </a:custGeom>
            <a:solidFill>
              <a:srgbClr val="FFEFE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6"/>
            <p:cNvSpPr/>
            <p:nvPr/>
          </p:nvSpPr>
          <p:spPr>
            <a:xfrm>
              <a:off x="3469314" y="3247612"/>
              <a:ext cx="94406" cy="336926"/>
            </a:xfrm>
            <a:custGeom>
              <a:avLst/>
              <a:pathLst>
                <a:path w="94406" h="336926">
                  <a:moveTo>
                    <a:pt x="85727" y="164137"/>
                  </a:moveTo>
                  <a:lnTo>
                    <a:pt x="84481" y="169031"/>
                  </a:lnTo>
                  <a:lnTo>
                    <a:pt x="82838" y="171825"/>
                  </a:lnTo>
                  <a:lnTo>
                    <a:pt x="82355" y="173522"/>
                  </a:lnTo>
                  <a:lnTo>
                    <a:pt x="82097" y="175627"/>
                  </a:lnTo>
                  <a:lnTo>
                    <a:pt x="81742" y="177735"/>
                  </a:lnTo>
                  <a:lnTo>
                    <a:pt x="80869" y="182276"/>
                  </a:lnTo>
                  <a:lnTo>
                    <a:pt x="80230" y="185984"/>
                  </a:lnTo>
                  <a:lnTo>
                    <a:pt x="79590" y="187140"/>
                  </a:lnTo>
                  <a:lnTo>
                    <a:pt x="78099" y="192742"/>
                  </a:lnTo>
                  <a:lnTo>
                    <a:pt x="77093" y="198356"/>
                  </a:lnTo>
                  <a:lnTo>
                    <a:pt x="76892" y="199815"/>
                  </a:lnTo>
                  <a:lnTo>
                    <a:pt x="76586" y="200895"/>
                  </a:lnTo>
                  <a:lnTo>
                    <a:pt x="76095" y="201768"/>
                  </a:lnTo>
                  <a:lnTo>
                    <a:pt x="74366" y="203513"/>
                  </a:lnTo>
                  <a:lnTo>
                    <a:pt x="73783" y="204378"/>
                  </a:lnTo>
                  <a:lnTo>
                    <a:pt x="73325" y="205416"/>
                  </a:lnTo>
                  <a:lnTo>
                    <a:pt x="72902" y="206600"/>
                  </a:lnTo>
                  <a:lnTo>
                    <a:pt x="72784" y="208019"/>
                  </a:lnTo>
                  <a:lnTo>
                    <a:pt x="73188" y="210029"/>
                  </a:lnTo>
                  <a:lnTo>
                    <a:pt x="73672" y="211619"/>
                  </a:lnTo>
                  <a:lnTo>
                    <a:pt x="74158" y="211717"/>
                  </a:lnTo>
                  <a:lnTo>
                    <a:pt x="74587" y="211645"/>
                  </a:lnTo>
                  <a:lnTo>
                    <a:pt x="74853" y="212591"/>
                  </a:lnTo>
                  <a:lnTo>
                    <a:pt x="75076" y="213148"/>
                  </a:lnTo>
                  <a:lnTo>
                    <a:pt x="75076" y="224070"/>
                  </a:lnTo>
                  <a:lnTo>
                    <a:pt x="74665" y="225721"/>
                  </a:lnTo>
                  <a:lnTo>
                    <a:pt x="74675" y="226457"/>
                  </a:lnTo>
                  <a:lnTo>
                    <a:pt x="74473" y="228338"/>
                  </a:lnTo>
                  <a:lnTo>
                    <a:pt x="74411" y="230440"/>
                  </a:lnTo>
                  <a:lnTo>
                    <a:pt x="74541" y="231274"/>
                  </a:lnTo>
                  <a:lnTo>
                    <a:pt x="74889" y="231951"/>
                  </a:lnTo>
                  <a:lnTo>
                    <a:pt x="75369" y="233421"/>
                  </a:lnTo>
                  <a:lnTo>
                    <a:pt x="75629" y="236776"/>
                  </a:lnTo>
                  <a:lnTo>
                    <a:pt x="76212" y="248594"/>
                  </a:lnTo>
                  <a:lnTo>
                    <a:pt x="76487" y="250461"/>
                  </a:lnTo>
                  <a:lnTo>
                    <a:pt x="76970" y="251769"/>
                  </a:lnTo>
                  <a:lnTo>
                    <a:pt x="78490" y="254318"/>
                  </a:lnTo>
                  <a:lnTo>
                    <a:pt x="80084" y="257666"/>
                  </a:lnTo>
                  <a:lnTo>
                    <a:pt x="80588" y="259844"/>
                  </a:lnTo>
                  <a:lnTo>
                    <a:pt x="80883" y="263416"/>
                  </a:lnTo>
                  <a:lnTo>
                    <a:pt x="81493" y="266218"/>
                  </a:lnTo>
                  <a:lnTo>
                    <a:pt x="81480" y="267170"/>
                  </a:lnTo>
                  <a:lnTo>
                    <a:pt x="81228" y="267538"/>
                  </a:lnTo>
                  <a:lnTo>
                    <a:pt x="80635" y="267583"/>
                  </a:lnTo>
                  <a:lnTo>
                    <a:pt x="80234" y="267778"/>
                  </a:lnTo>
                  <a:lnTo>
                    <a:pt x="80570" y="269821"/>
                  </a:lnTo>
                  <a:lnTo>
                    <a:pt x="81392" y="273376"/>
                  </a:lnTo>
                  <a:lnTo>
                    <a:pt x="82763" y="277062"/>
                  </a:lnTo>
                  <a:lnTo>
                    <a:pt x="84248" y="281052"/>
                  </a:lnTo>
                  <a:lnTo>
                    <a:pt x="85460" y="284311"/>
                  </a:lnTo>
                  <a:lnTo>
                    <a:pt x="86971" y="288080"/>
                  </a:lnTo>
                  <a:lnTo>
                    <a:pt x="88152" y="291023"/>
                  </a:lnTo>
                  <a:lnTo>
                    <a:pt x="89367" y="294051"/>
                  </a:lnTo>
                  <a:lnTo>
                    <a:pt x="90284" y="294764"/>
                  </a:lnTo>
                  <a:lnTo>
                    <a:pt x="90969" y="294978"/>
                  </a:lnTo>
                  <a:lnTo>
                    <a:pt x="91264" y="295571"/>
                  </a:lnTo>
                  <a:lnTo>
                    <a:pt x="91625" y="296962"/>
                  </a:lnTo>
                  <a:lnTo>
                    <a:pt x="92244" y="298500"/>
                  </a:lnTo>
                  <a:lnTo>
                    <a:pt x="92927" y="300511"/>
                  </a:lnTo>
                  <a:lnTo>
                    <a:pt x="93160" y="302564"/>
                  </a:lnTo>
                  <a:lnTo>
                    <a:pt x="92875" y="304518"/>
                  </a:lnTo>
                  <a:lnTo>
                    <a:pt x="93157" y="307320"/>
                  </a:lnTo>
                  <a:lnTo>
                    <a:pt x="93174" y="307561"/>
                  </a:lnTo>
                  <a:lnTo>
                    <a:pt x="93400" y="308664"/>
                  </a:lnTo>
                  <a:lnTo>
                    <a:pt x="93322" y="309653"/>
                  </a:lnTo>
                  <a:lnTo>
                    <a:pt x="93460" y="313368"/>
                  </a:lnTo>
                  <a:lnTo>
                    <a:pt x="93823" y="316610"/>
                  </a:lnTo>
                  <a:lnTo>
                    <a:pt x="94406" y="319379"/>
                  </a:lnTo>
                  <a:lnTo>
                    <a:pt x="94397" y="319604"/>
                  </a:lnTo>
                  <a:lnTo>
                    <a:pt x="94322" y="321308"/>
                  </a:lnTo>
                  <a:lnTo>
                    <a:pt x="93571" y="322400"/>
                  </a:lnTo>
                  <a:lnTo>
                    <a:pt x="93131" y="324204"/>
                  </a:lnTo>
                  <a:lnTo>
                    <a:pt x="93002" y="326718"/>
                  </a:lnTo>
                  <a:lnTo>
                    <a:pt x="93228" y="329780"/>
                  </a:lnTo>
                  <a:lnTo>
                    <a:pt x="93809" y="333389"/>
                  </a:lnTo>
                  <a:lnTo>
                    <a:pt x="93823" y="335508"/>
                  </a:lnTo>
                  <a:lnTo>
                    <a:pt x="93618" y="335807"/>
                  </a:lnTo>
                  <a:lnTo>
                    <a:pt x="93258" y="336482"/>
                  </a:lnTo>
                  <a:lnTo>
                    <a:pt x="92876" y="336926"/>
                  </a:lnTo>
                  <a:lnTo>
                    <a:pt x="91837" y="334451"/>
                  </a:lnTo>
                  <a:lnTo>
                    <a:pt x="90683" y="332778"/>
                  </a:lnTo>
                  <a:lnTo>
                    <a:pt x="88955" y="329871"/>
                  </a:lnTo>
                  <a:lnTo>
                    <a:pt x="87211" y="328825"/>
                  </a:lnTo>
                  <a:lnTo>
                    <a:pt x="84955" y="328637"/>
                  </a:lnTo>
                  <a:lnTo>
                    <a:pt x="83984" y="328992"/>
                  </a:lnTo>
                  <a:lnTo>
                    <a:pt x="83288" y="327899"/>
                  </a:lnTo>
                  <a:lnTo>
                    <a:pt x="82315" y="326636"/>
                  </a:lnTo>
                  <a:lnTo>
                    <a:pt x="81779" y="326307"/>
                  </a:lnTo>
                  <a:lnTo>
                    <a:pt x="81033" y="327290"/>
                  </a:lnTo>
                  <a:lnTo>
                    <a:pt x="80517" y="327333"/>
                  </a:lnTo>
                  <a:lnTo>
                    <a:pt x="79883" y="326952"/>
                  </a:lnTo>
                  <a:lnTo>
                    <a:pt x="78600" y="326995"/>
                  </a:lnTo>
                  <a:lnTo>
                    <a:pt x="78480" y="325310"/>
                  </a:lnTo>
                  <a:lnTo>
                    <a:pt x="78261" y="324981"/>
                  </a:lnTo>
                  <a:lnTo>
                    <a:pt x="76878" y="325137"/>
                  </a:lnTo>
                  <a:lnTo>
                    <a:pt x="76451" y="323742"/>
                  </a:lnTo>
                  <a:lnTo>
                    <a:pt x="76265" y="323898"/>
                  </a:lnTo>
                  <a:lnTo>
                    <a:pt x="75721" y="323456"/>
                  </a:lnTo>
                  <a:lnTo>
                    <a:pt x="74607" y="321475"/>
                  </a:lnTo>
                  <a:lnTo>
                    <a:pt x="73437" y="322787"/>
                  </a:lnTo>
                  <a:lnTo>
                    <a:pt x="71005" y="322621"/>
                  </a:lnTo>
                  <a:lnTo>
                    <a:pt x="67888" y="322664"/>
                  </a:lnTo>
                  <a:lnTo>
                    <a:pt x="64659" y="322707"/>
                  </a:lnTo>
                  <a:lnTo>
                    <a:pt x="61707" y="322645"/>
                  </a:lnTo>
                  <a:lnTo>
                    <a:pt x="58746" y="322585"/>
                  </a:lnTo>
                  <a:lnTo>
                    <a:pt x="58455" y="320734"/>
                  </a:lnTo>
                  <a:lnTo>
                    <a:pt x="57842" y="319781"/>
                  </a:lnTo>
                  <a:lnTo>
                    <a:pt x="56739" y="319693"/>
                  </a:lnTo>
                  <a:lnTo>
                    <a:pt x="53489" y="320067"/>
                  </a:lnTo>
                  <a:lnTo>
                    <a:pt x="50999" y="319771"/>
                  </a:lnTo>
                  <a:lnTo>
                    <a:pt x="50205" y="319527"/>
                  </a:lnTo>
                  <a:lnTo>
                    <a:pt x="49321" y="319045"/>
                  </a:lnTo>
                  <a:lnTo>
                    <a:pt x="47243" y="318613"/>
                  </a:lnTo>
                  <a:lnTo>
                    <a:pt x="44677" y="318956"/>
                  </a:lnTo>
                  <a:lnTo>
                    <a:pt x="44094" y="318864"/>
                  </a:lnTo>
                  <a:lnTo>
                    <a:pt x="42040" y="318933"/>
                  </a:lnTo>
                  <a:lnTo>
                    <a:pt x="37342" y="318429"/>
                  </a:lnTo>
                  <a:lnTo>
                    <a:pt x="34744" y="318503"/>
                  </a:lnTo>
                  <a:lnTo>
                    <a:pt x="34804" y="319634"/>
                  </a:lnTo>
                  <a:lnTo>
                    <a:pt x="34639" y="320449"/>
                  </a:lnTo>
                  <a:lnTo>
                    <a:pt x="34500" y="322412"/>
                  </a:lnTo>
                  <a:lnTo>
                    <a:pt x="31636" y="322410"/>
                  </a:lnTo>
                  <a:lnTo>
                    <a:pt x="27864" y="322407"/>
                  </a:lnTo>
                  <a:lnTo>
                    <a:pt x="24302" y="322406"/>
                  </a:lnTo>
                  <a:lnTo>
                    <a:pt x="21893" y="322403"/>
                  </a:lnTo>
                  <a:lnTo>
                    <a:pt x="17856" y="322402"/>
                  </a:lnTo>
                  <a:lnTo>
                    <a:pt x="16502" y="321057"/>
                  </a:lnTo>
                  <a:lnTo>
                    <a:pt x="16092" y="320197"/>
                  </a:lnTo>
                  <a:lnTo>
                    <a:pt x="16011" y="319219"/>
                  </a:lnTo>
                  <a:lnTo>
                    <a:pt x="15959" y="318559"/>
                  </a:lnTo>
                  <a:lnTo>
                    <a:pt x="15646" y="318363"/>
                  </a:lnTo>
                  <a:lnTo>
                    <a:pt x="15905" y="311424"/>
                  </a:lnTo>
                  <a:lnTo>
                    <a:pt x="16470" y="305642"/>
                  </a:lnTo>
                  <a:lnTo>
                    <a:pt x="16691" y="300276"/>
                  </a:lnTo>
                  <a:lnTo>
                    <a:pt x="17468" y="295474"/>
                  </a:lnTo>
                  <a:lnTo>
                    <a:pt x="17056" y="290729"/>
                  </a:lnTo>
                  <a:lnTo>
                    <a:pt x="16576" y="288657"/>
                  </a:lnTo>
                  <a:lnTo>
                    <a:pt x="14058" y="281924"/>
                  </a:lnTo>
                  <a:lnTo>
                    <a:pt x="15213" y="279376"/>
                  </a:lnTo>
                  <a:lnTo>
                    <a:pt x="13691" y="279733"/>
                  </a:lnTo>
                  <a:lnTo>
                    <a:pt x="13365" y="277230"/>
                  </a:lnTo>
                  <a:lnTo>
                    <a:pt x="12627" y="274228"/>
                  </a:lnTo>
                  <a:lnTo>
                    <a:pt x="13079" y="273748"/>
                  </a:lnTo>
                  <a:lnTo>
                    <a:pt x="13515" y="272102"/>
                  </a:lnTo>
                  <a:lnTo>
                    <a:pt x="14892" y="272607"/>
                  </a:lnTo>
                  <a:lnTo>
                    <a:pt x="14848" y="271803"/>
                  </a:lnTo>
                  <a:lnTo>
                    <a:pt x="13661" y="269285"/>
                  </a:lnTo>
                  <a:lnTo>
                    <a:pt x="13776" y="268014"/>
                  </a:lnTo>
                  <a:lnTo>
                    <a:pt x="14265" y="266594"/>
                  </a:lnTo>
                  <a:lnTo>
                    <a:pt x="14026" y="265996"/>
                  </a:lnTo>
                  <a:lnTo>
                    <a:pt x="13173" y="267466"/>
                  </a:lnTo>
                  <a:lnTo>
                    <a:pt x="12559" y="267421"/>
                  </a:lnTo>
                  <a:lnTo>
                    <a:pt x="12080" y="266469"/>
                  </a:lnTo>
                  <a:lnTo>
                    <a:pt x="11733" y="266307"/>
                  </a:lnTo>
                  <a:lnTo>
                    <a:pt x="11944" y="268239"/>
                  </a:lnTo>
                  <a:lnTo>
                    <a:pt x="11466" y="269959"/>
                  </a:lnTo>
                  <a:lnTo>
                    <a:pt x="11013" y="270556"/>
                  </a:lnTo>
                  <a:lnTo>
                    <a:pt x="10235" y="270455"/>
                  </a:lnTo>
                  <a:lnTo>
                    <a:pt x="9601" y="270023"/>
                  </a:lnTo>
                  <a:lnTo>
                    <a:pt x="9434" y="269060"/>
                  </a:lnTo>
                  <a:lnTo>
                    <a:pt x="8839" y="268324"/>
                  </a:lnTo>
                  <a:lnTo>
                    <a:pt x="7170" y="267048"/>
                  </a:lnTo>
                  <a:lnTo>
                    <a:pt x="5766" y="265554"/>
                  </a:lnTo>
                  <a:lnTo>
                    <a:pt x="5481" y="261452"/>
                  </a:lnTo>
                  <a:lnTo>
                    <a:pt x="4926" y="259685"/>
                  </a:lnTo>
                  <a:lnTo>
                    <a:pt x="4698" y="257688"/>
                  </a:lnTo>
                  <a:lnTo>
                    <a:pt x="4565" y="255402"/>
                  </a:lnTo>
                  <a:lnTo>
                    <a:pt x="4756" y="251898"/>
                  </a:lnTo>
                  <a:lnTo>
                    <a:pt x="4400" y="251337"/>
                  </a:lnTo>
                  <a:lnTo>
                    <a:pt x="3993" y="251145"/>
                  </a:lnTo>
                  <a:lnTo>
                    <a:pt x="3385" y="251316"/>
                  </a:lnTo>
                  <a:lnTo>
                    <a:pt x="2827" y="251122"/>
                  </a:lnTo>
                  <a:lnTo>
                    <a:pt x="2160" y="249181"/>
                  </a:lnTo>
                  <a:lnTo>
                    <a:pt x="1573" y="248434"/>
                  </a:lnTo>
                  <a:lnTo>
                    <a:pt x="1935" y="252002"/>
                  </a:lnTo>
                  <a:lnTo>
                    <a:pt x="1523" y="253003"/>
                  </a:lnTo>
                  <a:lnTo>
                    <a:pt x="513" y="252712"/>
                  </a:lnTo>
                  <a:lnTo>
                    <a:pt x="83" y="251363"/>
                  </a:lnTo>
                  <a:lnTo>
                    <a:pt x="0" y="250358"/>
                  </a:lnTo>
                  <a:lnTo>
                    <a:pt x="465" y="246037"/>
                  </a:lnTo>
                  <a:lnTo>
                    <a:pt x="284" y="245945"/>
                  </a:lnTo>
                  <a:lnTo>
                    <a:pt x="645" y="243652"/>
                  </a:lnTo>
                  <a:lnTo>
                    <a:pt x="1329" y="240869"/>
                  </a:lnTo>
                  <a:lnTo>
                    <a:pt x="2255" y="237327"/>
                  </a:lnTo>
                  <a:lnTo>
                    <a:pt x="3309" y="232877"/>
                  </a:lnTo>
                  <a:lnTo>
                    <a:pt x="4027" y="225008"/>
                  </a:lnTo>
                  <a:lnTo>
                    <a:pt x="4516" y="220105"/>
                  </a:lnTo>
                  <a:lnTo>
                    <a:pt x="4963" y="215634"/>
                  </a:lnTo>
                  <a:lnTo>
                    <a:pt x="5730" y="211594"/>
                  </a:lnTo>
                  <a:lnTo>
                    <a:pt x="6507" y="208894"/>
                  </a:lnTo>
                  <a:lnTo>
                    <a:pt x="8711" y="203663"/>
                  </a:lnTo>
                  <a:lnTo>
                    <a:pt x="10371" y="199718"/>
                  </a:lnTo>
                  <a:lnTo>
                    <a:pt x="11221" y="198130"/>
                  </a:lnTo>
                  <a:lnTo>
                    <a:pt x="11814" y="196792"/>
                  </a:lnTo>
                  <a:lnTo>
                    <a:pt x="12848" y="195263"/>
                  </a:lnTo>
                  <a:lnTo>
                    <a:pt x="13908" y="193443"/>
                  </a:lnTo>
                  <a:lnTo>
                    <a:pt x="14718" y="189956"/>
                  </a:lnTo>
                  <a:lnTo>
                    <a:pt x="15388" y="186701"/>
                  </a:lnTo>
                  <a:lnTo>
                    <a:pt x="15892" y="185998"/>
                  </a:lnTo>
                  <a:lnTo>
                    <a:pt x="16552" y="185427"/>
                  </a:lnTo>
                  <a:lnTo>
                    <a:pt x="18584" y="181937"/>
                  </a:lnTo>
                  <a:lnTo>
                    <a:pt x="19876" y="179719"/>
                  </a:lnTo>
                  <a:lnTo>
                    <a:pt x="20175" y="180820"/>
                  </a:lnTo>
                  <a:lnTo>
                    <a:pt x="20394" y="182191"/>
                  </a:lnTo>
                  <a:lnTo>
                    <a:pt x="20640" y="182817"/>
                  </a:lnTo>
                  <a:lnTo>
                    <a:pt x="21721" y="183255"/>
                  </a:lnTo>
                  <a:lnTo>
                    <a:pt x="23203" y="183227"/>
                  </a:lnTo>
                  <a:lnTo>
                    <a:pt x="24056" y="182827"/>
                  </a:lnTo>
                  <a:lnTo>
                    <a:pt x="24509" y="181668"/>
                  </a:lnTo>
                  <a:lnTo>
                    <a:pt x="24970" y="178507"/>
                  </a:lnTo>
                  <a:lnTo>
                    <a:pt x="25238" y="177908"/>
                  </a:lnTo>
                  <a:lnTo>
                    <a:pt x="25585" y="177750"/>
                  </a:lnTo>
                  <a:lnTo>
                    <a:pt x="27206" y="179960"/>
                  </a:lnTo>
                  <a:lnTo>
                    <a:pt x="28550" y="183107"/>
                  </a:lnTo>
                  <a:lnTo>
                    <a:pt x="29879" y="186216"/>
                  </a:lnTo>
                  <a:lnTo>
                    <a:pt x="30551" y="187323"/>
                  </a:lnTo>
                  <a:lnTo>
                    <a:pt x="30845" y="188541"/>
                  </a:lnTo>
                  <a:lnTo>
                    <a:pt x="31427" y="194225"/>
                  </a:lnTo>
                  <a:lnTo>
                    <a:pt x="31758" y="195638"/>
                  </a:lnTo>
                  <a:lnTo>
                    <a:pt x="32336" y="196222"/>
                  </a:lnTo>
                  <a:lnTo>
                    <a:pt x="33372" y="195850"/>
                  </a:lnTo>
                  <a:lnTo>
                    <a:pt x="34450" y="194841"/>
                  </a:lnTo>
                  <a:lnTo>
                    <a:pt x="35402" y="193386"/>
                  </a:lnTo>
                  <a:lnTo>
                    <a:pt x="36337" y="191510"/>
                  </a:lnTo>
                  <a:lnTo>
                    <a:pt x="36973" y="189807"/>
                  </a:lnTo>
                  <a:lnTo>
                    <a:pt x="37252" y="188559"/>
                  </a:lnTo>
                  <a:lnTo>
                    <a:pt x="37391" y="183909"/>
                  </a:lnTo>
                  <a:lnTo>
                    <a:pt x="37602" y="182898"/>
                  </a:lnTo>
                  <a:lnTo>
                    <a:pt x="38558" y="181045"/>
                  </a:lnTo>
                  <a:lnTo>
                    <a:pt x="40156" y="177953"/>
                  </a:lnTo>
                  <a:lnTo>
                    <a:pt x="41074" y="176174"/>
                  </a:lnTo>
                  <a:lnTo>
                    <a:pt x="40992" y="175536"/>
                  </a:lnTo>
                  <a:lnTo>
                    <a:pt x="40422" y="173646"/>
                  </a:lnTo>
                  <a:lnTo>
                    <a:pt x="39914" y="171569"/>
                  </a:lnTo>
                  <a:lnTo>
                    <a:pt x="40429" y="169417"/>
                  </a:lnTo>
                  <a:lnTo>
                    <a:pt x="40963" y="167773"/>
                  </a:lnTo>
                  <a:lnTo>
                    <a:pt x="42982" y="162187"/>
                  </a:lnTo>
                  <a:lnTo>
                    <a:pt x="42989" y="160348"/>
                  </a:lnTo>
                  <a:lnTo>
                    <a:pt x="43095" y="158109"/>
                  </a:lnTo>
                  <a:lnTo>
                    <a:pt x="44708" y="151764"/>
                  </a:lnTo>
                  <a:lnTo>
                    <a:pt x="45636" y="143346"/>
                  </a:lnTo>
                  <a:lnTo>
                    <a:pt x="45664" y="141722"/>
                  </a:lnTo>
                  <a:lnTo>
                    <a:pt x="46626" y="137662"/>
                  </a:lnTo>
                  <a:lnTo>
                    <a:pt x="47763" y="132467"/>
                  </a:lnTo>
                  <a:lnTo>
                    <a:pt x="49975" y="131623"/>
                  </a:lnTo>
                  <a:lnTo>
                    <a:pt x="50824" y="130333"/>
                  </a:lnTo>
                  <a:lnTo>
                    <a:pt x="51806" y="128031"/>
                  </a:lnTo>
                  <a:lnTo>
                    <a:pt x="52436" y="125897"/>
                  </a:lnTo>
                  <a:lnTo>
                    <a:pt x="52737" y="123866"/>
                  </a:lnTo>
                  <a:lnTo>
                    <a:pt x="52957" y="119941"/>
                  </a:lnTo>
                  <a:lnTo>
                    <a:pt x="53346" y="115470"/>
                  </a:lnTo>
                  <a:lnTo>
                    <a:pt x="53590" y="111547"/>
                  </a:lnTo>
                  <a:lnTo>
                    <a:pt x="54254" y="107920"/>
                  </a:lnTo>
                  <a:lnTo>
                    <a:pt x="55364" y="106086"/>
                  </a:lnTo>
                  <a:lnTo>
                    <a:pt x="57289" y="104570"/>
                  </a:lnTo>
                  <a:lnTo>
                    <a:pt x="57576" y="103857"/>
                  </a:lnTo>
                  <a:lnTo>
                    <a:pt x="57853" y="101452"/>
                  </a:lnTo>
                  <a:lnTo>
                    <a:pt x="58070" y="96462"/>
                  </a:lnTo>
                  <a:lnTo>
                    <a:pt x="58132" y="93451"/>
                  </a:lnTo>
                  <a:lnTo>
                    <a:pt x="58206" y="92147"/>
                  </a:lnTo>
                  <a:lnTo>
                    <a:pt x="58455" y="89898"/>
                  </a:lnTo>
                  <a:lnTo>
                    <a:pt x="60239" y="85901"/>
                  </a:lnTo>
                  <a:lnTo>
                    <a:pt x="61029" y="79642"/>
                  </a:lnTo>
                  <a:lnTo>
                    <a:pt x="61730" y="73087"/>
                  </a:lnTo>
                  <a:lnTo>
                    <a:pt x="63760" y="65166"/>
                  </a:lnTo>
                  <a:lnTo>
                    <a:pt x="66132" y="57278"/>
                  </a:lnTo>
                  <a:lnTo>
                    <a:pt x="67235" y="55157"/>
                  </a:lnTo>
                  <a:lnTo>
                    <a:pt x="68164" y="54178"/>
                  </a:lnTo>
                  <a:lnTo>
                    <a:pt x="69231" y="54074"/>
                  </a:lnTo>
                  <a:lnTo>
                    <a:pt x="69960" y="53494"/>
                  </a:lnTo>
                  <a:lnTo>
                    <a:pt x="72516" y="49563"/>
                  </a:lnTo>
                  <a:lnTo>
                    <a:pt x="73585" y="48235"/>
                  </a:lnTo>
                  <a:lnTo>
                    <a:pt x="74371" y="46871"/>
                  </a:lnTo>
                  <a:lnTo>
                    <a:pt x="74564" y="45685"/>
                  </a:lnTo>
                  <a:lnTo>
                    <a:pt x="74641" y="43949"/>
                  </a:lnTo>
                  <a:lnTo>
                    <a:pt x="74396" y="39885"/>
                  </a:lnTo>
                  <a:lnTo>
                    <a:pt x="74835" y="36897"/>
                  </a:lnTo>
                  <a:lnTo>
                    <a:pt x="75092" y="32264"/>
                  </a:lnTo>
                  <a:lnTo>
                    <a:pt x="75202" y="28657"/>
                  </a:lnTo>
                  <a:lnTo>
                    <a:pt x="75111" y="27407"/>
                  </a:lnTo>
                  <a:lnTo>
                    <a:pt x="74707" y="25680"/>
                  </a:lnTo>
                  <a:lnTo>
                    <a:pt x="74632" y="25307"/>
                  </a:lnTo>
                  <a:lnTo>
                    <a:pt x="73867" y="23056"/>
                  </a:lnTo>
                  <a:lnTo>
                    <a:pt x="72590" y="21700"/>
                  </a:lnTo>
                  <a:lnTo>
                    <a:pt x="70831" y="21335"/>
                  </a:lnTo>
                  <a:lnTo>
                    <a:pt x="69900" y="20528"/>
                  </a:lnTo>
                  <a:lnTo>
                    <a:pt x="69745" y="18654"/>
                  </a:lnTo>
                  <a:lnTo>
                    <a:pt x="69656" y="17564"/>
                  </a:lnTo>
                  <a:lnTo>
                    <a:pt x="69565" y="16383"/>
                  </a:lnTo>
                  <a:lnTo>
                    <a:pt x="69439" y="13761"/>
                  </a:lnTo>
                  <a:lnTo>
                    <a:pt x="68253" y="0"/>
                  </a:lnTo>
                  <a:lnTo>
                    <a:pt x="70485" y="34"/>
                  </a:lnTo>
                  <a:lnTo>
                    <a:pt x="73161" y="1676"/>
                  </a:lnTo>
                  <a:lnTo>
                    <a:pt x="73834" y="2918"/>
                  </a:lnTo>
                  <a:lnTo>
                    <a:pt x="74185" y="7632"/>
                  </a:lnTo>
                  <a:lnTo>
                    <a:pt x="75154" y="10300"/>
                  </a:lnTo>
                  <a:lnTo>
                    <a:pt x="76857" y="12496"/>
                  </a:lnTo>
                  <a:lnTo>
                    <a:pt x="77916" y="17032"/>
                  </a:lnTo>
                  <a:lnTo>
                    <a:pt x="78331" y="23909"/>
                  </a:lnTo>
                  <a:lnTo>
                    <a:pt x="79270" y="28016"/>
                  </a:lnTo>
                  <a:lnTo>
                    <a:pt x="79480" y="28667"/>
                  </a:lnTo>
                  <a:lnTo>
                    <a:pt x="80542" y="34613"/>
                  </a:lnTo>
                  <a:lnTo>
                    <a:pt x="80806" y="36434"/>
                  </a:lnTo>
                  <a:lnTo>
                    <a:pt x="80886" y="40013"/>
                  </a:lnTo>
                  <a:lnTo>
                    <a:pt x="80766" y="42430"/>
                  </a:lnTo>
                  <a:lnTo>
                    <a:pt x="81309" y="45424"/>
                  </a:lnTo>
                  <a:lnTo>
                    <a:pt x="80488" y="50527"/>
                  </a:lnTo>
                  <a:lnTo>
                    <a:pt x="80244" y="53661"/>
                  </a:lnTo>
                  <a:lnTo>
                    <a:pt x="80172" y="58059"/>
                  </a:lnTo>
                  <a:lnTo>
                    <a:pt x="80651" y="65818"/>
                  </a:lnTo>
                  <a:lnTo>
                    <a:pt x="81435" y="71805"/>
                  </a:lnTo>
                  <a:lnTo>
                    <a:pt x="82283" y="76650"/>
                  </a:lnTo>
                  <a:lnTo>
                    <a:pt x="83210" y="80407"/>
                  </a:lnTo>
                  <a:lnTo>
                    <a:pt x="84738" y="84558"/>
                  </a:lnTo>
                  <a:lnTo>
                    <a:pt x="86367" y="88352"/>
                  </a:lnTo>
                  <a:lnTo>
                    <a:pt x="87885" y="90736"/>
                  </a:lnTo>
                  <a:lnTo>
                    <a:pt x="86478" y="92140"/>
                  </a:lnTo>
                  <a:lnTo>
                    <a:pt x="83752" y="92317"/>
                  </a:lnTo>
                  <a:lnTo>
                    <a:pt x="82187" y="91514"/>
                  </a:lnTo>
                  <a:lnTo>
                    <a:pt x="81441" y="91473"/>
                  </a:lnTo>
                  <a:lnTo>
                    <a:pt x="80687" y="91972"/>
                  </a:lnTo>
                  <a:lnTo>
                    <a:pt x="77778" y="92689"/>
                  </a:lnTo>
                  <a:lnTo>
                    <a:pt x="74842" y="92353"/>
                  </a:lnTo>
                  <a:lnTo>
                    <a:pt x="72119" y="91408"/>
                  </a:lnTo>
                  <a:lnTo>
                    <a:pt x="70465" y="91565"/>
                  </a:lnTo>
                  <a:lnTo>
                    <a:pt x="69188" y="93868"/>
                  </a:lnTo>
                  <a:lnTo>
                    <a:pt x="68154" y="97338"/>
                  </a:lnTo>
                  <a:lnTo>
                    <a:pt x="67183" y="100081"/>
                  </a:lnTo>
                  <a:lnTo>
                    <a:pt x="67525" y="103120"/>
                  </a:lnTo>
                  <a:lnTo>
                    <a:pt x="68255" y="104803"/>
                  </a:lnTo>
                  <a:lnTo>
                    <a:pt x="69659" y="108504"/>
                  </a:lnTo>
                  <a:lnTo>
                    <a:pt x="70920" y="112093"/>
                  </a:lnTo>
                  <a:lnTo>
                    <a:pt x="71564" y="114502"/>
                  </a:lnTo>
                  <a:lnTo>
                    <a:pt x="74079" y="119770"/>
                  </a:lnTo>
                  <a:lnTo>
                    <a:pt x="76506" y="124485"/>
                  </a:lnTo>
                  <a:lnTo>
                    <a:pt x="76981" y="125268"/>
                  </a:lnTo>
                  <a:lnTo>
                    <a:pt x="77660" y="126121"/>
                  </a:lnTo>
                  <a:lnTo>
                    <a:pt x="78085" y="126466"/>
                  </a:lnTo>
                  <a:lnTo>
                    <a:pt x="79408" y="129165"/>
                  </a:lnTo>
                  <a:lnTo>
                    <a:pt x="81237" y="133596"/>
                  </a:lnTo>
                  <a:lnTo>
                    <a:pt x="82917" y="140539"/>
                  </a:lnTo>
                  <a:lnTo>
                    <a:pt x="84110" y="147587"/>
                  </a:lnTo>
                  <a:lnTo>
                    <a:pt x="85270" y="154442"/>
                  </a:lnTo>
                  <a:lnTo>
                    <a:pt x="85782" y="155598"/>
                  </a:lnTo>
                  <a:lnTo>
                    <a:pt x="86588" y="156332"/>
                  </a:lnTo>
                  <a:lnTo>
                    <a:pt x="86687" y="157806"/>
                  </a:lnTo>
                  <a:lnTo>
                    <a:pt x="86623" y="159978"/>
                  </a:lnTo>
                  <a:lnTo>
                    <a:pt x="86373" y="161755"/>
                  </a:lnTo>
                  <a:close/>
                </a:path>
              </a:pathLst>
            </a:custGeom>
            <a:solidFill>
              <a:srgbClr val="ECF4E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7"/>
            <p:cNvSpPr/>
            <p:nvPr/>
          </p:nvSpPr>
          <p:spPr>
            <a:xfrm>
              <a:off x="3514735" y="3477102"/>
              <a:ext cx="235201" cy="554514"/>
            </a:xfrm>
            <a:custGeom>
              <a:avLst/>
              <a:pathLst>
                <a:path w="235201" h="554514">
                  <a:moveTo>
                    <a:pt x="187437" y="5996"/>
                  </a:moveTo>
                  <a:lnTo>
                    <a:pt x="187880" y="8063"/>
                  </a:lnTo>
                  <a:lnTo>
                    <a:pt x="188519" y="10180"/>
                  </a:lnTo>
                  <a:lnTo>
                    <a:pt x="190656" y="13773"/>
                  </a:lnTo>
                  <a:lnTo>
                    <a:pt x="191335" y="15772"/>
                  </a:lnTo>
                  <a:lnTo>
                    <a:pt x="191856" y="17992"/>
                  </a:lnTo>
                  <a:lnTo>
                    <a:pt x="192185" y="19721"/>
                  </a:lnTo>
                  <a:lnTo>
                    <a:pt x="192845" y="21108"/>
                  </a:lnTo>
                  <a:lnTo>
                    <a:pt x="193771" y="21990"/>
                  </a:lnTo>
                  <a:lnTo>
                    <a:pt x="194561" y="23049"/>
                  </a:lnTo>
                  <a:lnTo>
                    <a:pt x="195045" y="24605"/>
                  </a:lnTo>
                  <a:lnTo>
                    <a:pt x="195770" y="26219"/>
                  </a:lnTo>
                  <a:lnTo>
                    <a:pt x="197170" y="28422"/>
                  </a:lnTo>
                  <a:lnTo>
                    <a:pt x="197851" y="28472"/>
                  </a:lnTo>
                  <a:lnTo>
                    <a:pt x="198638" y="28782"/>
                  </a:lnTo>
                  <a:lnTo>
                    <a:pt x="199331" y="29355"/>
                  </a:lnTo>
                  <a:lnTo>
                    <a:pt x="200076" y="29192"/>
                  </a:lnTo>
                  <a:lnTo>
                    <a:pt x="201276" y="27754"/>
                  </a:lnTo>
                  <a:lnTo>
                    <a:pt x="202692" y="25341"/>
                  </a:lnTo>
                  <a:lnTo>
                    <a:pt x="203772" y="23849"/>
                  </a:lnTo>
                  <a:lnTo>
                    <a:pt x="206391" y="24379"/>
                  </a:lnTo>
                  <a:lnTo>
                    <a:pt x="207848" y="25594"/>
                  </a:lnTo>
                  <a:lnTo>
                    <a:pt x="209009" y="27301"/>
                  </a:lnTo>
                  <a:lnTo>
                    <a:pt x="209915" y="27191"/>
                  </a:lnTo>
                  <a:lnTo>
                    <a:pt x="211889" y="24044"/>
                  </a:lnTo>
                  <a:lnTo>
                    <a:pt x="212935" y="20692"/>
                  </a:lnTo>
                  <a:lnTo>
                    <a:pt x="213952" y="19977"/>
                  </a:lnTo>
                  <a:lnTo>
                    <a:pt x="215492" y="21428"/>
                  </a:lnTo>
                  <a:lnTo>
                    <a:pt x="216763" y="24559"/>
                  </a:lnTo>
                  <a:lnTo>
                    <a:pt x="217878" y="29104"/>
                  </a:lnTo>
                  <a:lnTo>
                    <a:pt x="218665" y="30837"/>
                  </a:lnTo>
                  <a:lnTo>
                    <a:pt x="219743" y="33522"/>
                  </a:lnTo>
                  <a:lnTo>
                    <a:pt x="221885" y="39305"/>
                  </a:lnTo>
                  <a:lnTo>
                    <a:pt x="224671" y="42202"/>
                  </a:lnTo>
                  <a:lnTo>
                    <a:pt x="225752" y="43626"/>
                  </a:lnTo>
                  <a:lnTo>
                    <a:pt x="226105" y="45059"/>
                  </a:lnTo>
                  <a:lnTo>
                    <a:pt x="226310" y="46958"/>
                  </a:lnTo>
                  <a:lnTo>
                    <a:pt x="226382" y="49031"/>
                  </a:lnTo>
                  <a:lnTo>
                    <a:pt x="226720" y="49875"/>
                  </a:lnTo>
                  <a:lnTo>
                    <a:pt x="227472" y="49582"/>
                  </a:lnTo>
                  <a:lnTo>
                    <a:pt x="228116" y="49288"/>
                  </a:lnTo>
                  <a:lnTo>
                    <a:pt x="228824" y="49875"/>
                  </a:lnTo>
                  <a:lnTo>
                    <a:pt x="229314" y="51384"/>
                  </a:lnTo>
                  <a:lnTo>
                    <a:pt x="229560" y="52560"/>
                  </a:lnTo>
                  <a:lnTo>
                    <a:pt x="229827" y="53820"/>
                  </a:lnTo>
                  <a:lnTo>
                    <a:pt x="230528" y="54619"/>
                  </a:lnTo>
                  <a:lnTo>
                    <a:pt x="230665" y="56236"/>
                  </a:lnTo>
                  <a:lnTo>
                    <a:pt x="230185" y="58210"/>
                  </a:lnTo>
                  <a:lnTo>
                    <a:pt x="229695" y="59969"/>
                  </a:lnTo>
                  <a:lnTo>
                    <a:pt x="229096" y="63492"/>
                  </a:lnTo>
                  <a:lnTo>
                    <a:pt x="228784" y="67085"/>
                  </a:lnTo>
                  <a:lnTo>
                    <a:pt x="229185" y="68280"/>
                  </a:lnTo>
                  <a:lnTo>
                    <a:pt x="229615" y="69278"/>
                  </a:lnTo>
                  <a:lnTo>
                    <a:pt x="229844" y="70285"/>
                  </a:lnTo>
                  <a:lnTo>
                    <a:pt x="229978" y="71463"/>
                  </a:lnTo>
                  <a:lnTo>
                    <a:pt x="229927" y="72840"/>
                  </a:lnTo>
                  <a:lnTo>
                    <a:pt x="228975" y="77836"/>
                  </a:lnTo>
                  <a:lnTo>
                    <a:pt x="228486" y="82200"/>
                  </a:lnTo>
                  <a:lnTo>
                    <a:pt x="228471" y="84413"/>
                  </a:lnTo>
                  <a:lnTo>
                    <a:pt x="229723" y="86037"/>
                  </a:lnTo>
                  <a:lnTo>
                    <a:pt x="231349" y="85953"/>
                  </a:lnTo>
                  <a:lnTo>
                    <a:pt x="231864" y="86954"/>
                  </a:lnTo>
                  <a:lnTo>
                    <a:pt x="232379" y="88546"/>
                  </a:lnTo>
                  <a:lnTo>
                    <a:pt x="232833" y="89357"/>
                  </a:lnTo>
                  <a:lnTo>
                    <a:pt x="233517" y="89333"/>
                  </a:lnTo>
                  <a:lnTo>
                    <a:pt x="233996" y="89889"/>
                  </a:lnTo>
                  <a:lnTo>
                    <a:pt x="234181" y="91006"/>
                  </a:lnTo>
                  <a:lnTo>
                    <a:pt x="234736" y="92215"/>
                  </a:lnTo>
                  <a:lnTo>
                    <a:pt x="235201" y="93546"/>
                  </a:lnTo>
                  <a:lnTo>
                    <a:pt x="234979" y="95255"/>
                  </a:lnTo>
                  <a:lnTo>
                    <a:pt x="234938" y="96552"/>
                  </a:lnTo>
                  <a:lnTo>
                    <a:pt x="233779" y="100173"/>
                  </a:lnTo>
                  <a:lnTo>
                    <a:pt x="231111" y="107242"/>
                  </a:lnTo>
                  <a:lnTo>
                    <a:pt x="225376" y="120361"/>
                  </a:lnTo>
                  <a:lnTo>
                    <a:pt x="223442" y="121943"/>
                  </a:lnTo>
                  <a:lnTo>
                    <a:pt x="222443" y="124381"/>
                  </a:lnTo>
                  <a:lnTo>
                    <a:pt x="221737" y="128202"/>
                  </a:lnTo>
                  <a:lnTo>
                    <a:pt x="220064" y="131451"/>
                  </a:lnTo>
                  <a:lnTo>
                    <a:pt x="218775" y="132760"/>
                  </a:lnTo>
                  <a:lnTo>
                    <a:pt x="218636" y="133539"/>
                  </a:lnTo>
                  <a:lnTo>
                    <a:pt x="218540" y="137053"/>
                  </a:lnTo>
                  <a:lnTo>
                    <a:pt x="218671" y="142222"/>
                  </a:lnTo>
                  <a:lnTo>
                    <a:pt x="218066" y="144588"/>
                  </a:lnTo>
                  <a:lnTo>
                    <a:pt x="217192" y="149177"/>
                  </a:lnTo>
                  <a:lnTo>
                    <a:pt x="216738" y="152052"/>
                  </a:lnTo>
                  <a:lnTo>
                    <a:pt x="216391" y="152617"/>
                  </a:lnTo>
                  <a:lnTo>
                    <a:pt x="215996" y="154061"/>
                  </a:lnTo>
                  <a:lnTo>
                    <a:pt x="215751" y="158746"/>
                  </a:lnTo>
                  <a:lnTo>
                    <a:pt x="215585" y="160323"/>
                  </a:lnTo>
                  <a:lnTo>
                    <a:pt x="214953" y="170019"/>
                  </a:lnTo>
                  <a:lnTo>
                    <a:pt x="215134" y="172784"/>
                  </a:lnTo>
                  <a:lnTo>
                    <a:pt x="214645" y="177395"/>
                  </a:lnTo>
                  <a:lnTo>
                    <a:pt x="214623" y="180107"/>
                  </a:lnTo>
                  <a:lnTo>
                    <a:pt x="214421" y="183180"/>
                  </a:lnTo>
                  <a:lnTo>
                    <a:pt x="214074" y="185847"/>
                  </a:lnTo>
                  <a:lnTo>
                    <a:pt x="214100" y="190103"/>
                  </a:lnTo>
                  <a:lnTo>
                    <a:pt x="214297" y="197058"/>
                  </a:lnTo>
                  <a:lnTo>
                    <a:pt x="214259" y="197978"/>
                  </a:lnTo>
                  <a:lnTo>
                    <a:pt x="213776" y="198624"/>
                  </a:lnTo>
                  <a:lnTo>
                    <a:pt x="212914" y="200347"/>
                  </a:lnTo>
                  <a:lnTo>
                    <a:pt x="212100" y="201510"/>
                  </a:lnTo>
                  <a:lnTo>
                    <a:pt x="211479" y="201810"/>
                  </a:lnTo>
                  <a:lnTo>
                    <a:pt x="210449" y="204883"/>
                  </a:lnTo>
                  <a:lnTo>
                    <a:pt x="209566" y="207789"/>
                  </a:lnTo>
                  <a:lnTo>
                    <a:pt x="208908" y="210629"/>
                  </a:lnTo>
                  <a:lnTo>
                    <a:pt x="208736" y="211936"/>
                  </a:lnTo>
                  <a:lnTo>
                    <a:pt x="208875" y="215609"/>
                  </a:lnTo>
                  <a:lnTo>
                    <a:pt x="208967" y="219961"/>
                  </a:lnTo>
                  <a:lnTo>
                    <a:pt x="208763" y="221831"/>
                  </a:lnTo>
                  <a:lnTo>
                    <a:pt x="208453" y="222956"/>
                  </a:lnTo>
                  <a:lnTo>
                    <a:pt x="207011" y="225308"/>
                  </a:lnTo>
                  <a:lnTo>
                    <a:pt x="206062" y="227008"/>
                  </a:lnTo>
                  <a:lnTo>
                    <a:pt x="205614" y="227894"/>
                  </a:lnTo>
                  <a:lnTo>
                    <a:pt x="205383" y="229264"/>
                  </a:lnTo>
                  <a:lnTo>
                    <a:pt x="205800" y="232482"/>
                  </a:lnTo>
                  <a:lnTo>
                    <a:pt x="205831" y="234831"/>
                  </a:lnTo>
                  <a:lnTo>
                    <a:pt x="206174" y="236219"/>
                  </a:lnTo>
                  <a:lnTo>
                    <a:pt x="207317" y="237347"/>
                  </a:lnTo>
                  <a:lnTo>
                    <a:pt x="207314" y="238472"/>
                  </a:lnTo>
                  <a:lnTo>
                    <a:pt x="207345" y="239693"/>
                  </a:lnTo>
                  <a:lnTo>
                    <a:pt x="207939" y="241205"/>
                  </a:lnTo>
                  <a:lnTo>
                    <a:pt x="209030" y="244293"/>
                  </a:lnTo>
                  <a:lnTo>
                    <a:pt x="209909" y="247196"/>
                  </a:lnTo>
                  <a:lnTo>
                    <a:pt x="209929" y="249712"/>
                  </a:lnTo>
                  <a:lnTo>
                    <a:pt x="209760" y="253925"/>
                  </a:lnTo>
                  <a:lnTo>
                    <a:pt x="209732" y="256349"/>
                  </a:lnTo>
                  <a:lnTo>
                    <a:pt x="209820" y="259670"/>
                  </a:lnTo>
                  <a:lnTo>
                    <a:pt x="209815" y="265854"/>
                  </a:lnTo>
                  <a:lnTo>
                    <a:pt x="209754" y="270252"/>
                  </a:lnTo>
                  <a:lnTo>
                    <a:pt x="209895" y="272529"/>
                  </a:lnTo>
                  <a:lnTo>
                    <a:pt x="211229" y="277983"/>
                  </a:lnTo>
                  <a:lnTo>
                    <a:pt x="211819" y="284019"/>
                  </a:lnTo>
                  <a:lnTo>
                    <a:pt x="212115" y="288440"/>
                  </a:lnTo>
                  <a:lnTo>
                    <a:pt x="212127" y="289840"/>
                  </a:lnTo>
                  <a:lnTo>
                    <a:pt x="211676" y="294927"/>
                  </a:lnTo>
                  <a:lnTo>
                    <a:pt x="211159" y="299856"/>
                  </a:lnTo>
                  <a:lnTo>
                    <a:pt x="211131" y="301723"/>
                  </a:lnTo>
                  <a:lnTo>
                    <a:pt x="211370" y="304213"/>
                  </a:lnTo>
                  <a:lnTo>
                    <a:pt x="212324" y="309918"/>
                  </a:lnTo>
                  <a:lnTo>
                    <a:pt x="213019" y="314068"/>
                  </a:lnTo>
                  <a:lnTo>
                    <a:pt x="213355" y="316561"/>
                  </a:lnTo>
                  <a:lnTo>
                    <a:pt x="213833" y="319481"/>
                  </a:lnTo>
                  <a:lnTo>
                    <a:pt x="214471" y="323942"/>
                  </a:lnTo>
                  <a:lnTo>
                    <a:pt x="214630" y="326066"/>
                  </a:lnTo>
                  <a:lnTo>
                    <a:pt x="214499" y="327642"/>
                  </a:lnTo>
                  <a:lnTo>
                    <a:pt x="213196" y="333240"/>
                  </a:lnTo>
                  <a:lnTo>
                    <a:pt x="213064" y="335000"/>
                  </a:lnTo>
                  <a:lnTo>
                    <a:pt x="213387" y="339346"/>
                  </a:lnTo>
                  <a:lnTo>
                    <a:pt x="213813" y="343536"/>
                  </a:lnTo>
                  <a:lnTo>
                    <a:pt x="214428" y="345917"/>
                  </a:lnTo>
                  <a:lnTo>
                    <a:pt x="215897" y="352490"/>
                  </a:lnTo>
                  <a:lnTo>
                    <a:pt x="216989" y="354706"/>
                  </a:lnTo>
                  <a:lnTo>
                    <a:pt x="219008" y="357993"/>
                  </a:lnTo>
                  <a:lnTo>
                    <a:pt x="220791" y="361300"/>
                  </a:lnTo>
                  <a:lnTo>
                    <a:pt x="221476" y="363014"/>
                  </a:lnTo>
                  <a:lnTo>
                    <a:pt x="222104" y="364930"/>
                  </a:lnTo>
                  <a:lnTo>
                    <a:pt x="223344" y="369830"/>
                  </a:lnTo>
                  <a:lnTo>
                    <a:pt x="224101" y="373818"/>
                  </a:lnTo>
                  <a:lnTo>
                    <a:pt x="224499" y="377422"/>
                  </a:lnTo>
                  <a:lnTo>
                    <a:pt x="225472" y="382342"/>
                  </a:lnTo>
                  <a:lnTo>
                    <a:pt x="226376" y="386916"/>
                  </a:lnTo>
                  <a:lnTo>
                    <a:pt x="227547" y="392500"/>
                  </a:lnTo>
                  <a:lnTo>
                    <a:pt x="228375" y="396444"/>
                  </a:lnTo>
                  <a:lnTo>
                    <a:pt x="228749" y="399082"/>
                  </a:lnTo>
                  <a:lnTo>
                    <a:pt x="226611" y="399861"/>
                  </a:lnTo>
                  <a:lnTo>
                    <a:pt x="223521" y="400989"/>
                  </a:lnTo>
                  <a:lnTo>
                    <a:pt x="220113" y="402233"/>
                  </a:lnTo>
                  <a:lnTo>
                    <a:pt x="216595" y="403517"/>
                  </a:lnTo>
                  <a:lnTo>
                    <a:pt x="213110" y="404793"/>
                  </a:lnTo>
                  <a:lnTo>
                    <a:pt x="209801" y="406002"/>
                  </a:lnTo>
                  <a:lnTo>
                    <a:pt x="206797" y="407098"/>
                  </a:lnTo>
                  <a:lnTo>
                    <a:pt x="205883" y="407704"/>
                  </a:lnTo>
                  <a:lnTo>
                    <a:pt x="206331" y="410800"/>
                  </a:lnTo>
                  <a:lnTo>
                    <a:pt x="206125" y="414061"/>
                  </a:lnTo>
                  <a:lnTo>
                    <a:pt x="205530" y="416580"/>
                  </a:lnTo>
                  <a:lnTo>
                    <a:pt x="204592" y="419688"/>
                  </a:lnTo>
                  <a:lnTo>
                    <a:pt x="204163" y="420918"/>
                  </a:lnTo>
                  <a:lnTo>
                    <a:pt x="203206" y="423342"/>
                  </a:lnTo>
                  <a:lnTo>
                    <a:pt x="202407" y="425044"/>
                  </a:lnTo>
                  <a:lnTo>
                    <a:pt x="200776" y="427915"/>
                  </a:lnTo>
                  <a:lnTo>
                    <a:pt x="199744" y="429551"/>
                  </a:lnTo>
                  <a:lnTo>
                    <a:pt x="199738" y="431035"/>
                  </a:lnTo>
                  <a:lnTo>
                    <a:pt x="201470" y="437980"/>
                  </a:lnTo>
                  <a:lnTo>
                    <a:pt x="202256" y="442967"/>
                  </a:lnTo>
                  <a:lnTo>
                    <a:pt x="202575" y="447471"/>
                  </a:lnTo>
                  <a:lnTo>
                    <a:pt x="202561" y="450057"/>
                  </a:lnTo>
                  <a:lnTo>
                    <a:pt x="202494" y="455378"/>
                  </a:lnTo>
                  <a:lnTo>
                    <a:pt x="202416" y="461706"/>
                  </a:lnTo>
                  <a:lnTo>
                    <a:pt x="202295" y="464199"/>
                  </a:lnTo>
                  <a:lnTo>
                    <a:pt x="202765" y="468715"/>
                  </a:lnTo>
                  <a:lnTo>
                    <a:pt x="202683" y="472233"/>
                  </a:lnTo>
                  <a:lnTo>
                    <a:pt x="201516" y="476166"/>
                  </a:lnTo>
                  <a:lnTo>
                    <a:pt x="201192" y="480033"/>
                  </a:lnTo>
                  <a:lnTo>
                    <a:pt x="200603" y="485244"/>
                  </a:lnTo>
                  <a:lnTo>
                    <a:pt x="199788" y="492479"/>
                  </a:lnTo>
                  <a:lnTo>
                    <a:pt x="199208" y="496279"/>
                  </a:lnTo>
                  <a:lnTo>
                    <a:pt x="199531" y="498752"/>
                  </a:lnTo>
                  <a:lnTo>
                    <a:pt x="199823" y="500411"/>
                  </a:lnTo>
                  <a:lnTo>
                    <a:pt x="200129" y="502642"/>
                  </a:lnTo>
                  <a:lnTo>
                    <a:pt x="200754" y="506004"/>
                  </a:lnTo>
                  <a:lnTo>
                    <a:pt x="201483" y="507986"/>
                  </a:lnTo>
                  <a:lnTo>
                    <a:pt x="201891" y="508840"/>
                  </a:lnTo>
                  <a:lnTo>
                    <a:pt x="204295" y="513071"/>
                  </a:lnTo>
                  <a:lnTo>
                    <a:pt x="205289" y="515117"/>
                  </a:lnTo>
                  <a:lnTo>
                    <a:pt x="206812" y="519174"/>
                  </a:lnTo>
                  <a:lnTo>
                    <a:pt x="207934" y="521863"/>
                  </a:lnTo>
                  <a:lnTo>
                    <a:pt x="209499" y="522495"/>
                  </a:lnTo>
                  <a:lnTo>
                    <a:pt x="211382" y="523517"/>
                  </a:lnTo>
                  <a:lnTo>
                    <a:pt x="212415" y="524299"/>
                  </a:lnTo>
                  <a:lnTo>
                    <a:pt x="213131" y="523921"/>
                  </a:lnTo>
                  <a:lnTo>
                    <a:pt x="213370" y="522966"/>
                  </a:lnTo>
                  <a:lnTo>
                    <a:pt x="213337" y="520940"/>
                  </a:lnTo>
                  <a:lnTo>
                    <a:pt x="213211" y="519442"/>
                  </a:lnTo>
                  <a:lnTo>
                    <a:pt x="213411" y="518300"/>
                  </a:lnTo>
                  <a:lnTo>
                    <a:pt x="214047" y="517538"/>
                  </a:lnTo>
                  <a:lnTo>
                    <a:pt x="215679" y="517417"/>
                  </a:lnTo>
                  <a:lnTo>
                    <a:pt x="216390" y="516404"/>
                  </a:lnTo>
                  <a:lnTo>
                    <a:pt x="216951" y="516150"/>
                  </a:lnTo>
                  <a:lnTo>
                    <a:pt x="216954" y="520602"/>
                  </a:lnTo>
                  <a:lnTo>
                    <a:pt x="216956" y="524870"/>
                  </a:lnTo>
                  <a:lnTo>
                    <a:pt x="216957" y="530050"/>
                  </a:lnTo>
                  <a:lnTo>
                    <a:pt x="216960" y="535994"/>
                  </a:lnTo>
                  <a:lnTo>
                    <a:pt x="216963" y="540871"/>
                  </a:lnTo>
                  <a:lnTo>
                    <a:pt x="216966" y="546054"/>
                  </a:lnTo>
                  <a:lnTo>
                    <a:pt x="216968" y="552030"/>
                  </a:lnTo>
                  <a:lnTo>
                    <a:pt x="216954" y="552711"/>
                  </a:lnTo>
                  <a:lnTo>
                    <a:pt x="216706" y="554050"/>
                  </a:lnTo>
                  <a:lnTo>
                    <a:pt x="216057" y="554514"/>
                  </a:lnTo>
                  <a:lnTo>
                    <a:pt x="215182" y="553349"/>
                  </a:lnTo>
                  <a:lnTo>
                    <a:pt x="215132" y="552125"/>
                  </a:lnTo>
                  <a:lnTo>
                    <a:pt x="214917" y="549926"/>
                  </a:lnTo>
                  <a:lnTo>
                    <a:pt x="214509" y="548804"/>
                  </a:lnTo>
                  <a:lnTo>
                    <a:pt x="213978" y="548460"/>
                  </a:lnTo>
                  <a:lnTo>
                    <a:pt x="213081" y="549023"/>
                  </a:lnTo>
                  <a:lnTo>
                    <a:pt x="211852" y="550645"/>
                  </a:lnTo>
                  <a:lnTo>
                    <a:pt x="210270" y="552062"/>
                  </a:lnTo>
                  <a:lnTo>
                    <a:pt x="209631" y="552875"/>
                  </a:lnTo>
                  <a:lnTo>
                    <a:pt x="208517" y="552780"/>
                  </a:lnTo>
                  <a:lnTo>
                    <a:pt x="207316" y="552004"/>
                  </a:lnTo>
                  <a:lnTo>
                    <a:pt x="206428" y="550180"/>
                  </a:lnTo>
                  <a:lnTo>
                    <a:pt x="206173" y="547448"/>
                  </a:lnTo>
                  <a:lnTo>
                    <a:pt x="205397" y="544634"/>
                  </a:lnTo>
                  <a:lnTo>
                    <a:pt x="204340" y="540571"/>
                  </a:lnTo>
                  <a:lnTo>
                    <a:pt x="203809" y="538903"/>
                  </a:lnTo>
                  <a:lnTo>
                    <a:pt x="203104" y="537007"/>
                  </a:lnTo>
                  <a:lnTo>
                    <a:pt x="202394" y="536794"/>
                  </a:lnTo>
                  <a:lnTo>
                    <a:pt x="201598" y="536263"/>
                  </a:lnTo>
                  <a:lnTo>
                    <a:pt x="201108" y="533487"/>
                  </a:lnTo>
                  <a:lnTo>
                    <a:pt x="200654" y="529975"/>
                  </a:lnTo>
                  <a:lnTo>
                    <a:pt x="200371" y="528619"/>
                  </a:lnTo>
                  <a:lnTo>
                    <a:pt x="199895" y="526864"/>
                  </a:lnTo>
                  <a:lnTo>
                    <a:pt x="199214" y="525799"/>
                  </a:lnTo>
                  <a:lnTo>
                    <a:pt x="197728" y="524397"/>
                  </a:lnTo>
                  <a:lnTo>
                    <a:pt x="195649" y="522435"/>
                  </a:lnTo>
                  <a:lnTo>
                    <a:pt x="193041" y="519973"/>
                  </a:lnTo>
                  <a:lnTo>
                    <a:pt x="191799" y="519855"/>
                  </a:lnTo>
                  <a:lnTo>
                    <a:pt x="190411" y="519439"/>
                  </a:lnTo>
                  <a:lnTo>
                    <a:pt x="189541" y="518265"/>
                  </a:lnTo>
                  <a:lnTo>
                    <a:pt x="189042" y="517327"/>
                  </a:lnTo>
                  <a:lnTo>
                    <a:pt x="188470" y="513910"/>
                  </a:lnTo>
                  <a:lnTo>
                    <a:pt x="187688" y="509917"/>
                  </a:lnTo>
                  <a:lnTo>
                    <a:pt x="185398" y="505158"/>
                  </a:lnTo>
                  <a:lnTo>
                    <a:pt x="184883" y="499886"/>
                  </a:lnTo>
                  <a:lnTo>
                    <a:pt x="184424" y="499122"/>
                  </a:lnTo>
                  <a:lnTo>
                    <a:pt x="183637" y="499552"/>
                  </a:lnTo>
                  <a:lnTo>
                    <a:pt x="183029" y="500207"/>
                  </a:lnTo>
                  <a:lnTo>
                    <a:pt x="182789" y="501621"/>
                  </a:lnTo>
                  <a:lnTo>
                    <a:pt x="182174" y="506373"/>
                  </a:lnTo>
                  <a:lnTo>
                    <a:pt x="181838" y="508566"/>
                  </a:lnTo>
                  <a:lnTo>
                    <a:pt x="181607" y="509172"/>
                  </a:lnTo>
                  <a:lnTo>
                    <a:pt x="181108" y="509888"/>
                  </a:lnTo>
                  <a:lnTo>
                    <a:pt x="180289" y="510529"/>
                  </a:lnTo>
                  <a:lnTo>
                    <a:pt x="179124" y="510846"/>
                  </a:lnTo>
                  <a:lnTo>
                    <a:pt x="177480" y="510731"/>
                  </a:lnTo>
                  <a:lnTo>
                    <a:pt x="175423" y="510015"/>
                  </a:lnTo>
                  <a:lnTo>
                    <a:pt x="174311" y="509484"/>
                  </a:lnTo>
                  <a:lnTo>
                    <a:pt x="171310" y="508696"/>
                  </a:lnTo>
                  <a:lnTo>
                    <a:pt x="170441" y="508309"/>
                  </a:lnTo>
                  <a:lnTo>
                    <a:pt x="169214" y="507279"/>
                  </a:lnTo>
                  <a:lnTo>
                    <a:pt x="168330" y="506240"/>
                  </a:lnTo>
                  <a:lnTo>
                    <a:pt x="165417" y="503995"/>
                  </a:lnTo>
                  <a:lnTo>
                    <a:pt x="164097" y="504270"/>
                  </a:lnTo>
                  <a:lnTo>
                    <a:pt x="163456" y="502685"/>
                  </a:lnTo>
                  <a:lnTo>
                    <a:pt x="162881" y="501909"/>
                  </a:lnTo>
                  <a:lnTo>
                    <a:pt x="162092" y="500417"/>
                  </a:lnTo>
                  <a:lnTo>
                    <a:pt x="161738" y="498363"/>
                  </a:lnTo>
                  <a:lnTo>
                    <a:pt x="161268" y="493974"/>
                  </a:lnTo>
                  <a:lnTo>
                    <a:pt x="161381" y="491625"/>
                  </a:lnTo>
                  <a:lnTo>
                    <a:pt x="161721" y="489007"/>
                  </a:lnTo>
                  <a:lnTo>
                    <a:pt x="161344" y="488283"/>
                  </a:lnTo>
                  <a:lnTo>
                    <a:pt x="160816" y="488283"/>
                  </a:lnTo>
                  <a:lnTo>
                    <a:pt x="160062" y="489186"/>
                  </a:lnTo>
                  <a:lnTo>
                    <a:pt x="158718" y="489691"/>
                  </a:lnTo>
                  <a:lnTo>
                    <a:pt x="156261" y="490845"/>
                  </a:lnTo>
                  <a:lnTo>
                    <a:pt x="155391" y="491498"/>
                  </a:lnTo>
                  <a:lnTo>
                    <a:pt x="154426" y="491988"/>
                  </a:lnTo>
                  <a:lnTo>
                    <a:pt x="153687" y="492435"/>
                  </a:lnTo>
                  <a:lnTo>
                    <a:pt x="151840" y="494963"/>
                  </a:lnTo>
                  <a:lnTo>
                    <a:pt x="151198" y="495235"/>
                  </a:lnTo>
                  <a:lnTo>
                    <a:pt x="150104" y="494331"/>
                  </a:lnTo>
                  <a:lnTo>
                    <a:pt x="149576" y="492978"/>
                  </a:lnTo>
                  <a:lnTo>
                    <a:pt x="150104" y="491443"/>
                  </a:lnTo>
                  <a:lnTo>
                    <a:pt x="150331" y="489547"/>
                  </a:lnTo>
                  <a:lnTo>
                    <a:pt x="149954" y="485845"/>
                  </a:lnTo>
                  <a:lnTo>
                    <a:pt x="149388" y="484128"/>
                  </a:lnTo>
                  <a:lnTo>
                    <a:pt x="147751" y="482893"/>
                  </a:lnTo>
                  <a:lnTo>
                    <a:pt x="147125" y="482774"/>
                  </a:lnTo>
                  <a:lnTo>
                    <a:pt x="146861" y="480697"/>
                  </a:lnTo>
                  <a:lnTo>
                    <a:pt x="146408" y="478801"/>
                  </a:lnTo>
                  <a:lnTo>
                    <a:pt x="145474" y="478434"/>
                  </a:lnTo>
                  <a:lnTo>
                    <a:pt x="145027" y="478218"/>
                  </a:lnTo>
                  <a:lnTo>
                    <a:pt x="144561" y="478801"/>
                  </a:lnTo>
                  <a:lnTo>
                    <a:pt x="144297" y="480336"/>
                  </a:lnTo>
                  <a:lnTo>
                    <a:pt x="144221" y="481510"/>
                  </a:lnTo>
                  <a:lnTo>
                    <a:pt x="143391" y="482411"/>
                  </a:lnTo>
                  <a:lnTo>
                    <a:pt x="141694" y="482232"/>
                  </a:lnTo>
                  <a:lnTo>
                    <a:pt x="140011" y="481375"/>
                  </a:lnTo>
                  <a:lnTo>
                    <a:pt x="138826" y="481101"/>
                  </a:lnTo>
                  <a:lnTo>
                    <a:pt x="138039" y="481311"/>
                  </a:lnTo>
                  <a:lnTo>
                    <a:pt x="135035" y="484217"/>
                  </a:lnTo>
                  <a:lnTo>
                    <a:pt x="134042" y="484604"/>
                  </a:lnTo>
                  <a:lnTo>
                    <a:pt x="130815" y="484379"/>
                  </a:lnTo>
                  <a:lnTo>
                    <a:pt x="128986" y="483773"/>
                  </a:lnTo>
                  <a:lnTo>
                    <a:pt x="127684" y="483657"/>
                  </a:lnTo>
                  <a:lnTo>
                    <a:pt x="126760" y="484569"/>
                  </a:lnTo>
                  <a:lnTo>
                    <a:pt x="125610" y="486719"/>
                  </a:lnTo>
                  <a:lnTo>
                    <a:pt x="124647" y="487876"/>
                  </a:lnTo>
                  <a:lnTo>
                    <a:pt x="124201" y="487743"/>
                  </a:lnTo>
                  <a:lnTo>
                    <a:pt x="123928" y="486843"/>
                  </a:lnTo>
                  <a:lnTo>
                    <a:pt x="123552" y="485611"/>
                  </a:lnTo>
                  <a:lnTo>
                    <a:pt x="123435" y="482382"/>
                  </a:lnTo>
                  <a:lnTo>
                    <a:pt x="122957" y="478824"/>
                  </a:lnTo>
                  <a:lnTo>
                    <a:pt x="123272" y="476968"/>
                  </a:lnTo>
                  <a:lnTo>
                    <a:pt x="124222" y="475624"/>
                  </a:lnTo>
                  <a:lnTo>
                    <a:pt x="124550" y="472885"/>
                  </a:lnTo>
                  <a:lnTo>
                    <a:pt x="124256" y="468756"/>
                  </a:lnTo>
                  <a:lnTo>
                    <a:pt x="124236" y="465853"/>
                  </a:lnTo>
                  <a:lnTo>
                    <a:pt x="124493" y="464179"/>
                  </a:lnTo>
                  <a:lnTo>
                    <a:pt x="124148" y="460113"/>
                  </a:lnTo>
                  <a:lnTo>
                    <a:pt x="123201" y="453658"/>
                  </a:lnTo>
                  <a:lnTo>
                    <a:pt x="121861" y="448403"/>
                  </a:lnTo>
                  <a:lnTo>
                    <a:pt x="120127" y="444349"/>
                  </a:lnTo>
                  <a:lnTo>
                    <a:pt x="118992" y="440468"/>
                  </a:lnTo>
                  <a:lnTo>
                    <a:pt x="118456" y="436760"/>
                  </a:lnTo>
                  <a:lnTo>
                    <a:pt x="118657" y="427886"/>
                  </a:lnTo>
                  <a:lnTo>
                    <a:pt x="119180" y="420058"/>
                  </a:lnTo>
                  <a:lnTo>
                    <a:pt x="119593" y="413848"/>
                  </a:lnTo>
                  <a:lnTo>
                    <a:pt x="119476" y="403439"/>
                  </a:lnTo>
                  <a:lnTo>
                    <a:pt x="118304" y="396667"/>
                  </a:lnTo>
                  <a:lnTo>
                    <a:pt x="118047" y="389383"/>
                  </a:lnTo>
                  <a:lnTo>
                    <a:pt x="118708" y="381589"/>
                  </a:lnTo>
                  <a:lnTo>
                    <a:pt x="118806" y="376251"/>
                  </a:lnTo>
                  <a:lnTo>
                    <a:pt x="118368" y="373521"/>
                  </a:lnTo>
                  <a:lnTo>
                    <a:pt x="118067" y="373108"/>
                  </a:lnTo>
                  <a:lnTo>
                    <a:pt x="117689" y="372837"/>
                  </a:lnTo>
                  <a:lnTo>
                    <a:pt x="114725" y="372577"/>
                  </a:lnTo>
                  <a:lnTo>
                    <a:pt x="110770" y="372231"/>
                  </a:lnTo>
                  <a:lnTo>
                    <a:pt x="107322" y="372127"/>
                  </a:lnTo>
                  <a:lnTo>
                    <a:pt x="103582" y="372017"/>
                  </a:lnTo>
                  <a:lnTo>
                    <a:pt x="102972" y="371033"/>
                  </a:lnTo>
                  <a:lnTo>
                    <a:pt x="102694" y="369213"/>
                  </a:lnTo>
                  <a:lnTo>
                    <a:pt x="102707" y="367409"/>
                  </a:lnTo>
                  <a:lnTo>
                    <a:pt x="103470" y="361895"/>
                  </a:lnTo>
                  <a:lnTo>
                    <a:pt x="103362" y="361444"/>
                  </a:lnTo>
                  <a:lnTo>
                    <a:pt x="102032" y="361323"/>
                  </a:lnTo>
                  <a:lnTo>
                    <a:pt x="98426" y="362223"/>
                  </a:lnTo>
                  <a:lnTo>
                    <a:pt x="96050" y="363115"/>
                  </a:lnTo>
                  <a:lnTo>
                    <a:pt x="94541" y="363407"/>
                  </a:lnTo>
                  <a:lnTo>
                    <a:pt x="91890" y="364907"/>
                  </a:lnTo>
                  <a:lnTo>
                    <a:pt x="90253" y="368078"/>
                  </a:lnTo>
                  <a:lnTo>
                    <a:pt x="89711" y="372069"/>
                  </a:lnTo>
                  <a:lnTo>
                    <a:pt x="89756" y="375356"/>
                  </a:lnTo>
                  <a:lnTo>
                    <a:pt x="89663" y="377763"/>
                  </a:lnTo>
                  <a:lnTo>
                    <a:pt x="88916" y="380279"/>
                  </a:lnTo>
                  <a:lnTo>
                    <a:pt x="88328" y="383168"/>
                  </a:lnTo>
                  <a:lnTo>
                    <a:pt x="88306" y="384688"/>
                  </a:lnTo>
                  <a:lnTo>
                    <a:pt x="87947" y="392373"/>
                  </a:lnTo>
                  <a:lnTo>
                    <a:pt x="85502" y="393403"/>
                  </a:lnTo>
                  <a:lnTo>
                    <a:pt x="83056" y="393403"/>
                  </a:lnTo>
                  <a:lnTo>
                    <a:pt x="82487" y="393305"/>
                  </a:lnTo>
                  <a:lnTo>
                    <a:pt x="79465" y="391470"/>
                  </a:lnTo>
                  <a:lnTo>
                    <a:pt x="78345" y="391467"/>
                  </a:lnTo>
                  <a:lnTo>
                    <a:pt x="77382" y="392430"/>
                  </a:lnTo>
                  <a:lnTo>
                    <a:pt x="75534" y="393368"/>
                  </a:lnTo>
                  <a:lnTo>
                    <a:pt x="73765" y="394064"/>
                  </a:lnTo>
                  <a:lnTo>
                    <a:pt x="71984" y="396338"/>
                  </a:lnTo>
                  <a:lnTo>
                    <a:pt x="71510" y="396540"/>
                  </a:lnTo>
                  <a:lnTo>
                    <a:pt x="70329" y="395359"/>
                  </a:lnTo>
                  <a:lnTo>
                    <a:pt x="68672" y="395469"/>
                  </a:lnTo>
                  <a:lnTo>
                    <a:pt x="67001" y="396040"/>
                  </a:lnTo>
                  <a:lnTo>
                    <a:pt x="66214" y="396286"/>
                  </a:lnTo>
                  <a:lnTo>
                    <a:pt x="65676" y="395602"/>
                  </a:lnTo>
                  <a:lnTo>
                    <a:pt x="64138" y="389871"/>
                  </a:lnTo>
                  <a:lnTo>
                    <a:pt x="62085" y="382230"/>
                  </a:lnTo>
                  <a:lnTo>
                    <a:pt x="60976" y="377442"/>
                  </a:lnTo>
                  <a:lnTo>
                    <a:pt x="60562" y="376193"/>
                  </a:lnTo>
                  <a:lnTo>
                    <a:pt x="59849" y="374539"/>
                  </a:lnTo>
                  <a:lnTo>
                    <a:pt x="58874" y="371417"/>
                  </a:lnTo>
                  <a:lnTo>
                    <a:pt x="58470" y="368451"/>
                  </a:lnTo>
                  <a:lnTo>
                    <a:pt x="58640" y="365646"/>
                  </a:lnTo>
                  <a:lnTo>
                    <a:pt x="58068" y="361860"/>
                  </a:lnTo>
                  <a:lnTo>
                    <a:pt x="56755" y="357090"/>
                  </a:lnTo>
                  <a:lnTo>
                    <a:pt x="55890" y="352536"/>
                  </a:lnTo>
                  <a:lnTo>
                    <a:pt x="55476" y="348199"/>
                  </a:lnTo>
                  <a:lnTo>
                    <a:pt x="55372" y="344485"/>
                  </a:lnTo>
                  <a:lnTo>
                    <a:pt x="55579" y="341395"/>
                  </a:lnTo>
                  <a:lnTo>
                    <a:pt x="55326" y="339115"/>
                  </a:lnTo>
                  <a:lnTo>
                    <a:pt x="54614" y="337646"/>
                  </a:lnTo>
                  <a:lnTo>
                    <a:pt x="54225" y="335785"/>
                  </a:lnTo>
                  <a:lnTo>
                    <a:pt x="53943" y="335009"/>
                  </a:lnTo>
                  <a:lnTo>
                    <a:pt x="53350" y="333252"/>
                  </a:lnTo>
                  <a:lnTo>
                    <a:pt x="52046" y="331312"/>
                  </a:lnTo>
                  <a:lnTo>
                    <a:pt x="50612" y="330291"/>
                  </a:lnTo>
                  <a:lnTo>
                    <a:pt x="47464" y="330271"/>
                  </a:lnTo>
                  <a:lnTo>
                    <a:pt x="43353" y="330239"/>
                  </a:lnTo>
                  <a:lnTo>
                    <a:pt x="39627" y="330386"/>
                  </a:lnTo>
                  <a:lnTo>
                    <a:pt x="35485" y="330553"/>
                  </a:lnTo>
                  <a:lnTo>
                    <a:pt x="31290" y="330718"/>
                  </a:lnTo>
                  <a:lnTo>
                    <a:pt x="30161" y="330978"/>
                  </a:lnTo>
                  <a:lnTo>
                    <a:pt x="26962" y="331090"/>
                  </a:lnTo>
                  <a:lnTo>
                    <a:pt x="24397" y="330597"/>
                  </a:lnTo>
                  <a:lnTo>
                    <a:pt x="23446" y="330276"/>
                  </a:lnTo>
                  <a:lnTo>
                    <a:pt x="21777" y="330043"/>
                  </a:lnTo>
                  <a:lnTo>
                    <a:pt x="19137" y="329982"/>
                  </a:lnTo>
                  <a:lnTo>
                    <a:pt x="17711" y="330175"/>
                  </a:lnTo>
                  <a:lnTo>
                    <a:pt x="14287" y="330178"/>
                  </a:lnTo>
                  <a:lnTo>
                    <a:pt x="13978" y="330225"/>
                  </a:lnTo>
                  <a:lnTo>
                    <a:pt x="13437" y="330770"/>
                  </a:lnTo>
                  <a:lnTo>
                    <a:pt x="11978" y="330014"/>
                  </a:lnTo>
                  <a:lnTo>
                    <a:pt x="10544" y="330268"/>
                  </a:lnTo>
                  <a:lnTo>
                    <a:pt x="9744" y="329419"/>
                  </a:lnTo>
                  <a:lnTo>
                    <a:pt x="7985" y="329950"/>
                  </a:lnTo>
                  <a:lnTo>
                    <a:pt x="7131" y="330649"/>
                  </a:lnTo>
                  <a:lnTo>
                    <a:pt x="5762" y="333104"/>
                  </a:lnTo>
                  <a:lnTo>
                    <a:pt x="3712" y="334386"/>
                  </a:lnTo>
                  <a:lnTo>
                    <a:pt x="2952" y="334276"/>
                  </a:lnTo>
                  <a:lnTo>
                    <a:pt x="2443" y="333858"/>
                  </a:lnTo>
                  <a:lnTo>
                    <a:pt x="1250" y="331168"/>
                  </a:lnTo>
                  <a:lnTo>
                    <a:pt x="330" y="328568"/>
                  </a:lnTo>
                  <a:lnTo>
                    <a:pt x="0" y="327131"/>
                  </a:lnTo>
                  <a:lnTo>
                    <a:pt x="513" y="326770"/>
                  </a:lnTo>
                  <a:lnTo>
                    <a:pt x="2126" y="326216"/>
                  </a:lnTo>
                  <a:lnTo>
                    <a:pt x="3342" y="325951"/>
                  </a:lnTo>
                  <a:lnTo>
                    <a:pt x="3579" y="325273"/>
                  </a:lnTo>
                  <a:lnTo>
                    <a:pt x="3767" y="317259"/>
                  </a:lnTo>
                  <a:lnTo>
                    <a:pt x="3809" y="309113"/>
                  </a:lnTo>
                  <a:lnTo>
                    <a:pt x="3377" y="308043"/>
                  </a:lnTo>
                  <a:lnTo>
                    <a:pt x="2956" y="307390"/>
                  </a:lnTo>
                  <a:lnTo>
                    <a:pt x="2934" y="306825"/>
                  </a:lnTo>
                  <a:lnTo>
                    <a:pt x="3566" y="305803"/>
                  </a:lnTo>
                  <a:lnTo>
                    <a:pt x="4440" y="304611"/>
                  </a:lnTo>
                  <a:lnTo>
                    <a:pt x="4720" y="304075"/>
                  </a:lnTo>
                  <a:lnTo>
                    <a:pt x="5690" y="301916"/>
                  </a:lnTo>
                  <a:lnTo>
                    <a:pt x="7601" y="296930"/>
                  </a:lnTo>
                  <a:lnTo>
                    <a:pt x="9054" y="295709"/>
                  </a:lnTo>
                  <a:lnTo>
                    <a:pt x="10410" y="294402"/>
                  </a:lnTo>
                  <a:lnTo>
                    <a:pt x="10600" y="293920"/>
                  </a:lnTo>
                  <a:lnTo>
                    <a:pt x="10781" y="292951"/>
                  </a:lnTo>
                  <a:lnTo>
                    <a:pt x="11389" y="293020"/>
                  </a:lnTo>
                  <a:lnTo>
                    <a:pt x="11583" y="293493"/>
                  </a:lnTo>
                  <a:lnTo>
                    <a:pt x="11880" y="294543"/>
                  </a:lnTo>
                  <a:lnTo>
                    <a:pt x="12413" y="296021"/>
                  </a:lnTo>
                  <a:lnTo>
                    <a:pt x="13371" y="297775"/>
                  </a:lnTo>
                  <a:lnTo>
                    <a:pt x="14340" y="299671"/>
                  </a:lnTo>
                  <a:lnTo>
                    <a:pt x="14823" y="299908"/>
                  </a:lnTo>
                  <a:lnTo>
                    <a:pt x="15606" y="298950"/>
                  </a:lnTo>
                  <a:lnTo>
                    <a:pt x="16510" y="297524"/>
                  </a:lnTo>
                  <a:lnTo>
                    <a:pt x="17842" y="296483"/>
                  </a:lnTo>
                  <a:lnTo>
                    <a:pt x="18160" y="295513"/>
                  </a:lnTo>
                  <a:lnTo>
                    <a:pt x="18333" y="293435"/>
                  </a:lnTo>
                  <a:lnTo>
                    <a:pt x="18435" y="291216"/>
                  </a:lnTo>
                  <a:lnTo>
                    <a:pt x="18551" y="288593"/>
                  </a:lnTo>
                  <a:lnTo>
                    <a:pt x="18823" y="288238"/>
                  </a:lnTo>
                  <a:lnTo>
                    <a:pt x="19303" y="287984"/>
                  </a:lnTo>
                  <a:lnTo>
                    <a:pt x="20185" y="288723"/>
                  </a:lnTo>
                  <a:lnTo>
                    <a:pt x="20590" y="289485"/>
                  </a:lnTo>
                  <a:lnTo>
                    <a:pt x="21313" y="289485"/>
                  </a:lnTo>
                  <a:lnTo>
                    <a:pt x="21776" y="288792"/>
                  </a:lnTo>
                  <a:lnTo>
                    <a:pt x="22621" y="287500"/>
                  </a:lnTo>
                  <a:lnTo>
                    <a:pt x="23695" y="286983"/>
                  </a:lnTo>
                  <a:lnTo>
                    <a:pt x="24844" y="285745"/>
                  </a:lnTo>
                  <a:lnTo>
                    <a:pt x="25944" y="284149"/>
                  </a:lnTo>
                  <a:lnTo>
                    <a:pt x="26464" y="284011"/>
                  </a:lnTo>
                  <a:lnTo>
                    <a:pt x="27015" y="286089"/>
                  </a:lnTo>
                  <a:lnTo>
                    <a:pt x="27506" y="287546"/>
                  </a:lnTo>
                  <a:lnTo>
                    <a:pt x="27593" y="288446"/>
                  </a:lnTo>
                  <a:lnTo>
                    <a:pt x="27101" y="290177"/>
                  </a:lnTo>
                  <a:lnTo>
                    <a:pt x="26552" y="292466"/>
                  </a:lnTo>
                  <a:lnTo>
                    <a:pt x="27015" y="295305"/>
                  </a:lnTo>
                  <a:lnTo>
                    <a:pt x="27125" y="298064"/>
                  </a:lnTo>
                  <a:lnTo>
                    <a:pt x="27111" y="299726"/>
                  </a:lnTo>
                  <a:lnTo>
                    <a:pt x="27483" y="300401"/>
                  </a:lnTo>
                  <a:lnTo>
                    <a:pt x="27739" y="300722"/>
                  </a:lnTo>
                  <a:lnTo>
                    <a:pt x="28138" y="300329"/>
                  </a:lnTo>
                  <a:lnTo>
                    <a:pt x="28923" y="300450"/>
                  </a:lnTo>
                  <a:lnTo>
                    <a:pt x="29866" y="301316"/>
                  </a:lnTo>
                  <a:lnTo>
                    <a:pt x="30778" y="301218"/>
                  </a:lnTo>
                  <a:lnTo>
                    <a:pt x="31659" y="300153"/>
                  </a:lnTo>
                  <a:lnTo>
                    <a:pt x="33298" y="296012"/>
                  </a:lnTo>
                  <a:lnTo>
                    <a:pt x="35693" y="288787"/>
                  </a:lnTo>
                  <a:lnTo>
                    <a:pt x="37679" y="284253"/>
                  </a:lnTo>
                  <a:lnTo>
                    <a:pt x="39252" y="282401"/>
                  </a:lnTo>
                  <a:lnTo>
                    <a:pt x="40317" y="280239"/>
                  </a:lnTo>
                  <a:lnTo>
                    <a:pt x="40873" y="277763"/>
                  </a:lnTo>
                  <a:lnTo>
                    <a:pt x="41787" y="276078"/>
                  </a:lnTo>
                  <a:lnTo>
                    <a:pt x="43694" y="274736"/>
                  </a:lnTo>
                  <a:lnTo>
                    <a:pt x="45148" y="273221"/>
                  </a:lnTo>
                  <a:lnTo>
                    <a:pt x="46599" y="268255"/>
                  </a:lnTo>
                  <a:lnTo>
                    <a:pt x="48533" y="259330"/>
                  </a:lnTo>
                  <a:lnTo>
                    <a:pt x="49074" y="251360"/>
                  </a:lnTo>
                  <a:lnTo>
                    <a:pt x="49405" y="246509"/>
                  </a:lnTo>
                  <a:lnTo>
                    <a:pt x="49213" y="229798"/>
                  </a:lnTo>
                  <a:lnTo>
                    <a:pt x="49086" y="224313"/>
                  </a:lnTo>
                  <a:lnTo>
                    <a:pt x="49379" y="221320"/>
                  </a:lnTo>
                  <a:lnTo>
                    <a:pt x="50102" y="219263"/>
                  </a:lnTo>
                  <a:lnTo>
                    <a:pt x="52073" y="214908"/>
                  </a:lnTo>
                  <a:lnTo>
                    <a:pt x="53395" y="211342"/>
                  </a:lnTo>
                  <a:lnTo>
                    <a:pt x="54403" y="207169"/>
                  </a:lnTo>
                  <a:lnTo>
                    <a:pt x="56348" y="197638"/>
                  </a:lnTo>
                  <a:lnTo>
                    <a:pt x="57200" y="194567"/>
                  </a:lnTo>
                  <a:lnTo>
                    <a:pt x="57580" y="193191"/>
                  </a:lnTo>
                  <a:lnTo>
                    <a:pt x="58750" y="190651"/>
                  </a:lnTo>
                  <a:lnTo>
                    <a:pt x="60390" y="188421"/>
                  </a:lnTo>
                  <a:lnTo>
                    <a:pt x="62502" y="186505"/>
                  </a:lnTo>
                  <a:lnTo>
                    <a:pt x="65761" y="179868"/>
                  </a:lnTo>
                  <a:lnTo>
                    <a:pt x="68352" y="173190"/>
                  </a:lnTo>
                  <a:lnTo>
                    <a:pt x="67997" y="165168"/>
                  </a:lnTo>
                  <a:lnTo>
                    <a:pt x="68602" y="158515"/>
                  </a:lnTo>
                  <a:lnTo>
                    <a:pt x="70016" y="150049"/>
                  </a:lnTo>
                  <a:lnTo>
                    <a:pt x="70479" y="141090"/>
                  </a:lnTo>
                  <a:lnTo>
                    <a:pt x="69992" y="131647"/>
                  </a:lnTo>
                  <a:lnTo>
                    <a:pt x="70198" y="123929"/>
                  </a:lnTo>
                  <a:lnTo>
                    <a:pt x="71546" y="114945"/>
                  </a:lnTo>
                  <a:lnTo>
                    <a:pt x="72115" y="111614"/>
                  </a:lnTo>
                  <a:lnTo>
                    <a:pt x="72301" y="106161"/>
                  </a:lnTo>
                  <a:lnTo>
                    <a:pt x="72292" y="97477"/>
                  </a:lnTo>
                  <a:lnTo>
                    <a:pt x="74013" y="85608"/>
                  </a:lnTo>
                  <a:lnTo>
                    <a:pt x="75640" y="78502"/>
                  </a:lnTo>
                  <a:lnTo>
                    <a:pt x="77460" y="70554"/>
                  </a:lnTo>
                  <a:lnTo>
                    <a:pt x="78152" y="65749"/>
                  </a:lnTo>
                  <a:lnTo>
                    <a:pt x="79079" y="59336"/>
                  </a:lnTo>
                  <a:lnTo>
                    <a:pt x="78933" y="54183"/>
                  </a:lnTo>
                  <a:lnTo>
                    <a:pt x="78765" y="48265"/>
                  </a:lnTo>
                  <a:lnTo>
                    <a:pt x="79221" y="40122"/>
                  </a:lnTo>
                  <a:lnTo>
                    <a:pt x="79051" y="35326"/>
                  </a:lnTo>
                  <a:lnTo>
                    <a:pt x="78404" y="31160"/>
                  </a:lnTo>
                  <a:lnTo>
                    <a:pt x="78733" y="28540"/>
                  </a:lnTo>
                  <a:lnTo>
                    <a:pt x="80038" y="27465"/>
                  </a:lnTo>
                  <a:lnTo>
                    <a:pt x="81665" y="23304"/>
                  </a:lnTo>
                  <a:lnTo>
                    <a:pt x="84588" y="12431"/>
                  </a:lnTo>
                  <a:lnTo>
                    <a:pt x="87733" y="7131"/>
                  </a:lnTo>
                  <a:lnTo>
                    <a:pt x="89924" y="5455"/>
                  </a:lnTo>
                  <a:lnTo>
                    <a:pt x="92207" y="5635"/>
                  </a:lnTo>
                  <a:lnTo>
                    <a:pt x="93694" y="6583"/>
                  </a:lnTo>
                  <a:lnTo>
                    <a:pt x="94385" y="8297"/>
                  </a:lnTo>
                  <a:lnTo>
                    <a:pt x="96110" y="10855"/>
                  </a:lnTo>
                  <a:lnTo>
                    <a:pt x="98875" y="14256"/>
                  </a:lnTo>
                  <a:lnTo>
                    <a:pt x="100938" y="18495"/>
                  </a:lnTo>
                  <a:lnTo>
                    <a:pt x="102085" y="22769"/>
                  </a:lnTo>
                  <a:lnTo>
                    <a:pt x="102968" y="25099"/>
                  </a:lnTo>
                  <a:lnTo>
                    <a:pt x="104071" y="25898"/>
                  </a:lnTo>
                  <a:lnTo>
                    <a:pt x="105866" y="25553"/>
                  </a:lnTo>
                  <a:lnTo>
                    <a:pt x="107875" y="26563"/>
                  </a:lnTo>
                  <a:lnTo>
                    <a:pt x="109971" y="28956"/>
                  </a:lnTo>
                  <a:lnTo>
                    <a:pt x="111257" y="29841"/>
                  </a:lnTo>
                  <a:lnTo>
                    <a:pt x="111733" y="29224"/>
                  </a:lnTo>
                  <a:lnTo>
                    <a:pt x="112743" y="29570"/>
                  </a:lnTo>
                  <a:lnTo>
                    <a:pt x="115055" y="31537"/>
                  </a:lnTo>
                  <a:lnTo>
                    <a:pt x="116899" y="30456"/>
                  </a:lnTo>
                  <a:lnTo>
                    <a:pt x="119628" y="31268"/>
                  </a:lnTo>
                  <a:lnTo>
                    <a:pt x="125970" y="34783"/>
                  </a:lnTo>
                  <a:lnTo>
                    <a:pt x="126310" y="34187"/>
                  </a:lnTo>
                  <a:lnTo>
                    <a:pt x="126460" y="34050"/>
                  </a:lnTo>
                  <a:lnTo>
                    <a:pt x="127001" y="32635"/>
                  </a:lnTo>
                  <a:lnTo>
                    <a:pt x="128377" y="25605"/>
                  </a:lnTo>
                  <a:lnTo>
                    <a:pt x="129544" y="21286"/>
                  </a:lnTo>
                  <a:lnTo>
                    <a:pt x="130087" y="19662"/>
                  </a:lnTo>
                  <a:lnTo>
                    <a:pt x="131429" y="17381"/>
                  </a:lnTo>
                  <a:lnTo>
                    <a:pt x="133013" y="16791"/>
                  </a:lnTo>
                  <a:lnTo>
                    <a:pt x="134531" y="16996"/>
                  </a:lnTo>
                  <a:lnTo>
                    <a:pt x="135801" y="17999"/>
                  </a:lnTo>
                  <a:lnTo>
                    <a:pt x="136962" y="19165"/>
                  </a:lnTo>
                  <a:lnTo>
                    <a:pt x="138249" y="19176"/>
                  </a:lnTo>
                  <a:lnTo>
                    <a:pt x="139562" y="18049"/>
                  </a:lnTo>
                  <a:lnTo>
                    <a:pt x="141515" y="15995"/>
                  </a:lnTo>
                  <a:lnTo>
                    <a:pt x="143570" y="14649"/>
                  </a:lnTo>
                  <a:lnTo>
                    <a:pt x="145338" y="13174"/>
                  </a:lnTo>
                  <a:lnTo>
                    <a:pt x="148251" y="10586"/>
                  </a:lnTo>
                  <a:lnTo>
                    <a:pt x="149387" y="9395"/>
                  </a:lnTo>
                  <a:lnTo>
                    <a:pt x="150834" y="8928"/>
                  </a:lnTo>
                  <a:lnTo>
                    <a:pt x="154887" y="11288"/>
                  </a:lnTo>
                  <a:lnTo>
                    <a:pt x="157514" y="9726"/>
                  </a:lnTo>
                  <a:lnTo>
                    <a:pt x="158585" y="10184"/>
                  </a:lnTo>
                  <a:lnTo>
                    <a:pt x="160857" y="8496"/>
                  </a:lnTo>
                  <a:lnTo>
                    <a:pt x="161274" y="7369"/>
                  </a:lnTo>
                  <a:lnTo>
                    <a:pt x="162719" y="1660"/>
                  </a:lnTo>
                  <a:lnTo>
                    <a:pt x="164260" y="0"/>
                  </a:lnTo>
                  <a:lnTo>
                    <a:pt x="166589" y="839"/>
                  </a:lnTo>
                  <a:lnTo>
                    <a:pt x="167898" y="1725"/>
                  </a:lnTo>
                  <a:lnTo>
                    <a:pt x="172262" y="4165"/>
                  </a:lnTo>
                  <a:lnTo>
                    <a:pt x="177927" y="6704"/>
                  </a:lnTo>
                  <a:lnTo>
                    <a:pt x="179592" y="7097"/>
                  </a:lnTo>
                  <a:lnTo>
                    <a:pt x="180264" y="7378"/>
                  </a:lnTo>
                  <a:lnTo>
                    <a:pt x="180857" y="6986"/>
                  </a:lnTo>
                  <a:lnTo>
                    <a:pt x="182714" y="3774"/>
                  </a:lnTo>
                  <a:lnTo>
                    <a:pt x="183347" y="3319"/>
                  </a:lnTo>
                  <a:lnTo>
                    <a:pt x="183878" y="3376"/>
                  </a:lnTo>
                  <a:close/>
                </a:path>
              </a:pathLst>
            </a:custGeom>
            <a:solidFill>
              <a:srgbClr val="A3CB9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8"/>
            <p:cNvSpPr/>
            <p:nvPr/>
          </p:nvSpPr>
          <p:spPr>
            <a:xfrm>
              <a:off x="3501365" y="3525114"/>
              <a:ext cx="92449" cy="256828"/>
            </a:xfrm>
            <a:custGeom>
              <a:avLst/>
              <a:pathLst>
                <a:path w="92449" h="256828">
                  <a:moveTo>
                    <a:pt x="92304" y="6172"/>
                  </a:moveTo>
                  <a:lnTo>
                    <a:pt x="92449" y="11324"/>
                  </a:lnTo>
                  <a:lnTo>
                    <a:pt x="91523" y="17738"/>
                  </a:lnTo>
                  <a:lnTo>
                    <a:pt x="90830" y="22542"/>
                  </a:lnTo>
                  <a:lnTo>
                    <a:pt x="89010" y="30491"/>
                  </a:lnTo>
                  <a:lnTo>
                    <a:pt x="87383" y="37597"/>
                  </a:lnTo>
                  <a:lnTo>
                    <a:pt x="85662" y="49465"/>
                  </a:lnTo>
                  <a:lnTo>
                    <a:pt x="85671" y="58150"/>
                  </a:lnTo>
                  <a:lnTo>
                    <a:pt x="85485" y="63602"/>
                  </a:lnTo>
                  <a:lnTo>
                    <a:pt x="84916" y="66934"/>
                  </a:lnTo>
                  <a:lnTo>
                    <a:pt x="83568" y="75918"/>
                  </a:lnTo>
                  <a:lnTo>
                    <a:pt x="83362" y="83636"/>
                  </a:lnTo>
                  <a:lnTo>
                    <a:pt x="83849" y="93079"/>
                  </a:lnTo>
                  <a:lnTo>
                    <a:pt x="83386" y="102038"/>
                  </a:lnTo>
                  <a:lnTo>
                    <a:pt x="81973" y="110504"/>
                  </a:lnTo>
                  <a:lnTo>
                    <a:pt x="81368" y="117157"/>
                  </a:lnTo>
                  <a:lnTo>
                    <a:pt x="81722" y="125179"/>
                  </a:lnTo>
                  <a:lnTo>
                    <a:pt x="79131" y="131856"/>
                  </a:lnTo>
                  <a:lnTo>
                    <a:pt x="75873" y="138493"/>
                  </a:lnTo>
                  <a:lnTo>
                    <a:pt x="73760" y="140409"/>
                  </a:lnTo>
                  <a:lnTo>
                    <a:pt x="72120" y="142640"/>
                  </a:lnTo>
                  <a:lnTo>
                    <a:pt x="70950" y="145179"/>
                  </a:lnTo>
                  <a:lnTo>
                    <a:pt x="70570" y="146556"/>
                  </a:lnTo>
                  <a:lnTo>
                    <a:pt x="69718" y="149626"/>
                  </a:lnTo>
                  <a:lnTo>
                    <a:pt x="67773" y="159157"/>
                  </a:lnTo>
                  <a:lnTo>
                    <a:pt x="66765" y="163330"/>
                  </a:lnTo>
                  <a:lnTo>
                    <a:pt x="65443" y="166897"/>
                  </a:lnTo>
                  <a:lnTo>
                    <a:pt x="63472" y="171251"/>
                  </a:lnTo>
                  <a:lnTo>
                    <a:pt x="62749" y="173309"/>
                  </a:lnTo>
                  <a:lnTo>
                    <a:pt x="62457" y="176301"/>
                  </a:lnTo>
                  <a:lnTo>
                    <a:pt x="62583" y="181787"/>
                  </a:lnTo>
                  <a:lnTo>
                    <a:pt x="62775" y="198498"/>
                  </a:lnTo>
                  <a:lnTo>
                    <a:pt x="62445" y="203348"/>
                  </a:lnTo>
                  <a:lnTo>
                    <a:pt x="61903" y="211318"/>
                  </a:lnTo>
                  <a:lnTo>
                    <a:pt x="59969" y="220244"/>
                  </a:lnTo>
                  <a:lnTo>
                    <a:pt x="58518" y="225210"/>
                  </a:lnTo>
                  <a:lnTo>
                    <a:pt x="57064" y="226725"/>
                  </a:lnTo>
                  <a:lnTo>
                    <a:pt x="55158" y="228067"/>
                  </a:lnTo>
                  <a:lnTo>
                    <a:pt x="54243" y="229752"/>
                  </a:lnTo>
                  <a:lnTo>
                    <a:pt x="53687" y="232228"/>
                  </a:lnTo>
                  <a:lnTo>
                    <a:pt x="52622" y="234389"/>
                  </a:lnTo>
                  <a:lnTo>
                    <a:pt x="51049" y="236242"/>
                  </a:lnTo>
                  <a:lnTo>
                    <a:pt x="49064" y="240775"/>
                  </a:lnTo>
                  <a:lnTo>
                    <a:pt x="46668" y="248001"/>
                  </a:lnTo>
                  <a:lnTo>
                    <a:pt x="45029" y="252142"/>
                  </a:lnTo>
                  <a:lnTo>
                    <a:pt x="44148" y="253207"/>
                  </a:lnTo>
                  <a:lnTo>
                    <a:pt x="43236" y="253305"/>
                  </a:lnTo>
                  <a:lnTo>
                    <a:pt x="42294" y="252439"/>
                  </a:lnTo>
                  <a:lnTo>
                    <a:pt x="41508" y="252318"/>
                  </a:lnTo>
                  <a:lnTo>
                    <a:pt x="41109" y="252710"/>
                  </a:lnTo>
                  <a:lnTo>
                    <a:pt x="40853" y="252390"/>
                  </a:lnTo>
                  <a:lnTo>
                    <a:pt x="40481" y="251715"/>
                  </a:lnTo>
                  <a:lnTo>
                    <a:pt x="40496" y="250053"/>
                  </a:lnTo>
                  <a:lnTo>
                    <a:pt x="40385" y="247294"/>
                  </a:lnTo>
                  <a:lnTo>
                    <a:pt x="39922" y="244454"/>
                  </a:lnTo>
                  <a:lnTo>
                    <a:pt x="40471" y="242166"/>
                  </a:lnTo>
                  <a:lnTo>
                    <a:pt x="40963" y="240435"/>
                  </a:lnTo>
                  <a:lnTo>
                    <a:pt x="40876" y="239534"/>
                  </a:lnTo>
                  <a:lnTo>
                    <a:pt x="40385" y="238077"/>
                  </a:lnTo>
                  <a:lnTo>
                    <a:pt x="39834" y="235999"/>
                  </a:lnTo>
                  <a:lnTo>
                    <a:pt x="39315" y="236138"/>
                  </a:lnTo>
                  <a:lnTo>
                    <a:pt x="38214" y="237734"/>
                  </a:lnTo>
                  <a:lnTo>
                    <a:pt x="37065" y="238972"/>
                  </a:lnTo>
                  <a:lnTo>
                    <a:pt x="35991" y="239488"/>
                  </a:lnTo>
                  <a:lnTo>
                    <a:pt x="35146" y="240781"/>
                  </a:lnTo>
                  <a:lnTo>
                    <a:pt x="34684" y="241474"/>
                  </a:lnTo>
                  <a:lnTo>
                    <a:pt x="33961" y="241474"/>
                  </a:lnTo>
                  <a:lnTo>
                    <a:pt x="33556" y="240712"/>
                  </a:lnTo>
                  <a:lnTo>
                    <a:pt x="32674" y="239973"/>
                  </a:lnTo>
                  <a:lnTo>
                    <a:pt x="32193" y="240227"/>
                  </a:lnTo>
                  <a:lnTo>
                    <a:pt x="31922" y="240582"/>
                  </a:lnTo>
                  <a:lnTo>
                    <a:pt x="31805" y="243205"/>
                  </a:lnTo>
                  <a:lnTo>
                    <a:pt x="31703" y="245424"/>
                  </a:lnTo>
                  <a:lnTo>
                    <a:pt x="31530" y="247502"/>
                  </a:lnTo>
                  <a:lnTo>
                    <a:pt x="31212" y="248471"/>
                  </a:lnTo>
                  <a:lnTo>
                    <a:pt x="29880" y="249513"/>
                  </a:lnTo>
                  <a:lnTo>
                    <a:pt x="28976" y="250938"/>
                  </a:lnTo>
                  <a:lnTo>
                    <a:pt x="28193" y="251896"/>
                  </a:lnTo>
                  <a:lnTo>
                    <a:pt x="27710" y="251660"/>
                  </a:lnTo>
                  <a:lnTo>
                    <a:pt x="26741" y="249764"/>
                  </a:lnTo>
                  <a:lnTo>
                    <a:pt x="25783" y="248010"/>
                  </a:lnTo>
                  <a:lnTo>
                    <a:pt x="25250" y="246532"/>
                  </a:lnTo>
                  <a:lnTo>
                    <a:pt x="24953" y="245482"/>
                  </a:lnTo>
                  <a:lnTo>
                    <a:pt x="24759" y="245008"/>
                  </a:lnTo>
                  <a:lnTo>
                    <a:pt x="24151" y="244939"/>
                  </a:lnTo>
                  <a:lnTo>
                    <a:pt x="23971" y="245909"/>
                  </a:lnTo>
                  <a:lnTo>
                    <a:pt x="23666" y="245450"/>
                  </a:lnTo>
                  <a:lnTo>
                    <a:pt x="22720" y="243456"/>
                  </a:lnTo>
                  <a:lnTo>
                    <a:pt x="21605" y="240305"/>
                  </a:lnTo>
                  <a:lnTo>
                    <a:pt x="21199" y="239826"/>
                  </a:lnTo>
                  <a:lnTo>
                    <a:pt x="20583" y="239875"/>
                  </a:lnTo>
                  <a:lnTo>
                    <a:pt x="19611" y="241032"/>
                  </a:lnTo>
                  <a:lnTo>
                    <a:pt x="18651" y="242847"/>
                  </a:lnTo>
                  <a:lnTo>
                    <a:pt x="16921" y="244512"/>
                  </a:lnTo>
                  <a:lnTo>
                    <a:pt x="15479" y="245447"/>
                  </a:lnTo>
                  <a:lnTo>
                    <a:pt x="15348" y="246587"/>
                  </a:lnTo>
                  <a:lnTo>
                    <a:pt x="15011" y="248549"/>
                  </a:lnTo>
                  <a:lnTo>
                    <a:pt x="14533" y="249773"/>
                  </a:lnTo>
                  <a:lnTo>
                    <a:pt x="13254" y="250159"/>
                  </a:lnTo>
                  <a:lnTo>
                    <a:pt x="12795" y="251905"/>
                  </a:lnTo>
                  <a:lnTo>
                    <a:pt x="11690" y="255287"/>
                  </a:lnTo>
                  <a:lnTo>
                    <a:pt x="10960" y="256828"/>
                  </a:lnTo>
                  <a:lnTo>
                    <a:pt x="10767" y="256170"/>
                  </a:lnTo>
                  <a:lnTo>
                    <a:pt x="10323" y="255353"/>
                  </a:lnTo>
                  <a:lnTo>
                    <a:pt x="9416" y="252733"/>
                  </a:lnTo>
                  <a:lnTo>
                    <a:pt x="8520" y="249475"/>
                  </a:lnTo>
                  <a:lnTo>
                    <a:pt x="8281" y="247989"/>
                  </a:lnTo>
                  <a:lnTo>
                    <a:pt x="8029" y="247144"/>
                  </a:lnTo>
                  <a:lnTo>
                    <a:pt x="7988" y="243871"/>
                  </a:lnTo>
                  <a:lnTo>
                    <a:pt x="6637" y="239985"/>
                  </a:lnTo>
                  <a:lnTo>
                    <a:pt x="3253" y="233070"/>
                  </a:lnTo>
                  <a:lnTo>
                    <a:pt x="2890" y="231010"/>
                  </a:lnTo>
                  <a:lnTo>
                    <a:pt x="0" y="224679"/>
                  </a:lnTo>
                  <a:lnTo>
                    <a:pt x="738" y="220120"/>
                  </a:lnTo>
                  <a:lnTo>
                    <a:pt x="1287" y="218016"/>
                  </a:lnTo>
                  <a:lnTo>
                    <a:pt x="1950" y="216547"/>
                  </a:lnTo>
                  <a:lnTo>
                    <a:pt x="4616" y="212978"/>
                  </a:lnTo>
                  <a:lnTo>
                    <a:pt x="5017" y="213116"/>
                  </a:lnTo>
                  <a:lnTo>
                    <a:pt x="6855" y="217756"/>
                  </a:lnTo>
                  <a:lnTo>
                    <a:pt x="7443" y="218126"/>
                  </a:lnTo>
                  <a:lnTo>
                    <a:pt x="8098" y="217999"/>
                  </a:lnTo>
                  <a:lnTo>
                    <a:pt x="8871" y="218189"/>
                  </a:lnTo>
                  <a:lnTo>
                    <a:pt x="9251" y="217280"/>
                  </a:lnTo>
                  <a:lnTo>
                    <a:pt x="9311" y="216083"/>
                  </a:lnTo>
                  <a:lnTo>
                    <a:pt x="8752" y="214744"/>
                  </a:lnTo>
                  <a:lnTo>
                    <a:pt x="8671" y="213307"/>
                  </a:lnTo>
                  <a:lnTo>
                    <a:pt x="9064" y="211746"/>
                  </a:lnTo>
                  <a:lnTo>
                    <a:pt x="9287" y="210020"/>
                  </a:lnTo>
                  <a:lnTo>
                    <a:pt x="9861" y="207974"/>
                  </a:lnTo>
                  <a:lnTo>
                    <a:pt x="9921" y="207016"/>
                  </a:lnTo>
                  <a:lnTo>
                    <a:pt x="9315" y="205971"/>
                  </a:lnTo>
                  <a:lnTo>
                    <a:pt x="8072" y="204373"/>
                  </a:lnTo>
                  <a:lnTo>
                    <a:pt x="7221" y="202832"/>
                  </a:lnTo>
                  <a:lnTo>
                    <a:pt x="6896" y="201354"/>
                  </a:lnTo>
                  <a:lnTo>
                    <a:pt x="7130" y="199467"/>
                  </a:lnTo>
                  <a:lnTo>
                    <a:pt x="7814" y="197935"/>
                  </a:lnTo>
                  <a:lnTo>
                    <a:pt x="7773" y="197104"/>
                  </a:lnTo>
                  <a:lnTo>
                    <a:pt x="7171" y="195727"/>
                  </a:lnTo>
                  <a:lnTo>
                    <a:pt x="6731" y="194253"/>
                  </a:lnTo>
                  <a:lnTo>
                    <a:pt x="6279" y="193329"/>
                  </a:lnTo>
                  <a:lnTo>
                    <a:pt x="5029" y="192778"/>
                  </a:lnTo>
                  <a:lnTo>
                    <a:pt x="5268" y="190796"/>
                  </a:lnTo>
                  <a:lnTo>
                    <a:pt x="5730" y="187881"/>
                  </a:lnTo>
                  <a:lnTo>
                    <a:pt x="5839" y="185648"/>
                  </a:lnTo>
                  <a:lnTo>
                    <a:pt x="5491" y="179787"/>
                  </a:lnTo>
                  <a:lnTo>
                    <a:pt x="5522" y="178719"/>
                  </a:lnTo>
                  <a:lnTo>
                    <a:pt x="5865" y="178177"/>
                  </a:lnTo>
                  <a:lnTo>
                    <a:pt x="6610" y="178826"/>
                  </a:lnTo>
                  <a:lnTo>
                    <a:pt x="7361" y="179718"/>
                  </a:lnTo>
                  <a:lnTo>
                    <a:pt x="9405" y="178439"/>
                  </a:lnTo>
                  <a:lnTo>
                    <a:pt x="10120" y="178243"/>
                  </a:lnTo>
                  <a:lnTo>
                    <a:pt x="10711" y="179366"/>
                  </a:lnTo>
                  <a:lnTo>
                    <a:pt x="11528" y="180246"/>
                  </a:lnTo>
                  <a:lnTo>
                    <a:pt x="16241" y="177805"/>
                  </a:lnTo>
                  <a:lnTo>
                    <a:pt x="16333" y="175311"/>
                  </a:lnTo>
                  <a:lnTo>
                    <a:pt x="16603" y="173055"/>
                  </a:lnTo>
                  <a:lnTo>
                    <a:pt x="16638" y="171364"/>
                  </a:lnTo>
                  <a:lnTo>
                    <a:pt x="16441" y="170279"/>
                  </a:lnTo>
                  <a:lnTo>
                    <a:pt x="16209" y="169459"/>
                  </a:lnTo>
                  <a:lnTo>
                    <a:pt x="16069" y="167768"/>
                  </a:lnTo>
                  <a:lnTo>
                    <a:pt x="16065" y="165953"/>
                  </a:lnTo>
                  <a:lnTo>
                    <a:pt x="16516" y="165099"/>
                  </a:lnTo>
                  <a:lnTo>
                    <a:pt x="18019" y="162938"/>
                  </a:lnTo>
                  <a:lnTo>
                    <a:pt x="18488" y="163018"/>
                  </a:lnTo>
                  <a:lnTo>
                    <a:pt x="19540" y="164196"/>
                  </a:lnTo>
                  <a:lnTo>
                    <a:pt x="20525" y="166040"/>
                  </a:lnTo>
                  <a:lnTo>
                    <a:pt x="21400" y="169924"/>
                  </a:lnTo>
                  <a:lnTo>
                    <a:pt x="22006" y="173263"/>
                  </a:lnTo>
                  <a:lnTo>
                    <a:pt x="22974" y="177314"/>
                  </a:lnTo>
                  <a:lnTo>
                    <a:pt x="25030" y="178962"/>
                  </a:lnTo>
                  <a:lnTo>
                    <a:pt x="27482" y="180015"/>
                  </a:lnTo>
                  <a:lnTo>
                    <a:pt x="28810" y="179738"/>
                  </a:lnTo>
                  <a:lnTo>
                    <a:pt x="30706" y="176287"/>
                  </a:lnTo>
                  <a:lnTo>
                    <a:pt x="31779" y="173594"/>
                  </a:lnTo>
                  <a:lnTo>
                    <a:pt x="32128" y="172146"/>
                  </a:lnTo>
                  <a:lnTo>
                    <a:pt x="32752" y="172893"/>
                  </a:lnTo>
                  <a:lnTo>
                    <a:pt x="33458" y="176437"/>
                  </a:lnTo>
                  <a:lnTo>
                    <a:pt x="33914" y="177810"/>
                  </a:lnTo>
                  <a:lnTo>
                    <a:pt x="34027" y="179120"/>
                  </a:lnTo>
                  <a:lnTo>
                    <a:pt x="33707" y="180757"/>
                  </a:lnTo>
                  <a:lnTo>
                    <a:pt x="34017" y="181807"/>
                  </a:lnTo>
                  <a:lnTo>
                    <a:pt x="35337" y="182551"/>
                  </a:lnTo>
                  <a:lnTo>
                    <a:pt x="36491" y="181850"/>
                  </a:lnTo>
                  <a:lnTo>
                    <a:pt x="37014" y="180405"/>
                  </a:lnTo>
                  <a:lnTo>
                    <a:pt x="37878" y="178520"/>
                  </a:lnTo>
                  <a:lnTo>
                    <a:pt x="37885" y="176936"/>
                  </a:lnTo>
                  <a:lnTo>
                    <a:pt x="37423" y="175900"/>
                  </a:lnTo>
                  <a:lnTo>
                    <a:pt x="37423" y="174483"/>
                  </a:lnTo>
                  <a:lnTo>
                    <a:pt x="37902" y="173369"/>
                  </a:lnTo>
                  <a:lnTo>
                    <a:pt x="38370" y="170322"/>
                  </a:lnTo>
                  <a:lnTo>
                    <a:pt x="38516" y="168097"/>
                  </a:lnTo>
                  <a:lnTo>
                    <a:pt x="38971" y="166680"/>
                  </a:lnTo>
                  <a:lnTo>
                    <a:pt x="39838" y="165696"/>
                  </a:lnTo>
                  <a:lnTo>
                    <a:pt x="40151" y="164805"/>
                  </a:lnTo>
                  <a:lnTo>
                    <a:pt x="40635" y="159530"/>
                  </a:lnTo>
                  <a:lnTo>
                    <a:pt x="40385" y="157622"/>
                  </a:lnTo>
                  <a:lnTo>
                    <a:pt x="40385" y="156038"/>
                  </a:lnTo>
                  <a:lnTo>
                    <a:pt x="40932" y="154021"/>
                  </a:lnTo>
                  <a:lnTo>
                    <a:pt x="41034" y="150714"/>
                  </a:lnTo>
                  <a:lnTo>
                    <a:pt x="40804" y="145295"/>
                  </a:lnTo>
                  <a:lnTo>
                    <a:pt x="40645" y="141575"/>
                  </a:lnTo>
                  <a:lnTo>
                    <a:pt x="40480" y="137680"/>
                  </a:lnTo>
                  <a:lnTo>
                    <a:pt x="40903" y="132560"/>
                  </a:lnTo>
                  <a:lnTo>
                    <a:pt x="41343" y="127228"/>
                  </a:lnTo>
                  <a:lnTo>
                    <a:pt x="41263" y="125900"/>
                  </a:lnTo>
                  <a:lnTo>
                    <a:pt x="40653" y="124282"/>
                  </a:lnTo>
                  <a:lnTo>
                    <a:pt x="39901" y="122801"/>
                  </a:lnTo>
                  <a:lnTo>
                    <a:pt x="37964" y="121583"/>
                  </a:lnTo>
                  <a:lnTo>
                    <a:pt x="37243" y="119650"/>
                  </a:lnTo>
                  <a:lnTo>
                    <a:pt x="36682" y="117595"/>
                  </a:lnTo>
                  <a:lnTo>
                    <a:pt x="36269" y="116938"/>
                  </a:lnTo>
                  <a:lnTo>
                    <a:pt x="34155" y="116124"/>
                  </a:lnTo>
                  <a:lnTo>
                    <a:pt x="33686" y="114964"/>
                  </a:lnTo>
                  <a:lnTo>
                    <a:pt x="33876" y="111639"/>
                  </a:lnTo>
                  <a:lnTo>
                    <a:pt x="34063" y="106731"/>
                  </a:lnTo>
                  <a:lnTo>
                    <a:pt x="33988" y="103317"/>
                  </a:lnTo>
                  <a:lnTo>
                    <a:pt x="34365" y="100564"/>
                  </a:lnTo>
                  <a:lnTo>
                    <a:pt x="34791" y="98501"/>
                  </a:lnTo>
                  <a:lnTo>
                    <a:pt x="35725" y="96317"/>
                  </a:lnTo>
                  <a:lnTo>
                    <a:pt x="36221" y="93738"/>
                  </a:lnTo>
                  <a:lnTo>
                    <a:pt x="36492" y="93101"/>
                  </a:lnTo>
                  <a:lnTo>
                    <a:pt x="38263" y="92671"/>
                  </a:lnTo>
                  <a:lnTo>
                    <a:pt x="38906" y="91597"/>
                  </a:lnTo>
                  <a:lnTo>
                    <a:pt x="39413" y="90511"/>
                  </a:lnTo>
                  <a:lnTo>
                    <a:pt x="39627" y="89045"/>
                  </a:lnTo>
                  <a:lnTo>
                    <a:pt x="40233" y="86625"/>
                  </a:lnTo>
                  <a:lnTo>
                    <a:pt x="40774" y="84978"/>
                  </a:lnTo>
                  <a:lnTo>
                    <a:pt x="40832" y="83865"/>
                  </a:lnTo>
                  <a:lnTo>
                    <a:pt x="40717" y="82318"/>
                  </a:lnTo>
                  <a:lnTo>
                    <a:pt x="40181" y="79276"/>
                  </a:lnTo>
                  <a:lnTo>
                    <a:pt x="39540" y="76740"/>
                  </a:lnTo>
                  <a:lnTo>
                    <a:pt x="39152" y="75836"/>
                  </a:lnTo>
                  <a:lnTo>
                    <a:pt x="38371" y="69876"/>
                  </a:lnTo>
                  <a:lnTo>
                    <a:pt x="37644" y="68467"/>
                  </a:lnTo>
                  <a:lnTo>
                    <a:pt x="36230" y="67708"/>
                  </a:lnTo>
                  <a:lnTo>
                    <a:pt x="33579" y="67033"/>
                  </a:lnTo>
                  <a:lnTo>
                    <a:pt x="31972" y="68111"/>
                  </a:lnTo>
                  <a:lnTo>
                    <a:pt x="29531" y="70111"/>
                  </a:lnTo>
                  <a:lnTo>
                    <a:pt x="27668" y="71494"/>
                  </a:lnTo>
                  <a:lnTo>
                    <a:pt x="26455" y="72285"/>
                  </a:lnTo>
                  <a:lnTo>
                    <a:pt x="25742" y="72066"/>
                  </a:lnTo>
                  <a:lnTo>
                    <a:pt x="25419" y="71155"/>
                  </a:lnTo>
                  <a:lnTo>
                    <a:pt x="25890" y="70382"/>
                  </a:lnTo>
                  <a:lnTo>
                    <a:pt x="26125" y="68571"/>
                  </a:lnTo>
                  <a:lnTo>
                    <a:pt x="25822" y="65974"/>
                  </a:lnTo>
                  <a:lnTo>
                    <a:pt x="25350" y="63596"/>
                  </a:lnTo>
                  <a:lnTo>
                    <a:pt x="25080" y="60256"/>
                  </a:lnTo>
                  <a:lnTo>
                    <a:pt x="25197" y="56105"/>
                  </a:lnTo>
                  <a:lnTo>
                    <a:pt x="25658" y="52210"/>
                  </a:lnTo>
                  <a:lnTo>
                    <a:pt x="26635" y="47148"/>
                  </a:lnTo>
                  <a:lnTo>
                    <a:pt x="26695" y="45083"/>
                  </a:lnTo>
                  <a:lnTo>
                    <a:pt x="29656" y="45144"/>
                  </a:lnTo>
                  <a:lnTo>
                    <a:pt x="32608" y="45206"/>
                  </a:lnTo>
                  <a:lnTo>
                    <a:pt x="35837" y="45163"/>
                  </a:lnTo>
                  <a:lnTo>
                    <a:pt x="38954" y="45120"/>
                  </a:lnTo>
                  <a:lnTo>
                    <a:pt x="41386" y="45285"/>
                  </a:lnTo>
                  <a:lnTo>
                    <a:pt x="42556" y="43974"/>
                  </a:lnTo>
                  <a:lnTo>
                    <a:pt x="43670" y="45955"/>
                  </a:lnTo>
                  <a:lnTo>
                    <a:pt x="44214" y="46396"/>
                  </a:lnTo>
                  <a:lnTo>
                    <a:pt x="44400" y="46241"/>
                  </a:lnTo>
                  <a:lnTo>
                    <a:pt x="44827" y="47636"/>
                  </a:lnTo>
                  <a:lnTo>
                    <a:pt x="46210" y="47480"/>
                  </a:lnTo>
                  <a:lnTo>
                    <a:pt x="46429" y="47809"/>
                  </a:lnTo>
                  <a:lnTo>
                    <a:pt x="46549" y="49494"/>
                  </a:lnTo>
                  <a:lnTo>
                    <a:pt x="47832" y="49451"/>
                  </a:lnTo>
                  <a:lnTo>
                    <a:pt x="48466" y="49832"/>
                  </a:lnTo>
                  <a:lnTo>
                    <a:pt x="48982" y="49788"/>
                  </a:lnTo>
                  <a:lnTo>
                    <a:pt x="49728" y="48806"/>
                  </a:lnTo>
                  <a:lnTo>
                    <a:pt x="50264" y="49135"/>
                  </a:lnTo>
                  <a:lnTo>
                    <a:pt x="51237" y="50397"/>
                  </a:lnTo>
                  <a:lnTo>
                    <a:pt x="51933" y="51491"/>
                  </a:lnTo>
                  <a:lnTo>
                    <a:pt x="52904" y="51136"/>
                  </a:lnTo>
                  <a:lnTo>
                    <a:pt x="55160" y="51324"/>
                  </a:lnTo>
                  <a:lnTo>
                    <a:pt x="56904" y="52370"/>
                  </a:lnTo>
                  <a:lnTo>
                    <a:pt x="58632" y="55277"/>
                  </a:lnTo>
                  <a:lnTo>
                    <a:pt x="59786" y="56949"/>
                  </a:lnTo>
                  <a:lnTo>
                    <a:pt x="60825" y="59425"/>
                  </a:lnTo>
                  <a:lnTo>
                    <a:pt x="61207" y="58981"/>
                  </a:lnTo>
                  <a:lnTo>
                    <a:pt x="61567" y="58305"/>
                  </a:lnTo>
                  <a:lnTo>
                    <a:pt x="61772" y="58007"/>
                  </a:lnTo>
                  <a:lnTo>
                    <a:pt x="61758" y="55887"/>
                  </a:lnTo>
                  <a:lnTo>
                    <a:pt x="61177" y="52279"/>
                  </a:lnTo>
                  <a:lnTo>
                    <a:pt x="60951" y="49217"/>
                  </a:lnTo>
                  <a:lnTo>
                    <a:pt x="61080" y="46702"/>
                  </a:lnTo>
                  <a:lnTo>
                    <a:pt x="61520" y="44899"/>
                  </a:lnTo>
                  <a:lnTo>
                    <a:pt x="62271" y="43807"/>
                  </a:lnTo>
                  <a:lnTo>
                    <a:pt x="62346" y="42103"/>
                  </a:lnTo>
                  <a:lnTo>
                    <a:pt x="62355" y="41877"/>
                  </a:lnTo>
                  <a:lnTo>
                    <a:pt x="63199" y="37838"/>
                  </a:lnTo>
                  <a:lnTo>
                    <a:pt x="64036" y="33819"/>
                  </a:lnTo>
                  <a:lnTo>
                    <a:pt x="65044" y="29143"/>
                  </a:lnTo>
                  <a:lnTo>
                    <a:pt x="65874" y="25281"/>
                  </a:lnTo>
                  <a:lnTo>
                    <a:pt x="65763" y="23366"/>
                  </a:lnTo>
                  <a:lnTo>
                    <a:pt x="65845" y="20509"/>
                  </a:lnTo>
                  <a:lnTo>
                    <a:pt x="66016" y="17325"/>
                  </a:lnTo>
                  <a:lnTo>
                    <a:pt x="65975" y="15429"/>
                  </a:lnTo>
                  <a:lnTo>
                    <a:pt x="66216" y="14138"/>
                  </a:lnTo>
                  <a:lnTo>
                    <a:pt x="66794" y="9389"/>
                  </a:lnTo>
                  <a:lnTo>
                    <a:pt x="67131" y="6625"/>
                  </a:lnTo>
                  <a:lnTo>
                    <a:pt x="67629" y="5375"/>
                  </a:lnTo>
                  <a:lnTo>
                    <a:pt x="68401" y="4494"/>
                  </a:lnTo>
                  <a:lnTo>
                    <a:pt x="69524" y="4462"/>
                  </a:lnTo>
                  <a:lnTo>
                    <a:pt x="72463" y="3859"/>
                  </a:lnTo>
                  <a:lnTo>
                    <a:pt x="75205" y="2625"/>
                  </a:lnTo>
                  <a:lnTo>
                    <a:pt x="76115" y="2071"/>
                  </a:lnTo>
                  <a:lnTo>
                    <a:pt x="77837" y="79"/>
                  </a:lnTo>
                  <a:lnTo>
                    <a:pt x="78498" y="0"/>
                  </a:lnTo>
                  <a:lnTo>
                    <a:pt x="79067" y="758"/>
                  </a:lnTo>
                  <a:lnTo>
                    <a:pt x="82386" y="3047"/>
                  </a:lnTo>
                  <a:lnTo>
                    <a:pt x="83296" y="3943"/>
                  </a:lnTo>
                  <a:lnTo>
                    <a:pt x="83626" y="3809"/>
                  </a:lnTo>
                  <a:lnTo>
                    <a:pt x="84130" y="4005"/>
                  </a:lnTo>
                  <a:lnTo>
                    <a:pt x="84904" y="4032"/>
                  </a:lnTo>
                  <a:lnTo>
                    <a:pt x="85664" y="3752"/>
                  </a:lnTo>
                  <a:lnTo>
                    <a:pt x="86146" y="4025"/>
                  </a:lnTo>
                  <a:lnTo>
                    <a:pt x="86758" y="5540"/>
                  </a:lnTo>
                  <a:lnTo>
                    <a:pt x="87165" y="5374"/>
                  </a:lnTo>
                  <a:lnTo>
                    <a:pt x="87698" y="4273"/>
                  </a:lnTo>
                  <a:lnTo>
                    <a:pt x="88698" y="3146"/>
                  </a:lnTo>
                  <a:lnTo>
                    <a:pt x="90626" y="1900"/>
                  </a:lnTo>
                  <a:lnTo>
                    <a:pt x="90939" y="2458"/>
                  </a:lnTo>
                  <a:lnTo>
                    <a:pt x="91606" y="5233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39"/>
            <p:cNvSpPr/>
            <p:nvPr/>
          </p:nvSpPr>
          <p:spPr>
            <a:xfrm>
              <a:off x="1391593" y="4260109"/>
              <a:ext cx="1303" cy="1864"/>
            </a:xfrm>
            <a:custGeom>
              <a:avLst/>
              <a:pathLst>
                <a:path w="1303" h="1864">
                  <a:moveTo>
                    <a:pt x="1258" y="1855"/>
                  </a:moveTo>
                  <a:lnTo>
                    <a:pt x="862" y="1864"/>
                  </a:lnTo>
                  <a:lnTo>
                    <a:pt x="362" y="1644"/>
                  </a:lnTo>
                  <a:lnTo>
                    <a:pt x="35" y="1526"/>
                  </a:lnTo>
                  <a:lnTo>
                    <a:pt x="0" y="1261"/>
                  </a:lnTo>
                  <a:lnTo>
                    <a:pt x="128" y="415"/>
                  </a:lnTo>
                  <a:lnTo>
                    <a:pt x="393" y="0"/>
                  </a:lnTo>
                  <a:lnTo>
                    <a:pt x="914" y="60"/>
                  </a:lnTo>
                  <a:lnTo>
                    <a:pt x="1270" y="640"/>
                  </a:lnTo>
                  <a:lnTo>
                    <a:pt x="1303" y="160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0"/>
            <p:cNvSpPr/>
            <p:nvPr/>
          </p:nvSpPr>
          <p:spPr>
            <a:xfrm>
              <a:off x="2398922" y="3555873"/>
              <a:ext cx="1189" cy="3742"/>
            </a:xfrm>
            <a:custGeom>
              <a:avLst/>
              <a:pathLst>
                <a:path w="1189" h="3742">
                  <a:moveTo>
                    <a:pt x="1189" y="3090"/>
                  </a:moveTo>
                  <a:lnTo>
                    <a:pt x="854" y="3742"/>
                  </a:lnTo>
                  <a:lnTo>
                    <a:pt x="217" y="2572"/>
                  </a:lnTo>
                  <a:lnTo>
                    <a:pt x="0" y="1097"/>
                  </a:lnTo>
                  <a:lnTo>
                    <a:pt x="390" y="0"/>
                  </a:lnTo>
                  <a:lnTo>
                    <a:pt x="894" y="359"/>
                  </a:lnTo>
                  <a:lnTo>
                    <a:pt x="1122" y="1262"/>
                  </a:lnTo>
                  <a:close/>
                </a:path>
              </a:pathLst>
            </a:custGeom>
            <a:solidFill>
              <a:srgbClr val="F0F7E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1"/>
            <p:cNvSpPr/>
            <p:nvPr/>
          </p:nvSpPr>
          <p:spPr>
            <a:xfrm>
              <a:off x="2388861" y="3266646"/>
              <a:ext cx="149921" cy="492591"/>
            </a:xfrm>
            <a:custGeom>
              <a:avLst/>
              <a:pathLst>
                <a:path w="149921" h="492591">
                  <a:moveTo>
                    <a:pt x="95087" y="16915"/>
                  </a:moveTo>
                  <a:lnTo>
                    <a:pt x="94644" y="17274"/>
                  </a:lnTo>
                  <a:lnTo>
                    <a:pt x="94094" y="18049"/>
                  </a:lnTo>
                  <a:lnTo>
                    <a:pt x="92417" y="19511"/>
                  </a:lnTo>
                  <a:lnTo>
                    <a:pt x="90154" y="20906"/>
                  </a:lnTo>
                  <a:lnTo>
                    <a:pt x="87209" y="22692"/>
                  </a:lnTo>
                  <a:lnTo>
                    <a:pt x="86540" y="24597"/>
                  </a:lnTo>
                  <a:lnTo>
                    <a:pt x="83626" y="36579"/>
                  </a:lnTo>
                  <a:lnTo>
                    <a:pt x="81187" y="39008"/>
                  </a:lnTo>
                  <a:lnTo>
                    <a:pt x="80300" y="40791"/>
                  </a:lnTo>
                  <a:lnTo>
                    <a:pt x="79630" y="43059"/>
                  </a:lnTo>
                  <a:lnTo>
                    <a:pt x="78177" y="47235"/>
                  </a:lnTo>
                  <a:lnTo>
                    <a:pt x="77571" y="50445"/>
                  </a:lnTo>
                  <a:lnTo>
                    <a:pt x="75965" y="57417"/>
                  </a:lnTo>
                  <a:lnTo>
                    <a:pt x="75088" y="66149"/>
                  </a:lnTo>
                  <a:lnTo>
                    <a:pt x="74755" y="71054"/>
                  </a:lnTo>
                  <a:lnTo>
                    <a:pt x="74272" y="78163"/>
                  </a:lnTo>
                  <a:lnTo>
                    <a:pt x="73562" y="81737"/>
                  </a:lnTo>
                  <a:lnTo>
                    <a:pt x="72609" y="85093"/>
                  </a:lnTo>
                  <a:lnTo>
                    <a:pt x="71585" y="88374"/>
                  </a:lnTo>
                  <a:lnTo>
                    <a:pt x="70704" y="91967"/>
                  </a:lnTo>
                  <a:lnTo>
                    <a:pt x="69955" y="94779"/>
                  </a:lnTo>
                  <a:lnTo>
                    <a:pt x="69833" y="95745"/>
                  </a:lnTo>
                  <a:lnTo>
                    <a:pt x="70197" y="96520"/>
                  </a:lnTo>
                  <a:lnTo>
                    <a:pt x="71969" y="95745"/>
                  </a:lnTo>
                  <a:lnTo>
                    <a:pt x="72665" y="94898"/>
                  </a:lnTo>
                  <a:lnTo>
                    <a:pt x="73632" y="93812"/>
                  </a:lnTo>
                  <a:lnTo>
                    <a:pt x="74238" y="94392"/>
                  </a:lnTo>
                  <a:lnTo>
                    <a:pt x="74844" y="97488"/>
                  </a:lnTo>
                  <a:lnTo>
                    <a:pt x="75531" y="97875"/>
                  </a:lnTo>
                  <a:lnTo>
                    <a:pt x="76177" y="97488"/>
                  </a:lnTo>
                  <a:lnTo>
                    <a:pt x="76865" y="98262"/>
                  </a:lnTo>
                  <a:lnTo>
                    <a:pt x="77739" y="105965"/>
                  </a:lnTo>
                  <a:lnTo>
                    <a:pt x="78481" y="112486"/>
                  </a:lnTo>
                  <a:lnTo>
                    <a:pt x="80205" y="116561"/>
                  </a:lnTo>
                  <a:lnTo>
                    <a:pt x="81552" y="119744"/>
                  </a:lnTo>
                  <a:lnTo>
                    <a:pt x="81875" y="122549"/>
                  </a:lnTo>
                  <a:lnTo>
                    <a:pt x="82198" y="126516"/>
                  </a:lnTo>
                  <a:lnTo>
                    <a:pt x="82279" y="128451"/>
                  </a:lnTo>
                  <a:lnTo>
                    <a:pt x="81859" y="129621"/>
                  </a:lnTo>
                  <a:lnTo>
                    <a:pt x="81188" y="132032"/>
                  </a:lnTo>
                  <a:lnTo>
                    <a:pt x="81021" y="136649"/>
                  </a:lnTo>
                  <a:lnTo>
                    <a:pt x="80906" y="138183"/>
                  </a:lnTo>
                  <a:lnTo>
                    <a:pt x="80782" y="142460"/>
                  </a:lnTo>
                  <a:lnTo>
                    <a:pt x="80868" y="145088"/>
                  </a:lnTo>
                  <a:lnTo>
                    <a:pt x="81226" y="147139"/>
                  </a:lnTo>
                  <a:lnTo>
                    <a:pt x="81822" y="148315"/>
                  </a:lnTo>
                  <a:lnTo>
                    <a:pt x="83035" y="148922"/>
                  </a:lnTo>
                  <a:lnTo>
                    <a:pt x="84129" y="149639"/>
                  </a:lnTo>
                  <a:lnTo>
                    <a:pt x="84759" y="153201"/>
                  </a:lnTo>
                  <a:lnTo>
                    <a:pt x="85652" y="157718"/>
                  </a:lnTo>
                  <a:lnTo>
                    <a:pt x="86610" y="159616"/>
                  </a:lnTo>
                  <a:lnTo>
                    <a:pt x="88017" y="160866"/>
                  </a:lnTo>
                  <a:lnTo>
                    <a:pt x="89021" y="160408"/>
                  </a:lnTo>
                  <a:lnTo>
                    <a:pt x="91370" y="159608"/>
                  </a:lnTo>
                  <a:lnTo>
                    <a:pt x="93391" y="159801"/>
                  </a:lnTo>
                  <a:lnTo>
                    <a:pt x="96344" y="161017"/>
                  </a:lnTo>
                  <a:lnTo>
                    <a:pt x="97445" y="160973"/>
                  </a:lnTo>
                  <a:lnTo>
                    <a:pt x="98868" y="160745"/>
                  </a:lnTo>
                  <a:lnTo>
                    <a:pt x="101368" y="158287"/>
                  </a:lnTo>
                  <a:lnTo>
                    <a:pt x="102275" y="157920"/>
                  </a:lnTo>
                  <a:lnTo>
                    <a:pt x="103288" y="158134"/>
                  </a:lnTo>
                  <a:lnTo>
                    <a:pt x="104763" y="159383"/>
                  </a:lnTo>
                  <a:lnTo>
                    <a:pt x="105564" y="160369"/>
                  </a:lnTo>
                  <a:lnTo>
                    <a:pt x="106590" y="161390"/>
                  </a:lnTo>
                  <a:lnTo>
                    <a:pt x="108088" y="162118"/>
                  </a:lnTo>
                  <a:lnTo>
                    <a:pt x="109050" y="161997"/>
                  </a:lnTo>
                  <a:lnTo>
                    <a:pt x="109777" y="161951"/>
                  </a:lnTo>
                  <a:lnTo>
                    <a:pt x="110199" y="162414"/>
                  </a:lnTo>
                  <a:lnTo>
                    <a:pt x="112554" y="169438"/>
                  </a:lnTo>
                  <a:lnTo>
                    <a:pt x="114593" y="175521"/>
                  </a:lnTo>
                  <a:lnTo>
                    <a:pt x="116372" y="180630"/>
                  </a:lnTo>
                  <a:lnTo>
                    <a:pt x="118291" y="186143"/>
                  </a:lnTo>
                  <a:lnTo>
                    <a:pt x="118441" y="186466"/>
                  </a:lnTo>
                  <a:lnTo>
                    <a:pt x="119305" y="185756"/>
                  </a:lnTo>
                  <a:lnTo>
                    <a:pt x="119876" y="186063"/>
                  </a:lnTo>
                  <a:lnTo>
                    <a:pt x="120402" y="187183"/>
                  </a:lnTo>
                  <a:lnTo>
                    <a:pt x="121311" y="186721"/>
                  </a:lnTo>
                  <a:lnTo>
                    <a:pt x="122602" y="184681"/>
                  </a:lnTo>
                  <a:lnTo>
                    <a:pt x="124486" y="184273"/>
                  </a:lnTo>
                  <a:lnTo>
                    <a:pt x="126963" y="185496"/>
                  </a:lnTo>
                  <a:lnTo>
                    <a:pt x="130230" y="185503"/>
                  </a:lnTo>
                  <a:lnTo>
                    <a:pt x="134286" y="184293"/>
                  </a:lnTo>
                  <a:lnTo>
                    <a:pt x="136806" y="182980"/>
                  </a:lnTo>
                  <a:lnTo>
                    <a:pt x="137789" y="181563"/>
                  </a:lnTo>
                  <a:lnTo>
                    <a:pt x="139418" y="181709"/>
                  </a:lnTo>
                  <a:lnTo>
                    <a:pt x="141381" y="182984"/>
                  </a:lnTo>
                  <a:lnTo>
                    <a:pt x="142444" y="184802"/>
                  </a:lnTo>
                  <a:lnTo>
                    <a:pt x="142572" y="186590"/>
                  </a:lnTo>
                  <a:lnTo>
                    <a:pt x="142970" y="189375"/>
                  </a:lnTo>
                  <a:lnTo>
                    <a:pt x="142544" y="192198"/>
                  </a:lnTo>
                  <a:lnTo>
                    <a:pt x="141293" y="195061"/>
                  </a:lnTo>
                  <a:lnTo>
                    <a:pt x="140600" y="198717"/>
                  </a:lnTo>
                  <a:lnTo>
                    <a:pt x="140465" y="203166"/>
                  </a:lnTo>
                  <a:lnTo>
                    <a:pt x="139820" y="206455"/>
                  </a:lnTo>
                  <a:lnTo>
                    <a:pt x="138662" y="208583"/>
                  </a:lnTo>
                  <a:lnTo>
                    <a:pt x="138212" y="211686"/>
                  </a:lnTo>
                  <a:lnTo>
                    <a:pt x="138468" y="215762"/>
                  </a:lnTo>
                  <a:lnTo>
                    <a:pt x="138343" y="221723"/>
                  </a:lnTo>
                  <a:lnTo>
                    <a:pt x="137837" y="229563"/>
                  </a:lnTo>
                  <a:lnTo>
                    <a:pt x="137837" y="234249"/>
                  </a:lnTo>
                  <a:lnTo>
                    <a:pt x="138343" y="235780"/>
                  </a:lnTo>
                  <a:lnTo>
                    <a:pt x="138576" y="237978"/>
                  </a:lnTo>
                  <a:lnTo>
                    <a:pt x="138536" y="240839"/>
                  </a:lnTo>
                  <a:lnTo>
                    <a:pt x="138727" y="243369"/>
                  </a:lnTo>
                  <a:lnTo>
                    <a:pt x="139354" y="246671"/>
                  </a:lnTo>
                  <a:lnTo>
                    <a:pt x="140227" y="253238"/>
                  </a:lnTo>
                  <a:lnTo>
                    <a:pt x="140956" y="256059"/>
                  </a:lnTo>
                  <a:lnTo>
                    <a:pt x="141590" y="257092"/>
                  </a:lnTo>
                  <a:lnTo>
                    <a:pt x="142238" y="258355"/>
                  </a:lnTo>
                  <a:lnTo>
                    <a:pt x="144101" y="265072"/>
                  </a:lnTo>
                  <a:lnTo>
                    <a:pt x="144552" y="266488"/>
                  </a:lnTo>
                  <a:lnTo>
                    <a:pt x="144416" y="267726"/>
                  </a:lnTo>
                  <a:lnTo>
                    <a:pt x="144242" y="268652"/>
                  </a:lnTo>
                  <a:lnTo>
                    <a:pt x="144028" y="269242"/>
                  </a:lnTo>
                  <a:lnTo>
                    <a:pt x="142038" y="273243"/>
                  </a:lnTo>
                  <a:lnTo>
                    <a:pt x="138090" y="281943"/>
                  </a:lnTo>
                  <a:lnTo>
                    <a:pt x="137764" y="283051"/>
                  </a:lnTo>
                  <a:lnTo>
                    <a:pt x="137790" y="284875"/>
                  </a:lnTo>
                  <a:lnTo>
                    <a:pt x="138933" y="283702"/>
                  </a:lnTo>
                  <a:lnTo>
                    <a:pt x="140158" y="284680"/>
                  </a:lnTo>
                  <a:lnTo>
                    <a:pt x="140756" y="284875"/>
                  </a:lnTo>
                  <a:lnTo>
                    <a:pt x="141028" y="285592"/>
                  </a:lnTo>
                  <a:lnTo>
                    <a:pt x="141382" y="287938"/>
                  </a:lnTo>
                  <a:lnTo>
                    <a:pt x="141790" y="288328"/>
                  </a:lnTo>
                  <a:lnTo>
                    <a:pt x="142389" y="289306"/>
                  </a:lnTo>
                  <a:lnTo>
                    <a:pt x="143559" y="291780"/>
                  </a:lnTo>
                  <a:lnTo>
                    <a:pt x="144538" y="294388"/>
                  </a:lnTo>
                  <a:lnTo>
                    <a:pt x="145273" y="295636"/>
                  </a:lnTo>
                  <a:lnTo>
                    <a:pt x="145789" y="296797"/>
                  </a:lnTo>
                  <a:lnTo>
                    <a:pt x="145953" y="298492"/>
                  </a:lnTo>
                  <a:lnTo>
                    <a:pt x="145735" y="300185"/>
                  </a:lnTo>
                  <a:lnTo>
                    <a:pt x="146349" y="304112"/>
                  </a:lnTo>
                  <a:lnTo>
                    <a:pt x="146769" y="305333"/>
                  </a:lnTo>
                  <a:lnTo>
                    <a:pt x="146987" y="306831"/>
                  </a:lnTo>
                  <a:lnTo>
                    <a:pt x="146769" y="308330"/>
                  </a:lnTo>
                  <a:lnTo>
                    <a:pt x="147286" y="310088"/>
                  </a:lnTo>
                  <a:lnTo>
                    <a:pt x="147850" y="313550"/>
                  </a:lnTo>
                  <a:lnTo>
                    <a:pt x="148538" y="317776"/>
                  </a:lnTo>
                  <a:lnTo>
                    <a:pt x="148619" y="320122"/>
                  </a:lnTo>
                  <a:lnTo>
                    <a:pt x="148905" y="321203"/>
                  </a:lnTo>
                  <a:lnTo>
                    <a:pt x="149241" y="324341"/>
                  </a:lnTo>
                  <a:lnTo>
                    <a:pt x="149817" y="327288"/>
                  </a:lnTo>
                  <a:lnTo>
                    <a:pt x="149681" y="329308"/>
                  </a:lnTo>
                  <a:lnTo>
                    <a:pt x="149921" y="331284"/>
                  </a:lnTo>
                  <a:lnTo>
                    <a:pt x="147586" y="332604"/>
                  </a:lnTo>
                  <a:lnTo>
                    <a:pt x="147376" y="332396"/>
                  </a:lnTo>
                  <a:lnTo>
                    <a:pt x="147236" y="331669"/>
                  </a:lnTo>
                  <a:lnTo>
                    <a:pt x="147302" y="326037"/>
                  </a:lnTo>
                  <a:lnTo>
                    <a:pt x="147279" y="319685"/>
                  </a:lnTo>
                  <a:lnTo>
                    <a:pt x="146920" y="317083"/>
                  </a:lnTo>
                  <a:lnTo>
                    <a:pt x="145852" y="312911"/>
                  </a:lnTo>
                  <a:lnTo>
                    <a:pt x="144435" y="307377"/>
                  </a:lnTo>
                  <a:lnTo>
                    <a:pt x="144048" y="305789"/>
                  </a:lnTo>
                  <a:lnTo>
                    <a:pt x="143450" y="304877"/>
                  </a:lnTo>
                  <a:lnTo>
                    <a:pt x="142742" y="304746"/>
                  </a:lnTo>
                  <a:lnTo>
                    <a:pt x="142226" y="305137"/>
                  </a:lnTo>
                  <a:lnTo>
                    <a:pt x="141530" y="306168"/>
                  </a:lnTo>
                  <a:lnTo>
                    <a:pt x="140873" y="307289"/>
                  </a:lnTo>
                  <a:lnTo>
                    <a:pt x="139607" y="310627"/>
                  </a:lnTo>
                  <a:lnTo>
                    <a:pt x="138333" y="314528"/>
                  </a:lnTo>
                  <a:lnTo>
                    <a:pt x="137587" y="315399"/>
                  </a:lnTo>
                  <a:lnTo>
                    <a:pt x="136838" y="315757"/>
                  </a:lnTo>
                  <a:lnTo>
                    <a:pt x="136178" y="315638"/>
                  </a:lnTo>
                  <a:lnTo>
                    <a:pt x="135646" y="314589"/>
                  </a:lnTo>
                  <a:lnTo>
                    <a:pt x="135101" y="312459"/>
                  </a:lnTo>
                  <a:lnTo>
                    <a:pt x="134444" y="309633"/>
                  </a:lnTo>
                  <a:lnTo>
                    <a:pt x="133660" y="308709"/>
                  </a:lnTo>
                  <a:lnTo>
                    <a:pt x="133357" y="309578"/>
                  </a:lnTo>
                  <a:lnTo>
                    <a:pt x="133097" y="311240"/>
                  </a:lnTo>
                  <a:lnTo>
                    <a:pt x="132893" y="312890"/>
                  </a:lnTo>
                  <a:lnTo>
                    <a:pt x="133419" y="314987"/>
                  </a:lnTo>
                  <a:lnTo>
                    <a:pt x="133873" y="316604"/>
                  </a:lnTo>
                  <a:lnTo>
                    <a:pt x="133095" y="316549"/>
                  </a:lnTo>
                  <a:lnTo>
                    <a:pt x="130579" y="316552"/>
                  </a:lnTo>
                  <a:lnTo>
                    <a:pt x="127679" y="316555"/>
                  </a:lnTo>
                  <a:lnTo>
                    <a:pt x="124783" y="316558"/>
                  </a:lnTo>
                  <a:lnTo>
                    <a:pt x="122178" y="316561"/>
                  </a:lnTo>
                  <a:lnTo>
                    <a:pt x="119766" y="316562"/>
                  </a:lnTo>
                  <a:lnTo>
                    <a:pt x="118846" y="316428"/>
                  </a:lnTo>
                  <a:lnTo>
                    <a:pt x="117910" y="315479"/>
                  </a:lnTo>
                  <a:lnTo>
                    <a:pt x="117012" y="315026"/>
                  </a:lnTo>
                  <a:lnTo>
                    <a:pt x="116539" y="315099"/>
                  </a:lnTo>
                  <a:lnTo>
                    <a:pt x="115690" y="316024"/>
                  </a:lnTo>
                  <a:lnTo>
                    <a:pt x="114585" y="316160"/>
                  </a:lnTo>
                  <a:lnTo>
                    <a:pt x="113840" y="317037"/>
                  </a:lnTo>
                  <a:lnTo>
                    <a:pt x="113240" y="316932"/>
                  </a:lnTo>
                  <a:lnTo>
                    <a:pt x="113229" y="321803"/>
                  </a:lnTo>
                  <a:lnTo>
                    <a:pt x="113213" y="328750"/>
                  </a:lnTo>
                  <a:lnTo>
                    <a:pt x="113196" y="336116"/>
                  </a:lnTo>
                  <a:lnTo>
                    <a:pt x="113863" y="335557"/>
                  </a:lnTo>
                  <a:lnTo>
                    <a:pt x="114440" y="335611"/>
                  </a:lnTo>
                  <a:lnTo>
                    <a:pt x="114864" y="336129"/>
                  </a:lnTo>
                  <a:lnTo>
                    <a:pt x="116050" y="335710"/>
                  </a:lnTo>
                  <a:lnTo>
                    <a:pt x="116708" y="335931"/>
                  </a:lnTo>
                  <a:lnTo>
                    <a:pt x="117330" y="336117"/>
                  </a:lnTo>
                  <a:lnTo>
                    <a:pt x="117908" y="336143"/>
                  </a:lnTo>
                  <a:lnTo>
                    <a:pt x="118263" y="336727"/>
                  </a:lnTo>
                  <a:lnTo>
                    <a:pt x="118741" y="336622"/>
                  </a:lnTo>
                  <a:lnTo>
                    <a:pt x="119252" y="335983"/>
                  </a:lnTo>
                  <a:lnTo>
                    <a:pt x="119864" y="336382"/>
                  </a:lnTo>
                  <a:lnTo>
                    <a:pt x="120519" y="337420"/>
                  </a:lnTo>
                  <a:lnTo>
                    <a:pt x="120942" y="338964"/>
                  </a:lnTo>
                  <a:lnTo>
                    <a:pt x="121320" y="340880"/>
                  </a:lnTo>
                  <a:lnTo>
                    <a:pt x="121697" y="341891"/>
                  </a:lnTo>
                  <a:lnTo>
                    <a:pt x="121675" y="343726"/>
                  </a:lnTo>
                  <a:lnTo>
                    <a:pt x="121664" y="345164"/>
                  </a:lnTo>
                  <a:lnTo>
                    <a:pt x="121530" y="346360"/>
                  </a:lnTo>
                  <a:lnTo>
                    <a:pt x="121697" y="347133"/>
                  </a:lnTo>
                  <a:lnTo>
                    <a:pt x="121820" y="347957"/>
                  </a:lnTo>
                  <a:lnTo>
                    <a:pt x="121786" y="348437"/>
                  </a:lnTo>
                  <a:lnTo>
                    <a:pt x="121564" y="348649"/>
                  </a:lnTo>
                  <a:lnTo>
                    <a:pt x="121086" y="348810"/>
                  </a:lnTo>
                  <a:lnTo>
                    <a:pt x="120575" y="348942"/>
                  </a:lnTo>
                  <a:lnTo>
                    <a:pt x="120219" y="348889"/>
                  </a:lnTo>
                  <a:lnTo>
                    <a:pt x="119942" y="348144"/>
                  </a:lnTo>
                  <a:lnTo>
                    <a:pt x="119675" y="348064"/>
                  </a:lnTo>
                  <a:lnTo>
                    <a:pt x="119286" y="348170"/>
                  </a:lnTo>
                  <a:lnTo>
                    <a:pt x="118874" y="347717"/>
                  </a:lnTo>
                  <a:lnTo>
                    <a:pt x="118519" y="346787"/>
                  </a:lnTo>
                  <a:lnTo>
                    <a:pt x="117886" y="345855"/>
                  </a:lnTo>
                  <a:lnTo>
                    <a:pt x="117208" y="346254"/>
                  </a:lnTo>
                  <a:lnTo>
                    <a:pt x="116742" y="346733"/>
                  </a:lnTo>
                  <a:lnTo>
                    <a:pt x="116263" y="347319"/>
                  </a:lnTo>
                  <a:lnTo>
                    <a:pt x="115830" y="347931"/>
                  </a:lnTo>
                  <a:lnTo>
                    <a:pt x="115397" y="347771"/>
                  </a:lnTo>
                  <a:lnTo>
                    <a:pt x="114841" y="348222"/>
                  </a:lnTo>
                  <a:lnTo>
                    <a:pt x="114374" y="348915"/>
                  </a:lnTo>
                  <a:lnTo>
                    <a:pt x="113752" y="349473"/>
                  </a:lnTo>
                  <a:lnTo>
                    <a:pt x="113074" y="349739"/>
                  </a:lnTo>
                  <a:lnTo>
                    <a:pt x="112296" y="350007"/>
                  </a:lnTo>
                  <a:lnTo>
                    <a:pt x="111551" y="350112"/>
                  </a:lnTo>
                  <a:lnTo>
                    <a:pt x="110707" y="350326"/>
                  </a:lnTo>
                  <a:lnTo>
                    <a:pt x="110657" y="354204"/>
                  </a:lnTo>
                  <a:lnTo>
                    <a:pt x="110561" y="361828"/>
                  </a:lnTo>
                  <a:lnTo>
                    <a:pt x="110496" y="366875"/>
                  </a:lnTo>
                  <a:lnTo>
                    <a:pt x="110502" y="371527"/>
                  </a:lnTo>
                  <a:lnTo>
                    <a:pt x="110828" y="373221"/>
                  </a:lnTo>
                  <a:lnTo>
                    <a:pt x="112325" y="376805"/>
                  </a:lnTo>
                  <a:lnTo>
                    <a:pt x="113495" y="378692"/>
                  </a:lnTo>
                  <a:lnTo>
                    <a:pt x="114488" y="380796"/>
                  </a:lnTo>
                  <a:lnTo>
                    <a:pt x="115475" y="381679"/>
                  </a:lnTo>
                  <a:lnTo>
                    <a:pt x="115888" y="382472"/>
                  </a:lnTo>
                  <a:lnTo>
                    <a:pt x="116161" y="383773"/>
                  </a:lnTo>
                  <a:lnTo>
                    <a:pt x="116297" y="385141"/>
                  </a:lnTo>
                  <a:lnTo>
                    <a:pt x="116406" y="386316"/>
                  </a:lnTo>
                  <a:lnTo>
                    <a:pt x="116297" y="387554"/>
                  </a:lnTo>
                  <a:lnTo>
                    <a:pt x="116052" y="388725"/>
                  </a:lnTo>
                  <a:lnTo>
                    <a:pt x="116161" y="389963"/>
                  </a:lnTo>
                  <a:lnTo>
                    <a:pt x="116514" y="390941"/>
                  </a:lnTo>
                  <a:lnTo>
                    <a:pt x="116623" y="392179"/>
                  </a:lnTo>
                  <a:lnTo>
                    <a:pt x="116868" y="393351"/>
                  </a:lnTo>
                  <a:lnTo>
                    <a:pt x="117004" y="394525"/>
                  </a:lnTo>
                  <a:lnTo>
                    <a:pt x="117304" y="395371"/>
                  </a:lnTo>
                  <a:lnTo>
                    <a:pt x="117684" y="395960"/>
                  </a:lnTo>
                  <a:lnTo>
                    <a:pt x="118174" y="396935"/>
                  </a:lnTo>
                  <a:lnTo>
                    <a:pt x="118229" y="397847"/>
                  </a:lnTo>
                  <a:lnTo>
                    <a:pt x="118174" y="398891"/>
                  </a:lnTo>
                  <a:lnTo>
                    <a:pt x="118169" y="399679"/>
                  </a:lnTo>
                  <a:lnTo>
                    <a:pt x="118635" y="401471"/>
                  </a:lnTo>
                  <a:lnTo>
                    <a:pt x="118773" y="402732"/>
                  </a:lnTo>
                  <a:lnTo>
                    <a:pt x="118555" y="404233"/>
                  </a:lnTo>
                  <a:lnTo>
                    <a:pt x="118345" y="409433"/>
                  </a:lnTo>
                  <a:lnTo>
                    <a:pt x="117806" y="415351"/>
                  </a:lnTo>
                  <a:lnTo>
                    <a:pt x="117462" y="419870"/>
                  </a:lnTo>
                  <a:lnTo>
                    <a:pt x="116902" y="427237"/>
                  </a:lnTo>
                  <a:lnTo>
                    <a:pt x="116250" y="435808"/>
                  </a:lnTo>
                  <a:lnTo>
                    <a:pt x="115456" y="446251"/>
                  </a:lnTo>
                  <a:lnTo>
                    <a:pt x="114671" y="456564"/>
                  </a:lnTo>
                  <a:lnTo>
                    <a:pt x="113912" y="466548"/>
                  </a:lnTo>
                  <a:lnTo>
                    <a:pt x="113226" y="475569"/>
                  </a:lnTo>
                  <a:lnTo>
                    <a:pt x="112470" y="485519"/>
                  </a:lnTo>
                  <a:lnTo>
                    <a:pt x="112011" y="491547"/>
                  </a:lnTo>
                  <a:lnTo>
                    <a:pt x="111792" y="492591"/>
                  </a:lnTo>
                  <a:lnTo>
                    <a:pt x="111160" y="490407"/>
                  </a:lnTo>
                  <a:lnTo>
                    <a:pt x="110202" y="488344"/>
                  </a:lnTo>
                  <a:lnTo>
                    <a:pt x="109304" y="487103"/>
                  </a:lnTo>
                  <a:lnTo>
                    <a:pt x="108924" y="485475"/>
                  </a:lnTo>
                  <a:lnTo>
                    <a:pt x="108407" y="482154"/>
                  </a:lnTo>
                  <a:lnTo>
                    <a:pt x="107689" y="481017"/>
                  </a:lnTo>
                  <a:lnTo>
                    <a:pt x="107182" y="480134"/>
                  </a:lnTo>
                  <a:lnTo>
                    <a:pt x="106693" y="480264"/>
                  </a:lnTo>
                  <a:lnTo>
                    <a:pt x="106175" y="481176"/>
                  </a:lnTo>
                  <a:lnTo>
                    <a:pt x="105377" y="481759"/>
                  </a:lnTo>
                  <a:lnTo>
                    <a:pt x="104836" y="481672"/>
                  </a:lnTo>
                  <a:lnTo>
                    <a:pt x="102657" y="479384"/>
                  </a:lnTo>
                  <a:lnTo>
                    <a:pt x="102301" y="479164"/>
                  </a:lnTo>
                  <a:lnTo>
                    <a:pt x="103700" y="473936"/>
                  </a:lnTo>
                  <a:lnTo>
                    <a:pt x="106201" y="464589"/>
                  </a:lnTo>
                  <a:lnTo>
                    <a:pt x="107791" y="458650"/>
                  </a:lnTo>
                  <a:lnTo>
                    <a:pt x="109557" y="452054"/>
                  </a:lnTo>
                  <a:lnTo>
                    <a:pt x="110458" y="448689"/>
                  </a:lnTo>
                  <a:lnTo>
                    <a:pt x="110576" y="448115"/>
                  </a:lnTo>
                  <a:lnTo>
                    <a:pt x="110573" y="447255"/>
                  </a:lnTo>
                  <a:lnTo>
                    <a:pt x="110189" y="445971"/>
                  </a:lnTo>
                  <a:lnTo>
                    <a:pt x="109339" y="445428"/>
                  </a:lnTo>
                  <a:lnTo>
                    <a:pt x="108356" y="444444"/>
                  </a:lnTo>
                  <a:lnTo>
                    <a:pt x="107736" y="442848"/>
                  </a:lnTo>
                  <a:lnTo>
                    <a:pt x="106878" y="442162"/>
                  </a:lnTo>
                  <a:lnTo>
                    <a:pt x="106211" y="441022"/>
                  </a:lnTo>
                  <a:lnTo>
                    <a:pt x="104995" y="439911"/>
                  </a:lnTo>
                  <a:lnTo>
                    <a:pt x="104265" y="438881"/>
                  </a:lnTo>
                  <a:lnTo>
                    <a:pt x="103376" y="438511"/>
                  </a:lnTo>
                  <a:lnTo>
                    <a:pt x="102668" y="436627"/>
                  </a:lnTo>
                  <a:lnTo>
                    <a:pt x="100086" y="432980"/>
                  </a:lnTo>
                  <a:lnTo>
                    <a:pt x="99420" y="432633"/>
                  </a:lnTo>
                  <a:lnTo>
                    <a:pt x="98695" y="433193"/>
                  </a:lnTo>
                  <a:lnTo>
                    <a:pt x="97633" y="433773"/>
                  </a:lnTo>
                  <a:lnTo>
                    <a:pt x="96609" y="435773"/>
                  </a:lnTo>
                  <a:lnTo>
                    <a:pt x="95329" y="436416"/>
                  </a:lnTo>
                  <a:lnTo>
                    <a:pt x="94133" y="436393"/>
                  </a:lnTo>
                  <a:lnTo>
                    <a:pt x="93510" y="435202"/>
                  </a:lnTo>
                  <a:lnTo>
                    <a:pt x="92910" y="434772"/>
                  </a:lnTo>
                  <a:lnTo>
                    <a:pt x="92128" y="433147"/>
                  </a:lnTo>
                  <a:lnTo>
                    <a:pt x="90746" y="431903"/>
                  </a:lnTo>
                  <a:lnTo>
                    <a:pt x="89746" y="431035"/>
                  </a:lnTo>
                  <a:lnTo>
                    <a:pt x="89126" y="431436"/>
                  </a:lnTo>
                  <a:lnTo>
                    <a:pt x="88330" y="433251"/>
                  </a:lnTo>
                  <a:lnTo>
                    <a:pt x="87525" y="435051"/>
                  </a:lnTo>
                  <a:lnTo>
                    <a:pt x="86886" y="436171"/>
                  </a:lnTo>
                  <a:lnTo>
                    <a:pt x="86028" y="436113"/>
                  </a:lnTo>
                  <a:lnTo>
                    <a:pt x="85004" y="437770"/>
                  </a:lnTo>
                  <a:lnTo>
                    <a:pt x="83996" y="438356"/>
                  </a:lnTo>
                  <a:lnTo>
                    <a:pt x="82981" y="438615"/>
                  </a:lnTo>
                  <a:lnTo>
                    <a:pt x="81810" y="439195"/>
                  </a:lnTo>
                  <a:lnTo>
                    <a:pt x="80514" y="438194"/>
                  </a:lnTo>
                  <a:lnTo>
                    <a:pt x="79452" y="437311"/>
                  </a:lnTo>
                  <a:lnTo>
                    <a:pt x="78975" y="436913"/>
                  </a:lnTo>
                  <a:lnTo>
                    <a:pt x="78546" y="437190"/>
                  </a:lnTo>
                  <a:lnTo>
                    <a:pt x="77880" y="438110"/>
                  </a:lnTo>
                  <a:lnTo>
                    <a:pt x="76682" y="438503"/>
                  </a:lnTo>
                  <a:lnTo>
                    <a:pt x="75745" y="438592"/>
                  </a:lnTo>
                  <a:lnTo>
                    <a:pt x="75079" y="438165"/>
                  </a:lnTo>
                  <a:lnTo>
                    <a:pt x="74480" y="436561"/>
                  </a:lnTo>
                  <a:lnTo>
                    <a:pt x="73511" y="435741"/>
                  </a:lnTo>
                  <a:lnTo>
                    <a:pt x="72446" y="434743"/>
                  </a:lnTo>
                  <a:lnTo>
                    <a:pt x="72222" y="432679"/>
                  </a:lnTo>
                  <a:lnTo>
                    <a:pt x="72375" y="431141"/>
                  </a:lnTo>
                  <a:lnTo>
                    <a:pt x="72791" y="428917"/>
                  </a:lnTo>
                  <a:lnTo>
                    <a:pt x="72560" y="426620"/>
                  </a:lnTo>
                  <a:lnTo>
                    <a:pt x="72113" y="422987"/>
                  </a:lnTo>
                  <a:lnTo>
                    <a:pt x="71922" y="421506"/>
                  </a:lnTo>
                  <a:lnTo>
                    <a:pt x="71589" y="420248"/>
                  </a:lnTo>
                  <a:lnTo>
                    <a:pt x="71064" y="419792"/>
                  </a:lnTo>
                  <a:lnTo>
                    <a:pt x="70039" y="420136"/>
                  </a:lnTo>
                  <a:lnTo>
                    <a:pt x="68919" y="418762"/>
                  </a:lnTo>
                  <a:lnTo>
                    <a:pt x="68228" y="417452"/>
                  </a:lnTo>
                  <a:lnTo>
                    <a:pt x="67871" y="415850"/>
                  </a:lnTo>
                  <a:lnTo>
                    <a:pt x="68252" y="412829"/>
                  </a:lnTo>
                  <a:lnTo>
                    <a:pt x="67918" y="410261"/>
                  </a:lnTo>
                  <a:lnTo>
                    <a:pt x="67251" y="408832"/>
                  </a:lnTo>
                  <a:lnTo>
                    <a:pt x="66822" y="406322"/>
                  </a:lnTo>
                  <a:lnTo>
                    <a:pt x="66155" y="404325"/>
                  </a:lnTo>
                  <a:lnTo>
                    <a:pt x="65273" y="403301"/>
                  </a:lnTo>
                  <a:lnTo>
                    <a:pt x="64392" y="403413"/>
                  </a:lnTo>
                  <a:lnTo>
                    <a:pt x="63701" y="402784"/>
                  </a:lnTo>
                  <a:lnTo>
                    <a:pt x="62914" y="400672"/>
                  </a:lnTo>
                  <a:lnTo>
                    <a:pt x="62175" y="399873"/>
                  </a:lnTo>
                  <a:lnTo>
                    <a:pt x="61341" y="397818"/>
                  </a:lnTo>
                  <a:lnTo>
                    <a:pt x="59782" y="396906"/>
                  </a:lnTo>
                  <a:lnTo>
                    <a:pt x="58972" y="396104"/>
                  </a:lnTo>
                  <a:lnTo>
                    <a:pt x="58509" y="394840"/>
                  </a:lnTo>
                  <a:lnTo>
                    <a:pt x="57886" y="392566"/>
                  </a:lnTo>
                  <a:lnTo>
                    <a:pt x="57957" y="391311"/>
                  </a:lnTo>
                  <a:lnTo>
                    <a:pt x="57655" y="390076"/>
                  </a:lnTo>
                  <a:lnTo>
                    <a:pt x="57386" y="387854"/>
                  </a:lnTo>
                  <a:lnTo>
                    <a:pt x="56856" y="384581"/>
                  </a:lnTo>
                  <a:lnTo>
                    <a:pt x="56272" y="382720"/>
                  </a:lnTo>
                  <a:lnTo>
                    <a:pt x="55671" y="381315"/>
                  </a:lnTo>
                  <a:lnTo>
                    <a:pt x="55163" y="380126"/>
                  </a:lnTo>
                  <a:lnTo>
                    <a:pt x="54407" y="378357"/>
                  </a:lnTo>
                  <a:lnTo>
                    <a:pt x="53478" y="377330"/>
                  </a:lnTo>
                  <a:lnTo>
                    <a:pt x="52691" y="376248"/>
                  </a:lnTo>
                  <a:lnTo>
                    <a:pt x="52382" y="374649"/>
                  </a:lnTo>
                  <a:lnTo>
                    <a:pt x="52119" y="373336"/>
                  </a:lnTo>
                  <a:lnTo>
                    <a:pt x="51678" y="373431"/>
                  </a:lnTo>
                  <a:lnTo>
                    <a:pt x="51045" y="373316"/>
                  </a:lnTo>
                  <a:lnTo>
                    <a:pt x="50347" y="372984"/>
                  </a:lnTo>
                  <a:lnTo>
                    <a:pt x="49611" y="372029"/>
                  </a:lnTo>
                  <a:lnTo>
                    <a:pt x="48998" y="370872"/>
                  </a:lnTo>
                  <a:lnTo>
                    <a:pt x="47965" y="368915"/>
                  </a:lnTo>
                  <a:lnTo>
                    <a:pt x="47401" y="368657"/>
                  </a:lnTo>
                  <a:lnTo>
                    <a:pt x="46901" y="368657"/>
                  </a:lnTo>
                  <a:lnTo>
                    <a:pt x="46162" y="370572"/>
                  </a:lnTo>
                  <a:lnTo>
                    <a:pt x="43947" y="368559"/>
                  </a:lnTo>
                  <a:lnTo>
                    <a:pt x="42055" y="365565"/>
                  </a:lnTo>
                  <a:lnTo>
                    <a:pt x="40089" y="364786"/>
                  </a:lnTo>
                  <a:lnTo>
                    <a:pt x="38816" y="362962"/>
                  </a:lnTo>
                  <a:lnTo>
                    <a:pt x="37643" y="360103"/>
                  </a:lnTo>
                  <a:lnTo>
                    <a:pt x="37010" y="358172"/>
                  </a:lnTo>
                  <a:lnTo>
                    <a:pt x="36495" y="357213"/>
                  </a:lnTo>
                  <a:lnTo>
                    <a:pt x="33994" y="354439"/>
                  </a:lnTo>
                  <a:lnTo>
                    <a:pt x="33495" y="354171"/>
                  </a:lnTo>
                  <a:lnTo>
                    <a:pt x="32543" y="355457"/>
                  </a:lnTo>
                  <a:lnTo>
                    <a:pt x="32232" y="356229"/>
                  </a:lnTo>
                  <a:lnTo>
                    <a:pt x="32175" y="358443"/>
                  </a:lnTo>
                  <a:lnTo>
                    <a:pt x="32060" y="359704"/>
                  </a:lnTo>
                  <a:lnTo>
                    <a:pt x="31229" y="360466"/>
                  </a:lnTo>
                  <a:lnTo>
                    <a:pt x="29892" y="360303"/>
                  </a:lnTo>
                  <a:lnTo>
                    <a:pt x="28960" y="359499"/>
                  </a:lnTo>
                  <a:lnTo>
                    <a:pt x="28337" y="359383"/>
                  </a:lnTo>
                  <a:lnTo>
                    <a:pt x="28210" y="360012"/>
                  </a:lnTo>
                  <a:lnTo>
                    <a:pt x="27859" y="360283"/>
                  </a:lnTo>
                  <a:lnTo>
                    <a:pt x="27099" y="360103"/>
                  </a:lnTo>
                  <a:lnTo>
                    <a:pt x="25979" y="359489"/>
                  </a:lnTo>
                  <a:lnTo>
                    <a:pt x="24963" y="358670"/>
                  </a:lnTo>
                  <a:lnTo>
                    <a:pt x="23585" y="356931"/>
                  </a:lnTo>
                  <a:lnTo>
                    <a:pt x="22948" y="357148"/>
                  </a:lnTo>
                  <a:lnTo>
                    <a:pt x="21382" y="356774"/>
                  </a:lnTo>
                  <a:lnTo>
                    <a:pt x="20102" y="355784"/>
                  </a:lnTo>
                  <a:lnTo>
                    <a:pt x="19776" y="354869"/>
                  </a:lnTo>
                  <a:lnTo>
                    <a:pt x="19222" y="348615"/>
                  </a:lnTo>
                  <a:lnTo>
                    <a:pt x="19053" y="348182"/>
                  </a:lnTo>
                  <a:lnTo>
                    <a:pt x="18501" y="347911"/>
                  </a:lnTo>
                  <a:lnTo>
                    <a:pt x="17573" y="347049"/>
                  </a:lnTo>
                  <a:lnTo>
                    <a:pt x="16989" y="346041"/>
                  </a:lnTo>
                  <a:lnTo>
                    <a:pt x="16686" y="344309"/>
                  </a:lnTo>
                  <a:lnTo>
                    <a:pt x="16320" y="342666"/>
                  </a:lnTo>
                  <a:lnTo>
                    <a:pt x="14757" y="343034"/>
                  </a:lnTo>
                  <a:lnTo>
                    <a:pt x="12196" y="340867"/>
                  </a:lnTo>
                  <a:lnTo>
                    <a:pt x="10424" y="338804"/>
                  </a:lnTo>
                  <a:lnTo>
                    <a:pt x="8802" y="336512"/>
                  </a:lnTo>
                  <a:lnTo>
                    <a:pt x="6341" y="331999"/>
                  </a:lnTo>
                  <a:lnTo>
                    <a:pt x="5402" y="330881"/>
                  </a:lnTo>
                  <a:lnTo>
                    <a:pt x="4242" y="329499"/>
                  </a:lnTo>
                  <a:lnTo>
                    <a:pt x="3557" y="327275"/>
                  </a:lnTo>
                  <a:lnTo>
                    <a:pt x="2425" y="325030"/>
                  </a:lnTo>
                  <a:lnTo>
                    <a:pt x="2045" y="324419"/>
                  </a:lnTo>
                  <a:lnTo>
                    <a:pt x="1690" y="322389"/>
                  </a:lnTo>
                  <a:lnTo>
                    <a:pt x="0" y="319445"/>
                  </a:lnTo>
                  <a:lnTo>
                    <a:pt x="836" y="315648"/>
                  </a:lnTo>
                  <a:lnTo>
                    <a:pt x="2868" y="312795"/>
                  </a:lnTo>
                  <a:lnTo>
                    <a:pt x="5534" y="315010"/>
                  </a:lnTo>
                  <a:lnTo>
                    <a:pt x="5861" y="310582"/>
                  </a:lnTo>
                  <a:lnTo>
                    <a:pt x="4896" y="306663"/>
                  </a:lnTo>
                  <a:lnTo>
                    <a:pt x="5039" y="299260"/>
                  </a:lnTo>
                  <a:lnTo>
                    <a:pt x="5352" y="297787"/>
                  </a:lnTo>
                  <a:lnTo>
                    <a:pt x="6055" y="295806"/>
                  </a:lnTo>
                  <a:lnTo>
                    <a:pt x="6971" y="294435"/>
                  </a:lnTo>
                  <a:lnTo>
                    <a:pt x="7509" y="294038"/>
                  </a:lnTo>
                  <a:lnTo>
                    <a:pt x="8422" y="294717"/>
                  </a:lnTo>
                  <a:lnTo>
                    <a:pt x="8999" y="293241"/>
                  </a:lnTo>
                  <a:lnTo>
                    <a:pt x="11172" y="293900"/>
                  </a:lnTo>
                  <a:lnTo>
                    <a:pt x="11831" y="293281"/>
                  </a:lnTo>
                  <a:lnTo>
                    <a:pt x="12281" y="292278"/>
                  </a:lnTo>
                  <a:lnTo>
                    <a:pt x="12811" y="291512"/>
                  </a:lnTo>
                  <a:lnTo>
                    <a:pt x="13489" y="289732"/>
                  </a:lnTo>
                  <a:lnTo>
                    <a:pt x="13878" y="287676"/>
                  </a:lnTo>
                  <a:lnTo>
                    <a:pt x="14202" y="286876"/>
                  </a:lnTo>
                  <a:lnTo>
                    <a:pt x="14954" y="287158"/>
                  </a:lnTo>
                  <a:lnTo>
                    <a:pt x="15023" y="286270"/>
                  </a:lnTo>
                  <a:lnTo>
                    <a:pt x="15409" y="285061"/>
                  </a:lnTo>
                  <a:lnTo>
                    <a:pt x="16725" y="282356"/>
                  </a:lnTo>
                  <a:lnTo>
                    <a:pt x="16712" y="281160"/>
                  </a:lnTo>
                  <a:lnTo>
                    <a:pt x="16343" y="278553"/>
                  </a:lnTo>
                  <a:lnTo>
                    <a:pt x="16433" y="277596"/>
                  </a:lnTo>
                  <a:lnTo>
                    <a:pt x="17194" y="277264"/>
                  </a:lnTo>
                  <a:lnTo>
                    <a:pt x="18093" y="276531"/>
                  </a:lnTo>
                  <a:lnTo>
                    <a:pt x="18573" y="274041"/>
                  </a:lnTo>
                  <a:lnTo>
                    <a:pt x="19166" y="271868"/>
                  </a:lnTo>
                  <a:lnTo>
                    <a:pt x="19846" y="268676"/>
                  </a:lnTo>
                  <a:lnTo>
                    <a:pt x="20593" y="268476"/>
                  </a:lnTo>
                  <a:lnTo>
                    <a:pt x="20990" y="264748"/>
                  </a:lnTo>
                  <a:lnTo>
                    <a:pt x="21997" y="261480"/>
                  </a:lnTo>
                  <a:lnTo>
                    <a:pt x="24045" y="251790"/>
                  </a:lnTo>
                  <a:lnTo>
                    <a:pt x="23428" y="252003"/>
                  </a:lnTo>
                  <a:lnTo>
                    <a:pt x="22937" y="253297"/>
                  </a:lnTo>
                  <a:lnTo>
                    <a:pt x="22377" y="253144"/>
                  </a:lnTo>
                  <a:lnTo>
                    <a:pt x="21741" y="252383"/>
                  </a:lnTo>
                  <a:lnTo>
                    <a:pt x="21928" y="248017"/>
                  </a:lnTo>
                  <a:lnTo>
                    <a:pt x="21562" y="247499"/>
                  </a:lnTo>
                  <a:lnTo>
                    <a:pt x="20573" y="250860"/>
                  </a:lnTo>
                  <a:lnTo>
                    <a:pt x="19720" y="247441"/>
                  </a:lnTo>
                  <a:lnTo>
                    <a:pt x="19643" y="245358"/>
                  </a:lnTo>
                  <a:lnTo>
                    <a:pt x="20002" y="243294"/>
                  </a:lnTo>
                  <a:lnTo>
                    <a:pt x="19949" y="241906"/>
                  </a:lnTo>
                  <a:lnTo>
                    <a:pt x="18568" y="242939"/>
                  </a:lnTo>
                  <a:lnTo>
                    <a:pt x="18631" y="241654"/>
                  </a:lnTo>
                  <a:lnTo>
                    <a:pt x="19491" y="240332"/>
                  </a:lnTo>
                  <a:lnTo>
                    <a:pt x="19881" y="238956"/>
                  </a:lnTo>
                  <a:lnTo>
                    <a:pt x="20631" y="237458"/>
                  </a:lnTo>
                  <a:lnTo>
                    <a:pt x="20942" y="235191"/>
                  </a:lnTo>
                  <a:lnTo>
                    <a:pt x="21122" y="231680"/>
                  </a:lnTo>
                  <a:lnTo>
                    <a:pt x="21460" y="227901"/>
                  </a:lnTo>
                  <a:lnTo>
                    <a:pt x="21210" y="226041"/>
                  </a:lnTo>
                  <a:lnTo>
                    <a:pt x="20804" y="224450"/>
                  </a:lnTo>
                  <a:lnTo>
                    <a:pt x="20467" y="217416"/>
                  </a:lnTo>
                  <a:lnTo>
                    <a:pt x="20561" y="213320"/>
                  </a:lnTo>
                  <a:lnTo>
                    <a:pt x="20387" y="210105"/>
                  </a:lnTo>
                  <a:lnTo>
                    <a:pt x="20035" y="207381"/>
                  </a:lnTo>
                  <a:lnTo>
                    <a:pt x="18398" y="203807"/>
                  </a:lnTo>
                  <a:lnTo>
                    <a:pt x="20987" y="199714"/>
                  </a:lnTo>
                  <a:lnTo>
                    <a:pt x="21917" y="196625"/>
                  </a:lnTo>
                  <a:lnTo>
                    <a:pt x="20740" y="190266"/>
                  </a:lnTo>
                  <a:lnTo>
                    <a:pt x="19200" y="184906"/>
                  </a:lnTo>
                  <a:lnTo>
                    <a:pt x="19156" y="181689"/>
                  </a:lnTo>
                  <a:lnTo>
                    <a:pt x="19562" y="182100"/>
                  </a:lnTo>
                  <a:lnTo>
                    <a:pt x="20079" y="182003"/>
                  </a:lnTo>
                  <a:lnTo>
                    <a:pt x="20552" y="175222"/>
                  </a:lnTo>
                  <a:lnTo>
                    <a:pt x="20442" y="173121"/>
                  </a:lnTo>
                  <a:lnTo>
                    <a:pt x="19577" y="169730"/>
                  </a:lnTo>
                  <a:lnTo>
                    <a:pt x="18503" y="169648"/>
                  </a:lnTo>
                  <a:lnTo>
                    <a:pt x="17563" y="165388"/>
                  </a:lnTo>
                  <a:lnTo>
                    <a:pt x="17023" y="164432"/>
                  </a:lnTo>
                  <a:lnTo>
                    <a:pt x="16590" y="161750"/>
                  </a:lnTo>
                  <a:lnTo>
                    <a:pt x="15075" y="156524"/>
                  </a:lnTo>
                  <a:lnTo>
                    <a:pt x="13873" y="153803"/>
                  </a:lnTo>
                  <a:lnTo>
                    <a:pt x="14772" y="147495"/>
                  </a:lnTo>
                  <a:lnTo>
                    <a:pt x="15557" y="146287"/>
                  </a:lnTo>
                  <a:lnTo>
                    <a:pt x="15813" y="144713"/>
                  </a:lnTo>
                  <a:lnTo>
                    <a:pt x="15507" y="140839"/>
                  </a:lnTo>
                  <a:lnTo>
                    <a:pt x="15591" y="139930"/>
                  </a:lnTo>
                  <a:lnTo>
                    <a:pt x="15776" y="139545"/>
                  </a:lnTo>
                  <a:lnTo>
                    <a:pt x="15960" y="139573"/>
                  </a:lnTo>
                  <a:lnTo>
                    <a:pt x="16277" y="140155"/>
                  </a:lnTo>
                  <a:lnTo>
                    <a:pt x="16866" y="141828"/>
                  </a:lnTo>
                  <a:lnTo>
                    <a:pt x="17360" y="143898"/>
                  </a:lnTo>
                  <a:lnTo>
                    <a:pt x="17755" y="144533"/>
                  </a:lnTo>
                  <a:lnTo>
                    <a:pt x="18351" y="143848"/>
                  </a:lnTo>
                  <a:lnTo>
                    <a:pt x="20664" y="139723"/>
                  </a:lnTo>
                  <a:lnTo>
                    <a:pt x="20517" y="138446"/>
                  </a:lnTo>
                  <a:lnTo>
                    <a:pt x="20728" y="135862"/>
                  </a:lnTo>
                  <a:lnTo>
                    <a:pt x="21501" y="133745"/>
                  </a:lnTo>
                  <a:lnTo>
                    <a:pt x="22328" y="133025"/>
                  </a:lnTo>
                  <a:lnTo>
                    <a:pt x="22575" y="131845"/>
                  </a:lnTo>
                  <a:lnTo>
                    <a:pt x="22373" y="130030"/>
                  </a:lnTo>
                  <a:lnTo>
                    <a:pt x="21506" y="125504"/>
                  </a:lnTo>
                  <a:lnTo>
                    <a:pt x="20730" y="123067"/>
                  </a:lnTo>
                  <a:lnTo>
                    <a:pt x="20231" y="120640"/>
                  </a:lnTo>
                  <a:lnTo>
                    <a:pt x="19967" y="118406"/>
                  </a:lnTo>
                  <a:lnTo>
                    <a:pt x="19088" y="116303"/>
                  </a:lnTo>
                  <a:lnTo>
                    <a:pt x="19461" y="114310"/>
                  </a:lnTo>
                  <a:lnTo>
                    <a:pt x="20143" y="111981"/>
                  </a:lnTo>
                  <a:lnTo>
                    <a:pt x="20375" y="111579"/>
                  </a:lnTo>
                  <a:lnTo>
                    <a:pt x="20746" y="112217"/>
                  </a:lnTo>
                  <a:lnTo>
                    <a:pt x="21765" y="116443"/>
                  </a:lnTo>
                  <a:lnTo>
                    <a:pt x="23387" y="119194"/>
                  </a:lnTo>
                  <a:lnTo>
                    <a:pt x="25088" y="123634"/>
                  </a:lnTo>
                  <a:lnTo>
                    <a:pt x="25785" y="126692"/>
                  </a:lnTo>
                  <a:lnTo>
                    <a:pt x="26339" y="127249"/>
                  </a:lnTo>
                  <a:lnTo>
                    <a:pt x="26821" y="128357"/>
                  </a:lnTo>
                  <a:lnTo>
                    <a:pt x="26608" y="129178"/>
                  </a:lnTo>
                  <a:lnTo>
                    <a:pt x="26076" y="130044"/>
                  </a:lnTo>
                  <a:lnTo>
                    <a:pt x="25923" y="131823"/>
                  </a:lnTo>
                  <a:lnTo>
                    <a:pt x="26269" y="132820"/>
                  </a:lnTo>
                  <a:lnTo>
                    <a:pt x="26635" y="133455"/>
                  </a:lnTo>
                  <a:lnTo>
                    <a:pt x="27627" y="133052"/>
                  </a:lnTo>
                  <a:lnTo>
                    <a:pt x="28173" y="130968"/>
                  </a:lnTo>
                  <a:lnTo>
                    <a:pt x="27806" y="121855"/>
                  </a:lnTo>
                  <a:lnTo>
                    <a:pt x="27231" y="117300"/>
                  </a:lnTo>
                  <a:lnTo>
                    <a:pt x="26570" y="115880"/>
                  </a:lnTo>
                  <a:lnTo>
                    <a:pt x="25975" y="114078"/>
                  </a:lnTo>
                  <a:lnTo>
                    <a:pt x="26375" y="112714"/>
                  </a:lnTo>
                  <a:lnTo>
                    <a:pt x="27433" y="112100"/>
                  </a:lnTo>
                  <a:lnTo>
                    <a:pt x="28826" y="110503"/>
                  </a:lnTo>
                  <a:lnTo>
                    <a:pt x="33916" y="101804"/>
                  </a:lnTo>
                  <a:lnTo>
                    <a:pt x="35661" y="93633"/>
                  </a:lnTo>
                  <a:lnTo>
                    <a:pt x="36997" y="90674"/>
                  </a:lnTo>
                  <a:lnTo>
                    <a:pt x="38505" y="88749"/>
                  </a:lnTo>
                  <a:lnTo>
                    <a:pt x="40349" y="89201"/>
                  </a:lnTo>
                  <a:lnTo>
                    <a:pt x="41783" y="88172"/>
                  </a:lnTo>
                  <a:lnTo>
                    <a:pt x="42224" y="85571"/>
                  </a:lnTo>
                  <a:lnTo>
                    <a:pt x="41833" y="82044"/>
                  </a:lnTo>
                  <a:lnTo>
                    <a:pt x="41281" y="79918"/>
                  </a:lnTo>
                  <a:lnTo>
                    <a:pt x="41811" y="76830"/>
                  </a:lnTo>
                  <a:lnTo>
                    <a:pt x="42359" y="72148"/>
                  </a:lnTo>
                  <a:lnTo>
                    <a:pt x="42319" y="68215"/>
                  </a:lnTo>
                  <a:lnTo>
                    <a:pt x="43027" y="65870"/>
                  </a:lnTo>
                  <a:lnTo>
                    <a:pt x="42782" y="64947"/>
                  </a:lnTo>
                  <a:lnTo>
                    <a:pt x="41748" y="66846"/>
                  </a:lnTo>
                  <a:lnTo>
                    <a:pt x="40932" y="67695"/>
                  </a:lnTo>
                  <a:lnTo>
                    <a:pt x="41394" y="66131"/>
                  </a:lnTo>
                  <a:lnTo>
                    <a:pt x="42840" y="62249"/>
                  </a:lnTo>
                  <a:lnTo>
                    <a:pt x="43592" y="56342"/>
                  </a:lnTo>
                  <a:lnTo>
                    <a:pt x="44169" y="53882"/>
                  </a:lnTo>
                  <a:lnTo>
                    <a:pt x="46210" y="50445"/>
                  </a:lnTo>
                  <a:lnTo>
                    <a:pt x="46613" y="48789"/>
                  </a:lnTo>
                  <a:lnTo>
                    <a:pt x="48154" y="46213"/>
                  </a:lnTo>
                  <a:lnTo>
                    <a:pt x="50640" y="40683"/>
                  </a:lnTo>
                  <a:lnTo>
                    <a:pt x="51591" y="39142"/>
                  </a:lnTo>
                  <a:lnTo>
                    <a:pt x="56407" y="42707"/>
                  </a:lnTo>
                  <a:lnTo>
                    <a:pt x="57938" y="42482"/>
                  </a:lnTo>
                  <a:lnTo>
                    <a:pt x="57664" y="43133"/>
                  </a:lnTo>
                  <a:lnTo>
                    <a:pt x="56958" y="43353"/>
                  </a:lnTo>
                  <a:lnTo>
                    <a:pt x="55938" y="44320"/>
                  </a:lnTo>
                  <a:lnTo>
                    <a:pt x="55642" y="46447"/>
                  </a:lnTo>
                  <a:lnTo>
                    <a:pt x="56333" y="48676"/>
                  </a:lnTo>
                  <a:lnTo>
                    <a:pt x="57066" y="49321"/>
                  </a:lnTo>
                  <a:lnTo>
                    <a:pt x="57691" y="47888"/>
                  </a:lnTo>
                  <a:lnTo>
                    <a:pt x="58311" y="43795"/>
                  </a:lnTo>
                  <a:lnTo>
                    <a:pt x="59308" y="39272"/>
                  </a:lnTo>
                  <a:lnTo>
                    <a:pt x="59542" y="34532"/>
                  </a:lnTo>
                  <a:lnTo>
                    <a:pt x="60249" y="32903"/>
                  </a:lnTo>
                  <a:lnTo>
                    <a:pt x="61283" y="32319"/>
                  </a:lnTo>
                  <a:lnTo>
                    <a:pt x="63128" y="33257"/>
                  </a:lnTo>
                  <a:lnTo>
                    <a:pt x="64533" y="34238"/>
                  </a:lnTo>
                  <a:lnTo>
                    <a:pt x="65999" y="34362"/>
                  </a:lnTo>
                  <a:lnTo>
                    <a:pt x="70485" y="33645"/>
                  </a:lnTo>
                  <a:lnTo>
                    <a:pt x="77785" y="21340"/>
                  </a:lnTo>
                  <a:lnTo>
                    <a:pt x="81175" y="18694"/>
                  </a:lnTo>
                  <a:lnTo>
                    <a:pt x="83299" y="16107"/>
                  </a:lnTo>
                  <a:lnTo>
                    <a:pt x="84653" y="11056"/>
                  </a:lnTo>
                  <a:lnTo>
                    <a:pt x="85017" y="7263"/>
                  </a:lnTo>
                  <a:lnTo>
                    <a:pt x="86012" y="5790"/>
                  </a:lnTo>
                  <a:lnTo>
                    <a:pt x="87061" y="5794"/>
                  </a:lnTo>
                  <a:lnTo>
                    <a:pt x="87540" y="4870"/>
                  </a:lnTo>
                  <a:lnTo>
                    <a:pt x="87690" y="3702"/>
                  </a:lnTo>
                  <a:lnTo>
                    <a:pt x="90215" y="425"/>
                  </a:lnTo>
                  <a:lnTo>
                    <a:pt x="91659" y="0"/>
                  </a:lnTo>
                  <a:lnTo>
                    <a:pt x="92936" y="62"/>
                  </a:lnTo>
                  <a:lnTo>
                    <a:pt x="95798" y="2927"/>
                  </a:lnTo>
                  <a:lnTo>
                    <a:pt x="97119" y="7984"/>
                  </a:lnTo>
                  <a:lnTo>
                    <a:pt x="97338" y="11466"/>
                  </a:lnTo>
                  <a:lnTo>
                    <a:pt x="95525" y="15249"/>
                  </a:lnTo>
                  <a:close/>
                </a:path>
              </a:pathLst>
            </a:custGeom>
            <a:solidFill>
              <a:srgbClr val="F0F7E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2"/>
            <p:cNvSpPr/>
            <p:nvPr/>
          </p:nvSpPr>
          <p:spPr>
            <a:xfrm>
              <a:off x="3902423" y="3995959"/>
              <a:ext cx="2809" cy="3581"/>
            </a:xfrm>
            <a:custGeom>
              <a:avLst/>
              <a:pathLst>
                <a:path w="2809" h="3581">
                  <a:moveTo>
                    <a:pt x="1941" y="1771"/>
                  </a:moveTo>
                  <a:lnTo>
                    <a:pt x="2809" y="3581"/>
                  </a:lnTo>
                  <a:lnTo>
                    <a:pt x="398" y="2830"/>
                  </a:lnTo>
                  <a:lnTo>
                    <a:pt x="19" y="1200"/>
                  </a:lnTo>
                  <a:lnTo>
                    <a:pt x="0" y="0"/>
                  </a:lnTo>
                  <a:lnTo>
                    <a:pt x="900" y="262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3"/>
            <p:cNvSpPr/>
            <p:nvPr/>
          </p:nvSpPr>
          <p:spPr>
            <a:xfrm>
              <a:off x="3909689" y="3990768"/>
              <a:ext cx="3783" cy="8426"/>
            </a:xfrm>
            <a:custGeom>
              <a:avLst/>
              <a:pathLst>
                <a:path w="3783" h="8426">
                  <a:moveTo>
                    <a:pt x="3162" y="300"/>
                  </a:moveTo>
                  <a:lnTo>
                    <a:pt x="3783" y="4377"/>
                  </a:lnTo>
                  <a:lnTo>
                    <a:pt x="3777" y="7450"/>
                  </a:lnTo>
                  <a:lnTo>
                    <a:pt x="3515" y="8426"/>
                  </a:lnTo>
                  <a:lnTo>
                    <a:pt x="2962" y="7794"/>
                  </a:lnTo>
                  <a:lnTo>
                    <a:pt x="1941" y="5344"/>
                  </a:lnTo>
                  <a:lnTo>
                    <a:pt x="0" y="2954"/>
                  </a:lnTo>
                  <a:lnTo>
                    <a:pt x="890" y="2758"/>
                  </a:lnTo>
                  <a:lnTo>
                    <a:pt x="1411" y="3003"/>
                  </a:lnTo>
                  <a:lnTo>
                    <a:pt x="1961" y="2784"/>
                  </a:lnTo>
                  <a:lnTo>
                    <a:pt x="2306" y="1439"/>
                  </a:lnTo>
                  <a:lnTo>
                    <a:pt x="2375" y="637"/>
                  </a:lnTo>
                  <a:lnTo>
                    <a:pt x="2859" y="0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4"/>
            <p:cNvSpPr/>
            <p:nvPr/>
          </p:nvSpPr>
          <p:spPr>
            <a:xfrm>
              <a:off x="3897430" y="3969997"/>
              <a:ext cx="3268" cy="16136"/>
            </a:xfrm>
            <a:custGeom>
              <a:avLst/>
              <a:pathLst>
                <a:path w="3268" h="16136">
                  <a:moveTo>
                    <a:pt x="2951" y="15744"/>
                  </a:moveTo>
                  <a:lnTo>
                    <a:pt x="2716" y="16136"/>
                  </a:lnTo>
                  <a:lnTo>
                    <a:pt x="1589" y="14451"/>
                  </a:lnTo>
                  <a:lnTo>
                    <a:pt x="946" y="14053"/>
                  </a:lnTo>
                  <a:lnTo>
                    <a:pt x="0" y="11329"/>
                  </a:lnTo>
                  <a:lnTo>
                    <a:pt x="362" y="1881"/>
                  </a:lnTo>
                  <a:lnTo>
                    <a:pt x="666" y="672"/>
                  </a:lnTo>
                  <a:lnTo>
                    <a:pt x="893" y="178"/>
                  </a:lnTo>
                  <a:lnTo>
                    <a:pt x="1417" y="0"/>
                  </a:lnTo>
                  <a:lnTo>
                    <a:pt x="2052" y="1186"/>
                  </a:lnTo>
                  <a:lnTo>
                    <a:pt x="1884" y="7260"/>
                  </a:lnTo>
                  <a:lnTo>
                    <a:pt x="2727" y="11349"/>
                  </a:lnTo>
                  <a:lnTo>
                    <a:pt x="3268" y="14586"/>
                  </a:lnTo>
                  <a:close/>
                </a:path>
              </a:pathLst>
            </a:custGeom>
            <a:solidFill>
              <a:srgbClr val="CFE4C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5"/>
            <p:cNvSpPr/>
            <p:nvPr/>
          </p:nvSpPr>
          <p:spPr>
            <a:xfrm>
              <a:off x="3061484" y="3189703"/>
              <a:ext cx="2730" cy="6502"/>
            </a:xfrm>
            <a:custGeom>
              <a:avLst/>
              <a:pathLst>
                <a:path w="2730" h="6502">
                  <a:moveTo>
                    <a:pt x="2577" y="5377"/>
                  </a:moveTo>
                  <a:lnTo>
                    <a:pt x="1615" y="6502"/>
                  </a:lnTo>
                  <a:lnTo>
                    <a:pt x="944" y="6012"/>
                  </a:lnTo>
                  <a:lnTo>
                    <a:pt x="307" y="4847"/>
                  </a:lnTo>
                  <a:lnTo>
                    <a:pt x="0" y="3162"/>
                  </a:lnTo>
                  <a:lnTo>
                    <a:pt x="249" y="1714"/>
                  </a:lnTo>
                  <a:lnTo>
                    <a:pt x="1543" y="0"/>
                  </a:lnTo>
                  <a:lnTo>
                    <a:pt x="2314" y="555"/>
                  </a:lnTo>
                  <a:lnTo>
                    <a:pt x="2730" y="3213"/>
                  </a:lnTo>
                  <a:close/>
                </a:path>
              </a:pathLst>
            </a:custGeom>
            <a:solidFill>
              <a:srgbClr val="B4D4A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6"/>
            <p:cNvSpPr/>
            <p:nvPr/>
          </p:nvSpPr>
          <p:spPr>
            <a:xfrm>
              <a:off x="3077097" y="3181274"/>
              <a:ext cx="1677" cy="5627"/>
            </a:xfrm>
            <a:custGeom>
              <a:avLst/>
              <a:pathLst>
                <a:path w="1677" h="5627">
                  <a:moveTo>
                    <a:pt x="859" y="5518"/>
                  </a:moveTo>
                  <a:lnTo>
                    <a:pt x="516" y="5627"/>
                  </a:lnTo>
                  <a:lnTo>
                    <a:pt x="0" y="4296"/>
                  </a:lnTo>
                  <a:lnTo>
                    <a:pt x="115" y="2452"/>
                  </a:lnTo>
                  <a:lnTo>
                    <a:pt x="57" y="1966"/>
                  </a:lnTo>
                  <a:lnTo>
                    <a:pt x="512" y="0"/>
                  </a:lnTo>
                  <a:lnTo>
                    <a:pt x="1407" y="171"/>
                  </a:lnTo>
                  <a:lnTo>
                    <a:pt x="1634" y="1628"/>
                  </a:lnTo>
                  <a:lnTo>
                    <a:pt x="1677" y="4635"/>
                  </a:lnTo>
                  <a:close/>
                </a:path>
              </a:pathLst>
            </a:custGeom>
            <a:solidFill>
              <a:srgbClr val="B4D4A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7"/>
            <p:cNvSpPr/>
            <p:nvPr/>
          </p:nvSpPr>
          <p:spPr>
            <a:xfrm>
              <a:off x="3070518" y="3181127"/>
              <a:ext cx="4205" cy="12186"/>
            </a:xfrm>
            <a:custGeom>
              <a:avLst/>
              <a:pathLst>
                <a:path w="4205" h="12186">
                  <a:moveTo>
                    <a:pt x="4205" y="9472"/>
                  </a:moveTo>
                  <a:lnTo>
                    <a:pt x="3459" y="12186"/>
                  </a:lnTo>
                  <a:lnTo>
                    <a:pt x="1823" y="11968"/>
                  </a:lnTo>
                  <a:lnTo>
                    <a:pt x="982" y="10850"/>
                  </a:lnTo>
                  <a:lnTo>
                    <a:pt x="0" y="7434"/>
                  </a:lnTo>
                  <a:lnTo>
                    <a:pt x="30" y="4798"/>
                  </a:lnTo>
                  <a:lnTo>
                    <a:pt x="376" y="2510"/>
                  </a:lnTo>
                  <a:lnTo>
                    <a:pt x="316" y="523"/>
                  </a:lnTo>
                  <a:lnTo>
                    <a:pt x="455" y="0"/>
                  </a:lnTo>
                  <a:lnTo>
                    <a:pt x="959" y="343"/>
                  </a:lnTo>
                  <a:lnTo>
                    <a:pt x="1041" y="1680"/>
                  </a:lnTo>
                  <a:lnTo>
                    <a:pt x="2530" y="4953"/>
                  </a:lnTo>
                  <a:lnTo>
                    <a:pt x="3081" y="5592"/>
                  </a:lnTo>
                  <a:close/>
                </a:path>
              </a:pathLst>
            </a:custGeom>
            <a:solidFill>
              <a:srgbClr val="B4D4A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8"/>
            <p:cNvSpPr/>
            <p:nvPr/>
          </p:nvSpPr>
          <p:spPr>
            <a:xfrm>
              <a:off x="3080707" y="3154275"/>
              <a:ext cx="3422" cy="7423"/>
            </a:xfrm>
            <a:custGeom>
              <a:avLst/>
              <a:pathLst>
                <a:path w="3422" h="7423">
                  <a:moveTo>
                    <a:pt x="512" y="0"/>
                  </a:moveTo>
                  <a:lnTo>
                    <a:pt x="1541" y="539"/>
                  </a:lnTo>
                  <a:lnTo>
                    <a:pt x="1932" y="346"/>
                  </a:lnTo>
                  <a:lnTo>
                    <a:pt x="2589" y="464"/>
                  </a:lnTo>
                  <a:lnTo>
                    <a:pt x="3290" y="2015"/>
                  </a:lnTo>
                  <a:lnTo>
                    <a:pt x="3422" y="3663"/>
                  </a:lnTo>
                  <a:lnTo>
                    <a:pt x="3074" y="5729"/>
                  </a:lnTo>
                  <a:lnTo>
                    <a:pt x="1712" y="7423"/>
                  </a:lnTo>
                  <a:lnTo>
                    <a:pt x="927" y="7225"/>
                  </a:lnTo>
                  <a:lnTo>
                    <a:pt x="0" y="5677"/>
                  </a:lnTo>
                  <a:lnTo>
                    <a:pt x="532" y="2624"/>
                  </a:lnTo>
                  <a:close/>
                </a:path>
              </a:pathLst>
            </a:custGeom>
            <a:solidFill>
              <a:srgbClr val="B4D4A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49"/>
            <p:cNvSpPr/>
            <p:nvPr/>
          </p:nvSpPr>
          <p:spPr>
            <a:xfrm>
              <a:off x="3062952" y="3141257"/>
              <a:ext cx="4508" cy="5456"/>
            </a:xfrm>
            <a:custGeom>
              <a:avLst/>
              <a:pathLst>
                <a:path w="4508" h="5456">
                  <a:moveTo>
                    <a:pt x="3830" y="1633"/>
                  </a:moveTo>
                  <a:lnTo>
                    <a:pt x="4340" y="2503"/>
                  </a:lnTo>
                  <a:lnTo>
                    <a:pt x="4508" y="3125"/>
                  </a:lnTo>
                  <a:lnTo>
                    <a:pt x="3750" y="3449"/>
                  </a:lnTo>
                  <a:lnTo>
                    <a:pt x="1913" y="2315"/>
                  </a:lnTo>
                  <a:lnTo>
                    <a:pt x="1422" y="3009"/>
                  </a:lnTo>
                  <a:lnTo>
                    <a:pt x="934" y="5456"/>
                  </a:lnTo>
                  <a:lnTo>
                    <a:pt x="0" y="1754"/>
                  </a:lnTo>
                  <a:lnTo>
                    <a:pt x="63" y="393"/>
                  </a:lnTo>
                  <a:lnTo>
                    <a:pt x="263" y="0"/>
                  </a:lnTo>
                  <a:lnTo>
                    <a:pt x="1567" y="972"/>
                  </a:lnTo>
                  <a:close/>
                </a:path>
              </a:pathLst>
            </a:custGeom>
            <a:solidFill>
              <a:srgbClr val="B4D4A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0"/>
            <p:cNvSpPr/>
            <p:nvPr/>
          </p:nvSpPr>
          <p:spPr>
            <a:xfrm>
              <a:off x="3080317" y="3136353"/>
              <a:ext cx="1265" cy="6968"/>
            </a:xfrm>
            <a:custGeom>
              <a:avLst/>
              <a:pathLst>
                <a:path w="1265" h="6968">
                  <a:moveTo>
                    <a:pt x="1265" y="5456"/>
                  </a:moveTo>
                  <a:lnTo>
                    <a:pt x="871" y="6968"/>
                  </a:lnTo>
                  <a:lnTo>
                    <a:pt x="388" y="4748"/>
                  </a:lnTo>
                  <a:lnTo>
                    <a:pt x="127" y="4221"/>
                  </a:lnTo>
                  <a:lnTo>
                    <a:pt x="0" y="1031"/>
                  </a:lnTo>
                  <a:lnTo>
                    <a:pt x="715" y="80"/>
                  </a:lnTo>
                  <a:lnTo>
                    <a:pt x="1063" y="0"/>
                  </a:lnTo>
                  <a:lnTo>
                    <a:pt x="1073" y="3298"/>
                  </a:lnTo>
                  <a:close/>
                </a:path>
              </a:pathLst>
            </a:custGeom>
            <a:solidFill>
              <a:srgbClr val="B4D4A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1"/>
            <p:cNvSpPr/>
            <p:nvPr/>
          </p:nvSpPr>
          <p:spPr>
            <a:xfrm>
              <a:off x="3054377" y="3134037"/>
              <a:ext cx="2542" cy="3780"/>
            </a:xfrm>
            <a:custGeom>
              <a:avLst/>
              <a:pathLst>
                <a:path w="2542" h="3780">
                  <a:moveTo>
                    <a:pt x="2542" y="3073"/>
                  </a:moveTo>
                  <a:lnTo>
                    <a:pt x="1529" y="3780"/>
                  </a:lnTo>
                  <a:lnTo>
                    <a:pt x="901" y="3690"/>
                  </a:lnTo>
                  <a:lnTo>
                    <a:pt x="0" y="2647"/>
                  </a:lnTo>
                  <a:lnTo>
                    <a:pt x="283" y="1519"/>
                  </a:lnTo>
                  <a:lnTo>
                    <a:pt x="1259" y="262"/>
                  </a:lnTo>
                  <a:lnTo>
                    <a:pt x="1932" y="0"/>
                  </a:lnTo>
                  <a:lnTo>
                    <a:pt x="2482" y="2234"/>
                  </a:lnTo>
                  <a:close/>
                </a:path>
              </a:pathLst>
            </a:custGeom>
            <a:solidFill>
              <a:srgbClr val="B4D4A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2"/>
            <p:cNvSpPr/>
            <p:nvPr/>
          </p:nvSpPr>
          <p:spPr>
            <a:xfrm>
              <a:off x="3051310" y="3126014"/>
              <a:ext cx="4465" cy="7911"/>
            </a:xfrm>
            <a:custGeom>
              <a:avLst/>
              <a:pathLst>
                <a:path w="4465" h="7911">
                  <a:moveTo>
                    <a:pt x="2119" y="7303"/>
                  </a:moveTo>
                  <a:lnTo>
                    <a:pt x="917" y="7911"/>
                  </a:lnTo>
                  <a:lnTo>
                    <a:pt x="410" y="7618"/>
                  </a:lnTo>
                  <a:lnTo>
                    <a:pt x="242" y="5267"/>
                  </a:lnTo>
                  <a:lnTo>
                    <a:pt x="0" y="3721"/>
                  </a:lnTo>
                  <a:lnTo>
                    <a:pt x="54" y="3032"/>
                  </a:lnTo>
                  <a:lnTo>
                    <a:pt x="2814" y="0"/>
                  </a:lnTo>
                  <a:lnTo>
                    <a:pt x="3786" y="507"/>
                  </a:lnTo>
                  <a:lnTo>
                    <a:pt x="4465" y="2923"/>
                  </a:lnTo>
                  <a:lnTo>
                    <a:pt x="4003" y="4265"/>
                  </a:lnTo>
                  <a:close/>
                </a:path>
              </a:pathLst>
            </a:custGeom>
            <a:solidFill>
              <a:srgbClr val="B4D4A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3"/>
            <p:cNvSpPr/>
            <p:nvPr/>
          </p:nvSpPr>
          <p:spPr>
            <a:xfrm>
              <a:off x="2303931" y="3303432"/>
              <a:ext cx="41269" cy="92157"/>
            </a:xfrm>
            <a:custGeom>
              <a:avLst/>
              <a:pathLst>
                <a:path w="41269" h="92157">
                  <a:moveTo>
                    <a:pt x="27962" y="8043"/>
                  </a:moveTo>
                  <a:lnTo>
                    <a:pt x="28267" y="9218"/>
                  </a:lnTo>
                  <a:lnTo>
                    <a:pt x="28626" y="11064"/>
                  </a:lnTo>
                  <a:lnTo>
                    <a:pt x="28785" y="13437"/>
                  </a:lnTo>
                  <a:lnTo>
                    <a:pt x="30353" y="21379"/>
                  </a:lnTo>
                  <a:lnTo>
                    <a:pt x="31604" y="25827"/>
                  </a:lnTo>
                  <a:lnTo>
                    <a:pt x="34346" y="33917"/>
                  </a:lnTo>
                  <a:lnTo>
                    <a:pt x="35532" y="35405"/>
                  </a:lnTo>
                  <a:lnTo>
                    <a:pt x="37534" y="41915"/>
                  </a:lnTo>
                  <a:lnTo>
                    <a:pt x="38225" y="42990"/>
                  </a:lnTo>
                  <a:lnTo>
                    <a:pt x="38618" y="44912"/>
                  </a:lnTo>
                  <a:lnTo>
                    <a:pt x="40694" y="46493"/>
                  </a:lnTo>
                  <a:lnTo>
                    <a:pt x="41269" y="47656"/>
                  </a:lnTo>
                  <a:lnTo>
                    <a:pt x="41199" y="48201"/>
                  </a:lnTo>
                  <a:lnTo>
                    <a:pt x="40986" y="48774"/>
                  </a:lnTo>
                  <a:lnTo>
                    <a:pt x="40681" y="49353"/>
                  </a:lnTo>
                  <a:lnTo>
                    <a:pt x="40276" y="49748"/>
                  </a:lnTo>
                  <a:lnTo>
                    <a:pt x="39297" y="48559"/>
                  </a:lnTo>
                  <a:lnTo>
                    <a:pt x="38339" y="47209"/>
                  </a:lnTo>
                  <a:lnTo>
                    <a:pt x="37809" y="47829"/>
                  </a:lnTo>
                  <a:lnTo>
                    <a:pt x="37609" y="49582"/>
                  </a:lnTo>
                  <a:lnTo>
                    <a:pt x="37254" y="50482"/>
                  </a:lnTo>
                  <a:lnTo>
                    <a:pt x="36809" y="50836"/>
                  </a:lnTo>
                  <a:lnTo>
                    <a:pt x="36626" y="51423"/>
                  </a:lnTo>
                  <a:lnTo>
                    <a:pt x="36589" y="57342"/>
                  </a:lnTo>
                  <a:lnTo>
                    <a:pt x="36620" y="62920"/>
                  </a:lnTo>
                  <a:lnTo>
                    <a:pt x="37348" y="63045"/>
                  </a:lnTo>
                  <a:lnTo>
                    <a:pt x="38561" y="64983"/>
                  </a:lnTo>
                  <a:lnTo>
                    <a:pt x="39078" y="66123"/>
                  </a:lnTo>
                  <a:lnTo>
                    <a:pt x="39242" y="67176"/>
                  </a:lnTo>
                  <a:lnTo>
                    <a:pt x="39092" y="67692"/>
                  </a:lnTo>
                  <a:lnTo>
                    <a:pt x="38205" y="68909"/>
                  </a:lnTo>
                  <a:lnTo>
                    <a:pt x="37340" y="70448"/>
                  </a:lnTo>
                  <a:lnTo>
                    <a:pt x="36908" y="72369"/>
                  </a:lnTo>
                  <a:lnTo>
                    <a:pt x="37664" y="75472"/>
                  </a:lnTo>
                  <a:lnTo>
                    <a:pt x="37826" y="77580"/>
                  </a:lnTo>
                  <a:lnTo>
                    <a:pt x="37799" y="79785"/>
                  </a:lnTo>
                  <a:lnTo>
                    <a:pt x="37591" y="80844"/>
                  </a:lnTo>
                  <a:lnTo>
                    <a:pt x="35914" y="83377"/>
                  </a:lnTo>
                  <a:lnTo>
                    <a:pt x="35546" y="84265"/>
                  </a:lnTo>
                  <a:lnTo>
                    <a:pt x="35595" y="84907"/>
                  </a:lnTo>
                  <a:lnTo>
                    <a:pt x="36520" y="86656"/>
                  </a:lnTo>
                  <a:lnTo>
                    <a:pt x="36959" y="88347"/>
                  </a:lnTo>
                  <a:lnTo>
                    <a:pt x="37324" y="90387"/>
                  </a:lnTo>
                  <a:lnTo>
                    <a:pt x="37373" y="92157"/>
                  </a:lnTo>
                  <a:lnTo>
                    <a:pt x="36535" y="88875"/>
                  </a:lnTo>
                  <a:lnTo>
                    <a:pt x="35372" y="85742"/>
                  </a:lnTo>
                  <a:lnTo>
                    <a:pt x="34362" y="83812"/>
                  </a:lnTo>
                  <a:lnTo>
                    <a:pt x="34285" y="79309"/>
                  </a:lnTo>
                  <a:lnTo>
                    <a:pt x="33880" y="76865"/>
                  </a:lnTo>
                  <a:lnTo>
                    <a:pt x="32357" y="74614"/>
                  </a:lnTo>
                  <a:lnTo>
                    <a:pt x="31054" y="73037"/>
                  </a:lnTo>
                  <a:lnTo>
                    <a:pt x="30088" y="73358"/>
                  </a:lnTo>
                  <a:lnTo>
                    <a:pt x="30679" y="75947"/>
                  </a:lnTo>
                  <a:lnTo>
                    <a:pt x="32210" y="79267"/>
                  </a:lnTo>
                  <a:lnTo>
                    <a:pt x="32311" y="80539"/>
                  </a:lnTo>
                  <a:lnTo>
                    <a:pt x="32287" y="82248"/>
                  </a:lnTo>
                  <a:lnTo>
                    <a:pt x="31234" y="81985"/>
                  </a:lnTo>
                  <a:lnTo>
                    <a:pt x="30306" y="81288"/>
                  </a:lnTo>
                  <a:lnTo>
                    <a:pt x="29174" y="81070"/>
                  </a:lnTo>
                  <a:lnTo>
                    <a:pt x="28422" y="80052"/>
                  </a:lnTo>
                  <a:lnTo>
                    <a:pt x="26825" y="76088"/>
                  </a:lnTo>
                  <a:lnTo>
                    <a:pt x="27959" y="72706"/>
                  </a:lnTo>
                  <a:lnTo>
                    <a:pt x="28311" y="70486"/>
                  </a:lnTo>
                  <a:lnTo>
                    <a:pt x="28281" y="65883"/>
                  </a:lnTo>
                  <a:lnTo>
                    <a:pt x="28020" y="63651"/>
                  </a:lnTo>
                  <a:lnTo>
                    <a:pt x="26790" y="60255"/>
                  </a:lnTo>
                  <a:lnTo>
                    <a:pt x="24833" y="56528"/>
                  </a:lnTo>
                  <a:lnTo>
                    <a:pt x="22089" y="53484"/>
                  </a:lnTo>
                  <a:lnTo>
                    <a:pt x="20800" y="51029"/>
                  </a:lnTo>
                  <a:lnTo>
                    <a:pt x="17588" y="49148"/>
                  </a:lnTo>
                  <a:lnTo>
                    <a:pt x="16367" y="47901"/>
                  </a:lnTo>
                  <a:lnTo>
                    <a:pt x="15414" y="45587"/>
                  </a:lnTo>
                  <a:lnTo>
                    <a:pt x="15271" y="43926"/>
                  </a:lnTo>
                  <a:lnTo>
                    <a:pt x="15609" y="41370"/>
                  </a:lnTo>
                  <a:lnTo>
                    <a:pt x="14722" y="38119"/>
                  </a:lnTo>
                  <a:lnTo>
                    <a:pt x="10895" y="31727"/>
                  </a:lnTo>
                  <a:lnTo>
                    <a:pt x="8756" y="29375"/>
                  </a:lnTo>
                  <a:lnTo>
                    <a:pt x="8296" y="27993"/>
                  </a:lnTo>
                  <a:lnTo>
                    <a:pt x="7957" y="27563"/>
                  </a:lnTo>
                  <a:lnTo>
                    <a:pt x="8286" y="31974"/>
                  </a:lnTo>
                  <a:lnTo>
                    <a:pt x="9221" y="34632"/>
                  </a:lnTo>
                  <a:lnTo>
                    <a:pt x="11663" y="37113"/>
                  </a:lnTo>
                  <a:lnTo>
                    <a:pt x="12335" y="38558"/>
                  </a:lnTo>
                  <a:lnTo>
                    <a:pt x="12606" y="40438"/>
                  </a:lnTo>
                  <a:lnTo>
                    <a:pt x="11189" y="44033"/>
                  </a:lnTo>
                  <a:lnTo>
                    <a:pt x="10467" y="44948"/>
                  </a:lnTo>
                  <a:lnTo>
                    <a:pt x="10253" y="46909"/>
                  </a:lnTo>
                  <a:lnTo>
                    <a:pt x="9791" y="47504"/>
                  </a:lnTo>
                  <a:lnTo>
                    <a:pt x="9304" y="46373"/>
                  </a:lnTo>
                  <a:lnTo>
                    <a:pt x="7323" y="40733"/>
                  </a:lnTo>
                  <a:lnTo>
                    <a:pt x="3494" y="38029"/>
                  </a:lnTo>
                  <a:lnTo>
                    <a:pt x="2801" y="36370"/>
                  </a:lnTo>
                  <a:lnTo>
                    <a:pt x="1376" y="31221"/>
                  </a:lnTo>
                  <a:lnTo>
                    <a:pt x="720" y="26517"/>
                  </a:lnTo>
                  <a:lnTo>
                    <a:pt x="955" y="23382"/>
                  </a:lnTo>
                  <a:lnTo>
                    <a:pt x="2528" y="18497"/>
                  </a:lnTo>
                  <a:lnTo>
                    <a:pt x="3019" y="16370"/>
                  </a:lnTo>
                  <a:lnTo>
                    <a:pt x="2919" y="15060"/>
                  </a:lnTo>
                  <a:lnTo>
                    <a:pt x="2971" y="13132"/>
                  </a:lnTo>
                  <a:lnTo>
                    <a:pt x="2383" y="11786"/>
                  </a:lnTo>
                  <a:lnTo>
                    <a:pt x="927" y="10031"/>
                  </a:lnTo>
                  <a:lnTo>
                    <a:pt x="0" y="8625"/>
                  </a:lnTo>
                  <a:lnTo>
                    <a:pt x="254" y="7924"/>
                  </a:lnTo>
                  <a:lnTo>
                    <a:pt x="1922" y="6033"/>
                  </a:lnTo>
                  <a:lnTo>
                    <a:pt x="2027" y="4328"/>
                  </a:lnTo>
                  <a:lnTo>
                    <a:pt x="2019" y="3762"/>
                  </a:lnTo>
                  <a:lnTo>
                    <a:pt x="2292" y="3640"/>
                  </a:lnTo>
                  <a:lnTo>
                    <a:pt x="2534" y="3188"/>
                  </a:lnTo>
                  <a:lnTo>
                    <a:pt x="2683" y="2718"/>
                  </a:lnTo>
                  <a:lnTo>
                    <a:pt x="3138" y="1074"/>
                  </a:lnTo>
                  <a:lnTo>
                    <a:pt x="3536" y="147"/>
                  </a:lnTo>
                  <a:lnTo>
                    <a:pt x="3995" y="0"/>
                  </a:lnTo>
                  <a:lnTo>
                    <a:pt x="4557" y="683"/>
                  </a:lnTo>
                  <a:lnTo>
                    <a:pt x="6659" y="2452"/>
                  </a:lnTo>
                  <a:lnTo>
                    <a:pt x="8996" y="4417"/>
                  </a:lnTo>
                  <a:lnTo>
                    <a:pt x="12325" y="7214"/>
                  </a:lnTo>
                  <a:lnTo>
                    <a:pt x="13705" y="5423"/>
                  </a:lnTo>
                  <a:lnTo>
                    <a:pt x="14892" y="4055"/>
                  </a:lnTo>
                  <a:lnTo>
                    <a:pt x="15718" y="4250"/>
                  </a:lnTo>
                  <a:lnTo>
                    <a:pt x="17508" y="5844"/>
                  </a:lnTo>
                  <a:lnTo>
                    <a:pt x="18585" y="6352"/>
                  </a:lnTo>
                  <a:lnTo>
                    <a:pt x="19246" y="6192"/>
                  </a:lnTo>
                  <a:lnTo>
                    <a:pt x="20390" y="8531"/>
                  </a:lnTo>
                  <a:lnTo>
                    <a:pt x="21015" y="10287"/>
                  </a:lnTo>
                  <a:lnTo>
                    <a:pt x="21118" y="11457"/>
                  </a:lnTo>
                  <a:lnTo>
                    <a:pt x="21467" y="12087"/>
                  </a:lnTo>
                  <a:lnTo>
                    <a:pt x="22357" y="12226"/>
                  </a:lnTo>
                  <a:lnTo>
                    <a:pt x="24540" y="13418"/>
                  </a:lnTo>
                  <a:lnTo>
                    <a:pt x="25874" y="13184"/>
                  </a:lnTo>
                  <a:lnTo>
                    <a:pt x="27086" y="11924"/>
                  </a:lnTo>
                  <a:lnTo>
                    <a:pt x="27753" y="10418"/>
                  </a:lnTo>
                  <a:close/>
                </a:path>
              </a:pathLst>
            </a:custGeom>
            <a:solidFill>
              <a:srgbClr val="FFFAF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4"/>
            <p:cNvSpPr/>
            <p:nvPr/>
          </p:nvSpPr>
          <p:spPr>
            <a:xfrm>
              <a:off x="2337548" y="2985683"/>
              <a:ext cx="7675" cy="14816"/>
            </a:xfrm>
            <a:custGeom>
              <a:avLst/>
              <a:pathLst>
                <a:path w="7675" h="14816">
                  <a:moveTo>
                    <a:pt x="7675" y="10964"/>
                  </a:moveTo>
                  <a:lnTo>
                    <a:pt x="6527" y="12530"/>
                  </a:lnTo>
                  <a:lnTo>
                    <a:pt x="4079" y="14739"/>
                  </a:lnTo>
                  <a:lnTo>
                    <a:pt x="2766" y="14816"/>
                  </a:lnTo>
                  <a:lnTo>
                    <a:pt x="1437" y="13986"/>
                  </a:lnTo>
                  <a:lnTo>
                    <a:pt x="521" y="12139"/>
                  </a:lnTo>
                  <a:lnTo>
                    <a:pt x="0" y="10320"/>
                  </a:lnTo>
                  <a:lnTo>
                    <a:pt x="43" y="9446"/>
                  </a:lnTo>
                  <a:lnTo>
                    <a:pt x="874" y="10904"/>
                  </a:lnTo>
                  <a:lnTo>
                    <a:pt x="1590" y="11621"/>
                  </a:lnTo>
                  <a:lnTo>
                    <a:pt x="2178" y="11144"/>
                  </a:lnTo>
                  <a:lnTo>
                    <a:pt x="2593" y="10355"/>
                  </a:lnTo>
                  <a:lnTo>
                    <a:pt x="1249" y="4471"/>
                  </a:lnTo>
                  <a:lnTo>
                    <a:pt x="1308" y="3227"/>
                  </a:lnTo>
                  <a:lnTo>
                    <a:pt x="2376" y="0"/>
                  </a:lnTo>
                  <a:lnTo>
                    <a:pt x="5281" y="981"/>
                  </a:lnTo>
                  <a:lnTo>
                    <a:pt x="5790" y="1549"/>
                  </a:lnTo>
                  <a:lnTo>
                    <a:pt x="6193" y="3592"/>
                  </a:lnTo>
                  <a:lnTo>
                    <a:pt x="6841" y="5195"/>
                  </a:lnTo>
                  <a:lnTo>
                    <a:pt x="7600" y="9482"/>
                  </a:lnTo>
                  <a:close/>
                </a:path>
              </a:pathLst>
            </a:custGeom>
            <a:solidFill>
              <a:srgbClr val="FFF9F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5"/>
            <p:cNvSpPr/>
            <p:nvPr/>
          </p:nvSpPr>
          <p:spPr>
            <a:xfrm>
              <a:off x="2402520" y="2981274"/>
              <a:ext cx="3515" cy="5041"/>
            </a:xfrm>
            <a:custGeom>
              <a:avLst/>
              <a:pathLst>
                <a:path w="3515" h="5041">
                  <a:moveTo>
                    <a:pt x="3079" y="4136"/>
                  </a:moveTo>
                  <a:lnTo>
                    <a:pt x="2572" y="5041"/>
                  </a:lnTo>
                  <a:lnTo>
                    <a:pt x="2017" y="3734"/>
                  </a:lnTo>
                  <a:lnTo>
                    <a:pt x="1664" y="3591"/>
                  </a:lnTo>
                  <a:lnTo>
                    <a:pt x="1176" y="3073"/>
                  </a:lnTo>
                  <a:lnTo>
                    <a:pt x="228" y="1618"/>
                  </a:lnTo>
                  <a:lnTo>
                    <a:pt x="0" y="114"/>
                  </a:lnTo>
                  <a:lnTo>
                    <a:pt x="787" y="0"/>
                  </a:lnTo>
                  <a:lnTo>
                    <a:pt x="1778" y="265"/>
                  </a:lnTo>
                  <a:lnTo>
                    <a:pt x="3515" y="1121"/>
                  </a:lnTo>
                  <a:lnTo>
                    <a:pt x="3363" y="2820"/>
                  </a:lnTo>
                  <a:close/>
                </a:path>
              </a:pathLst>
            </a:custGeom>
            <a:solidFill>
              <a:srgbClr val="FFF9F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6"/>
            <p:cNvSpPr/>
            <p:nvPr/>
          </p:nvSpPr>
          <p:spPr>
            <a:xfrm>
              <a:off x="2401001" y="2975064"/>
              <a:ext cx="2457" cy="5241"/>
            </a:xfrm>
            <a:custGeom>
              <a:avLst/>
              <a:pathLst>
                <a:path w="2457" h="5241">
                  <a:moveTo>
                    <a:pt x="2002" y="5158"/>
                  </a:moveTo>
                  <a:lnTo>
                    <a:pt x="1595" y="5241"/>
                  </a:lnTo>
                  <a:lnTo>
                    <a:pt x="366" y="4009"/>
                  </a:lnTo>
                  <a:lnTo>
                    <a:pt x="0" y="2979"/>
                  </a:lnTo>
                  <a:lnTo>
                    <a:pt x="431" y="1598"/>
                  </a:lnTo>
                  <a:lnTo>
                    <a:pt x="523" y="99"/>
                  </a:lnTo>
                  <a:lnTo>
                    <a:pt x="691" y="0"/>
                  </a:lnTo>
                  <a:lnTo>
                    <a:pt x="889" y="1815"/>
                  </a:lnTo>
                  <a:lnTo>
                    <a:pt x="1826" y="2586"/>
                  </a:lnTo>
                  <a:lnTo>
                    <a:pt x="1882" y="2985"/>
                  </a:lnTo>
                  <a:lnTo>
                    <a:pt x="2457" y="4524"/>
                  </a:lnTo>
                  <a:close/>
                </a:path>
              </a:pathLst>
            </a:custGeom>
            <a:solidFill>
              <a:srgbClr val="FFF9F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7"/>
            <p:cNvSpPr/>
            <p:nvPr/>
          </p:nvSpPr>
          <p:spPr>
            <a:xfrm>
              <a:off x="2398139" y="2971059"/>
              <a:ext cx="3040" cy="4997"/>
            </a:xfrm>
            <a:custGeom>
              <a:avLst/>
              <a:pathLst>
                <a:path w="3040" h="4997">
                  <a:moveTo>
                    <a:pt x="3040" y="4505"/>
                  </a:moveTo>
                  <a:lnTo>
                    <a:pt x="2789" y="4997"/>
                  </a:lnTo>
                  <a:lnTo>
                    <a:pt x="2120" y="3897"/>
                  </a:lnTo>
                  <a:lnTo>
                    <a:pt x="1153" y="3418"/>
                  </a:lnTo>
                  <a:lnTo>
                    <a:pt x="585" y="1703"/>
                  </a:lnTo>
                  <a:lnTo>
                    <a:pt x="43" y="1046"/>
                  </a:lnTo>
                  <a:lnTo>
                    <a:pt x="0" y="415"/>
                  </a:lnTo>
                  <a:lnTo>
                    <a:pt x="895" y="0"/>
                  </a:lnTo>
                  <a:lnTo>
                    <a:pt x="1517" y="181"/>
                  </a:lnTo>
                  <a:lnTo>
                    <a:pt x="2213" y="1490"/>
                  </a:lnTo>
                  <a:lnTo>
                    <a:pt x="2614" y="3892"/>
                  </a:lnTo>
                  <a:close/>
                </a:path>
              </a:pathLst>
            </a:custGeom>
            <a:solidFill>
              <a:srgbClr val="FFF9F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8"/>
            <p:cNvSpPr/>
            <p:nvPr/>
          </p:nvSpPr>
          <p:spPr>
            <a:xfrm>
              <a:off x="2392932" y="2967673"/>
              <a:ext cx="5079" cy="3165"/>
            </a:xfrm>
            <a:custGeom>
              <a:avLst/>
              <a:pathLst>
                <a:path w="5079" h="3165">
                  <a:moveTo>
                    <a:pt x="806" y="0"/>
                  </a:moveTo>
                  <a:lnTo>
                    <a:pt x="2500" y="626"/>
                  </a:lnTo>
                  <a:lnTo>
                    <a:pt x="3087" y="251"/>
                  </a:lnTo>
                  <a:lnTo>
                    <a:pt x="3651" y="141"/>
                  </a:lnTo>
                  <a:lnTo>
                    <a:pt x="4248" y="402"/>
                  </a:lnTo>
                  <a:lnTo>
                    <a:pt x="5079" y="2859"/>
                  </a:lnTo>
                  <a:lnTo>
                    <a:pt x="4349" y="3165"/>
                  </a:lnTo>
                  <a:lnTo>
                    <a:pt x="3770" y="3165"/>
                  </a:lnTo>
                  <a:lnTo>
                    <a:pt x="3343" y="2722"/>
                  </a:lnTo>
                  <a:lnTo>
                    <a:pt x="1824" y="2607"/>
                  </a:lnTo>
                  <a:lnTo>
                    <a:pt x="820" y="1892"/>
                  </a:lnTo>
                  <a:lnTo>
                    <a:pt x="269" y="1282"/>
                  </a:lnTo>
                  <a:lnTo>
                    <a:pt x="0" y="539"/>
                  </a:lnTo>
                  <a:close/>
                </a:path>
              </a:pathLst>
            </a:custGeom>
            <a:solidFill>
              <a:srgbClr val="FFF9F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59"/>
            <p:cNvSpPr/>
            <p:nvPr/>
          </p:nvSpPr>
          <p:spPr>
            <a:xfrm>
              <a:off x="2381423" y="2960153"/>
              <a:ext cx="3458" cy="4995"/>
            </a:xfrm>
            <a:custGeom>
              <a:avLst/>
              <a:pathLst>
                <a:path w="3458" h="4995">
                  <a:moveTo>
                    <a:pt x="3438" y="4220"/>
                  </a:moveTo>
                  <a:lnTo>
                    <a:pt x="3458" y="4995"/>
                  </a:lnTo>
                  <a:lnTo>
                    <a:pt x="1300" y="2825"/>
                  </a:lnTo>
                  <a:lnTo>
                    <a:pt x="374" y="564"/>
                  </a:lnTo>
                  <a:lnTo>
                    <a:pt x="0" y="44"/>
                  </a:lnTo>
                  <a:lnTo>
                    <a:pt x="604" y="0"/>
                  </a:lnTo>
                  <a:lnTo>
                    <a:pt x="3035" y="3705"/>
                  </a:lnTo>
                  <a:close/>
                </a:path>
              </a:pathLst>
            </a:custGeom>
            <a:solidFill>
              <a:srgbClr val="FFF9F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0"/>
            <p:cNvSpPr/>
            <p:nvPr/>
          </p:nvSpPr>
          <p:spPr>
            <a:xfrm>
              <a:off x="2316528" y="2948815"/>
              <a:ext cx="132657" cy="98544"/>
            </a:xfrm>
            <a:custGeom>
              <a:avLst/>
              <a:pathLst>
                <a:path w="132657" h="98544">
                  <a:moveTo>
                    <a:pt x="37633" y="809"/>
                  </a:moveTo>
                  <a:lnTo>
                    <a:pt x="40866" y="2184"/>
                  </a:lnTo>
                  <a:lnTo>
                    <a:pt x="43480" y="1794"/>
                  </a:lnTo>
                  <a:lnTo>
                    <a:pt x="44730" y="992"/>
                  </a:lnTo>
                  <a:lnTo>
                    <a:pt x="44615" y="1826"/>
                  </a:lnTo>
                  <a:lnTo>
                    <a:pt x="45763" y="3863"/>
                  </a:lnTo>
                  <a:lnTo>
                    <a:pt x="46182" y="4003"/>
                  </a:lnTo>
                  <a:lnTo>
                    <a:pt x="47872" y="2972"/>
                  </a:lnTo>
                  <a:lnTo>
                    <a:pt x="52284" y="2581"/>
                  </a:lnTo>
                  <a:lnTo>
                    <a:pt x="52737" y="3152"/>
                  </a:lnTo>
                  <a:lnTo>
                    <a:pt x="53514" y="5136"/>
                  </a:lnTo>
                  <a:lnTo>
                    <a:pt x="54640" y="6365"/>
                  </a:lnTo>
                  <a:lnTo>
                    <a:pt x="55804" y="7299"/>
                  </a:lnTo>
                  <a:lnTo>
                    <a:pt x="57022" y="7548"/>
                  </a:lnTo>
                  <a:lnTo>
                    <a:pt x="58238" y="7123"/>
                  </a:lnTo>
                  <a:lnTo>
                    <a:pt x="59378" y="7331"/>
                  </a:lnTo>
                  <a:lnTo>
                    <a:pt x="60801" y="9264"/>
                  </a:lnTo>
                  <a:lnTo>
                    <a:pt x="61250" y="9493"/>
                  </a:lnTo>
                  <a:lnTo>
                    <a:pt x="62525" y="8965"/>
                  </a:lnTo>
                  <a:lnTo>
                    <a:pt x="62149" y="10733"/>
                  </a:lnTo>
                  <a:lnTo>
                    <a:pt x="64297" y="13219"/>
                  </a:lnTo>
                  <a:lnTo>
                    <a:pt x="65869" y="18103"/>
                  </a:lnTo>
                  <a:lnTo>
                    <a:pt x="67014" y="20110"/>
                  </a:lnTo>
                  <a:lnTo>
                    <a:pt x="68225" y="21910"/>
                  </a:lnTo>
                  <a:lnTo>
                    <a:pt x="69245" y="23131"/>
                  </a:lnTo>
                  <a:lnTo>
                    <a:pt x="70388" y="23714"/>
                  </a:lnTo>
                  <a:lnTo>
                    <a:pt x="73857" y="23474"/>
                  </a:lnTo>
                  <a:lnTo>
                    <a:pt x="74677" y="23624"/>
                  </a:lnTo>
                  <a:lnTo>
                    <a:pt x="75411" y="24321"/>
                  </a:lnTo>
                  <a:lnTo>
                    <a:pt x="76111" y="24595"/>
                  </a:lnTo>
                  <a:lnTo>
                    <a:pt x="76515" y="24336"/>
                  </a:lnTo>
                  <a:lnTo>
                    <a:pt x="83220" y="31942"/>
                  </a:lnTo>
                  <a:lnTo>
                    <a:pt x="85350" y="36004"/>
                  </a:lnTo>
                  <a:lnTo>
                    <a:pt x="86652" y="38113"/>
                  </a:lnTo>
                  <a:lnTo>
                    <a:pt x="89468" y="41163"/>
                  </a:lnTo>
                  <a:lnTo>
                    <a:pt x="90600" y="41836"/>
                  </a:lnTo>
                  <a:lnTo>
                    <a:pt x="91192" y="41430"/>
                  </a:lnTo>
                  <a:lnTo>
                    <a:pt x="91076" y="40759"/>
                  </a:lnTo>
                  <a:lnTo>
                    <a:pt x="90251" y="39067"/>
                  </a:lnTo>
                  <a:lnTo>
                    <a:pt x="90130" y="38448"/>
                  </a:lnTo>
                  <a:lnTo>
                    <a:pt x="91190" y="38969"/>
                  </a:lnTo>
                  <a:lnTo>
                    <a:pt x="93104" y="42407"/>
                  </a:lnTo>
                  <a:lnTo>
                    <a:pt x="93630" y="43678"/>
                  </a:lnTo>
                  <a:lnTo>
                    <a:pt x="94586" y="44855"/>
                  </a:lnTo>
                  <a:lnTo>
                    <a:pt x="95548" y="45707"/>
                  </a:lnTo>
                  <a:lnTo>
                    <a:pt x="95090" y="47064"/>
                  </a:lnTo>
                  <a:lnTo>
                    <a:pt x="94309" y="47180"/>
                  </a:lnTo>
                  <a:lnTo>
                    <a:pt x="92808" y="46621"/>
                  </a:lnTo>
                  <a:lnTo>
                    <a:pt x="94000" y="48830"/>
                  </a:lnTo>
                  <a:lnTo>
                    <a:pt x="94206" y="50438"/>
                  </a:lnTo>
                  <a:lnTo>
                    <a:pt x="94761" y="50575"/>
                  </a:lnTo>
                  <a:lnTo>
                    <a:pt x="95587" y="48809"/>
                  </a:lnTo>
                  <a:lnTo>
                    <a:pt x="96109" y="47320"/>
                  </a:lnTo>
                  <a:lnTo>
                    <a:pt x="98214" y="51162"/>
                  </a:lnTo>
                  <a:lnTo>
                    <a:pt x="99346" y="52919"/>
                  </a:lnTo>
                  <a:lnTo>
                    <a:pt x="99056" y="53945"/>
                  </a:lnTo>
                  <a:lnTo>
                    <a:pt x="98962" y="54961"/>
                  </a:lnTo>
                  <a:lnTo>
                    <a:pt x="100226" y="54016"/>
                  </a:lnTo>
                  <a:lnTo>
                    <a:pt x="100706" y="54120"/>
                  </a:lnTo>
                  <a:lnTo>
                    <a:pt x="101170" y="54665"/>
                  </a:lnTo>
                  <a:lnTo>
                    <a:pt x="101677" y="56317"/>
                  </a:lnTo>
                  <a:lnTo>
                    <a:pt x="102858" y="56684"/>
                  </a:lnTo>
                  <a:lnTo>
                    <a:pt x="104049" y="56639"/>
                  </a:lnTo>
                  <a:lnTo>
                    <a:pt x="106467" y="58005"/>
                  </a:lnTo>
                  <a:lnTo>
                    <a:pt x="108757" y="60781"/>
                  </a:lnTo>
                  <a:lnTo>
                    <a:pt x="110912" y="61348"/>
                  </a:lnTo>
                  <a:lnTo>
                    <a:pt x="113085" y="61444"/>
                  </a:lnTo>
                  <a:lnTo>
                    <a:pt x="114186" y="62912"/>
                  </a:lnTo>
                  <a:lnTo>
                    <a:pt x="114654" y="64882"/>
                  </a:lnTo>
                  <a:lnTo>
                    <a:pt x="114127" y="66277"/>
                  </a:lnTo>
                  <a:lnTo>
                    <a:pt x="113825" y="67734"/>
                  </a:lnTo>
                  <a:lnTo>
                    <a:pt x="114636" y="69522"/>
                  </a:lnTo>
                  <a:lnTo>
                    <a:pt x="112871" y="70281"/>
                  </a:lnTo>
                  <a:lnTo>
                    <a:pt x="112623" y="71357"/>
                  </a:lnTo>
                  <a:lnTo>
                    <a:pt x="112714" y="72520"/>
                  </a:lnTo>
                  <a:lnTo>
                    <a:pt x="113065" y="73159"/>
                  </a:lnTo>
                  <a:lnTo>
                    <a:pt x="114074" y="72600"/>
                  </a:lnTo>
                  <a:lnTo>
                    <a:pt x="115532" y="73097"/>
                  </a:lnTo>
                  <a:lnTo>
                    <a:pt x="117833" y="73542"/>
                  </a:lnTo>
                  <a:lnTo>
                    <a:pt x="119374" y="73180"/>
                  </a:lnTo>
                  <a:lnTo>
                    <a:pt x="122503" y="74397"/>
                  </a:lnTo>
                  <a:lnTo>
                    <a:pt x="123455" y="75048"/>
                  </a:lnTo>
                  <a:lnTo>
                    <a:pt x="125312" y="77336"/>
                  </a:lnTo>
                  <a:lnTo>
                    <a:pt x="126171" y="78846"/>
                  </a:lnTo>
                  <a:lnTo>
                    <a:pt x="128014" y="82910"/>
                  </a:lnTo>
                  <a:lnTo>
                    <a:pt x="129603" y="84509"/>
                  </a:lnTo>
                  <a:lnTo>
                    <a:pt x="130979" y="84895"/>
                  </a:lnTo>
                  <a:lnTo>
                    <a:pt x="131460" y="84628"/>
                  </a:lnTo>
                  <a:lnTo>
                    <a:pt x="131896" y="85070"/>
                  </a:lnTo>
                  <a:lnTo>
                    <a:pt x="132279" y="85640"/>
                  </a:lnTo>
                  <a:lnTo>
                    <a:pt x="132657" y="87420"/>
                  </a:lnTo>
                  <a:lnTo>
                    <a:pt x="132449" y="89293"/>
                  </a:lnTo>
                  <a:lnTo>
                    <a:pt x="131663" y="90812"/>
                  </a:lnTo>
                  <a:lnTo>
                    <a:pt x="131226" y="91919"/>
                  </a:lnTo>
                  <a:lnTo>
                    <a:pt x="129260" y="92047"/>
                  </a:lnTo>
                  <a:lnTo>
                    <a:pt x="126513" y="92555"/>
                  </a:lnTo>
                  <a:lnTo>
                    <a:pt x="123856" y="94206"/>
                  </a:lnTo>
                  <a:lnTo>
                    <a:pt x="122560" y="95517"/>
                  </a:lnTo>
                  <a:lnTo>
                    <a:pt x="121967" y="96385"/>
                  </a:lnTo>
                  <a:lnTo>
                    <a:pt x="120569" y="97187"/>
                  </a:lnTo>
                  <a:lnTo>
                    <a:pt x="120474" y="96500"/>
                  </a:lnTo>
                  <a:lnTo>
                    <a:pt x="120501" y="95636"/>
                  </a:lnTo>
                  <a:lnTo>
                    <a:pt x="120135" y="94027"/>
                  </a:lnTo>
                  <a:lnTo>
                    <a:pt x="119818" y="95474"/>
                  </a:lnTo>
                  <a:lnTo>
                    <a:pt x="119298" y="96530"/>
                  </a:lnTo>
                  <a:lnTo>
                    <a:pt x="118421" y="97432"/>
                  </a:lnTo>
                  <a:lnTo>
                    <a:pt x="115195" y="97491"/>
                  </a:lnTo>
                  <a:lnTo>
                    <a:pt x="113896" y="96276"/>
                  </a:lnTo>
                  <a:lnTo>
                    <a:pt x="112564" y="95444"/>
                  </a:lnTo>
                  <a:lnTo>
                    <a:pt x="107711" y="94577"/>
                  </a:lnTo>
                  <a:lnTo>
                    <a:pt x="106546" y="94653"/>
                  </a:lnTo>
                  <a:lnTo>
                    <a:pt x="103303" y="95553"/>
                  </a:lnTo>
                  <a:lnTo>
                    <a:pt x="100044" y="96041"/>
                  </a:lnTo>
                  <a:lnTo>
                    <a:pt x="98681" y="96598"/>
                  </a:lnTo>
                  <a:lnTo>
                    <a:pt x="97333" y="97441"/>
                  </a:lnTo>
                  <a:lnTo>
                    <a:pt x="94711" y="97413"/>
                  </a:lnTo>
                  <a:lnTo>
                    <a:pt x="91611" y="98370"/>
                  </a:lnTo>
                  <a:lnTo>
                    <a:pt x="88502" y="98544"/>
                  </a:lnTo>
                  <a:lnTo>
                    <a:pt x="90493" y="91847"/>
                  </a:lnTo>
                  <a:lnTo>
                    <a:pt x="94693" y="85397"/>
                  </a:lnTo>
                  <a:lnTo>
                    <a:pt x="95482" y="84012"/>
                  </a:lnTo>
                  <a:lnTo>
                    <a:pt x="96045" y="82232"/>
                  </a:lnTo>
                  <a:lnTo>
                    <a:pt x="96178" y="80890"/>
                  </a:lnTo>
                  <a:lnTo>
                    <a:pt x="95995" y="79746"/>
                  </a:lnTo>
                  <a:lnTo>
                    <a:pt x="94994" y="77727"/>
                  </a:lnTo>
                  <a:lnTo>
                    <a:pt x="94791" y="76224"/>
                  </a:lnTo>
                  <a:lnTo>
                    <a:pt x="94493" y="75251"/>
                  </a:lnTo>
                  <a:lnTo>
                    <a:pt x="93037" y="74406"/>
                  </a:lnTo>
                  <a:lnTo>
                    <a:pt x="91563" y="73900"/>
                  </a:lnTo>
                  <a:lnTo>
                    <a:pt x="90012" y="73882"/>
                  </a:lnTo>
                  <a:lnTo>
                    <a:pt x="86752" y="73187"/>
                  </a:lnTo>
                  <a:lnTo>
                    <a:pt x="85020" y="73135"/>
                  </a:lnTo>
                  <a:lnTo>
                    <a:pt x="83551" y="71761"/>
                  </a:lnTo>
                  <a:lnTo>
                    <a:pt x="81113" y="66867"/>
                  </a:lnTo>
                  <a:lnTo>
                    <a:pt x="79972" y="65497"/>
                  </a:lnTo>
                  <a:lnTo>
                    <a:pt x="79386" y="64400"/>
                  </a:lnTo>
                  <a:lnTo>
                    <a:pt x="78930" y="63137"/>
                  </a:lnTo>
                  <a:lnTo>
                    <a:pt x="78357" y="55954"/>
                  </a:lnTo>
                  <a:lnTo>
                    <a:pt x="77872" y="52497"/>
                  </a:lnTo>
                  <a:lnTo>
                    <a:pt x="77132" y="49491"/>
                  </a:lnTo>
                  <a:lnTo>
                    <a:pt x="76007" y="47210"/>
                  </a:lnTo>
                  <a:lnTo>
                    <a:pt x="74831" y="46435"/>
                  </a:lnTo>
                  <a:lnTo>
                    <a:pt x="70312" y="48389"/>
                  </a:lnTo>
                  <a:lnTo>
                    <a:pt x="69260" y="48099"/>
                  </a:lnTo>
                  <a:lnTo>
                    <a:pt x="68236" y="47434"/>
                  </a:lnTo>
                  <a:lnTo>
                    <a:pt x="61414" y="42782"/>
                  </a:lnTo>
                  <a:lnTo>
                    <a:pt x="58600" y="40221"/>
                  </a:lnTo>
                  <a:lnTo>
                    <a:pt x="57452" y="38953"/>
                  </a:lnTo>
                  <a:lnTo>
                    <a:pt x="56473" y="37144"/>
                  </a:lnTo>
                  <a:lnTo>
                    <a:pt x="55458" y="34179"/>
                  </a:lnTo>
                  <a:lnTo>
                    <a:pt x="54316" y="31528"/>
                  </a:lnTo>
                  <a:lnTo>
                    <a:pt x="54324" y="32600"/>
                  </a:lnTo>
                  <a:lnTo>
                    <a:pt x="54148" y="33298"/>
                  </a:lnTo>
                  <a:lnTo>
                    <a:pt x="48437" y="33613"/>
                  </a:lnTo>
                  <a:lnTo>
                    <a:pt x="47527" y="33001"/>
                  </a:lnTo>
                  <a:lnTo>
                    <a:pt x="46941" y="32281"/>
                  </a:lnTo>
                  <a:lnTo>
                    <a:pt x="46527" y="31209"/>
                  </a:lnTo>
                  <a:lnTo>
                    <a:pt x="46222" y="29061"/>
                  </a:lnTo>
                  <a:lnTo>
                    <a:pt x="45678" y="27257"/>
                  </a:lnTo>
                  <a:lnTo>
                    <a:pt x="45504" y="29179"/>
                  </a:lnTo>
                  <a:lnTo>
                    <a:pt x="45222" y="30952"/>
                  </a:lnTo>
                  <a:lnTo>
                    <a:pt x="44458" y="31942"/>
                  </a:lnTo>
                  <a:lnTo>
                    <a:pt x="43583" y="32099"/>
                  </a:lnTo>
                  <a:lnTo>
                    <a:pt x="42524" y="29745"/>
                  </a:lnTo>
                  <a:lnTo>
                    <a:pt x="37895" y="29260"/>
                  </a:lnTo>
                  <a:lnTo>
                    <a:pt x="37485" y="28862"/>
                  </a:lnTo>
                  <a:lnTo>
                    <a:pt x="35965" y="26581"/>
                  </a:lnTo>
                  <a:lnTo>
                    <a:pt x="34668" y="23720"/>
                  </a:lnTo>
                  <a:lnTo>
                    <a:pt x="35960" y="22711"/>
                  </a:lnTo>
                  <a:lnTo>
                    <a:pt x="38625" y="21384"/>
                  </a:lnTo>
                  <a:lnTo>
                    <a:pt x="39201" y="20499"/>
                  </a:lnTo>
                  <a:lnTo>
                    <a:pt x="39536" y="19372"/>
                  </a:lnTo>
                  <a:lnTo>
                    <a:pt x="39295" y="17686"/>
                  </a:lnTo>
                  <a:lnTo>
                    <a:pt x="38766" y="16474"/>
                  </a:lnTo>
                  <a:lnTo>
                    <a:pt x="38220" y="15761"/>
                  </a:lnTo>
                  <a:lnTo>
                    <a:pt x="37616" y="15305"/>
                  </a:lnTo>
                  <a:lnTo>
                    <a:pt x="36819" y="15112"/>
                  </a:lnTo>
                  <a:lnTo>
                    <a:pt x="26520" y="14809"/>
                  </a:lnTo>
                  <a:lnTo>
                    <a:pt x="25923" y="15722"/>
                  </a:lnTo>
                  <a:lnTo>
                    <a:pt x="25000" y="17590"/>
                  </a:lnTo>
                  <a:lnTo>
                    <a:pt x="23171" y="19987"/>
                  </a:lnTo>
                  <a:lnTo>
                    <a:pt x="21965" y="22473"/>
                  </a:lnTo>
                  <a:lnTo>
                    <a:pt x="21513" y="23756"/>
                  </a:lnTo>
                  <a:lnTo>
                    <a:pt x="20950" y="24673"/>
                  </a:lnTo>
                  <a:lnTo>
                    <a:pt x="19682" y="26216"/>
                  </a:lnTo>
                  <a:lnTo>
                    <a:pt x="18603" y="28586"/>
                  </a:lnTo>
                  <a:lnTo>
                    <a:pt x="17291" y="29647"/>
                  </a:lnTo>
                  <a:lnTo>
                    <a:pt x="16574" y="29002"/>
                  </a:lnTo>
                  <a:lnTo>
                    <a:pt x="15865" y="29007"/>
                  </a:lnTo>
                  <a:lnTo>
                    <a:pt x="15352" y="29592"/>
                  </a:lnTo>
                  <a:lnTo>
                    <a:pt x="14814" y="29859"/>
                  </a:lnTo>
                  <a:lnTo>
                    <a:pt x="12172" y="30149"/>
                  </a:lnTo>
                  <a:lnTo>
                    <a:pt x="11778" y="30753"/>
                  </a:lnTo>
                  <a:lnTo>
                    <a:pt x="11400" y="32454"/>
                  </a:lnTo>
                  <a:lnTo>
                    <a:pt x="10972" y="35763"/>
                  </a:lnTo>
                  <a:lnTo>
                    <a:pt x="10565" y="36856"/>
                  </a:lnTo>
                  <a:lnTo>
                    <a:pt x="9241" y="37273"/>
                  </a:lnTo>
                  <a:lnTo>
                    <a:pt x="7978" y="38180"/>
                  </a:lnTo>
                  <a:lnTo>
                    <a:pt x="5409" y="41332"/>
                  </a:lnTo>
                  <a:lnTo>
                    <a:pt x="4746" y="41790"/>
                  </a:lnTo>
                  <a:lnTo>
                    <a:pt x="4890" y="39481"/>
                  </a:lnTo>
                  <a:lnTo>
                    <a:pt x="4761" y="37236"/>
                  </a:lnTo>
                  <a:lnTo>
                    <a:pt x="4037" y="37155"/>
                  </a:lnTo>
                  <a:lnTo>
                    <a:pt x="3212" y="37529"/>
                  </a:lnTo>
                  <a:lnTo>
                    <a:pt x="2524" y="38158"/>
                  </a:lnTo>
                  <a:lnTo>
                    <a:pt x="1250" y="39836"/>
                  </a:lnTo>
                  <a:lnTo>
                    <a:pt x="604" y="40260"/>
                  </a:lnTo>
                  <a:lnTo>
                    <a:pt x="0" y="39402"/>
                  </a:lnTo>
                  <a:lnTo>
                    <a:pt x="122" y="38304"/>
                  </a:lnTo>
                  <a:lnTo>
                    <a:pt x="4373" y="34255"/>
                  </a:lnTo>
                  <a:lnTo>
                    <a:pt x="4849" y="33946"/>
                  </a:lnTo>
                  <a:lnTo>
                    <a:pt x="5604" y="34251"/>
                  </a:lnTo>
                  <a:lnTo>
                    <a:pt x="6343" y="34114"/>
                  </a:lnTo>
                  <a:lnTo>
                    <a:pt x="6920" y="32980"/>
                  </a:lnTo>
                  <a:lnTo>
                    <a:pt x="6221" y="27624"/>
                  </a:lnTo>
                  <a:lnTo>
                    <a:pt x="6489" y="23979"/>
                  </a:lnTo>
                  <a:lnTo>
                    <a:pt x="7476" y="21163"/>
                  </a:lnTo>
                  <a:lnTo>
                    <a:pt x="9445" y="16898"/>
                  </a:lnTo>
                  <a:lnTo>
                    <a:pt x="10393" y="15495"/>
                  </a:lnTo>
                  <a:lnTo>
                    <a:pt x="20106" y="6585"/>
                  </a:lnTo>
                  <a:lnTo>
                    <a:pt x="21100" y="6129"/>
                  </a:lnTo>
                  <a:lnTo>
                    <a:pt x="27411" y="4340"/>
                  </a:lnTo>
                  <a:lnTo>
                    <a:pt x="28374" y="3719"/>
                  </a:lnTo>
                  <a:lnTo>
                    <a:pt x="31302" y="1077"/>
                  </a:lnTo>
                  <a:lnTo>
                    <a:pt x="34376" y="0"/>
                  </a:lnTo>
                  <a:close/>
                </a:path>
              </a:pathLst>
            </a:custGeom>
            <a:solidFill>
              <a:srgbClr val="FFF9F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1"/>
            <p:cNvSpPr/>
            <p:nvPr/>
          </p:nvSpPr>
          <p:spPr>
            <a:xfrm>
              <a:off x="2510612" y="3268245"/>
              <a:ext cx="5032" cy="9893"/>
            </a:xfrm>
            <a:custGeom>
              <a:avLst/>
              <a:pathLst>
                <a:path w="5032" h="9893">
                  <a:moveTo>
                    <a:pt x="5032" y="9470"/>
                  </a:moveTo>
                  <a:lnTo>
                    <a:pt x="4387" y="9893"/>
                  </a:lnTo>
                  <a:lnTo>
                    <a:pt x="2020" y="7045"/>
                  </a:lnTo>
                  <a:lnTo>
                    <a:pt x="62" y="2418"/>
                  </a:lnTo>
                  <a:lnTo>
                    <a:pt x="0" y="0"/>
                  </a:lnTo>
                  <a:lnTo>
                    <a:pt x="498" y="207"/>
                  </a:lnTo>
                  <a:lnTo>
                    <a:pt x="1013" y="1129"/>
                  </a:lnTo>
                  <a:lnTo>
                    <a:pt x="1798" y="4400"/>
                  </a:lnTo>
                  <a:lnTo>
                    <a:pt x="4090" y="6551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2"/>
            <p:cNvSpPr/>
            <p:nvPr/>
          </p:nvSpPr>
          <p:spPr>
            <a:xfrm>
              <a:off x="2359324" y="3061264"/>
              <a:ext cx="3849" cy="3340"/>
            </a:xfrm>
            <a:custGeom>
              <a:avLst/>
              <a:pathLst>
                <a:path w="3849" h="3340">
                  <a:moveTo>
                    <a:pt x="611" y="1064"/>
                  </a:moveTo>
                  <a:lnTo>
                    <a:pt x="1009" y="1637"/>
                  </a:lnTo>
                  <a:lnTo>
                    <a:pt x="1512" y="1286"/>
                  </a:lnTo>
                  <a:lnTo>
                    <a:pt x="1656" y="660"/>
                  </a:lnTo>
                  <a:lnTo>
                    <a:pt x="3561" y="1126"/>
                  </a:lnTo>
                  <a:lnTo>
                    <a:pt x="3849" y="2356"/>
                  </a:lnTo>
                  <a:lnTo>
                    <a:pt x="2399" y="2387"/>
                  </a:lnTo>
                  <a:lnTo>
                    <a:pt x="1749" y="3177"/>
                  </a:lnTo>
                  <a:lnTo>
                    <a:pt x="1423" y="3340"/>
                  </a:lnTo>
                  <a:lnTo>
                    <a:pt x="176" y="3146"/>
                  </a:lnTo>
                  <a:lnTo>
                    <a:pt x="0" y="300"/>
                  </a:lnTo>
                  <a:lnTo>
                    <a:pt x="346" y="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3"/>
            <p:cNvSpPr/>
            <p:nvPr/>
          </p:nvSpPr>
          <p:spPr>
            <a:xfrm>
              <a:off x="2375282" y="3051384"/>
              <a:ext cx="1812" cy="1577"/>
            </a:xfrm>
            <a:custGeom>
              <a:avLst/>
              <a:pathLst>
                <a:path w="1812" h="1577">
                  <a:moveTo>
                    <a:pt x="1812" y="327"/>
                  </a:moveTo>
                  <a:lnTo>
                    <a:pt x="1691" y="494"/>
                  </a:lnTo>
                  <a:lnTo>
                    <a:pt x="1297" y="367"/>
                  </a:lnTo>
                  <a:lnTo>
                    <a:pt x="390" y="1577"/>
                  </a:lnTo>
                  <a:lnTo>
                    <a:pt x="0" y="1504"/>
                  </a:lnTo>
                  <a:lnTo>
                    <a:pt x="120" y="1082"/>
                  </a:lnTo>
                  <a:lnTo>
                    <a:pt x="307" y="685"/>
                  </a:lnTo>
                  <a:lnTo>
                    <a:pt x="521" y="389"/>
                  </a:lnTo>
                  <a:lnTo>
                    <a:pt x="719" y="275"/>
                  </a:lnTo>
                  <a:lnTo>
                    <a:pt x="1353" y="30"/>
                  </a:lnTo>
                  <a:lnTo>
                    <a:pt x="1653" y="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4"/>
            <p:cNvSpPr/>
            <p:nvPr/>
          </p:nvSpPr>
          <p:spPr>
            <a:xfrm>
              <a:off x="2377993" y="3050012"/>
              <a:ext cx="2022" cy="2040"/>
            </a:xfrm>
            <a:custGeom>
              <a:avLst/>
              <a:pathLst>
                <a:path w="2022" h="2040">
                  <a:moveTo>
                    <a:pt x="1021" y="1589"/>
                  </a:moveTo>
                  <a:lnTo>
                    <a:pt x="445" y="2040"/>
                  </a:lnTo>
                  <a:lnTo>
                    <a:pt x="0" y="1866"/>
                  </a:lnTo>
                  <a:lnTo>
                    <a:pt x="1011" y="639"/>
                  </a:lnTo>
                  <a:lnTo>
                    <a:pt x="1271" y="225"/>
                  </a:lnTo>
                  <a:lnTo>
                    <a:pt x="1493" y="2"/>
                  </a:lnTo>
                  <a:lnTo>
                    <a:pt x="1725" y="0"/>
                  </a:lnTo>
                  <a:lnTo>
                    <a:pt x="2022" y="253"/>
                  </a:lnTo>
                  <a:lnTo>
                    <a:pt x="2022" y="438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5"/>
            <p:cNvSpPr/>
            <p:nvPr/>
          </p:nvSpPr>
          <p:spPr>
            <a:xfrm>
              <a:off x="3767689" y="2580290"/>
              <a:ext cx="22746" cy="19553"/>
            </a:xfrm>
            <a:custGeom>
              <a:avLst/>
              <a:pathLst>
                <a:path w="22746" h="19553">
                  <a:moveTo>
                    <a:pt x="15940" y="17635"/>
                  </a:moveTo>
                  <a:lnTo>
                    <a:pt x="15462" y="17885"/>
                  </a:lnTo>
                  <a:lnTo>
                    <a:pt x="14692" y="17038"/>
                  </a:lnTo>
                  <a:lnTo>
                    <a:pt x="14236" y="16797"/>
                  </a:lnTo>
                  <a:lnTo>
                    <a:pt x="13812" y="17577"/>
                  </a:lnTo>
                  <a:lnTo>
                    <a:pt x="13321" y="18139"/>
                  </a:lnTo>
                  <a:lnTo>
                    <a:pt x="12885" y="18388"/>
                  </a:lnTo>
                  <a:lnTo>
                    <a:pt x="12501" y="18460"/>
                  </a:lnTo>
                  <a:lnTo>
                    <a:pt x="11879" y="19035"/>
                  </a:lnTo>
                  <a:lnTo>
                    <a:pt x="11127" y="18890"/>
                  </a:lnTo>
                  <a:lnTo>
                    <a:pt x="10032" y="18420"/>
                  </a:lnTo>
                  <a:lnTo>
                    <a:pt x="9416" y="19553"/>
                  </a:lnTo>
                  <a:lnTo>
                    <a:pt x="9269" y="19417"/>
                  </a:lnTo>
                  <a:lnTo>
                    <a:pt x="9171" y="16566"/>
                  </a:lnTo>
                  <a:lnTo>
                    <a:pt x="8780" y="15399"/>
                  </a:lnTo>
                  <a:lnTo>
                    <a:pt x="8281" y="14755"/>
                  </a:lnTo>
                  <a:lnTo>
                    <a:pt x="7562" y="15024"/>
                  </a:lnTo>
                  <a:lnTo>
                    <a:pt x="6609" y="14926"/>
                  </a:lnTo>
                  <a:lnTo>
                    <a:pt x="5902" y="14446"/>
                  </a:lnTo>
                  <a:lnTo>
                    <a:pt x="4502" y="15243"/>
                  </a:lnTo>
                  <a:lnTo>
                    <a:pt x="3371" y="16123"/>
                  </a:lnTo>
                  <a:lnTo>
                    <a:pt x="2552" y="16967"/>
                  </a:lnTo>
                  <a:lnTo>
                    <a:pt x="1934" y="16921"/>
                  </a:lnTo>
                  <a:lnTo>
                    <a:pt x="880" y="16142"/>
                  </a:lnTo>
                  <a:lnTo>
                    <a:pt x="92" y="15268"/>
                  </a:lnTo>
                  <a:lnTo>
                    <a:pt x="0" y="14509"/>
                  </a:lnTo>
                  <a:lnTo>
                    <a:pt x="736" y="14848"/>
                  </a:lnTo>
                  <a:lnTo>
                    <a:pt x="2063" y="14227"/>
                  </a:lnTo>
                  <a:lnTo>
                    <a:pt x="2636" y="11346"/>
                  </a:lnTo>
                  <a:lnTo>
                    <a:pt x="2824" y="8026"/>
                  </a:lnTo>
                  <a:lnTo>
                    <a:pt x="5068" y="8978"/>
                  </a:lnTo>
                  <a:lnTo>
                    <a:pt x="7343" y="9472"/>
                  </a:lnTo>
                  <a:lnTo>
                    <a:pt x="9206" y="9638"/>
                  </a:lnTo>
                  <a:lnTo>
                    <a:pt x="11043" y="9098"/>
                  </a:lnTo>
                  <a:lnTo>
                    <a:pt x="16668" y="5557"/>
                  </a:lnTo>
                  <a:lnTo>
                    <a:pt x="18260" y="3438"/>
                  </a:lnTo>
                  <a:lnTo>
                    <a:pt x="19245" y="2721"/>
                  </a:lnTo>
                  <a:lnTo>
                    <a:pt x="20958" y="968"/>
                  </a:lnTo>
                  <a:lnTo>
                    <a:pt x="22746" y="0"/>
                  </a:lnTo>
                  <a:lnTo>
                    <a:pt x="21600" y="2025"/>
                  </a:lnTo>
                  <a:lnTo>
                    <a:pt x="15169" y="10933"/>
                  </a:lnTo>
                  <a:lnTo>
                    <a:pt x="14748" y="13582"/>
                  </a:lnTo>
                  <a:lnTo>
                    <a:pt x="15036" y="15415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6"/>
            <p:cNvSpPr/>
            <p:nvPr/>
          </p:nvSpPr>
          <p:spPr>
            <a:xfrm>
              <a:off x="3762609" y="2594456"/>
              <a:ext cx="21585" cy="18116"/>
            </a:xfrm>
            <a:custGeom>
              <a:avLst/>
              <a:pathLst>
                <a:path w="21585" h="18116">
                  <a:moveTo>
                    <a:pt x="5080" y="343"/>
                  </a:moveTo>
                  <a:lnTo>
                    <a:pt x="5173" y="1102"/>
                  </a:lnTo>
                  <a:lnTo>
                    <a:pt x="5961" y="1976"/>
                  </a:lnTo>
                  <a:lnTo>
                    <a:pt x="7014" y="2755"/>
                  </a:lnTo>
                  <a:lnTo>
                    <a:pt x="7632" y="2802"/>
                  </a:lnTo>
                  <a:lnTo>
                    <a:pt x="8452" y="1957"/>
                  </a:lnTo>
                  <a:lnTo>
                    <a:pt x="9582" y="1077"/>
                  </a:lnTo>
                  <a:lnTo>
                    <a:pt x="10982" y="281"/>
                  </a:lnTo>
                  <a:lnTo>
                    <a:pt x="11690" y="760"/>
                  </a:lnTo>
                  <a:lnTo>
                    <a:pt x="12643" y="858"/>
                  </a:lnTo>
                  <a:lnTo>
                    <a:pt x="13361" y="590"/>
                  </a:lnTo>
                  <a:lnTo>
                    <a:pt x="13860" y="1233"/>
                  </a:lnTo>
                  <a:lnTo>
                    <a:pt x="14252" y="2400"/>
                  </a:lnTo>
                  <a:lnTo>
                    <a:pt x="14349" y="5251"/>
                  </a:lnTo>
                  <a:lnTo>
                    <a:pt x="14496" y="5387"/>
                  </a:lnTo>
                  <a:lnTo>
                    <a:pt x="15112" y="4254"/>
                  </a:lnTo>
                  <a:lnTo>
                    <a:pt x="16208" y="4725"/>
                  </a:lnTo>
                  <a:lnTo>
                    <a:pt x="16960" y="4869"/>
                  </a:lnTo>
                  <a:lnTo>
                    <a:pt x="17581" y="4295"/>
                  </a:lnTo>
                  <a:lnTo>
                    <a:pt x="17966" y="4223"/>
                  </a:lnTo>
                  <a:lnTo>
                    <a:pt x="18402" y="3973"/>
                  </a:lnTo>
                  <a:lnTo>
                    <a:pt x="18892" y="3412"/>
                  </a:lnTo>
                  <a:lnTo>
                    <a:pt x="19317" y="2631"/>
                  </a:lnTo>
                  <a:lnTo>
                    <a:pt x="19772" y="2872"/>
                  </a:lnTo>
                  <a:lnTo>
                    <a:pt x="20542" y="3719"/>
                  </a:lnTo>
                  <a:lnTo>
                    <a:pt x="21021" y="3469"/>
                  </a:lnTo>
                  <a:lnTo>
                    <a:pt x="21257" y="4051"/>
                  </a:lnTo>
                  <a:lnTo>
                    <a:pt x="21585" y="5741"/>
                  </a:lnTo>
                  <a:lnTo>
                    <a:pt x="20182" y="6240"/>
                  </a:lnTo>
                  <a:lnTo>
                    <a:pt x="18774" y="6404"/>
                  </a:lnTo>
                  <a:lnTo>
                    <a:pt x="17991" y="6188"/>
                  </a:lnTo>
                  <a:lnTo>
                    <a:pt x="17256" y="6287"/>
                  </a:lnTo>
                  <a:lnTo>
                    <a:pt x="14974" y="11116"/>
                  </a:lnTo>
                  <a:lnTo>
                    <a:pt x="13746" y="12758"/>
                  </a:lnTo>
                  <a:lnTo>
                    <a:pt x="12285" y="13738"/>
                  </a:lnTo>
                  <a:lnTo>
                    <a:pt x="10798" y="14320"/>
                  </a:lnTo>
                  <a:lnTo>
                    <a:pt x="10051" y="14393"/>
                  </a:lnTo>
                  <a:lnTo>
                    <a:pt x="9394" y="15006"/>
                  </a:lnTo>
                  <a:lnTo>
                    <a:pt x="8933" y="16126"/>
                  </a:lnTo>
                  <a:lnTo>
                    <a:pt x="8921" y="17217"/>
                  </a:lnTo>
                  <a:lnTo>
                    <a:pt x="8723" y="18116"/>
                  </a:lnTo>
                  <a:lnTo>
                    <a:pt x="7907" y="17930"/>
                  </a:lnTo>
                  <a:lnTo>
                    <a:pt x="7567" y="16168"/>
                  </a:lnTo>
                  <a:lnTo>
                    <a:pt x="6986" y="15410"/>
                  </a:lnTo>
                  <a:lnTo>
                    <a:pt x="5542" y="15804"/>
                  </a:lnTo>
                  <a:lnTo>
                    <a:pt x="4837" y="15758"/>
                  </a:lnTo>
                  <a:lnTo>
                    <a:pt x="2524" y="14077"/>
                  </a:lnTo>
                  <a:lnTo>
                    <a:pt x="1826" y="13392"/>
                  </a:lnTo>
                  <a:lnTo>
                    <a:pt x="1391" y="11956"/>
                  </a:lnTo>
                  <a:lnTo>
                    <a:pt x="200" y="6776"/>
                  </a:lnTo>
                  <a:lnTo>
                    <a:pt x="0" y="2946"/>
                  </a:lnTo>
                  <a:lnTo>
                    <a:pt x="1109" y="3925"/>
                  </a:lnTo>
                  <a:lnTo>
                    <a:pt x="2147" y="2738"/>
                  </a:lnTo>
                  <a:lnTo>
                    <a:pt x="3146" y="795"/>
                  </a:lnTo>
                  <a:lnTo>
                    <a:pt x="4335" y="0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7"/>
            <p:cNvSpPr/>
            <p:nvPr/>
          </p:nvSpPr>
          <p:spPr>
            <a:xfrm>
              <a:off x="3513206" y="2125952"/>
              <a:ext cx="83200" cy="72737"/>
            </a:xfrm>
            <a:custGeom>
              <a:avLst/>
              <a:pathLst>
                <a:path w="83200" h="72737">
                  <a:moveTo>
                    <a:pt x="33559" y="5283"/>
                  </a:moveTo>
                  <a:lnTo>
                    <a:pt x="34626" y="5212"/>
                  </a:lnTo>
                  <a:lnTo>
                    <a:pt x="35701" y="4468"/>
                  </a:lnTo>
                  <a:lnTo>
                    <a:pt x="35787" y="3266"/>
                  </a:lnTo>
                  <a:lnTo>
                    <a:pt x="35720" y="1015"/>
                  </a:lnTo>
                  <a:lnTo>
                    <a:pt x="35834" y="692"/>
                  </a:lnTo>
                  <a:lnTo>
                    <a:pt x="37466" y="1327"/>
                  </a:lnTo>
                  <a:lnTo>
                    <a:pt x="39102" y="2341"/>
                  </a:lnTo>
                  <a:lnTo>
                    <a:pt x="39330" y="4573"/>
                  </a:lnTo>
                  <a:lnTo>
                    <a:pt x="39769" y="5674"/>
                  </a:lnTo>
                  <a:lnTo>
                    <a:pt x="40285" y="6678"/>
                  </a:lnTo>
                  <a:lnTo>
                    <a:pt x="40781" y="7136"/>
                  </a:lnTo>
                  <a:lnTo>
                    <a:pt x="41637" y="7208"/>
                  </a:lnTo>
                  <a:lnTo>
                    <a:pt x="43858" y="8537"/>
                  </a:lnTo>
                  <a:lnTo>
                    <a:pt x="44927" y="8808"/>
                  </a:lnTo>
                  <a:lnTo>
                    <a:pt x="46021" y="9724"/>
                  </a:lnTo>
                  <a:lnTo>
                    <a:pt x="46943" y="10663"/>
                  </a:lnTo>
                  <a:lnTo>
                    <a:pt x="47616" y="10860"/>
                  </a:lnTo>
                  <a:lnTo>
                    <a:pt x="47928" y="11888"/>
                  </a:lnTo>
                  <a:lnTo>
                    <a:pt x="48340" y="12593"/>
                  </a:lnTo>
                  <a:lnTo>
                    <a:pt x="49071" y="12051"/>
                  </a:lnTo>
                  <a:lnTo>
                    <a:pt x="51734" y="11292"/>
                  </a:lnTo>
                  <a:lnTo>
                    <a:pt x="52693" y="12304"/>
                  </a:lnTo>
                  <a:lnTo>
                    <a:pt x="53341" y="13374"/>
                  </a:lnTo>
                  <a:lnTo>
                    <a:pt x="53431" y="13715"/>
                  </a:lnTo>
                  <a:lnTo>
                    <a:pt x="53092" y="14660"/>
                  </a:lnTo>
                  <a:lnTo>
                    <a:pt x="52929" y="15392"/>
                  </a:lnTo>
                  <a:lnTo>
                    <a:pt x="52652" y="15876"/>
                  </a:lnTo>
                  <a:lnTo>
                    <a:pt x="51738" y="16393"/>
                  </a:lnTo>
                  <a:lnTo>
                    <a:pt x="51222" y="17230"/>
                  </a:lnTo>
                  <a:lnTo>
                    <a:pt x="50847" y="18144"/>
                  </a:lnTo>
                  <a:lnTo>
                    <a:pt x="51099" y="19020"/>
                  </a:lnTo>
                  <a:lnTo>
                    <a:pt x="51846" y="19677"/>
                  </a:lnTo>
                  <a:lnTo>
                    <a:pt x="52375" y="19824"/>
                  </a:lnTo>
                  <a:lnTo>
                    <a:pt x="52576" y="20464"/>
                  </a:lnTo>
                  <a:lnTo>
                    <a:pt x="54268" y="23326"/>
                  </a:lnTo>
                  <a:lnTo>
                    <a:pt x="55614" y="27063"/>
                  </a:lnTo>
                  <a:lnTo>
                    <a:pt x="56138" y="27647"/>
                  </a:lnTo>
                  <a:lnTo>
                    <a:pt x="56631" y="27785"/>
                  </a:lnTo>
                  <a:lnTo>
                    <a:pt x="57201" y="27236"/>
                  </a:lnTo>
                  <a:lnTo>
                    <a:pt x="57859" y="26025"/>
                  </a:lnTo>
                  <a:lnTo>
                    <a:pt x="58639" y="25148"/>
                  </a:lnTo>
                  <a:lnTo>
                    <a:pt x="59299" y="24698"/>
                  </a:lnTo>
                  <a:lnTo>
                    <a:pt x="60463" y="23665"/>
                  </a:lnTo>
                  <a:lnTo>
                    <a:pt x="60509" y="22991"/>
                  </a:lnTo>
                  <a:lnTo>
                    <a:pt x="59539" y="20464"/>
                  </a:lnTo>
                  <a:lnTo>
                    <a:pt x="58976" y="18417"/>
                  </a:lnTo>
                  <a:lnTo>
                    <a:pt x="59111" y="18046"/>
                  </a:lnTo>
                  <a:lnTo>
                    <a:pt x="60354" y="18370"/>
                  </a:lnTo>
                  <a:lnTo>
                    <a:pt x="62466" y="19486"/>
                  </a:lnTo>
                  <a:lnTo>
                    <a:pt x="65715" y="23137"/>
                  </a:lnTo>
                  <a:lnTo>
                    <a:pt x="66296" y="23137"/>
                  </a:lnTo>
                  <a:lnTo>
                    <a:pt x="67435" y="22863"/>
                  </a:lnTo>
                  <a:lnTo>
                    <a:pt x="68670" y="22267"/>
                  </a:lnTo>
                  <a:lnTo>
                    <a:pt x="69257" y="21588"/>
                  </a:lnTo>
                  <a:lnTo>
                    <a:pt x="69477" y="21841"/>
                  </a:lnTo>
                  <a:lnTo>
                    <a:pt x="69666" y="23846"/>
                  </a:lnTo>
                  <a:lnTo>
                    <a:pt x="69343" y="24946"/>
                  </a:lnTo>
                  <a:lnTo>
                    <a:pt x="67864" y="26012"/>
                  </a:lnTo>
                  <a:lnTo>
                    <a:pt x="67949" y="26543"/>
                  </a:lnTo>
                  <a:lnTo>
                    <a:pt x="68329" y="27226"/>
                  </a:lnTo>
                  <a:lnTo>
                    <a:pt x="68995" y="27687"/>
                  </a:lnTo>
                  <a:lnTo>
                    <a:pt x="69804" y="28987"/>
                  </a:lnTo>
                  <a:lnTo>
                    <a:pt x="70361" y="30470"/>
                  </a:lnTo>
                  <a:lnTo>
                    <a:pt x="70849" y="31159"/>
                  </a:lnTo>
                  <a:lnTo>
                    <a:pt x="71386" y="31485"/>
                  </a:lnTo>
                  <a:lnTo>
                    <a:pt x="72731" y="30693"/>
                  </a:lnTo>
                  <a:lnTo>
                    <a:pt x="73112" y="30066"/>
                  </a:lnTo>
                  <a:lnTo>
                    <a:pt x="73280" y="29624"/>
                  </a:lnTo>
                  <a:lnTo>
                    <a:pt x="73542" y="29722"/>
                  </a:lnTo>
                  <a:lnTo>
                    <a:pt x="74013" y="30450"/>
                  </a:lnTo>
                  <a:lnTo>
                    <a:pt x="74155" y="30879"/>
                  </a:lnTo>
                  <a:lnTo>
                    <a:pt x="75464" y="31707"/>
                  </a:lnTo>
                  <a:lnTo>
                    <a:pt x="76217" y="32726"/>
                  </a:lnTo>
                  <a:lnTo>
                    <a:pt x="76698" y="33205"/>
                  </a:lnTo>
                  <a:lnTo>
                    <a:pt x="77231" y="32739"/>
                  </a:lnTo>
                  <a:lnTo>
                    <a:pt x="79301" y="33549"/>
                  </a:lnTo>
                  <a:lnTo>
                    <a:pt x="79871" y="34231"/>
                  </a:lnTo>
                  <a:lnTo>
                    <a:pt x="80053" y="35360"/>
                  </a:lnTo>
                  <a:lnTo>
                    <a:pt x="79950" y="36046"/>
                  </a:lnTo>
                  <a:lnTo>
                    <a:pt x="80269" y="37822"/>
                  </a:lnTo>
                  <a:lnTo>
                    <a:pt x="82888" y="42079"/>
                  </a:lnTo>
                  <a:lnTo>
                    <a:pt x="83164" y="44254"/>
                  </a:lnTo>
                  <a:lnTo>
                    <a:pt x="83200" y="45121"/>
                  </a:lnTo>
                  <a:lnTo>
                    <a:pt x="82890" y="45167"/>
                  </a:lnTo>
                  <a:lnTo>
                    <a:pt x="82182" y="45617"/>
                  </a:lnTo>
                  <a:lnTo>
                    <a:pt x="81275" y="45780"/>
                  </a:lnTo>
                  <a:lnTo>
                    <a:pt x="80291" y="45692"/>
                  </a:lnTo>
                  <a:lnTo>
                    <a:pt x="79527" y="46483"/>
                  </a:lnTo>
                  <a:lnTo>
                    <a:pt x="78806" y="47771"/>
                  </a:lnTo>
                  <a:lnTo>
                    <a:pt x="78062" y="48663"/>
                  </a:lnTo>
                  <a:lnTo>
                    <a:pt x="77658" y="49461"/>
                  </a:lnTo>
                  <a:lnTo>
                    <a:pt x="77433" y="50279"/>
                  </a:lnTo>
                  <a:lnTo>
                    <a:pt x="74917" y="52609"/>
                  </a:lnTo>
                  <a:lnTo>
                    <a:pt x="74567" y="53579"/>
                  </a:lnTo>
                  <a:lnTo>
                    <a:pt x="74288" y="54902"/>
                  </a:lnTo>
                  <a:lnTo>
                    <a:pt x="74170" y="56688"/>
                  </a:lnTo>
                  <a:lnTo>
                    <a:pt x="73991" y="58290"/>
                  </a:lnTo>
                  <a:lnTo>
                    <a:pt x="73559" y="59135"/>
                  </a:lnTo>
                  <a:lnTo>
                    <a:pt x="72199" y="59861"/>
                  </a:lnTo>
                  <a:lnTo>
                    <a:pt x="71861" y="60252"/>
                  </a:lnTo>
                  <a:lnTo>
                    <a:pt x="71607" y="61067"/>
                  </a:lnTo>
                  <a:lnTo>
                    <a:pt x="70844" y="62324"/>
                  </a:lnTo>
                  <a:lnTo>
                    <a:pt x="69951" y="63520"/>
                  </a:lnTo>
                  <a:lnTo>
                    <a:pt x="68308" y="64888"/>
                  </a:lnTo>
                  <a:lnTo>
                    <a:pt x="66547" y="65303"/>
                  </a:lnTo>
                  <a:lnTo>
                    <a:pt x="64255" y="64859"/>
                  </a:lnTo>
                  <a:lnTo>
                    <a:pt x="62917" y="64324"/>
                  </a:lnTo>
                  <a:lnTo>
                    <a:pt x="62265" y="64911"/>
                  </a:lnTo>
                  <a:lnTo>
                    <a:pt x="61372" y="66693"/>
                  </a:lnTo>
                  <a:lnTo>
                    <a:pt x="60409" y="69762"/>
                  </a:lnTo>
                  <a:lnTo>
                    <a:pt x="60013" y="72069"/>
                  </a:lnTo>
                  <a:lnTo>
                    <a:pt x="59707" y="71416"/>
                  </a:lnTo>
                  <a:lnTo>
                    <a:pt x="59156" y="68969"/>
                  </a:lnTo>
                  <a:lnTo>
                    <a:pt x="58533" y="68656"/>
                  </a:lnTo>
                  <a:lnTo>
                    <a:pt x="57685" y="68428"/>
                  </a:lnTo>
                  <a:lnTo>
                    <a:pt x="57046" y="68068"/>
                  </a:lnTo>
                  <a:lnTo>
                    <a:pt x="55667" y="66659"/>
                  </a:lnTo>
                  <a:lnTo>
                    <a:pt x="54959" y="66235"/>
                  </a:lnTo>
                  <a:lnTo>
                    <a:pt x="54149" y="66121"/>
                  </a:lnTo>
                  <a:lnTo>
                    <a:pt x="53370" y="66949"/>
                  </a:lnTo>
                  <a:lnTo>
                    <a:pt x="52784" y="67928"/>
                  </a:lnTo>
                  <a:lnTo>
                    <a:pt x="50958" y="67915"/>
                  </a:lnTo>
                  <a:lnTo>
                    <a:pt x="48957" y="67460"/>
                  </a:lnTo>
                  <a:lnTo>
                    <a:pt x="46094" y="64220"/>
                  </a:lnTo>
                  <a:lnTo>
                    <a:pt x="45352" y="64191"/>
                  </a:lnTo>
                  <a:lnTo>
                    <a:pt x="44559" y="64338"/>
                  </a:lnTo>
                  <a:lnTo>
                    <a:pt x="43308" y="63572"/>
                  </a:lnTo>
                  <a:lnTo>
                    <a:pt x="40884" y="61474"/>
                  </a:lnTo>
                  <a:lnTo>
                    <a:pt x="39748" y="60982"/>
                  </a:lnTo>
                  <a:lnTo>
                    <a:pt x="39030" y="61282"/>
                  </a:lnTo>
                  <a:lnTo>
                    <a:pt x="38375" y="61747"/>
                  </a:lnTo>
                  <a:lnTo>
                    <a:pt x="37907" y="61801"/>
                  </a:lnTo>
                  <a:lnTo>
                    <a:pt x="37636" y="61120"/>
                  </a:lnTo>
                  <a:lnTo>
                    <a:pt x="36736" y="60278"/>
                  </a:lnTo>
                  <a:lnTo>
                    <a:pt x="35831" y="60181"/>
                  </a:lnTo>
                  <a:lnTo>
                    <a:pt x="35568" y="60689"/>
                  </a:lnTo>
                  <a:lnTo>
                    <a:pt x="35262" y="65305"/>
                  </a:lnTo>
                  <a:lnTo>
                    <a:pt x="34956" y="66970"/>
                  </a:lnTo>
                  <a:lnTo>
                    <a:pt x="33713" y="66892"/>
                  </a:lnTo>
                  <a:lnTo>
                    <a:pt x="33270" y="67679"/>
                  </a:lnTo>
                  <a:lnTo>
                    <a:pt x="32291" y="69909"/>
                  </a:lnTo>
                  <a:lnTo>
                    <a:pt x="32102" y="72057"/>
                  </a:lnTo>
                  <a:lnTo>
                    <a:pt x="30407" y="71640"/>
                  </a:lnTo>
                  <a:lnTo>
                    <a:pt x="29602" y="71279"/>
                  </a:lnTo>
                  <a:lnTo>
                    <a:pt x="28891" y="71554"/>
                  </a:lnTo>
                  <a:lnTo>
                    <a:pt x="28108" y="72737"/>
                  </a:lnTo>
                  <a:lnTo>
                    <a:pt x="25914" y="72667"/>
                  </a:lnTo>
                  <a:lnTo>
                    <a:pt x="24178" y="71960"/>
                  </a:lnTo>
                  <a:lnTo>
                    <a:pt x="23433" y="69303"/>
                  </a:lnTo>
                  <a:lnTo>
                    <a:pt x="22638" y="68251"/>
                  </a:lnTo>
                  <a:lnTo>
                    <a:pt x="21636" y="67310"/>
                  </a:lnTo>
                  <a:lnTo>
                    <a:pt x="21286" y="67101"/>
                  </a:lnTo>
                  <a:lnTo>
                    <a:pt x="20733" y="65652"/>
                  </a:lnTo>
                  <a:lnTo>
                    <a:pt x="19684" y="63857"/>
                  </a:lnTo>
                  <a:lnTo>
                    <a:pt x="17990" y="61406"/>
                  </a:lnTo>
                  <a:lnTo>
                    <a:pt x="16670" y="61527"/>
                  </a:lnTo>
                  <a:lnTo>
                    <a:pt x="16182" y="60877"/>
                  </a:lnTo>
                  <a:lnTo>
                    <a:pt x="15967" y="59975"/>
                  </a:lnTo>
                  <a:lnTo>
                    <a:pt x="15416" y="58418"/>
                  </a:lnTo>
                  <a:lnTo>
                    <a:pt x="14795" y="57334"/>
                  </a:lnTo>
                  <a:lnTo>
                    <a:pt x="14043" y="56915"/>
                  </a:lnTo>
                  <a:lnTo>
                    <a:pt x="12966" y="55535"/>
                  </a:lnTo>
                  <a:lnTo>
                    <a:pt x="11525" y="52528"/>
                  </a:lnTo>
                  <a:lnTo>
                    <a:pt x="10204" y="50449"/>
                  </a:lnTo>
                  <a:lnTo>
                    <a:pt x="8929" y="50482"/>
                  </a:lnTo>
                  <a:lnTo>
                    <a:pt x="8120" y="49393"/>
                  </a:lnTo>
                  <a:lnTo>
                    <a:pt x="7297" y="47966"/>
                  </a:lnTo>
                  <a:lnTo>
                    <a:pt x="6691" y="46585"/>
                  </a:lnTo>
                  <a:lnTo>
                    <a:pt x="5750" y="43228"/>
                  </a:lnTo>
                  <a:lnTo>
                    <a:pt x="5066" y="41312"/>
                  </a:lnTo>
                  <a:lnTo>
                    <a:pt x="4532" y="40127"/>
                  </a:lnTo>
                  <a:lnTo>
                    <a:pt x="3929" y="39140"/>
                  </a:lnTo>
                  <a:lnTo>
                    <a:pt x="3711" y="38358"/>
                  </a:lnTo>
                  <a:lnTo>
                    <a:pt x="4447" y="36571"/>
                  </a:lnTo>
                  <a:lnTo>
                    <a:pt x="4715" y="35686"/>
                  </a:lnTo>
                  <a:lnTo>
                    <a:pt x="5032" y="35007"/>
                  </a:lnTo>
                  <a:lnTo>
                    <a:pt x="5216" y="34287"/>
                  </a:lnTo>
                  <a:lnTo>
                    <a:pt x="5210" y="33744"/>
                  </a:lnTo>
                  <a:lnTo>
                    <a:pt x="4539" y="31980"/>
                  </a:lnTo>
                  <a:lnTo>
                    <a:pt x="3633" y="30707"/>
                  </a:lnTo>
                  <a:lnTo>
                    <a:pt x="2304" y="29414"/>
                  </a:lnTo>
                  <a:lnTo>
                    <a:pt x="1456" y="27784"/>
                  </a:lnTo>
                  <a:lnTo>
                    <a:pt x="1144" y="26291"/>
                  </a:lnTo>
                  <a:lnTo>
                    <a:pt x="1052" y="25470"/>
                  </a:lnTo>
                  <a:lnTo>
                    <a:pt x="469" y="24359"/>
                  </a:lnTo>
                  <a:lnTo>
                    <a:pt x="0" y="22730"/>
                  </a:lnTo>
                  <a:lnTo>
                    <a:pt x="1" y="21749"/>
                  </a:lnTo>
                  <a:lnTo>
                    <a:pt x="116" y="21476"/>
                  </a:lnTo>
                  <a:lnTo>
                    <a:pt x="556" y="21477"/>
                  </a:lnTo>
                  <a:lnTo>
                    <a:pt x="1049" y="22144"/>
                  </a:lnTo>
                  <a:lnTo>
                    <a:pt x="1744" y="23430"/>
                  </a:lnTo>
                  <a:lnTo>
                    <a:pt x="2314" y="25304"/>
                  </a:lnTo>
                  <a:lnTo>
                    <a:pt x="2664" y="24587"/>
                  </a:lnTo>
                  <a:lnTo>
                    <a:pt x="3317" y="22591"/>
                  </a:lnTo>
                  <a:lnTo>
                    <a:pt x="4477" y="20329"/>
                  </a:lnTo>
                  <a:lnTo>
                    <a:pt x="5667" y="19040"/>
                  </a:lnTo>
                  <a:lnTo>
                    <a:pt x="6735" y="18932"/>
                  </a:lnTo>
                  <a:lnTo>
                    <a:pt x="7609" y="18576"/>
                  </a:lnTo>
                  <a:lnTo>
                    <a:pt x="8337" y="17931"/>
                  </a:lnTo>
                  <a:lnTo>
                    <a:pt x="9606" y="18189"/>
                  </a:lnTo>
                  <a:lnTo>
                    <a:pt x="10524" y="18655"/>
                  </a:lnTo>
                  <a:lnTo>
                    <a:pt x="10822" y="18367"/>
                  </a:lnTo>
                  <a:lnTo>
                    <a:pt x="11196" y="17189"/>
                  </a:lnTo>
                  <a:lnTo>
                    <a:pt x="11434" y="16175"/>
                  </a:lnTo>
                  <a:lnTo>
                    <a:pt x="13467" y="15581"/>
                  </a:lnTo>
                  <a:lnTo>
                    <a:pt x="14165" y="13623"/>
                  </a:lnTo>
                  <a:lnTo>
                    <a:pt x="14558" y="13633"/>
                  </a:lnTo>
                  <a:lnTo>
                    <a:pt x="15009" y="13340"/>
                  </a:lnTo>
                  <a:lnTo>
                    <a:pt x="15440" y="12598"/>
                  </a:lnTo>
                  <a:lnTo>
                    <a:pt x="15854" y="12294"/>
                  </a:lnTo>
                  <a:lnTo>
                    <a:pt x="16182" y="12660"/>
                  </a:lnTo>
                  <a:lnTo>
                    <a:pt x="16614" y="12904"/>
                  </a:lnTo>
                  <a:lnTo>
                    <a:pt x="17063" y="12435"/>
                  </a:lnTo>
                  <a:lnTo>
                    <a:pt x="17730" y="10193"/>
                  </a:lnTo>
                  <a:lnTo>
                    <a:pt x="18102" y="9844"/>
                  </a:lnTo>
                  <a:lnTo>
                    <a:pt x="19887" y="9493"/>
                  </a:lnTo>
                  <a:lnTo>
                    <a:pt x="22320" y="8170"/>
                  </a:lnTo>
                  <a:lnTo>
                    <a:pt x="23552" y="6993"/>
                  </a:lnTo>
                  <a:lnTo>
                    <a:pt x="24762" y="6354"/>
                  </a:lnTo>
                  <a:lnTo>
                    <a:pt x="26061" y="5217"/>
                  </a:lnTo>
                  <a:lnTo>
                    <a:pt x="28126" y="4109"/>
                  </a:lnTo>
                  <a:lnTo>
                    <a:pt x="28224" y="3656"/>
                  </a:lnTo>
                  <a:lnTo>
                    <a:pt x="27266" y="2517"/>
                  </a:lnTo>
                  <a:lnTo>
                    <a:pt x="26945" y="1799"/>
                  </a:lnTo>
                  <a:lnTo>
                    <a:pt x="26729" y="1061"/>
                  </a:lnTo>
                  <a:lnTo>
                    <a:pt x="27066" y="245"/>
                  </a:lnTo>
                  <a:lnTo>
                    <a:pt x="27517" y="0"/>
                  </a:lnTo>
                  <a:lnTo>
                    <a:pt x="28104" y="340"/>
                  </a:lnTo>
                  <a:lnTo>
                    <a:pt x="29832" y="825"/>
                  </a:lnTo>
                  <a:lnTo>
                    <a:pt x="30306" y="1295"/>
                  </a:lnTo>
                  <a:lnTo>
                    <a:pt x="30478" y="2448"/>
                  </a:lnTo>
                  <a:lnTo>
                    <a:pt x="30917" y="3521"/>
                  </a:lnTo>
                  <a:lnTo>
                    <a:pt x="31270" y="3635"/>
                  </a:lnTo>
                  <a:lnTo>
                    <a:pt x="31143" y="5384"/>
                  </a:lnTo>
                  <a:lnTo>
                    <a:pt x="31694" y="6062"/>
                  </a:lnTo>
                  <a:lnTo>
                    <a:pt x="32498" y="6592"/>
                  </a:lnTo>
                  <a:lnTo>
                    <a:pt x="33030" y="6485"/>
                  </a:lnTo>
                  <a:lnTo>
                    <a:pt x="33412" y="5775"/>
                  </a:lnTo>
                  <a:close/>
                </a:path>
              </a:pathLst>
            </a:custGeom>
            <a:solidFill>
              <a:srgbClr val="ECF4E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8"/>
            <p:cNvSpPr/>
            <p:nvPr/>
          </p:nvSpPr>
          <p:spPr>
            <a:xfrm>
              <a:off x="3534562" y="2034662"/>
              <a:ext cx="4852" cy="7805"/>
            </a:xfrm>
            <a:custGeom>
              <a:avLst/>
              <a:pathLst>
                <a:path w="4852" h="7805">
                  <a:moveTo>
                    <a:pt x="4852" y="7579"/>
                  </a:moveTo>
                  <a:lnTo>
                    <a:pt x="4340" y="7472"/>
                  </a:lnTo>
                  <a:lnTo>
                    <a:pt x="2812" y="7805"/>
                  </a:lnTo>
                  <a:lnTo>
                    <a:pt x="1300" y="7333"/>
                  </a:lnTo>
                  <a:lnTo>
                    <a:pt x="1008" y="5563"/>
                  </a:lnTo>
                  <a:lnTo>
                    <a:pt x="1249" y="3859"/>
                  </a:lnTo>
                  <a:lnTo>
                    <a:pt x="642" y="2687"/>
                  </a:lnTo>
                  <a:lnTo>
                    <a:pt x="83" y="1999"/>
                  </a:lnTo>
                  <a:lnTo>
                    <a:pt x="0" y="1017"/>
                  </a:lnTo>
                  <a:lnTo>
                    <a:pt x="90" y="0"/>
                  </a:lnTo>
                  <a:lnTo>
                    <a:pt x="2695" y="2738"/>
                  </a:lnTo>
                  <a:lnTo>
                    <a:pt x="4825" y="5227"/>
                  </a:lnTo>
                  <a:lnTo>
                    <a:pt x="4662" y="6152"/>
                  </a:lnTo>
                  <a:close/>
                </a:path>
              </a:pathLst>
            </a:custGeom>
            <a:solidFill>
              <a:srgbClr val="F8FBF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69"/>
            <p:cNvSpPr/>
            <p:nvPr/>
          </p:nvSpPr>
          <p:spPr>
            <a:xfrm>
              <a:off x="3499903" y="2022660"/>
              <a:ext cx="3345" cy="3468"/>
            </a:xfrm>
            <a:custGeom>
              <a:avLst/>
              <a:pathLst>
                <a:path w="3345" h="3468">
                  <a:moveTo>
                    <a:pt x="3345" y="3410"/>
                  </a:moveTo>
                  <a:lnTo>
                    <a:pt x="1450" y="3468"/>
                  </a:lnTo>
                  <a:lnTo>
                    <a:pt x="727" y="2286"/>
                  </a:lnTo>
                  <a:lnTo>
                    <a:pt x="0" y="1986"/>
                  </a:lnTo>
                  <a:lnTo>
                    <a:pt x="391" y="529"/>
                  </a:lnTo>
                  <a:lnTo>
                    <a:pt x="903" y="0"/>
                  </a:lnTo>
                  <a:lnTo>
                    <a:pt x="2737" y="949"/>
                  </a:lnTo>
                  <a:lnTo>
                    <a:pt x="3313" y="2807"/>
                  </a:lnTo>
                  <a:close/>
                </a:path>
              </a:pathLst>
            </a:custGeom>
            <a:solidFill>
              <a:srgbClr val="F8FBF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0"/>
            <p:cNvSpPr/>
            <p:nvPr/>
          </p:nvSpPr>
          <p:spPr>
            <a:xfrm>
              <a:off x="3526367" y="2017757"/>
              <a:ext cx="7130" cy="13399"/>
            </a:xfrm>
            <a:custGeom>
              <a:avLst/>
              <a:pathLst>
                <a:path w="7130" h="13399">
                  <a:moveTo>
                    <a:pt x="6821" y="9355"/>
                  </a:moveTo>
                  <a:lnTo>
                    <a:pt x="7130" y="11343"/>
                  </a:lnTo>
                  <a:lnTo>
                    <a:pt x="6798" y="12356"/>
                  </a:lnTo>
                  <a:lnTo>
                    <a:pt x="5411" y="10671"/>
                  </a:lnTo>
                  <a:lnTo>
                    <a:pt x="4018" y="10694"/>
                  </a:lnTo>
                  <a:lnTo>
                    <a:pt x="3186" y="13289"/>
                  </a:lnTo>
                  <a:lnTo>
                    <a:pt x="2566" y="13399"/>
                  </a:lnTo>
                  <a:lnTo>
                    <a:pt x="415" y="11042"/>
                  </a:lnTo>
                  <a:lnTo>
                    <a:pt x="71" y="9892"/>
                  </a:lnTo>
                  <a:lnTo>
                    <a:pt x="0" y="8935"/>
                  </a:lnTo>
                  <a:lnTo>
                    <a:pt x="307" y="5624"/>
                  </a:lnTo>
                  <a:lnTo>
                    <a:pt x="250" y="4582"/>
                  </a:lnTo>
                  <a:lnTo>
                    <a:pt x="926" y="3444"/>
                  </a:lnTo>
                  <a:lnTo>
                    <a:pt x="1031" y="1799"/>
                  </a:lnTo>
                  <a:lnTo>
                    <a:pt x="2226" y="65"/>
                  </a:lnTo>
                  <a:lnTo>
                    <a:pt x="3287" y="0"/>
                  </a:lnTo>
                  <a:lnTo>
                    <a:pt x="3624" y="1468"/>
                  </a:lnTo>
                  <a:lnTo>
                    <a:pt x="4132" y="2480"/>
                  </a:lnTo>
                  <a:lnTo>
                    <a:pt x="5919" y="3614"/>
                  </a:lnTo>
                  <a:lnTo>
                    <a:pt x="6185" y="4129"/>
                  </a:lnTo>
                  <a:lnTo>
                    <a:pt x="6347" y="4842"/>
                  </a:lnTo>
                  <a:lnTo>
                    <a:pt x="5515" y="6238"/>
                  </a:lnTo>
                  <a:lnTo>
                    <a:pt x="5233" y="6954"/>
                  </a:lnTo>
                  <a:lnTo>
                    <a:pt x="5497" y="8101"/>
                  </a:lnTo>
                  <a:close/>
                </a:path>
              </a:pathLst>
            </a:custGeom>
            <a:solidFill>
              <a:srgbClr val="F8FBF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1"/>
            <p:cNvSpPr/>
            <p:nvPr/>
          </p:nvSpPr>
          <p:spPr>
            <a:xfrm>
              <a:off x="3467680" y="2015955"/>
              <a:ext cx="2313" cy="2131"/>
            </a:xfrm>
            <a:custGeom>
              <a:avLst/>
              <a:pathLst>
                <a:path w="2313" h="2131">
                  <a:moveTo>
                    <a:pt x="2313" y="1406"/>
                  </a:moveTo>
                  <a:lnTo>
                    <a:pt x="1832" y="2131"/>
                  </a:lnTo>
                  <a:lnTo>
                    <a:pt x="659" y="2045"/>
                  </a:lnTo>
                  <a:lnTo>
                    <a:pt x="0" y="1364"/>
                  </a:lnTo>
                  <a:lnTo>
                    <a:pt x="213" y="639"/>
                  </a:lnTo>
                  <a:lnTo>
                    <a:pt x="836" y="85"/>
                  </a:lnTo>
                  <a:lnTo>
                    <a:pt x="1352" y="0"/>
                  </a:lnTo>
                  <a:lnTo>
                    <a:pt x="2135" y="341"/>
                  </a:lnTo>
                  <a:close/>
                </a:path>
              </a:pathLst>
            </a:custGeom>
            <a:solidFill>
              <a:srgbClr val="F8FBF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2"/>
            <p:cNvSpPr/>
            <p:nvPr/>
          </p:nvSpPr>
          <p:spPr>
            <a:xfrm>
              <a:off x="3436301" y="2011729"/>
              <a:ext cx="113021" cy="225297"/>
            </a:xfrm>
            <a:custGeom>
              <a:avLst/>
              <a:pathLst>
                <a:path w="113021" h="225297">
                  <a:moveTo>
                    <a:pt x="47905" y="2298"/>
                  </a:moveTo>
                  <a:lnTo>
                    <a:pt x="47981" y="2840"/>
                  </a:lnTo>
                  <a:lnTo>
                    <a:pt x="49788" y="3625"/>
                  </a:lnTo>
                  <a:lnTo>
                    <a:pt x="50547" y="4876"/>
                  </a:lnTo>
                  <a:lnTo>
                    <a:pt x="51391" y="6778"/>
                  </a:lnTo>
                  <a:lnTo>
                    <a:pt x="51472" y="9515"/>
                  </a:lnTo>
                  <a:lnTo>
                    <a:pt x="50393" y="11484"/>
                  </a:lnTo>
                  <a:lnTo>
                    <a:pt x="49496" y="12731"/>
                  </a:lnTo>
                  <a:lnTo>
                    <a:pt x="52887" y="12259"/>
                  </a:lnTo>
                  <a:lnTo>
                    <a:pt x="53225" y="13389"/>
                  </a:lnTo>
                  <a:lnTo>
                    <a:pt x="53738" y="14608"/>
                  </a:lnTo>
                  <a:lnTo>
                    <a:pt x="55565" y="13740"/>
                  </a:lnTo>
                  <a:lnTo>
                    <a:pt x="60144" y="17347"/>
                  </a:lnTo>
                  <a:lnTo>
                    <a:pt x="62913" y="15591"/>
                  </a:lnTo>
                  <a:lnTo>
                    <a:pt x="63622" y="15488"/>
                  </a:lnTo>
                  <a:lnTo>
                    <a:pt x="64251" y="18403"/>
                  </a:lnTo>
                  <a:lnTo>
                    <a:pt x="63563" y="21339"/>
                  </a:lnTo>
                  <a:lnTo>
                    <a:pt x="61121" y="24471"/>
                  </a:lnTo>
                  <a:lnTo>
                    <a:pt x="61662" y="26402"/>
                  </a:lnTo>
                  <a:lnTo>
                    <a:pt x="62442" y="26830"/>
                  </a:lnTo>
                  <a:lnTo>
                    <a:pt x="64744" y="26420"/>
                  </a:lnTo>
                  <a:lnTo>
                    <a:pt x="68388" y="28328"/>
                  </a:lnTo>
                  <a:lnTo>
                    <a:pt x="69147" y="27733"/>
                  </a:lnTo>
                  <a:lnTo>
                    <a:pt x="72102" y="23337"/>
                  </a:lnTo>
                  <a:lnTo>
                    <a:pt x="73283" y="22394"/>
                  </a:lnTo>
                  <a:lnTo>
                    <a:pt x="77170" y="21718"/>
                  </a:lnTo>
                  <a:lnTo>
                    <a:pt x="77878" y="20017"/>
                  </a:lnTo>
                  <a:lnTo>
                    <a:pt x="79453" y="18306"/>
                  </a:lnTo>
                  <a:lnTo>
                    <a:pt x="80467" y="16438"/>
                  </a:lnTo>
                  <a:lnTo>
                    <a:pt x="82897" y="12881"/>
                  </a:lnTo>
                  <a:lnTo>
                    <a:pt x="85411" y="13522"/>
                  </a:lnTo>
                  <a:lnTo>
                    <a:pt x="86878" y="14203"/>
                  </a:lnTo>
                  <a:lnTo>
                    <a:pt x="88489" y="14546"/>
                  </a:lnTo>
                  <a:lnTo>
                    <a:pt x="89956" y="18338"/>
                  </a:lnTo>
                  <a:lnTo>
                    <a:pt x="93665" y="22529"/>
                  </a:lnTo>
                  <a:lnTo>
                    <a:pt x="97073" y="22164"/>
                  </a:lnTo>
                  <a:lnTo>
                    <a:pt x="98283" y="26129"/>
                  </a:lnTo>
                  <a:lnTo>
                    <a:pt x="98817" y="31025"/>
                  </a:lnTo>
                  <a:lnTo>
                    <a:pt x="99864" y="32561"/>
                  </a:lnTo>
                  <a:lnTo>
                    <a:pt x="100785" y="33564"/>
                  </a:lnTo>
                  <a:lnTo>
                    <a:pt x="103671" y="34681"/>
                  </a:lnTo>
                  <a:lnTo>
                    <a:pt x="103760" y="35346"/>
                  </a:lnTo>
                  <a:lnTo>
                    <a:pt x="103930" y="37780"/>
                  </a:lnTo>
                  <a:lnTo>
                    <a:pt x="104163" y="39798"/>
                  </a:lnTo>
                  <a:lnTo>
                    <a:pt x="105592" y="47864"/>
                  </a:lnTo>
                  <a:lnTo>
                    <a:pt x="105564" y="49836"/>
                  </a:lnTo>
                  <a:lnTo>
                    <a:pt x="105547" y="50360"/>
                  </a:lnTo>
                  <a:lnTo>
                    <a:pt x="105024" y="53121"/>
                  </a:lnTo>
                  <a:lnTo>
                    <a:pt x="104094" y="55450"/>
                  </a:lnTo>
                  <a:lnTo>
                    <a:pt x="102866" y="56763"/>
                  </a:lnTo>
                  <a:lnTo>
                    <a:pt x="102190" y="58225"/>
                  </a:lnTo>
                  <a:lnTo>
                    <a:pt x="102063" y="59839"/>
                  </a:lnTo>
                  <a:lnTo>
                    <a:pt x="103607" y="62667"/>
                  </a:lnTo>
                  <a:lnTo>
                    <a:pt x="106820" y="66713"/>
                  </a:lnTo>
                  <a:lnTo>
                    <a:pt x="108120" y="70173"/>
                  </a:lnTo>
                  <a:lnTo>
                    <a:pt x="107507" y="73051"/>
                  </a:lnTo>
                  <a:lnTo>
                    <a:pt x="107320" y="75162"/>
                  </a:lnTo>
                  <a:lnTo>
                    <a:pt x="107558" y="76507"/>
                  </a:lnTo>
                  <a:lnTo>
                    <a:pt x="108073" y="77586"/>
                  </a:lnTo>
                  <a:lnTo>
                    <a:pt x="108866" y="78403"/>
                  </a:lnTo>
                  <a:lnTo>
                    <a:pt x="109180" y="79659"/>
                  </a:lnTo>
                  <a:lnTo>
                    <a:pt x="109020" y="81356"/>
                  </a:lnTo>
                  <a:lnTo>
                    <a:pt x="109171" y="82533"/>
                  </a:lnTo>
                  <a:lnTo>
                    <a:pt x="109762" y="83372"/>
                  </a:lnTo>
                  <a:lnTo>
                    <a:pt x="109708" y="83698"/>
                  </a:lnTo>
                  <a:lnTo>
                    <a:pt x="109420" y="84878"/>
                  </a:lnTo>
                  <a:lnTo>
                    <a:pt x="109027" y="87031"/>
                  </a:lnTo>
                  <a:lnTo>
                    <a:pt x="108804" y="88602"/>
                  </a:lnTo>
                  <a:lnTo>
                    <a:pt x="107901" y="90743"/>
                  </a:lnTo>
                  <a:lnTo>
                    <a:pt x="108175" y="92562"/>
                  </a:lnTo>
                  <a:lnTo>
                    <a:pt x="108884" y="94708"/>
                  </a:lnTo>
                  <a:lnTo>
                    <a:pt x="109421" y="95786"/>
                  </a:lnTo>
                  <a:lnTo>
                    <a:pt x="109591" y="96807"/>
                  </a:lnTo>
                  <a:lnTo>
                    <a:pt x="109249" y="99237"/>
                  </a:lnTo>
                  <a:lnTo>
                    <a:pt x="109419" y="99859"/>
                  </a:lnTo>
                  <a:lnTo>
                    <a:pt x="111656" y="101648"/>
                  </a:lnTo>
                  <a:lnTo>
                    <a:pt x="112021" y="102475"/>
                  </a:lnTo>
                  <a:lnTo>
                    <a:pt x="112238" y="104195"/>
                  </a:lnTo>
                  <a:lnTo>
                    <a:pt x="113021" y="107871"/>
                  </a:lnTo>
                  <a:lnTo>
                    <a:pt x="112370" y="112528"/>
                  </a:lnTo>
                  <a:lnTo>
                    <a:pt x="111798" y="115081"/>
                  </a:lnTo>
                  <a:lnTo>
                    <a:pt x="110524" y="119132"/>
                  </a:lnTo>
                  <a:lnTo>
                    <a:pt x="110464" y="119506"/>
                  </a:lnTo>
                  <a:lnTo>
                    <a:pt x="110317" y="119998"/>
                  </a:lnTo>
                  <a:lnTo>
                    <a:pt x="109935" y="120708"/>
                  </a:lnTo>
                  <a:lnTo>
                    <a:pt x="109402" y="120814"/>
                  </a:lnTo>
                  <a:lnTo>
                    <a:pt x="108598" y="120285"/>
                  </a:lnTo>
                  <a:lnTo>
                    <a:pt x="108048" y="119607"/>
                  </a:lnTo>
                  <a:lnTo>
                    <a:pt x="108174" y="117858"/>
                  </a:lnTo>
                  <a:lnTo>
                    <a:pt x="107821" y="117744"/>
                  </a:lnTo>
                  <a:lnTo>
                    <a:pt x="107382" y="116671"/>
                  </a:lnTo>
                  <a:lnTo>
                    <a:pt x="107210" y="115518"/>
                  </a:lnTo>
                  <a:lnTo>
                    <a:pt x="106737" y="115047"/>
                  </a:lnTo>
                  <a:lnTo>
                    <a:pt x="105008" y="114563"/>
                  </a:lnTo>
                  <a:lnTo>
                    <a:pt x="104422" y="114222"/>
                  </a:lnTo>
                  <a:lnTo>
                    <a:pt x="103971" y="114467"/>
                  </a:lnTo>
                  <a:lnTo>
                    <a:pt x="103633" y="115284"/>
                  </a:lnTo>
                  <a:lnTo>
                    <a:pt x="103849" y="116021"/>
                  </a:lnTo>
                  <a:lnTo>
                    <a:pt x="104171" y="116740"/>
                  </a:lnTo>
                  <a:lnTo>
                    <a:pt x="105129" y="117878"/>
                  </a:lnTo>
                  <a:lnTo>
                    <a:pt x="105030" y="118331"/>
                  </a:lnTo>
                  <a:lnTo>
                    <a:pt x="102966" y="119439"/>
                  </a:lnTo>
                  <a:lnTo>
                    <a:pt x="101667" y="120576"/>
                  </a:lnTo>
                  <a:lnTo>
                    <a:pt x="100457" y="121215"/>
                  </a:lnTo>
                  <a:lnTo>
                    <a:pt x="99224" y="122393"/>
                  </a:lnTo>
                  <a:lnTo>
                    <a:pt x="96791" y="123716"/>
                  </a:lnTo>
                  <a:lnTo>
                    <a:pt x="95006" y="124067"/>
                  </a:lnTo>
                  <a:lnTo>
                    <a:pt x="94634" y="124416"/>
                  </a:lnTo>
                  <a:lnTo>
                    <a:pt x="93968" y="126658"/>
                  </a:lnTo>
                  <a:lnTo>
                    <a:pt x="93518" y="127127"/>
                  </a:lnTo>
                  <a:lnTo>
                    <a:pt x="93087" y="126883"/>
                  </a:lnTo>
                  <a:lnTo>
                    <a:pt x="92759" y="126516"/>
                  </a:lnTo>
                  <a:lnTo>
                    <a:pt x="92344" y="126821"/>
                  </a:lnTo>
                  <a:lnTo>
                    <a:pt x="91913" y="127563"/>
                  </a:lnTo>
                  <a:lnTo>
                    <a:pt x="91462" y="127855"/>
                  </a:lnTo>
                  <a:lnTo>
                    <a:pt x="91070" y="127845"/>
                  </a:lnTo>
                  <a:lnTo>
                    <a:pt x="90372" y="129803"/>
                  </a:lnTo>
                  <a:lnTo>
                    <a:pt x="88339" y="130398"/>
                  </a:lnTo>
                  <a:lnTo>
                    <a:pt x="88100" y="131412"/>
                  </a:lnTo>
                  <a:lnTo>
                    <a:pt x="87727" y="132589"/>
                  </a:lnTo>
                  <a:lnTo>
                    <a:pt x="87429" y="132878"/>
                  </a:lnTo>
                  <a:lnTo>
                    <a:pt x="86511" y="132412"/>
                  </a:lnTo>
                  <a:lnTo>
                    <a:pt x="85242" y="132154"/>
                  </a:lnTo>
                  <a:lnTo>
                    <a:pt x="84514" y="132799"/>
                  </a:lnTo>
                  <a:lnTo>
                    <a:pt x="83639" y="133155"/>
                  </a:lnTo>
                  <a:lnTo>
                    <a:pt x="82571" y="133263"/>
                  </a:lnTo>
                  <a:lnTo>
                    <a:pt x="81382" y="134552"/>
                  </a:lnTo>
                  <a:lnTo>
                    <a:pt x="80222" y="136814"/>
                  </a:lnTo>
                  <a:lnTo>
                    <a:pt x="79568" y="138809"/>
                  </a:lnTo>
                  <a:lnTo>
                    <a:pt x="79219" y="139526"/>
                  </a:lnTo>
                  <a:lnTo>
                    <a:pt x="78649" y="137652"/>
                  </a:lnTo>
                  <a:lnTo>
                    <a:pt x="77954" y="136367"/>
                  </a:lnTo>
                  <a:lnTo>
                    <a:pt x="77461" y="135700"/>
                  </a:lnTo>
                  <a:lnTo>
                    <a:pt x="77021" y="135699"/>
                  </a:lnTo>
                  <a:lnTo>
                    <a:pt x="76905" y="135971"/>
                  </a:lnTo>
                  <a:lnTo>
                    <a:pt x="76904" y="136952"/>
                  </a:lnTo>
                  <a:lnTo>
                    <a:pt x="77374" y="138581"/>
                  </a:lnTo>
                  <a:lnTo>
                    <a:pt x="77956" y="139692"/>
                  </a:lnTo>
                  <a:lnTo>
                    <a:pt x="78049" y="140513"/>
                  </a:lnTo>
                  <a:lnTo>
                    <a:pt x="78361" y="142007"/>
                  </a:lnTo>
                  <a:lnTo>
                    <a:pt x="79208" y="143637"/>
                  </a:lnTo>
                  <a:lnTo>
                    <a:pt x="80537" y="144930"/>
                  </a:lnTo>
                  <a:lnTo>
                    <a:pt x="81443" y="146202"/>
                  </a:lnTo>
                  <a:lnTo>
                    <a:pt x="82115" y="147967"/>
                  </a:lnTo>
                  <a:lnTo>
                    <a:pt x="82121" y="148509"/>
                  </a:lnTo>
                  <a:lnTo>
                    <a:pt x="81936" y="149229"/>
                  </a:lnTo>
                  <a:lnTo>
                    <a:pt x="81619" y="149909"/>
                  </a:lnTo>
                  <a:lnTo>
                    <a:pt x="81352" y="150793"/>
                  </a:lnTo>
                  <a:lnTo>
                    <a:pt x="80616" y="152581"/>
                  </a:lnTo>
                  <a:lnTo>
                    <a:pt x="80834" y="153363"/>
                  </a:lnTo>
                  <a:lnTo>
                    <a:pt x="81436" y="154350"/>
                  </a:lnTo>
                  <a:lnTo>
                    <a:pt x="81970" y="155535"/>
                  </a:lnTo>
                  <a:lnTo>
                    <a:pt x="82655" y="157451"/>
                  </a:lnTo>
                  <a:lnTo>
                    <a:pt x="83596" y="160808"/>
                  </a:lnTo>
                  <a:lnTo>
                    <a:pt x="84202" y="162189"/>
                  </a:lnTo>
                  <a:lnTo>
                    <a:pt x="85025" y="163616"/>
                  </a:lnTo>
                  <a:lnTo>
                    <a:pt x="85834" y="164705"/>
                  </a:lnTo>
                  <a:lnTo>
                    <a:pt x="87108" y="164672"/>
                  </a:lnTo>
                  <a:lnTo>
                    <a:pt x="88429" y="166751"/>
                  </a:lnTo>
                  <a:lnTo>
                    <a:pt x="89870" y="169758"/>
                  </a:lnTo>
                  <a:lnTo>
                    <a:pt x="90948" y="171137"/>
                  </a:lnTo>
                  <a:lnTo>
                    <a:pt x="91700" y="171557"/>
                  </a:lnTo>
                  <a:lnTo>
                    <a:pt x="92320" y="172641"/>
                  </a:lnTo>
                  <a:lnTo>
                    <a:pt x="92871" y="174197"/>
                  </a:lnTo>
                  <a:lnTo>
                    <a:pt x="93087" y="175099"/>
                  </a:lnTo>
                  <a:lnTo>
                    <a:pt x="93575" y="175750"/>
                  </a:lnTo>
                  <a:lnTo>
                    <a:pt x="94894" y="175629"/>
                  </a:lnTo>
                  <a:lnTo>
                    <a:pt x="96589" y="178080"/>
                  </a:lnTo>
                  <a:lnTo>
                    <a:pt x="97637" y="179875"/>
                  </a:lnTo>
                  <a:lnTo>
                    <a:pt x="98190" y="181324"/>
                  </a:lnTo>
                  <a:lnTo>
                    <a:pt x="98044" y="181898"/>
                  </a:lnTo>
                  <a:lnTo>
                    <a:pt x="97977" y="183703"/>
                  </a:lnTo>
                  <a:lnTo>
                    <a:pt x="97994" y="185616"/>
                  </a:lnTo>
                  <a:lnTo>
                    <a:pt x="97827" y="186627"/>
                  </a:lnTo>
                  <a:lnTo>
                    <a:pt x="97070" y="187959"/>
                  </a:lnTo>
                  <a:lnTo>
                    <a:pt x="96678" y="188243"/>
                  </a:lnTo>
                  <a:lnTo>
                    <a:pt x="96468" y="188530"/>
                  </a:lnTo>
                  <a:lnTo>
                    <a:pt x="94141" y="186793"/>
                  </a:lnTo>
                  <a:lnTo>
                    <a:pt x="93957" y="187089"/>
                  </a:lnTo>
                  <a:lnTo>
                    <a:pt x="93811" y="187304"/>
                  </a:lnTo>
                  <a:lnTo>
                    <a:pt x="93188" y="192340"/>
                  </a:lnTo>
                  <a:lnTo>
                    <a:pt x="92759" y="193308"/>
                  </a:lnTo>
                  <a:lnTo>
                    <a:pt x="92120" y="194198"/>
                  </a:lnTo>
                  <a:lnTo>
                    <a:pt x="90792" y="195065"/>
                  </a:lnTo>
                  <a:lnTo>
                    <a:pt x="89869" y="195418"/>
                  </a:lnTo>
                  <a:lnTo>
                    <a:pt x="89150" y="195857"/>
                  </a:lnTo>
                  <a:lnTo>
                    <a:pt x="86871" y="197967"/>
                  </a:lnTo>
                  <a:lnTo>
                    <a:pt x="85844" y="199233"/>
                  </a:lnTo>
                  <a:lnTo>
                    <a:pt x="85179" y="200825"/>
                  </a:lnTo>
                  <a:lnTo>
                    <a:pt x="85176" y="201741"/>
                  </a:lnTo>
                  <a:lnTo>
                    <a:pt x="86284" y="204435"/>
                  </a:lnTo>
                  <a:lnTo>
                    <a:pt x="87563" y="207218"/>
                  </a:lnTo>
                  <a:lnTo>
                    <a:pt x="87571" y="209666"/>
                  </a:lnTo>
                  <a:lnTo>
                    <a:pt x="87005" y="211497"/>
                  </a:lnTo>
                  <a:lnTo>
                    <a:pt x="86874" y="212204"/>
                  </a:lnTo>
                  <a:lnTo>
                    <a:pt x="87249" y="212471"/>
                  </a:lnTo>
                  <a:lnTo>
                    <a:pt x="87958" y="212572"/>
                  </a:lnTo>
                  <a:lnTo>
                    <a:pt x="88551" y="212888"/>
                  </a:lnTo>
                  <a:lnTo>
                    <a:pt x="88804" y="214177"/>
                  </a:lnTo>
                  <a:lnTo>
                    <a:pt x="88728" y="216422"/>
                  </a:lnTo>
                  <a:lnTo>
                    <a:pt x="88526" y="218524"/>
                  </a:lnTo>
                  <a:lnTo>
                    <a:pt x="88314" y="219408"/>
                  </a:lnTo>
                  <a:lnTo>
                    <a:pt x="87742" y="219479"/>
                  </a:lnTo>
                  <a:lnTo>
                    <a:pt x="86642" y="218570"/>
                  </a:lnTo>
                  <a:lnTo>
                    <a:pt x="85784" y="217514"/>
                  </a:lnTo>
                  <a:lnTo>
                    <a:pt x="85456" y="216865"/>
                  </a:lnTo>
                  <a:lnTo>
                    <a:pt x="85436" y="216089"/>
                  </a:lnTo>
                  <a:lnTo>
                    <a:pt x="85621" y="215598"/>
                  </a:lnTo>
                  <a:lnTo>
                    <a:pt x="85315" y="214641"/>
                  </a:lnTo>
                  <a:lnTo>
                    <a:pt x="84260" y="213757"/>
                  </a:lnTo>
                  <a:lnTo>
                    <a:pt x="83129" y="214142"/>
                  </a:lnTo>
                  <a:lnTo>
                    <a:pt x="82294" y="214738"/>
                  </a:lnTo>
                  <a:lnTo>
                    <a:pt x="81756" y="214703"/>
                  </a:lnTo>
                  <a:lnTo>
                    <a:pt x="81174" y="213852"/>
                  </a:lnTo>
                  <a:lnTo>
                    <a:pt x="80278" y="213200"/>
                  </a:lnTo>
                  <a:lnTo>
                    <a:pt x="79108" y="212770"/>
                  </a:lnTo>
                  <a:lnTo>
                    <a:pt x="78379" y="212311"/>
                  </a:lnTo>
                  <a:lnTo>
                    <a:pt x="78226" y="212582"/>
                  </a:lnTo>
                  <a:lnTo>
                    <a:pt x="78312" y="214425"/>
                  </a:lnTo>
                  <a:lnTo>
                    <a:pt x="78087" y="215228"/>
                  </a:lnTo>
                  <a:lnTo>
                    <a:pt x="72302" y="216293"/>
                  </a:lnTo>
                  <a:lnTo>
                    <a:pt x="70539" y="217290"/>
                  </a:lnTo>
                  <a:lnTo>
                    <a:pt x="69256" y="218580"/>
                  </a:lnTo>
                  <a:lnTo>
                    <a:pt x="68306" y="219140"/>
                  </a:lnTo>
                  <a:lnTo>
                    <a:pt x="68073" y="219935"/>
                  </a:lnTo>
                  <a:lnTo>
                    <a:pt x="67133" y="220980"/>
                  </a:lnTo>
                  <a:lnTo>
                    <a:pt x="66072" y="221313"/>
                  </a:lnTo>
                  <a:lnTo>
                    <a:pt x="65816" y="220971"/>
                  </a:lnTo>
                  <a:lnTo>
                    <a:pt x="65135" y="221453"/>
                  </a:lnTo>
                  <a:lnTo>
                    <a:pt x="63975" y="221919"/>
                  </a:lnTo>
                  <a:lnTo>
                    <a:pt x="63221" y="221770"/>
                  </a:lnTo>
                  <a:lnTo>
                    <a:pt x="62866" y="220926"/>
                  </a:lnTo>
                  <a:lnTo>
                    <a:pt x="62148" y="219633"/>
                  </a:lnTo>
                  <a:lnTo>
                    <a:pt x="61860" y="218737"/>
                  </a:lnTo>
                  <a:lnTo>
                    <a:pt x="61890" y="218163"/>
                  </a:lnTo>
                  <a:lnTo>
                    <a:pt x="60268" y="218048"/>
                  </a:lnTo>
                  <a:lnTo>
                    <a:pt x="59245" y="217365"/>
                  </a:lnTo>
                  <a:lnTo>
                    <a:pt x="57075" y="217525"/>
                  </a:lnTo>
                  <a:lnTo>
                    <a:pt x="56540" y="217237"/>
                  </a:lnTo>
                  <a:lnTo>
                    <a:pt x="56428" y="217547"/>
                  </a:lnTo>
                  <a:lnTo>
                    <a:pt x="56101" y="221213"/>
                  </a:lnTo>
                  <a:lnTo>
                    <a:pt x="55672" y="222718"/>
                  </a:lnTo>
                  <a:lnTo>
                    <a:pt x="54977" y="224274"/>
                  </a:lnTo>
                  <a:lnTo>
                    <a:pt x="54086" y="225139"/>
                  </a:lnTo>
                  <a:lnTo>
                    <a:pt x="53375" y="225297"/>
                  </a:lnTo>
                  <a:lnTo>
                    <a:pt x="53409" y="224162"/>
                  </a:lnTo>
                  <a:lnTo>
                    <a:pt x="53589" y="222796"/>
                  </a:lnTo>
                  <a:lnTo>
                    <a:pt x="53076" y="222476"/>
                  </a:lnTo>
                  <a:lnTo>
                    <a:pt x="52308" y="222318"/>
                  </a:lnTo>
                  <a:lnTo>
                    <a:pt x="51935" y="221912"/>
                  </a:lnTo>
                  <a:lnTo>
                    <a:pt x="52033" y="220873"/>
                  </a:lnTo>
                  <a:lnTo>
                    <a:pt x="51856" y="220265"/>
                  </a:lnTo>
                  <a:lnTo>
                    <a:pt x="51538" y="219541"/>
                  </a:lnTo>
                  <a:lnTo>
                    <a:pt x="50766" y="218603"/>
                  </a:lnTo>
                  <a:lnTo>
                    <a:pt x="49132" y="217215"/>
                  </a:lnTo>
                  <a:lnTo>
                    <a:pt x="48019" y="216529"/>
                  </a:lnTo>
                  <a:lnTo>
                    <a:pt x="47602" y="217260"/>
                  </a:lnTo>
                  <a:lnTo>
                    <a:pt x="46805" y="217996"/>
                  </a:lnTo>
                  <a:lnTo>
                    <a:pt x="45551" y="217755"/>
                  </a:lnTo>
                  <a:lnTo>
                    <a:pt x="45243" y="218045"/>
                  </a:lnTo>
                  <a:lnTo>
                    <a:pt x="43096" y="215837"/>
                  </a:lnTo>
                  <a:lnTo>
                    <a:pt x="41033" y="213716"/>
                  </a:lnTo>
                  <a:lnTo>
                    <a:pt x="40351" y="213716"/>
                  </a:lnTo>
                  <a:lnTo>
                    <a:pt x="37311" y="214139"/>
                  </a:lnTo>
                  <a:lnTo>
                    <a:pt x="37223" y="213953"/>
                  </a:lnTo>
                  <a:lnTo>
                    <a:pt x="36694" y="212744"/>
                  </a:lnTo>
                  <a:lnTo>
                    <a:pt x="36224" y="212362"/>
                  </a:lnTo>
                  <a:lnTo>
                    <a:pt x="35940" y="212558"/>
                  </a:lnTo>
                  <a:lnTo>
                    <a:pt x="35751" y="212909"/>
                  </a:lnTo>
                  <a:lnTo>
                    <a:pt x="35425" y="212849"/>
                  </a:lnTo>
                  <a:lnTo>
                    <a:pt x="34062" y="210897"/>
                  </a:lnTo>
                  <a:lnTo>
                    <a:pt x="33504" y="210616"/>
                  </a:lnTo>
                  <a:lnTo>
                    <a:pt x="32729" y="210874"/>
                  </a:lnTo>
                  <a:lnTo>
                    <a:pt x="31814" y="211924"/>
                  </a:lnTo>
                  <a:lnTo>
                    <a:pt x="31415" y="213211"/>
                  </a:lnTo>
                  <a:lnTo>
                    <a:pt x="31537" y="213953"/>
                  </a:lnTo>
                  <a:lnTo>
                    <a:pt x="32012" y="214275"/>
                  </a:lnTo>
                  <a:lnTo>
                    <a:pt x="33253" y="214058"/>
                  </a:lnTo>
                  <a:lnTo>
                    <a:pt x="33435" y="214272"/>
                  </a:lnTo>
                  <a:lnTo>
                    <a:pt x="33477" y="214689"/>
                  </a:lnTo>
                  <a:lnTo>
                    <a:pt x="33341" y="215096"/>
                  </a:lnTo>
                  <a:lnTo>
                    <a:pt x="32331" y="215431"/>
                  </a:lnTo>
                  <a:lnTo>
                    <a:pt x="32040" y="215918"/>
                  </a:lnTo>
                  <a:lnTo>
                    <a:pt x="31744" y="216038"/>
                  </a:lnTo>
                  <a:lnTo>
                    <a:pt x="31555" y="216113"/>
                  </a:lnTo>
                  <a:lnTo>
                    <a:pt x="30483" y="215601"/>
                  </a:lnTo>
                  <a:lnTo>
                    <a:pt x="28884" y="215601"/>
                  </a:lnTo>
                  <a:lnTo>
                    <a:pt x="27594" y="216510"/>
                  </a:lnTo>
                  <a:lnTo>
                    <a:pt x="25537" y="216873"/>
                  </a:lnTo>
                  <a:lnTo>
                    <a:pt x="22711" y="216696"/>
                  </a:lnTo>
                  <a:lnTo>
                    <a:pt x="21694" y="216021"/>
                  </a:lnTo>
                  <a:lnTo>
                    <a:pt x="21075" y="215612"/>
                  </a:lnTo>
                  <a:lnTo>
                    <a:pt x="20630" y="213623"/>
                  </a:lnTo>
                  <a:lnTo>
                    <a:pt x="20743" y="210675"/>
                  </a:lnTo>
                  <a:lnTo>
                    <a:pt x="21418" y="206774"/>
                  </a:lnTo>
                  <a:lnTo>
                    <a:pt x="21606" y="203910"/>
                  </a:lnTo>
                  <a:lnTo>
                    <a:pt x="21306" y="202086"/>
                  </a:lnTo>
                  <a:lnTo>
                    <a:pt x="21706" y="199353"/>
                  </a:lnTo>
                  <a:lnTo>
                    <a:pt x="22805" y="195711"/>
                  </a:lnTo>
                  <a:lnTo>
                    <a:pt x="23539" y="191871"/>
                  </a:lnTo>
                  <a:lnTo>
                    <a:pt x="23905" y="187828"/>
                  </a:lnTo>
                  <a:lnTo>
                    <a:pt x="24438" y="185192"/>
                  </a:lnTo>
                  <a:lnTo>
                    <a:pt x="25484" y="183345"/>
                  </a:lnTo>
                  <a:lnTo>
                    <a:pt x="27968" y="178181"/>
                  </a:lnTo>
                  <a:lnTo>
                    <a:pt x="28169" y="177793"/>
                  </a:lnTo>
                  <a:lnTo>
                    <a:pt x="28102" y="175218"/>
                  </a:lnTo>
                  <a:lnTo>
                    <a:pt x="27433" y="174854"/>
                  </a:lnTo>
                  <a:lnTo>
                    <a:pt x="26453" y="174114"/>
                  </a:lnTo>
                  <a:lnTo>
                    <a:pt x="23960" y="173199"/>
                  </a:lnTo>
                  <a:lnTo>
                    <a:pt x="21636" y="172612"/>
                  </a:lnTo>
                  <a:lnTo>
                    <a:pt x="20582" y="171885"/>
                  </a:lnTo>
                  <a:lnTo>
                    <a:pt x="19658" y="169940"/>
                  </a:lnTo>
                  <a:lnTo>
                    <a:pt x="19085" y="169914"/>
                  </a:lnTo>
                  <a:lnTo>
                    <a:pt x="17965" y="170609"/>
                  </a:lnTo>
                  <a:lnTo>
                    <a:pt x="16564" y="171079"/>
                  </a:lnTo>
                  <a:lnTo>
                    <a:pt x="15546" y="170668"/>
                  </a:lnTo>
                  <a:lnTo>
                    <a:pt x="14909" y="170748"/>
                  </a:lnTo>
                  <a:lnTo>
                    <a:pt x="14551" y="171107"/>
                  </a:lnTo>
                  <a:lnTo>
                    <a:pt x="14371" y="170790"/>
                  </a:lnTo>
                  <a:lnTo>
                    <a:pt x="14116" y="169122"/>
                  </a:lnTo>
                  <a:lnTo>
                    <a:pt x="13583" y="168686"/>
                  </a:lnTo>
                  <a:lnTo>
                    <a:pt x="12755" y="168305"/>
                  </a:lnTo>
                  <a:lnTo>
                    <a:pt x="12241" y="168469"/>
                  </a:lnTo>
                  <a:lnTo>
                    <a:pt x="11885" y="169298"/>
                  </a:lnTo>
                  <a:lnTo>
                    <a:pt x="11337" y="169882"/>
                  </a:lnTo>
                  <a:lnTo>
                    <a:pt x="10833" y="169691"/>
                  </a:lnTo>
                  <a:lnTo>
                    <a:pt x="9256" y="165842"/>
                  </a:lnTo>
                  <a:lnTo>
                    <a:pt x="8849" y="164991"/>
                  </a:lnTo>
                  <a:lnTo>
                    <a:pt x="8746" y="164207"/>
                  </a:lnTo>
                  <a:lnTo>
                    <a:pt x="8351" y="162775"/>
                  </a:lnTo>
                  <a:lnTo>
                    <a:pt x="7411" y="161351"/>
                  </a:lnTo>
                  <a:lnTo>
                    <a:pt x="6474" y="160899"/>
                  </a:lnTo>
                  <a:lnTo>
                    <a:pt x="6007" y="161059"/>
                  </a:lnTo>
                  <a:lnTo>
                    <a:pt x="6057" y="159287"/>
                  </a:lnTo>
                  <a:lnTo>
                    <a:pt x="6426" y="156719"/>
                  </a:lnTo>
                  <a:lnTo>
                    <a:pt x="6777" y="155379"/>
                  </a:lnTo>
                  <a:lnTo>
                    <a:pt x="7244" y="154284"/>
                  </a:lnTo>
                  <a:lnTo>
                    <a:pt x="7740" y="153522"/>
                  </a:lnTo>
                  <a:lnTo>
                    <a:pt x="7850" y="152145"/>
                  </a:lnTo>
                  <a:lnTo>
                    <a:pt x="7771" y="150843"/>
                  </a:lnTo>
                  <a:lnTo>
                    <a:pt x="7199" y="150640"/>
                  </a:lnTo>
                  <a:lnTo>
                    <a:pt x="5763" y="149678"/>
                  </a:lnTo>
                  <a:lnTo>
                    <a:pt x="4917" y="148665"/>
                  </a:lnTo>
                  <a:lnTo>
                    <a:pt x="4286" y="147396"/>
                  </a:lnTo>
                  <a:lnTo>
                    <a:pt x="3463" y="145647"/>
                  </a:lnTo>
                  <a:lnTo>
                    <a:pt x="3112" y="143872"/>
                  </a:lnTo>
                  <a:lnTo>
                    <a:pt x="3094" y="142103"/>
                  </a:lnTo>
                  <a:lnTo>
                    <a:pt x="3195" y="141313"/>
                  </a:lnTo>
                  <a:lnTo>
                    <a:pt x="3254" y="140770"/>
                  </a:lnTo>
                  <a:lnTo>
                    <a:pt x="3918" y="138013"/>
                  </a:lnTo>
                  <a:lnTo>
                    <a:pt x="6255" y="135546"/>
                  </a:lnTo>
                  <a:lnTo>
                    <a:pt x="5998" y="133061"/>
                  </a:lnTo>
                  <a:lnTo>
                    <a:pt x="5965" y="131539"/>
                  </a:lnTo>
                  <a:lnTo>
                    <a:pt x="5397" y="130542"/>
                  </a:lnTo>
                  <a:lnTo>
                    <a:pt x="4263" y="130139"/>
                  </a:lnTo>
                  <a:lnTo>
                    <a:pt x="3963" y="129448"/>
                  </a:lnTo>
                  <a:lnTo>
                    <a:pt x="3836" y="128773"/>
                  </a:lnTo>
                  <a:lnTo>
                    <a:pt x="4669" y="127257"/>
                  </a:lnTo>
                  <a:lnTo>
                    <a:pt x="3664" y="126058"/>
                  </a:lnTo>
                  <a:lnTo>
                    <a:pt x="3231" y="124817"/>
                  </a:lnTo>
                  <a:lnTo>
                    <a:pt x="1831" y="123251"/>
                  </a:lnTo>
                  <a:lnTo>
                    <a:pt x="1683" y="122713"/>
                  </a:lnTo>
                  <a:lnTo>
                    <a:pt x="2355" y="118149"/>
                  </a:lnTo>
                  <a:lnTo>
                    <a:pt x="1842" y="116818"/>
                  </a:lnTo>
                  <a:lnTo>
                    <a:pt x="1203" y="116138"/>
                  </a:lnTo>
                  <a:lnTo>
                    <a:pt x="459" y="115805"/>
                  </a:lnTo>
                  <a:lnTo>
                    <a:pt x="119" y="115171"/>
                  </a:lnTo>
                  <a:lnTo>
                    <a:pt x="0" y="114449"/>
                  </a:lnTo>
                  <a:lnTo>
                    <a:pt x="133" y="114000"/>
                  </a:lnTo>
                  <a:lnTo>
                    <a:pt x="1008" y="114133"/>
                  </a:lnTo>
                  <a:lnTo>
                    <a:pt x="1277" y="113664"/>
                  </a:lnTo>
                  <a:lnTo>
                    <a:pt x="3362" y="110983"/>
                  </a:lnTo>
                  <a:lnTo>
                    <a:pt x="3447" y="110468"/>
                  </a:lnTo>
                  <a:lnTo>
                    <a:pt x="3157" y="110176"/>
                  </a:lnTo>
                  <a:lnTo>
                    <a:pt x="2775" y="110021"/>
                  </a:lnTo>
                  <a:lnTo>
                    <a:pt x="2681" y="109458"/>
                  </a:lnTo>
                  <a:lnTo>
                    <a:pt x="2694" y="108716"/>
                  </a:lnTo>
                  <a:lnTo>
                    <a:pt x="3809" y="104854"/>
                  </a:lnTo>
                  <a:lnTo>
                    <a:pt x="4138" y="103206"/>
                  </a:lnTo>
                  <a:lnTo>
                    <a:pt x="4211" y="102042"/>
                  </a:lnTo>
                  <a:lnTo>
                    <a:pt x="4142" y="100892"/>
                  </a:lnTo>
                  <a:lnTo>
                    <a:pt x="3505" y="99084"/>
                  </a:lnTo>
                  <a:lnTo>
                    <a:pt x="2882" y="97641"/>
                  </a:lnTo>
                  <a:lnTo>
                    <a:pt x="2860" y="96493"/>
                  </a:lnTo>
                  <a:lnTo>
                    <a:pt x="2408" y="95888"/>
                  </a:lnTo>
                  <a:lnTo>
                    <a:pt x="1123" y="92811"/>
                  </a:lnTo>
                  <a:lnTo>
                    <a:pt x="1125" y="91620"/>
                  </a:lnTo>
                  <a:lnTo>
                    <a:pt x="1852" y="90695"/>
                  </a:lnTo>
                  <a:lnTo>
                    <a:pt x="2866" y="90105"/>
                  </a:lnTo>
                  <a:lnTo>
                    <a:pt x="3204" y="89619"/>
                  </a:lnTo>
                  <a:lnTo>
                    <a:pt x="3812" y="89313"/>
                  </a:lnTo>
                  <a:lnTo>
                    <a:pt x="5423" y="90201"/>
                  </a:lnTo>
                  <a:lnTo>
                    <a:pt x="6147" y="90971"/>
                  </a:lnTo>
                  <a:lnTo>
                    <a:pt x="6350" y="90812"/>
                  </a:lnTo>
                  <a:lnTo>
                    <a:pt x="7002" y="89974"/>
                  </a:lnTo>
                  <a:lnTo>
                    <a:pt x="8145" y="90105"/>
                  </a:lnTo>
                  <a:lnTo>
                    <a:pt x="10911" y="88423"/>
                  </a:lnTo>
                  <a:lnTo>
                    <a:pt x="11323" y="87614"/>
                  </a:lnTo>
                  <a:lnTo>
                    <a:pt x="11634" y="86754"/>
                  </a:lnTo>
                  <a:lnTo>
                    <a:pt x="11660" y="86376"/>
                  </a:lnTo>
                  <a:lnTo>
                    <a:pt x="10588" y="84721"/>
                  </a:lnTo>
                  <a:lnTo>
                    <a:pt x="10556" y="84109"/>
                  </a:lnTo>
                  <a:lnTo>
                    <a:pt x="10698" y="83419"/>
                  </a:lnTo>
                  <a:lnTo>
                    <a:pt x="11000" y="82874"/>
                  </a:lnTo>
                  <a:lnTo>
                    <a:pt x="11634" y="82503"/>
                  </a:lnTo>
                  <a:lnTo>
                    <a:pt x="12309" y="81777"/>
                  </a:lnTo>
                  <a:lnTo>
                    <a:pt x="13817" y="79717"/>
                  </a:lnTo>
                  <a:lnTo>
                    <a:pt x="14340" y="77929"/>
                  </a:lnTo>
                  <a:lnTo>
                    <a:pt x="14500" y="75994"/>
                  </a:lnTo>
                  <a:lnTo>
                    <a:pt x="14531" y="74555"/>
                  </a:lnTo>
                  <a:lnTo>
                    <a:pt x="14120" y="73409"/>
                  </a:lnTo>
                  <a:lnTo>
                    <a:pt x="13705" y="72667"/>
                  </a:lnTo>
                  <a:lnTo>
                    <a:pt x="13136" y="72780"/>
                  </a:lnTo>
                  <a:lnTo>
                    <a:pt x="12031" y="72721"/>
                  </a:lnTo>
                  <a:lnTo>
                    <a:pt x="10998" y="72079"/>
                  </a:lnTo>
                  <a:lnTo>
                    <a:pt x="10432" y="71038"/>
                  </a:lnTo>
                  <a:lnTo>
                    <a:pt x="10292" y="70124"/>
                  </a:lnTo>
                  <a:lnTo>
                    <a:pt x="10549" y="69548"/>
                  </a:lnTo>
                  <a:lnTo>
                    <a:pt x="10627" y="68841"/>
                  </a:lnTo>
                  <a:lnTo>
                    <a:pt x="10462" y="68130"/>
                  </a:lnTo>
                  <a:lnTo>
                    <a:pt x="10528" y="67532"/>
                  </a:lnTo>
                  <a:lnTo>
                    <a:pt x="10993" y="67053"/>
                  </a:lnTo>
                  <a:lnTo>
                    <a:pt x="14260" y="67069"/>
                  </a:lnTo>
                  <a:lnTo>
                    <a:pt x="14505" y="66543"/>
                  </a:lnTo>
                  <a:lnTo>
                    <a:pt x="14725" y="63782"/>
                  </a:lnTo>
                  <a:lnTo>
                    <a:pt x="15542" y="59579"/>
                  </a:lnTo>
                  <a:lnTo>
                    <a:pt x="16312" y="57239"/>
                  </a:lnTo>
                  <a:lnTo>
                    <a:pt x="16441" y="56255"/>
                  </a:lnTo>
                  <a:lnTo>
                    <a:pt x="16429" y="50709"/>
                  </a:lnTo>
                  <a:lnTo>
                    <a:pt x="16532" y="47900"/>
                  </a:lnTo>
                  <a:lnTo>
                    <a:pt x="15974" y="46580"/>
                  </a:lnTo>
                  <a:lnTo>
                    <a:pt x="14755" y="45135"/>
                  </a:lnTo>
                  <a:lnTo>
                    <a:pt x="15015" y="42127"/>
                  </a:lnTo>
                  <a:lnTo>
                    <a:pt x="15419" y="39783"/>
                  </a:lnTo>
                  <a:lnTo>
                    <a:pt x="16645" y="36900"/>
                  </a:lnTo>
                  <a:lnTo>
                    <a:pt x="17617" y="36108"/>
                  </a:lnTo>
                  <a:lnTo>
                    <a:pt x="21862" y="35637"/>
                  </a:lnTo>
                  <a:lnTo>
                    <a:pt x="26552" y="35831"/>
                  </a:lnTo>
                  <a:lnTo>
                    <a:pt x="28499" y="40184"/>
                  </a:lnTo>
                  <a:lnTo>
                    <a:pt x="27776" y="42421"/>
                  </a:lnTo>
                  <a:lnTo>
                    <a:pt x="28915" y="43463"/>
                  </a:lnTo>
                  <a:lnTo>
                    <a:pt x="29463" y="43082"/>
                  </a:lnTo>
                  <a:lnTo>
                    <a:pt x="29880" y="41136"/>
                  </a:lnTo>
                  <a:lnTo>
                    <a:pt x="30159" y="38980"/>
                  </a:lnTo>
                  <a:lnTo>
                    <a:pt x="30557" y="38328"/>
                  </a:lnTo>
                  <a:lnTo>
                    <a:pt x="32007" y="39938"/>
                  </a:lnTo>
                  <a:lnTo>
                    <a:pt x="32517" y="41042"/>
                  </a:lnTo>
                  <a:lnTo>
                    <a:pt x="32548" y="44591"/>
                  </a:lnTo>
                  <a:lnTo>
                    <a:pt x="33082" y="39785"/>
                  </a:lnTo>
                  <a:lnTo>
                    <a:pt x="32684" y="36421"/>
                  </a:lnTo>
                  <a:lnTo>
                    <a:pt x="32958" y="33160"/>
                  </a:lnTo>
                  <a:lnTo>
                    <a:pt x="33540" y="31465"/>
                  </a:lnTo>
                  <a:lnTo>
                    <a:pt x="34075" y="30385"/>
                  </a:lnTo>
                  <a:lnTo>
                    <a:pt x="37515" y="31547"/>
                  </a:lnTo>
                  <a:lnTo>
                    <a:pt x="41314" y="30948"/>
                  </a:lnTo>
                  <a:lnTo>
                    <a:pt x="42750" y="32203"/>
                  </a:lnTo>
                  <a:lnTo>
                    <a:pt x="46000" y="38497"/>
                  </a:lnTo>
                  <a:lnTo>
                    <a:pt x="47084" y="39527"/>
                  </a:lnTo>
                  <a:lnTo>
                    <a:pt x="48451" y="39852"/>
                  </a:lnTo>
                  <a:lnTo>
                    <a:pt x="46567" y="38506"/>
                  </a:lnTo>
                  <a:lnTo>
                    <a:pt x="42627" y="30854"/>
                  </a:lnTo>
                  <a:lnTo>
                    <a:pt x="41448" y="29906"/>
                  </a:lnTo>
                  <a:lnTo>
                    <a:pt x="39636" y="29619"/>
                  </a:lnTo>
                  <a:lnTo>
                    <a:pt x="38507" y="28872"/>
                  </a:lnTo>
                  <a:lnTo>
                    <a:pt x="37795" y="27716"/>
                  </a:lnTo>
                  <a:lnTo>
                    <a:pt x="37587" y="26683"/>
                  </a:lnTo>
                  <a:lnTo>
                    <a:pt x="37625" y="18986"/>
                  </a:lnTo>
                  <a:lnTo>
                    <a:pt x="36945" y="17840"/>
                  </a:lnTo>
                  <a:lnTo>
                    <a:pt x="36067" y="17442"/>
                  </a:lnTo>
                  <a:lnTo>
                    <a:pt x="35520" y="17968"/>
                  </a:lnTo>
                  <a:lnTo>
                    <a:pt x="34396" y="17976"/>
                  </a:lnTo>
                  <a:lnTo>
                    <a:pt x="34159" y="16233"/>
                  </a:lnTo>
                  <a:lnTo>
                    <a:pt x="34434" y="14941"/>
                  </a:lnTo>
                  <a:lnTo>
                    <a:pt x="36694" y="14058"/>
                  </a:lnTo>
                  <a:lnTo>
                    <a:pt x="38183" y="12875"/>
                  </a:lnTo>
                  <a:lnTo>
                    <a:pt x="38249" y="10785"/>
                  </a:lnTo>
                  <a:lnTo>
                    <a:pt x="37308" y="9141"/>
                  </a:lnTo>
                  <a:lnTo>
                    <a:pt x="36181" y="6127"/>
                  </a:lnTo>
                  <a:lnTo>
                    <a:pt x="34857" y="3293"/>
                  </a:lnTo>
                  <a:lnTo>
                    <a:pt x="34714" y="0"/>
                  </a:lnTo>
                  <a:lnTo>
                    <a:pt x="37015" y="64"/>
                  </a:lnTo>
                  <a:lnTo>
                    <a:pt x="37579" y="189"/>
                  </a:lnTo>
                  <a:lnTo>
                    <a:pt x="41070" y="1732"/>
                  </a:lnTo>
                  <a:lnTo>
                    <a:pt x="41924" y="2816"/>
                  </a:lnTo>
                  <a:lnTo>
                    <a:pt x="42997" y="2866"/>
                  </a:lnTo>
                  <a:lnTo>
                    <a:pt x="44931" y="1858"/>
                  </a:lnTo>
                  <a:lnTo>
                    <a:pt x="46376" y="1415"/>
                  </a:lnTo>
                  <a:lnTo>
                    <a:pt x="46937" y="2037"/>
                  </a:lnTo>
                  <a:lnTo>
                    <a:pt x="47724" y="2298"/>
                  </a:lnTo>
                  <a:close/>
                </a:path>
              </a:pathLst>
            </a:custGeom>
            <a:solidFill>
              <a:srgbClr val="F8FBF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3"/>
            <p:cNvSpPr/>
            <p:nvPr/>
          </p:nvSpPr>
          <p:spPr>
            <a:xfrm>
              <a:off x="3466252" y="2007137"/>
              <a:ext cx="4256" cy="8617"/>
            </a:xfrm>
            <a:custGeom>
              <a:avLst/>
              <a:pathLst>
                <a:path w="4256" h="8617">
                  <a:moveTo>
                    <a:pt x="284" y="8030"/>
                  </a:moveTo>
                  <a:lnTo>
                    <a:pt x="0" y="8617"/>
                  </a:lnTo>
                  <a:lnTo>
                    <a:pt x="136" y="4445"/>
                  </a:lnTo>
                  <a:lnTo>
                    <a:pt x="1487" y="0"/>
                  </a:lnTo>
                  <a:lnTo>
                    <a:pt x="2058" y="99"/>
                  </a:lnTo>
                  <a:lnTo>
                    <a:pt x="1473" y="1300"/>
                  </a:lnTo>
                  <a:lnTo>
                    <a:pt x="1305" y="2141"/>
                  </a:lnTo>
                  <a:lnTo>
                    <a:pt x="1067" y="3822"/>
                  </a:lnTo>
                  <a:lnTo>
                    <a:pt x="1174" y="4694"/>
                  </a:lnTo>
                  <a:lnTo>
                    <a:pt x="4256" y="4934"/>
                  </a:lnTo>
                  <a:lnTo>
                    <a:pt x="3898" y="5713"/>
                  </a:lnTo>
                  <a:lnTo>
                    <a:pt x="773" y="6238"/>
                  </a:lnTo>
                  <a:close/>
                </a:path>
              </a:pathLst>
            </a:custGeom>
            <a:solidFill>
              <a:srgbClr val="F8FBF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4"/>
            <p:cNvSpPr/>
            <p:nvPr/>
          </p:nvSpPr>
          <p:spPr>
            <a:xfrm>
              <a:off x="3879389" y="3258543"/>
              <a:ext cx="20300" cy="52230"/>
            </a:xfrm>
            <a:custGeom>
              <a:avLst/>
              <a:pathLst>
                <a:path w="20300" h="52230">
                  <a:moveTo>
                    <a:pt x="18279" y="35718"/>
                  </a:moveTo>
                  <a:lnTo>
                    <a:pt x="17210" y="39680"/>
                  </a:lnTo>
                  <a:lnTo>
                    <a:pt x="15844" y="44744"/>
                  </a:lnTo>
                  <a:lnTo>
                    <a:pt x="14290" y="50507"/>
                  </a:lnTo>
                  <a:lnTo>
                    <a:pt x="13320" y="50547"/>
                  </a:lnTo>
                  <a:lnTo>
                    <a:pt x="12566" y="50213"/>
                  </a:lnTo>
                  <a:lnTo>
                    <a:pt x="12050" y="49234"/>
                  </a:lnTo>
                  <a:lnTo>
                    <a:pt x="10986" y="48173"/>
                  </a:lnTo>
                  <a:lnTo>
                    <a:pt x="9786" y="48100"/>
                  </a:lnTo>
                  <a:lnTo>
                    <a:pt x="8643" y="49096"/>
                  </a:lnTo>
                  <a:lnTo>
                    <a:pt x="6706" y="50332"/>
                  </a:lnTo>
                  <a:lnTo>
                    <a:pt x="4955" y="50735"/>
                  </a:lnTo>
                  <a:lnTo>
                    <a:pt x="3547" y="51422"/>
                  </a:lnTo>
                  <a:lnTo>
                    <a:pt x="2378" y="52230"/>
                  </a:lnTo>
                  <a:lnTo>
                    <a:pt x="1326" y="51793"/>
                  </a:lnTo>
                  <a:lnTo>
                    <a:pt x="414" y="51064"/>
                  </a:lnTo>
                  <a:lnTo>
                    <a:pt x="214" y="44938"/>
                  </a:lnTo>
                  <a:lnTo>
                    <a:pt x="0" y="38286"/>
                  </a:lnTo>
                  <a:lnTo>
                    <a:pt x="22" y="33079"/>
                  </a:lnTo>
                  <a:lnTo>
                    <a:pt x="345" y="30215"/>
                  </a:lnTo>
                  <a:lnTo>
                    <a:pt x="629" y="29100"/>
                  </a:lnTo>
                  <a:lnTo>
                    <a:pt x="2282" y="25138"/>
                  </a:lnTo>
                  <a:lnTo>
                    <a:pt x="2853" y="23528"/>
                  </a:lnTo>
                  <a:lnTo>
                    <a:pt x="4744" y="16974"/>
                  </a:lnTo>
                  <a:lnTo>
                    <a:pt x="6363" y="11356"/>
                  </a:lnTo>
                  <a:lnTo>
                    <a:pt x="7575" y="7156"/>
                  </a:lnTo>
                  <a:lnTo>
                    <a:pt x="7946" y="6329"/>
                  </a:lnTo>
                  <a:lnTo>
                    <a:pt x="8457" y="5533"/>
                  </a:lnTo>
                  <a:lnTo>
                    <a:pt x="8819" y="5761"/>
                  </a:lnTo>
                  <a:lnTo>
                    <a:pt x="11173" y="9811"/>
                  </a:lnTo>
                  <a:lnTo>
                    <a:pt x="11587" y="9700"/>
                  </a:lnTo>
                  <a:lnTo>
                    <a:pt x="12374" y="8443"/>
                  </a:lnTo>
                  <a:lnTo>
                    <a:pt x="13088" y="4114"/>
                  </a:lnTo>
                  <a:lnTo>
                    <a:pt x="13589" y="2535"/>
                  </a:lnTo>
                  <a:lnTo>
                    <a:pt x="13803" y="2579"/>
                  </a:lnTo>
                  <a:lnTo>
                    <a:pt x="15313" y="1367"/>
                  </a:lnTo>
                  <a:lnTo>
                    <a:pt x="16684" y="0"/>
                  </a:lnTo>
                  <a:lnTo>
                    <a:pt x="16858" y="1422"/>
                  </a:lnTo>
                  <a:lnTo>
                    <a:pt x="18929" y="7231"/>
                  </a:lnTo>
                  <a:lnTo>
                    <a:pt x="19606" y="10092"/>
                  </a:lnTo>
                  <a:lnTo>
                    <a:pt x="20300" y="15325"/>
                  </a:lnTo>
                  <a:lnTo>
                    <a:pt x="19936" y="18241"/>
                  </a:lnTo>
                  <a:lnTo>
                    <a:pt x="19399" y="20140"/>
                  </a:lnTo>
                  <a:lnTo>
                    <a:pt x="18601" y="21838"/>
                  </a:lnTo>
                  <a:lnTo>
                    <a:pt x="15836" y="25989"/>
                  </a:lnTo>
                  <a:lnTo>
                    <a:pt x="12763" y="28638"/>
                  </a:lnTo>
                  <a:lnTo>
                    <a:pt x="10802" y="33936"/>
                  </a:lnTo>
                  <a:lnTo>
                    <a:pt x="9342" y="33580"/>
                  </a:lnTo>
                  <a:lnTo>
                    <a:pt x="9564" y="35585"/>
                  </a:lnTo>
                  <a:lnTo>
                    <a:pt x="10108" y="35808"/>
                  </a:lnTo>
                  <a:lnTo>
                    <a:pt x="10958" y="35429"/>
                  </a:lnTo>
                  <a:lnTo>
                    <a:pt x="12649" y="33889"/>
                  </a:lnTo>
                  <a:lnTo>
                    <a:pt x="14152" y="33153"/>
                  </a:lnTo>
                  <a:lnTo>
                    <a:pt x="15771" y="33098"/>
                  </a:lnTo>
                  <a:lnTo>
                    <a:pt x="17239" y="33762"/>
                  </a:lnTo>
                  <a:close/>
                </a:path>
              </a:pathLst>
            </a:custGeom>
            <a:solidFill>
              <a:srgbClr val="CDE2C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5"/>
            <p:cNvSpPr/>
            <p:nvPr/>
          </p:nvSpPr>
          <p:spPr>
            <a:xfrm>
              <a:off x="2605354" y="3172127"/>
              <a:ext cx="2839" cy="11991"/>
            </a:xfrm>
            <a:custGeom>
              <a:avLst/>
              <a:pathLst>
                <a:path w="2839" h="11991">
                  <a:moveTo>
                    <a:pt x="2461" y="11349"/>
                  </a:moveTo>
                  <a:lnTo>
                    <a:pt x="1305" y="11991"/>
                  </a:lnTo>
                  <a:lnTo>
                    <a:pt x="807" y="6892"/>
                  </a:lnTo>
                  <a:lnTo>
                    <a:pt x="0" y="3190"/>
                  </a:lnTo>
                  <a:lnTo>
                    <a:pt x="138" y="875"/>
                  </a:lnTo>
                  <a:lnTo>
                    <a:pt x="284" y="0"/>
                  </a:lnTo>
                  <a:lnTo>
                    <a:pt x="1988" y="1419"/>
                  </a:lnTo>
                  <a:lnTo>
                    <a:pt x="2516" y="3143"/>
                  </a:lnTo>
                  <a:lnTo>
                    <a:pt x="2839" y="7681"/>
                  </a:lnTo>
                  <a:close/>
                </a:path>
              </a:pathLst>
            </a:custGeom>
            <a:solidFill>
              <a:srgbClr val="FFFEF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6"/>
            <p:cNvSpPr/>
            <p:nvPr/>
          </p:nvSpPr>
          <p:spPr>
            <a:xfrm>
              <a:off x="3500197" y="2010297"/>
              <a:ext cx="9012" cy="9542"/>
            </a:xfrm>
            <a:custGeom>
              <a:avLst/>
              <a:pathLst>
                <a:path w="9012" h="9542">
                  <a:moveTo>
                    <a:pt x="4021" y="1777"/>
                  </a:moveTo>
                  <a:lnTo>
                    <a:pt x="6204" y="3611"/>
                  </a:lnTo>
                  <a:lnTo>
                    <a:pt x="7682" y="3505"/>
                  </a:lnTo>
                  <a:lnTo>
                    <a:pt x="8687" y="4266"/>
                  </a:lnTo>
                  <a:lnTo>
                    <a:pt x="8927" y="5440"/>
                  </a:lnTo>
                  <a:lnTo>
                    <a:pt x="9012" y="8048"/>
                  </a:lnTo>
                  <a:lnTo>
                    <a:pt x="7956" y="8808"/>
                  </a:lnTo>
                  <a:lnTo>
                    <a:pt x="6791" y="8550"/>
                  </a:lnTo>
                  <a:lnTo>
                    <a:pt x="5205" y="9542"/>
                  </a:lnTo>
                  <a:lnTo>
                    <a:pt x="0" y="5280"/>
                  </a:lnTo>
                  <a:lnTo>
                    <a:pt x="75" y="1726"/>
                  </a:lnTo>
                  <a:lnTo>
                    <a:pt x="284" y="331"/>
                  </a:lnTo>
                  <a:lnTo>
                    <a:pt x="2751" y="0"/>
                  </a:lnTo>
                  <a:close/>
                </a:path>
              </a:pathLst>
            </a:custGeom>
            <a:solidFill>
              <a:srgbClr val="C2DDB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7"/>
            <p:cNvSpPr/>
            <p:nvPr/>
          </p:nvSpPr>
          <p:spPr>
            <a:xfrm>
              <a:off x="3489885" y="2009973"/>
              <a:ext cx="3763" cy="3710"/>
            </a:xfrm>
            <a:custGeom>
              <a:avLst/>
              <a:pathLst>
                <a:path w="3763" h="3710">
                  <a:moveTo>
                    <a:pt x="3510" y="3403"/>
                  </a:moveTo>
                  <a:lnTo>
                    <a:pt x="2682" y="3710"/>
                  </a:lnTo>
                  <a:lnTo>
                    <a:pt x="1735" y="3067"/>
                  </a:lnTo>
                  <a:lnTo>
                    <a:pt x="194" y="643"/>
                  </a:lnTo>
                  <a:lnTo>
                    <a:pt x="0" y="0"/>
                  </a:lnTo>
                  <a:lnTo>
                    <a:pt x="809" y="411"/>
                  </a:lnTo>
                  <a:lnTo>
                    <a:pt x="1814" y="1678"/>
                  </a:lnTo>
                  <a:lnTo>
                    <a:pt x="2637" y="1947"/>
                  </a:lnTo>
                  <a:lnTo>
                    <a:pt x="3763" y="3019"/>
                  </a:lnTo>
                  <a:close/>
                </a:path>
              </a:pathLst>
            </a:custGeom>
            <a:solidFill>
              <a:srgbClr val="C2DDB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8"/>
            <p:cNvSpPr/>
            <p:nvPr/>
          </p:nvSpPr>
          <p:spPr>
            <a:xfrm>
              <a:off x="3513565" y="2006978"/>
              <a:ext cx="5310" cy="5071"/>
            </a:xfrm>
            <a:custGeom>
              <a:avLst/>
              <a:pathLst>
                <a:path w="5310" h="5071">
                  <a:moveTo>
                    <a:pt x="5310" y="2905"/>
                  </a:moveTo>
                  <a:lnTo>
                    <a:pt x="4839" y="3345"/>
                  </a:lnTo>
                  <a:lnTo>
                    <a:pt x="2945" y="3022"/>
                  </a:lnTo>
                  <a:lnTo>
                    <a:pt x="809" y="5071"/>
                  </a:lnTo>
                  <a:lnTo>
                    <a:pt x="0" y="4423"/>
                  </a:lnTo>
                  <a:lnTo>
                    <a:pt x="306" y="3115"/>
                  </a:lnTo>
                  <a:lnTo>
                    <a:pt x="529" y="2638"/>
                  </a:lnTo>
                  <a:lnTo>
                    <a:pt x="1247" y="2083"/>
                  </a:lnTo>
                  <a:lnTo>
                    <a:pt x="1726" y="1271"/>
                  </a:lnTo>
                  <a:lnTo>
                    <a:pt x="1914" y="0"/>
                  </a:lnTo>
                  <a:lnTo>
                    <a:pt x="2359" y="685"/>
                  </a:lnTo>
                  <a:lnTo>
                    <a:pt x="3681" y="972"/>
                  </a:lnTo>
                  <a:lnTo>
                    <a:pt x="4327" y="1377"/>
                  </a:lnTo>
                  <a:lnTo>
                    <a:pt x="4867" y="1973"/>
                  </a:lnTo>
                  <a:close/>
                </a:path>
              </a:pathLst>
            </a:custGeom>
            <a:solidFill>
              <a:srgbClr val="C2DDB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79"/>
            <p:cNvSpPr/>
            <p:nvPr/>
          </p:nvSpPr>
          <p:spPr>
            <a:xfrm>
              <a:off x="3484595" y="2006832"/>
              <a:ext cx="3579" cy="5808"/>
            </a:xfrm>
            <a:custGeom>
              <a:avLst/>
              <a:pathLst>
                <a:path w="3579" h="5808">
                  <a:moveTo>
                    <a:pt x="3579" y="5397"/>
                  </a:moveTo>
                  <a:lnTo>
                    <a:pt x="2294" y="5808"/>
                  </a:lnTo>
                  <a:lnTo>
                    <a:pt x="1637" y="5094"/>
                  </a:lnTo>
                  <a:lnTo>
                    <a:pt x="432" y="4817"/>
                  </a:lnTo>
                  <a:lnTo>
                    <a:pt x="0" y="269"/>
                  </a:lnTo>
                  <a:lnTo>
                    <a:pt x="124" y="0"/>
                  </a:lnTo>
                  <a:lnTo>
                    <a:pt x="730" y="318"/>
                  </a:lnTo>
                  <a:lnTo>
                    <a:pt x="2809" y="2439"/>
                  </a:lnTo>
                  <a:lnTo>
                    <a:pt x="3535" y="4761"/>
                  </a:lnTo>
                  <a:close/>
                </a:path>
              </a:pathLst>
            </a:custGeom>
            <a:solidFill>
              <a:srgbClr val="C2DDB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0"/>
            <p:cNvSpPr/>
            <p:nvPr/>
          </p:nvSpPr>
          <p:spPr>
            <a:xfrm>
              <a:off x="3495090" y="2004208"/>
              <a:ext cx="4064" cy="12197"/>
            </a:xfrm>
            <a:custGeom>
              <a:avLst/>
              <a:pathLst>
                <a:path w="4064" h="12197">
                  <a:moveTo>
                    <a:pt x="1387" y="12030"/>
                  </a:moveTo>
                  <a:lnTo>
                    <a:pt x="839" y="12197"/>
                  </a:lnTo>
                  <a:lnTo>
                    <a:pt x="96" y="9803"/>
                  </a:lnTo>
                  <a:lnTo>
                    <a:pt x="0" y="9055"/>
                  </a:lnTo>
                  <a:lnTo>
                    <a:pt x="873" y="7522"/>
                  </a:lnTo>
                  <a:lnTo>
                    <a:pt x="1438" y="5787"/>
                  </a:lnTo>
                  <a:lnTo>
                    <a:pt x="2900" y="3122"/>
                  </a:lnTo>
                  <a:lnTo>
                    <a:pt x="3742" y="0"/>
                  </a:lnTo>
                  <a:lnTo>
                    <a:pt x="4064" y="49"/>
                  </a:lnTo>
                  <a:lnTo>
                    <a:pt x="3691" y="2829"/>
                  </a:lnTo>
                  <a:lnTo>
                    <a:pt x="1771" y="10584"/>
                  </a:lnTo>
                  <a:close/>
                </a:path>
              </a:pathLst>
            </a:custGeom>
            <a:solidFill>
              <a:srgbClr val="C2DDB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1"/>
            <p:cNvSpPr/>
            <p:nvPr/>
          </p:nvSpPr>
          <p:spPr>
            <a:xfrm>
              <a:off x="3545221" y="2000104"/>
              <a:ext cx="5589" cy="8622"/>
            </a:xfrm>
            <a:custGeom>
              <a:avLst/>
              <a:pathLst>
                <a:path w="5589" h="8622">
                  <a:moveTo>
                    <a:pt x="4979" y="8121"/>
                  </a:moveTo>
                  <a:lnTo>
                    <a:pt x="4523" y="8622"/>
                  </a:lnTo>
                  <a:lnTo>
                    <a:pt x="2484" y="7794"/>
                  </a:lnTo>
                  <a:lnTo>
                    <a:pt x="0" y="5746"/>
                  </a:lnTo>
                  <a:lnTo>
                    <a:pt x="363" y="1734"/>
                  </a:lnTo>
                  <a:lnTo>
                    <a:pt x="1001" y="0"/>
                  </a:lnTo>
                  <a:lnTo>
                    <a:pt x="5533" y="4497"/>
                  </a:lnTo>
                  <a:lnTo>
                    <a:pt x="5589" y="6192"/>
                  </a:lnTo>
                  <a:close/>
                </a:path>
              </a:pathLst>
            </a:custGeom>
            <a:solidFill>
              <a:srgbClr val="C2DDB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2"/>
            <p:cNvSpPr/>
            <p:nvPr/>
          </p:nvSpPr>
          <p:spPr>
            <a:xfrm>
              <a:off x="3485679" y="1990764"/>
              <a:ext cx="11849" cy="16667"/>
            </a:xfrm>
            <a:custGeom>
              <a:avLst/>
              <a:pathLst>
                <a:path w="11849" h="16667">
                  <a:moveTo>
                    <a:pt x="9700" y="89"/>
                  </a:moveTo>
                  <a:lnTo>
                    <a:pt x="10215" y="1631"/>
                  </a:lnTo>
                  <a:lnTo>
                    <a:pt x="10847" y="4920"/>
                  </a:lnTo>
                  <a:lnTo>
                    <a:pt x="11849" y="8597"/>
                  </a:lnTo>
                  <a:lnTo>
                    <a:pt x="11431" y="10137"/>
                  </a:lnTo>
                  <a:lnTo>
                    <a:pt x="11715" y="12109"/>
                  </a:lnTo>
                  <a:lnTo>
                    <a:pt x="11429" y="14167"/>
                  </a:lnTo>
                  <a:lnTo>
                    <a:pt x="9438" y="16559"/>
                  </a:lnTo>
                  <a:lnTo>
                    <a:pt x="7203" y="16667"/>
                  </a:lnTo>
                  <a:lnTo>
                    <a:pt x="4881" y="15511"/>
                  </a:lnTo>
                  <a:lnTo>
                    <a:pt x="1601" y="13287"/>
                  </a:lnTo>
                  <a:lnTo>
                    <a:pt x="1337" y="12037"/>
                  </a:lnTo>
                  <a:lnTo>
                    <a:pt x="877" y="11344"/>
                  </a:lnTo>
                  <a:lnTo>
                    <a:pt x="0" y="7553"/>
                  </a:lnTo>
                  <a:lnTo>
                    <a:pt x="20" y="2877"/>
                  </a:lnTo>
                  <a:lnTo>
                    <a:pt x="1669" y="2291"/>
                  </a:lnTo>
                  <a:lnTo>
                    <a:pt x="5270" y="59"/>
                  </a:lnTo>
                  <a:lnTo>
                    <a:pt x="6103" y="409"/>
                  </a:lnTo>
                  <a:lnTo>
                    <a:pt x="6972" y="1551"/>
                  </a:lnTo>
                  <a:lnTo>
                    <a:pt x="7972" y="1618"/>
                  </a:lnTo>
                  <a:lnTo>
                    <a:pt x="9424" y="0"/>
                  </a:lnTo>
                  <a:close/>
                </a:path>
              </a:pathLst>
            </a:custGeom>
            <a:solidFill>
              <a:srgbClr val="C2DDB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3"/>
            <p:cNvSpPr/>
            <p:nvPr/>
          </p:nvSpPr>
          <p:spPr>
            <a:xfrm>
              <a:off x="3518519" y="1988772"/>
              <a:ext cx="1794" cy="3729"/>
            </a:xfrm>
            <a:custGeom>
              <a:avLst/>
              <a:pathLst>
                <a:path w="1794" h="3729">
                  <a:moveTo>
                    <a:pt x="1794" y="2472"/>
                  </a:moveTo>
                  <a:lnTo>
                    <a:pt x="632" y="3729"/>
                  </a:lnTo>
                  <a:lnTo>
                    <a:pt x="377" y="3663"/>
                  </a:lnTo>
                  <a:lnTo>
                    <a:pt x="0" y="1939"/>
                  </a:lnTo>
                  <a:lnTo>
                    <a:pt x="612" y="890"/>
                  </a:lnTo>
                  <a:lnTo>
                    <a:pt x="973" y="0"/>
                  </a:lnTo>
                  <a:lnTo>
                    <a:pt x="1230" y="25"/>
                  </a:lnTo>
                  <a:lnTo>
                    <a:pt x="1581" y="988"/>
                  </a:lnTo>
                  <a:close/>
                </a:path>
              </a:pathLst>
            </a:custGeom>
            <a:solidFill>
              <a:srgbClr val="C2DDB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4"/>
            <p:cNvSpPr/>
            <p:nvPr/>
          </p:nvSpPr>
          <p:spPr>
            <a:xfrm>
              <a:off x="3493787" y="1979561"/>
              <a:ext cx="1796" cy="6703"/>
            </a:xfrm>
            <a:custGeom>
              <a:avLst/>
              <a:pathLst>
                <a:path w="1796" h="6703">
                  <a:moveTo>
                    <a:pt x="1125" y="6172"/>
                  </a:moveTo>
                  <a:lnTo>
                    <a:pt x="915" y="6703"/>
                  </a:lnTo>
                  <a:lnTo>
                    <a:pt x="133" y="6150"/>
                  </a:lnTo>
                  <a:lnTo>
                    <a:pt x="51" y="4238"/>
                  </a:lnTo>
                  <a:lnTo>
                    <a:pt x="348" y="2522"/>
                  </a:lnTo>
                  <a:lnTo>
                    <a:pt x="0" y="986"/>
                  </a:lnTo>
                  <a:lnTo>
                    <a:pt x="383" y="0"/>
                  </a:lnTo>
                  <a:lnTo>
                    <a:pt x="1483" y="2298"/>
                  </a:lnTo>
                  <a:lnTo>
                    <a:pt x="1796" y="3379"/>
                  </a:lnTo>
                  <a:lnTo>
                    <a:pt x="1372" y="4670"/>
                  </a:lnTo>
                  <a:close/>
                </a:path>
              </a:pathLst>
            </a:custGeom>
            <a:solidFill>
              <a:srgbClr val="C2DDB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5"/>
            <p:cNvSpPr/>
            <p:nvPr/>
          </p:nvSpPr>
          <p:spPr>
            <a:xfrm>
              <a:off x="3499498" y="1975715"/>
              <a:ext cx="20107" cy="39876"/>
            </a:xfrm>
            <a:custGeom>
              <a:avLst/>
              <a:pathLst>
                <a:path w="20107" h="39876">
                  <a:moveTo>
                    <a:pt x="19618" y="9959"/>
                  </a:moveTo>
                  <a:lnTo>
                    <a:pt x="19648" y="12917"/>
                  </a:lnTo>
                  <a:lnTo>
                    <a:pt x="19327" y="13778"/>
                  </a:lnTo>
                  <a:lnTo>
                    <a:pt x="18856" y="14345"/>
                  </a:lnTo>
                  <a:lnTo>
                    <a:pt x="17624" y="14947"/>
                  </a:lnTo>
                  <a:lnTo>
                    <a:pt x="16556" y="15787"/>
                  </a:lnTo>
                  <a:lnTo>
                    <a:pt x="15604" y="17263"/>
                  </a:lnTo>
                  <a:lnTo>
                    <a:pt x="15253" y="19372"/>
                  </a:lnTo>
                  <a:lnTo>
                    <a:pt x="15998" y="20916"/>
                  </a:lnTo>
                  <a:lnTo>
                    <a:pt x="17352" y="21761"/>
                  </a:lnTo>
                  <a:lnTo>
                    <a:pt x="17697" y="24701"/>
                  </a:lnTo>
                  <a:lnTo>
                    <a:pt x="16579" y="26151"/>
                  </a:lnTo>
                  <a:lnTo>
                    <a:pt x="13709" y="27598"/>
                  </a:lnTo>
                  <a:lnTo>
                    <a:pt x="13408" y="31091"/>
                  </a:lnTo>
                  <a:lnTo>
                    <a:pt x="13501" y="33844"/>
                  </a:lnTo>
                  <a:lnTo>
                    <a:pt x="13449" y="35845"/>
                  </a:lnTo>
                  <a:lnTo>
                    <a:pt x="13221" y="38614"/>
                  </a:lnTo>
                  <a:lnTo>
                    <a:pt x="10900" y="39876"/>
                  </a:lnTo>
                  <a:lnTo>
                    <a:pt x="9403" y="35659"/>
                  </a:lnTo>
                  <a:lnTo>
                    <a:pt x="9389" y="33971"/>
                  </a:lnTo>
                  <a:lnTo>
                    <a:pt x="8942" y="32000"/>
                  </a:lnTo>
                  <a:lnTo>
                    <a:pt x="8858" y="30320"/>
                  </a:lnTo>
                  <a:lnTo>
                    <a:pt x="8328" y="27634"/>
                  </a:lnTo>
                  <a:lnTo>
                    <a:pt x="6132" y="26907"/>
                  </a:lnTo>
                  <a:lnTo>
                    <a:pt x="5280" y="26811"/>
                  </a:lnTo>
                  <a:lnTo>
                    <a:pt x="4088" y="27311"/>
                  </a:lnTo>
                  <a:lnTo>
                    <a:pt x="3793" y="27116"/>
                  </a:lnTo>
                  <a:lnTo>
                    <a:pt x="2366" y="23447"/>
                  </a:lnTo>
                  <a:lnTo>
                    <a:pt x="2601" y="19398"/>
                  </a:lnTo>
                  <a:lnTo>
                    <a:pt x="1840" y="17355"/>
                  </a:lnTo>
                  <a:lnTo>
                    <a:pt x="1735" y="16430"/>
                  </a:lnTo>
                  <a:lnTo>
                    <a:pt x="1753" y="15406"/>
                  </a:lnTo>
                  <a:lnTo>
                    <a:pt x="1127" y="14562"/>
                  </a:lnTo>
                  <a:lnTo>
                    <a:pt x="368" y="14114"/>
                  </a:lnTo>
                  <a:lnTo>
                    <a:pt x="0" y="11836"/>
                  </a:lnTo>
                  <a:lnTo>
                    <a:pt x="872" y="11284"/>
                  </a:lnTo>
                  <a:lnTo>
                    <a:pt x="3029" y="11551"/>
                  </a:lnTo>
                  <a:lnTo>
                    <a:pt x="3659" y="11395"/>
                  </a:lnTo>
                  <a:lnTo>
                    <a:pt x="4236" y="10920"/>
                  </a:lnTo>
                  <a:lnTo>
                    <a:pt x="5981" y="7175"/>
                  </a:lnTo>
                  <a:lnTo>
                    <a:pt x="5931" y="6349"/>
                  </a:lnTo>
                  <a:lnTo>
                    <a:pt x="6118" y="5279"/>
                  </a:lnTo>
                  <a:lnTo>
                    <a:pt x="8006" y="4882"/>
                  </a:lnTo>
                  <a:lnTo>
                    <a:pt x="8847" y="6329"/>
                  </a:lnTo>
                  <a:lnTo>
                    <a:pt x="8678" y="8646"/>
                  </a:lnTo>
                  <a:lnTo>
                    <a:pt x="8786" y="11616"/>
                  </a:lnTo>
                  <a:lnTo>
                    <a:pt x="9929" y="12424"/>
                  </a:lnTo>
                  <a:lnTo>
                    <a:pt x="10375" y="12542"/>
                  </a:lnTo>
                  <a:lnTo>
                    <a:pt x="10851" y="10349"/>
                  </a:lnTo>
                  <a:lnTo>
                    <a:pt x="11185" y="9282"/>
                  </a:lnTo>
                  <a:lnTo>
                    <a:pt x="11638" y="8688"/>
                  </a:lnTo>
                  <a:lnTo>
                    <a:pt x="11792" y="6684"/>
                  </a:lnTo>
                  <a:lnTo>
                    <a:pt x="11524" y="5460"/>
                  </a:lnTo>
                  <a:lnTo>
                    <a:pt x="10951" y="4549"/>
                  </a:lnTo>
                  <a:lnTo>
                    <a:pt x="13089" y="2067"/>
                  </a:lnTo>
                  <a:lnTo>
                    <a:pt x="15301" y="102"/>
                  </a:lnTo>
                  <a:lnTo>
                    <a:pt x="16588" y="0"/>
                  </a:lnTo>
                  <a:lnTo>
                    <a:pt x="17884" y="480"/>
                  </a:lnTo>
                  <a:lnTo>
                    <a:pt x="19088" y="1144"/>
                  </a:lnTo>
                  <a:lnTo>
                    <a:pt x="19741" y="1715"/>
                  </a:lnTo>
                  <a:lnTo>
                    <a:pt x="20107" y="2633"/>
                  </a:lnTo>
                  <a:lnTo>
                    <a:pt x="19300" y="4820"/>
                  </a:lnTo>
                  <a:lnTo>
                    <a:pt x="19076" y="6017"/>
                  </a:lnTo>
                  <a:close/>
                </a:path>
              </a:pathLst>
            </a:custGeom>
            <a:solidFill>
              <a:srgbClr val="C2DDB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6"/>
            <p:cNvSpPr/>
            <p:nvPr/>
          </p:nvSpPr>
          <p:spPr>
            <a:xfrm>
              <a:off x="3498202" y="1940025"/>
              <a:ext cx="3710" cy="2979"/>
            </a:xfrm>
            <a:custGeom>
              <a:avLst/>
              <a:pathLst>
                <a:path w="3710" h="2979">
                  <a:moveTo>
                    <a:pt x="2200" y="2286"/>
                  </a:moveTo>
                  <a:lnTo>
                    <a:pt x="1697" y="2979"/>
                  </a:lnTo>
                  <a:lnTo>
                    <a:pt x="0" y="1999"/>
                  </a:lnTo>
                  <a:lnTo>
                    <a:pt x="749" y="630"/>
                  </a:lnTo>
                  <a:lnTo>
                    <a:pt x="2614" y="0"/>
                  </a:lnTo>
                  <a:lnTo>
                    <a:pt x="3710" y="207"/>
                  </a:lnTo>
                  <a:lnTo>
                    <a:pt x="2505" y="1566"/>
                  </a:lnTo>
                  <a:close/>
                </a:path>
              </a:pathLst>
            </a:custGeom>
            <a:solidFill>
              <a:srgbClr val="C2DDB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7"/>
            <p:cNvSpPr/>
            <p:nvPr/>
          </p:nvSpPr>
          <p:spPr>
            <a:xfrm>
              <a:off x="3464238" y="1927999"/>
              <a:ext cx="34609" cy="86596"/>
            </a:xfrm>
            <a:custGeom>
              <a:avLst/>
              <a:pathLst>
                <a:path w="34609" h="86596">
                  <a:moveTo>
                    <a:pt x="19969" y="86028"/>
                  </a:moveTo>
                  <a:lnTo>
                    <a:pt x="19787" y="86028"/>
                  </a:lnTo>
                  <a:lnTo>
                    <a:pt x="19000" y="85767"/>
                  </a:lnTo>
                  <a:lnTo>
                    <a:pt x="18439" y="85145"/>
                  </a:lnTo>
                  <a:lnTo>
                    <a:pt x="16994" y="85588"/>
                  </a:lnTo>
                  <a:lnTo>
                    <a:pt x="15060" y="86596"/>
                  </a:lnTo>
                  <a:lnTo>
                    <a:pt x="13987" y="86546"/>
                  </a:lnTo>
                  <a:lnTo>
                    <a:pt x="13133" y="85462"/>
                  </a:lnTo>
                  <a:lnTo>
                    <a:pt x="9642" y="83919"/>
                  </a:lnTo>
                  <a:lnTo>
                    <a:pt x="9078" y="83794"/>
                  </a:lnTo>
                  <a:lnTo>
                    <a:pt x="6772" y="83727"/>
                  </a:lnTo>
                  <a:lnTo>
                    <a:pt x="6662" y="81288"/>
                  </a:lnTo>
                  <a:lnTo>
                    <a:pt x="6377" y="79527"/>
                  </a:lnTo>
                  <a:lnTo>
                    <a:pt x="5571" y="76905"/>
                  </a:lnTo>
                  <a:lnTo>
                    <a:pt x="6766" y="76273"/>
                  </a:lnTo>
                  <a:lnTo>
                    <a:pt x="6535" y="71164"/>
                  </a:lnTo>
                  <a:lnTo>
                    <a:pt x="6101" y="68515"/>
                  </a:lnTo>
                  <a:lnTo>
                    <a:pt x="2762" y="65794"/>
                  </a:lnTo>
                  <a:lnTo>
                    <a:pt x="131" y="63149"/>
                  </a:lnTo>
                  <a:lnTo>
                    <a:pt x="738" y="54244"/>
                  </a:lnTo>
                  <a:lnTo>
                    <a:pt x="997" y="51845"/>
                  </a:lnTo>
                  <a:lnTo>
                    <a:pt x="0" y="47190"/>
                  </a:lnTo>
                  <a:lnTo>
                    <a:pt x="103" y="41833"/>
                  </a:lnTo>
                  <a:lnTo>
                    <a:pt x="524" y="33391"/>
                  </a:lnTo>
                  <a:lnTo>
                    <a:pt x="1360" y="33060"/>
                  </a:lnTo>
                  <a:lnTo>
                    <a:pt x="1973" y="33101"/>
                  </a:lnTo>
                  <a:lnTo>
                    <a:pt x="4339" y="34616"/>
                  </a:lnTo>
                  <a:lnTo>
                    <a:pt x="5323" y="34767"/>
                  </a:lnTo>
                  <a:lnTo>
                    <a:pt x="5998" y="36121"/>
                  </a:lnTo>
                  <a:lnTo>
                    <a:pt x="6789" y="36678"/>
                  </a:lnTo>
                  <a:lnTo>
                    <a:pt x="7361" y="35240"/>
                  </a:lnTo>
                  <a:lnTo>
                    <a:pt x="7584" y="32783"/>
                  </a:lnTo>
                  <a:lnTo>
                    <a:pt x="9459" y="29603"/>
                  </a:lnTo>
                  <a:lnTo>
                    <a:pt x="10773" y="28429"/>
                  </a:lnTo>
                  <a:lnTo>
                    <a:pt x="11668" y="27866"/>
                  </a:lnTo>
                  <a:lnTo>
                    <a:pt x="12572" y="29149"/>
                  </a:lnTo>
                  <a:lnTo>
                    <a:pt x="13264" y="30590"/>
                  </a:lnTo>
                  <a:lnTo>
                    <a:pt x="13427" y="27436"/>
                  </a:lnTo>
                  <a:lnTo>
                    <a:pt x="13985" y="21428"/>
                  </a:lnTo>
                  <a:lnTo>
                    <a:pt x="12203" y="20485"/>
                  </a:lnTo>
                  <a:lnTo>
                    <a:pt x="10751" y="21299"/>
                  </a:lnTo>
                  <a:lnTo>
                    <a:pt x="9311" y="25106"/>
                  </a:lnTo>
                  <a:lnTo>
                    <a:pt x="8026" y="29892"/>
                  </a:lnTo>
                  <a:lnTo>
                    <a:pt x="5943" y="30332"/>
                  </a:lnTo>
                  <a:lnTo>
                    <a:pt x="4280" y="31687"/>
                  </a:lnTo>
                  <a:lnTo>
                    <a:pt x="2778" y="30282"/>
                  </a:lnTo>
                  <a:lnTo>
                    <a:pt x="1811" y="29044"/>
                  </a:lnTo>
                  <a:lnTo>
                    <a:pt x="1787" y="27231"/>
                  </a:lnTo>
                  <a:lnTo>
                    <a:pt x="2006" y="26138"/>
                  </a:lnTo>
                  <a:lnTo>
                    <a:pt x="3770" y="22235"/>
                  </a:lnTo>
                  <a:lnTo>
                    <a:pt x="6133" y="18486"/>
                  </a:lnTo>
                  <a:lnTo>
                    <a:pt x="8514" y="18522"/>
                  </a:lnTo>
                  <a:lnTo>
                    <a:pt x="10251" y="17325"/>
                  </a:lnTo>
                  <a:lnTo>
                    <a:pt x="11289" y="17182"/>
                  </a:lnTo>
                  <a:lnTo>
                    <a:pt x="14528" y="17445"/>
                  </a:lnTo>
                  <a:lnTo>
                    <a:pt x="16191" y="16624"/>
                  </a:lnTo>
                  <a:lnTo>
                    <a:pt x="17680" y="14905"/>
                  </a:lnTo>
                  <a:lnTo>
                    <a:pt x="20899" y="7638"/>
                  </a:lnTo>
                  <a:lnTo>
                    <a:pt x="22715" y="4608"/>
                  </a:lnTo>
                  <a:lnTo>
                    <a:pt x="26377" y="3542"/>
                  </a:lnTo>
                  <a:lnTo>
                    <a:pt x="29761" y="44"/>
                  </a:lnTo>
                  <a:lnTo>
                    <a:pt x="30707" y="0"/>
                  </a:lnTo>
                  <a:lnTo>
                    <a:pt x="29115" y="2607"/>
                  </a:lnTo>
                  <a:lnTo>
                    <a:pt x="28859" y="3615"/>
                  </a:lnTo>
                  <a:lnTo>
                    <a:pt x="28667" y="5162"/>
                  </a:lnTo>
                  <a:lnTo>
                    <a:pt x="29808" y="8521"/>
                  </a:lnTo>
                  <a:lnTo>
                    <a:pt x="29567" y="10565"/>
                  </a:lnTo>
                  <a:lnTo>
                    <a:pt x="29648" y="14588"/>
                  </a:lnTo>
                  <a:lnTo>
                    <a:pt x="28571" y="16684"/>
                  </a:lnTo>
                  <a:lnTo>
                    <a:pt x="27357" y="21144"/>
                  </a:lnTo>
                  <a:lnTo>
                    <a:pt x="26834" y="21801"/>
                  </a:lnTo>
                  <a:lnTo>
                    <a:pt x="26722" y="27006"/>
                  </a:lnTo>
                  <a:lnTo>
                    <a:pt x="26841" y="28249"/>
                  </a:lnTo>
                  <a:lnTo>
                    <a:pt x="26669" y="32988"/>
                  </a:lnTo>
                  <a:lnTo>
                    <a:pt x="27914" y="34929"/>
                  </a:lnTo>
                  <a:lnTo>
                    <a:pt x="29229" y="35943"/>
                  </a:lnTo>
                  <a:lnTo>
                    <a:pt x="33618" y="35907"/>
                  </a:lnTo>
                  <a:lnTo>
                    <a:pt x="34074" y="36760"/>
                  </a:lnTo>
                  <a:lnTo>
                    <a:pt x="34609" y="38226"/>
                  </a:lnTo>
                  <a:lnTo>
                    <a:pt x="34217" y="40715"/>
                  </a:lnTo>
                  <a:lnTo>
                    <a:pt x="33748" y="42592"/>
                  </a:lnTo>
                  <a:lnTo>
                    <a:pt x="32477" y="44173"/>
                  </a:lnTo>
                  <a:lnTo>
                    <a:pt x="30845" y="45352"/>
                  </a:lnTo>
                  <a:lnTo>
                    <a:pt x="29831" y="45404"/>
                  </a:lnTo>
                  <a:lnTo>
                    <a:pt x="28449" y="43163"/>
                  </a:lnTo>
                  <a:lnTo>
                    <a:pt x="27792" y="43890"/>
                  </a:lnTo>
                  <a:lnTo>
                    <a:pt x="27113" y="45033"/>
                  </a:lnTo>
                  <a:lnTo>
                    <a:pt x="25977" y="51165"/>
                  </a:lnTo>
                  <a:lnTo>
                    <a:pt x="25438" y="55307"/>
                  </a:lnTo>
                  <a:lnTo>
                    <a:pt x="25147" y="55644"/>
                  </a:lnTo>
                  <a:lnTo>
                    <a:pt x="24504" y="55033"/>
                  </a:lnTo>
                  <a:lnTo>
                    <a:pt x="23395" y="54986"/>
                  </a:lnTo>
                  <a:lnTo>
                    <a:pt x="21992" y="55968"/>
                  </a:lnTo>
                  <a:lnTo>
                    <a:pt x="22711" y="56847"/>
                  </a:lnTo>
                  <a:lnTo>
                    <a:pt x="23472" y="58373"/>
                  </a:lnTo>
                  <a:lnTo>
                    <a:pt x="23168" y="59138"/>
                  </a:lnTo>
                  <a:lnTo>
                    <a:pt x="21934" y="59965"/>
                  </a:lnTo>
                  <a:lnTo>
                    <a:pt x="20840" y="61637"/>
                  </a:lnTo>
                  <a:lnTo>
                    <a:pt x="20382" y="62902"/>
                  </a:lnTo>
                  <a:lnTo>
                    <a:pt x="19002" y="64400"/>
                  </a:lnTo>
                  <a:lnTo>
                    <a:pt x="18134" y="66299"/>
                  </a:lnTo>
                  <a:lnTo>
                    <a:pt x="18560" y="68652"/>
                  </a:lnTo>
                  <a:lnTo>
                    <a:pt x="18741" y="70718"/>
                  </a:lnTo>
                  <a:lnTo>
                    <a:pt x="19120" y="73001"/>
                  </a:lnTo>
                  <a:lnTo>
                    <a:pt x="18778" y="74823"/>
                  </a:lnTo>
                  <a:lnTo>
                    <a:pt x="17069" y="77437"/>
                  </a:lnTo>
                  <a:lnTo>
                    <a:pt x="16439" y="79704"/>
                  </a:lnTo>
                  <a:lnTo>
                    <a:pt x="17903" y="79675"/>
                  </a:lnTo>
                  <a:lnTo>
                    <a:pt x="18804" y="80199"/>
                  </a:lnTo>
                  <a:lnTo>
                    <a:pt x="19332" y="80868"/>
                  </a:lnTo>
                  <a:lnTo>
                    <a:pt x="19877" y="81818"/>
                  </a:lnTo>
                  <a:lnTo>
                    <a:pt x="19543" y="82991"/>
                  </a:lnTo>
                  <a:close/>
                </a:path>
              </a:pathLst>
            </a:custGeom>
            <a:solidFill>
              <a:srgbClr val="C2DDB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8"/>
            <p:cNvSpPr/>
            <p:nvPr/>
          </p:nvSpPr>
          <p:spPr>
            <a:xfrm>
              <a:off x="2475549" y="3045631"/>
              <a:ext cx="45178" cy="67323"/>
            </a:xfrm>
            <a:custGeom>
              <a:avLst/>
              <a:pathLst>
                <a:path w="45178" h="67323">
                  <a:moveTo>
                    <a:pt x="2863" y="55398"/>
                  </a:moveTo>
                  <a:lnTo>
                    <a:pt x="2919" y="50529"/>
                  </a:lnTo>
                  <a:lnTo>
                    <a:pt x="3246" y="48553"/>
                  </a:lnTo>
                  <a:lnTo>
                    <a:pt x="2942" y="46470"/>
                  </a:lnTo>
                  <a:lnTo>
                    <a:pt x="1577" y="44257"/>
                  </a:lnTo>
                  <a:lnTo>
                    <a:pt x="740" y="41409"/>
                  </a:lnTo>
                  <a:lnTo>
                    <a:pt x="0" y="38888"/>
                  </a:lnTo>
                  <a:lnTo>
                    <a:pt x="166" y="38520"/>
                  </a:lnTo>
                  <a:lnTo>
                    <a:pt x="1652" y="38407"/>
                  </a:lnTo>
                  <a:lnTo>
                    <a:pt x="2173" y="37481"/>
                  </a:lnTo>
                  <a:lnTo>
                    <a:pt x="3173" y="34899"/>
                  </a:lnTo>
                  <a:lnTo>
                    <a:pt x="3372" y="32821"/>
                  </a:lnTo>
                  <a:lnTo>
                    <a:pt x="3291" y="31250"/>
                  </a:lnTo>
                  <a:lnTo>
                    <a:pt x="2640" y="29370"/>
                  </a:lnTo>
                  <a:lnTo>
                    <a:pt x="2384" y="27390"/>
                  </a:lnTo>
                  <a:lnTo>
                    <a:pt x="3187" y="25662"/>
                  </a:lnTo>
                  <a:lnTo>
                    <a:pt x="4237" y="23142"/>
                  </a:lnTo>
                  <a:lnTo>
                    <a:pt x="4381" y="22174"/>
                  </a:lnTo>
                  <a:lnTo>
                    <a:pt x="4358" y="21216"/>
                  </a:lnTo>
                  <a:lnTo>
                    <a:pt x="3133" y="18560"/>
                  </a:lnTo>
                  <a:lnTo>
                    <a:pt x="3050" y="17419"/>
                  </a:lnTo>
                  <a:lnTo>
                    <a:pt x="3621" y="14537"/>
                  </a:lnTo>
                  <a:lnTo>
                    <a:pt x="3565" y="12629"/>
                  </a:lnTo>
                  <a:lnTo>
                    <a:pt x="2998" y="6671"/>
                  </a:lnTo>
                  <a:lnTo>
                    <a:pt x="2728" y="5785"/>
                  </a:lnTo>
                  <a:lnTo>
                    <a:pt x="3273" y="5285"/>
                  </a:lnTo>
                  <a:lnTo>
                    <a:pt x="3632" y="3510"/>
                  </a:lnTo>
                  <a:lnTo>
                    <a:pt x="4109" y="1930"/>
                  </a:lnTo>
                  <a:lnTo>
                    <a:pt x="4743" y="1079"/>
                  </a:lnTo>
                  <a:lnTo>
                    <a:pt x="5461" y="549"/>
                  </a:lnTo>
                  <a:lnTo>
                    <a:pt x="6894" y="590"/>
                  </a:lnTo>
                  <a:lnTo>
                    <a:pt x="8872" y="1967"/>
                  </a:lnTo>
                  <a:lnTo>
                    <a:pt x="9433" y="1944"/>
                  </a:lnTo>
                  <a:lnTo>
                    <a:pt x="11333" y="694"/>
                  </a:lnTo>
                  <a:lnTo>
                    <a:pt x="12910" y="0"/>
                  </a:lnTo>
                  <a:lnTo>
                    <a:pt x="14394" y="789"/>
                  </a:lnTo>
                  <a:lnTo>
                    <a:pt x="14994" y="1864"/>
                  </a:lnTo>
                  <a:lnTo>
                    <a:pt x="16220" y="3566"/>
                  </a:lnTo>
                  <a:lnTo>
                    <a:pt x="16834" y="4087"/>
                  </a:lnTo>
                  <a:lnTo>
                    <a:pt x="18769" y="4048"/>
                  </a:lnTo>
                  <a:lnTo>
                    <a:pt x="19298" y="4217"/>
                  </a:lnTo>
                  <a:lnTo>
                    <a:pt x="20924" y="7029"/>
                  </a:lnTo>
                  <a:lnTo>
                    <a:pt x="22292" y="8153"/>
                  </a:lnTo>
                  <a:lnTo>
                    <a:pt x="23087" y="8209"/>
                  </a:lnTo>
                  <a:lnTo>
                    <a:pt x="24510" y="7121"/>
                  </a:lnTo>
                  <a:lnTo>
                    <a:pt x="25217" y="7153"/>
                  </a:lnTo>
                  <a:lnTo>
                    <a:pt x="26026" y="9580"/>
                  </a:lnTo>
                  <a:lnTo>
                    <a:pt x="26185" y="13021"/>
                  </a:lnTo>
                  <a:lnTo>
                    <a:pt x="26863" y="16158"/>
                  </a:lnTo>
                  <a:lnTo>
                    <a:pt x="27900" y="18165"/>
                  </a:lnTo>
                  <a:lnTo>
                    <a:pt x="33014" y="17322"/>
                  </a:lnTo>
                  <a:lnTo>
                    <a:pt x="34155" y="18974"/>
                  </a:lnTo>
                  <a:lnTo>
                    <a:pt x="33763" y="20338"/>
                  </a:lnTo>
                  <a:lnTo>
                    <a:pt x="33041" y="21065"/>
                  </a:lnTo>
                  <a:lnTo>
                    <a:pt x="30610" y="20742"/>
                  </a:lnTo>
                  <a:lnTo>
                    <a:pt x="29546" y="20905"/>
                  </a:lnTo>
                  <a:lnTo>
                    <a:pt x="29333" y="22264"/>
                  </a:lnTo>
                  <a:lnTo>
                    <a:pt x="29328" y="23525"/>
                  </a:lnTo>
                  <a:lnTo>
                    <a:pt x="30751" y="23826"/>
                  </a:lnTo>
                  <a:lnTo>
                    <a:pt x="32146" y="24463"/>
                  </a:lnTo>
                  <a:lnTo>
                    <a:pt x="33566" y="25473"/>
                  </a:lnTo>
                  <a:lnTo>
                    <a:pt x="35012" y="26165"/>
                  </a:lnTo>
                  <a:lnTo>
                    <a:pt x="36637" y="26617"/>
                  </a:lnTo>
                  <a:lnTo>
                    <a:pt x="38241" y="27347"/>
                  </a:lnTo>
                  <a:lnTo>
                    <a:pt x="40914" y="29820"/>
                  </a:lnTo>
                  <a:lnTo>
                    <a:pt x="43867" y="35444"/>
                  </a:lnTo>
                  <a:lnTo>
                    <a:pt x="44657" y="36724"/>
                  </a:lnTo>
                  <a:lnTo>
                    <a:pt x="45178" y="38485"/>
                  </a:lnTo>
                  <a:lnTo>
                    <a:pt x="44930" y="40655"/>
                  </a:lnTo>
                  <a:lnTo>
                    <a:pt x="43875" y="44212"/>
                  </a:lnTo>
                  <a:lnTo>
                    <a:pt x="43277" y="45356"/>
                  </a:lnTo>
                  <a:lnTo>
                    <a:pt x="42407" y="46052"/>
                  </a:lnTo>
                  <a:lnTo>
                    <a:pt x="41809" y="47506"/>
                  </a:lnTo>
                  <a:lnTo>
                    <a:pt x="41234" y="49995"/>
                  </a:lnTo>
                  <a:lnTo>
                    <a:pt x="40881" y="50204"/>
                  </a:lnTo>
                  <a:lnTo>
                    <a:pt x="40467" y="50102"/>
                  </a:lnTo>
                  <a:lnTo>
                    <a:pt x="39757" y="48692"/>
                  </a:lnTo>
                  <a:lnTo>
                    <a:pt x="39251" y="46529"/>
                  </a:lnTo>
                  <a:lnTo>
                    <a:pt x="37826" y="44499"/>
                  </a:lnTo>
                  <a:lnTo>
                    <a:pt x="36132" y="44759"/>
                  </a:lnTo>
                  <a:lnTo>
                    <a:pt x="33636" y="43558"/>
                  </a:lnTo>
                  <a:lnTo>
                    <a:pt x="32125" y="44141"/>
                  </a:lnTo>
                  <a:lnTo>
                    <a:pt x="30614" y="44273"/>
                  </a:lnTo>
                  <a:lnTo>
                    <a:pt x="29068" y="43661"/>
                  </a:lnTo>
                  <a:lnTo>
                    <a:pt x="27514" y="43449"/>
                  </a:lnTo>
                  <a:lnTo>
                    <a:pt x="25963" y="44212"/>
                  </a:lnTo>
                  <a:lnTo>
                    <a:pt x="24458" y="45515"/>
                  </a:lnTo>
                  <a:lnTo>
                    <a:pt x="23902" y="46342"/>
                  </a:lnTo>
                  <a:lnTo>
                    <a:pt x="22937" y="48367"/>
                  </a:lnTo>
                  <a:lnTo>
                    <a:pt x="22424" y="49116"/>
                  </a:lnTo>
                  <a:lnTo>
                    <a:pt x="18762" y="50135"/>
                  </a:lnTo>
                  <a:lnTo>
                    <a:pt x="17707" y="48649"/>
                  </a:lnTo>
                  <a:lnTo>
                    <a:pt x="16729" y="46620"/>
                  </a:lnTo>
                  <a:lnTo>
                    <a:pt x="15320" y="46343"/>
                  </a:lnTo>
                  <a:lnTo>
                    <a:pt x="13278" y="47913"/>
                  </a:lnTo>
                  <a:lnTo>
                    <a:pt x="12001" y="48483"/>
                  </a:lnTo>
                  <a:lnTo>
                    <a:pt x="11481" y="49158"/>
                  </a:lnTo>
                  <a:lnTo>
                    <a:pt x="11329" y="49926"/>
                  </a:lnTo>
                  <a:lnTo>
                    <a:pt x="11325" y="52762"/>
                  </a:lnTo>
                  <a:lnTo>
                    <a:pt x="11036" y="54486"/>
                  </a:lnTo>
                  <a:lnTo>
                    <a:pt x="9046" y="60999"/>
                  </a:lnTo>
                  <a:lnTo>
                    <a:pt x="7923" y="65593"/>
                  </a:lnTo>
                  <a:lnTo>
                    <a:pt x="7461" y="67013"/>
                  </a:lnTo>
                  <a:lnTo>
                    <a:pt x="6927" y="67323"/>
                  </a:lnTo>
                  <a:lnTo>
                    <a:pt x="5948" y="64681"/>
                  </a:lnTo>
                  <a:lnTo>
                    <a:pt x="5322" y="63725"/>
                  </a:lnTo>
                  <a:lnTo>
                    <a:pt x="4549" y="63244"/>
                  </a:lnTo>
                  <a:lnTo>
                    <a:pt x="4221" y="61840"/>
                  </a:lnTo>
                  <a:lnTo>
                    <a:pt x="4234" y="59845"/>
                  </a:lnTo>
                  <a:lnTo>
                    <a:pt x="4030" y="57912"/>
                  </a:lnTo>
                  <a:lnTo>
                    <a:pt x="3553" y="56394"/>
                  </a:lnTo>
                  <a:close/>
                </a:path>
              </a:pathLst>
            </a:custGeom>
            <a:solidFill>
              <a:srgbClr val="FFFEF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89"/>
            <p:cNvSpPr/>
            <p:nvPr/>
          </p:nvSpPr>
          <p:spPr>
            <a:xfrm>
              <a:off x="3256870" y="2538025"/>
              <a:ext cx="254832" cy="535007"/>
            </a:xfrm>
            <a:custGeom>
              <a:avLst/>
              <a:pathLst>
                <a:path w="254832" h="535007">
                  <a:moveTo>
                    <a:pt x="212984" y="4585"/>
                  </a:moveTo>
                  <a:lnTo>
                    <a:pt x="213244" y="6160"/>
                  </a:lnTo>
                  <a:lnTo>
                    <a:pt x="213289" y="7636"/>
                  </a:lnTo>
                  <a:lnTo>
                    <a:pt x="212122" y="9008"/>
                  </a:lnTo>
                  <a:lnTo>
                    <a:pt x="211351" y="9799"/>
                  </a:lnTo>
                  <a:lnTo>
                    <a:pt x="210430" y="13588"/>
                  </a:lnTo>
                  <a:lnTo>
                    <a:pt x="208717" y="16166"/>
                  </a:lnTo>
                  <a:lnTo>
                    <a:pt x="208431" y="16944"/>
                  </a:lnTo>
                  <a:lnTo>
                    <a:pt x="208445" y="17648"/>
                  </a:lnTo>
                  <a:lnTo>
                    <a:pt x="209605" y="18815"/>
                  </a:lnTo>
                  <a:lnTo>
                    <a:pt x="209990" y="19922"/>
                  </a:lnTo>
                  <a:lnTo>
                    <a:pt x="210172" y="21405"/>
                  </a:lnTo>
                  <a:lnTo>
                    <a:pt x="209654" y="26700"/>
                  </a:lnTo>
                  <a:lnTo>
                    <a:pt x="209328" y="30772"/>
                  </a:lnTo>
                  <a:lnTo>
                    <a:pt x="208901" y="36103"/>
                  </a:lnTo>
                  <a:lnTo>
                    <a:pt x="208918" y="38135"/>
                  </a:lnTo>
                  <a:lnTo>
                    <a:pt x="209360" y="40573"/>
                  </a:lnTo>
                  <a:lnTo>
                    <a:pt x="209794" y="42475"/>
                  </a:lnTo>
                  <a:lnTo>
                    <a:pt x="209929" y="44623"/>
                  </a:lnTo>
                  <a:lnTo>
                    <a:pt x="209773" y="49915"/>
                  </a:lnTo>
                  <a:lnTo>
                    <a:pt x="210310" y="52974"/>
                  </a:lnTo>
                  <a:lnTo>
                    <a:pt x="210734" y="55804"/>
                  </a:lnTo>
                  <a:lnTo>
                    <a:pt x="209720" y="59327"/>
                  </a:lnTo>
                  <a:lnTo>
                    <a:pt x="209285" y="62433"/>
                  </a:lnTo>
                  <a:lnTo>
                    <a:pt x="209012" y="66882"/>
                  </a:lnTo>
                  <a:lnTo>
                    <a:pt x="208900" y="69685"/>
                  </a:lnTo>
                  <a:lnTo>
                    <a:pt x="208248" y="72279"/>
                  </a:lnTo>
                  <a:lnTo>
                    <a:pt x="207392" y="74713"/>
                  </a:lnTo>
                  <a:lnTo>
                    <a:pt x="206432" y="76227"/>
                  </a:lnTo>
                  <a:lnTo>
                    <a:pt x="205245" y="77527"/>
                  </a:lnTo>
                  <a:lnTo>
                    <a:pt x="203873" y="79252"/>
                  </a:lnTo>
                  <a:lnTo>
                    <a:pt x="202766" y="83857"/>
                  </a:lnTo>
                  <a:lnTo>
                    <a:pt x="200372" y="87683"/>
                  </a:lnTo>
                  <a:lnTo>
                    <a:pt x="199870" y="88997"/>
                  </a:lnTo>
                  <a:lnTo>
                    <a:pt x="199645" y="92071"/>
                  </a:lnTo>
                  <a:lnTo>
                    <a:pt x="199702" y="96327"/>
                  </a:lnTo>
                  <a:lnTo>
                    <a:pt x="200123" y="99712"/>
                  </a:lnTo>
                  <a:lnTo>
                    <a:pt x="201273" y="104714"/>
                  </a:lnTo>
                  <a:lnTo>
                    <a:pt x="202280" y="110220"/>
                  </a:lnTo>
                  <a:lnTo>
                    <a:pt x="202554" y="112991"/>
                  </a:lnTo>
                  <a:lnTo>
                    <a:pt x="202941" y="114038"/>
                  </a:lnTo>
                  <a:lnTo>
                    <a:pt x="204354" y="115840"/>
                  </a:lnTo>
                  <a:lnTo>
                    <a:pt x="206802" y="118294"/>
                  </a:lnTo>
                  <a:lnTo>
                    <a:pt x="207257" y="119291"/>
                  </a:lnTo>
                  <a:lnTo>
                    <a:pt x="208472" y="123091"/>
                  </a:lnTo>
                  <a:lnTo>
                    <a:pt x="209623" y="129900"/>
                  </a:lnTo>
                  <a:lnTo>
                    <a:pt x="209983" y="134412"/>
                  </a:lnTo>
                  <a:lnTo>
                    <a:pt x="212226" y="137996"/>
                  </a:lnTo>
                  <a:lnTo>
                    <a:pt x="214296" y="141301"/>
                  </a:lnTo>
                  <a:lnTo>
                    <a:pt x="216284" y="144207"/>
                  </a:lnTo>
                  <a:lnTo>
                    <a:pt x="218443" y="147361"/>
                  </a:lnTo>
                  <a:lnTo>
                    <a:pt x="218752" y="148336"/>
                  </a:lnTo>
                  <a:lnTo>
                    <a:pt x="219472" y="155021"/>
                  </a:lnTo>
                  <a:lnTo>
                    <a:pt x="220186" y="161664"/>
                  </a:lnTo>
                  <a:lnTo>
                    <a:pt x="220973" y="168982"/>
                  </a:lnTo>
                  <a:lnTo>
                    <a:pt x="221761" y="176320"/>
                  </a:lnTo>
                  <a:lnTo>
                    <a:pt x="222692" y="184961"/>
                  </a:lnTo>
                  <a:lnTo>
                    <a:pt x="223219" y="189869"/>
                  </a:lnTo>
                  <a:lnTo>
                    <a:pt x="223861" y="195821"/>
                  </a:lnTo>
                  <a:lnTo>
                    <a:pt x="224610" y="202794"/>
                  </a:lnTo>
                  <a:lnTo>
                    <a:pt x="223404" y="204275"/>
                  </a:lnTo>
                  <a:lnTo>
                    <a:pt x="222037" y="206168"/>
                  </a:lnTo>
                  <a:lnTo>
                    <a:pt x="223034" y="209760"/>
                  </a:lnTo>
                  <a:lnTo>
                    <a:pt x="224949" y="215602"/>
                  </a:lnTo>
                  <a:lnTo>
                    <a:pt x="226108" y="220316"/>
                  </a:lnTo>
                  <a:lnTo>
                    <a:pt x="226509" y="222368"/>
                  </a:lnTo>
                  <a:lnTo>
                    <a:pt x="227413" y="228220"/>
                  </a:lnTo>
                  <a:lnTo>
                    <a:pt x="228146" y="233893"/>
                  </a:lnTo>
                  <a:lnTo>
                    <a:pt x="228336" y="235730"/>
                  </a:lnTo>
                  <a:lnTo>
                    <a:pt x="228606" y="240097"/>
                  </a:lnTo>
                  <a:lnTo>
                    <a:pt x="228273" y="252117"/>
                  </a:lnTo>
                  <a:lnTo>
                    <a:pt x="228799" y="267391"/>
                  </a:lnTo>
                  <a:lnTo>
                    <a:pt x="229512" y="275003"/>
                  </a:lnTo>
                  <a:lnTo>
                    <a:pt x="228393" y="281880"/>
                  </a:lnTo>
                  <a:lnTo>
                    <a:pt x="227434" y="288443"/>
                  </a:lnTo>
                  <a:lnTo>
                    <a:pt x="227495" y="291739"/>
                  </a:lnTo>
                  <a:lnTo>
                    <a:pt x="228024" y="296897"/>
                  </a:lnTo>
                  <a:lnTo>
                    <a:pt x="228539" y="300707"/>
                  </a:lnTo>
                  <a:lnTo>
                    <a:pt x="229246" y="302713"/>
                  </a:lnTo>
                  <a:lnTo>
                    <a:pt x="229107" y="309129"/>
                  </a:lnTo>
                  <a:lnTo>
                    <a:pt x="228813" y="311459"/>
                  </a:lnTo>
                  <a:lnTo>
                    <a:pt x="226661" y="314820"/>
                  </a:lnTo>
                  <a:lnTo>
                    <a:pt x="224273" y="317907"/>
                  </a:lnTo>
                  <a:lnTo>
                    <a:pt x="223612" y="320514"/>
                  </a:lnTo>
                  <a:lnTo>
                    <a:pt x="223421" y="323423"/>
                  </a:lnTo>
                  <a:lnTo>
                    <a:pt x="223740" y="325785"/>
                  </a:lnTo>
                  <a:lnTo>
                    <a:pt x="225381" y="331015"/>
                  </a:lnTo>
                  <a:lnTo>
                    <a:pt x="227847" y="338871"/>
                  </a:lnTo>
                  <a:lnTo>
                    <a:pt x="230557" y="347505"/>
                  </a:lnTo>
                  <a:lnTo>
                    <a:pt x="230784" y="349678"/>
                  </a:lnTo>
                  <a:lnTo>
                    <a:pt x="230896" y="355810"/>
                  </a:lnTo>
                  <a:lnTo>
                    <a:pt x="232024" y="363516"/>
                  </a:lnTo>
                  <a:lnTo>
                    <a:pt x="233247" y="366885"/>
                  </a:lnTo>
                  <a:lnTo>
                    <a:pt x="233706" y="369403"/>
                  </a:lnTo>
                  <a:lnTo>
                    <a:pt x="234569" y="371199"/>
                  </a:lnTo>
                  <a:lnTo>
                    <a:pt x="235434" y="372518"/>
                  </a:lnTo>
                  <a:lnTo>
                    <a:pt x="235965" y="372677"/>
                  </a:lnTo>
                  <a:lnTo>
                    <a:pt x="239015" y="370575"/>
                  </a:lnTo>
                  <a:lnTo>
                    <a:pt x="244224" y="374042"/>
                  </a:lnTo>
                  <a:lnTo>
                    <a:pt x="249152" y="377578"/>
                  </a:lnTo>
                  <a:lnTo>
                    <a:pt x="249514" y="378274"/>
                  </a:lnTo>
                  <a:lnTo>
                    <a:pt x="250591" y="382739"/>
                  </a:lnTo>
                  <a:lnTo>
                    <a:pt x="252353" y="390041"/>
                  </a:lnTo>
                  <a:lnTo>
                    <a:pt x="253662" y="395885"/>
                  </a:lnTo>
                  <a:lnTo>
                    <a:pt x="254832" y="401113"/>
                  </a:lnTo>
                  <a:lnTo>
                    <a:pt x="248441" y="410134"/>
                  </a:lnTo>
                  <a:lnTo>
                    <a:pt x="242052" y="419156"/>
                  </a:lnTo>
                  <a:lnTo>
                    <a:pt x="235662" y="428176"/>
                  </a:lnTo>
                  <a:lnTo>
                    <a:pt x="229271" y="437197"/>
                  </a:lnTo>
                  <a:lnTo>
                    <a:pt x="222882" y="446219"/>
                  </a:lnTo>
                  <a:lnTo>
                    <a:pt x="216493" y="455240"/>
                  </a:lnTo>
                  <a:lnTo>
                    <a:pt x="210102" y="464260"/>
                  </a:lnTo>
                  <a:lnTo>
                    <a:pt x="203712" y="473281"/>
                  </a:lnTo>
                  <a:lnTo>
                    <a:pt x="199474" y="479264"/>
                  </a:lnTo>
                  <a:lnTo>
                    <a:pt x="196779" y="484542"/>
                  </a:lnTo>
                  <a:lnTo>
                    <a:pt x="193398" y="491160"/>
                  </a:lnTo>
                  <a:lnTo>
                    <a:pt x="190206" y="497734"/>
                  </a:lnTo>
                  <a:lnTo>
                    <a:pt x="187693" y="502908"/>
                  </a:lnTo>
                  <a:lnTo>
                    <a:pt x="184439" y="509610"/>
                  </a:lnTo>
                  <a:lnTo>
                    <a:pt x="182802" y="512983"/>
                  </a:lnTo>
                  <a:lnTo>
                    <a:pt x="179173" y="520454"/>
                  </a:lnTo>
                  <a:lnTo>
                    <a:pt x="178084" y="521781"/>
                  </a:lnTo>
                  <a:lnTo>
                    <a:pt x="173276" y="523989"/>
                  </a:lnTo>
                  <a:lnTo>
                    <a:pt x="168866" y="526011"/>
                  </a:lnTo>
                  <a:lnTo>
                    <a:pt x="164793" y="527881"/>
                  </a:lnTo>
                  <a:lnTo>
                    <a:pt x="162010" y="529160"/>
                  </a:lnTo>
                  <a:lnTo>
                    <a:pt x="159319" y="530393"/>
                  </a:lnTo>
                  <a:lnTo>
                    <a:pt x="155401" y="532138"/>
                  </a:lnTo>
                  <a:lnTo>
                    <a:pt x="152604" y="533383"/>
                  </a:lnTo>
                  <a:lnTo>
                    <a:pt x="149584" y="534726"/>
                  </a:lnTo>
                  <a:lnTo>
                    <a:pt x="149117" y="534954"/>
                  </a:lnTo>
                  <a:lnTo>
                    <a:pt x="148568" y="535007"/>
                  </a:lnTo>
                  <a:lnTo>
                    <a:pt x="148161" y="534956"/>
                  </a:lnTo>
                  <a:lnTo>
                    <a:pt x="147328" y="534220"/>
                  </a:lnTo>
                  <a:lnTo>
                    <a:pt x="146320" y="532458"/>
                  </a:lnTo>
                  <a:lnTo>
                    <a:pt x="145647" y="531563"/>
                  </a:lnTo>
                  <a:lnTo>
                    <a:pt x="145479" y="530177"/>
                  </a:lnTo>
                  <a:lnTo>
                    <a:pt x="145871" y="528343"/>
                  </a:lnTo>
                  <a:lnTo>
                    <a:pt x="146357" y="526688"/>
                  </a:lnTo>
                  <a:lnTo>
                    <a:pt x="146544" y="525391"/>
                  </a:lnTo>
                  <a:lnTo>
                    <a:pt x="146880" y="524406"/>
                  </a:lnTo>
                  <a:lnTo>
                    <a:pt x="147309" y="523602"/>
                  </a:lnTo>
                  <a:lnTo>
                    <a:pt x="147327" y="522469"/>
                  </a:lnTo>
                  <a:lnTo>
                    <a:pt x="146972" y="520618"/>
                  </a:lnTo>
                  <a:lnTo>
                    <a:pt x="146658" y="518053"/>
                  </a:lnTo>
                  <a:lnTo>
                    <a:pt x="146672" y="513387"/>
                  </a:lnTo>
                  <a:lnTo>
                    <a:pt x="146680" y="511837"/>
                  </a:lnTo>
                  <a:lnTo>
                    <a:pt x="146684" y="511277"/>
                  </a:lnTo>
                  <a:lnTo>
                    <a:pt x="145777" y="509490"/>
                  </a:lnTo>
                  <a:lnTo>
                    <a:pt x="144077" y="507527"/>
                  </a:lnTo>
                  <a:lnTo>
                    <a:pt x="142513" y="506365"/>
                  </a:lnTo>
                  <a:lnTo>
                    <a:pt x="141800" y="505966"/>
                  </a:lnTo>
                  <a:lnTo>
                    <a:pt x="140070" y="505272"/>
                  </a:lnTo>
                  <a:lnTo>
                    <a:pt x="137682" y="504029"/>
                  </a:lnTo>
                  <a:lnTo>
                    <a:pt x="136842" y="503176"/>
                  </a:lnTo>
                  <a:lnTo>
                    <a:pt x="135296" y="498849"/>
                  </a:lnTo>
                  <a:lnTo>
                    <a:pt x="134537" y="497741"/>
                  </a:lnTo>
                  <a:lnTo>
                    <a:pt x="130952" y="497005"/>
                  </a:lnTo>
                  <a:lnTo>
                    <a:pt x="129762" y="496291"/>
                  </a:lnTo>
                  <a:lnTo>
                    <a:pt x="128785" y="495265"/>
                  </a:lnTo>
                  <a:lnTo>
                    <a:pt x="127949" y="493883"/>
                  </a:lnTo>
                  <a:lnTo>
                    <a:pt x="127479" y="491505"/>
                  </a:lnTo>
                  <a:lnTo>
                    <a:pt x="127339" y="489569"/>
                  </a:lnTo>
                  <a:lnTo>
                    <a:pt x="127026" y="488647"/>
                  </a:lnTo>
                  <a:lnTo>
                    <a:pt x="123072" y="483978"/>
                  </a:lnTo>
                  <a:lnTo>
                    <a:pt x="122068" y="482391"/>
                  </a:lnTo>
                  <a:lnTo>
                    <a:pt x="121535" y="480909"/>
                  </a:lnTo>
                  <a:lnTo>
                    <a:pt x="121515" y="478726"/>
                  </a:lnTo>
                  <a:lnTo>
                    <a:pt x="121622" y="476046"/>
                  </a:lnTo>
                  <a:lnTo>
                    <a:pt x="121455" y="473667"/>
                  </a:lnTo>
                  <a:lnTo>
                    <a:pt x="121286" y="472493"/>
                  </a:lnTo>
                  <a:lnTo>
                    <a:pt x="119483" y="469671"/>
                  </a:lnTo>
                  <a:lnTo>
                    <a:pt x="115441" y="463344"/>
                  </a:lnTo>
                  <a:lnTo>
                    <a:pt x="111401" y="457017"/>
                  </a:lnTo>
                  <a:lnTo>
                    <a:pt x="107360" y="450689"/>
                  </a:lnTo>
                  <a:lnTo>
                    <a:pt x="107150" y="450361"/>
                  </a:lnTo>
                  <a:lnTo>
                    <a:pt x="103318" y="444364"/>
                  </a:lnTo>
                  <a:lnTo>
                    <a:pt x="99278" y="438037"/>
                  </a:lnTo>
                  <a:lnTo>
                    <a:pt x="95237" y="431708"/>
                  </a:lnTo>
                  <a:lnTo>
                    <a:pt x="91195" y="425383"/>
                  </a:lnTo>
                  <a:lnTo>
                    <a:pt x="87155" y="419056"/>
                  </a:lnTo>
                  <a:lnTo>
                    <a:pt x="83114" y="412728"/>
                  </a:lnTo>
                  <a:lnTo>
                    <a:pt x="79073" y="406403"/>
                  </a:lnTo>
                  <a:lnTo>
                    <a:pt x="75031" y="400075"/>
                  </a:lnTo>
                  <a:lnTo>
                    <a:pt x="70990" y="393748"/>
                  </a:lnTo>
                  <a:lnTo>
                    <a:pt x="66949" y="387421"/>
                  </a:lnTo>
                  <a:lnTo>
                    <a:pt x="62908" y="381094"/>
                  </a:lnTo>
                  <a:lnTo>
                    <a:pt x="58867" y="374767"/>
                  </a:lnTo>
                  <a:lnTo>
                    <a:pt x="54826" y="368442"/>
                  </a:lnTo>
                  <a:lnTo>
                    <a:pt x="51412" y="363095"/>
                  </a:lnTo>
                  <a:lnTo>
                    <a:pt x="47640" y="357448"/>
                  </a:lnTo>
                  <a:lnTo>
                    <a:pt x="44840" y="353315"/>
                  </a:lnTo>
                  <a:lnTo>
                    <a:pt x="42058" y="349206"/>
                  </a:lnTo>
                  <a:lnTo>
                    <a:pt x="39072" y="344796"/>
                  </a:lnTo>
                  <a:lnTo>
                    <a:pt x="37128" y="342059"/>
                  </a:lnTo>
                  <a:lnTo>
                    <a:pt x="34808" y="338791"/>
                  </a:lnTo>
                  <a:lnTo>
                    <a:pt x="32487" y="335523"/>
                  </a:lnTo>
                  <a:lnTo>
                    <a:pt x="30166" y="332255"/>
                  </a:lnTo>
                  <a:lnTo>
                    <a:pt x="27846" y="328987"/>
                  </a:lnTo>
                  <a:lnTo>
                    <a:pt x="25526" y="325717"/>
                  </a:lnTo>
                  <a:lnTo>
                    <a:pt x="23205" y="322451"/>
                  </a:lnTo>
                  <a:lnTo>
                    <a:pt x="20884" y="319183"/>
                  </a:lnTo>
                  <a:lnTo>
                    <a:pt x="18564" y="315915"/>
                  </a:lnTo>
                  <a:lnTo>
                    <a:pt x="16243" y="312647"/>
                  </a:lnTo>
                  <a:lnTo>
                    <a:pt x="13922" y="309379"/>
                  </a:lnTo>
                  <a:lnTo>
                    <a:pt x="11602" y="306111"/>
                  </a:lnTo>
                  <a:lnTo>
                    <a:pt x="9281" y="302843"/>
                  </a:lnTo>
                  <a:lnTo>
                    <a:pt x="6961" y="299575"/>
                  </a:lnTo>
                  <a:lnTo>
                    <a:pt x="4640" y="296307"/>
                  </a:lnTo>
                  <a:lnTo>
                    <a:pt x="2320" y="293039"/>
                  </a:lnTo>
                  <a:lnTo>
                    <a:pt x="0" y="289771"/>
                  </a:lnTo>
                  <a:lnTo>
                    <a:pt x="0" y="283734"/>
                  </a:lnTo>
                  <a:lnTo>
                    <a:pt x="0" y="278823"/>
                  </a:lnTo>
                  <a:lnTo>
                    <a:pt x="0" y="271614"/>
                  </a:lnTo>
                  <a:lnTo>
                    <a:pt x="0" y="265361"/>
                  </a:lnTo>
                  <a:lnTo>
                    <a:pt x="0" y="259106"/>
                  </a:lnTo>
                  <a:lnTo>
                    <a:pt x="0" y="254805"/>
                  </a:lnTo>
                  <a:lnTo>
                    <a:pt x="0" y="250328"/>
                  </a:lnTo>
                  <a:lnTo>
                    <a:pt x="60" y="248300"/>
                  </a:lnTo>
                  <a:lnTo>
                    <a:pt x="289" y="247437"/>
                  </a:lnTo>
                  <a:lnTo>
                    <a:pt x="1542" y="245981"/>
                  </a:lnTo>
                  <a:lnTo>
                    <a:pt x="3504" y="242662"/>
                  </a:lnTo>
                  <a:lnTo>
                    <a:pt x="4230" y="241185"/>
                  </a:lnTo>
                  <a:lnTo>
                    <a:pt x="5160" y="239697"/>
                  </a:lnTo>
                  <a:lnTo>
                    <a:pt x="8445" y="235209"/>
                  </a:lnTo>
                  <a:lnTo>
                    <a:pt x="9125" y="233958"/>
                  </a:lnTo>
                  <a:lnTo>
                    <a:pt x="12317" y="228794"/>
                  </a:lnTo>
                  <a:lnTo>
                    <a:pt x="13064" y="228035"/>
                  </a:lnTo>
                  <a:lnTo>
                    <a:pt x="14778" y="227532"/>
                  </a:lnTo>
                  <a:lnTo>
                    <a:pt x="15494" y="226563"/>
                  </a:lnTo>
                  <a:lnTo>
                    <a:pt x="16456" y="224503"/>
                  </a:lnTo>
                  <a:lnTo>
                    <a:pt x="17873" y="222134"/>
                  </a:lnTo>
                  <a:lnTo>
                    <a:pt x="18795" y="221019"/>
                  </a:lnTo>
                  <a:lnTo>
                    <a:pt x="19014" y="220814"/>
                  </a:lnTo>
                  <a:lnTo>
                    <a:pt x="19600" y="220648"/>
                  </a:lnTo>
                  <a:lnTo>
                    <a:pt x="22554" y="221345"/>
                  </a:lnTo>
                  <a:lnTo>
                    <a:pt x="23793" y="221870"/>
                  </a:lnTo>
                  <a:lnTo>
                    <a:pt x="25271" y="222314"/>
                  </a:lnTo>
                  <a:lnTo>
                    <a:pt x="25735" y="222014"/>
                  </a:lnTo>
                  <a:lnTo>
                    <a:pt x="26131" y="221278"/>
                  </a:lnTo>
                  <a:lnTo>
                    <a:pt x="26688" y="219623"/>
                  </a:lnTo>
                  <a:lnTo>
                    <a:pt x="26810" y="217668"/>
                  </a:lnTo>
                  <a:lnTo>
                    <a:pt x="26844" y="215962"/>
                  </a:lnTo>
                  <a:lnTo>
                    <a:pt x="26931" y="215213"/>
                  </a:lnTo>
                  <a:lnTo>
                    <a:pt x="27192" y="214881"/>
                  </a:lnTo>
                  <a:lnTo>
                    <a:pt x="27835" y="215006"/>
                  </a:lnTo>
                  <a:lnTo>
                    <a:pt x="28699" y="215237"/>
                  </a:lnTo>
                  <a:lnTo>
                    <a:pt x="30461" y="215167"/>
                  </a:lnTo>
                  <a:lnTo>
                    <a:pt x="31057" y="214923"/>
                  </a:lnTo>
                  <a:lnTo>
                    <a:pt x="33059" y="214559"/>
                  </a:lnTo>
                  <a:lnTo>
                    <a:pt x="35888" y="213442"/>
                  </a:lnTo>
                  <a:lnTo>
                    <a:pt x="38130" y="211997"/>
                  </a:lnTo>
                  <a:lnTo>
                    <a:pt x="39914" y="210845"/>
                  </a:lnTo>
                  <a:lnTo>
                    <a:pt x="41828" y="207840"/>
                  </a:lnTo>
                  <a:lnTo>
                    <a:pt x="43229" y="204663"/>
                  </a:lnTo>
                  <a:lnTo>
                    <a:pt x="44687" y="199927"/>
                  </a:lnTo>
                  <a:lnTo>
                    <a:pt x="45843" y="195821"/>
                  </a:lnTo>
                  <a:lnTo>
                    <a:pt x="48184" y="193250"/>
                  </a:lnTo>
                  <a:lnTo>
                    <a:pt x="50145" y="191702"/>
                  </a:lnTo>
                  <a:lnTo>
                    <a:pt x="51262" y="191089"/>
                  </a:lnTo>
                  <a:lnTo>
                    <a:pt x="53807" y="188922"/>
                  </a:lnTo>
                  <a:lnTo>
                    <a:pt x="55955" y="185651"/>
                  </a:lnTo>
                  <a:lnTo>
                    <a:pt x="57972" y="182579"/>
                  </a:lnTo>
                  <a:lnTo>
                    <a:pt x="59518" y="182173"/>
                  </a:lnTo>
                  <a:lnTo>
                    <a:pt x="61468" y="181664"/>
                  </a:lnTo>
                  <a:lnTo>
                    <a:pt x="61903" y="181087"/>
                  </a:lnTo>
                  <a:lnTo>
                    <a:pt x="62395" y="179996"/>
                  </a:lnTo>
                  <a:lnTo>
                    <a:pt x="62425" y="178080"/>
                  </a:lnTo>
                  <a:lnTo>
                    <a:pt x="61832" y="176733"/>
                  </a:lnTo>
                  <a:lnTo>
                    <a:pt x="61121" y="176023"/>
                  </a:lnTo>
                  <a:lnTo>
                    <a:pt x="60617" y="175242"/>
                  </a:lnTo>
                  <a:lnTo>
                    <a:pt x="60113" y="175101"/>
                  </a:lnTo>
                  <a:lnTo>
                    <a:pt x="59847" y="174179"/>
                  </a:lnTo>
                  <a:lnTo>
                    <a:pt x="59995" y="172475"/>
                  </a:lnTo>
                  <a:lnTo>
                    <a:pt x="60072" y="170898"/>
                  </a:lnTo>
                  <a:lnTo>
                    <a:pt x="60393" y="169332"/>
                  </a:lnTo>
                  <a:lnTo>
                    <a:pt x="60303" y="167107"/>
                  </a:lnTo>
                  <a:lnTo>
                    <a:pt x="59801" y="164884"/>
                  </a:lnTo>
                  <a:lnTo>
                    <a:pt x="59648" y="163287"/>
                  </a:lnTo>
                  <a:lnTo>
                    <a:pt x="59683" y="161707"/>
                  </a:lnTo>
                  <a:lnTo>
                    <a:pt x="59929" y="160465"/>
                  </a:lnTo>
                  <a:lnTo>
                    <a:pt x="60652" y="159648"/>
                  </a:lnTo>
                  <a:lnTo>
                    <a:pt x="61490" y="159336"/>
                  </a:lnTo>
                  <a:lnTo>
                    <a:pt x="62670" y="159730"/>
                  </a:lnTo>
                  <a:lnTo>
                    <a:pt x="64704" y="159205"/>
                  </a:lnTo>
                  <a:lnTo>
                    <a:pt x="69917" y="155372"/>
                  </a:lnTo>
                  <a:lnTo>
                    <a:pt x="70276" y="154191"/>
                  </a:lnTo>
                  <a:lnTo>
                    <a:pt x="70611" y="151539"/>
                  </a:lnTo>
                  <a:lnTo>
                    <a:pt x="70984" y="149218"/>
                  </a:lnTo>
                  <a:lnTo>
                    <a:pt x="71523" y="148440"/>
                  </a:lnTo>
                  <a:lnTo>
                    <a:pt x="71816" y="148267"/>
                  </a:lnTo>
                  <a:lnTo>
                    <a:pt x="73554" y="147645"/>
                  </a:lnTo>
                  <a:lnTo>
                    <a:pt x="76014" y="146761"/>
                  </a:lnTo>
                  <a:lnTo>
                    <a:pt x="76938" y="146634"/>
                  </a:lnTo>
                  <a:lnTo>
                    <a:pt x="79617" y="146889"/>
                  </a:lnTo>
                  <a:lnTo>
                    <a:pt x="81572" y="147075"/>
                  </a:lnTo>
                  <a:lnTo>
                    <a:pt x="84729" y="147378"/>
                  </a:lnTo>
                  <a:lnTo>
                    <a:pt x="86973" y="147533"/>
                  </a:lnTo>
                  <a:lnTo>
                    <a:pt x="88924" y="147671"/>
                  </a:lnTo>
                  <a:lnTo>
                    <a:pt x="91413" y="147844"/>
                  </a:lnTo>
                  <a:lnTo>
                    <a:pt x="92023" y="147306"/>
                  </a:lnTo>
                  <a:lnTo>
                    <a:pt x="92023" y="145612"/>
                  </a:lnTo>
                  <a:lnTo>
                    <a:pt x="91576" y="142463"/>
                  </a:lnTo>
                  <a:lnTo>
                    <a:pt x="91845" y="140499"/>
                  </a:lnTo>
                  <a:lnTo>
                    <a:pt x="92804" y="138680"/>
                  </a:lnTo>
                  <a:lnTo>
                    <a:pt x="94002" y="136636"/>
                  </a:lnTo>
                  <a:lnTo>
                    <a:pt x="93440" y="134155"/>
                  </a:lnTo>
                  <a:lnTo>
                    <a:pt x="92488" y="132494"/>
                  </a:lnTo>
                  <a:lnTo>
                    <a:pt x="91153" y="130509"/>
                  </a:lnTo>
                  <a:lnTo>
                    <a:pt x="90465" y="129691"/>
                  </a:lnTo>
                  <a:lnTo>
                    <a:pt x="89258" y="127284"/>
                  </a:lnTo>
                  <a:lnTo>
                    <a:pt x="88517" y="124541"/>
                  </a:lnTo>
                  <a:lnTo>
                    <a:pt x="88015" y="118751"/>
                  </a:lnTo>
                  <a:lnTo>
                    <a:pt x="87097" y="115508"/>
                  </a:lnTo>
                  <a:lnTo>
                    <a:pt x="86429" y="111510"/>
                  </a:lnTo>
                  <a:lnTo>
                    <a:pt x="87021" y="104179"/>
                  </a:lnTo>
                  <a:lnTo>
                    <a:pt x="86136" y="99743"/>
                  </a:lnTo>
                  <a:lnTo>
                    <a:pt x="85999" y="97823"/>
                  </a:lnTo>
                  <a:lnTo>
                    <a:pt x="85991" y="95566"/>
                  </a:lnTo>
                  <a:lnTo>
                    <a:pt x="86263" y="91664"/>
                  </a:lnTo>
                  <a:lnTo>
                    <a:pt x="86087" y="86174"/>
                  </a:lnTo>
                  <a:lnTo>
                    <a:pt x="85040" y="80505"/>
                  </a:lnTo>
                  <a:lnTo>
                    <a:pt x="85533" y="78574"/>
                  </a:lnTo>
                  <a:lnTo>
                    <a:pt x="85762" y="77576"/>
                  </a:lnTo>
                  <a:lnTo>
                    <a:pt x="85686" y="76717"/>
                  </a:lnTo>
                  <a:lnTo>
                    <a:pt x="84734" y="74915"/>
                  </a:lnTo>
                  <a:lnTo>
                    <a:pt x="84326" y="73431"/>
                  </a:lnTo>
                  <a:lnTo>
                    <a:pt x="84539" y="72033"/>
                  </a:lnTo>
                  <a:lnTo>
                    <a:pt x="85035" y="70007"/>
                  </a:lnTo>
                  <a:lnTo>
                    <a:pt x="84993" y="69158"/>
                  </a:lnTo>
                  <a:lnTo>
                    <a:pt x="83447" y="66687"/>
                  </a:lnTo>
                  <a:lnTo>
                    <a:pt x="80845" y="62689"/>
                  </a:lnTo>
                  <a:lnTo>
                    <a:pt x="80117" y="60947"/>
                  </a:lnTo>
                  <a:lnTo>
                    <a:pt x="79761" y="58748"/>
                  </a:lnTo>
                  <a:lnTo>
                    <a:pt x="82251" y="59314"/>
                  </a:lnTo>
                  <a:lnTo>
                    <a:pt x="83541" y="59043"/>
                  </a:lnTo>
                  <a:lnTo>
                    <a:pt x="86498" y="56417"/>
                  </a:lnTo>
                  <a:lnTo>
                    <a:pt x="88841" y="52872"/>
                  </a:lnTo>
                  <a:lnTo>
                    <a:pt x="90666" y="51064"/>
                  </a:lnTo>
                  <a:lnTo>
                    <a:pt x="92276" y="47179"/>
                  </a:lnTo>
                  <a:lnTo>
                    <a:pt x="93728" y="44723"/>
                  </a:lnTo>
                  <a:lnTo>
                    <a:pt x="95829" y="42077"/>
                  </a:lnTo>
                  <a:lnTo>
                    <a:pt x="101892" y="36370"/>
                  </a:lnTo>
                  <a:lnTo>
                    <a:pt x="102822" y="36321"/>
                  </a:lnTo>
                  <a:lnTo>
                    <a:pt x="104816" y="37624"/>
                  </a:lnTo>
                  <a:lnTo>
                    <a:pt x="106555" y="37219"/>
                  </a:lnTo>
                  <a:lnTo>
                    <a:pt x="107150" y="36215"/>
                  </a:lnTo>
                  <a:lnTo>
                    <a:pt x="107742" y="35217"/>
                  </a:lnTo>
                  <a:lnTo>
                    <a:pt x="109022" y="30413"/>
                  </a:lnTo>
                  <a:lnTo>
                    <a:pt x="111003" y="27481"/>
                  </a:lnTo>
                  <a:lnTo>
                    <a:pt x="113505" y="24542"/>
                  </a:lnTo>
                  <a:lnTo>
                    <a:pt x="116909" y="21743"/>
                  </a:lnTo>
                  <a:lnTo>
                    <a:pt x="119141" y="19160"/>
                  </a:lnTo>
                  <a:lnTo>
                    <a:pt x="122664" y="16925"/>
                  </a:lnTo>
                  <a:lnTo>
                    <a:pt x="131516" y="15507"/>
                  </a:lnTo>
                  <a:lnTo>
                    <a:pt x="136061" y="14245"/>
                  </a:lnTo>
                  <a:lnTo>
                    <a:pt x="139152" y="14529"/>
                  </a:lnTo>
                  <a:lnTo>
                    <a:pt x="142276" y="10446"/>
                  </a:lnTo>
                  <a:lnTo>
                    <a:pt x="143835" y="9098"/>
                  </a:lnTo>
                  <a:lnTo>
                    <a:pt x="150593" y="8783"/>
                  </a:lnTo>
                  <a:lnTo>
                    <a:pt x="153783" y="5797"/>
                  </a:lnTo>
                  <a:lnTo>
                    <a:pt x="165865" y="5793"/>
                  </a:lnTo>
                  <a:lnTo>
                    <a:pt x="167342" y="6795"/>
                  </a:lnTo>
                  <a:lnTo>
                    <a:pt x="168793" y="8401"/>
                  </a:lnTo>
                  <a:lnTo>
                    <a:pt x="171263" y="12279"/>
                  </a:lnTo>
                  <a:lnTo>
                    <a:pt x="172495" y="13124"/>
                  </a:lnTo>
                  <a:lnTo>
                    <a:pt x="174089" y="12320"/>
                  </a:lnTo>
                  <a:lnTo>
                    <a:pt x="177802" y="8651"/>
                  </a:lnTo>
                  <a:lnTo>
                    <a:pt x="181988" y="6740"/>
                  </a:lnTo>
                  <a:lnTo>
                    <a:pt x="184263" y="4552"/>
                  </a:lnTo>
                  <a:lnTo>
                    <a:pt x="185235" y="1369"/>
                  </a:lnTo>
                  <a:lnTo>
                    <a:pt x="187193" y="196"/>
                  </a:lnTo>
                  <a:lnTo>
                    <a:pt x="188296" y="2640"/>
                  </a:lnTo>
                  <a:lnTo>
                    <a:pt x="192635" y="5110"/>
                  </a:lnTo>
                  <a:lnTo>
                    <a:pt x="195299" y="4403"/>
                  </a:lnTo>
                  <a:lnTo>
                    <a:pt x="196472" y="3660"/>
                  </a:lnTo>
                  <a:lnTo>
                    <a:pt x="196050" y="0"/>
                  </a:lnTo>
                  <a:lnTo>
                    <a:pt x="198865" y="978"/>
                  </a:lnTo>
                  <a:lnTo>
                    <a:pt x="201028" y="2737"/>
                  </a:lnTo>
                  <a:lnTo>
                    <a:pt x="203297" y="6267"/>
                  </a:lnTo>
                  <a:lnTo>
                    <a:pt x="204764" y="6974"/>
                  </a:lnTo>
                  <a:lnTo>
                    <a:pt x="207438" y="5378"/>
                  </a:lnTo>
                  <a:close/>
                </a:path>
              </a:pathLst>
            </a:custGeom>
            <a:solidFill>
              <a:srgbClr val="FFF6F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0"/>
            <p:cNvSpPr/>
            <p:nvPr/>
          </p:nvSpPr>
          <p:spPr>
            <a:xfrm>
              <a:off x="2373467" y="3712932"/>
              <a:ext cx="4490" cy="10131"/>
            </a:xfrm>
            <a:custGeom>
              <a:avLst/>
              <a:pathLst>
                <a:path w="4490" h="10131">
                  <a:moveTo>
                    <a:pt x="1744" y="8991"/>
                  </a:moveTo>
                  <a:lnTo>
                    <a:pt x="1508" y="10131"/>
                  </a:lnTo>
                  <a:lnTo>
                    <a:pt x="336" y="10030"/>
                  </a:lnTo>
                  <a:lnTo>
                    <a:pt x="0" y="9664"/>
                  </a:lnTo>
                  <a:lnTo>
                    <a:pt x="9" y="8359"/>
                  </a:lnTo>
                  <a:lnTo>
                    <a:pt x="285" y="4227"/>
                  </a:lnTo>
                  <a:lnTo>
                    <a:pt x="607" y="2490"/>
                  </a:lnTo>
                  <a:lnTo>
                    <a:pt x="1570" y="810"/>
                  </a:lnTo>
                  <a:lnTo>
                    <a:pt x="2371" y="0"/>
                  </a:lnTo>
                  <a:lnTo>
                    <a:pt x="3401" y="147"/>
                  </a:lnTo>
                  <a:lnTo>
                    <a:pt x="4490" y="1676"/>
                  </a:lnTo>
                  <a:lnTo>
                    <a:pt x="3204" y="4452"/>
                  </a:lnTo>
                  <a:lnTo>
                    <a:pt x="2489" y="4873"/>
                  </a:lnTo>
                  <a:lnTo>
                    <a:pt x="2215" y="5231"/>
                  </a:lnTo>
                  <a:close/>
                </a:path>
              </a:pathLst>
            </a:custGeom>
            <a:solidFill>
              <a:srgbClr val="FEFEF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1"/>
            <p:cNvSpPr/>
            <p:nvPr/>
          </p:nvSpPr>
          <p:spPr>
            <a:xfrm>
              <a:off x="2247026" y="3670149"/>
              <a:ext cx="1732" cy="3575"/>
            </a:xfrm>
            <a:custGeom>
              <a:avLst/>
              <a:pathLst>
                <a:path w="1732" h="3575">
                  <a:moveTo>
                    <a:pt x="1179" y="3514"/>
                  </a:moveTo>
                  <a:lnTo>
                    <a:pt x="680" y="3575"/>
                  </a:lnTo>
                  <a:lnTo>
                    <a:pt x="0" y="2308"/>
                  </a:lnTo>
                  <a:lnTo>
                    <a:pt x="522" y="0"/>
                  </a:lnTo>
                  <a:lnTo>
                    <a:pt x="1080" y="556"/>
                  </a:lnTo>
                  <a:lnTo>
                    <a:pt x="1490" y="1220"/>
                  </a:lnTo>
                  <a:lnTo>
                    <a:pt x="1732" y="2106"/>
                  </a:lnTo>
                  <a:close/>
                </a:path>
              </a:pathLst>
            </a:custGeom>
            <a:solidFill>
              <a:srgbClr val="FEFEF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2"/>
            <p:cNvSpPr/>
            <p:nvPr/>
          </p:nvSpPr>
          <p:spPr>
            <a:xfrm>
              <a:off x="2258267" y="3654166"/>
              <a:ext cx="4309" cy="8045"/>
            </a:xfrm>
            <a:custGeom>
              <a:avLst/>
              <a:pathLst>
                <a:path w="4309" h="8045">
                  <a:moveTo>
                    <a:pt x="2340" y="6824"/>
                  </a:moveTo>
                  <a:lnTo>
                    <a:pt x="888" y="8045"/>
                  </a:lnTo>
                  <a:lnTo>
                    <a:pt x="386" y="7496"/>
                  </a:lnTo>
                  <a:lnTo>
                    <a:pt x="73" y="6896"/>
                  </a:lnTo>
                  <a:lnTo>
                    <a:pt x="0" y="6160"/>
                  </a:lnTo>
                  <a:lnTo>
                    <a:pt x="803" y="4337"/>
                  </a:lnTo>
                  <a:lnTo>
                    <a:pt x="1587" y="3347"/>
                  </a:lnTo>
                  <a:lnTo>
                    <a:pt x="2288" y="1246"/>
                  </a:lnTo>
                  <a:lnTo>
                    <a:pt x="3580" y="0"/>
                  </a:lnTo>
                  <a:lnTo>
                    <a:pt x="3957" y="288"/>
                  </a:lnTo>
                  <a:lnTo>
                    <a:pt x="4209" y="724"/>
                  </a:lnTo>
                  <a:lnTo>
                    <a:pt x="4309" y="1428"/>
                  </a:lnTo>
                  <a:lnTo>
                    <a:pt x="3871" y="3128"/>
                  </a:lnTo>
                  <a:lnTo>
                    <a:pt x="3087" y="4314"/>
                  </a:lnTo>
                  <a:close/>
                </a:path>
              </a:pathLst>
            </a:custGeom>
            <a:solidFill>
              <a:srgbClr val="FEFEF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3"/>
            <p:cNvSpPr/>
            <p:nvPr/>
          </p:nvSpPr>
          <p:spPr>
            <a:xfrm>
              <a:off x="2246747" y="3648391"/>
              <a:ext cx="4403" cy="8529"/>
            </a:xfrm>
            <a:custGeom>
              <a:avLst/>
              <a:pathLst>
                <a:path w="4403" h="8529">
                  <a:moveTo>
                    <a:pt x="2557" y="8478"/>
                  </a:moveTo>
                  <a:lnTo>
                    <a:pt x="1913" y="8529"/>
                  </a:lnTo>
                  <a:lnTo>
                    <a:pt x="0" y="5667"/>
                  </a:lnTo>
                  <a:lnTo>
                    <a:pt x="128" y="2859"/>
                  </a:lnTo>
                  <a:lnTo>
                    <a:pt x="893" y="966"/>
                  </a:lnTo>
                  <a:lnTo>
                    <a:pt x="3365" y="0"/>
                  </a:lnTo>
                  <a:lnTo>
                    <a:pt x="4403" y="1777"/>
                  </a:lnTo>
                  <a:lnTo>
                    <a:pt x="4311" y="5145"/>
                  </a:lnTo>
                  <a:lnTo>
                    <a:pt x="3468" y="7603"/>
                  </a:lnTo>
                  <a:lnTo>
                    <a:pt x="2797" y="8053"/>
                  </a:lnTo>
                  <a:close/>
                </a:path>
              </a:pathLst>
            </a:custGeom>
            <a:solidFill>
              <a:srgbClr val="FEFEF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4"/>
            <p:cNvSpPr/>
            <p:nvPr/>
          </p:nvSpPr>
          <p:spPr>
            <a:xfrm>
              <a:off x="2233025" y="3641625"/>
              <a:ext cx="3143" cy="6576"/>
            </a:xfrm>
            <a:custGeom>
              <a:avLst/>
              <a:pathLst>
                <a:path w="3143" h="6576">
                  <a:moveTo>
                    <a:pt x="2815" y="6062"/>
                  </a:moveTo>
                  <a:lnTo>
                    <a:pt x="1576" y="6576"/>
                  </a:lnTo>
                  <a:lnTo>
                    <a:pt x="535" y="5563"/>
                  </a:lnTo>
                  <a:lnTo>
                    <a:pt x="93" y="3993"/>
                  </a:lnTo>
                  <a:lnTo>
                    <a:pt x="0" y="1633"/>
                  </a:lnTo>
                  <a:lnTo>
                    <a:pt x="92" y="851"/>
                  </a:lnTo>
                  <a:lnTo>
                    <a:pt x="2393" y="0"/>
                  </a:lnTo>
                  <a:lnTo>
                    <a:pt x="3143" y="1973"/>
                  </a:lnTo>
                  <a:lnTo>
                    <a:pt x="3136" y="4882"/>
                  </a:lnTo>
                  <a:close/>
                </a:path>
              </a:pathLst>
            </a:custGeom>
            <a:solidFill>
              <a:srgbClr val="FEFEF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5"/>
            <p:cNvSpPr/>
            <p:nvPr/>
          </p:nvSpPr>
          <p:spPr>
            <a:xfrm>
              <a:off x="2242729" y="3638811"/>
              <a:ext cx="3880" cy="6022"/>
            </a:xfrm>
            <a:custGeom>
              <a:avLst/>
              <a:pathLst>
                <a:path w="3880" h="6022">
                  <a:moveTo>
                    <a:pt x="3626" y="5127"/>
                  </a:moveTo>
                  <a:lnTo>
                    <a:pt x="3051" y="6022"/>
                  </a:lnTo>
                  <a:lnTo>
                    <a:pt x="724" y="4992"/>
                  </a:lnTo>
                  <a:lnTo>
                    <a:pt x="0" y="3278"/>
                  </a:lnTo>
                  <a:lnTo>
                    <a:pt x="585" y="937"/>
                  </a:lnTo>
                  <a:lnTo>
                    <a:pt x="1078" y="0"/>
                  </a:lnTo>
                  <a:lnTo>
                    <a:pt x="2470" y="868"/>
                  </a:lnTo>
                  <a:lnTo>
                    <a:pt x="3880" y="3485"/>
                  </a:lnTo>
                  <a:close/>
                </a:path>
              </a:pathLst>
            </a:custGeom>
            <a:solidFill>
              <a:srgbClr val="FEFEF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6"/>
            <p:cNvSpPr/>
            <p:nvPr/>
          </p:nvSpPr>
          <p:spPr>
            <a:xfrm>
              <a:off x="2233732" y="3630352"/>
              <a:ext cx="9836" cy="33847"/>
            </a:xfrm>
            <a:custGeom>
              <a:avLst/>
              <a:pathLst>
                <a:path w="9836" h="33847">
                  <a:moveTo>
                    <a:pt x="4006" y="2975"/>
                  </a:moveTo>
                  <a:lnTo>
                    <a:pt x="4772" y="4879"/>
                  </a:lnTo>
                  <a:lnTo>
                    <a:pt x="5190" y="10308"/>
                  </a:lnTo>
                  <a:lnTo>
                    <a:pt x="7666" y="16036"/>
                  </a:lnTo>
                  <a:lnTo>
                    <a:pt x="7973" y="19237"/>
                  </a:lnTo>
                  <a:lnTo>
                    <a:pt x="7753" y="20726"/>
                  </a:lnTo>
                  <a:lnTo>
                    <a:pt x="7871" y="21309"/>
                  </a:lnTo>
                  <a:lnTo>
                    <a:pt x="9060" y="23568"/>
                  </a:lnTo>
                  <a:lnTo>
                    <a:pt x="9836" y="25940"/>
                  </a:lnTo>
                  <a:lnTo>
                    <a:pt x="8530" y="31509"/>
                  </a:lnTo>
                  <a:lnTo>
                    <a:pt x="5747" y="33847"/>
                  </a:lnTo>
                  <a:lnTo>
                    <a:pt x="2780" y="33769"/>
                  </a:lnTo>
                  <a:lnTo>
                    <a:pt x="2193" y="33169"/>
                  </a:lnTo>
                  <a:lnTo>
                    <a:pt x="1397" y="31039"/>
                  </a:lnTo>
                  <a:lnTo>
                    <a:pt x="1251" y="29158"/>
                  </a:lnTo>
                  <a:lnTo>
                    <a:pt x="1709" y="27342"/>
                  </a:lnTo>
                  <a:lnTo>
                    <a:pt x="3242" y="24587"/>
                  </a:lnTo>
                  <a:lnTo>
                    <a:pt x="5579" y="22122"/>
                  </a:lnTo>
                  <a:lnTo>
                    <a:pt x="5872" y="20238"/>
                  </a:lnTo>
                  <a:lnTo>
                    <a:pt x="4933" y="18403"/>
                  </a:lnTo>
                  <a:lnTo>
                    <a:pt x="4285" y="14758"/>
                  </a:lnTo>
                  <a:lnTo>
                    <a:pt x="2809" y="12204"/>
                  </a:lnTo>
                  <a:lnTo>
                    <a:pt x="2072" y="4409"/>
                  </a:lnTo>
                  <a:lnTo>
                    <a:pt x="1581" y="4022"/>
                  </a:lnTo>
                  <a:lnTo>
                    <a:pt x="577" y="5097"/>
                  </a:lnTo>
                  <a:lnTo>
                    <a:pt x="83" y="4155"/>
                  </a:lnTo>
                  <a:lnTo>
                    <a:pt x="0" y="3656"/>
                  </a:lnTo>
                  <a:lnTo>
                    <a:pt x="1081" y="1878"/>
                  </a:lnTo>
                  <a:lnTo>
                    <a:pt x="1305" y="610"/>
                  </a:lnTo>
                  <a:lnTo>
                    <a:pt x="2905" y="0"/>
                  </a:lnTo>
                  <a:lnTo>
                    <a:pt x="3591" y="1017"/>
                  </a:lnTo>
                  <a:close/>
                </a:path>
              </a:pathLst>
            </a:custGeom>
            <a:solidFill>
              <a:srgbClr val="FEFEF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7"/>
            <p:cNvSpPr/>
            <p:nvPr/>
          </p:nvSpPr>
          <p:spPr>
            <a:xfrm>
              <a:off x="2389277" y="3593890"/>
              <a:ext cx="1133" cy="3380"/>
            </a:xfrm>
            <a:custGeom>
              <a:avLst/>
              <a:pathLst>
                <a:path w="1133" h="3380">
                  <a:moveTo>
                    <a:pt x="1017" y="3161"/>
                  </a:moveTo>
                  <a:lnTo>
                    <a:pt x="321" y="3380"/>
                  </a:lnTo>
                  <a:lnTo>
                    <a:pt x="0" y="1966"/>
                  </a:lnTo>
                  <a:lnTo>
                    <a:pt x="844" y="320"/>
                  </a:lnTo>
                  <a:lnTo>
                    <a:pt x="1133" y="0"/>
                  </a:lnTo>
                  <a:close/>
                </a:path>
              </a:pathLst>
            </a:custGeom>
            <a:solidFill>
              <a:srgbClr val="FEFEF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8"/>
            <p:cNvSpPr/>
            <p:nvPr/>
          </p:nvSpPr>
          <p:spPr>
            <a:xfrm>
              <a:off x="2364954" y="3591065"/>
              <a:ext cx="70499" cy="190473"/>
            </a:xfrm>
            <a:custGeom>
              <a:avLst/>
              <a:pathLst>
                <a:path w="70499" h="190473">
                  <a:moveTo>
                    <a:pt x="70069" y="46153"/>
                  </a:moveTo>
                  <a:lnTo>
                    <a:pt x="69378" y="47206"/>
                  </a:lnTo>
                  <a:lnTo>
                    <a:pt x="68663" y="47318"/>
                  </a:lnTo>
                  <a:lnTo>
                    <a:pt x="67706" y="47647"/>
                  </a:lnTo>
                  <a:lnTo>
                    <a:pt x="66376" y="46634"/>
                  </a:lnTo>
                  <a:lnTo>
                    <a:pt x="65851" y="46634"/>
                  </a:lnTo>
                  <a:lnTo>
                    <a:pt x="65780" y="47662"/>
                  </a:lnTo>
                  <a:lnTo>
                    <a:pt x="66662" y="48917"/>
                  </a:lnTo>
                  <a:lnTo>
                    <a:pt x="67520" y="50343"/>
                  </a:lnTo>
                  <a:lnTo>
                    <a:pt x="67829" y="52513"/>
                  </a:lnTo>
                  <a:lnTo>
                    <a:pt x="68338" y="55087"/>
                  </a:lnTo>
                  <a:lnTo>
                    <a:pt x="69566" y="57972"/>
                  </a:lnTo>
                  <a:lnTo>
                    <a:pt x="70331" y="59415"/>
                  </a:lnTo>
                  <a:lnTo>
                    <a:pt x="70379" y="60442"/>
                  </a:lnTo>
                  <a:lnTo>
                    <a:pt x="70140" y="62327"/>
                  </a:lnTo>
                  <a:lnTo>
                    <a:pt x="70080" y="63899"/>
                  </a:lnTo>
                  <a:lnTo>
                    <a:pt x="70499" y="71131"/>
                  </a:lnTo>
                  <a:lnTo>
                    <a:pt x="70218" y="71572"/>
                  </a:lnTo>
                  <a:lnTo>
                    <a:pt x="69764" y="71610"/>
                  </a:lnTo>
                  <a:lnTo>
                    <a:pt x="69283" y="71572"/>
                  </a:lnTo>
                  <a:lnTo>
                    <a:pt x="68889" y="70787"/>
                  </a:lnTo>
                  <a:lnTo>
                    <a:pt x="68544" y="70317"/>
                  </a:lnTo>
                  <a:lnTo>
                    <a:pt x="68391" y="71437"/>
                  </a:lnTo>
                  <a:lnTo>
                    <a:pt x="68037" y="74657"/>
                  </a:lnTo>
                  <a:lnTo>
                    <a:pt x="67238" y="81900"/>
                  </a:lnTo>
                  <a:lnTo>
                    <a:pt x="66539" y="88251"/>
                  </a:lnTo>
                  <a:lnTo>
                    <a:pt x="65661" y="90499"/>
                  </a:lnTo>
                  <a:lnTo>
                    <a:pt x="64392" y="94069"/>
                  </a:lnTo>
                  <a:lnTo>
                    <a:pt x="62653" y="98954"/>
                  </a:lnTo>
                  <a:lnTo>
                    <a:pt x="60131" y="106036"/>
                  </a:lnTo>
                  <a:lnTo>
                    <a:pt x="58267" y="109311"/>
                  </a:lnTo>
                  <a:lnTo>
                    <a:pt x="56795" y="111893"/>
                  </a:lnTo>
                  <a:lnTo>
                    <a:pt x="55077" y="114877"/>
                  </a:lnTo>
                  <a:lnTo>
                    <a:pt x="52859" y="118727"/>
                  </a:lnTo>
                  <a:lnTo>
                    <a:pt x="50371" y="120894"/>
                  </a:lnTo>
                  <a:lnTo>
                    <a:pt x="46907" y="123901"/>
                  </a:lnTo>
                  <a:lnTo>
                    <a:pt x="44457" y="126027"/>
                  </a:lnTo>
                  <a:lnTo>
                    <a:pt x="42650" y="127513"/>
                  </a:lnTo>
                  <a:lnTo>
                    <a:pt x="40768" y="129063"/>
                  </a:lnTo>
                  <a:lnTo>
                    <a:pt x="38280" y="131109"/>
                  </a:lnTo>
                  <a:lnTo>
                    <a:pt x="37319" y="133039"/>
                  </a:lnTo>
                  <a:lnTo>
                    <a:pt x="35722" y="137763"/>
                  </a:lnTo>
                  <a:lnTo>
                    <a:pt x="34978" y="140040"/>
                  </a:lnTo>
                  <a:lnTo>
                    <a:pt x="34298" y="141999"/>
                  </a:lnTo>
                  <a:lnTo>
                    <a:pt x="34158" y="142894"/>
                  </a:lnTo>
                  <a:lnTo>
                    <a:pt x="34247" y="143465"/>
                  </a:lnTo>
                  <a:lnTo>
                    <a:pt x="34573" y="144420"/>
                  </a:lnTo>
                  <a:lnTo>
                    <a:pt x="34604" y="145396"/>
                  </a:lnTo>
                  <a:lnTo>
                    <a:pt x="34155" y="146008"/>
                  </a:lnTo>
                  <a:lnTo>
                    <a:pt x="33767" y="146106"/>
                  </a:lnTo>
                  <a:lnTo>
                    <a:pt x="33593" y="145615"/>
                  </a:lnTo>
                  <a:lnTo>
                    <a:pt x="33466" y="144539"/>
                  </a:lnTo>
                  <a:lnTo>
                    <a:pt x="33053" y="143442"/>
                  </a:lnTo>
                  <a:lnTo>
                    <a:pt x="32573" y="143125"/>
                  </a:lnTo>
                  <a:lnTo>
                    <a:pt x="32298" y="143393"/>
                  </a:lnTo>
                  <a:lnTo>
                    <a:pt x="32275" y="144394"/>
                  </a:lnTo>
                  <a:lnTo>
                    <a:pt x="31648" y="149228"/>
                  </a:lnTo>
                  <a:lnTo>
                    <a:pt x="31625" y="151577"/>
                  </a:lnTo>
                  <a:lnTo>
                    <a:pt x="31359" y="152506"/>
                  </a:lnTo>
                  <a:lnTo>
                    <a:pt x="31380" y="154607"/>
                  </a:lnTo>
                  <a:lnTo>
                    <a:pt x="30747" y="156563"/>
                  </a:lnTo>
                  <a:lnTo>
                    <a:pt x="30471" y="158306"/>
                  </a:lnTo>
                  <a:lnTo>
                    <a:pt x="30278" y="159787"/>
                  </a:lnTo>
                  <a:lnTo>
                    <a:pt x="29768" y="160814"/>
                  </a:lnTo>
                  <a:lnTo>
                    <a:pt x="29586" y="162430"/>
                  </a:lnTo>
                  <a:lnTo>
                    <a:pt x="29114" y="165849"/>
                  </a:lnTo>
                  <a:lnTo>
                    <a:pt x="28564" y="168533"/>
                  </a:lnTo>
                  <a:lnTo>
                    <a:pt x="28176" y="170830"/>
                  </a:lnTo>
                  <a:lnTo>
                    <a:pt x="28105" y="172547"/>
                  </a:lnTo>
                  <a:lnTo>
                    <a:pt x="28400" y="173762"/>
                  </a:lnTo>
                  <a:lnTo>
                    <a:pt x="28503" y="174740"/>
                  </a:lnTo>
                  <a:lnTo>
                    <a:pt x="28237" y="176497"/>
                  </a:lnTo>
                  <a:lnTo>
                    <a:pt x="28094" y="177819"/>
                  </a:lnTo>
                  <a:lnTo>
                    <a:pt x="27391" y="178714"/>
                  </a:lnTo>
                  <a:lnTo>
                    <a:pt x="25929" y="180852"/>
                  </a:lnTo>
                  <a:lnTo>
                    <a:pt x="25360" y="182312"/>
                  </a:lnTo>
                  <a:lnTo>
                    <a:pt x="25136" y="183974"/>
                  </a:lnTo>
                  <a:lnTo>
                    <a:pt x="25279" y="185391"/>
                  </a:lnTo>
                  <a:lnTo>
                    <a:pt x="25217" y="186565"/>
                  </a:lnTo>
                  <a:lnTo>
                    <a:pt x="24524" y="187004"/>
                  </a:lnTo>
                  <a:lnTo>
                    <a:pt x="24278" y="188031"/>
                  </a:lnTo>
                  <a:lnTo>
                    <a:pt x="23809" y="189838"/>
                  </a:lnTo>
                  <a:lnTo>
                    <a:pt x="23279" y="190473"/>
                  </a:lnTo>
                  <a:lnTo>
                    <a:pt x="21916" y="189515"/>
                  </a:lnTo>
                  <a:lnTo>
                    <a:pt x="20912" y="189497"/>
                  </a:lnTo>
                  <a:lnTo>
                    <a:pt x="20136" y="188617"/>
                  </a:lnTo>
                  <a:lnTo>
                    <a:pt x="19291" y="186023"/>
                  </a:lnTo>
                  <a:lnTo>
                    <a:pt x="18596" y="183841"/>
                  </a:lnTo>
                  <a:lnTo>
                    <a:pt x="18027" y="181016"/>
                  </a:lnTo>
                  <a:lnTo>
                    <a:pt x="17851" y="177132"/>
                  </a:lnTo>
                  <a:lnTo>
                    <a:pt x="17091" y="175992"/>
                  </a:lnTo>
                  <a:lnTo>
                    <a:pt x="16341" y="174642"/>
                  </a:lnTo>
                  <a:lnTo>
                    <a:pt x="15447" y="175017"/>
                  </a:lnTo>
                  <a:lnTo>
                    <a:pt x="14382" y="175277"/>
                  </a:lnTo>
                  <a:lnTo>
                    <a:pt x="13791" y="174376"/>
                  </a:lnTo>
                  <a:lnTo>
                    <a:pt x="12338" y="172734"/>
                  </a:lnTo>
                  <a:lnTo>
                    <a:pt x="11096" y="170879"/>
                  </a:lnTo>
                  <a:lnTo>
                    <a:pt x="10158" y="169950"/>
                  </a:lnTo>
                  <a:lnTo>
                    <a:pt x="9444" y="170391"/>
                  </a:lnTo>
                  <a:lnTo>
                    <a:pt x="9015" y="171514"/>
                  </a:lnTo>
                  <a:lnTo>
                    <a:pt x="8260" y="173516"/>
                  </a:lnTo>
                  <a:lnTo>
                    <a:pt x="7148" y="174902"/>
                  </a:lnTo>
                  <a:lnTo>
                    <a:pt x="6646" y="174835"/>
                  </a:lnTo>
                  <a:lnTo>
                    <a:pt x="5975" y="173909"/>
                  </a:lnTo>
                  <a:lnTo>
                    <a:pt x="5852" y="172833"/>
                  </a:lnTo>
                  <a:lnTo>
                    <a:pt x="6403" y="171124"/>
                  </a:lnTo>
                  <a:lnTo>
                    <a:pt x="7526" y="167361"/>
                  </a:lnTo>
                  <a:lnTo>
                    <a:pt x="6281" y="167263"/>
                  </a:lnTo>
                  <a:lnTo>
                    <a:pt x="5852" y="166092"/>
                  </a:lnTo>
                  <a:lnTo>
                    <a:pt x="5791" y="164721"/>
                  </a:lnTo>
                  <a:lnTo>
                    <a:pt x="5587" y="163255"/>
                  </a:lnTo>
                  <a:lnTo>
                    <a:pt x="5832" y="161498"/>
                  </a:lnTo>
                  <a:lnTo>
                    <a:pt x="6485" y="160569"/>
                  </a:lnTo>
                  <a:lnTo>
                    <a:pt x="7464" y="161301"/>
                  </a:lnTo>
                  <a:lnTo>
                    <a:pt x="8138" y="161351"/>
                  </a:lnTo>
                  <a:lnTo>
                    <a:pt x="8587" y="159688"/>
                  </a:lnTo>
                  <a:lnTo>
                    <a:pt x="9036" y="158955"/>
                  </a:lnTo>
                  <a:lnTo>
                    <a:pt x="9485" y="158419"/>
                  </a:lnTo>
                  <a:lnTo>
                    <a:pt x="9668" y="157588"/>
                  </a:lnTo>
                  <a:lnTo>
                    <a:pt x="9195" y="154927"/>
                  </a:lnTo>
                  <a:lnTo>
                    <a:pt x="9056" y="153484"/>
                  </a:lnTo>
                  <a:lnTo>
                    <a:pt x="9199" y="152653"/>
                  </a:lnTo>
                  <a:lnTo>
                    <a:pt x="9178" y="150991"/>
                  </a:lnTo>
                  <a:lnTo>
                    <a:pt x="9158" y="149770"/>
                  </a:lnTo>
                  <a:lnTo>
                    <a:pt x="8872" y="148694"/>
                  </a:lnTo>
                  <a:lnTo>
                    <a:pt x="8852" y="147081"/>
                  </a:lnTo>
                  <a:lnTo>
                    <a:pt x="8607" y="146204"/>
                  </a:lnTo>
                  <a:lnTo>
                    <a:pt x="8525" y="145275"/>
                  </a:lnTo>
                  <a:lnTo>
                    <a:pt x="8505" y="144198"/>
                  </a:lnTo>
                  <a:lnTo>
                    <a:pt x="8199" y="143662"/>
                  </a:lnTo>
                  <a:lnTo>
                    <a:pt x="7874" y="143113"/>
                  </a:lnTo>
                  <a:lnTo>
                    <a:pt x="8140" y="142727"/>
                  </a:lnTo>
                  <a:lnTo>
                    <a:pt x="9907" y="141235"/>
                  </a:lnTo>
                  <a:lnTo>
                    <a:pt x="10642" y="139749"/>
                  </a:lnTo>
                  <a:lnTo>
                    <a:pt x="11551" y="138392"/>
                  </a:lnTo>
                  <a:lnTo>
                    <a:pt x="12333" y="136312"/>
                  </a:lnTo>
                  <a:lnTo>
                    <a:pt x="12848" y="134315"/>
                  </a:lnTo>
                  <a:lnTo>
                    <a:pt x="14068" y="125061"/>
                  </a:lnTo>
                  <a:lnTo>
                    <a:pt x="15213" y="119214"/>
                  </a:lnTo>
                  <a:lnTo>
                    <a:pt x="15021" y="116424"/>
                  </a:lnTo>
                  <a:lnTo>
                    <a:pt x="14072" y="112638"/>
                  </a:lnTo>
                  <a:lnTo>
                    <a:pt x="13858" y="107063"/>
                  </a:lnTo>
                  <a:lnTo>
                    <a:pt x="13946" y="105369"/>
                  </a:lnTo>
                  <a:lnTo>
                    <a:pt x="13828" y="104094"/>
                  </a:lnTo>
                  <a:lnTo>
                    <a:pt x="13196" y="106408"/>
                  </a:lnTo>
                  <a:lnTo>
                    <a:pt x="13357" y="114620"/>
                  </a:lnTo>
                  <a:lnTo>
                    <a:pt x="12798" y="118311"/>
                  </a:lnTo>
                  <a:lnTo>
                    <a:pt x="12016" y="119203"/>
                  </a:lnTo>
                  <a:lnTo>
                    <a:pt x="11508" y="118554"/>
                  </a:lnTo>
                  <a:lnTo>
                    <a:pt x="11798" y="112557"/>
                  </a:lnTo>
                  <a:lnTo>
                    <a:pt x="11225" y="113648"/>
                  </a:lnTo>
                  <a:lnTo>
                    <a:pt x="10311" y="117717"/>
                  </a:lnTo>
                  <a:lnTo>
                    <a:pt x="8812" y="120735"/>
                  </a:lnTo>
                  <a:lnTo>
                    <a:pt x="8730" y="121742"/>
                  </a:lnTo>
                  <a:lnTo>
                    <a:pt x="8367" y="122986"/>
                  </a:lnTo>
                  <a:lnTo>
                    <a:pt x="7209" y="121840"/>
                  </a:lnTo>
                  <a:lnTo>
                    <a:pt x="6326" y="120599"/>
                  </a:lnTo>
                  <a:lnTo>
                    <a:pt x="3429" y="113830"/>
                  </a:lnTo>
                  <a:lnTo>
                    <a:pt x="1526" y="112416"/>
                  </a:lnTo>
                  <a:lnTo>
                    <a:pt x="377" y="110055"/>
                  </a:lnTo>
                  <a:lnTo>
                    <a:pt x="137" y="109060"/>
                  </a:lnTo>
                  <a:lnTo>
                    <a:pt x="0" y="107695"/>
                  </a:lnTo>
                  <a:lnTo>
                    <a:pt x="1174" y="106275"/>
                  </a:lnTo>
                  <a:lnTo>
                    <a:pt x="2374" y="104368"/>
                  </a:lnTo>
                  <a:lnTo>
                    <a:pt x="2495" y="100169"/>
                  </a:lnTo>
                  <a:lnTo>
                    <a:pt x="2463" y="96871"/>
                  </a:lnTo>
                  <a:lnTo>
                    <a:pt x="1576" y="91241"/>
                  </a:lnTo>
                  <a:lnTo>
                    <a:pt x="1991" y="83882"/>
                  </a:lnTo>
                  <a:lnTo>
                    <a:pt x="1761" y="81000"/>
                  </a:lnTo>
                  <a:lnTo>
                    <a:pt x="745" y="74885"/>
                  </a:lnTo>
                  <a:lnTo>
                    <a:pt x="1497" y="71806"/>
                  </a:lnTo>
                  <a:lnTo>
                    <a:pt x="4184" y="69561"/>
                  </a:lnTo>
                  <a:lnTo>
                    <a:pt x="5045" y="68060"/>
                  </a:lnTo>
                  <a:lnTo>
                    <a:pt x="5648" y="63210"/>
                  </a:lnTo>
                  <a:lnTo>
                    <a:pt x="6260" y="60304"/>
                  </a:lnTo>
                  <a:lnTo>
                    <a:pt x="7458" y="61475"/>
                  </a:lnTo>
                  <a:lnTo>
                    <a:pt x="8396" y="61340"/>
                  </a:lnTo>
                  <a:lnTo>
                    <a:pt x="7132" y="60261"/>
                  </a:lnTo>
                  <a:lnTo>
                    <a:pt x="6101" y="55889"/>
                  </a:lnTo>
                  <a:lnTo>
                    <a:pt x="5929" y="53886"/>
                  </a:lnTo>
                  <a:lnTo>
                    <a:pt x="7916" y="47904"/>
                  </a:lnTo>
                  <a:lnTo>
                    <a:pt x="8955" y="46346"/>
                  </a:lnTo>
                  <a:lnTo>
                    <a:pt x="10234" y="43183"/>
                  </a:lnTo>
                  <a:lnTo>
                    <a:pt x="11311" y="38413"/>
                  </a:lnTo>
                  <a:lnTo>
                    <a:pt x="11572" y="30885"/>
                  </a:lnTo>
                  <a:lnTo>
                    <a:pt x="11127" y="25503"/>
                  </a:lnTo>
                  <a:lnTo>
                    <a:pt x="10791" y="19815"/>
                  </a:lnTo>
                  <a:lnTo>
                    <a:pt x="11437" y="18344"/>
                  </a:lnTo>
                  <a:lnTo>
                    <a:pt x="13071" y="17586"/>
                  </a:lnTo>
                  <a:lnTo>
                    <a:pt x="14399" y="15752"/>
                  </a:lnTo>
                  <a:lnTo>
                    <a:pt x="15074" y="14053"/>
                  </a:lnTo>
                  <a:lnTo>
                    <a:pt x="16653" y="14308"/>
                  </a:lnTo>
                  <a:lnTo>
                    <a:pt x="18477" y="11681"/>
                  </a:lnTo>
                  <a:lnTo>
                    <a:pt x="21393" y="10365"/>
                  </a:lnTo>
                  <a:lnTo>
                    <a:pt x="25458" y="7361"/>
                  </a:lnTo>
                  <a:lnTo>
                    <a:pt x="26354" y="4710"/>
                  </a:lnTo>
                  <a:lnTo>
                    <a:pt x="25952" y="0"/>
                  </a:lnTo>
                  <a:lnTo>
                    <a:pt x="26332" y="611"/>
                  </a:lnTo>
                  <a:lnTo>
                    <a:pt x="27464" y="2856"/>
                  </a:lnTo>
                  <a:lnTo>
                    <a:pt x="28148" y="5080"/>
                  </a:lnTo>
                  <a:lnTo>
                    <a:pt x="29308" y="6462"/>
                  </a:lnTo>
                  <a:lnTo>
                    <a:pt x="30248" y="7580"/>
                  </a:lnTo>
                  <a:lnTo>
                    <a:pt x="32708" y="12093"/>
                  </a:lnTo>
                  <a:lnTo>
                    <a:pt x="34330" y="14384"/>
                  </a:lnTo>
                  <a:lnTo>
                    <a:pt x="36103" y="16448"/>
                  </a:lnTo>
                  <a:lnTo>
                    <a:pt x="38663" y="18615"/>
                  </a:lnTo>
                  <a:lnTo>
                    <a:pt x="40226" y="18247"/>
                  </a:lnTo>
                  <a:lnTo>
                    <a:pt x="40593" y="19890"/>
                  </a:lnTo>
                  <a:lnTo>
                    <a:pt x="40896" y="21622"/>
                  </a:lnTo>
                  <a:lnTo>
                    <a:pt x="41479" y="22630"/>
                  </a:lnTo>
                  <a:lnTo>
                    <a:pt x="42407" y="23492"/>
                  </a:lnTo>
                  <a:lnTo>
                    <a:pt x="42959" y="23763"/>
                  </a:lnTo>
                  <a:lnTo>
                    <a:pt x="43129" y="24196"/>
                  </a:lnTo>
                  <a:lnTo>
                    <a:pt x="43683" y="30450"/>
                  </a:lnTo>
                  <a:lnTo>
                    <a:pt x="44009" y="31365"/>
                  </a:lnTo>
                  <a:lnTo>
                    <a:pt x="45288" y="32355"/>
                  </a:lnTo>
                  <a:lnTo>
                    <a:pt x="46855" y="32729"/>
                  </a:lnTo>
                  <a:lnTo>
                    <a:pt x="47491" y="32512"/>
                  </a:lnTo>
                  <a:lnTo>
                    <a:pt x="48869" y="34251"/>
                  </a:lnTo>
                  <a:lnTo>
                    <a:pt x="49885" y="35070"/>
                  </a:lnTo>
                  <a:lnTo>
                    <a:pt x="51005" y="35683"/>
                  </a:lnTo>
                  <a:lnTo>
                    <a:pt x="51766" y="35864"/>
                  </a:lnTo>
                  <a:lnTo>
                    <a:pt x="52117" y="35593"/>
                  </a:lnTo>
                  <a:lnTo>
                    <a:pt x="52244" y="34963"/>
                  </a:lnTo>
                  <a:lnTo>
                    <a:pt x="52867" y="35080"/>
                  </a:lnTo>
                  <a:lnTo>
                    <a:pt x="53798" y="35884"/>
                  </a:lnTo>
                  <a:lnTo>
                    <a:pt x="55136" y="36047"/>
                  </a:lnTo>
                  <a:lnTo>
                    <a:pt x="55967" y="35285"/>
                  </a:lnTo>
                  <a:lnTo>
                    <a:pt x="56082" y="34024"/>
                  </a:lnTo>
                  <a:lnTo>
                    <a:pt x="56138" y="31809"/>
                  </a:lnTo>
                  <a:lnTo>
                    <a:pt x="56449" y="31038"/>
                  </a:lnTo>
                  <a:lnTo>
                    <a:pt x="57401" y="29752"/>
                  </a:lnTo>
                  <a:lnTo>
                    <a:pt x="57900" y="30020"/>
                  </a:lnTo>
                  <a:lnTo>
                    <a:pt x="60401" y="32793"/>
                  </a:lnTo>
                  <a:lnTo>
                    <a:pt x="60916" y="33753"/>
                  </a:lnTo>
                  <a:lnTo>
                    <a:pt x="61550" y="35683"/>
                  </a:lnTo>
                  <a:lnTo>
                    <a:pt x="62723" y="38543"/>
                  </a:lnTo>
                  <a:lnTo>
                    <a:pt x="63995" y="40367"/>
                  </a:lnTo>
                  <a:lnTo>
                    <a:pt x="65961" y="41146"/>
                  </a:lnTo>
                  <a:lnTo>
                    <a:pt x="67854" y="44140"/>
                  </a:lnTo>
                  <a:close/>
                </a:path>
              </a:pathLst>
            </a:custGeom>
            <a:solidFill>
              <a:srgbClr val="FEFEF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499"/>
            <p:cNvSpPr/>
            <p:nvPr/>
          </p:nvSpPr>
          <p:spPr>
            <a:xfrm>
              <a:off x="3668854" y="2698696"/>
              <a:ext cx="150152" cy="285446"/>
            </a:xfrm>
            <a:custGeom>
              <a:avLst/>
              <a:pathLst>
                <a:path w="150152" h="285446">
                  <a:moveTo>
                    <a:pt x="117165" y="9821"/>
                  </a:moveTo>
                  <a:lnTo>
                    <a:pt x="117342" y="10717"/>
                  </a:lnTo>
                  <a:lnTo>
                    <a:pt x="117747" y="13198"/>
                  </a:lnTo>
                  <a:lnTo>
                    <a:pt x="118774" y="19501"/>
                  </a:lnTo>
                  <a:lnTo>
                    <a:pt x="119668" y="24441"/>
                  </a:lnTo>
                  <a:lnTo>
                    <a:pt x="120766" y="31283"/>
                  </a:lnTo>
                  <a:lnTo>
                    <a:pt x="121109" y="33910"/>
                  </a:lnTo>
                  <a:lnTo>
                    <a:pt x="121256" y="35722"/>
                  </a:lnTo>
                  <a:lnTo>
                    <a:pt x="122847" y="43245"/>
                  </a:lnTo>
                  <a:lnTo>
                    <a:pt x="123791" y="49434"/>
                  </a:lnTo>
                  <a:lnTo>
                    <a:pt x="124482" y="54455"/>
                  </a:lnTo>
                  <a:lnTo>
                    <a:pt x="125453" y="61788"/>
                  </a:lnTo>
                  <a:lnTo>
                    <a:pt x="125879" y="64347"/>
                  </a:lnTo>
                  <a:lnTo>
                    <a:pt x="125191" y="65683"/>
                  </a:lnTo>
                  <a:lnTo>
                    <a:pt x="123807" y="70455"/>
                  </a:lnTo>
                  <a:lnTo>
                    <a:pt x="122336" y="85605"/>
                  </a:lnTo>
                  <a:lnTo>
                    <a:pt x="120230" y="97442"/>
                  </a:lnTo>
                  <a:lnTo>
                    <a:pt x="119991" y="104854"/>
                  </a:lnTo>
                  <a:lnTo>
                    <a:pt x="119652" y="107527"/>
                  </a:lnTo>
                  <a:lnTo>
                    <a:pt x="118651" y="111282"/>
                  </a:lnTo>
                  <a:lnTo>
                    <a:pt x="117436" y="114965"/>
                  </a:lnTo>
                  <a:lnTo>
                    <a:pt x="115277" y="113058"/>
                  </a:lnTo>
                  <a:lnTo>
                    <a:pt x="111762" y="106592"/>
                  </a:lnTo>
                  <a:lnTo>
                    <a:pt x="109712" y="100449"/>
                  </a:lnTo>
                  <a:lnTo>
                    <a:pt x="107515" y="96481"/>
                  </a:lnTo>
                  <a:lnTo>
                    <a:pt x="105437" y="91225"/>
                  </a:lnTo>
                  <a:lnTo>
                    <a:pt x="104872" y="87443"/>
                  </a:lnTo>
                  <a:lnTo>
                    <a:pt x="104894" y="85018"/>
                  </a:lnTo>
                  <a:lnTo>
                    <a:pt x="103987" y="79094"/>
                  </a:lnTo>
                  <a:lnTo>
                    <a:pt x="103315" y="76293"/>
                  </a:lnTo>
                  <a:lnTo>
                    <a:pt x="100784" y="69994"/>
                  </a:lnTo>
                  <a:lnTo>
                    <a:pt x="100057" y="66632"/>
                  </a:lnTo>
                  <a:lnTo>
                    <a:pt x="99501" y="65155"/>
                  </a:lnTo>
                  <a:lnTo>
                    <a:pt x="98943" y="63034"/>
                  </a:lnTo>
                  <a:lnTo>
                    <a:pt x="98026" y="54859"/>
                  </a:lnTo>
                  <a:lnTo>
                    <a:pt x="97021" y="49672"/>
                  </a:lnTo>
                  <a:lnTo>
                    <a:pt x="95878" y="51106"/>
                  </a:lnTo>
                  <a:lnTo>
                    <a:pt x="96080" y="53290"/>
                  </a:lnTo>
                  <a:lnTo>
                    <a:pt x="95082" y="56310"/>
                  </a:lnTo>
                  <a:lnTo>
                    <a:pt x="94480" y="59816"/>
                  </a:lnTo>
                  <a:lnTo>
                    <a:pt x="94943" y="62679"/>
                  </a:lnTo>
                  <a:lnTo>
                    <a:pt x="97013" y="67036"/>
                  </a:lnTo>
                  <a:lnTo>
                    <a:pt x="97432" y="68939"/>
                  </a:lnTo>
                  <a:lnTo>
                    <a:pt x="97914" y="73068"/>
                  </a:lnTo>
                  <a:lnTo>
                    <a:pt x="97837" y="78681"/>
                  </a:lnTo>
                  <a:lnTo>
                    <a:pt x="98171" y="80587"/>
                  </a:lnTo>
                  <a:lnTo>
                    <a:pt x="99721" y="84757"/>
                  </a:lnTo>
                  <a:lnTo>
                    <a:pt x="100276" y="87231"/>
                  </a:lnTo>
                  <a:lnTo>
                    <a:pt x="100610" y="89367"/>
                  </a:lnTo>
                  <a:lnTo>
                    <a:pt x="101125" y="91299"/>
                  </a:lnTo>
                  <a:lnTo>
                    <a:pt x="102662" y="94932"/>
                  </a:lnTo>
                  <a:lnTo>
                    <a:pt x="104875" y="101846"/>
                  </a:lnTo>
                  <a:lnTo>
                    <a:pt x="106974" y="106506"/>
                  </a:lnTo>
                  <a:lnTo>
                    <a:pt x="108487" y="108755"/>
                  </a:lnTo>
                  <a:lnTo>
                    <a:pt x="109131" y="111010"/>
                  </a:lnTo>
                  <a:lnTo>
                    <a:pt x="109276" y="116829"/>
                  </a:lnTo>
                  <a:lnTo>
                    <a:pt x="109165" y="119602"/>
                  </a:lnTo>
                  <a:lnTo>
                    <a:pt x="110493" y="124827"/>
                  </a:lnTo>
                  <a:lnTo>
                    <a:pt x="110984" y="127470"/>
                  </a:lnTo>
                  <a:lnTo>
                    <a:pt x="112273" y="129626"/>
                  </a:lnTo>
                  <a:lnTo>
                    <a:pt x="112861" y="132086"/>
                  </a:lnTo>
                  <a:lnTo>
                    <a:pt x="113400" y="136088"/>
                  </a:lnTo>
                  <a:lnTo>
                    <a:pt x="114215" y="147921"/>
                  </a:lnTo>
                  <a:lnTo>
                    <a:pt x="115331" y="150825"/>
                  </a:lnTo>
                  <a:lnTo>
                    <a:pt x="118783" y="166379"/>
                  </a:lnTo>
                  <a:lnTo>
                    <a:pt x="121694" y="176225"/>
                  </a:lnTo>
                  <a:lnTo>
                    <a:pt x="123102" y="183571"/>
                  </a:lnTo>
                  <a:lnTo>
                    <a:pt x="125249" y="192517"/>
                  </a:lnTo>
                  <a:lnTo>
                    <a:pt x="129456" y="212157"/>
                  </a:lnTo>
                  <a:lnTo>
                    <a:pt x="131960" y="218219"/>
                  </a:lnTo>
                  <a:lnTo>
                    <a:pt x="132956" y="221623"/>
                  </a:lnTo>
                  <a:lnTo>
                    <a:pt x="134769" y="224246"/>
                  </a:lnTo>
                  <a:lnTo>
                    <a:pt x="136733" y="228035"/>
                  </a:lnTo>
                  <a:lnTo>
                    <a:pt x="134859" y="227664"/>
                  </a:lnTo>
                  <a:lnTo>
                    <a:pt x="134388" y="227894"/>
                  </a:lnTo>
                  <a:lnTo>
                    <a:pt x="133733" y="228541"/>
                  </a:lnTo>
                  <a:lnTo>
                    <a:pt x="133418" y="230840"/>
                  </a:lnTo>
                  <a:lnTo>
                    <a:pt x="133284" y="232718"/>
                  </a:lnTo>
                  <a:lnTo>
                    <a:pt x="133511" y="242670"/>
                  </a:lnTo>
                  <a:lnTo>
                    <a:pt x="134024" y="247735"/>
                  </a:lnTo>
                  <a:lnTo>
                    <a:pt x="135671" y="257336"/>
                  </a:lnTo>
                  <a:lnTo>
                    <a:pt x="136899" y="260216"/>
                  </a:lnTo>
                  <a:lnTo>
                    <a:pt x="137497" y="262078"/>
                  </a:lnTo>
                  <a:lnTo>
                    <a:pt x="138331" y="263439"/>
                  </a:lnTo>
                  <a:lnTo>
                    <a:pt x="142234" y="266714"/>
                  </a:lnTo>
                  <a:lnTo>
                    <a:pt x="144515" y="273647"/>
                  </a:lnTo>
                  <a:lnTo>
                    <a:pt x="149638" y="282409"/>
                  </a:lnTo>
                  <a:lnTo>
                    <a:pt x="150140" y="284829"/>
                  </a:lnTo>
                  <a:lnTo>
                    <a:pt x="150152" y="285392"/>
                  </a:lnTo>
                  <a:lnTo>
                    <a:pt x="146103" y="285394"/>
                  </a:lnTo>
                  <a:lnTo>
                    <a:pt x="142056" y="285396"/>
                  </a:lnTo>
                  <a:lnTo>
                    <a:pt x="138005" y="285397"/>
                  </a:lnTo>
                  <a:lnTo>
                    <a:pt x="133958" y="285399"/>
                  </a:lnTo>
                  <a:lnTo>
                    <a:pt x="129909" y="285400"/>
                  </a:lnTo>
                  <a:lnTo>
                    <a:pt x="125860" y="285402"/>
                  </a:lnTo>
                  <a:lnTo>
                    <a:pt x="121811" y="285403"/>
                  </a:lnTo>
                  <a:lnTo>
                    <a:pt x="117762" y="285405"/>
                  </a:lnTo>
                  <a:lnTo>
                    <a:pt x="113714" y="285406"/>
                  </a:lnTo>
                  <a:lnTo>
                    <a:pt x="109665" y="285407"/>
                  </a:lnTo>
                  <a:lnTo>
                    <a:pt x="105616" y="285409"/>
                  </a:lnTo>
                  <a:lnTo>
                    <a:pt x="101567" y="285410"/>
                  </a:lnTo>
                  <a:lnTo>
                    <a:pt x="97519" y="285413"/>
                  </a:lnTo>
                  <a:lnTo>
                    <a:pt x="93469" y="285413"/>
                  </a:lnTo>
                  <a:lnTo>
                    <a:pt x="89421" y="285416"/>
                  </a:lnTo>
                  <a:lnTo>
                    <a:pt x="85372" y="285418"/>
                  </a:lnTo>
                  <a:lnTo>
                    <a:pt x="83062" y="285418"/>
                  </a:lnTo>
                  <a:lnTo>
                    <a:pt x="83456" y="282793"/>
                  </a:lnTo>
                  <a:lnTo>
                    <a:pt x="83699" y="280928"/>
                  </a:lnTo>
                  <a:lnTo>
                    <a:pt x="83429" y="279636"/>
                  </a:lnTo>
                  <a:lnTo>
                    <a:pt x="82640" y="279313"/>
                  </a:lnTo>
                  <a:lnTo>
                    <a:pt x="82124" y="279721"/>
                  </a:lnTo>
                  <a:lnTo>
                    <a:pt x="80917" y="285227"/>
                  </a:lnTo>
                  <a:lnTo>
                    <a:pt x="80282" y="285446"/>
                  </a:lnTo>
                  <a:lnTo>
                    <a:pt x="78844" y="285446"/>
                  </a:lnTo>
                  <a:lnTo>
                    <a:pt x="74130" y="285445"/>
                  </a:lnTo>
                  <a:lnTo>
                    <a:pt x="69416" y="285442"/>
                  </a:lnTo>
                  <a:lnTo>
                    <a:pt x="64703" y="285439"/>
                  </a:lnTo>
                  <a:lnTo>
                    <a:pt x="59987" y="285439"/>
                  </a:lnTo>
                  <a:lnTo>
                    <a:pt x="55273" y="285436"/>
                  </a:lnTo>
                  <a:lnTo>
                    <a:pt x="50560" y="285435"/>
                  </a:lnTo>
                  <a:lnTo>
                    <a:pt x="45846" y="285433"/>
                  </a:lnTo>
                  <a:lnTo>
                    <a:pt x="41131" y="285432"/>
                  </a:lnTo>
                  <a:lnTo>
                    <a:pt x="36418" y="285429"/>
                  </a:lnTo>
                  <a:lnTo>
                    <a:pt x="31703" y="285428"/>
                  </a:lnTo>
                  <a:lnTo>
                    <a:pt x="26989" y="285426"/>
                  </a:lnTo>
                  <a:lnTo>
                    <a:pt x="22275" y="285425"/>
                  </a:lnTo>
                  <a:lnTo>
                    <a:pt x="17561" y="285423"/>
                  </a:lnTo>
                  <a:lnTo>
                    <a:pt x="12847" y="285420"/>
                  </a:lnTo>
                  <a:lnTo>
                    <a:pt x="8132" y="285419"/>
                  </a:lnTo>
                  <a:lnTo>
                    <a:pt x="3418" y="285418"/>
                  </a:lnTo>
                  <a:lnTo>
                    <a:pt x="3418" y="278782"/>
                  </a:lnTo>
                  <a:lnTo>
                    <a:pt x="3418" y="272146"/>
                  </a:lnTo>
                  <a:lnTo>
                    <a:pt x="3418" y="265511"/>
                  </a:lnTo>
                  <a:lnTo>
                    <a:pt x="3418" y="258875"/>
                  </a:lnTo>
                  <a:lnTo>
                    <a:pt x="3418" y="252240"/>
                  </a:lnTo>
                  <a:lnTo>
                    <a:pt x="3418" y="245604"/>
                  </a:lnTo>
                  <a:lnTo>
                    <a:pt x="3418" y="238967"/>
                  </a:lnTo>
                  <a:lnTo>
                    <a:pt x="3418" y="232332"/>
                  </a:lnTo>
                  <a:lnTo>
                    <a:pt x="3418" y="225696"/>
                  </a:lnTo>
                  <a:lnTo>
                    <a:pt x="3418" y="219061"/>
                  </a:lnTo>
                  <a:lnTo>
                    <a:pt x="3418" y="212425"/>
                  </a:lnTo>
                  <a:lnTo>
                    <a:pt x="3418" y="205790"/>
                  </a:lnTo>
                  <a:lnTo>
                    <a:pt x="3418" y="199154"/>
                  </a:lnTo>
                  <a:lnTo>
                    <a:pt x="3418" y="192518"/>
                  </a:lnTo>
                  <a:lnTo>
                    <a:pt x="3418" y="185883"/>
                  </a:lnTo>
                  <a:lnTo>
                    <a:pt x="3418" y="179247"/>
                  </a:lnTo>
                  <a:lnTo>
                    <a:pt x="3418" y="172612"/>
                  </a:lnTo>
                  <a:lnTo>
                    <a:pt x="3418" y="165976"/>
                  </a:lnTo>
                  <a:lnTo>
                    <a:pt x="3418" y="159341"/>
                  </a:lnTo>
                  <a:lnTo>
                    <a:pt x="3418" y="152705"/>
                  </a:lnTo>
                  <a:lnTo>
                    <a:pt x="3418" y="146070"/>
                  </a:lnTo>
                  <a:lnTo>
                    <a:pt x="3418" y="139434"/>
                  </a:lnTo>
                  <a:lnTo>
                    <a:pt x="3418" y="132797"/>
                  </a:lnTo>
                  <a:lnTo>
                    <a:pt x="3418" y="126161"/>
                  </a:lnTo>
                  <a:lnTo>
                    <a:pt x="3418" y="119526"/>
                  </a:lnTo>
                  <a:lnTo>
                    <a:pt x="3418" y="112890"/>
                  </a:lnTo>
                  <a:lnTo>
                    <a:pt x="3418" y="106255"/>
                  </a:lnTo>
                  <a:lnTo>
                    <a:pt x="3418" y="99619"/>
                  </a:lnTo>
                  <a:lnTo>
                    <a:pt x="3418" y="92984"/>
                  </a:lnTo>
                  <a:lnTo>
                    <a:pt x="3418" y="86348"/>
                  </a:lnTo>
                  <a:lnTo>
                    <a:pt x="3418" y="79713"/>
                  </a:lnTo>
                  <a:lnTo>
                    <a:pt x="3418" y="73077"/>
                  </a:lnTo>
                  <a:lnTo>
                    <a:pt x="3312" y="71838"/>
                  </a:lnTo>
                  <a:lnTo>
                    <a:pt x="2627" y="67333"/>
                  </a:lnTo>
                  <a:lnTo>
                    <a:pt x="2007" y="61601"/>
                  </a:lnTo>
                  <a:lnTo>
                    <a:pt x="1327" y="54554"/>
                  </a:lnTo>
                  <a:lnTo>
                    <a:pt x="1239" y="52270"/>
                  </a:lnTo>
                  <a:lnTo>
                    <a:pt x="103" y="45016"/>
                  </a:lnTo>
                  <a:lnTo>
                    <a:pt x="0" y="42961"/>
                  </a:lnTo>
                  <a:lnTo>
                    <a:pt x="286" y="41498"/>
                  </a:lnTo>
                  <a:lnTo>
                    <a:pt x="2151" y="35383"/>
                  </a:lnTo>
                  <a:lnTo>
                    <a:pt x="2712" y="32414"/>
                  </a:lnTo>
                  <a:lnTo>
                    <a:pt x="3186" y="28853"/>
                  </a:lnTo>
                  <a:lnTo>
                    <a:pt x="3340" y="25956"/>
                  </a:lnTo>
                  <a:lnTo>
                    <a:pt x="2792" y="21526"/>
                  </a:lnTo>
                  <a:lnTo>
                    <a:pt x="2151" y="17544"/>
                  </a:lnTo>
                  <a:lnTo>
                    <a:pt x="1934" y="13468"/>
                  </a:lnTo>
                  <a:lnTo>
                    <a:pt x="1844" y="9460"/>
                  </a:lnTo>
                  <a:lnTo>
                    <a:pt x="2798" y="6722"/>
                  </a:lnTo>
                  <a:lnTo>
                    <a:pt x="3941" y="4165"/>
                  </a:lnTo>
                  <a:lnTo>
                    <a:pt x="4368" y="2594"/>
                  </a:lnTo>
                  <a:lnTo>
                    <a:pt x="5044" y="829"/>
                  </a:lnTo>
                  <a:lnTo>
                    <a:pt x="5519" y="0"/>
                  </a:lnTo>
                  <a:lnTo>
                    <a:pt x="6444" y="3581"/>
                  </a:lnTo>
                  <a:lnTo>
                    <a:pt x="8378" y="4201"/>
                  </a:lnTo>
                  <a:lnTo>
                    <a:pt x="14684" y="1007"/>
                  </a:lnTo>
                  <a:lnTo>
                    <a:pt x="21645" y="4221"/>
                  </a:lnTo>
                  <a:lnTo>
                    <a:pt x="25487" y="5455"/>
                  </a:lnTo>
                  <a:lnTo>
                    <a:pt x="31402" y="8187"/>
                  </a:lnTo>
                  <a:lnTo>
                    <a:pt x="35005" y="13069"/>
                  </a:lnTo>
                  <a:lnTo>
                    <a:pt x="35993" y="13688"/>
                  </a:lnTo>
                  <a:lnTo>
                    <a:pt x="38583" y="13591"/>
                  </a:lnTo>
                  <a:lnTo>
                    <a:pt x="40281" y="16475"/>
                  </a:lnTo>
                  <a:lnTo>
                    <a:pt x="47034" y="17863"/>
                  </a:lnTo>
                  <a:lnTo>
                    <a:pt x="50639" y="21047"/>
                  </a:lnTo>
                  <a:lnTo>
                    <a:pt x="52685" y="23587"/>
                  </a:lnTo>
                  <a:lnTo>
                    <a:pt x="53910" y="24369"/>
                  </a:lnTo>
                  <a:lnTo>
                    <a:pt x="54995" y="24242"/>
                  </a:lnTo>
                  <a:lnTo>
                    <a:pt x="56463" y="23285"/>
                  </a:lnTo>
                  <a:lnTo>
                    <a:pt x="58309" y="21498"/>
                  </a:lnTo>
                  <a:lnTo>
                    <a:pt x="60321" y="19013"/>
                  </a:lnTo>
                  <a:lnTo>
                    <a:pt x="64494" y="12631"/>
                  </a:lnTo>
                  <a:lnTo>
                    <a:pt x="65971" y="11510"/>
                  </a:lnTo>
                  <a:lnTo>
                    <a:pt x="66935" y="11799"/>
                  </a:lnTo>
                  <a:lnTo>
                    <a:pt x="68108" y="11718"/>
                  </a:lnTo>
                  <a:lnTo>
                    <a:pt x="68598" y="9991"/>
                  </a:lnTo>
                  <a:lnTo>
                    <a:pt x="69215" y="8804"/>
                  </a:lnTo>
                  <a:lnTo>
                    <a:pt x="69603" y="7453"/>
                  </a:lnTo>
                  <a:lnTo>
                    <a:pt x="70236" y="5831"/>
                  </a:lnTo>
                  <a:lnTo>
                    <a:pt x="72407" y="5377"/>
                  </a:lnTo>
                  <a:lnTo>
                    <a:pt x="76757" y="2604"/>
                  </a:lnTo>
                  <a:lnTo>
                    <a:pt x="76271" y="3918"/>
                  </a:lnTo>
                  <a:lnTo>
                    <a:pt x="72308" y="7032"/>
                  </a:lnTo>
                  <a:lnTo>
                    <a:pt x="74005" y="7420"/>
                  </a:lnTo>
                  <a:lnTo>
                    <a:pt x="75744" y="6355"/>
                  </a:lnTo>
                  <a:lnTo>
                    <a:pt x="77722" y="5678"/>
                  </a:lnTo>
                  <a:lnTo>
                    <a:pt x="78081" y="4355"/>
                  </a:lnTo>
                  <a:lnTo>
                    <a:pt x="78342" y="1874"/>
                  </a:lnTo>
                  <a:lnTo>
                    <a:pt x="78724" y="1526"/>
                  </a:lnTo>
                  <a:lnTo>
                    <a:pt x="80094" y="1991"/>
                  </a:lnTo>
                  <a:lnTo>
                    <a:pt x="84172" y="5813"/>
                  </a:lnTo>
                  <a:lnTo>
                    <a:pt x="85185" y="5886"/>
                  </a:lnTo>
                  <a:lnTo>
                    <a:pt x="88057" y="3801"/>
                  </a:lnTo>
                  <a:lnTo>
                    <a:pt x="88670" y="3355"/>
                  </a:lnTo>
                  <a:lnTo>
                    <a:pt x="89599" y="4517"/>
                  </a:lnTo>
                  <a:lnTo>
                    <a:pt x="91719" y="9275"/>
                  </a:lnTo>
                  <a:lnTo>
                    <a:pt x="90979" y="9174"/>
                  </a:lnTo>
                  <a:lnTo>
                    <a:pt x="88710" y="5097"/>
                  </a:lnTo>
                  <a:lnTo>
                    <a:pt x="88509" y="7128"/>
                  </a:lnTo>
                  <a:lnTo>
                    <a:pt x="87216" y="10708"/>
                  </a:lnTo>
                  <a:lnTo>
                    <a:pt x="88832" y="12256"/>
                  </a:lnTo>
                  <a:lnTo>
                    <a:pt x="90145" y="12838"/>
                  </a:lnTo>
                  <a:lnTo>
                    <a:pt x="90850" y="14833"/>
                  </a:lnTo>
                  <a:lnTo>
                    <a:pt x="91296" y="16611"/>
                  </a:lnTo>
                  <a:lnTo>
                    <a:pt x="92589" y="15836"/>
                  </a:lnTo>
                  <a:lnTo>
                    <a:pt x="93518" y="13418"/>
                  </a:lnTo>
                  <a:lnTo>
                    <a:pt x="93036" y="12069"/>
                  </a:lnTo>
                  <a:lnTo>
                    <a:pt x="92708" y="10673"/>
                  </a:lnTo>
                  <a:lnTo>
                    <a:pt x="93133" y="10639"/>
                  </a:lnTo>
                  <a:lnTo>
                    <a:pt x="94033" y="11787"/>
                  </a:lnTo>
                  <a:lnTo>
                    <a:pt x="96615" y="16377"/>
                  </a:lnTo>
                  <a:lnTo>
                    <a:pt x="97485" y="17322"/>
                  </a:lnTo>
                  <a:lnTo>
                    <a:pt x="98488" y="17166"/>
                  </a:lnTo>
                  <a:lnTo>
                    <a:pt x="100585" y="15875"/>
                  </a:lnTo>
                  <a:lnTo>
                    <a:pt x="101165" y="16075"/>
                  </a:lnTo>
                  <a:lnTo>
                    <a:pt x="103983" y="14384"/>
                  </a:lnTo>
                  <a:lnTo>
                    <a:pt x="104314" y="15624"/>
                  </a:lnTo>
                  <a:lnTo>
                    <a:pt x="104778" y="16856"/>
                  </a:lnTo>
                  <a:lnTo>
                    <a:pt x="107044" y="15484"/>
                  </a:lnTo>
                  <a:lnTo>
                    <a:pt x="110605" y="15500"/>
                  </a:lnTo>
                  <a:lnTo>
                    <a:pt x="113517" y="14006"/>
                  </a:lnTo>
                  <a:lnTo>
                    <a:pt x="116895" y="10373"/>
                  </a:lnTo>
                  <a:close/>
                </a:path>
              </a:pathLst>
            </a:custGeom>
            <a:solidFill>
              <a:srgbClr val="F9FCF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0"/>
            <p:cNvSpPr/>
            <p:nvPr/>
          </p:nvSpPr>
          <p:spPr>
            <a:xfrm>
              <a:off x="3856872" y="3164553"/>
              <a:ext cx="5778" cy="9221"/>
            </a:xfrm>
            <a:custGeom>
              <a:avLst/>
              <a:pathLst>
                <a:path w="5778" h="9221">
                  <a:moveTo>
                    <a:pt x="2483" y="5710"/>
                  </a:moveTo>
                  <a:lnTo>
                    <a:pt x="2993" y="7283"/>
                  </a:lnTo>
                  <a:lnTo>
                    <a:pt x="3350" y="7128"/>
                  </a:lnTo>
                  <a:lnTo>
                    <a:pt x="3629" y="6605"/>
                  </a:lnTo>
                  <a:lnTo>
                    <a:pt x="3827" y="5494"/>
                  </a:lnTo>
                  <a:lnTo>
                    <a:pt x="5778" y="7688"/>
                  </a:lnTo>
                  <a:lnTo>
                    <a:pt x="5664" y="9146"/>
                  </a:lnTo>
                  <a:lnTo>
                    <a:pt x="4500" y="9221"/>
                  </a:lnTo>
                  <a:lnTo>
                    <a:pt x="3157" y="8606"/>
                  </a:lnTo>
                  <a:lnTo>
                    <a:pt x="1914" y="8819"/>
                  </a:lnTo>
                  <a:lnTo>
                    <a:pt x="435" y="8183"/>
                  </a:lnTo>
                  <a:lnTo>
                    <a:pt x="92" y="5710"/>
                  </a:lnTo>
                  <a:lnTo>
                    <a:pt x="1036" y="6908"/>
                  </a:lnTo>
                  <a:lnTo>
                    <a:pt x="1524" y="6605"/>
                  </a:lnTo>
                  <a:lnTo>
                    <a:pt x="1611" y="6287"/>
                  </a:lnTo>
                  <a:lnTo>
                    <a:pt x="942" y="4614"/>
                  </a:lnTo>
                  <a:lnTo>
                    <a:pt x="0" y="4280"/>
                  </a:lnTo>
                  <a:lnTo>
                    <a:pt x="65" y="2964"/>
                  </a:lnTo>
                  <a:lnTo>
                    <a:pt x="486" y="2447"/>
                  </a:lnTo>
                  <a:lnTo>
                    <a:pt x="747" y="1806"/>
                  </a:lnTo>
                  <a:lnTo>
                    <a:pt x="207" y="0"/>
                  </a:lnTo>
                  <a:lnTo>
                    <a:pt x="1266" y="411"/>
                  </a:lnTo>
                  <a:lnTo>
                    <a:pt x="1935" y="1504"/>
                  </a:lnTo>
                  <a:lnTo>
                    <a:pt x="2375" y="2781"/>
                  </a:lnTo>
                  <a:close/>
                </a:path>
              </a:pathLst>
            </a:custGeom>
            <a:solidFill>
              <a:srgbClr val="CCE2C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1"/>
            <p:cNvSpPr/>
            <p:nvPr/>
          </p:nvSpPr>
          <p:spPr>
            <a:xfrm>
              <a:off x="3857565" y="3158198"/>
              <a:ext cx="1406" cy="3508"/>
            </a:xfrm>
            <a:custGeom>
              <a:avLst/>
              <a:pathLst>
                <a:path w="1406" h="3508">
                  <a:moveTo>
                    <a:pt x="991" y="652"/>
                  </a:moveTo>
                  <a:lnTo>
                    <a:pt x="1406" y="3508"/>
                  </a:lnTo>
                  <a:lnTo>
                    <a:pt x="201" y="2418"/>
                  </a:lnTo>
                  <a:lnTo>
                    <a:pt x="0" y="1826"/>
                  </a:lnTo>
                  <a:lnTo>
                    <a:pt x="530" y="695"/>
                  </a:lnTo>
                  <a:lnTo>
                    <a:pt x="642" y="0"/>
                  </a:lnTo>
                  <a:close/>
                </a:path>
              </a:pathLst>
            </a:custGeom>
            <a:solidFill>
              <a:srgbClr val="CCE2C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2"/>
            <p:cNvSpPr/>
            <p:nvPr/>
          </p:nvSpPr>
          <p:spPr>
            <a:xfrm>
              <a:off x="3813520" y="3102037"/>
              <a:ext cx="82552" cy="166317"/>
            </a:xfrm>
            <a:custGeom>
              <a:avLst/>
              <a:pathLst>
                <a:path w="82552" h="166317">
                  <a:moveTo>
                    <a:pt x="26934" y="0"/>
                  </a:moveTo>
                  <a:lnTo>
                    <a:pt x="30663" y="17077"/>
                  </a:lnTo>
                  <a:lnTo>
                    <a:pt x="32178" y="27171"/>
                  </a:lnTo>
                  <a:lnTo>
                    <a:pt x="33512" y="37702"/>
                  </a:lnTo>
                  <a:lnTo>
                    <a:pt x="34499" y="53524"/>
                  </a:lnTo>
                  <a:lnTo>
                    <a:pt x="35442" y="61579"/>
                  </a:lnTo>
                  <a:lnTo>
                    <a:pt x="36964" y="65551"/>
                  </a:lnTo>
                  <a:lnTo>
                    <a:pt x="38003" y="73073"/>
                  </a:lnTo>
                  <a:lnTo>
                    <a:pt x="38895" y="73357"/>
                  </a:lnTo>
                  <a:lnTo>
                    <a:pt x="39542" y="75425"/>
                  </a:lnTo>
                  <a:lnTo>
                    <a:pt x="40647" y="82483"/>
                  </a:lnTo>
                  <a:lnTo>
                    <a:pt x="41446" y="85107"/>
                  </a:lnTo>
                  <a:lnTo>
                    <a:pt x="41864" y="82849"/>
                  </a:lnTo>
                  <a:lnTo>
                    <a:pt x="41817" y="81548"/>
                  </a:lnTo>
                  <a:lnTo>
                    <a:pt x="41505" y="79375"/>
                  </a:lnTo>
                  <a:lnTo>
                    <a:pt x="41791" y="76576"/>
                  </a:lnTo>
                  <a:lnTo>
                    <a:pt x="42412" y="74899"/>
                  </a:lnTo>
                  <a:lnTo>
                    <a:pt x="43825" y="77181"/>
                  </a:lnTo>
                  <a:lnTo>
                    <a:pt x="44599" y="78912"/>
                  </a:lnTo>
                  <a:lnTo>
                    <a:pt x="44806" y="82382"/>
                  </a:lnTo>
                  <a:lnTo>
                    <a:pt x="45130" y="84307"/>
                  </a:lnTo>
                  <a:lnTo>
                    <a:pt x="46611" y="88380"/>
                  </a:lnTo>
                  <a:lnTo>
                    <a:pt x="47860" y="89564"/>
                  </a:lnTo>
                  <a:lnTo>
                    <a:pt x="49479" y="89862"/>
                  </a:lnTo>
                  <a:lnTo>
                    <a:pt x="50834" y="90759"/>
                  </a:lnTo>
                  <a:lnTo>
                    <a:pt x="51921" y="92254"/>
                  </a:lnTo>
                  <a:lnTo>
                    <a:pt x="53956" y="96390"/>
                  </a:lnTo>
                  <a:lnTo>
                    <a:pt x="58610" y="100016"/>
                  </a:lnTo>
                  <a:lnTo>
                    <a:pt x="62352" y="111139"/>
                  </a:lnTo>
                  <a:lnTo>
                    <a:pt x="64555" y="118846"/>
                  </a:lnTo>
                  <a:lnTo>
                    <a:pt x="71797" y="130530"/>
                  </a:lnTo>
                  <a:lnTo>
                    <a:pt x="73048" y="136131"/>
                  </a:lnTo>
                  <a:lnTo>
                    <a:pt x="73700" y="141613"/>
                  </a:lnTo>
                  <a:lnTo>
                    <a:pt x="75224" y="141350"/>
                  </a:lnTo>
                  <a:lnTo>
                    <a:pt x="77836" y="147345"/>
                  </a:lnTo>
                  <a:lnTo>
                    <a:pt x="78597" y="151906"/>
                  </a:lnTo>
                  <a:lnTo>
                    <a:pt x="80736" y="153558"/>
                  </a:lnTo>
                  <a:lnTo>
                    <a:pt x="81100" y="150864"/>
                  </a:lnTo>
                  <a:lnTo>
                    <a:pt x="82135" y="153077"/>
                  </a:lnTo>
                  <a:lnTo>
                    <a:pt x="82552" y="156506"/>
                  </a:lnTo>
                  <a:lnTo>
                    <a:pt x="81182" y="157873"/>
                  </a:lnTo>
                  <a:lnTo>
                    <a:pt x="79672" y="159085"/>
                  </a:lnTo>
                  <a:lnTo>
                    <a:pt x="79458" y="159041"/>
                  </a:lnTo>
                  <a:lnTo>
                    <a:pt x="78956" y="160621"/>
                  </a:lnTo>
                  <a:lnTo>
                    <a:pt x="78243" y="164949"/>
                  </a:lnTo>
                  <a:lnTo>
                    <a:pt x="77456" y="166206"/>
                  </a:lnTo>
                  <a:lnTo>
                    <a:pt x="77041" y="166317"/>
                  </a:lnTo>
                  <a:lnTo>
                    <a:pt x="74688" y="162267"/>
                  </a:lnTo>
                  <a:lnTo>
                    <a:pt x="74325" y="162039"/>
                  </a:lnTo>
                  <a:lnTo>
                    <a:pt x="73814" y="162835"/>
                  </a:lnTo>
                  <a:lnTo>
                    <a:pt x="73443" y="163662"/>
                  </a:lnTo>
                  <a:lnTo>
                    <a:pt x="72350" y="160595"/>
                  </a:lnTo>
                  <a:lnTo>
                    <a:pt x="71549" y="157883"/>
                  </a:lnTo>
                  <a:lnTo>
                    <a:pt x="70429" y="154649"/>
                  </a:lnTo>
                  <a:lnTo>
                    <a:pt x="69347" y="153196"/>
                  </a:lnTo>
                  <a:lnTo>
                    <a:pt x="68182" y="151372"/>
                  </a:lnTo>
                  <a:lnTo>
                    <a:pt x="67039" y="147130"/>
                  </a:lnTo>
                  <a:lnTo>
                    <a:pt x="65873" y="142460"/>
                  </a:lnTo>
                  <a:lnTo>
                    <a:pt x="64145" y="138639"/>
                  </a:lnTo>
                  <a:lnTo>
                    <a:pt x="60911" y="133126"/>
                  </a:lnTo>
                  <a:lnTo>
                    <a:pt x="57942" y="126143"/>
                  </a:lnTo>
                  <a:lnTo>
                    <a:pt x="55674" y="118845"/>
                  </a:lnTo>
                  <a:lnTo>
                    <a:pt x="54213" y="115046"/>
                  </a:lnTo>
                  <a:lnTo>
                    <a:pt x="53589" y="114076"/>
                  </a:lnTo>
                  <a:lnTo>
                    <a:pt x="50564" y="111691"/>
                  </a:lnTo>
                  <a:lnTo>
                    <a:pt x="48450" y="108356"/>
                  </a:lnTo>
                  <a:lnTo>
                    <a:pt x="46826" y="105606"/>
                  </a:lnTo>
                  <a:lnTo>
                    <a:pt x="45828" y="104870"/>
                  </a:lnTo>
                  <a:lnTo>
                    <a:pt x="44859" y="104779"/>
                  </a:lnTo>
                  <a:lnTo>
                    <a:pt x="42798" y="105324"/>
                  </a:lnTo>
                  <a:lnTo>
                    <a:pt x="41084" y="103600"/>
                  </a:lnTo>
                  <a:lnTo>
                    <a:pt x="40365" y="103600"/>
                  </a:lnTo>
                  <a:lnTo>
                    <a:pt x="39217" y="103097"/>
                  </a:lnTo>
                  <a:lnTo>
                    <a:pt x="38316" y="102486"/>
                  </a:lnTo>
                  <a:lnTo>
                    <a:pt x="37258" y="103221"/>
                  </a:lnTo>
                  <a:lnTo>
                    <a:pt x="35086" y="104448"/>
                  </a:lnTo>
                  <a:lnTo>
                    <a:pt x="34197" y="104180"/>
                  </a:lnTo>
                  <a:lnTo>
                    <a:pt x="33710" y="102463"/>
                  </a:lnTo>
                  <a:lnTo>
                    <a:pt x="33424" y="101152"/>
                  </a:lnTo>
                  <a:lnTo>
                    <a:pt x="32669" y="99782"/>
                  </a:lnTo>
                  <a:lnTo>
                    <a:pt x="32047" y="99782"/>
                  </a:lnTo>
                  <a:lnTo>
                    <a:pt x="31700" y="101004"/>
                  </a:lnTo>
                  <a:lnTo>
                    <a:pt x="29433" y="104094"/>
                  </a:lnTo>
                  <a:lnTo>
                    <a:pt x="25637" y="105805"/>
                  </a:lnTo>
                  <a:lnTo>
                    <a:pt x="24737" y="105681"/>
                  </a:lnTo>
                  <a:lnTo>
                    <a:pt x="24065" y="104446"/>
                  </a:lnTo>
                  <a:lnTo>
                    <a:pt x="22146" y="99149"/>
                  </a:lnTo>
                  <a:lnTo>
                    <a:pt x="21598" y="98288"/>
                  </a:lnTo>
                  <a:lnTo>
                    <a:pt x="21165" y="98208"/>
                  </a:lnTo>
                  <a:lnTo>
                    <a:pt x="20276" y="97581"/>
                  </a:lnTo>
                  <a:lnTo>
                    <a:pt x="19444" y="96565"/>
                  </a:lnTo>
                  <a:lnTo>
                    <a:pt x="18715" y="94395"/>
                  </a:lnTo>
                  <a:lnTo>
                    <a:pt x="17984" y="93161"/>
                  </a:lnTo>
                  <a:lnTo>
                    <a:pt x="17196" y="97410"/>
                  </a:lnTo>
                  <a:lnTo>
                    <a:pt x="15815" y="104835"/>
                  </a:lnTo>
                  <a:lnTo>
                    <a:pt x="15075" y="108814"/>
                  </a:lnTo>
                  <a:lnTo>
                    <a:pt x="14122" y="113941"/>
                  </a:lnTo>
                  <a:lnTo>
                    <a:pt x="13820" y="114095"/>
                  </a:lnTo>
                  <a:lnTo>
                    <a:pt x="13332" y="113724"/>
                  </a:lnTo>
                  <a:lnTo>
                    <a:pt x="11438" y="107340"/>
                  </a:lnTo>
                  <a:lnTo>
                    <a:pt x="10247" y="104938"/>
                  </a:lnTo>
                  <a:lnTo>
                    <a:pt x="9358" y="105167"/>
                  </a:lnTo>
                  <a:lnTo>
                    <a:pt x="8710" y="106347"/>
                  </a:lnTo>
                  <a:lnTo>
                    <a:pt x="8300" y="108477"/>
                  </a:lnTo>
                  <a:lnTo>
                    <a:pt x="7856" y="109798"/>
                  </a:lnTo>
                  <a:lnTo>
                    <a:pt x="7376" y="110309"/>
                  </a:lnTo>
                  <a:lnTo>
                    <a:pt x="6342" y="110055"/>
                  </a:lnTo>
                  <a:lnTo>
                    <a:pt x="4752" y="109037"/>
                  </a:lnTo>
                  <a:lnTo>
                    <a:pt x="3113" y="109257"/>
                  </a:lnTo>
                  <a:lnTo>
                    <a:pt x="1426" y="110716"/>
                  </a:lnTo>
                  <a:lnTo>
                    <a:pt x="1203" y="110757"/>
                  </a:lnTo>
                  <a:lnTo>
                    <a:pt x="808" y="102261"/>
                  </a:lnTo>
                  <a:lnTo>
                    <a:pt x="543" y="96584"/>
                  </a:lnTo>
                  <a:lnTo>
                    <a:pt x="263" y="90567"/>
                  </a:lnTo>
                  <a:lnTo>
                    <a:pt x="0" y="84894"/>
                  </a:lnTo>
                  <a:lnTo>
                    <a:pt x="1172" y="81405"/>
                  </a:lnTo>
                  <a:lnTo>
                    <a:pt x="1718" y="78097"/>
                  </a:lnTo>
                  <a:lnTo>
                    <a:pt x="3115" y="67333"/>
                  </a:lnTo>
                  <a:lnTo>
                    <a:pt x="3674" y="65191"/>
                  </a:lnTo>
                  <a:lnTo>
                    <a:pt x="4772" y="59427"/>
                  </a:lnTo>
                  <a:lnTo>
                    <a:pt x="4925" y="57762"/>
                  </a:lnTo>
                  <a:lnTo>
                    <a:pt x="6009" y="50496"/>
                  </a:lnTo>
                  <a:lnTo>
                    <a:pt x="5907" y="45669"/>
                  </a:lnTo>
                  <a:lnTo>
                    <a:pt x="5689" y="40790"/>
                  </a:lnTo>
                  <a:lnTo>
                    <a:pt x="6280" y="37902"/>
                  </a:lnTo>
                  <a:lnTo>
                    <a:pt x="6811" y="35591"/>
                  </a:lnTo>
                  <a:lnTo>
                    <a:pt x="6774" y="33642"/>
                  </a:lnTo>
                  <a:lnTo>
                    <a:pt x="7014" y="29091"/>
                  </a:lnTo>
                  <a:lnTo>
                    <a:pt x="7184" y="27959"/>
                  </a:lnTo>
                  <a:lnTo>
                    <a:pt x="7832" y="27888"/>
                  </a:lnTo>
                  <a:lnTo>
                    <a:pt x="9165" y="28475"/>
                  </a:lnTo>
                  <a:lnTo>
                    <a:pt x="10144" y="28018"/>
                  </a:lnTo>
                  <a:lnTo>
                    <a:pt x="11274" y="28012"/>
                  </a:lnTo>
                  <a:lnTo>
                    <a:pt x="12145" y="27875"/>
                  </a:lnTo>
                  <a:lnTo>
                    <a:pt x="12662" y="26487"/>
                  </a:lnTo>
                  <a:lnTo>
                    <a:pt x="13368" y="21185"/>
                  </a:lnTo>
                  <a:lnTo>
                    <a:pt x="13829" y="20121"/>
                  </a:lnTo>
                  <a:lnTo>
                    <a:pt x="14181" y="19799"/>
                  </a:lnTo>
                  <a:lnTo>
                    <a:pt x="15177" y="18817"/>
                  </a:lnTo>
                  <a:lnTo>
                    <a:pt x="16032" y="17273"/>
                  </a:lnTo>
                  <a:lnTo>
                    <a:pt x="16728" y="16165"/>
                  </a:lnTo>
                  <a:lnTo>
                    <a:pt x="16986" y="15943"/>
                  </a:lnTo>
                  <a:lnTo>
                    <a:pt x="17722" y="15803"/>
                  </a:lnTo>
                  <a:lnTo>
                    <a:pt x="18457" y="15151"/>
                  </a:lnTo>
                  <a:lnTo>
                    <a:pt x="18797" y="14402"/>
                  </a:lnTo>
                  <a:lnTo>
                    <a:pt x="19725" y="13807"/>
                  </a:lnTo>
                  <a:lnTo>
                    <a:pt x="20634" y="14142"/>
                  </a:lnTo>
                  <a:lnTo>
                    <a:pt x="21246" y="13490"/>
                  </a:lnTo>
                  <a:lnTo>
                    <a:pt x="21653" y="13067"/>
                  </a:lnTo>
                  <a:lnTo>
                    <a:pt x="22116" y="13034"/>
                  </a:lnTo>
                  <a:lnTo>
                    <a:pt x="22541" y="12419"/>
                  </a:lnTo>
                  <a:lnTo>
                    <a:pt x="22711" y="11476"/>
                  </a:lnTo>
                  <a:lnTo>
                    <a:pt x="22990" y="10876"/>
                  </a:lnTo>
                  <a:lnTo>
                    <a:pt x="23699" y="9499"/>
                  </a:lnTo>
                  <a:lnTo>
                    <a:pt x="24025" y="8502"/>
                  </a:lnTo>
                  <a:lnTo>
                    <a:pt x="24171" y="7499"/>
                  </a:lnTo>
                  <a:lnTo>
                    <a:pt x="24314" y="6699"/>
                  </a:lnTo>
                  <a:lnTo>
                    <a:pt x="24626" y="5352"/>
                  </a:lnTo>
                  <a:lnTo>
                    <a:pt x="25865" y="1966"/>
                  </a:lnTo>
                  <a:close/>
                </a:path>
              </a:pathLst>
            </a:custGeom>
            <a:solidFill>
              <a:srgbClr val="CCE2C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3"/>
            <p:cNvSpPr/>
            <p:nvPr/>
          </p:nvSpPr>
          <p:spPr>
            <a:xfrm>
              <a:off x="3139923" y="2811125"/>
              <a:ext cx="3363" cy="6020"/>
            </a:xfrm>
            <a:custGeom>
              <a:avLst/>
              <a:pathLst>
                <a:path w="3363" h="6020">
                  <a:moveTo>
                    <a:pt x="3363" y="1198"/>
                  </a:moveTo>
                  <a:lnTo>
                    <a:pt x="2169" y="6020"/>
                  </a:lnTo>
                  <a:lnTo>
                    <a:pt x="665" y="4215"/>
                  </a:lnTo>
                  <a:lnTo>
                    <a:pt x="303" y="3611"/>
                  </a:lnTo>
                  <a:lnTo>
                    <a:pt x="0" y="2620"/>
                  </a:lnTo>
                  <a:lnTo>
                    <a:pt x="1446" y="2423"/>
                  </a:lnTo>
                  <a:lnTo>
                    <a:pt x="2912" y="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4"/>
            <p:cNvSpPr/>
            <p:nvPr/>
          </p:nvSpPr>
          <p:spPr>
            <a:xfrm>
              <a:off x="3168935" y="2801989"/>
              <a:ext cx="5260" cy="12184"/>
            </a:xfrm>
            <a:custGeom>
              <a:avLst/>
              <a:pathLst>
                <a:path w="5260" h="12184">
                  <a:moveTo>
                    <a:pt x="5045" y="353"/>
                  </a:moveTo>
                  <a:lnTo>
                    <a:pt x="4970" y="2624"/>
                  </a:lnTo>
                  <a:lnTo>
                    <a:pt x="5260" y="4920"/>
                  </a:lnTo>
                  <a:lnTo>
                    <a:pt x="5186" y="8410"/>
                  </a:lnTo>
                  <a:lnTo>
                    <a:pt x="4599" y="10301"/>
                  </a:lnTo>
                  <a:lnTo>
                    <a:pt x="3086" y="12184"/>
                  </a:lnTo>
                  <a:lnTo>
                    <a:pt x="1896" y="11846"/>
                  </a:lnTo>
                  <a:lnTo>
                    <a:pt x="1223" y="11088"/>
                  </a:lnTo>
                  <a:lnTo>
                    <a:pt x="26" y="8030"/>
                  </a:lnTo>
                  <a:lnTo>
                    <a:pt x="0" y="4870"/>
                  </a:lnTo>
                  <a:lnTo>
                    <a:pt x="1092" y="2812"/>
                  </a:lnTo>
                  <a:lnTo>
                    <a:pt x="1563" y="155"/>
                  </a:lnTo>
                  <a:lnTo>
                    <a:pt x="4401" y="662"/>
                  </a:lnTo>
                  <a:lnTo>
                    <a:pt x="4649" y="150"/>
                  </a:lnTo>
                  <a:lnTo>
                    <a:pt x="4861" y="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5"/>
            <p:cNvSpPr/>
            <p:nvPr/>
          </p:nvSpPr>
          <p:spPr>
            <a:xfrm>
              <a:off x="3150234" y="2800693"/>
              <a:ext cx="2762" cy="5603"/>
            </a:xfrm>
            <a:custGeom>
              <a:avLst/>
              <a:pathLst>
                <a:path w="2762" h="5603">
                  <a:moveTo>
                    <a:pt x="1730" y="5354"/>
                  </a:moveTo>
                  <a:lnTo>
                    <a:pt x="1227" y="5603"/>
                  </a:lnTo>
                  <a:lnTo>
                    <a:pt x="629" y="4872"/>
                  </a:lnTo>
                  <a:lnTo>
                    <a:pt x="0" y="2526"/>
                  </a:lnTo>
                  <a:lnTo>
                    <a:pt x="426" y="793"/>
                  </a:lnTo>
                  <a:lnTo>
                    <a:pt x="818" y="0"/>
                  </a:lnTo>
                  <a:lnTo>
                    <a:pt x="1364" y="115"/>
                  </a:lnTo>
                  <a:lnTo>
                    <a:pt x="2409" y="1395"/>
                  </a:lnTo>
                  <a:lnTo>
                    <a:pt x="2728" y="2719"/>
                  </a:lnTo>
                  <a:lnTo>
                    <a:pt x="2762" y="3537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6"/>
            <p:cNvSpPr/>
            <p:nvPr/>
          </p:nvSpPr>
          <p:spPr>
            <a:xfrm>
              <a:off x="3155412" y="2789677"/>
              <a:ext cx="9701" cy="16807"/>
            </a:xfrm>
            <a:custGeom>
              <a:avLst/>
              <a:pathLst>
                <a:path w="9701" h="16807">
                  <a:moveTo>
                    <a:pt x="7044" y="5792"/>
                  </a:moveTo>
                  <a:lnTo>
                    <a:pt x="6010" y="12545"/>
                  </a:lnTo>
                  <a:lnTo>
                    <a:pt x="5048" y="15190"/>
                  </a:lnTo>
                  <a:lnTo>
                    <a:pt x="4473" y="16071"/>
                  </a:lnTo>
                  <a:lnTo>
                    <a:pt x="3051" y="16807"/>
                  </a:lnTo>
                  <a:lnTo>
                    <a:pt x="1364" y="12611"/>
                  </a:lnTo>
                  <a:lnTo>
                    <a:pt x="485" y="8354"/>
                  </a:lnTo>
                  <a:lnTo>
                    <a:pt x="0" y="6984"/>
                  </a:lnTo>
                  <a:lnTo>
                    <a:pt x="768" y="5905"/>
                  </a:lnTo>
                  <a:lnTo>
                    <a:pt x="1891" y="6091"/>
                  </a:lnTo>
                  <a:lnTo>
                    <a:pt x="4300" y="5185"/>
                  </a:lnTo>
                  <a:lnTo>
                    <a:pt x="4786" y="4824"/>
                  </a:lnTo>
                  <a:lnTo>
                    <a:pt x="7235" y="525"/>
                  </a:lnTo>
                  <a:lnTo>
                    <a:pt x="9645" y="0"/>
                  </a:lnTo>
                  <a:lnTo>
                    <a:pt x="9701" y="1409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7"/>
            <p:cNvSpPr/>
            <p:nvPr/>
          </p:nvSpPr>
          <p:spPr>
            <a:xfrm>
              <a:off x="3185194" y="2784692"/>
              <a:ext cx="8201" cy="20349"/>
            </a:xfrm>
            <a:custGeom>
              <a:avLst/>
              <a:pathLst>
                <a:path w="8201" h="20349">
                  <a:moveTo>
                    <a:pt x="3640" y="17002"/>
                  </a:moveTo>
                  <a:lnTo>
                    <a:pt x="1964" y="20349"/>
                  </a:lnTo>
                  <a:lnTo>
                    <a:pt x="286" y="19570"/>
                  </a:lnTo>
                  <a:lnTo>
                    <a:pt x="0" y="19022"/>
                  </a:lnTo>
                  <a:lnTo>
                    <a:pt x="1681" y="18172"/>
                  </a:lnTo>
                  <a:lnTo>
                    <a:pt x="3206" y="15627"/>
                  </a:lnTo>
                  <a:lnTo>
                    <a:pt x="4185" y="9988"/>
                  </a:lnTo>
                  <a:lnTo>
                    <a:pt x="5718" y="3759"/>
                  </a:lnTo>
                  <a:lnTo>
                    <a:pt x="6027" y="1122"/>
                  </a:lnTo>
                  <a:lnTo>
                    <a:pt x="6634" y="95"/>
                  </a:lnTo>
                  <a:lnTo>
                    <a:pt x="7471" y="0"/>
                  </a:lnTo>
                  <a:lnTo>
                    <a:pt x="7830" y="196"/>
                  </a:lnTo>
                  <a:lnTo>
                    <a:pt x="8201" y="1579"/>
                  </a:lnTo>
                  <a:lnTo>
                    <a:pt x="8196" y="4713"/>
                  </a:lnTo>
                  <a:lnTo>
                    <a:pt x="7759" y="9909"/>
                  </a:lnTo>
                  <a:lnTo>
                    <a:pt x="6956" y="14514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8"/>
            <p:cNvSpPr/>
            <p:nvPr/>
          </p:nvSpPr>
          <p:spPr>
            <a:xfrm>
              <a:off x="3141894" y="2781675"/>
              <a:ext cx="3383" cy="10669"/>
            </a:xfrm>
            <a:custGeom>
              <a:avLst/>
              <a:pathLst>
                <a:path w="3383" h="10669">
                  <a:moveTo>
                    <a:pt x="2054" y="10447"/>
                  </a:moveTo>
                  <a:lnTo>
                    <a:pt x="1744" y="10669"/>
                  </a:lnTo>
                  <a:lnTo>
                    <a:pt x="1464" y="8338"/>
                  </a:lnTo>
                  <a:lnTo>
                    <a:pt x="0" y="2615"/>
                  </a:lnTo>
                  <a:lnTo>
                    <a:pt x="888" y="65"/>
                  </a:lnTo>
                  <a:lnTo>
                    <a:pt x="2507" y="0"/>
                  </a:lnTo>
                  <a:lnTo>
                    <a:pt x="3162" y="1779"/>
                  </a:lnTo>
                  <a:lnTo>
                    <a:pt x="3383" y="3614"/>
                  </a:lnTo>
                  <a:lnTo>
                    <a:pt x="3074" y="4674"/>
                  </a:lnTo>
                  <a:lnTo>
                    <a:pt x="3163" y="6818"/>
                  </a:lnTo>
                  <a:lnTo>
                    <a:pt x="2995" y="8205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09"/>
            <p:cNvSpPr/>
            <p:nvPr/>
          </p:nvSpPr>
          <p:spPr>
            <a:xfrm>
              <a:off x="3192992" y="2770138"/>
              <a:ext cx="5392" cy="11575"/>
            </a:xfrm>
            <a:custGeom>
              <a:avLst/>
              <a:pathLst>
                <a:path w="5392" h="11575">
                  <a:moveTo>
                    <a:pt x="1776" y="9632"/>
                  </a:moveTo>
                  <a:lnTo>
                    <a:pt x="936" y="11575"/>
                  </a:lnTo>
                  <a:lnTo>
                    <a:pt x="0" y="10877"/>
                  </a:lnTo>
                  <a:lnTo>
                    <a:pt x="447" y="6615"/>
                  </a:lnTo>
                  <a:lnTo>
                    <a:pt x="885" y="5351"/>
                  </a:lnTo>
                  <a:lnTo>
                    <a:pt x="2589" y="3493"/>
                  </a:lnTo>
                  <a:lnTo>
                    <a:pt x="4008" y="2745"/>
                  </a:lnTo>
                  <a:lnTo>
                    <a:pt x="4423" y="767"/>
                  </a:lnTo>
                  <a:lnTo>
                    <a:pt x="4890" y="0"/>
                  </a:lnTo>
                  <a:lnTo>
                    <a:pt x="5392" y="1173"/>
                  </a:lnTo>
                  <a:lnTo>
                    <a:pt x="5011" y="2536"/>
                  </a:lnTo>
                  <a:lnTo>
                    <a:pt x="4713" y="6814"/>
                  </a:lnTo>
                  <a:lnTo>
                    <a:pt x="3766" y="8185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0"/>
            <p:cNvSpPr/>
            <p:nvPr/>
          </p:nvSpPr>
          <p:spPr>
            <a:xfrm>
              <a:off x="3381320" y="2488506"/>
              <a:ext cx="2369" cy="3231"/>
            </a:xfrm>
            <a:custGeom>
              <a:avLst/>
              <a:pathLst>
                <a:path w="2369" h="3231">
                  <a:moveTo>
                    <a:pt x="2369" y="2840"/>
                  </a:moveTo>
                  <a:lnTo>
                    <a:pt x="2088" y="3231"/>
                  </a:lnTo>
                  <a:lnTo>
                    <a:pt x="1271" y="2872"/>
                  </a:lnTo>
                  <a:lnTo>
                    <a:pt x="46" y="2872"/>
                  </a:lnTo>
                  <a:lnTo>
                    <a:pt x="0" y="1677"/>
                  </a:lnTo>
                  <a:lnTo>
                    <a:pt x="187" y="844"/>
                  </a:lnTo>
                  <a:lnTo>
                    <a:pt x="424" y="0"/>
                  </a:lnTo>
                  <a:lnTo>
                    <a:pt x="1171" y="1663"/>
                  </a:lnTo>
                  <a:lnTo>
                    <a:pt x="2353" y="1972"/>
                  </a:lnTo>
                  <a:close/>
                </a:path>
              </a:pathLst>
            </a:custGeom>
            <a:solidFill>
              <a:srgbClr val="EAF3E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1"/>
            <p:cNvSpPr/>
            <p:nvPr/>
          </p:nvSpPr>
          <p:spPr>
            <a:xfrm>
              <a:off x="3379116" y="2478080"/>
              <a:ext cx="4939" cy="7794"/>
            </a:xfrm>
            <a:custGeom>
              <a:avLst/>
              <a:pathLst>
                <a:path w="4939" h="7794">
                  <a:moveTo>
                    <a:pt x="2737" y="5979"/>
                  </a:moveTo>
                  <a:lnTo>
                    <a:pt x="2290" y="7794"/>
                  </a:lnTo>
                  <a:lnTo>
                    <a:pt x="414" y="7152"/>
                  </a:lnTo>
                  <a:lnTo>
                    <a:pt x="0" y="6417"/>
                  </a:lnTo>
                  <a:lnTo>
                    <a:pt x="406" y="4363"/>
                  </a:lnTo>
                  <a:lnTo>
                    <a:pt x="943" y="4116"/>
                  </a:lnTo>
                  <a:lnTo>
                    <a:pt x="977" y="2656"/>
                  </a:lnTo>
                  <a:lnTo>
                    <a:pt x="1546" y="1188"/>
                  </a:lnTo>
                  <a:lnTo>
                    <a:pt x="4209" y="0"/>
                  </a:lnTo>
                  <a:lnTo>
                    <a:pt x="4810" y="994"/>
                  </a:lnTo>
                  <a:lnTo>
                    <a:pt x="4939" y="2429"/>
                  </a:lnTo>
                  <a:lnTo>
                    <a:pt x="3346" y="5570"/>
                  </a:lnTo>
                  <a:close/>
                </a:path>
              </a:pathLst>
            </a:custGeom>
            <a:solidFill>
              <a:srgbClr val="EAF3E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2"/>
            <p:cNvSpPr/>
            <p:nvPr/>
          </p:nvSpPr>
          <p:spPr>
            <a:xfrm>
              <a:off x="3393266" y="2452980"/>
              <a:ext cx="13472" cy="19775"/>
            </a:xfrm>
            <a:custGeom>
              <a:avLst/>
              <a:pathLst>
                <a:path w="13472" h="19775">
                  <a:moveTo>
                    <a:pt x="9566" y="5331"/>
                  </a:moveTo>
                  <a:lnTo>
                    <a:pt x="10749" y="6318"/>
                  </a:lnTo>
                  <a:lnTo>
                    <a:pt x="11996" y="5430"/>
                  </a:lnTo>
                  <a:lnTo>
                    <a:pt x="12659" y="5709"/>
                  </a:lnTo>
                  <a:lnTo>
                    <a:pt x="13313" y="6183"/>
                  </a:lnTo>
                  <a:lnTo>
                    <a:pt x="13472" y="8059"/>
                  </a:lnTo>
                  <a:lnTo>
                    <a:pt x="12890" y="10145"/>
                  </a:lnTo>
                  <a:lnTo>
                    <a:pt x="12077" y="12258"/>
                  </a:lnTo>
                  <a:lnTo>
                    <a:pt x="11389" y="14581"/>
                  </a:lnTo>
                  <a:lnTo>
                    <a:pt x="10793" y="17253"/>
                  </a:lnTo>
                  <a:lnTo>
                    <a:pt x="9681" y="18830"/>
                  </a:lnTo>
                  <a:lnTo>
                    <a:pt x="8672" y="19775"/>
                  </a:lnTo>
                  <a:lnTo>
                    <a:pt x="6541" y="17792"/>
                  </a:lnTo>
                  <a:lnTo>
                    <a:pt x="5303" y="17299"/>
                  </a:lnTo>
                  <a:lnTo>
                    <a:pt x="4933" y="16555"/>
                  </a:lnTo>
                  <a:lnTo>
                    <a:pt x="4639" y="13600"/>
                  </a:lnTo>
                  <a:lnTo>
                    <a:pt x="4079" y="12657"/>
                  </a:lnTo>
                  <a:lnTo>
                    <a:pt x="3258" y="12242"/>
                  </a:lnTo>
                  <a:lnTo>
                    <a:pt x="2540" y="12997"/>
                  </a:lnTo>
                  <a:lnTo>
                    <a:pt x="1597" y="14556"/>
                  </a:lnTo>
                  <a:lnTo>
                    <a:pt x="1095" y="13002"/>
                  </a:lnTo>
                  <a:lnTo>
                    <a:pt x="300" y="12709"/>
                  </a:lnTo>
                  <a:lnTo>
                    <a:pt x="0" y="11773"/>
                  </a:lnTo>
                  <a:lnTo>
                    <a:pt x="15" y="10561"/>
                  </a:lnTo>
                  <a:lnTo>
                    <a:pt x="5120" y="3418"/>
                  </a:lnTo>
                  <a:lnTo>
                    <a:pt x="6598" y="1838"/>
                  </a:lnTo>
                  <a:lnTo>
                    <a:pt x="9732" y="0"/>
                  </a:lnTo>
                  <a:lnTo>
                    <a:pt x="10211" y="278"/>
                  </a:lnTo>
                  <a:lnTo>
                    <a:pt x="9803" y="1367"/>
                  </a:lnTo>
                  <a:lnTo>
                    <a:pt x="9834" y="1855"/>
                  </a:lnTo>
                  <a:lnTo>
                    <a:pt x="10224" y="2383"/>
                  </a:lnTo>
                  <a:lnTo>
                    <a:pt x="10129" y="3224"/>
                  </a:lnTo>
                  <a:lnTo>
                    <a:pt x="9732" y="3957"/>
                  </a:lnTo>
                  <a:close/>
                </a:path>
              </a:pathLst>
            </a:custGeom>
            <a:solidFill>
              <a:srgbClr val="EAF3E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3"/>
            <p:cNvSpPr/>
            <p:nvPr/>
          </p:nvSpPr>
          <p:spPr>
            <a:xfrm>
              <a:off x="3411438" y="2449889"/>
              <a:ext cx="5915" cy="7234"/>
            </a:xfrm>
            <a:custGeom>
              <a:avLst/>
              <a:pathLst>
                <a:path w="5915" h="7234">
                  <a:moveTo>
                    <a:pt x="5564" y="6892"/>
                  </a:moveTo>
                  <a:lnTo>
                    <a:pt x="5338" y="7234"/>
                  </a:lnTo>
                  <a:lnTo>
                    <a:pt x="1542" y="3819"/>
                  </a:lnTo>
                  <a:lnTo>
                    <a:pt x="302" y="3438"/>
                  </a:lnTo>
                  <a:lnTo>
                    <a:pt x="0" y="2917"/>
                  </a:lnTo>
                  <a:lnTo>
                    <a:pt x="33" y="1141"/>
                  </a:lnTo>
                  <a:lnTo>
                    <a:pt x="132" y="356"/>
                  </a:lnTo>
                  <a:lnTo>
                    <a:pt x="2671" y="0"/>
                  </a:lnTo>
                  <a:lnTo>
                    <a:pt x="4727" y="1262"/>
                  </a:lnTo>
                  <a:lnTo>
                    <a:pt x="5830" y="4664"/>
                  </a:lnTo>
                  <a:lnTo>
                    <a:pt x="5915" y="5247"/>
                  </a:lnTo>
                  <a:close/>
                </a:path>
              </a:pathLst>
            </a:custGeom>
            <a:solidFill>
              <a:srgbClr val="EAF3E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4"/>
            <p:cNvSpPr/>
            <p:nvPr/>
          </p:nvSpPr>
          <p:spPr>
            <a:xfrm>
              <a:off x="3250054" y="2340869"/>
              <a:ext cx="154770" cy="228668"/>
            </a:xfrm>
            <a:custGeom>
              <a:avLst/>
              <a:pathLst>
                <a:path w="154770" h="228668">
                  <a:moveTo>
                    <a:pt x="91828" y="10555"/>
                  </a:moveTo>
                  <a:lnTo>
                    <a:pt x="91844" y="11582"/>
                  </a:lnTo>
                  <a:lnTo>
                    <a:pt x="92331" y="12996"/>
                  </a:lnTo>
                  <a:lnTo>
                    <a:pt x="92830" y="13519"/>
                  </a:lnTo>
                  <a:lnTo>
                    <a:pt x="93887" y="14244"/>
                  </a:lnTo>
                  <a:lnTo>
                    <a:pt x="94697" y="14341"/>
                  </a:lnTo>
                  <a:lnTo>
                    <a:pt x="95805" y="14682"/>
                  </a:lnTo>
                  <a:lnTo>
                    <a:pt x="96558" y="15497"/>
                  </a:lnTo>
                  <a:lnTo>
                    <a:pt x="96600" y="16767"/>
                  </a:lnTo>
                  <a:lnTo>
                    <a:pt x="96411" y="18185"/>
                  </a:lnTo>
                  <a:lnTo>
                    <a:pt x="95957" y="19489"/>
                  </a:lnTo>
                  <a:lnTo>
                    <a:pt x="95697" y="20489"/>
                  </a:lnTo>
                  <a:lnTo>
                    <a:pt x="95939" y="21062"/>
                  </a:lnTo>
                  <a:lnTo>
                    <a:pt x="96335" y="21505"/>
                  </a:lnTo>
                  <a:lnTo>
                    <a:pt x="96763" y="21627"/>
                  </a:lnTo>
                  <a:lnTo>
                    <a:pt x="97054" y="21480"/>
                  </a:lnTo>
                  <a:lnTo>
                    <a:pt x="97273" y="20692"/>
                  </a:lnTo>
                  <a:lnTo>
                    <a:pt x="97691" y="19726"/>
                  </a:lnTo>
                  <a:lnTo>
                    <a:pt x="97923" y="19607"/>
                  </a:lnTo>
                  <a:lnTo>
                    <a:pt x="97905" y="20154"/>
                  </a:lnTo>
                  <a:lnTo>
                    <a:pt x="98103" y="20829"/>
                  </a:lnTo>
                  <a:lnTo>
                    <a:pt x="99461" y="21967"/>
                  </a:lnTo>
                  <a:lnTo>
                    <a:pt x="102442" y="24083"/>
                  </a:lnTo>
                  <a:lnTo>
                    <a:pt x="103610" y="24122"/>
                  </a:lnTo>
                  <a:lnTo>
                    <a:pt x="104555" y="24370"/>
                  </a:lnTo>
                  <a:lnTo>
                    <a:pt x="104832" y="25265"/>
                  </a:lnTo>
                  <a:lnTo>
                    <a:pt x="106729" y="28531"/>
                  </a:lnTo>
                  <a:lnTo>
                    <a:pt x="107181" y="28442"/>
                  </a:lnTo>
                  <a:lnTo>
                    <a:pt x="108028" y="28521"/>
                  </a:lnTo>
                  <a:lnTo>
                    <a:pt x="109049" y="28262"/>
                  </a:lnTo>
                  <a:lnTo>
                    <a:pt x="109788" y="27650"/>
                  </a:lnTo>
                  <a:lnTo>
                    <a:pt x="110272" y="27752"/>
                  </a:lnTo>
                  <a:lnTo>
                    <a:pt x="110806" y="28384"/>
                  </a:lnTo>
                  <a:lnTo>
                    <a:pt x="111432" y="28935"/>
                  </a:lnTo>
                  <a:lnTo>
                    <a:pt x="112238" y="30010"/>
                  </a:lnTo>
                  <a:lnTo>
                    <a:pt x="112960" y="31342"/>
                  </a:lnTo>
                  <a:lnTo>
                    <a:pt x="113458" y="31778"/>
                  </a:lnTo>
                  <a:lnTo>
                    <a:pt x="113966" y="31626"/>
                  </a:lnTo>
                  <a:lnTo>
                    <a:pt x="116451" y="30885"/>
                  </a:lnTo>
                  <a:lnTo>
                    <a:pt x="117118" y="31665"/>
                  </a:lnTo>
                  <a:lnTo>
                    <a:pt x="117827" y="31655"/>
                  </a:lnTo>
                  <a:lnTo>
                    <a:pt x="118621" y="31452"/>
                  </a:lnTo>
                  <a:lnTo>
                    <a:pt x="120354" y="31861"/>
                  </a:lnTo>
                  <a:lnTo>
                    <a:pt x="121760" y="31763"/>
                  </a:lnTo>
                  <a:lnTo>
                    <a:pt x="121888" y="31437"/>
                  </a:lnTo>
                  <a:lnTo>
                    <a:pt x="122008" y="28488"/>
                  </a:lnTo>
                  <a:lnTo>
                    <a:pt x="122231" y="27445"/>
                  </a:lnTo>
                  <a:lnTo>
                    <a:pt x="122565" y="27168"/>
                  </a:lnTo>
                  <a:lnTo>
                    <a:pt x="123399" y="27377"/>
                  </a:lnTo>
                  <a:lnTo>
                    <a:pt x="126430" y="29123"/>
                  </a:lnTo>
                  <a:lnTo>
                    <a:pt x="127677" y="30214"/>
                  </a:lnTo>
                  <a:lnTo>
                    <a:pt x="128876" y="31068"/>
                  </a:lnTo>
                  <a:lnTo>
                    <a:pt x="129924" y="31162"/>
                  </a:lnTo>
                  <a:lnTo>
                    <a:pt x="130617" y="31731"/>
                  </a:lnTo>
                  <a:lnTo>
                    <a:pt x="131591" y="34532"/>
                  </a:lnTo>
                  <a:lnTo>
                    <a:pt x="131425" y="35936"/>
                  </a:lnTo>
                  <a:lnTo>
                    <a:pt x="131513" y="36455"/>
                  </a:lnTo>
                  <a:lnTo>
                    <a:pt x="131615" y="37429"/>
                  </a:lnTo>
                  <a:lnTo>
                    <a:pt x="131588" y="38508"/>
                  </a:lnTo>
                  <a:lnTo>
                    <a:pt x="131844" y="39214"/>
                  </a:lnTo>
                  <a:lnTo>
                    <a:pt x="132306" y="39302"/>
                  </a:lnTo>
                  <a:lnTo>
                    <a:pt x="132896" y="39088"/>
                  </a:lnTo>
                  <a:lnTo>
                    <a:pt x="133542" y="38667"/>
                  </a:lnTo>
                  <a:lnTo>
                    <a:pt x="134678" y="37464"/>
                  </a:lnTo>
                  <a:lnTo>
                    <a:pt x="135018" y="37268"/>
                  </a:lnTo>
                  <a:lnTo>
                    <a:pt x="136915" y="38634"/>
                  </a:lnTo>
                  <a:lnTo>
                    <a:pt x="137756" y="39543"/>
                  </a:lnTo>
                  <a:lnTo>
                    <a:pt x="138046" y="40534"/>
                  </a:lnTo>
                  <a:lnTo>
                    <a:pt x="138479" y="41547"/>
                  </a:lnTo>
                  <a:lnTo>
                    <a:pt x="139049" y="41694"/>
                  </a:lnTo>
                  <a:lnTo>
                    <a:pt x="139859" y="40732"/>
                  </a:lnTo>
                  <a:lnTo>
                    <a:pt x="141118" y="39702"/>
                  </a:lnTo>
                  <a:lnTo>
                    <a:pt x="143266" y="40608"/>
                  </a:lnTo>
                  <a:lnTo>
                    <a:pt x="145654" y="41922"/>
                  </a:lnTo>
                  <a:lnTo>
                    <a:pt x="146687" y="42079"/>
                  </a:lnTo>
                  <a:lnTo>
                    <a:pt x="146725" y="41440"/>
                  </a:lnTo>
                  <a:lnTo>
                    <a:pt x="146913" y="40527"/>
                  </a:lnTo>
                  <a:lnTo>
                    <a:pt x="147306" y="40070"/>
                  </a:lnTo>
                  <a:lnTo>
                    <a:pt x="147893" y="39935"/>
                  </a:lnTo>
                  <a:lnTo>
                    <a:pt x="148710" y="39456"/>
                  </a:lnTo>
                  <a:lnTo>
                    <a:pt x="149645" y="38664"/>
                  </a:lnTo>
                  <a:lnTo>
                    <a:pt x="150615" y="38334"/>
                  </a:lnTo>
                  <a:lnTo>
                    <a:pt x="151635" y="38925"/>
                  </a:lnTo>
                  <a:lnTo>
                    <a:pt x="152863" y="39404"/>
                  </a:lnTo>
                  <a:lnTo>
                    <a:pt x="153594" y="39400"/>
                  </a:lnTo>
                  <a:lnTo>
                    <a:pt x="153945" y="41270"/>
                  </a:lnTo>
                  <a:lnTo>
                    <a:pt x="154538" y="41984"/>
                  </a:lnTo>
                  <a:lnTo>
                    <a:pt x="154770" y="43602"/>
                  </a:lnTo>
                  <a:lnTo>
                    <a:pt x="153683" y="44447"/>
                  </a:lnTo>
                  <a:lnTo>
                    <a:pt x="153039" y="44561"/>
                  </a:lnTo>
                  <a:lnTo>
                    <a:pt x="152841" y="47340"/>
                  </a:lnTo>
                  <a:lnTo>
                    <a:pt x="153147" y="48122"/>
                  </a:lnTo>
                  <a:lnTo>
                    <a:pt x="153757" y="48856"/>
                  </a:lnTo>
                  <a:lnTo>
                    <a:pt x="153923" y="49711"/>
                  </a:lnTo>
                  <a:lnTo>
                    <a:pt x="154046" y="53788"/>
                  </a:lnTo>
                  <a:lnTo>
                    <a:pt x="152798" y="56247"/>
                  </a:lnTo>
                  <a:lnTo>
                    <a:pt x="151045" y="59012"/>
                  </a:lnTo>
                  <a:lnTo>
                    <a:pt x="142482" y="67904"/>
                  </a:lnTo>
                  <a:lnTo>
                    <a:pt x="140442" y="72211"/>
                  </a:lnTo>
                  <a:lnTo>
                    <a:pt x="139665" y="73197"/>
                  </a:lnTo>
                  <a:lnTo>
                    <a:pt x="133297" y="75909"/>
                  </a:lnTo>
                  <a:lnTo>
                    <a:pt x="128846" y="78806"/>
                  </a:lnTo>
                  <a:lnTo>
                    <a:pt x="126712" y="79856"/>
                  </a:lnTo>
                  <a:lnTo>
                    <a:pt x="124046" y="84892"/>
                  </a:lnTo>
                  <a:lnTo>
                    <a:pt x="122784" y="86924"/>
                  </a:lnTo>
                  <a:lnTo>
                    <a:pt x="123789" y="87487"/>
                  </a:lnTo>
                  <a:lnTo>
                    <a:pt x="124962" y="89893"/>
                  </a:lnTo>
                  <a:lnTo>
                    <a:pt x="124568" y="90961"/>
                  </a:lnTo>
                  <a:lnTo>
                    <a:pt x="122858" y="92609"/>
                  </a:lnTo>
                  <a:lnTo>
                    <a:pt x="122111" y="93115"/>
                  </a:lnTo>
                  <a:lnTo>
                    <a:pt x="121705" y="92852"/>
                  </a:lnTo>
                  <a:lnTo>
                    <a:pt x="121321" y="93080"/>
                  </a:lnTo>
                  <a:lnTo>
                    <a:pt x="118453" y="101811"/>
                  </a:lnTo>
                  <a:lnTo>
                    <a:pt x="115920" y="108089"/>
                  </a:lnTo>
                  <a:lnTo>
                    <a:pt x="114497" y="110826"/>
                  </a:lnTo>
                  <a:lnTo>
                    <a:pt x="113966" y="112312"/>
                  </a:lnTo>
                  <a:lnTo>
                    <a:pt x="113038" y="114905"/>
                  </a:lnTo>
                  <a:lnTo>
                    <a:pt x="109931" y="125426"/>
                  </a:lnTo>
                  <a:lnTo>
                    <a:pt x="109906" y="128463"/>
                  </a:lnTo>
                  <a:lnTo>
                    <a:pt x="111437" y="138938"/>
                  </a:lnTo>
                  <a:lnTo>
                    <a:pt x="112315" y="141689"/>
                  </a:lnTo>
                  <a:lnTo>
                    <a:pt x="113545" y="144002"/>
                  </a:lnTo>
                  <a:lnTo>
                    <a:pt x="113966" y="144357"/>
                  </a:lnTo>
                  <a:lnTo>
                    <a:pt x="115877" y="145968"/>
                  </a:lnTo>
                  <a:lnTo>
                    <a:pt x="116453" y="147903"/>
                  </a:lnTo>
                  <a:lnTo>
                    <a:pt x="115648" y="149747"/>
                  </a:lnTo>
                  <a:lnTo>
                    <a:pt x="113966" y="152114"/>
                  </a:lnTo>
                  <a:lnTo>
                    <a:pt x="113315" y="153030"/>
                  </a:lnTo>
                  <a:lnTo>
                    <a:pt x="109261" y="157464"/>
                  </a:lnTo>
                  <a:lnTo>
                    <a:pt x="107539" y="160961"/>
                  </a:lnTo>
                  <a:lnTo>
                    <a:pt x="107170" y="164334"/>
                  </a:lnTo>
                  <a:lnTo>
                    <a:pt x="105985" y="165849"/>
                  </a:lnTo>
                  <a:lnTo>
                    <a:pt x="105535" y="170572"/>
                  </a:lnTo>
                  <a:lnTo>
                    <a:pt x="104815" y="173701"/>
                  </a:lnTo>
                  <a:lnTo>
                    <a:pt x="104677" y="174762"/>
                  </a:lnTo>
                  <a:lnTo>
                    <a:pt x="103913" y="177135"/>
                  </a:lnTo>
                  <a:lnTo>
                    <a:pt x="103809" y="178858"/>
                  </a:lnTo>
                  <a:lnTo>
                    <a:pt x="105061" y="181238"/>
                  </a:lnTo>
                  <a:lnTo>
                    <a:pt x="104441" y="182267"/>
                  </a:lnTo>
                  <a:lnTo>
                    <a:pt x="103820" y="182724"/>
                  </a:lnTo>
                  <a:lnTo>
                    <a:pt x="102390" y="183003"/>
                  </a:lnTo>
                  <a:lnTo>
                    <a:pt x="97584" y="183304"/>
                  </a:lnTo>
                  <a:lnTo>
                    <a:pt x="93716" y="188451"/>
                  </a:lnTo>
                  <a:lnTo>
                    <a:pt x="91784" y="193005"/>
                  </a:lnTo>
                  <a:lnTo>
                    <a:pt x="90035" y="201486"/>
                  </a:lnTo>
                  <a:lnTo>
                    <a:pt x="87910" y="206485"/>
                  </a:lnTo>
                  <a:lnTo>
                    <a:pt x="86970" y="207407"/>
                  </a:lnTo>
                  <a:lnTo>
                    <a:pt x="85515" y="205209"/>
                  </a:lnTo>
                  <a:lnTo>
                    <a:pt x="83698" y="204875"/>
                  </a:lnTo>
                  <a:lnTo>
                    <a:pt x="81935" y="205603"/>
                  </a:lnTo>
                  <a:lnTo>
                    <a:pt x="81011" y="207345"/>
                  </a:lnTo>
                  <a:lnTo>
                    <a:pt x="79568" y="208314"/>
                  </a:lnTo>
                  <a:lnTo>
                    <a:pt x="78157" y="207475"/>
                  </a:lnTo>
                  <a:lnTo>
                    <a:pt x="75106" y="207022"/>
                  </a:lnTo>
                  <a:lnTo>
                    <a:pt x="73749" y="207103"/>
                  </a:lnTo>
                  <a:lnTo>
                    <a:pt x="71625" y="208516"/>
                  </a:lnTo>
                  <a:lnTo>
                    <a:pt x="69804" y="207573"/>
                  </a:lnTo>
                  <a:lnTo>
                    <a:pt x="66732" y="207094"/>
                  </a:lnTo>
                  <a:lnTo>
                    <a:pt x="60080" y="208215"/>
                  </a:lnTo>
                  <a:lnTo>
                    <a:pt x="59240" y="208743"/>
                  </a:lnTo>
                  <a:lnTo>
                    <a:pt x="58409" y="210844"/>
                  </a:lnTo>
                  <a:lnTo>
                    <a:pt x="56288" y="214469"/>
                  </a:lnTo>
                  <a:lnTo>
                    <a:pt x="53065" y="214599"/>
                  </a:lnTo>
                  <a:lnTo>
                    <a:pt x="50151" y="216912"/>
                  </a:lnTo>
                  <a:lnTo>
                    <a:pt x="49422" y="218394"/>
                  </a:lnTo>
                  <a:lnTo>
                    <a:pt x="48198" y="222469"/>
                  </a:lnTo>
                  <a:lnTo>
                    <a:pt x="47813" y="225448"/>
                  </a:lnTo>
                  <a:lnTo>
                    <a:pt x="47558" y="225472"/>
                  </a:lnTo>
                  <a:lnTo>
                    <a:pt x="47241" y="224739"/>
                  </a:lnTo>
                  <a:lnTo>
                    <a:pt x="46793" y="224985"/>
                  </a:lnTo>
                  <a:lnTo>
                    <a:pt x="46559" y="227254"/>
                  </a:lnTo>
                  <a:lnTo>
                    <a:pt x="45464" y="228287"/>
                  </a:lnTo>
                  <a:lnTo>
                    <a:pt x="44548" y="228668"/>
                  </a:lnTo>
                  <a:lnTo>
                    <a:pt x="42291" y="226824"/>
                  </a:lnTo>
                  <a:lnTo>
                    <a:pt x="40412" y="224064"/>
                  </a:lnTo>
                  <a:lnTo>
                    <a:pt x="39425" y="223867"/>
                  </a:lnTo>
                  <a:lnTo>
                    <a:pt x="37823" y="219571"/>
                  </a:lnTo>
                  <a:lnTo>
                    <a:pt x="37135" y="216833"/>
                  </a:lnTo>
                  <a:lnTo>
                    <a:pt x="36645" y="213877"/>
                  </a:lnTo>
                  <a:lnTo>
                    <a:pt x="36747" y="212744"/>
                  </a:lnTo>
                  <a:lnTo>
                    <a:pt x="36608" y="211802"/>
                  </a:lnTo>
                  <a:lnTo>
                    <a:pt x="35187" y="210611"/>
                  </a:lnTo>
                  <a:lnTo>
                    <a:pt x="34840" y="207897"/>
                  </a:lnTo>
                  <a:lnTo>
                    <a:pt x="35875" y="204373"/>
                  </a:lnTo>
                  <a:lnTo>
                    <a:pt x="36726" y="202871"/>
                  </a:lnTo>
                  <a:lnTo>
                    <a:pt x="37252" y="202439"/>
                  </a:lnTo>
                  <a:lnTo>
                    <a:pt x="35966" y="202589"/>
                  </a:lnTo>
                  <a:lnTo>
                    <a:pt x="35038" y="204860"/>
                  </a:lnTo>
                  <a:lnTo>
                    <a:pt x="33850" y="201226"/>
                  </a:lnTo>
                  <a:lnTo>
                    <a:pt x="29011" y="194146"/>
                  </a:lnTo>
                  <a:lnTo>
                    <a:pt x="29322" y="192523"/>
                  </a:lnTo>
                  <a:lnTo>
                    <a:pt x="29268" y="191644"/>
                  </a:lnTo>
                  <a:lnTo>
                    <a:pt x="28457" y="193534"/>
                  </a:lnTo>
                  <a:lnTo>
                    <a:pt x="27900" y="194022"/>
                  </a:lnTo>
                  <a:lnTo>
                    <a:pt x="25428" y="193716"/>
                  </a:lnTo>
                  <a:lnTo>
                    <a:pt x="22575" y="194583"/>
                  </a:lnTo>
                  <a:lnTo>
                    <a:pt x="21822" y="187238"/>
                  </a:lnTo>
                  <a:lnTo>
                    <a:pt x="21466" y="184414"/>
                  </a:lnTo>
                  <a:lnTo>
                    <a:pt x="21374" y="182585"/>
                  </a:lnTo>
                  <a:lnTo>
                    <a:pt x="22109" y="178366"/>
                  </a:lnTo>
                  <a:lnTo>
                    <a:pt x="22911" y="176649"/>
                  </a:lnTo>
                  <a:lnTo>
                    <a:pt x="23981" y="173101"/>
                  </a:lnTo>
                  <a:lnTo>
                    <a:pt x="25299" y="170149"/>
                  </a:lnTo>
                  <a:lnTo>
                    <a:pt x="26692" y="169449"/>
                  </a:lnTo>
                  <a:lnTo>
                    <a:pt x="27305" y="169015"/>
                  </a:lnTo>
                  <a:lnTo>
                    <a:pt x="27820" y="166732"/>
                  </a:lnTo>
                  <a:lnTo>
                    <a:pt x="28111" y="164784"/>
                  </a:lnTo>
                  <a:lnTo>
                    <a:pt x="27898" y="164591"/>
                  </a:lnTo>
                  <a:lnTo>
                    <a:pt x="26274" y="164988"/>
                  </a:lnTo>
                  <a:lnTo>
                    <a:pt x="23354" y="156820"/>
                  </a:lnTo>
                  <a:lnTo>
                    <a:pt x="23443" y="155519"/>
                  </a:lnTo>
                  <a:lnTo>
                    <a:pt x="23811" y="153587"/>
                  </a:lnTo>
                  <a:lnTo>
                    <a:pt x="24053" y="151148"/>
                  </a:lnTo>
                  <a:lnTo>
                    <a:pt x="24113" y="149222"/>
                  </a:lnTo>
                  <a:lnTo>
                    <a:pt x="24873" y="147569"/>
                  </a:lnTo>
                  <a:lnTo>
                    <a:pt x="26038" y="145901"/>
                  </a:lnTo>
                  <a:lnTo>
                    <a:pt x="27019" y="143534"/>
                  </a:lnTo>
                  <a:lnTo>
                    <a:pt x="27510" y="141223"/>
                  </a:lnTo>
                  <a:lnTo>
                    <a:pt x="27612" y="139119"/>
                  </a:lnTo>
                  <a:lnTo>
                    <a:pt x="27057" y="137623"/>
                  </a:lnTo>
                  <a:lnTo>
                    <a:pt x="25459" y="136792"/>
                  </a:lnTo>
                  <a:lnTo>
                    <a:pt x="23814" y="130796"/>
                  </a:lnTo>
                  <a:lnTo>
                    <a:pt x="23448" y="127043"/>
                  </a:lnTo>
                  <a:lnTo>
                    <a:pt x="23111" y="126653"/>
                  </a:lnTo>
                  <a:lnTo>
                    <a:pt x="22094" y="124944"/>
                  </a:lnTo>
                  <a:lnTo>
                    <a:pt x="21118" y="121736"/>
                  </a:lnTo>
                  <a:lnTo>
                    <a:pt x="20977" y="121239"/>
                  </a:lnTo>
                  <a:lnTo>
                    <a:pt x="21983" y="120674"/>
                  </a:lnTo>
                  <a:lnTo>
                    <a:pt x="26135" y="120644"/>
                  </a:lnTo>
                  <a:lnTo>
                    <a:pt x="27002" y="119939"/>
                  </a:lnTo>
                  <a:lnTo>
                    <a:pt x="27134" y="119690"/>
                  </a:lnTo>
                  <a:lnTo>
                    <a:pt x="27891" y="117196"/>
                  </a:lnTo>
                  <a:lnTo>
                    <a:pt x="28683" y="113097"/>
                  </a:lnTo>
                  <a:lnTo>
                    <a:pt x="28869" y="110593"/>
                  </a:lnTo>
                  <a:lnTo>
                    <a:pt x="28618" y="109559"/>
                  </a:lnTo>
                  <a:lnTo>
                    <a:pt x="27244" y="107024"/>
                  </a:lnTo>
                  <a:lnTo>
                    <a:pt x="27184" y="106276"/>
                  </a:lnTo>
                  <a:lnTo>
                    <a:pt x="27406" y="105082"/>
                  </a:lnTo>
                  <a:lnTo>
                    <a:pt x="28223" y="103803"/>
                  </a:lnTo>
                  <a:lnTo>
                    <a:pt x="29328" y="102352"/>
                  </a:lnTo>
                  <a:lnTo>
                    <a:pt x="29930" y="101100"/>
                  </a:lnTo>
                  <a:lnTo>
                    <a:pt x="29786" y="100120"/>
                  </a:lnTo>
                  <a:lnTo>
                    <a:pt x="29463" y="99094"/>
                  </a:lnTo>
                  <a:lnTo>
                    <a:pt x="29413" y="98140"/>
                  </a:lnTo>
                  <a:lnTo>
                    <a:pt x="29614" y="96962"/>
                  </a:lnTo>
                  <a:lnTo>
                    <a:pt x="29687" y="92945"/>
                  </a:lnTo>
                  <a:lnTo>
                    <a:pt x="29828" y="91912"/>
                  </a:lnTo>
                  <a:lnTo>
                    <a:pt x="29612" y="88264"/>
                  </a:lnTo>
                  <a:lnTo>
                    <a:pt x="29343" y="85285"/>
                  </a:lnTo>
                  <a:lnTo>
                    <a:pt x="28470" y="81419"/>
                  </a:lnTo>
                  <a:lnTo>
                    <a:pt x="28629" y="80565"/>
                  </a:lnTo>
                  <a:lnTo>
                    <a:pt x="29033" y="79845"/>
                  </a:lnTo>
                  <a:lnTo>
                    <a:pt x="30354" y="78506"/>
                  </a:lnTo>
                  <a:lnTo>
                    <a:pt x="31411" y="75351"/>
                  </a:lnTo>
                  <a:lnTo>
                    <a:pt x="32943" y="72715"/>
                  </a:lnTo>
                  <a:lnTo>
                    <a:pt x="34952" y="70597"/>
                  </a:lnTo>
                  <a:lnTo>
                    <a:pt x="36356" y="68244"/>
                  </a:lnTo>
                  <a:lnTo>
                    <a:pt x="36912" y="66444"/>
                  </a:lnTo>
                  <a:lnTo>
                    <a:pt x="37305" y="65968"/>
                  </a:lnTo>
                  <a:lnTo>
                    <a:pt x="37191" y="65129"/>
                  </a:lnTo>
                  <a:lnTo>
                    <a:pt x="36927" y="63906"/>
                  </a:lnTo>
                  <a:lnTo>
                    <a:pt x="36125" y="62713"/>
                  </a:lnTo>
                  <a:lnTo>
                    <a:pt x="35093" y="62028"/>
                  </a:lnTo>
                  <a:lnTo>
                    <a:pt x="33946" y="62057"/>
                  </a:lnTo>
                  <a:lnTo>
                    <a:pt x="33236" y="61817"/>
                  </a:lnTo>
                  <a:lnTo>
                    <a:pt x="33029" y="60885"/>
                  </a:lnTo>
                  <a:lnTo>
                    <a:pt x="33108" y="58359"/>
                  </a:lnTo>
                  <a:lnTo>
                    <a:pt x="33047" y="55860"/>
                  </a:lnTo>
                  <a:lnTo>
                    <a:pt x="32827" y="54708"/>
                  </a:lnTo>
                  <a:lnTo>
                    <a:pt x="32298" y="53843"/>
                  </a:lnTo>
                  <a:lnTo>
                    <a:pt x="31244" y="54074"/>
                  </a:lnTo>
                  <a:lnTo>
                    <a:pt x="30335" y="53367"/>
                  </a:lnTo>
                  <a:lnTo>
                    <a:pt x="29645" y="53199"/>
                  </a:lnTo>
                  <a:lnTo>
                    <a:pt x="29246" y="53758"/>
                  </a:lnTo>
                  <a:lnTo>
                    <a:pt x="27211" y="53599"/>
                  </a:lnTo>
                  <a:lnTo>
                    <a:pt x="26364" y="53198"/>
                  </a:lnTo>
                  <a:lnTo>
                    <a:pt x="25772" y="52697"/>
                  </a:lnTo>
                  <a:lnTo>
                    <a:pt x="25391" y="52977"/>
                  </a:lnTo>
                  <a:lnTo>
                    <a:pt x="25176" y="53463"/>
                  </a:lnTo>
                  <a:lnTo>
                    <a:pt x="25139" y="54227"/>
                  </a:lnTo>
                  <a:lnTo>
                    <a:pt x="25000" y="55235"/>
                  </a:lnTo>
                  <a:lnTo>
                    <a:pt x="24273" y="56147"/>
                  </a:lnTo>
                  <a:lnTo>
                    <a:pt x="22606" y="57054"/>
                  </a:lnTo>
                  <a:lnTo>
                    <a:pt x="21262" y="56987"/>
                  </a:lnTo>
                  <a:lnTo>
                    <a:pt x="20028" y="56338"/>
                  </a:lnTo>
                  <a:lnTo>
                    <a:pt x="19632" y="55864"/>
                  </a:lnTo>
                  <a:lnTo>
                    <a:pt x="19035" y="55436"/>
                  </a:lnTo>
                  <a:lnTo>
                    <a:pt x="16526" y="55965"/>
                  </a:lnTo>
                  <a:lnTo>
                    <a:pt x="16224" y="55579"/>
                  </a:lnTo>
                  <a:lnTo>
                    <a:pt x="15359" y="56516"/>
                  </a:lnTo>
                  <a:lnTo>
                    <a:pt x="14082" y="57630"/>
                  </a:lnTo>
                  <a:lnTo>
                    <a:pt x="13365" y="57697"/>
                  </a:lnTo>
                  <a:lnTo>
                    <a:pt x="13106" y="57460"/>
                  </a:lnTo>
                  <a:lnTo>
                    <a:pt x="13011" y="56958"/>
                  </a:lnTo>
                  <a:lnTo>
                    <a:pt x="12474" y="55218"/>
                  </a:lnTo>
                  <a:lnTo>
                    <a:pt x="12615" y="54294"/>
                  </a:lnTo>
                  <a:lnTo>
                    <a:pt x="13643" y="51604"/>
                  </a:lnTo>
                  <a:lnTo>
                    <a:pt x="13528" y="50960"/>
                  </a:lnTo>
                  <a:lnTo>
                    <a:pt x="13105" y="50090"/>
                  </a:lnTo>
                  <a:lnTo>
                    <a:pt x="12727" y="48835"/>
                  </a:lnTo>
                  <a:lnTo>
                    <a:pt x="12618" y="48190"/>
                  </a:lnTo>
                  <a:lnTo>
                    <a:pt x="11964" y="48080"/>
                  </a:lnTo>
                  <a:lnTo>
                    <a:pt x="11267" y="48740"/>
                  </a:lnTo>
                  <a:lnTo>
                    <a:pt x="8607" y="50091"/>
                  </a:lnTo>
                  <a:lnTo>
                    <a:pt x="7971" y="50582"/>
                  </a:lnTo>
                  <a:lnTo>
                    <a:pt x="6820" y="51889"/>
                  </a:lnTo>
                  <a:lnTo>
                    <a:pt x="5657" y="53882"/>
                  </a:lnTo>
                  <a:lnTo>
                    <a:pt x="4729" y="54300"/>
                  </a:lnTo>
                  <a:lnTo>
                    <a:pt x="4409" y="53710"/>
                  </a:lnTo>
                  <a:lnTo>
                    <a:pt x="4299" y="49029"/>
                  </a:lnTo>
                  <a:lnTo>
                    <a:pt x="5715" y="45917"/>
                  </a:lnTo>
                  <a:lnTo>
                    <a:pt x="6721" y="44039"/>
                  </a:lnTo>
                  <a:lnTo>
                    <a:pt x="6249" y="43659"/>
                  </a:lnTo>
                  <a:lnTo>
                    <a:pt x="5180" y="43711"/>
                  </a:lnTo>
                  <a:lnTo>
                    <a:pt x="5252" y="42257"/>
                  </a:lnTo>
                  <a:lnTo>
                    <a:pt x="5753" y="41557"/>
                  </a:lnTo>
                  <a:lnTo>
                    <a:pt x="6239" y="39974"/>
                  </a:lnTo>
                  <a:lnTo>
                    <a:pt x="5669" y="39292"/>
                  </a:lnTo>
                  <a:lnTo>
                    <a:pt x="5226" y="38250"/>
                  </a:lnTo>
                  <a:lnTo>
                    <a:pt x="5253" y="35523"/>
                  </a:lnTo>
                  <a:lnTo>
                    <a:pt x="5376" y="34414"/>
                  </a:lnTo>
                  <a:lnTo>
                    <a:pt x="5233" y="33219"/>
                  </a:lnTo>
                  <a:lnTo>
                    <a:pt x="3058" y="34835"/>
                  </a:lnTo>
                  <a:lnTo>
                    <a:pt x="2499" y="34593"/>
                  </a:lnTo>
                  <a:lnTo>
                    <a:pt x="2475" y="32568"/>
                  </a:lnTo>
                  <a:lnTo>
                    <a:pt x="3682" y="29485"/>
                  </a:lnTo>
                  <a:lnTo>
                    <a:pt x="3806" y="28543"/>
                  </a:lnTo>
                  <a:lnTo>
                    <a:pt x="2394" y="28087"/>
                  </a:lnTo>
                  <a:lnTo>
                    <a:pt x="1338" y="26574"/>
                  </a:lnTo>
                  <a:lnTo>
                    <a:pt x="693" y="25221"/>
                  </a:lnTo>
                  <a:lnTo>
                    <a:pt x="5" y="23274"/>
                  </a:lnTo>
                  <a:lnTo>
                    <a:pt x="0" y="21534"/>
                  </a:lnTo>
                  <a:lnTo>
                    <a:pt x="710" y="17449"/>
                  </a:lnTo>
                  <a:lnTo>
                    <a:pt x="1728" y="16262"/>
                  </a:lnTo>
                  <a:lnTo>
                    <a:pt x="2605" y="15530"/>
                  </a:lnTo>
                  <a:lnTo>
                    <a:pt x="4466" y="12709"/>
                  </a:lnTo>
                  <a:lnTo>
                    <a:pt x="7033" y="13236"/>
                  </a:lnTo>
                  <a:lnTo>
                    <a:pt x="8620" y="12631"/>
                  </a:lnTo>
                  <a:lnTo>
                    <a:pt x="10045" y="11190"/>
                  </a:lnTo>
                  <a:lnTo>
                    <a:pt x="10861" y="10865"/>
                  </a:lnTo>
                  <a:lnTo>
                    <a:pt x="12175" y="9607"/>
                  </a:lnTo>
                  <a:lnTo>
                    <a:pt x="12134" y="7908"/>
                  </a:lnTo>
                  <a:lnTo>
                    <a:pt x="11683" y="6647"/>
                  </a:lnTo>
                  <a:lnTo>
                    <a:pt x="12079" y="5456"/>
                  </a:lnTo>
                  <a:lnTo>
                    <a:pt x="13555" y="4003"/>
                  </a:lnTo>
                  <a:lnTo>
                    <a:pt x="15189" y="2073"/>
                  </a:lnTo>
                  <a:lnTo>
                    <a:pt x="17064" y="1701"/>
                  </a:lnTo>
                  <a:lnTo>
                    <a:pt x="18972" y="0"/>
                  </a:lnTo>
                  <a:lnTo>
                    <a:pt x="20250" y="1099"/>
                  </a:lnTo>
                  <a:lnTo>
                    <a:pt x="21372" y="727"/>
                  </a:lnTo>
                  <a:lnTo>
                    <a:pt x="22659" y="2031"/>
                  </a:lnTo>
                  <a:lnTo>
                    <a:pt x="24354" y="5021"/>
                  </a:lnTo>
                  <a:lnTo>
                    <a:pt x="26834" y="6222"/>
                  </a:lnTo>
                  <a:lnTo>
                    <a:pt x="28813" y="5286"/>
                  </a:lnTo>
                  <a:lnTo>
                    <a:pt x="32310" y="5087"/>
                  </a:lnTo>
                  <a:lnTo>
                    <a:pt x="34057" y="5485"/>
                  </a:lnTo>
                  <a:lnTo>
                    <a:pt x="37161" y="4748"/>
                  </a:lnTo>
                  <a:lnTo>
                    <a:pt x="38938" y="5012"/>
                  </a:lnTo>
                  <a:lnTo>
                    <a:pt x="41819" y="3530"/>
                  </a:lnTo>
                  <a:lnTo>
                    <a:pt x="44050" y="5380"/>
                  </a:lnTo>
                  <a:lnTo>
                    <a:pt x="48371" y="6245"/>
                  </a:lnTo>
                  <a:lnTo>
                    <a:pt x="50968" y="7762"/>
                  </a:lnTo>
                  <a:lnTo>
                    <a:pt x="58152" y="10307"/>
                  </a:lnTo>
                  <a:lnTo>
                    <a:pt x="60747" y="10336"/>
                  </a:lnTo>
                  <a:lnTo>
                    <a:pt x="64417" y="8907"/>
                  </a:lnTo>
                  <a:lnTo>
                    <a:pt x="65972" y="7834"/>
                  </a:lnTo>
                  <a:lnTo>
                    <a:pt x="67395" y="8470"/>
                  </a:lnTo>
                  <a:lnTo>
                    <a:pt x="69485" y="7241"/>
                  </a:lnTo>
                  <a:lnTo>
                    <a:pt x="70485" y="7491"/>
                  </a:lnTo>
                  <a:lnTo>
                    <a:pt x="71790" y="9244"/>
                  </a:lnTo>
                  <a:lnTo>
                    <a:pt x="76383" y="11611"/>
                  </a:lnTo>
                  <a:lnTo>
                    <a:pt x="77592" y="9599"/>
                  </a:lnTo>
                  <a:lnTo>
                    <a:pt x="78488" y="9163"/>
                  </a:lnTo>
                  <a:lnTo>
                    <a:pt x="81795" y="10395"/>
                  </a:lnTo>
                  <a:lnTo>
                    <a:pt x="85126" y="12898"/>
                  </a:lnTo>
                  <a:lnTo>
                    <a:pt x="86859" y="13079"/>
                  </a:lnTo>
                  <a:lnTo>
                    <a:pt x="89393" y="12395"/>
                  </a:lnTo>
                  <a:lnTo>
                    <a:pt x="91402" y="10747"/>
                  </a:lnTo>
                  <a:close/>
                </a:path>
              </a:pathLst>
            </a:custGeom>
            <a:solidFill>
              <a:srgbClr val="EAF3E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5"/>
            <p:cNvSpPr/>
            <p:nvPr/>
          </p:nvSpPr>
          <p:spPr>
            <a:xfrm>
              <a:off x="3633701" y="1901687"/>
              <a:ext cx="18124" cy="20567"/>
            </a:xfrm>
            <a:custGeom>
              <a:avLst/>
              <a:pathLst>
                <a:path w="18124" h="20567">
                  <a:moveTo>
                    <a:pt x="9413" y="181"/>
                  </a:moveTo>
                  <a:lnTo>
                    <a:pt x="10290" y="897"/>
                  </a:lnTo>
                  <a:lnTo>
                    <a:pt x="11097" y="670"/>
                  </a:lnTo>
                  <a:lnTo>
                    <a:pt x="11915" y="173"/>
                  </a:lnTo>
                  <a:lnTo>
                    <a:pt x="13694" y="640"/>
                  </a:lnTo>
                  <a:lnTo>
                    <a:pt x="17749" y="4252"/>
                  </a:lnTo>
                  <a:lnTo>
                    <a:pt x="18124" y="5217"/>
                  </a:lnTo>
                  <a:lnTo>
                    <a:pt x="15704" y="5655"/>
                  </a:lnTo>
                  <a:lnTo>
                    <a:pt x="15154" y="6763"/>
                  </a:lnTo>
                  <a:lnTo>
                    <a:pt x="14572" y="7537"/>
                  </a:lnTo>
                  <a:lnTo>
                    <a:pt x="13887" y="7786"/>
                  </a:lnTo>
                  <a:lnTo>
                    <a:pt x="12718" y="9340"/>
                  </a:lnTo>
                  <a:lnTo>
                    <a:pt x="11137" y="10829"/>
                  </a:lnTo>
                  <a:lnTo>
                    <a:pt x="10806" y="11722"/>
                  </a:lnTo>
                  <a:lnTo>
                    <a:pt x="7946" y="11558"/>
                  </a:lnTo>
                  <a:lnTo>
                    <a:pt x="6381" y="12122"/>
                  </a:lnTo>
                  <a:lnTo>
                    <a:pt x="5119" y="13789"/>
                  </a:lnTo>
                  <a:lnTo>
                    <a:pt x="4600" y="17007"/>
                  </a:lnTo>
                  <a:lnTo>
                    <a:pt x="3676" y="19519"/>
                  </a:lnTo>
                  <a:lnTo>
                    <a:pt x="2736" y="20428"/>
                  </a:lnTo>
                  <a:lnTo>
                    <a:pt x="1756" y="20567"/>
                  </a:lnTo>
                  <a:lnTo>
                    <a:pt x="1524" y="19623"/>
                  </a:lnTo>
                  <a:lnTo>
                    <a:pt x="1617" y="18681"/>
                  </a:lnTo>
                  <a:lnTo>
                    <a:pt x="3682" y="15130"/>
                  </a:lnTo>
                  <a:lnTo>
                    <a:pt x="4111" y="13978"/>
                  </a:lnTo>
                  <a:lnTo>
                    <a:pt x="3083" y="13465"/>
                  </a:lnTo>
                  <a:lnTo>
                    <a:pt x="2222" y="12233"/>
                  </a:lnTo>
                  <a:lnTo>
                    <a:pt x="341" y="10786"/>
                  </a:lnTo>
                  <a:lnTo>
                    <a:pt x="0" y="9624"/>
                  </a:lnTo>
                  <a:lnTo>
                    <a:pt x="450" y="9538"/>
                  </a:lnTo>
                  <a:lnTo>
                    <a:pt x="862" y="9205"/>
                  </a:lnTo>
                  <a:lnTo>
                    <a:pt x="1364" y="8231"/>
                  </a:lnTo>
                  <a:lnTo>
                    <a:pt x="1599" y="7113"/>
                  </a:lnTo>
                  <a:lnTo>
                    <a:pt x="96" y="3847"/>
                  </a:lnTo>
                  <a:lnTo>
                    <a:pt x="862" y="3342"/>
                  </a:lnTo>
                  <a:lnTo>
                    <a:pt x="1818" y="3461"/>
                  </a:lnTo>
                  <a:lnTo>
                    <a:pt x="2799" y="4410"/>
                  </a:lnTo>
                  <a:lnTo>
                    <a:pt x="3875" y="3296"/>
                  </a:lnTo>
                  <a:lnTo>
                    <a:pt x="4332" y="3132"/>
                  </a:lnTo>
                  <a:lnTo>
                    <a:pt x="5085" y="3529"/>
                  </a:lnTo>
                  <a:lnTo>
                    <a:pt x="5844" y="1374"/>
                  </a:lnTo>
                  <a:lnTo>
                    <a:pt x="7649" y="665"/>
                  </a:lnTo>
                  <a:lnTo>
                    <a:pt x="8545" y="0"/>
                  </a:lnTo>
                  <a:close/>
                </a:path>
              </a:pathLst>
            </a:custGeom>
            <a:solidFill>
              <a:srgbClr val="F7FBF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6"/>
            <p:cNvSpPr/>
            <p:nvPr/>
          </p:nvSpPr>
          <p:spPr>
            <a:xfrm>
              <a:off x="3648620" y="1900187"/>
              <a:ext cx="3615" cy="4081"/>
            </a:xfrm>
            <a:custGeom>
              <a:avLst/>
              <a:pathLst>
                <a:path w="3615" h="4081">
                  <a:moveTo>
                    <a:pt x="3456" y="3775"/>
                  </a:moveTo>
                  <a:lnTo>
                    <a:pt x="2429" y="4081"/>
                  </a:lnTo>
                  <a:lnTo>
                    <a:pt x="0" y="1981"/>
                  </a:lnTo>
                  <a:lnTo>
                    <a:pt x="562" y="558"/>
                  </a:lnTo>
                  <a:lnTo>
                    <a:pt x="1258" y="0"/>
                  </a:lnTo>
                  <a:lnTo>
                    <a:pt x="3323" y="872"/>
                  </a:lnTo>
                  <a:lnTo>
                    <a:pt x="3615" y="3031"/>
                  </a:lnTo>
                  <a:close/>
                </a:path>
              </a:pathLst>
            </a:custGeom>
            <a:solidFill>
              <a:srgbClr val="F7FBF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7"/>
            <p:cNvSpPr/>
            <p:nvPr/>
          </p:nvSpPr>
          <p:spPr>
            <a:xfrm>
              <a:off x="3636191" y="1888102"/>
              <a:ext cx="11752" cy="11734"/>
            </a:xfrm>
            <a:custGeom>
              <a:avLst/>
              <a:pathLst>
                <a:path w="11752" h="11734">
                  <a:moveTo>
                    <a:pt x="10704" y="7688"/>
                  </a:moveTo>
                  <a:lnTo>
                    <a:pt x="9692" y="9150"/>
                  </a:lnTo>
                  <a:lnTo>
                    <a:pt x="9089" y="8565"/>
                  </a:lnTo>
                  <a:lnTo>
                    <a:pt x="8774" y="7866"/>
                  </a:lnTo>
                  <a:lnTo>
                    <a:pt x="7467" y="11167"/>
                  </a:lnTo>
                  <a:lnTo>
                    <a:pt x="5996" y="11734"/>
                  </a:lnTo>
                  <a:lnTo>
                    <a:pt x="5138" y="11082"/>
                  </a:lnTo>
                  <a:lnTo>
                    <a:pt x="5215" y="9848"/>
                  </a:lnTo>
                  <a:lnTo>
                    <a:pt x="4377" y="6610"/>
                  </a:lnTo>
                  <a:lnTo>
                    <a:pt x="3099" y="5662"/>
                  </a:lnTo>
                  <a:lnTo>
                    <a:pt x="1303" y="5573"/>
                  </a:lnTo>
                  <a:lnTo>
                    <a:pt x="0" y="4240"/>
                  </a:lnTo>
                  <a:lnTo>
                    <a:pt x="5014" y="3332"/>
                  </a:lnTo>
                  <a:lnTo>
                    <a:pt x="5532" y="1791"/>
                  </a:lnTo>
                  <a:lnTo>
                    <a:pt x="6551" y="174"/>
                  </a:lnTo>
                  <a:lnTo>
                    <a:pt x="7319" y="0"/>
                  </a:lnTo>
                  <a:lnTo>
                    <a:pt x="7971" y="374"/>
                  </a:lnTo>
                  <a:lnTo>
                    <a:pt x="8094" y="1628"/>
                  </a:lnTo>
                  <a:lnTo>
                    <a:pt x="8258" y="2128"/>
                  </a:lnTo>
                  <a:lnTo>
                    <a:pt x="10533" y="2833"/>
                  </a:lnTo>
                  <a:lnTo>
                    <a:pt x="11419" y="4942"/>
                  </a:lnTo>
                  <a:lnTo>
                    <a:pt x="11752" y="7480"/>
                  </a:lnTo>
                  <a:close/>
                </a:path>
              </a:pathLst>
            </a:custGeom>
            <a:solidFill>
              <a:srgbClr val="F7FBF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8"/>
            <p:cNvSpPr/>
            <p:nvPr/>
          </p:nvSpPr>
          <p:spPr>
            <a:xfrm>
              <a:off x="3653168" y="1871794"/>
              <a:ext cx="58232" cy="62452"/>
            </a:xfrm>
            <a:custGeom>
              <a:avLst/>
              <a:pathLst>
                <a:path w="58232" h="62452">
                  <a:moveTo>
                    <a:pt x="56522" y="4572"/>
                  </a:moveTo>
                  <a:lnTo>
                    <a:pt x="57180" y="5491"/>
                  </a:lnTo>
                  <a:lnTo>
                    <a:pt x="58009" y="6971"/>
                  </a:lnTo>
                  <a:lnTo>
                    <a:pt x="58232" y="7818"/>
                  </a:lnTo>
                  <a:lnTo>
                    <a:pt x="57951" y="8316"/>
                  </a:lnTo>
                  <a:lnTo>
                    <a:pt x="57124" y="8739"/>
                  </a:lnTo>
                  <a:lnTo>
                    <a:pt x="56936" y="9195"/>
                  </a:lnTo>
                  <a:lnTo>
                    <a:pt x="56570" y="9966"/>
                  </a:lnTo>
                  <a:lnTo>
                    <a:pt x="55605" y="10105"/>
                  </a:lnTo>
                  <a:lnTo>
                    <a:pt x="55105" y="10678"/>
                  </a:lnTo>
                  <a:lnTo>
                    <a:pt x="54510" y="13188"/>
                  </a:lnTo>
                  <a:lnTo>
                    <a:pt x="53376" y="17345"/>
                  </a:lnTo>
                  <a:lnTo>
                    <a:pt x="51700" y="20508"/>
                  </a:lnTo>
                  <a:lnTo>
                    <a:pt x="50359" y="22242"/>
                  </a:lnTo>
                  <a:lnTo>
                    <a:pt x="49759" y="23571"/>
                  </a:lnTo>
                  <a:lnTo>
                    <a:pt x="49385" y="25168"/>
                  </a:lnTo>
                  <a:lnTo>
                    <a:pt x="49297" y="26770"/>
                  </a:lnTo>
                  <a:lnTo>
                    <a:pt x="50584" y="35569"/>
                  </a:lnTo>
                  <a:lnTo>
                    <a:pt x="50569" y="37158"/>
                  </a:lnTo>
                  <a:lnTo>
                    <a:pt x="50266" y="38790"/>
                  </a:lnTo>
                  <a:lnTo>
                    <a:pt x="50047" y="40450"/>
                  </a:lnTo>
                  <a:lnTo>
                    <a:pt x="50228" y="41890"/>
                  </a:lnTo>
                  <a:lnTo>
                    <a:pt x="51075" y="44350"/>
                  </a:lnTo>
                  <a:lnTo>
                    <a:pt x="51976" y="48019"/>
                  </a:lnTo>
                  <a:lnTo>
                    <a:pt x="52338" y="50363"/>
                  </a:lnTo>
                  <a:lnTo>
                    <a:pt x="52937" y="51224"/>
                  </a:lnTo>
                  <a:lnTo>
                    <a:pt x="53514" y="51854"/>
                  </a:lnTo>
                  <a:lnTo>
                    <a:pt x="53634" y="52251"/>
                  </a:lnTo>
                  <a:lnTo>
                    <a:pt x="53615" y="52664"/>
                  </a:lnTo>
                  <a:lnTo>
                    <a:pt x="53317" y="53129"/>
                  </a:lnTo>
                  <a:lnTo>
                    <a:pt x="50717" y="54358"/>
                  </a:lnTo>
                  <a:lnTo>
                    <a:pt x="50379" y="55398"/>
                  </a:lnTo>
                  <a:lnTo>
                    <a:pt x="50099" y="56558"/>
                  </a:lnTo>
                  <a:lnTo>
                    <a:pt x="48964" y="58277"/>
                  </a:lnTo>
                  <a:lnTo>
                    <a:pt x="48615" y="59880"/>
                  </a:lnTo>
                  <a:lnTo>
                    <a:pt x="48400" y="61719"/>
                  </a:lnTo>
                  <a:lnTo>
                    <a:pt x="48371" y="62374"/>
                  </a:lnTo>
                  <a:lnTo>
                    <a:pt x="48057" y="62452"/>
                  </a:lnTo>
                  <a:lnTo>
                    <a:pt x="46336" y="62073"/>
                  </a:lnTo>
                  <a:lnTo>
                    <a:pt x="44440" y="60878"/>
                  </a:lnTo>
                  <a:lnTo>
                    <a:pt x="43608" y="59981"/>
                  </a:lnTo>
                  <a:lnTo>
                    <a:pt x="42791" y="59991"/>
                  </a:lnTo>
                  <a:lnTo>
                    <a:pt x="41803" y="60584"/>
                  </a:lnTo>
                  <a:lnTo>
                    <a:pt x="38260" y="62289"/>
                  </a:lnTo>
                  <a:lnTo>
                    <a:pt x="37390" y="61891"/>
                  </a:lnTo>
                  <a:lnTo>
                    <a:pt x="35366" y="60219"/>
                  </a:lnTo>
                  <a:lnTo>
                    <a:pt x="34341" y="58396"/>
                  </a:lnTo>
                  <a:lnTo>
                    <a:pt x="32063" y="54768"/>
                  </a:lnTo>
                  <a:lnTo>
                    <a:pt x="31876" y="53905"/>
                  </a:lnTo>
                  <a:lnTo>
                    <a:pt x="31578" y="53212"/>
                  </a:lnTo>
                  <a:lnTo>
                    <a:pt x="29143" y="52315"/>
                  </a:lnTo>
                  <a:lnTo>
                    <a:pt x="28244" y="50977"/>
                  </a:lnTo>
                  <a:lnTo>
                    <a:pt x="27494" y="50790"/>
                  </a:lnTo>
                  <a:lnTo>
                    <a:pt x="26398" y="50122"/>
                  </a:lnTo>
                  <a:lnTo>
                    <a:pt x="23544" y="47265"/>
                  </a:lnTo>
                  <a:lnTo>
                    <a:pt x="22835" y="46998"/>
                  </a:lnTo>
                  <a:lnTo>
                    <a:pt x="22663" y="47479"/>
                  </a:lnTo>
                  <a:lnTo>
                    <a:pt x="22712" y="48154"/>
                  </a:lnTo>
                  <a:lnTo>
                    <a:pt x="22535" y="48545"/>
                  </a:lnTo>
                  <a:lnTo>
                    <a:pt x="22170" y="48532"/>
                  </a:lnTo>
                  <a:lnTo>
                    <a:pt x="21510" y="47481"/>
                  </a:lnTo>
                  <a:lnTo>
                    <a:pt x="20718" y="46557"/>
                  </a:lnTo>
                  <a:lnTo>
                    <a:pt x="18254" y="48295"/>
                  </a:lnTo>
                  <a:lnTo>
                    <a:pt x="17362" y="48764"/>
                  </a:lnTo>
                  <a:lnTo>
                    <a:pt x="16581" y="48866"/>
                  </a:lnTo>
                  <a:lnTo>
                    <a:pt x="12671" y="51153"/>
                  </a:lnTo>
                  <a:lnTo>
                    <a:pt x="11481" y="52386"/>
                  </a:lnTo>
                  <a:lnTo>
                    <a:pt x="10988" y="52254"/>
                  </a:lnTo>
                  <a:lnTo>
                    <a:pt x="11105" y="51097"/>
                  </a:lnTo>
                  <a:lnTo>
                    <a:pt x="12732" y="45300"/>
                  </a:lnTo>
                  <a:lnTo>
                    <a:pt x="13024" y="40700"/>
                  </a:lnTo>
                  <a:lnTo>
                    <a:pt x="13619" y="40068"/>
                  </a:lnTo>
                  <a:lnTo>
                    <a:pt x="13791" y="39430"/>
                  </a:lnTo>
                  <a:lnTo>
                    <a:pt x="13537" y="37963"/>
                  </a:lnTo>
                  <a:lnTo>
                    <a:pt x="11848" y="37022"/>
                  </a:lnTo>
                  <a:lnTo>
                    <a:pt x="11166" y="37161"/>
                  </a:lnTo>
                  <a:lnTo>
                    <a:pt x="10552" y="38738"/>
                  </a:lnTo>
                  <a:lnTo>
                    <a:pt x="9916" y="39875"/>
                  </a:lnTo>
                  <a:lnTo>
                    <a:pt x="8425" y="40567"/>
                  </a:lnTo>
                  <a:lnTo>
                    <a:pt x="7143" y="39370"/>
                  </a:lnTo>
                  <a:lnTo>
                    <a:pt x="4140" y="37768"/>
                  </a:lnTo>
                  <a:lnTo>
                    <a:pt x="3381" y="35636"/>
                  </a:lnTo>
                  <a:lnTo>
                    <a:pt x="3201" y="33490"/>
                  </a:lnTo>
                  <a:lnTo>
                    <a:pt x="1613" y="31415"/>
                  </a:lnTo>
                  <a:lnTo>
                    <a:pt x="953" y="28971"/>
                  </a:lnTo>
                  <a:lnTo>
                    <a:pt x="1217" y="27266"/>
                  </a:lnTo>
                  <a:lnTo>
                    <a:pt x="2658" y="26146"/>
                  </a:lnTo>
                  <a:lnTo>
                    <a:pt x="3069" y="25171"/>
                  </a:lnTo>
                  <a:lnTo>
                    <a:pt x="1253" y="25325"/>
                  </a:lnTo>
                  <a:lnTo>
                    <a:pt x="883" y="25092"/>
                  </a:lnTo>
                  <a:lnTo>
                    <a:pt x="803" y="24214"/>
                  </a:lnTo>
                  <a:lnTo>
                    <a:pt x="0" y="21226"/>
                  </a:lnTo>
                  <a:lnTo>
                    <a:pt x="710" y="20049"/>
                  </a:lnTo>
                  <a:lnTo>
                    <a:pt x="1024" y="18905"/>
                  </a:lnTo>
                  <a:lnTo>
                    <a:pt x="441" y="17931"/>
                  </a:lnTo>
                  <a:lnTo>
                    <a:pt x="594" y="16823"/>
                  </a:lnTo>
                  <a:lnTo>
                    <a:pt x="1048" y="15703"/>
                  </a:lnTo>
                  <a:lnTo>
                    <a:pt x="770" y="13100"/>
                  </a:lnTo>
                  <a:lnTo>
                    <a:pt x="2572" y="11721"/>
                  </a:lnTo>
                  <a:lnTo>
                    <a:pt x="4324" y="10751"/>
                  </a:lnTo>
                  <a:lnTo>
                    <a:pt x="8037" y="10256"/>
                  </a:lnTo>
                  <a:lnTo>
                    <a:pt x="7670" y="7880"/>
                  </a:lnTo>
                  <a:lnTo>
                    <a:pt x="9172" y="7773"/>
                  </a:lnTo>
                  <a:lnTo>
                    <a:pt x="11702" y="4915"/>
                  </a:lnTo>
                  <a:lnTo>
                    <a:pt x="14210" y="5417"/>
                  </a:lnTo>
                  <a:lnTo>
                    <a:pt x="17837" y="3455"/>
                  </a:lnTo>
                  <a:lnTo>
                    <a:pt x="24824" y="3482"/>
                  </a:lnTo>
                  <a:lnTo>
                    <a:pt x="25776" y="2350"/>
                  </a:lnTo>
                  <a:lnTo>
                    <a:pt x="25609" y="1211"/>
                  </a:lnTo>
                  <a:lnTo>
                    <a:pt x="25632" y="0"/>
                  </a:lnTo>
                  <a:lnTo>
                    <a:pt x="26946" y="339"/>
                  </a:lnTo>
                  <a:lnTo>
                    <a:pt x="29143" y="128"/>
                  </a:lnTo>
                  <a:lnTo>
                    <a:pt x="37374" y="2514"/>
                  </a:lnTo>
                  <a:lnTo>
                    <a:pt x="39400" y="2514"/>
                  </a:lnTo>
                  <a:lnTo>
                    <a:pt x="42202" y="4941"/>
                  </a:lnTo>
                  <a:lnTo>
                    <a:pt x="43715" y="5566"/>
                  </a:lnTo>
                  <a:lnTo>
                    <a:pt x="48172" y="5570"/>
                  </a:lnTo>
                  <a:lnTo>
                    <a:pt x="55042" y="6642"/>
                  </a:lnTo>
                  <a:lnTo>
                    <a:pt x="56390" y="4999"/>
                  </a:lnTo>
                  <a:close/>
                </a:path>
              </a:pathLst>
            </a:custGeom>
            <a:solidFill>
              <a:srgbClr val="F7FBF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19"/>
            <p:cNvSpPr/>
            <p:nvPr/>
          </p:nvSpPr>
          <p:spPr>
            <a:xfrm>
              <a:off x="3771221" y="3195199"/>
              <a:ext cx="184841" cy="336746"/>
            </a:xfrm>
            <a:custGeom>
              <a:avLst/>
              <a:pathLst>
                <a:path w="184841" h="336746">
                  <a:moveTo>
                    <a:pt x="115742" y="70500"/>
                  </a:moveTo>
                  <a:lnTo>
                    <a:pt x="114531" y="74700"/>
                  </a:lnTo>
                  <a:lnTo>
                    <a:pt x="112911" y="80319"/>
                  </a:lnTo>
                  <a:lnTo>
                    <a:pt x="111021" y="86872"/>
                  </a:lnTo>
                  <a:lnTo>
                    <a:pt x="110449" y="88482"/>
                  </a:lnTo>
                  <a:lnTo>
                    <a:pt x="108796" y="92444"/>
                  </a:lnTo>
                  <a:lnTo>
                    <a:pt x="108513" y="93559"/>
                  </a:lnTo>
                  <a:lnTo>
                    <a:pt x="108190" y="96423"/>
                  </a:lnTo>
                  <a:lnTo>
                    <a:pt x="108167" y="101631"/>
                  </a:lnTo>
                  <a:lnTo>
                    <a:pt x="108381" y="108282"/>
                  </a:lnTo>
                  <a:lnTo>
                    <a:pt x="108581" y="114408"/>
                  </a:lnTo>
                  <a:lnTo>
                    <a:pt x="109494" y="115137"/>
                  </a:lnTo>
                  <a:lnTo>
                    <a:pt x="110546" y="115574"/>
                  </a:lnTo>
                  <a:lnTo>
                    <a:pt x="111715" y="114766"/>
                  </a:lnTo>
                  <a:lnTo>
                    <a:pt x="113122" y="114079"/>
                  </a:lnTo>
                  <a:lnTo>
                    <a:pt x="114873" y="113677"/>
                  </a:lnTo>
                  <a:lnTo>
                    <a:pt x="116811" y="112440"/>
                  </a:lnTo>
                  <a:lnTo>
                    <a:pt x="117953" y="111445"/>
                  </a:lnTo>
                  <a:lnTo>
                    <a:pt x="119153" y="111517"/>
                  </a:lnTo>
                  <a:lnTo>
                    <a:pt x="120218" y="112579"/>
                  </a:lnTo>
                  <a:lnTo>
                    <a:pt x="120733" y="113557"/>
                  </a:lnTo>
                  <a:lnTo>
                    <a:pt x="121488" y="113892"/>
                  </a:lnTo>
                  <a:lnTo>
                    <a:pt x="122458" y="113851"/>
                  </a:lnTo>
                  <a:lnTo>
                    <a:pt x="122253" y="115006"/>
                  </a:lnTo>
                  <a:lnTo>
                    <a:pt x="121719" y="116691"/>
                  </a:lnTo>
                  <a:lnTo>
                    <a:pt x="121063" y="118382"/>
                  </a:lnTo>
                  <a:lnTo>
                    <a:pt x="120488" y="120128"/>
                  </a:lnTo>
                  <a:lnTo>
                    <a:pt x="119210" y="125019"/>
                  </a:lnTo>
                  <a:lnTo>
                    <a:pt x="119172" y="125651"/>
                  </a:lnTo>
                  <a:lnTo>
                    <a:pt x="119329" y="126609"/>
                  </a:lnTo>
                  <a:lnTo>
                    <a:pt x="120020" y="128850"/>
                  </a:lnTo>
                  <a:lnTo>
                    <a:pt x="120742" y="132458"/>
                  </a:lnTo>
                  <a:lnTo>
                    <a:pt x="121145" y="135775"/>
                  </a:lnTo>
                  <a:lnTo>
                    <a:pt x="121456" y="137380"/>
                  </a:lnTo>
                  <a:lnTo>
                    <a:pt x="122331" y="139219"/>
                  </a:lnTo>
                  <a:lnTo>
                    <a:pt x="123593" y="143008"/>
                  </a:lnTo>
                  <a:lnTo>
                    <a:pt x="124262" y="145560"/>
                  </a:lnTo>
                  <a:lnTo>
                    <a:pt x="125652" y="146927"/>
                  </a:lnTo>
                  <a:lnTo>
                    <a:pt x="126107" y="150172"/>
                  </a:lnTo>
                  <a:lnTo>
                    <a:pt x="127151" y="154931"/>
                  </a:lnTo>
                  <a:lnTo>
                    <a:pt x="128277" y="158738"/>
                  </a:lnTo>
                  <a:lnTo>
                    <a:pt x="129365" y="161716"/>
                  </a:lnTo>
                  <a:lnTo>
                    <a:pt x="130581" y="162861"/>
                  </a:lnTo>
                  <a:lnTo>
                    <a:pt x="131068" y="162959"/>
                  </a:lnTo>
                  <a:lnTo>
                    <a:pt x="133613" y="168474"/>
                  </a:lnTo>
                  <a:lnTo>
                    <a:pt x="135551" y="172668"/>
                  </a:lnTo>
                  <a:lnTo>
                    <a:pt x="136033" y="173342"/>
                  </a:lnTo>
                  <a:lnTo>
                    <a:pt x="139530" y="176089"/>
                  </a:lnTo>
                  <a:lnTo>
                    <a:pt x="143550" y="179250"/>
                  </a:lnTo>
                  <a:lnTo>
                    <a:pt x="146777" y="181788"/>
                  </a:lnTo>
                  <a:lnTo>
                    <a:pt x="150891" y="185020"/>
                  </a:lnTo>
                  <a:lnTo>
                    <a:pt x="154945" y="188206"/>
                  </a:lnTo>
                  <a:lnTo>
                    <a:pt x="158743" y="191253"/>
                  </a:lnTo>
                  <a:lnTo>
                    <a:pt x="164083" y="195535"/>
                  </a:lnTo>
                  <a:lnTo>
                    <a:pt x="168386" y="198987"/>
                  </a:lnTo>
                  <a:lnTo>
                    <a:pt x="171777" y="201706"/>
                  </a:lnTo>
                  <a:lnTo>
                    <a:pt x="172501" y="202565"/>
                  </a:lnTo>
                  <a:lnTo>
                    <a:pt x="176542" y="202565"/>
                  </a:lnTo>
                  <a:lnTo>
                    <a:pt x="180639" y="202565"/>
                  </a:lnTo>
                  <a:lnTo>
                    <a:pt x="184841" y="202565"/>
                  </a:lnTo>
                  <a:lnTo>
                    <a:pt x="181799" y="209590"/>
                  </a:lnTo>
                  <a:lnTo>
                    <a:pt x="178358" y="217534"/>
                  </a:lnTo>
                  <a:lnTo>
                    <a:pt x="174742" y="225885"/>
                  </a:lnTo>
                  <a:lnTo>
                    <a:pt x="172415" y="231258"/>
                  </a:lnTo>
                  <a:lnTo>
                    <a:pt x="168720" y="239791"/>
                  </a:lnTo>
                  <a:lnTo>
                    <a:pt x="165650" y="246883"/>
                  </a:lnTo>
                  <a:lnTo>
                    <a:pt x="162489" y="254642"/>
                  </a:lnTo>
                  <a:lnTo>
                    <a:pt x="159628" y="261659"/>
                  </a:lnTo>
                  <a:lnTo>
                    <a:pt x="155909" y="271379"/>
                  </a:lnTo>
                  <a:lnTo>
                    <a:pt x="153501" y="277668"/>
                  </a:lnTo>
                  <a:lnTo>
                    <a:pt x="149729" y="287530"/>
                  </a:lnTo>
                  <a:lnTo>
                    <a:pt x="147357" y="293725"/>
                  </a:lnTo>
                  <a:lnTo>
                    <a:pt x="147000" y="294083"/>
                  </a:lnTo>
                  <a:lnTo>
                    <a:pt x="143607" y="293614"/>
                  </a:lnTo>
                  <a:lnTo>
                    <a:pt x="140311" y="293158"/>
                  </a:lnTo>
                  <a:lnTo>
                    <a:pt x="136098" y="292574"/>
                  </a:lnTo>
                  <a:lnTo>
                    <a:pt x="135613" y="292587"/>
                  </a:lnTo>
                  <a:lnTo>
                    <a:pt x="134387" y="293171"/>
                  </a:lnTo>
                  <a:lnTo>
                    <a:pt x="133643" y="293743"/>
                  </a:lnTo>
                  <a:lnTo>
                    <a:pt x="130611" y="295411"/>
                  </a:lnTo>
                  <a:lnTo>
                    <a:pt x="130053" y="295843"/>
                  </a:lnTo>
                  <a:lnTo>
                    <a:pt x="127532" y="298501"/>
                  </a:lnTo>
                  <a:lnTo>
                    <a:pt x="124962" y="301631"/>
                  </a:lnTo>
                  <a:lnTo>
                    <a:pt x="123609" y="304029"/>
                  </a:lnTo>
                  <a:lnTo>
                    <a:pt x="122559" y="307516"/>
                  </a:lnTo>
                  <a:lnTo>
                    <a:pt x="122112" y="310005"/>
                  </a:lnTo>
                  <a:lnTo>
                    <a:pt x="121642" y="311094"/>
                  </a:lnTo>
                  <a:lnTo>
                    <a:pt x="120839" y="312046"/>
                  </a:lnTo>
                  <a:lnTo>
                    <a:pt x="115454" y="314403"/>
                  </a:lnTo>
                  <a:lnTo>
                    <a:pt x="113890" y="314716"/>
                  </a:lnTo>
                  <a:lnTo>
                    <a:pt x="111369" y="316599"/>
                  </a:lnTo>
                  <a:lnTo>
                    <a:pt x="110026" y="319750"/>
                  </a:lnTo>
                  <a:lnTo>
                    <a:pt x="109640" y="321332"/>
                  </a:lnTo>
                  <a:lnTo>
                    <a:pt x="107834" y="321293"/>
                  </a:lnTo>
                  <a:lnTo>
                    <a:pt x="104678" y="321759"/>
                  </a:lnTo>
                  <a:lnTo>
                    <a:pt x="103327" y="322264"/>
                  </a:lnTo>
                  <a:lnTo>
                    <a:pt x="102667" y="322357"/>
                  </a:lnTo>
                  <a:lnTo>
                    <a:pt x="101457" y="322342"/>
                  </a:lnTo>
                  <a:lnTo>
                    <a:pt x="100464" y="321768"/>
                  </a:lnTo>
                  <a:lnTo>
                    <a:pt x="99807" y="320913"/>
                  </a:lnTo>
                  <a:lnTo>
                    <a:pt x="98988" y="318976"/>
                  </a:lnTo>
                  <a:lnTo>
                    <a:pt x="97160" y="315050"/>
                  </a:lnTo>
                  <a:lnTo>
                    <a:pt x="95834" y="312606"/>
                  </a:lnTo>
                  <a:lnTo>
                    <a:pt x="92916" y="315425"/>
                  </a:lnTo>
                  <a:lnTo>
                    <a:pt x="90291" y="318230"/>
                  </a:lnTo>
                  <a:lnTo>
                    <a:pt x="86566" y="322213"/>
                  </a:lnTo>
                  <a:lnTo>
                    <a:pt x="84444" y="325064"/>
                  </a:lnTo>
                  <a:lnTo>
                    <a:pt x="83804" y="327936"/>
                  </a:lnTo>
                  <a:lnTo>
                    <a:pt x="82165" y="333149"/>
                  </a:lnTo>
                  <a:lnTo>
                    <a:pt x="80701" y="336359"/>
                  </a:lnTo>
                  <a:lnTo>
                    <a:pt x="80153" y="336746"/>
                  </a:lnTo>
                  <a:lnTo>
                    <a:pt x="76834" y="336077"/>
                  </a:lnTo>
                  <a:lnTo>
                    <a:pt x="75635" y="335423"/>
                  </a:lnTo>
                  <a:lnTo>
                    <a:pt x="73654" y="334840"/>
                  </a:lnTo>
                  <a:lnTo>
                    <a:pt x="71000" y="333706"/>
                  </a:lnTo>
                  <a:lnTo>
                    <a:pt x="69215" y="332491"/>
                  </a:lnTo>
                  <a:lnTo>
                    <a:pt x="67284" y="332351"/>
                  </a:lnTo>
                  <a:lnTo>
                    <a:pt x="64492" y="331933"/>
                  </a:lnTo>
                  <a:lnTo>
                    <a:pt x="62775" y="331051"/>
                  </a:lnTo>
                  <a:lnTo>
                    <a:pt x="61032" y="328158"/>
                  </a:lnTo>
                  <a:lnTo>
                    <a:pt x="58786" y="324674"/>
                  </a:lnTo>
                  <a:lnTo>
                    <a:pt x="56473" y="321090"/>
                  </a:lnTo>
                  <a:lnTo>
                    <a:pt x="54092" y="317399"/>
                  </a:lnTo>
                  <a:lnTo>
                    <a:pt x="51280" y="313153"/>
                  </a:lnTo>
                  <a:lnTo>
                    <a:pt x="48207" y="308516"/>
                  </a:lnTo>
                  <a:lnTo>
                    <a:pt x="47499" y="308047"/>
                  </a:lnTo>
                  <a:lnTo>
                    <a:pt x="47196" y="307965"/>
                  </a:lnTo>
                  <a:lnTo>
                    <a:pt x="43856" y="307754"/>
                  </a:lnTo>
                  <a:lnTo>
                    <a:pt x="40387" y="307533"/>
                  </a:lnTo>
                  <a:lnTo>
                    <a:pt x="38043" y="307386"/>
                  </a:lnTo>
                  <a:lnTo>
                    <a:pt x="37303" y="306842"/>
                  </a:lnTo>
                  <a:lnTo>
                    <a:pt x="36770" y="305787"/>
                  </a:lnTo>
                  <a:lnTo>
                    <a:pt x="36043" y="302359"/>
                  </a:lnTo>
                  <a:lnTo>
                    <a:pt x="35127" y="299912"/>
                  </a:lnTo>
                  <a:lnTo>
                    <a:pt x="34109" y="296799"/>
                  </a:lnTo>
                  <a:lnTo>
                    <a:pt x="34023" y="292588"/>
                  </a:lnTo>
                  <a:lnTo>
                    <a:pt x="34309" y="288006"/>
                  </a:lnTo>
                  <a:lnTo>
                    <a:pt x="34568" y="286488"/>
                  </a:lnTo>
                  <a:lnTo>
                    <a:pt x="34422" y="284976"/>
                  </a:lnTo>
                  <a:lnTo>
                    <a:pt x="34458" y="282894"/>
                  </a:lnTo>
                  <a:lnTo>
                    <a:pt x="33886" y="280961"/>
                  </a:lnTo>
                  <a:lnTo>
                    <a:pt x="30476" y="278742"/>
                  </a:lnTo>
                  <a:lnTo>
                    <a:pt x="29925" y="278913"/>
                  </a:lnTo>
                  <a:lnTo>
                    <a:pt x="29356" y="279744"/>
                  </a:lnTo>
                  <a:lnTo>
                    <a:pt x="28706" y="280343"/>
                  </a:lnTo>
                  <a:lnTo>
                    <a:pt x="28241" y="279776"/>
                  </a:lnTo>
                  <a:lnTo>
                    <a:pt x="27958" y="278949"/>
                  </a:lnTo>
                  <a:lnTo>
                    <a:pt x="27948" y="277595"/>
                  </a:lnTo>
                  <a:lnTo>
                    <a:pt x="28004" y="276579"/>
                  </a:lnTo>
                  <a:lnTo>
                    <a:pt x="27807" y="276025"/>
                  </a:lnTo>
                  <a:lnTo>
                    <a:pt x="26722" y="273951"/>
                  </a:lnTo>
                  <a:lnTo>
                    <a:pt x="25703" y="271235"/>
                  </a:lnTo>
                  <a:lnTo>
                    <a:pt x="25086" y="268228"/>
                  </a:lnTo>
                  <a:lnTo>
                    <a:pt x="24490" y="265763"/>
                  </a:lnTo>
                  <a:lnTo>
                    <a:pt x="24186" y="260245"/>
                  </a:lnTo>
                  <a:lnTo>
                    <a:pt x="23432" y="256854"/>
                  </a:lnTo>
                  <a:lnTo>
                    <a:pt x="22694" y="252707"/>
                  </a:lnTo>
                  <a:lnTo>
                    <a:pt x="21598" y="244796"/>
                  </a:lnTo>
                  <a:lnTo>
                    <a:pt x="21122" y="242065"/>
                  </a:lnTo>
                  <a:lnTo>
                    <a:pt x="20235" y="240237"/>
                  </a:lnTo>
                  <a:lnTo>
                    <a:pt x="19297" y="238533"/>
                  </a:lnTo>
                  <a:lnTo>
                    <a:pt x="18330" y="235030"/>
                  </a:lnTo>
                  <a:lnTo>
                    <a:pt x="15799" y="231944"/>
                  </a:lnTo>
                  <a:lnTo>
                    <a:pt x="14825" y="229528"/>
                  </a:lnTo>
                  <a:lnTo>
                    <a:pt x="13146" y="225357"/>
                  </a:lnTo>
                  <a:lnTo>
                    <a:pt x="12725" y="223252"/>
                  </a:lnTo>
                  <a:lnTo>
                    <a:pt x="12604" y="221154"/>
                  </a:lnTo>
                  <a:lnTo>
                    <a:pt x="12080" y="219186"/>
                  </a:lnTo>
                  <a:lnTo>
                    <a:pt x="11149" y="216971"/>
                  </a:lnTo>
                  <a:lnTo>
                    <a:pt x="8232" y="212200"/>
                  </a:lnTo>
                  <a:lnTo>
                    <a:pt x="7429" y="211626"/>
                  </a:lnTo>
                  <a:lnTo>
                    <a:pt x="6384" y="211114"/>
                  </a:lnTo>
                  <a:lnTo>
                    <a:pt x="4853" y="210642"/>
                  </a:lnTo>
                  <a:lnTo>
                    <a:pt x="2801" y="209551"/>
                  </a:lnTo>
                  <a:lnTo>
                    <a:pt x="1009" y="207687"/>
                  </a:lnTo>
                  <a:lnTo>
                    <a:pt x="194" y="206362"/>
                  </a:lnTo>
                  <a:lnTo>
                    <a:pt x="0" y="205448"/>
                  </a:lnTo>
                  <a:lnTo>
                    <a:pt x="168" y="203911"/>
                  </a:lnTo>
                  <a:lnTo>
                    <a:pt x="818" y="201282"/>
                  </a:lnTo>
                  <a:lnTo>
                    <a:pt x="2052" y="195059"/>
                  </a:lnTo>
                  <a:lnTo>
                    <a:pt x="2904" y="190765"/>
                  </a:lnTo>
                  <a:lnTo>
                    <a:pt x="3481" y="189558"/>
                  </a:lnTo>
                  <a:lnTo>
                    <a:pt x="5064" y="189248"/>
                  </a:lnTo>
                  <a:lnTo>
                    <a:pt x="6742" y="189376"/>
                  </a:lnTo>
                  <a:lnTo>
                    <a:pt x="7970" y="189696"/>
                  </a:lnTo>
                  <a:lnTo>
                    <a:pt x="9700" y="189740"/>
                  </a:lnTo>
                  <a:lnTo>
                    <a:pt x="11777" y="189373"/>
                  </a:lnTo>
                  <a:lnTo>
                    <a:pt x="12596" y="187938"/>
                  </a:lnTo>
                  <a:lnTo>
                    <a:pt x="13250" y="186366"/>
                  </a:lnTo>
                  <a:lnTo>
                    <a:pt x="13519" y="185274"/>
                  </a:lnTo>
                  <a:lnTo>
                    <a:pt x="13608" y="182492"/>
                  </a:lnTo>
                  <a:lnTo>
                    <a:pt x="13606" y="180262"/>
                  </a:lnTo>
                  <a:lnTo>
                    <a:pt x="13476" y="171710"/>
                  </a:lnTo>
                  <a:lnTo>
                    <a:pt x="13396" y="166473"/>
                  </a:lnTo>
                  <a:lnTo>
                    <a:pt x="13305" y="160489"/>
                  </a:lnTo>
                  <a:lnTo>
                    <a:pt x="13317" y="159292"/>
                  </a:lnTo>
                  <a:lnTo>
                    <a:pt x="13331" y="157757"/>
                  </a:lnTo>
                  <a:lnTo>
                    <a:pt x="13837" y="151368"/>
                  </a:lnTo>
                  <a:lnTo>
                    <a:pt x="14316" y="147712"/>
                  </a:lnTo>
                  <a:lnTo>
                    <a:pt x="14639" y="145787"/>
                  </a:lnTo>
                  <a:lnTo>
                    <a:pt x="15950" y="139694"/>
                  </a:lnTo>
                  <a:lnTo>
                    <a:pt x="16193" y="137740"/>
                  </a:lnTo>
                  <a:lnTo>
                    <a:pt x="16238" y="135947"/>
                  </a:lnTo>
                  <a:lnTo>
                    <a:pt x="15754" y="127775"/>
                  </a:lnTo>
                  <a:lnTo>
                    <a:pt x="16597" y="123918"/>
                  </a:lnTo>
                  <a:lnTo>
                    <a:pt x="17677" y="120100"/>
                  </a:lnTo>
                  <a:lnTo>
                    <a:pt x="18621" y="118474"/>
                  </a:lnTo>
                  <a:lnTo>
                    <a:pt x="19409" y="117372"/>
                  </a:lnTo>
                  <a:lnTo>
                    <a:pt x="19778" y="117834"/>
                  </a:lnTo>
                  <a:lnTo>
                    <a:pt x="20682" y="119595"/>
                  </a:lnTo>
                  <a:lnTo>
                    <a:pt x="21870" y="121331"/>
                  </a:lnTo>
                  <a:lnTo>
                    <a:pt x="22424" y="120947"/>
                  </a:lnTo>
                  <a:lnTo>
                    <a:pt x="23240" y="119429"/>
                  </a:lnTo>
                  <a:lnTo>
                    <a:pt x="23846" y="117826"/>
                  </a:lnTo>
                  <a:lnTo>
                    <a:pt x="23766" y="114951"/>
                  </a:lnTo>
                  <a:lnTo>
                    <a:pt x="24312" y="109051"/>
                  </a:lnTo>
                  <a:lnTo>
                    <a:pt x="24208" y="105653"/>
                  </a:lnTo>
                  <a:lnTo>
                    <a:pt x="24790" y="101424"/>
                  </a:lnTo>
                  <a:lnTo>
                    <a:pt x="25429" y="95480"/>
                  </a:lnTo>
                  <a:lnTo>
                    <a:pt x="25713" y="91720"/>
                  </a:lnTo>
                  <a:lnTo>
                    <a:pt x="26078" y="89703"/>
                  </a:lnTo>
                  <a:lnTo>
                    <a:pt x="27807" y="85552"/>
                  </a:lnTo>
                  <a:lnTo>
                    <a:pt x="29292" y="79685"/>
                  </a:lnTo>
                  <a:lnTo>
                    <a:pt x="30241" y="75400"/>
                  </a:lnTo>
                  <a:lnTo>
                    <a:pt x="32048" y="68405"/>
                  </a:lnTo>
                  <a:lnTo>
                    <a:pt x="32963" y="65851"/>
                  </a:lnTo>
                  <a:lnTo>
                    <a:pt x="33707" y="64749"/>
                  </a:lnTo>
                  <a:lnTo>
                    <a:pt x="34819" y="64045"/>
                  </a:lnTo>
                  <a:lnTo>
                    <a:pt x="36879" y="63412"/>
                  </a:lnTo>
                  <a:lnTo>
                    <a:pt x="38359" y="62816"/>
                  </a:lnTo>
                  <a:lnTo>
                    <a:pt x="38577" y="61913"/>
                  </a:lnTo>
                  <a:lnTo>
                    <a:pt x="38702" y="60486"/>
                  </a:lnTo>
                  <a:lnTo>
                    <a:pt x="38724" y="57359"/>
                  </a:lnTo>
                  <a:lnTo>
                    <a:pt x="39009" y="51976"/>
                  </a:lnTo>
                  <a:lnTo>
                    <a:pt x="39651" y="46723"/>
                  </a:lnTo>
                  <a:lnTo>
                    <a:pt x="40408" y="42743"/>
                  </a:lnTo>
                  <a:lnTo>
                    <a:pt x="40819" y="40938"/>
                  </a:lnTo>
                  <a:lnTo>
                    <a:pt x="41305" y="39182"/>
                  </a:lnTo>
                  <a:lnTo>
                    <a:pt x="41852" y="36233"/>
                  </a:lnTo>
                  <a:lnTo>
                    <a:pt x="42549" y="29852"/>
                  </a:lnTo>
                  <a:lnTo>
                    <a:pt x="42510" y="25526"/>
                  </a:lnTo>
                  <a:lnTo>
                    <a:pt x="43502" y="17595"/>
                  </a:lnTo>
                  <a:lnTo>
                    <a:pt x="43725" y="17554"/>
                  </a:lnTo>
                  <a:lnTo>
                    <a:pt x="45412" y="16096"/>
                  </a:lnTo>
                  <a:lnTo>
                    <a:pt x="47051" y="15875"/>
                  </a:lnTo>
                  <a:lnTo>
                    <a:pt x="48641" y="16894"/>
                  </a:lnTo>
                  <a:lnTo>
                    <a:pt x="49675" y="17147"/>
                  </a:lnTo>
                  <a:lnTo>
                    <a:pt x="50155" y="16637"/>
                  </a:lnTo>
                  <a:lnTo>
                    <a:pt x="50599" y="15315"/>
                  </a:lnTo>
                  <a:lnTo>
                    <a:pt x="51009" y="13185"/>
                  </a:lnTo>
                  <a:lnTo>
                    <a:pt x="51657" y="12005"/>
                  </a:lnTo>
                  <a:lnTo>
                    <a:pt x="52546" y="11776"/>
                  </a:lnTo>
                  <a:lnTo>
                    <a:pt x="53737" y="14178"/>
                  </a:lnTo>
                  <a:lnTo>
                    <a:pt x="55631" y="20563"/>
                  </a:lnTo>
                  <a:lnTo>
                    <a:pt x="56119" y="20933"/>
                  </a:lnTo>
                  <a:lnTo>
                    <a:pt x="56420" y="20779"/>
                  </a:lnTo>
                  <a:lnTo>
                    <a:pt x="57374" y="15653"/>
                  </a:lnTo>
                  <a:lnTo>
                    <a:pt x="58114" y="11673"/>
                  </a:lnTo>
                  <a:lnTo>
                    <a:pt x="59495" y="4249"/>
                  </a:lnTo>
                  <a:lnTo>
                    <a:pt x="60283" y="0"/>
                  </a:lnTo>
                  <a:lnTo>
                    <a:pt x="61014" y="1233"/>
                  </a:lnTo>
                  <a:lnTo>
                    <a:pt x="61743" y="3403"/>
                  </a:lnTo>
                  <a:lnTo>
                    <a:pt x="62575" y="4419"/>
                  </a:lnTo>
                  <a:lnTo>
                    <a:pt x="63464" y="5047"/>
                  </a:lnTo>
                  <a:lnTo>
                    <a:pt x="63897" y="5126"/>
                  </a:lnTo>
                  <a:lnTo>
                    <a:pt x="64445" y="5987"/>
                  </a:lnTo>
                  <a:lnTo>
                    <a:pt x="66363" y="11284"/>
                  </a:lnTo>
                  <a:lnTo>
                    <a:pt x="67036" y="12519"/>
                  </a:lnTo>
                  <a:lnTo>
                    <a:pt x="67936" y="12643"/>
                  </a:lnTo>
                  <a:lnTo>
                    <a:pt x="71732" y="10932"/>
                  </a:lnTo>
                  <a:lnTo>
                    <a:pt x="73999" y="7843"/>
                  </a:lnTo>
                  <a:lnTo>
                    <a:pt x="74346" y="6621"/>
                  </a:lnTo>
                  <a:lnTo>
                    <a:pt x="74968" y="6621"/>
                  </a:lnTo>
                  <a:lnTo>
                    <a:pt x="75723" y="7990"/>
                  </a:lnTo>
                  <a:lnTo>
                    <a:pt x="76009" y="9301"/>
                  </a:lnTo>
                  <a:lnTo>
                    <a:pt x="76496" y="11018"/>
                  </a:lnTo>
                  <a:lnTo>
                    <a:pt x="77385" y="11287"/>
                  </a:lnTo>
                  <a:lnTo>
                    <a:pt x="79556" y="10059"/>
                  </a:lnTo>
                  <a:lnTo>
                    <a:pt x="80614" y="9324"/>
                  </a:lnTo>
                  <a:lnTo>
                    <a:pt x="81516" y="9935"/>
                  </a:lnTo>
                  <a:lnTo>
                    <a:pt x="82664" y="10438"/>
                  </a:lnTo>
                  <a:lnTo>
                    <a:pt x="83382" y="10438"/>
                  </a:lnTo>
                  <a:lnTo>
                    <a:pt x="85097" y="12163"/>
                  </a:lnTo>
                  <a:lnTo>
                    <a:pt x="87158" y="11617"/>
                  </a:lnTo>
                  <a:lnTo>
                    <a:pt x="88127" y="11708"/>
                  </a:lnTo>
                  <a:lnTo>
                    <a:pt x="89125" y="12444"/>
                  </a:lnTo>
                  <a:lnTo>
                    <a:pt x="90749" y="15194"/>
                  </a:lnTo>
                  <a:lnTo>
                    <a:pt x="92863" y="18530"/>
                  </a:lnTo>
                  <a:lnTo>
                    <a:pt x="95887" y="20915"/>
                  </a:lnTo>
                  <a:lnTo>
                    <a:pt x="96512" y="21884"/>
                  </a:lnTo>
                  <a:lnTo>
                    <a:pt x="97973" y="25683"/>
                  </a:lnTo>
                  <a:lnTo>
                    <a:pt x="100241" y="32981"/>
                  </a:lnTo>
                  <a:lnTo>
                    <a:pt x="103209" y="39964"/>
                  </a:lnTo>
                  <a:lnTo>
                    <a:pt x="106444" y="45477"/>
                  </a:lnTo>
                  <a:lnTo>
                    <a:pt x="108172" y="49298"/>
                  </a:lnTo>
                  <a:lnTo>
                    <a:pt x="109338" y="53968"/>
                  </a:lnTo>
                  <a:lnTo>
                    <a:pt x="110481" y="58210"/>
                  </a:lnTo>
                  <a:lnTo>
                    <a:pt x="111646" y="60034"/>
                  </a:lnTo>
                  <a:lnTo>
                    <a:pt x="112728" y="61487"/>
                  </a:lnTo>
                  <a:lnTo>
                    <a:pt x="113848" y="64722"/>
                  </a:lnTo>
                  <a:lnTo>
                    <a:pt x="114649" y="67433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0"/>
            <p:cNvSpPr/>
            <p:nvPr/>
          </p:nvSpPr>
          <p:spPr>
            <a:xfrm>
              <a:off x="3629154" y="1856036"/>
              <a:ext cx="2000" cy="2198"/>
            </a:xfrm>
            <a:custGeom>
              <a:avLst/>
              <a:pathLst>
                <a:path w="2000" h="2198">
                  <a:moveTo>
                    <a:pt x="1755" y="1905"/>
                  </a:moveTo>
                  <a:lnTo>
                    <a:pt x="673" y="2198"/>
                  </a:lnTo>
                  <a:lnTo>
                    <a:pt x="0" y="1344"/>
                  </a:lnTo>
                  <a:lnTo>
                    <a:pt x="255" y="708"/>
                  </a:lnTo>
                  <a:lnTo>
                    <a:pt x="1011" y="0"/>
                  </a:lnTo>
                  <a:lnTo>
                    <a:pt x="1826" y="98"/>
                  </a:lnTo>
                  <a:lnTo>
                    <a:pt x="2000" y="929"/>
                  </a:lnTo>
                  <a:close/>
                </a:path>
              </a:pathLst>
            </a:custGeom>
            <a:solidFill>
              <a:srgbClr val="FFFBF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1"/>
            <p:cNvSpPr/>
            <p:nvPr/>
          </p:nvSpPr>
          <p:spPr>
            <a:xfrm>
              <a:off x="3631733" y="1855164"/>
              <a:ext cx="2089" cy="2826"/>
            </a:xfrm>
            <a:custGeom>
              <a:avLst/>
              <a:pathLst>
                <a:path w="2089" h="2826">
                  <a:moveTo>
                    <a:pt x="1705" y="1810"/>
                  </a:moveTo>
                  <a:lnTo>
                    <a:pt x="469" y="2826"/>
                  </a:lnTo>
                  <a:lnTo>
                    <a:pt x="0" y="2584"/>
                  </a:lnTo>
                  <a:lnTo>
                    <a:pt x="120" y="871"/>
                  </a:lnTo>
                  <a:lnTo>
                    <a:pt x="854" y="87"/>
                  </a:lnTo>
                  <a:lnTo>
                    <a:pt x="2089" y="0"/>
                  </a:lnTo>
                  <a:close/>
                </a:path>
              </a:pathLst>
            </a:custGeom>
            <a:solidFill>
              <a:srgbClr val="FFFBF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2"/>
            <p:cNvSpPr/>
            <p:nvPr/>
          </p:nvSpPr>
          <p:spPr>
            <a:xfrm>
              <a:off x="3636449" y="1850172"/>
              <a:ext cx="4175" cy="6062"/>
            </a:xfrm>
            <a:custGeom>
              <a:avLst/>
              <a:pathLst>
                <a:path w="4175" h="6062">
                  <a:moveTo>
                    <a:pt x="1208" y="0"/>
                  </a:moveTo>
                  <a:lnTo>
                    <a:pt x="2771" y="685"/>
                  </a:lnTo>
                  <a:lnTo>
                    <a:pt x="3428" y="439"/>
                  </a:lnTo>
                  <a:lnTo>
                    <a:pt x="4175" y="1990"/>
                  </a:lnTo>
                  <a:lnTo>
                    <a:pt x="2909" y="2977"/>
                  </a:lnTo>
                  <a:lnTo>
                    <a:pt x="2821" y="4201"/>
                  </a:lnTo>
                  <a:lnTo>
                    <a:pt x="3321" y="4961"/>
                  </a:lnTo>
                  <a:lnTo>
                    <a:pt x="3497" y="6062"/>
                  </a:lnTo>
                  <a:lnTo>
                    <a:pt x="2235" y="6061"/>
                  </a:lnTo>
                  <a:lnTo>
                    <a:pt x="1631" y="5134"/>
                  </a:lnTo>
                  <a:lnTo>
                    <a:pt x="1368" y="3958"/>
                  </a:lnTo>
                  <a:lnTo>
                    <a:pt x="782" y="3128"/>
                  </a:lnTo>
                  <a:lnTo>
                    <a:pt x="0" y="2494"/>
                  </a:lnTo>
                  <a:lnTo>
                    <a:pt x="383" y="1650"/>
                  </a:lnTo>
                  <a:lnTo>
                    <a:pt x="601" y="439"/>
                  </a:lnTo>
                  <a:close/>
                </a:path>
              </a:pathLst>
            </a:custGeom>
            <a:solidFill>
              <a:srgbClr val="FFFBF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3"/>
            <p:cNvSpPr/>
            <p:nvPr/>
          </p:nvSpPr>
          <p:spPr>
            <a:xfrm>
              <a:off x="3633098" y="1847241"/>
              <a:ext cx="2326" cy="4067"/>
            </a:xfrm>
            <a:custGeom>
              <a:avLst/>
              <a:pathLst>
                <a:path w="2326" h="4067">
                  <a:moveTo>
                    <a:pt x="2326" y="3937"/>
                  </a:moveTo>
                  <a:lnTo>
                    <a:pt x="1429" y="4067"/>
                  </a:lnTo>
                  <a:lnTo>
                    <a:pt x="160" y="2602"/>
                  </a:lnTo>
                  <a:lnTo>
                    <a:pt x="0" y="2030"/>
                  </a:lnTo>
                  <a:lnTo>
                    <a:pt x="497" y="1698"/>
                  </a:lnTo>
                  <a:lnTo>
                    <a:pt x="168" y="520"/>
                  </a:lnTo>
                  <a:lnTo>
                    <a:pt x="266" y="0"/>
                  </a:lnTo>
                  <a:lnTo>
                    <a:pt x="1248" y="929"/>
                  </a:lnTo>
                  <a:lnTo>
                    <a:pt x="1784" y="2015"/>
                  </a:lnTo>
                  <a:lnTo>
                    <a:pt x="1260" y="2268"/>
                  </a:lnTo>
                  <a:lnTo>
                    <a:pt x="2148" y="3389"/>
                  </a:lnTo>
                  <a:close/>
                </a:path>
              </a:pathLst>
            </a:custGeom>
            <a:solidFill>
              <a:srgbClr val="FFFBF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4"/>
            <p:cNvSpPr/>
            <p:nvPr/>
          </p:nvSpPr>
          <p:spPr>
            <a:xfrm>
              <a:off x="3625804" y="1842267"/>
              <a:ext cx="2916" cy="4683"/>
            </a:xfrm>
            <a:custGeom>
              <a:avLst/>
              <a:pathLst>
                <a:path w="2916" h="4683">
                  <a:moveTo>
                    <a:pt x="2916" y="3211"/>
                  </a:moveTo>
                  <a:lnTo>
                    <a:pt x="2743" y="4586"/>
                  </a:lnTo>
                  <a:lnTo>
                    <a:pt x="1906" y="4433"/>
                  </a:lnTo>
                  <a:lnTo>
                    <a:pt x="1054" y="4683"/>
                  </a:lnTo>
                  <a:lnTo>
                    <a:pt x="367" y="3318"/>
                  </a:lnTo>
                  <a:lnTo>
                    <a:pt x="0" y="1017"/>
                  </a:lnTo>
                  <a:lnTo>
                    <a:pt x="125" y="522"/>
                  </a:lnTo>
                  <a:lnTo>
                    <a:pt x="660" y="0"/>
                  </a:lnTo>
                  <a:lnTo>
                    <a:pt x="1070" y="1262"/>
                  </a:lnTo>
                  <a:close/>
                </a:path>
              </a:pathLst>
            </a:custGeom>
            <a:solidFill>
              <a:srgbClr val="FFFBF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5"/>
            <p:cNvSpPr/>
            <p:nvPr/>
          </p:nvSpPr>
          <p:spPr>
            <a:xfrm>
              <a:off x="3624192" y="1764273"/>
              <a:ext cx="4171" cy="3715"/>
            </a:xfrm>
            <a:custGeom>
              <a:avLst/>
              <a:pathLst>
                <a:path w="4171" h="3715">
                  <a:moveTo>
                    <a:pt x="1652" y="1076"/>
                  </a:moveTo>
                  <a:lnTo>
                    <a:pt x="1784" y="1627"/>
                  </a:lnTo>
                  <a:lnTo>
                    <a:pt x="2507" y="1475"/>
                  </a:lnTo>
                  <a:lnTo>
                    <a:pt x="3481" y="471"/>
                  </a:lnTo>
                  <a:lnTo>
                    <a:pt x="4171" y="940"/>
                  </a:lnTo>
                  <a:lnTo>
                    <a:pt x="4093" y="2374"/>
                  </a:lnTo>
                  <a:lnTo>
                    <a:pt x="3624" y="2319"/>
                  </a:lnTo>
                  <a:lnTo>
                    <a:pt x="3495" y="2083"/>
                  </a:lnTo>
                  <a:lnTo>
                    <a:pt x="2894" y="2903"/>
                  </a:lnTo>
                  <a:lnTo>
                    <a:pt x="2787" y="3399"/>
                  </a:lnTo>
                  <a:lnTo>
                    <a:pt x="2091" y="3715"/>
                  </a:lnTo>
                  <a:lnTo>
                    <a:pt x="807" y="2312"/>
                  </a:lnTo>
                  <a:lnTo>
                    <a:pt x="0" y="5"/>
                  </a:lnTo>
                  <a:lnTo>
                    <a:pt x="1881" y="0"/>
                  </a:lnTo>
                  <a:lnTo>
                    <a:pt x="1701" y="549"/>
                  </a:lnTo>
                  <a:close/>
                </a:path>
              </a:pathLst>
            </a:custGeom>
            <a:solidFill>
              <a:srgbClr val="FFFBF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6"/>
            <p:cNvSpPr/>
            <p:nvPr/>
          </p:nvSpPr>
          <p:spPr>
            <a:xfrm>
              <a:off x="3667291" y="1710828"/>
              <a:ext cx="5195" cy="3800"/>
            </a:xfrm>
            <a:custGeom>
              <a:avLst/>
              <a:pathLst>
                <a:path w="5195" h="3800">
                  <a:moveTo>
                    <a:pt x="3352" y="2819"/>
                  </a:moveTo>
                  <a:lnTo>
                    <a:pt x="1509" y="3800"/>
                  </a:lnTo>
                  <a:lnTo>
                    <a:pt x="25" y="3187"/>
                  </a:lnTo>
                  <a:lnTo>
                    <a:pt x="0" y="1286"/>
                  </a:lnTo>
                  <a:lnTo>
                    <a:pt x="920" y="367"/>
                  </a:lnTo>
                  <a:lnTo>
                    <a:pt x="2584" y="0"/>
                  </a:lnTo>
                  <a:lnTo>
                    <a:pt x="4862" y="918"/>
                  </a:lnTo>
                  <a:lnTo>
                    <a:pt x="5195" y="1409"/>
                  </a:lnTo>
                  <a:lnTo>
                    <a:pt x="3889" y="1777"/>
                  </a:lnTo>
                  <a:close/>
                </a:path>
              </a:pathLst>
            </a:custGeom>
            <a:solidFill>
              <a:srgbClr val="FFFBF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7"/>
            <p:cNvSpPr/>
            <p:nvPr/>
          </p:nvSpPr>
          <p:spPr>
            <a:xfrm>
              <a:off x="3618494" y="1563721"/>
              <a:ext cx="134681" cy="302842"/>
            </a:xfrm>
            <a:custGeom>
              <a:avLst/>
              <a:pathLst>
                <a:path w="134681" h="302842">
                  <a:moveTo>
                    <a:pt x="102959" y="30815"/>
                  </a:moveTo>
                  <a:lnTo>
                    <a:pt x="102133" y="31179"/>
                  </a:lnTo>
                  <a:lnTo>
                    <a:pt x="99582" y="32616"/>
                  </a:lnTo>
                  <a:lnTo>
                    <a:pt x="98025" y="33586"/>
                  </a:lnTo>
                  <a:lnTo>
                    <a:pt x="96150" y="34297"/>
                  </a:lnTo>
                  <a:lnTo>
                    <a:pt x="96637" y="35239"/>
                  </a:lnTo>
                  <a:lnTo>
                    <a:pt x="99752" y="35438"/>
                  </a:lnTo>
                  <a:lnTo>
                    <a:pt x="100232" y="35706"/>
                  </a:lnTo>
                  <a:lnTo>
                    <a:pt x="100577" y="36191"/>
                  </a:lnTo>
                  <a:lnTo>
                    <a:pt x="100636" y="36966"/>
                  </a:lnTo>
                  <a:lnTo>
                    <a:pt x="100321" y="38219"/>
                  </a:lnTo>
                  <a:lnTo>
                    <a:pt x="96955" y="45127"/>
                  </a:lnTo>
                  <a:lnTo>
                    <a:pt x="96849" y="46583"/>
                  </a:lnTo>
                  <a:lnTo>
                    <a:pt x="97953" y="50631"/>
                  </a:lnTo>
                  <a:lnTo>
                    <a:pt x="99495" y="55405"/>
                  </a:lnTo>
                  <a:lnTo>
                    <a:pt x="104158" y="57528"/>
                  </a:lnTo>
                  <a:lnTo>
                    <a:pt x="107623" y="59186"/>
                  </a:lnTo>
                  <a:lnTo>
                    <a:pt x="109849" y="63109"/>
                  </a:lnTo>
                  <a:lnTo>
                    <a:pt x="113519" y="68283"/>
                  </a:lnTo>
                  <a:lnTo>
                    <a:pt x="115464" y="70216"/>
                  </a:lnTo>
                  <a:lnTo>
                    <a:pt x="115573" y="70816"/>
                  </a:lnTo>
                  <a:lnTo>
                    <a:pt x="114995" y="74386"/>
                  </a:lnTo>
                  <a:lnTo>
                    <a:pt x="112643" y="77962"/>
                  </a:lnTo>
                  <a:lnTo>
                    <a:pt x="110442" y="80978"/>
                  </a:lnTo>
                  <a:lnTo>
                    <a:pt x="108165" y="84611"/>
                  </a:lnTo>
                  <a:lnTo>
                    <a:pt x="106383" y="87709"/>
                  </a:lnTo>
                  <a:lnTo>
                    <a:pt x="104454" y="91421"/>
                  </a:lnTo>
                  <a:lnTo>
                    <a:pt x="104232" y="92624"/>
                  </a:lnTo>
                  <a:lnTo>
                    <a:pt x="104197" y="93761"/>
                  </a:lnTo>
                  <a:lnTo>
                    <a:pt x="104529" y="95018"/>
                  </a:lnTo>
                  <a:lnTo>
                    <a:pt x="106999" y="99560"/>
                  </a:lnTo>
                  <a:lnTo>
                    <a:pt x="107961" y="101879"/>
                  </a:lnTo>
                  <a:lnTo>
                    <a:pt x="109110" y="104386"/>
                  </a:lnTo>
                  <a:lnTo>
                    <a:pt x="110097" y="107119"/>
                  </a:lnTo>
                  <a:lnTo>
                    <a:pt x="110670" y="109567"/>
                  </a:lnTo>
                  <a:lnTo>
                    <a:pt x="111659" y="111953"/>
                  </a:lnTo>
                  <a:lnTo>
                    <a:pt x="112274" y="113172"/>
                  </a:lnTo>
                  <a:lnTo>
                    <a:pt x="113296" y="114880"/>
                  </a:lnTo>
                  <a:lnTo>
                    <a:pt x="114528" y="117421"/>
                  </a:lnTo>
                  <a:lnTo>
                    <a:pt x="114938" y="119434"/>
                  </a:lnTo>
                  <a:lnTo>
                    <a:pt x="116800" y="126420"/>
                  </a:lnTo>
                  <a:lnTo>
                    <a:pt x="116988" y="128200"/>
                  </a:lnTo>
                  <a:lnTo>
                    <a:pt x="116896" y="129518"/>
                  </a:lnTo>
                  <a:lnTo>
                    <a:pt x="116078" y="129842"/>
                  </a:lnTo>
                  <a:lnTo>
                    <a:pt x="114272" y="130051"/>
                  </a:lnTo>
                  <a:lnTo>
                    <a:pt x="112314" y="130916"/>
                  </a:lnTo>
                  <a:lnTo>
                    <a:pt x="112215" y="131206"/>
                  </a:lnTo>
                  <a:lnTo>
                    <a:pt x="113492" y="132855"/>
                  </a:lnTo>
                  <a:lnTo>
                    <a:pt x="112364" y="135671"/>
                  </a:lnTo>
                  <a:lnTo>
                    <a:pt x="112201" y="139704"/>
                  </a:lnTo>
                  <a:lnTo>
                    <a:pt x="110996" y="141820"/>
                  </a:lnTo>
                  <a:lnTo>
                    <a:pt x="110883" y="142312"/>
                  </a:lnTo>
                  <a:lnTo>
                    <a:pt x="110937" y="142723"/>
                  </a:lnTo>
                  <a:lnTo>
                    <a:pt x="111151" y="143045"/>
                  </a:lnTo>
                  <a:lnTo>
                    <a:pt x="113382" y="143611"/>
                  </a:lnTo>
                  <a:lnTo>
                    <a:pt x="113575" y="144185"/>
                  </a:lnTo>
                  <a:lnTo>
                    <a:pt x="113585" y="145374"/>
                  </a:lnTo>
                  <a:lnTo>
                    <a:pt x="113386" y="146472"/>
                  </a:lnTo>
                  <a:lnTo>
                    <a:pt x="112265" y="147287"/>
                  </a:lnTo>
                  <a:lnTo>
                    <a:pt x="111061" y="148494"/>
                  </a:lnTo>
                  <a:lnTo>
                    <a:pt x="110795" y="149603"/>
                  </a:lnTo>
                  <a:lnTo>
                    <a:pt x="110836" y="150594"/>
                  </a:lnTo>
                  <a:lnTo>
                    <a:pt x="111247" y="152268"/>
                  </a:lnTo>
                  <a:lnTo>
                    <a:pt x="112039" y="154218"/>
                  </a:lnTo>
                  <a:lnTo>
                    <a:pt x="113045" y="155444"/>
                  </a:lnTo>
                  <a:lnTo>
                    <a:pt x="116619" y="156603"/>
                  </a:lnTo>
                  <a:lnTo>
                    <a:pt x="117081" y="157563"/>
                  </a:lnTo>
                  <a:lnTo>
                    <a:pt x="117277" y="158877"/>
                  </a:lnTo>
                  <a:lnTo>
                    <a:pt x="117202" y="160162"/>
                  </a:lnTo>
                  <a:lnTo>
                    <a:pt x="115542" y="162730"/>
                  </a:lnTo>
                  <a:lnTo>
                    <a:pt x="115555" y="163718"/>
                  </a:lnTo>
                  <a:lnTo>
                    <a:pt x="116237" y="166109"/>
                  </a:lnTo>
                  <a:lnTo>
                    <a:pt x="117054" y="168392"/>
                  </a:lnTo>
                  <a:lnTo>
                    <a:pt x="120541" y="170865"/>
                  </a:lnTo>
                  <a:lnTo>
                    <a:pt x="121741" y="172221"/>
                  </a:lnTo>
                  <a:lnTo>
                    <a:pt x="122060" y="173300"/>
                  </a:lnTo>
                  <a:lnTo>
                    <a:pt x="122235" y="175040"/>
                  </a:lnTo>
                  <a:lnTo>
                    <a:pt x="122212" y="176926"/>
                  </a:lnTo>
                  <a:lnTo>
                    <a:pt x="121938" y="178601"/>
                  </a:lnTo>
                  <a:lnTo>
                    <a:pt x="120845" y="180761"/>
                  </a:lnTo>
                  <a:lnTo>
                    <a:pt x="118315" y="185022"/>
                  </a:lnTo>
                  <a:lnTo>
                    <a:pt x="115771" y="186676"/>
                  </a:lnTo>
                  <a:lnTo>
                    <a:pt x="115615" y="187036"/>
                  </a:lnTo>
                  <a:lnTo>
                    <a:pt x="116404" y="188399"/>
                  </a:lnTo>
                  <a:lnTo>
                    <a:pt x="120885" y="193865"/>
                  </a:lnTo>
                  <a:lnTo>
                    <a:pt x="123806" y="196423"/>
                  </a:lnTo>
                  <a:lnTo>
                    <a:pt x="127749" y="199875"/>
                  </a:lnTo>
                  <a:lnTo>
                    <a:pt x="130292" y="202604"/>
                  </a:lnTo>
                  <a:lnTo>
                    <a:pt x="131114" y="204566"/>
                  </a:lnTo>
                  <a:lnTo>
                    <a:pt x="132215" y="206747"/>
                  </a:lnTo>
                  <a:lnTo>
                    <a:pt x="133453" y="208531"/>
                  </a:lnTo>
                  <a:lnTo>
                    <a:pt x="134344" y="210079"/>
                  </a:lnTo>
                  <a:lnTo>
                    <a:pt x="134681" y="211075"/>
                  </a:lnTo>
                  <a:lnTo>
                    <a:pt x="134649" y="212145"/>
                  </a:lnTo>
                  <a:lnTo>
                    <a:pt x="133456" y="215374"/>
                  </a:lnTo>
                  <a:lnTo>
                    <a:pt x="132779" y="217870"/>
                  </a:lnTo>
                  <a:lnTo>
                    <a:pt x="131585" y="221529"/>
                  </a:lnTo>
                  <a:lnTo>
                    <a:pt x="130364" y="224083"/>
                  </a:lnTo>
                  <a:lnTo>
                    <a:pt x="127267" y="228740"/>
                  </a:lnTo>
                  <a:lnTo>
                    <a:pt x="122700" y="234538"/>
                  </a:lnTo>
                  <a:lnTo>
                    <a:pt x="121640" y="236292"/>
                  </a:lnTo>
                  <a:lnTo>
                    <a:pt x="119502" y="239347"/>
                  </a:lnTo>
                  <a:lnTo>
                    <a:pt x="115843" y="245477"/>
                  </a:lnTo>
                  <a:lnTo>
                    <a:pt x="114896" y="246831"/>
                  </a:lnTo>
                  <a:lnTo>
                    <a:pt x="111897" y="251720"/>
                  </a:lnTo>
                  <a:lnTo>
                    <a:pt x="110530" y="253276"/>
                  </a:lnTo>
                  <a:lnTo>
                    <a:pt x="109456" y="254730"/>
                  </a:lnTo>
                  <a:lnTo>
                    <a:pt x="106486" y="259353"/>
                  </a:lnTo>
                  <a:lnTo>
                    <a:pt x="103294" y="262862"/>
                  </a:lnTo>
                  <a:lnTo>
                    <a:pt x="100161" y="266121"/>
                  </a:lnTo>
                  <a:lnTo>
                    <a:pt x="99221" y="267773"/>
                  </a:lnTo>
                  <a:lnTo>
                    <a:pt x="98052" y="269033"/>
                  </a:lnTo>
                  <a:lnTo>
                    <a:pt x="96656" y="270232"/>
                  </a:lnTo>
                  <a:lnTo>
                    <a:pt x="96068" y="270903"/>
                  </a:lnTo>
                  <a:lnTo>
                    <a:pt x="92916" y="275367"/>
                  </a:lnTo>
                  <a:lnTo>
                    <a:pt x="88544" y="281564"/>
                  </a:lnTo>
                  <a:lnTo>
                    <a:pt x="88099" y="281660"/>
                  </a:lnTo>
                  <a:lnTo>
                    <a:pt x="86960" y="282662"/>
                  </a:lnTo>
                  <a:lnTo>
                    <a:pt x="85180" y="282904"/>
                  </a:lnTo>
                  <a:lnTo>
                    <a:pt x="84407" y="283670"/>
                  </a:lnTo>
                  <a:lnTo>
                    <a:pt x="81686" y="281489"/>
                  </a:lnTo>
                  <a:lnTo>
                    <a:pt x="81234" y="281347"/>
                  </a:lnTo>
                  <a:lnTo>
                    <a:pt x="79633" y="281888"/>
                  </a:lnTo>
                  <a:lnTo>
                    <a:pt x="78098" y="283474"/>
                  </a:lnTo>
                  <a:lnTo>
                    <a:pt x="75264" y="283959"/>
                  </a:lnTo>
                  <a:lnTo>
                    <a:pt x="73856" y="284473"/>
                  </a:lnTo>
                  <a:lnTo>
                    <a:pt x="72959" y="285205"/>
                  </a:lnTo>
                  <a:lnTo>
                    <a:pt x="72774" y="283471"/>
                  </a:lnTo>
                  <a:lnTo>
                    <a:pt x="73162" y="281272"/>
                  </a:lnTo>
                  <a:lnTo>
                    <a:pt x="73787" y="279806"/>
                  </a:lnTo>
                  <a:lnTo>
                    <a:pt x="73844" y="278851"/>
                  </a:lnTo>
                  <a:lnTo>
                    <a:pt x="73386" y="278951"/>
                  </a:lnTo>
                  <a:lnTo>
                    <a:pt x="72479" y="281101"/>
                  </a:lnTo>
                  <a:lnTo>
                    <a:pt x="71993" y="283613"/>
                  </a:lnTo>
                  <a:lnTo>
                    <a:pt x="71022" y="284875"/>
                  </a:lnTo>
                  <a:lnTo>
                    <a:pt x="68887" y="285392"/>
                  </a:lnTo>
                  <a:lnTo>
                    <a:pt x="66806" y="283373"/>
                  </a:lnTo>
                  <a:lnTo>
                    <a:pt x="65817" y="283393"/>
                  </a:lnTo>
                  <a:lnTo>
                    <a:pt x="66438" y="284839"/>
                  </a:lnTo>
                  <a:lnTo>
                    <a:pt x="66857" y="286426"/>
                  </a:lnTo>
                  <a:lnTo>
                    <a:pt x="66803" y="287315"/>
                  </a:lnTo>
                  <a:lnTo>
                    <a:pt x="65693" y="287159"/>
                  </a:lnTo>
                  <a:lnTo>
                    <a:pt x="64458" y="288110"/>
                  </a:lnTo>
                  <a:lnTo>
                    <a:pt x="63375" y="289501"/>
                  </a:lnTo>
                  <a:lnTo>
                    <a:pt x="62849" y="289504"/>
                  </a:lnTo>
                  <a:lnTo>
                    <a:pt x="62122" y="287560"/>
                  </a:lnTo>
                  <a:lnTo>
                    <a:pt x="60786" y="288468"/>
                  </a:lnTo>
                  <a:lnTo>
                    <a:pt x="59645" y="289687"/>
                  </a:lnTo>
                  <a:lnTo>
                    <a:pt x="57327" y="290068"/>
                  </a:lnTo>
                  <a:lnTo>
                    <a:pt x="55944" y="291671"/>
                  </a:lnTo>
                  <a:lnTo>
                    <a:pt x="53498" y="292753"/>
                  </a:lnTo>
                  <a:lnTo>
                    <a:pt x="52155" y="292727"/>
                  </a:lnTo>
                  <a:lnTo>
                    <a:pt x="49091" y="294030"/>
                  </a:lnTo>
                  <a:lnTo>
                    <a:pt x="48073" y="296038"/>
                  </a:lnTo>
                  <a:lnTo>
                    <a:pt x="47180" y="296777"/>
                  </a:lnTo>
                  <a:lnTo>
                    <a:pt x="45909" y="296155"/>
                  </a:lnTo>
                  <a:lnTo>
                    <a:pt x="41992" y="297135"/>
                  </a:lnTo>
                  <a:lnTo>
                    <a:pt x="38248" y="298420"/>
                  </a:lnTo>
                  <a:lnTo>
                    <a:pt x="36655" y="298347"/>
                  </a:lnTo>
                  <a:lnTo>
                    <a:pt x="35062" y="297813"/>
                  </a:lnTo>
                  <a:lnTo>
                    <a:pt x="33374" y="299599"/>
                  </a:lnTo>
                  <a:lnTo>
                    <a:pt x="31581" y="301988"/>
                  </a:lnTo>
                  <a:lnTo>
                    <a:pt x="29604" y="302842"/>
                  </a:lnTo>
                  <a:lnTo>
                    <a:pt x="28896" y="302537"/>
                  </a:lnTo>
                  <a:lnTo>
                    <a:pt x="29462" y="301283"/>
                  </a:lnTo>
                  <a:lnTo>
                    <a:pt x="30770" y="299986"/>
                  </a:lnTo>
                  <a:lnTo>
                    <a:pt x="31667" y="298227"/>
                  </a:lnTo>
                  <a:lnTo>
                    <a:pt x="31790" y="296761"/>
                  </a:lnTo>
                  <a:lnTo>
                    <a:pt x="31173" y="296185"/>
                  </a:lnTo>
                  <a:lnTo>
                    <a:pt x="30331" y="296009"/>
                  </a:lnTo>
                  <a:lnTo>
                    <a:pt x="29269" y="294494"/>
                  </a:lnTo>
                  <a:lnTo>
                    <a:pt x="28252" y="291209"/>
                  </a:lnTo>
                  <a:lnTo>
                    <a:pt x="27701" y="291029"/>
                  </a:lnTo>
                  <a:lnTo>
                    <a:pt x="27422" y="291891"/>
                  </a:lnTo>
                  <a:lnTo>
                    <a:pt x="27110" y="294411"/>
                  </a:lnTo>
                  <a:lnTo>
                    <a:pt x="26793" y="295136"/>
                  </a:lnTo>
                  <a:lnTo>
                    <a:pt x="26254" y="295714"/>
                  </a:lnTo>
                  <a:lnTo>
                    <a:pt x="25607" y="296295"/>
                  </a:lnTo>
                  <a:lnTo>
                    <a:pt x="24976" y="296578"/>
                  </a:lnTo>
                  <a:lnTo>
                    <a:pt x="22711" y="296543"/>
                  </a:lnTo>
                  <a:lnTo>
                    <a:pt x="22414" y="295271"/>
                  </a:lnTo>
                  <a:lnTo>
                    <a:pt x="22414" y="294738"/>
                  </a:lnTo>
                  <a:lnTo>
                    <a:pt x="22815" y="293063"/>
                  </a:lnTo>
                  <a:lnTo>
                    <a:pt x="22464" y="292770"/>
                  </a:lnTo>
                  <a:lnTo>
                    <a:pt x="22798" y="291457"/>
                  </a:lnTo>
                  <a:lnTo>
                    <a:pt x="23332" y="291528"/>
                  </a:lnTo>
                  <a:lnTo>
                    <a:pt x="23965" y="291333"/>
                  </a:lnTo>
                  <a:lnTo>
                    <a:pt x="24281" y="290658"/>
                  </a:lnTo>
                  <a:lnTo>
                    <a:pt x="24257" y="289851"/>
                  </a:lnTo>
                  <a:lnTo>
                    <a:pt x="23378" y="289642"/>
                  </a:lnTo>
                  <a:lnTo>
                    <a:pt x="23323" y="289092"/>
                  </a:lnTo>
                  <a:lnTo>
                    <a:pt x="24108" y="286796"/>
                  </a:lnTo>
                  <a:lnTo>
                    <a:pt x="24220" y="286161"/>
                  </a:lnTo>
                  <a:lnTo>
                    <a:pt x="23916" y="286029"/>
                  </a:lnTo>
                  <a:lnTo>
                    <a:pt x="23425" y="286279"/>
                  </a:lnTo>
                  <a:lnTo>
                    <a:pt x="20184" y="285559"/>
                  </a:lnTo>
                  <a:lnTo>
                    <a:pt x="16187" y="282623"/>
                  </a:lnTo>
                  <a:lnTo>
                    <a:pt x="15204" y="282471"/>
                  </a:lnTo>
                  <a:lnTo>
                    <a:pt x="14599" y="279850"/>
                  </a:lnTo>
                  <a:lnTo>
                    <a:pt x="13635" y="280182"/>
                  </a:lnTo>
                  <a:lnTo>
                    <a:pt x="12230" y="281717"/>
                  </a:lnTo>
                  <a:lnTo>
                    <a:pt x="11175" y="280551"/>
                  </a:lnTo>
                  <a:lnTo>
                    <a:pt x="10042" y="279783"/>
                  </a:lnTo>
                  <a:lnTo>
                    <a:pt x="9729" y="278584"/>
                  </a:lnTo>
                  <a:lnTo>
                    <a:pt x="9745" y="276816"/>
                  </a:lnTo>
                  <a:lnTo>
                    <a:pt x="9647" y="274729"/>
                  </a:lnTo>
                  <a:lnTo>
                    <a:pt x="9338" y="272288"/>
                  </a:lnTo>
                  <a:lnTo>
                    <a:pt x="9111" y="268818"/>
                  </a:lnTo>
                  <a:lnTo>
                    <a:pt x="9323" y="266107"/>
                  </a:lnTo>
                  <a:lnTo>
                    <a:pt x="10227" y="264100"/>
                  </a:lnTo>
                  <a:lnTo>
                    <a:pt x="10574" y="262819"/>
                  </a:lnTo>
                  <a:lnTo>
                    <a:pt x="10998" y="259548"/>
                  </a:lnTo>
                  <a:lnTo>
                    <a:pt x="11093" y="255717"/>
                  </a:lnTo>
                  <a:lnTo>
                    <a:pt x="10853" y="254413"/>
                  </a:lnTo>
                  <a:lnTo>
                    <a:pt x="10914" y="253546"/>
                  </a:lnTo>
                  <a:lnTo>
                    <a:pt x="11634" y="253546"/>
                  </a:lnTo>
                  <a:lnTo>
                    <a:pt x="11478" y="252801"/>
                  </a:lnTo>
                  <a:lnTo>
                    <a:pt x="11161" y="252394"/>
                  </a:lnTo>
                  <a:lnTo>
                    <a:pt x="10810" y="251547"/>
                  </a:lnTo>
                  <a:lnTo>
                    <a:pt x="11109" y="251098"/>
                  </a:lnTo>
                  <a:lnTo>
                    <a:pt x="11972" y="251067"/>
                  </a:lnTo>
                  <a:lnTo>
                    <a:pt x="12042" y="250781"/>
                  </a:lnTo>
                  <a:lnTo>
                    <a:pt x="12139" y="250377"/>
                  </a:lnTo>
                  <a:lnTo>
                    <a:pt x="11472" y="248152"/>
                  </a:lnTo>
                  <a:lnTo>
                    <a:pt x="11395" y="247092"/>
                  </a:lnTo>
                  <a:lnTo>
                    <a:pt x="10468" y="243873"/>
                  </a:lnTo>
                  <a:lnTo>
                    <a:pt x="9411" y="240821"/>
                  </a:lnTo>
                  <a:lnTo>
                    <a:pt x="7820" y="238614"/>
                  </a:lnTo>
                  <a:lnTo>
                    <a:pt x="8384" y="234979"/>
                  </a:lnTo>
                  <a:lnTo>
                    <a:pt x="9027" y="231694"/>
                  </a:lnTo>
                  <a:lnTo>
                    <a:pt x="8899" y="230111"/>
                  </a:lnTo>
                  <a:lnTo>
                    <a:pt x="8653" y="228185"/>
                  </a:lnTo>
                  <a:lnTo>
                    <a:pt x="6706" y="226073"/>
                  </a:lnTo>
                  <a:lnTo>
                    <a:pt x="6416" y="223096"/>
                  </a:lnTo>
                  <a:lnTo>
                    <a:pt x="5940" y="219900"/>
                  </a:lnTo>
                  <a:lnTo>
                    <a:pt x="6120" y="217941"/>
                  </a:lnTo>
                  <a:lnTo>
                    <a:pt x="6437" y="216442"/>
                  </a:lnTo>
                  <a:lnTo>
                    <a:pt x="7077" y="214948"/>
                  </a:lnTo>
                  <a:lnTo>
                    <a:pt x="10308" y="210236"/>
                  </a:lnTo>
                  <a:lnTo>
                    <a:pt x="10505" y="207776"/>
                  </a:lnTo>
                  <a:lnTo>
                    <a:pt x="12695" y="207597"/>
                  </a:lnTo>
                  <a:lnTo>
                    <a:pt x="11679" y="205399"/>
                  </a:lnTo>
                  <a:lnTo>
                    <a:pt x="11439" y="204164"/>
                  </a:lnTo>
                  <a:lnTo>
                    <a:pt x="11389" y="202722"/>
                  </a:lnTo>
                  <a:lnTo>
                    <a:pt x="14539" y="201735"/>
                  </a:lnTo>
                  <a:lnTo>
                    <a:pt x="15715" y="202546"/>
                  </a:lnTo>
                  <a:lnTo>
                    <a:pt x="18486" y="201545"/>
                  </a:lnTo>
                  <a:lnTo>
                    <a:pt x="20947" y="199585"/>
                  </a:lnTo>
                  <a:lnTo>
                    <a:pt x="20904" y="198545"/>
                  </a:lnTo>
                  <a:lnTo>
                    <a:pt x="20525" y="197613"/>
                  </a:lnTo>
                  <a:lnTo>
                    <a:pt x="20004" y="195818"/>
                  </a:lnTo>
                  <a:lnTo>
                    <a:pt x="20373" y="195320"/>
                  </a:lnTo>
                  <a:lnTo>
                    <a:pt x="21271" y="195687"/>
                  </a:lnTo>
                  <a:lnTo>
                    <a:pt x="20859" y="194795"/>
                  </a:lnTo>
                  <a:lnTo>
                    <a:pt x="20934" y="193854"/>
                  </a:lnTo>
                  <a:lnTo>
                    <a:pt x="21914" y="194245"/>
                  </a:lnTo>
                  <a:lnTo>
                    <a:pt x="23513" y="191621"/>
                  </a:lnTo>
                  <a:lnTo>
                    <a:pt x="23570" y="189615"/>
                  </a:lnTo>
                  <a:lnTo>
                    <a:pt x="26334" y="188566"/>
                  </a:lnTo>
                  <a:lnTo>
                    <a:pt x="29520" y="184475"/>
                  </a:lnTo>
                  <a:lnTo>
                    <a:pt x="30990" y="183201"/>
                  </a:lnTo>
                  <a:lnTo>
                    <a:pt x="32411" y="182279"/>
                  </a:lnTo>
                  <a:lnTo>
                    <a:pt x="35437" y="178191"/>
                  </a:lnTo>
                  <a:lnTo>
                    <a:pt x="36732" y="178001"/>
                  </a:lnTo>
                  <a:lnTo>
                    <a:pt x="37399" y="175245"/>
                  </a:lnTo>
                  <a:lnTo>
                    <a:pt x="39971" y="171579"/>
                  </a:lnTo>
                  <a:lnTo>
                    <a:pt x="40753" y="171110"/>
                  </a:lnTo>
                  <a:lnTo>
                    <a:pt x="41956" y="167804"/>
                  </a:lnTo>
                  <a:lnTo>
                    <a:pt x="45116" y="163984"/>
                  </a:lnTo>
                  <a:lnTo>
                    <a:pt x="47119" y="159113"/>
                  </a:lnTo>
                  <a:lnTo>
                    <a:pt x="48224" y="157383"/>
                  </a:lnTo>
                  <a:lnTo>
                    <a:pt x="48566" y="155540"/>
                  </a:lnTo>
                  <a:lnTo>
                    <a:pt x="49796" y="155384"/>
                  </a:lnTo>
                  <a:lnTo>
                    <a:pt x="50906" y="154031"/>
                  </a:lnTo>
                  <a:lnTo>
                    <a:pt x="53308" y="153087"/>
                  </a:lnTo>
                  <a:lnTo>
                    <a:pt x="55678" y="153349"/>
                  </a:lnTo>
                  <a:lnTo>
                    <a:pt x="56665" y="153991"/>
                  </a:lnTo>
                  <a:lnTo>
                    <a:pt x="57577" y="153787"/>
                  </a:lnTo>
                  <a:lnTo>
                    <a:pt x="57486" y="152131"/>
                  </a:lnTo>
                  <a:lnTo>
                    <a:pt x="56835" y="151108"/>
                  </a:lnTo>
                  <a:lnTo>
                    <a:pt x="57366" y="150125"/>
                  </a:lnTo>
                  <a:lnTo>
                    <a:pt x="58620" y="149381"/>
                  </a:lnTo>
                  <a:lnTo>
                    <a:pt x="58492" y="147736"/>
                  </a:lnTo>
                  <a:lnTo>
                    <a:pt x="58220" y="146746"/>
                  </a:lnTo>
                  <a:lnTo>
                    <a:pt x="57178" y="145427"/>
                  </a:lnTo>
                  <a:lnTo>
                    <a:pt x="57697" y="142474"/>
                  </a:lnTo>
                  <a:lnTo>
                    <a:pt x="57821" y="139238"/>
                  </a:lnTo>
                  <a:lnTo>
                    <a:pt x="58314" y="135499"/>
                  </a:lnTo>
                  <a:lnTo>
                    <a:pt x="57005" y="133518"/>
                  </a:lnTo>
                  <a:lnTo>
                    <a:pt x="52039" y="130148"/>
                  </a:lnTo>
                  <a:lnTo>
                    <a:pt x="51112" y="130265"/>
                  </a:lnTo>
                  <a:lnTo>
                    <a:pt x="50010" y="129842"/>
                  </a:lnTo>
                  <a:lnTo>
                    <a:pt x="48857" y="127288"/>
                  </a:lnTo>
                  <a:lnTo>
                    <a:pt x="49372" y="125085"/>
                  </a:lnTo>
                  <a:lnTo>
                    <a:pt x="49431" y="124273"/>
                  </a:lnTo>
                  <a:lnTo>
                    <a:pt x="48982" y="124297"/>
                  </a:lnTo>
                  <a:lnTo>
                    <a:pt x="48254" y="125371"/>
                  </a:lnTo>
                  <a:lnTo>
                    <a:pt x="46670" y="126599"/>
                  </a:lnTo>
                  <a:lnTo>
                    <a:pt x="44612" y="125656"/>
                  </a:lnTo>
                  <a:lnTo>
                    <a:pt x="43600" y="125866"/>
                  </a:lnTo>
                  <a:lnTo>
                    <a:pt x="42286" y="120412"/>
                  </a:lnTo>
                  <a:lnTo>
                    <a:pt x="41615" y="118328"/>
                  </a:lnTo>
                  <a:lnTo>
                    <a:pt x="40538" y="115731"/>
                  </a:lnTo>
                  <a:lnTo>
                    <a:pt x="38614" y="114463"/>
                  </a:lnTo>
                  <a:lnTo>
                    <a:pt x="38238" y="113746"/>
                  </a:lnTo>
                  <a:lnTo>
                    <a:pt x="37983" y="112646"/>
                  </a:lnTo>
                  <a:lnTo>
                    <a:pt x="37900" y="111120"/>
                  </a:lnTo>
                  <a:lnTo>
                    <a:pt x="37656" y="108862"/>
                  </a:lnTo>
                  <a:lnTo>
                    <a:pt x="37758" y="107009"/>
                  </a:lnTo>
                  <a:lnTo>
                    <a:pt x="37994" y="105906"/>
                  </a:lnTo>
                  <a:lnTo>
                    <a:pt x="38823" y="105164"/>
                  </a:lnTo>
                  <a:lnTo>
                    <a:pt x="40022" y="103073"/>
                  </a:lnTo>
                  <a:lnTo>
                    <a:pt x="40273" y="101554"/>
                  </a:lnTo>
                  <a:lnTo>
                    <a:pt x="40375" y="99224"/>
                  </a:lnTo>
                  <a:lnTo>
                    <a:pt x="40927" y="97190"/>
                  </a:lnTo>
                  <a:lnTo>
                    <a:pt x="41540" y="96161"/>
                  </a:lnTo>
                  <a:lnTo>
                    <a:pt x="41386" y="95343"/>
                  </a:lnTo>
                  <a:lnTo>
                    <a:pt x="40963" y="94173"/>
                  </a:lnTo>
                  <a:lnTo>
                    <a:pt x="40069" y="92512"/>
                  </a:lnTo>
                  <a:lnTo>
                    <a:pt x="38707" y="90486"/>
                  </a:lnTo>
                  <a:lnTo>
                    <a:pt x="37700" y="88550"/>
                  </a:lnTo>
                  <a:lnTo>
                    <a:pt x="37258" y="86739"/>
                  </a:lnTo>
                  <a:lnTo>
                    <a:pt x="37030" y="85122"/>
                  </a:lnTo>
                  <a:lnTo>
                    <a:pt x="37067" y="83650"/>
                  </a:lnTo>
                  <a:lnTo>
                    <a:pt x="37444" y="82649"/>
                  </a:lnTo>
                  <a:lnTo>
                    <a:pt x="38731" y="81388"/>
                  </a:lnTo>
                  <a:lnTo>
                    <a:pt x="38904" y="80852"/>
                  </a:lnTo>
                  <a:lnTo>
                    <a:pt x="38394" y="78066"/>
                  </a:lnTo>
                  <a:lnTo>
                    <a:pt x="37496" y="77560"/>
                  </a:lnTo>
                  <a:lnTo>
                    <a:pt x="35969" y="77290"/>
                  </a:lnTo>
                  <a:lnTo>
                    <a:pt x="35117" y="77267"/>
                  </a:lnTo>
                  <a:lnTo>
                    <a:pt x="34955" y="76962"/>
                  </a:lnTo>
                  <a:lnTo>
                    <a:pt x="34913" y="76403"/>
                  </a:lnTo>
                  <a:lnTo>
                    <a:pt x="35085" y="75260"/>
                  </a:lnTo>
                  <a:lnTo>
                    <a:pt x="35567" y="73951"/>
                  </a:lnTo>
                  <a:lnTo>
                    <a:pt x="35968" y="73117"/>
                  </a:lnTo>
                  <a:lnTo>
                    <a:pt x="36021" y="72411"/>
                  </a:lnTo>
                  <a:lnTo>
                    <a:pt x="35514" y="69991"/>
                  </a:lnTo>
                  <a:lnTo>
                    <a:pt x="35361" y="67025"/>
                  </a:lnTo>
                  <a:lnTo>
                    <a:pt x="35534" y="64701"/>
                  </a:lnTo>
                  <a:lnTo>
                    <a:pt x="37152" y="62987"/>
                  </a:lnTo>
                  <a:lnTo>
                    <a:pt x="37225" y="62361"/>
                  </a:lnTo>
                  <a:lnTo>
                    <a:pt x="35193" y="60501"/>
                  </a:lnTo>
                  <a:lnTo>
                    <a:pt x="33728" y="58393"/>
                  </a:lnTo>
                  <a:lnTo>
                    <a:pt x="33272" y="57163"/>
                  </a:lnTo>
                  <a:lnTo>
                    <a:pt x="31594" y="56977"/>
                  </a:lnTo>
                  <a:lnTo>
                    <a:pt x="30549" y="53403"/>
                  </a:lnTo>
                  <a:lnTo>
                    <a:pt x="29038" y="51663"/>
                  </a:lnTo>
                  <a:lnTo>
                    <a:pt x="27541" y="50159"/>
                  </a:lnTo>
                  <a:lnTo>
                    <a:pt x="26657" y="49459"/>
                  </a:lnTo>
                  <a:lnTo>
                    <a:pt x="21470" y="47301"/>
                  </a:lnTo>
                  <a:lnTo>
                    <a:pt x="19409" y="46890"/>
                  </a:lnTo>
                  <a:lnTo>
                    <a:pt x="16970" y="45630"/>
                  </a:lnTo>
                  <a:lnTo>
                    <a:pt x="15153" y="44049"/>
                  </a:lnTo>
                  <a:lnTo>
                    <a:pt x="13596" y="43032"/>
                  </a:lnTo>
                  <a:lnTo>
                    <a:pt x="12263" y="41778"/>
                  </a:lnTo>
                  <a:lnTo>
                    <a:pt x="10405" y="40605"/>
                  </a:lnTo>
                  <a:lnTo>
                    <a:pt x="9874" y="39602"/>
                  </a:lnTo>
                  <a:lnTo>
                    <a:pt x="7867" y="37745"/>
                  </a:lnTo>
                  <a:lnTo>
                    <a:pt x="6925" y="36523"/>
                  </a:lnTo>
                  <a:lnTo>
                    <a:pt x="3657" y="34215"/>
                  </a:lnTo>
                  <a:lnTo>
                    <a:pt x="3539" y="33304"/>
                  </a:lnTo>
                  <a:lnTo>
                    <a:pt x="3515" y="32425"/>
                  </a:lnTo>
                  <a:lnTo>
                    <a:pt x="3368" y="32060"/>
                  </a:lnTo>
                  <a:lnTo>
                    <a:pt x="0" y="30375"/>
                  </a:lnTo>
                  <a:lnTo>
                    <a:pt x="662" y="29411"/>
                  </a:lnTo>
                  <a:lnTo>
                    <a:pt x="3295" y="29354"/>
                  </a:lnTo>
                  <a:lnTo>
                    <a:pt x="5473" y="30231"/>
                  </a:lnTo>
                  <a:lnTo>
                    <a:pt x="5951" y="29856"/>
                  </a:lnTo>
                  <a:lnTo>
                    <a:pt x="6239" y="29077"/>
                  </a:lnTo>
                  <a:lnTo>
                    <a:pt x="5311" y="25952"/>
                  </a:lnTo>
                  <a:lnTo>
                    <a:pt x="5478" y="25138"/>
                  </a:lnTo>
                  <a:lnTo>
                    <a:pt x="6436" y="24158"/>
                  </a:lnTo>
                  <a:lnTo>
                    <a:pt x="7954" y="23378"/>
                  </a:lnTo>
                  <a:lnTo>
                    <a:pt x="10353" y="23265"/>
                  </a:lnTo>
                  <a:lnTo>
                    <a:pt x="11989" y="23380"/>
                  </a:lnTo>
                  <a:lnTo>
                    <a:pt x="12334" y="23465"/>
                  </a:lnTo>
                  <a:lnTo>
                    <a:pt x="14777" y="26900"/>
                  </a:lnTo>
                  <a:lnTo>
                    <a:pt x="16872" y="30250"/>
                  </a:lnTo>
                  <a:lnTo>
                    <a:pt x="17985" y="31678"/>
                  </a:lnTo>
                  <a:lnTo>
                    <a:pt x="20708" y="35724"/>
                  </a:lnTo>
                  <a:lnTo>
                    <a:pt x="21727" y="38065"/>
                  </a:lnTo>
                  <a:lnTo>
                    <a:pt x="22073" y="39742"/>
                  </a:lnTo>
                  <a:lnTo>
                    <a:pt x="23180" y="39732"/>
                  </a:lnTo>
                  <a:lnTo>
                    <a:pt x="27010" y="40468"/>
                  </a:lnTo>
                  <a:lnTo>
                    <a:pt x="30226" y="41087"/>
                  </a:lnTo>
                  <a:lnTo>
                    <a:pt x="31123" y="42026"/>
                  </a:lnTo>
                  <a:lnTo>
                    <a:pt x="33340" y="41837"/>
                  </a:lnTo>
                  <a:lnTo>
                    <a:pt x="35049" y="40990"/>
                  </a:lnTo>
                  <a:lnTo>
                    <a:pt x="38066" y="39920"/>
                  </a:lnTo>
                  <a:lnTo>
                    <a:pt x="38875" y="38604"/>
                  </a:lnTo>
                  <a:lnTo>
                    <a:pt x="39880" y="37200"/>
                  </a:lnTo>
                  <a:lnTo>
                    <a:pt x="41649" y="37421"/>
                  </a:lnTo>
                  <a:lnTo>
                    <a:pt x="43583" y="38530"/>
                  </a:lnTo>
                  <a:lnTo>
                    <a:pt x="45779" y="39989"/>
                  </a:lnTo>
                  <a:lnTo>
                    <a:pt x="47734" y="40664"/>
                  </a:lnTo>
                  <a:lnTo>
                    <a:pt x="50359" y="41723"/>
                  </a:lnTo>
                  <a:lnTo>
                    <a:pt x="51583" y="43092"/>
                  </a:lnTo>
                  <a:lnTo>
                    <a:pt x="53298" y="43483"/>
                  </a:lnTo>
                  <a:lnTo>
                    <a:pt x="55094" y="42114"/>
                  </a:lnTo>
                  <a:lnTo>
                    <a:pt x="56154" y="38400"/>
                  </a:lnTo>
                  <a:lnTo>
                    <a:pt x="57095" y="36744"/>
                  </a:lnTo>
                  <a:lnTo>
                    <a:pt x="58428" y="35529"/>
                  </a:lnTo>
                  <a:lnTo>
                    <a:pt x="59955" y="34992"/>
                  </a:lnTo>
                  <a:lnTo>
                    <a:pt x="61120" y="34799"/>
                  </a:lnTo>
                  <a:lnTo>
                    <a:pt x="62001" y="33854"/>
                  </a:lnTo>
                  <a:lnTo>
                    <a:pt x="63256" y="31756"/>
                  </a:lnTo>
                  <a:lnTo>
                    <a:pt x="63500" y="29215"/>
                  </a:lnTo>
                  <a:lnTo>
                    <a:pt x="63259" y="24626"/>
                  </a:lnTo>
                  <a:lnTo>
                    <a:pt x="63488" y="23112"/>
                  </a:lnTo>
                  <a:lnTo>
                    <a:pt x="64512" y="20635"/>
                  </a:lnTo>
                  <a:lnTo>
                    <a:pt x="65886" y="14071"/>
                  </a:lnTo>
                  <a:lnTo>
                    <a:pt x="66503" y="12180"/>
                  </a:lnTo>
                  <a:lnTo>
                    <a:pt x="67255" y="11030"/>
                  </a:lnTo>
                  <a:lnTo>
                    <a:pt x="68288" y="10346"/>
                  </a:lnTo>
                  <a:lnTo>
                    <a:pt x="70164" y="8359"/>
                  </a:lnTo>
                  <a:lnTo>
                    <a:pt x="72844" y="4426"/>
                  </a:lnTo>
                  <a:lnTo>
                    <a:pt x="73571" y="4093"/>
                  </a:lnTo>
                  <a:lnTo>
                    <a:pt x="75495" y="3894"/>
                  </a:lnTo>
                  <a:lnTo>
                    <a:pt x="77890" y="4039"/>
                  </a:lnTo>
                  <a:lnTo>
                    <a:pt x="80042" y="4732"/>
                  </a:lnTo>
                  <a:lnTo>
                    <a:pt x="80275" y="4679"/>
                  </a:lnTo>
                  <a:lnTo>
                    <a:pt x="81239" y="4318"/>
                  </a:lnTo>
                  <a:lnTo>
                    <a:pt x="82996" y="3096"/>
                  </a:lnTo>
                  <a:lnTo>
                    <a:pt x="86002" y="667"/>
                  </a:lnTo>
                  <a:lnTo>
                    <a:pt x="87929" y="0"/>
                  </a:lnTo>
                  <a:lnTo>
                    <a:pt x="89683" y="93"/>
                  </a:lnTo>
                  <a:lnTo>
                    <a:pt x="91624" y="2752"/>
                  </a:lnTo>
                  <a:lnTo>
                    <a:pt x="94362" y="5714"/>
                  </a:lnTo>
                  <a:lnTo>
                    <a:pt x="96121" y="7153"/>
                  </a:lnTo>
                  <a:lnTo>
                    <a:pt x="100917" y="9850"/>
                  </a:lnTo>
                  <a:lnTo>
                    <a:pt x="105128" y="11624"/>
                  </a:lnTo>
                  <a:lnTo>
                    <a:pt x="107495" y="17488"/>
                  </a:lnTo>
                  <a:lnTo>
                    <a:pt x="106328" y="19824"/>
                  </a:lnTo>
                  <a:lnTo>
                    <a:pt x="105747" y="20629"/>
                  </a:lnTo>
                  <a:lnTo>
                    <a:pt x="103688" y="22955"/>
                  </a:lnTo>
                  <a:lnTo>
                    <a:pt x="101484" y="26237"/>
                  </a:lnTo>
                  <a:lnTo>
                    <a:pt x="101315" y="27948"/>
                  </a:lnTo>
                  <a:lnTo>
                    <a:pt x="102046" y="29674"/>
                  </a:lnTo>
                  <a:close/>
                </a:path>
              </a:pathLst>
            </a:custGeom>
            <a:solidFill>
              <a:srgbClr val="FFFBF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8"/>
            <p:cNvSpPr/>
            <p:nvPr/>
          </p:nvSpPr>
          <p:spPr>
            <a:xfrm>
              <a:off x="5518395" y="4274323"/>
              <a:ext cx="524" cy="1134"/>
            </a:xfrm>
            <a:custGeom>
              <a:avLst/>
              <a:pathLst>
                <a:path w="524" h="1134">
                  <a:moveTo>
                    <a:pt x="524" y="813"/>
                  </a:moveTo>
                  <a:lnTo>
                    <a:pt x="427" y="1134"/>
                  </a:lnTo>
                  <a:lnTo>
                    <a:pt x="71" y="1030"/>
                  </a:lnTo>
                  <a:lnTo>
                    <a:pt x="0" y="372"/>
                  </a:lnTo>
                  <a:lnTo>
                    <a:pt x="209" y="0"/>
                  </a:lnTo>
                  <a:lnTo>
                    <a:pt x="500" y="251"/>
                  </a:lnTo>
                  <a:close/>
                </a:path>
              </a:pathLst>
            </a:custGeom>
            <a:solidFill>
              <a:srgbClr val="F0F6E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29"/>
            <p:cNvSpPr/>
            <p:nvPr/>
          </p:nvSpPr>
          <p:spPr>
            <a:xfrm>
              <a:off x="1158518" y="4244131"/>
              <a:ext cx="201" cy="623"/>
            </a:xfrm>
            <a:custGeom>
              <a:avLst/>
              <a:pathLst>
                <a:path w="201" h="623">
                  <a:moveTo>
                    <a:pt x="92" y="623"/>
                  </a:moveTo>
                  <a:lnTo>
                    <a:pt x="18" y="427"/>
                  </a:lnTo>
                  <a:lnTo>
                    <a:pt x="0" y="210"/>
                  </a:lnTo>
                  <a:lnTo>
                    <a:pt x="73" y="0"/>
                  </a:lnTo>
                  <a:lnTo>
                    <a:pt x="140" y="196"/>
                  </a:lnTo>
                  <a:lnTo>
                    <a:pt x="201" y="415"/>
                  </a:lnTo>
                  <a:close/>
                </a:path>
              </a:pathLst>
            </a:custGeom>
            <a:solidFill>
              <a:srgbClr val="F0F6E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0"/>
            <p:cNvSpPr/>
            <p:nvPr/>
          </p:nvSpPr>
          <p:spPr>
            <a:xfrm>
              <a:off x="1160145" y="4198731"/>
              <a:ext cx="784" cy="1942"/>
            </a:xfrm>
            <a:custGeom>
              <a:avLst/>
              <a:pathLst>
                <a:path w="784" h="1942">
                  <a:moveTo>
                    <a:pt x="784" y="1676"/>
                  </a:moveTo>
                  <a:lnTo>
                    <a:pt x="645" y="1942"/>
                  </a:lnTo>
                  <a:lnTo>
                    <a:pt x="307" y="1644"/>
                  </a:lnTo>
                  <a:lnTo>
                    <a:pt x="33" y="1243"/>
                  </a:lnTo>
                  <a:lnTo>
                    <a:pt x="0" y="822"/>
                  </a:lnTo>
                  <a:lnTo>
                    <a:pt x="115" y="282"/>
                  </a:lnTo>
                  <a:lnTo>
                    <a:pt x="382" y="0"/>
                  </a:lnTo>
                  <a:lnTo>
                    <a:pt x="518" y="109"/>
                  </a:lnTo>
                  <a:lnTo>
                    <a:pt x="440" y="279"/>
                  </a:lnTo>
                  <a:lnTo>
                    <a:pt x="277" y="470"/>
                  </a:lnTo>
                  <a:lnTo>
                    <a:pt x="303" y="1001"/>
                  </a:lnTo>
                  <a:lnTo>
                    <a:pt x="512" y="1324"/>
                  </a:lnTo>
                  <a:lnTo>
                    <a:pt x="716" y="1411"/>
                  </a:lnTo>
                  <a:close/>
                </a:path>
              </a:pathLst>
            </a:custGeom>
            <a:solidFill>
              <a:srgbClr val="F0F6E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1"/>
            <p:cNvSpPr/>
            <p:nvPr/>
          </p:nvSpPr>
          <p:spPr>
            <a:xfrm>
              <a:off x="5559998" y="4193566"/>
              <a:ext cx="6530" cy="6417"/>
            </a:xfrm>
            <a:custGeom>
              <a:avLst/>
              <a:pathLst>
                <a:path w="6530" h="6417">
                  <a:moveTo>
                    <a:pt x="6530" y="1171"/>
                  </a:moveTo>
                  <a:lnTo>
                    <a:pt x="6527" y="2441"/>
                  </a:lnTo>
                  <a:lnTo>
                    <a:pt x="4939" y="3283"/>
                  </a:lnTo>
                  <a:lnTo>
                    <a:pt x="4404" y="2236"/>
                  </a:lnTo>
                  <a:lnTo>
                    <a:pt x="4063" y="2045"/>
                  </a:lnTo>
                  <a:lnTo>
                    <a:pt x="3117" y="3901"/>
                  </a:lnTo>
                  <a:lnTo>
                    <a:pt x="2843" y="4663"/>
                  </a:lnTo>
                  <a:lnTo>
                    <a:pt x="2753" y="5237"/>
                  </a:lnTo>
                  <a:lnTo>
                    <a:pt x="2510" y="5526"/>
                  </a:lnTo>
                  <a:lnTo>
                    <a:pt x="766" y="6417"/>
                  </a:lnTo>
                  <a:lnTo>
                    <a:pt x="0" y="5528"/>
                  </a:lnTo>
                  <a:lnTo>
                    <a:pt x="519" y="4922"/>
                  </a:lnTo>
                  <a:lnTo>
                    <a:pt x="1150" y="3713"/>
                  </a:lnTo>
                  <a:lnTo>
                    <a:pt x="1794" y="3892"/>
                  </a:lnTo>
                  <a:lnTo>
                    <a:pt x="2442" y="2761"/>
                  </a:lnTo>
                  <a:lnTo>
                    <a:pt x="3081" y="1038"/>
                  </a:lnTo>
                  <a:lnTo>
                    <a:pt x="3992" y="666"/>
                  </a:lnTo>
                  <a:lnTo>
                    <a:pt x="4634" y="0"/>
                  </a:lnTo>
                  <a:lnTo>
                    <a:pt x="5696" y="481"/>
                  </a:lnTo>
                  <a:close/>
                </a:path>
              </a:pathLst>
            </a:custGeom>
            <a:solidFill>
              <a:srgbClr val="F0F6E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2"/>
            <p:cNvSpPr/>
            <p:nvPr/>
          </p:nvSpPr>
          <p:spPr>
            <a:xfrm>
              <a:off x="1144490" y="4193263"/>
              <a:ext cx="860" cy="2325"/>
            </a:xfrm>
            <a:custGeom>
              <a:avLst/>
              <a:pathLst>
                <a:path w="860" h="2325">
                  <a:moveTo>
                    <a:pt x="832" y="476"/>
                  </a:moveTo>
                  <a:lnTo>
                    <a:pt x="860" y="1347"/>
                  </a:lnTo>
                  <a:lnTo>
                    <a:pt x="677" y="1298"/>
                  </a:lnTo>
                  <a:lnTo>
                    <a:pt x="458" y="926"/>
                  </a:lnTo>
                  <a:lnTo>
                    <a:pt x="345" y="1108"/>
                  </a:lnTo>
                  <a:lnTo>
                    <a:pt x="269" y="1376"/>
                  </a:lnTo>
                  <a:lnTo>
                    <a:pt x="231" y="1982"/>
                  </a:lnTo>
                  <a:lnTo>
                    <a:pt x="199" y="2325"/>
                  </a:lnTo>
                  <a:lnTo>
                    <a:pt x="28" y="2201"/>
                  </a:lnTo>
                  <a:lnTo>
                    <a:pt x="0" y="1601"/>
                  </a:lnTo>
                  <a:lnTo>
                    <a:pt x="56" y="1180"/>
                  </a:lnTo>
                  <a:lnTo>
                    <a:pt x="137" y="562"/>
                  </a:lnTo>
                  <a:lnTo>
                    <a:pt x="447" y="0"/>
                  </a:lnTo>
                  <a:close/>
                </a:path>
              </a:pathLst>
            </a:custGeom>
            <a:solidFill>
              <a:srgbClr val="F0F6E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3"/>
            <p:cNvSpPr/>
            <p:nvPr/>
          </p:nvSpPr>
          <p:spPr>
            <a:xfrm>
              <a:off x="1157070" y="4171459"/>
              <a:ext cx="1061" cy="1953"/>
            </a:xfrm>
            <a:custGeom>
              <a:avLst/>
              <a:pathLst>
                <a:path w="1061" h="1953">
                  <a:moveTo>
                    <a:pt x="1061" y="1405"/>
                  </a:moveTo>
                  <a:lnTo>
                    <a:pt x="916" y="1953"/>
                  </a:lnTo>
                  <a:lnTo>
                    <a:pt x="253" y="1059"/>
                  </a:lnTo>
                  <a:lnTo>
                    <a:pt x="0" y="464"/>
                  </a:lnTo>
                  <a:lnTo>
                    <a:pt x="703" y="0"/>
                  </a:lnTo>
                  <a:lnTo>
                    <a:pt x="1046" y="150"/>
                  </a:lnTo>
                  <a:close/>
                </a:path>
              </a:pathLst>
            </a:custGeom>
            <a:solidFill>
              <a:srgbClr val="F0F6E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4"/>
            <p:cNvSpPr/>
            <p:nvPr/>
          </p:nvSpPr>
          <p:spPr>
            <a:xfrm>
              <a:off x="5575976" y="4164299"/>
              <a:ext cx="1343" cy="4917"/>
            </a:xfrm>
            <a:custGeom>
              <a:avLst/>
              <a:pathLst>
                <a:path w="1343" h="4917">
                  <a:moveTo>
                    <a:pt x="1182" y="4677"/>
                  </a:moveTo>
                  <a:lnTo>
                    <a:pt x="1072" y="4917"/>
                  </a:lnTo>
                  <a:lnTo>
                    <a:pt x="0" y="2556"/>
                  </a:lnTo>
                  <a:lnTo>
                    <a:pt x="35" y="1624"/>
                  </a:lnTo>
                  <a:lnTo>
                    <a:pt x="225" y="787"/>
                  </a:lnTo>
                  <a:lnTo>
                    <a:pt x="652" y="0"/>
                  </a:lnTo>
                  <a:lnTo>
                    <a:pt x="1041" y="1344"/>
                  </a:lnTo>
                  <a:lnTo>
                    <a:pt x="1343" y="3581"/>
                  </a:lnTo>
                  <a:close/>
                </a:path>
              </a:pathLst>
            </a:custGeom>
            <a:solidFill>
              <a:srgbClr val="F0F6E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5"/>
            <p:cNvSpPr/>
            <p:nvPr/>
          </p:nvSpPr>
          <p:spPr>
            <a:xfrm>
              <a:off x="1154218" y="4163601"/>
              <a:ext cx="1122" cy="2109"/>
            </a:xfrm>
            <a:custGeom>
              <a:avLst/>
              <a:pathLst>
                <a:path w="1122" h="2109">
                  <a:moveTo>
                    <a:pt x="1122" y="1662"/>
                  </a:moveTo>
                  <a:lnTo>
                    <a:pt x="747" y="2109"/>
                  </a:lnTo>
                  <a:lnTo>
                    <a:pt x="491" y="2008"/>
                  </a:lnTo>
                  <a:lnTo>
                    <a:pt x="187" y="1535"/>
                  </a:lnTo>
                  <a:lnTo>
                    <a:pt x="0" y="701"/>
                  </a:lnTo>
                  <a:lnTo>
                    <a:pt x="387" y="0"/>
                  </a:lnTo>
                  <a:lnTo>
                    <a:pt x="985" y="796"/>
                  </a:lnTo>
                  <a:close/>
                </a:path>
              </a:pathLst>
            </a:custGeom>
            <a:solidFill>
              <a:srgbClr val="F0F6E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6"/>
            <p:cNvSpPr/>
            <p:nvPr/>
          </p:nvSpPr>
          <p:spPr>
            <a:xfrm>
              <a:off x="1163125" y="4162282"/>
              <a:ext cx="1309" cy="2585"/>
            </a:xfrm>
            <a:custGeom>
              <a:avLst/>
              <a:pathLst>
                <a:path w="1309" h="2585">
                  <a:moveTo>
                    <a:pt x="1309" y="2273"/>
                  </a:moveTo>
                  <a:lnTo>
                    <a:pt x="621" y="2585"/>
                  </a:lnTo>
                  <a:lnTo>
                    <a:pt x="0" y="1333"/>
                  </a:lnTo>
                  <a:lnTo>
                    <a:pt x="392" y="0"/>
                  </a:lnTo>
                  <a:lnTo>
                    <a:pt x="948" y="314"/>
                  </a:lnTo>
                  <a:lnTo>
                    <a:pt x="1266" y="1601"/>
                  </a:lnTo>
                  <a:close/>
                </a:path>
              </a:pathLst>
            </a:custGeom>
            <a:solidFill>
              <a:srgbClr val="F0F6E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7"/>
            <p:cNvSpPr/>
            <p:nvPr/>
          </p:nvSpPr>
          <p:spPr>
            <a:xfrm>
              <a:off x="5569734" y="4154690"/>
              <a:ext cx="1294" cy="3780"/>
            </a:xfrm>
            <a:custGeom>
              <a:avLst/>
              <a:pathLst>
                <a:path w="1294" h="3780">
                  <a:moveTo>
                    <a:pt x="985" y="3255"/>
                  </a:moveTo>
                  <a:lnTo>
                    <a:pt x="350" y="3780"/>
                  </a:lnTo>
                  <a:lnTo>
                    <a:pt x="0" y="1976"/>
                  </a:lnTo>
                  <a:lnTo>
                    <a:pt x="486" y="164"/>
                  </a:lnTo>
                  <a:lnTo>
                    <a:pt x="1029" y="0"/>
                  </a:lnTo>
                  <a:lnTo>
                    <a:pt x="1294" y="1843"/>
                  </a:lnTo>
                  <a:close/>
                </a:path>
              </a:pathLst>
            </a:custGeom>
            <a:solidFill>
              <a:srgbClr val="F0F6E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8"/>
            <p:cNvSpPr/>
            <p:nvPr/>
          </p:nvSpPr>
          <p:spPr>
            <a:xfrm>
              <a:off x="5551314" y="4145652"/>
              <a:ext cx="17433" cy="28103"/>
            </a:xfrm>
            <a:custGeom>
              <a:avLst/>
              <a:pathLst>
                <a:path w="17433" h="28103">
                  <a:moveTo>
                    <a:pt x="12652" y="1742"/>
                  </a:moveTo>
                  <a:lnTo>
                    <a:pt x="12652" y="3050"/>
                  </a:lnTo>
                  <a:lnTo>
                    <a:pt x="13013" y="3615"/>
                  </a:lnTo>
                  <a:lnTo>
                    <a:pt x="13372" y="3708"/>
                  </a:lnTo>
                  <a:lnTo>
                    <a:pt x="14265" y="6207"/>
                  </a:lnTo>
                  <a:lnTo>
                    <a:pt x="15651" y="8356"/>
                  </a:lnTo>
                  <a:lnTo>
                    <a:pt x="16495" y="10001"/>
                  </a:lnTo>
                  <a:lnTo>
                    <a:pt x="16545" y="11406"/>
                  </a:lnTo>
                  <a:lnTo>
                    <a:pt x="16288" y="12893"/>
                  </a:lnTo>
                  <a:lnTo>
                    <a:pt x="16645" y="15553"/>
                  </a:lnTo>
                  <a:lnTo>
                    <a:pt x="16819" y="18315"/>
                  </a:lnTo>
                  <a:lnTo>
                    <a:pt x="17433" y="22689"/>
                  </a:lnTo>
                  <a:lnTo>
                    <a:pt x="16565" y="23520"/>
                  </a:lnTo>
                  <a:lnTo>
                    <a:pt x="15200" y="23619"/>
                  </a:lnTo>
                  <a:lnTo>
                    <a:pt x="14884" y="24406"/>
                  </a:lnTo>
                  <a:lnTo>
                    <a:pt x="14419" y="23971"/>
                  </a:lnTo>
                  <a:lnTo>
                    <a:pt x="13285" y="24297"/>
                  </a:lnTo>
                  <a:lnTo>
                    <a:pt x="12202" y="25737"/>
                  </a:lnTo>
                  <a:lnTo>
                    <a:pt x="11170" y="27693"/>
                  </a:lnTo>
                  <a:lnTo>
                    <a:pt x="9983" y="27699"/>
                  </a:lnTo>
                  <a:lnTo>
                    <a:pt x="8645" y="28103"/>
                  </a:lnTo>
                  <a:lnTo>
                    <a:pt x="7307" y="27832"/>
                  </a:lnTo>
                  <a:lnTo>
                    <a:pt x="6366" y="26787"/>
                  </a:lnTo>
                  <a:lnTo>
                    <a:pt x="4708" y="25650"/>
                  </a:lnTo>
                  <a:lnTo>
                    <a:pt x="2498" y="24680"/>
                  </a:lnTo>
                  <a:lnTo>
                    <a:pt x="1583" y="23867"/>
                  </a:lnTo>
                  <a:lnTo>
                    <a:pt x="820" y="22591"/>
                  </a:lnTo>
                  <a:lnTo>
                    <a:pt x="106" y="19374"/>
                  </a:lnTo>
                  <a:lnTo>
                    <a:pt x="0" y="17787"/>
                  </a:lnTo>
                  <a:lnTo>
                    <a:pt x="112" y="16266"/>
                  </a:lnTo>
                  <a:lnTo>
                    <a:pt x="758" y="15752"/>
                  </a:lnTo>
                  <a:lnTo>
                    <a:pt x="1299" y="14982"/>
                  </a:lnTo>
                  <a:lnTo>
                    <a:pt x="1376" y="13978"/>
                  </a:lnTo>
                  <a:lnTo>
                    <a:pt x="1614" y="13276"/>
                  </a:lnTo>
                  <a:lnTo>
                    <a:pt x="1925" y="13022"/>
                  </a:lnTo>
                  <a:lnTo>
                    <a:pt x="2077" y="12538"/>
                  </a:lnTo>
                  <a:lnTo>
                    <a:pt x="1859" y="10907"/>
                  </a:lnTo>
                  <a:lnTo>
                    <a:pt x="1799" y="9415"/>
                  </a:lnTo>
                  <a:lnTo>
                    <a:pt x="3080" y="6694"/>
                  </a:lnTo>
                  <a:lnTo>
                    <a:pt x="4480" y="4374"/>
                  </a:lnTo>
                  <a:lnTo>
                    <a:pt x="6948" y="2230"/>
                  </a:lnTo>
                  <a:lnTo>
                    <a:pt x="8457" y="2426"/>
                  </a:lnTo>
                  <a:lnTo>
                    <a:pt x="10769" y="776"/>
                  </a:lnTo>
                  <a:lnTo>
                    <a:pt x="11509" y="0"/>
                  </a:lnTo>
                  <a:lnTo>
                    <a:pt x="12244" y="476"/>
                  </a:lnTo>
                  <a:close/>
                </a:path>
              </a:pathLst>
            </a:custGeom>
            <a:solidFill>
              <a:srgbClr val="F0F6E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39"/>
            <p:cNvSpPr/>
            <p:nvPr/>
          </p:nvSpPr>
          <p:spPr>
            <a:xfrm>
              <a:off x="5577452" y="4143973"/>
              <a:ext cx="913" cy="4068"/>
            </a:xfrm>
            <a:custGeom>
              <a:avLst/>
              <a:pathLst>
                <a:path w="913" h="4068">
                  <a:moveTo>
                    <a:pt x="607" y="3269"/>
                  </a:moveTo>
                  <a:lnTo>
                    <a:pt x="195" y="4068"/>
                  </a:lnTo>
                  <a:lnTo>
                    <a:pt x="0" y="0"/>
                  </a:lnTo>
                  <a:lnTo>
                    <a:pt x="425" y="34"/>
                  </a:lnTo>
                  <a:lnTo>
                    <a:pt x="736" y="455"/>
                  </a:lnTo>
                  <a:lnTo>
                    <a:pt x="913" y="1480"/>
                  </a:lnTo>
                  <a:close/>
                </a:path>
              </a:pathLst>
            </a:custGeom>
            <a:solidFill>
              <a:srgbClr val="F0F6E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0"/>
            <p:cNvSpPr/>
            <p:nvPr/>
          </p:nvSpPr>
          <p:spPr>
            <a:xfrm>
              <a:off x="1154975" y="4140787"/>
              <a:ext cx="1268" cy="4689"/>
            </a:xfrm>
            <a:custGeom>
              <a:avLst/>
              <a:pathLst>
                <a:path w="1268" h="4689">
                  <a:moveTo>
                    <a:pt x="755" y="3679"/>
                  </a:moveTo>
                  <a:lnTo>
                    <a:pt x="442" y="4689"/>
                  </a:lnTo>
                  <a:lnTo>
                    <a:pt x="169" y="4331"/>
                  </a:lnTo>
                  <a:lnTo>
                    <a:pt x="520" y="2634"/>
                  </a:lnTo>
                  <a:lnTo>
                    <a:pt x="569" y="1901"/>
                  </a:lnTo>
                  <a:lnTo>
                    <a:pt x="33" y="1007"/>
                  </a:lnTo>
                  <a:lnTo>
                    <a:pt x="0" y="383"/>
                  </a:lnTo>
                  <a:lnTo>
                    <a:pt x="156" y="0"/>
                  </a:lnTo>
                  <a:lnTo>
                    <a:pt x="800" y="995"/>
                  </a:lnTo>
                  <a:lnTo>
                    <a:pt x="1191" y="1774"/>
                  </a:lnTo>
                  <a:lnTo>
                    <a:pt x="1268" y="2207"/>
                  </a:lnTo>
                  <a:lnTo>
                    <a:pt x="1148" y="2963"/>
                  </a:lnTo>
                  <a:close/>
                </a:path>
              </a:pathLst>
            </a:custGeom>
            <a:solidFill>
              <a:srgbClr val="F0F6E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1"/>
            <p:cNvSpPr/>
            <p:nvPr/>
          </p:nvSpPr>
          <p:spPr>
            <a:xfrm>
              <a:off x="5550424" y="4137841"/>
              <a:ext cx="1290" cy="3405"/>
            </a:xfrm>
            <a:custGeom>
              <a:avLst/>
              <a:pathLst>
                <a:path w="1290" h="3405">
                  <a:moveTo>
                    <a:pt x="633" y="2908"/>
                  </a:moveTo>
                  <a:lnTo>
                    <a:pt x="0" y="3405"/>
                  </a:lnTo>
                  <a:lnTo>
                    <a:pt x="337" y="1053"/>
                  </a:lnTo>
                  <a:lnTo>
                    <a:pt x="696" y="317"/>
                  </a:lnTo>
                  <a:lnTo>
                    <a:pt x="921" y="164"/>
                  </a:lnTo>
                  <a:lnTo>
                    <a:pt x="1290" y="0"/>
                  </a:lnTo>
                  <a:lnTo>
                    <a:pt x="1147" y="1662"/>
                  </a:lnTo>
                  <a:close/>
                </a:path>
              </a:pathLst>
            </a:custGeom>
            <a:solidFill>
              <a:srgbClr val="F0F6E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2"/>
            <p:cNvSpPr/>
            <p:nvPr/>
          </p:nvSpPr>
          <p:spPr>
            <a:xfrm>
              <a:off x="5583916" y="4127193"/>
              <a:ext cx="3463" cy="9219"/>
            </a:xfrm>
            <a:custGeom>
              <a:avLst/>
              <a:pathLst>
                <a:path w="3463" h="9219">
                  <a:moveTo>
                    <a:pt x="1271" y="8120"/>
                  </a:moveTo>
                  <a:lnTo>
                    <a:pt x="356" y="9219"/>
                  </a:lnTo>
                  <a:lnTo>
                    <a:pt x="0" y="8149"/>
                  </a:lnTo>
                  <a:lnTo>
                    <a:pt x="419" y="5546"/>
                  </a:lnTo>
                  <a:lnTo>
                    <a:pt x="1271" y="2879"/>
                  </a:lnTo>
                  <a:lnTo>
                    <a:pt x="2584" y="357"/>
                  </a:lnTo>
                  <a:lnTo>
                    <a:pt x="2986" y="0"/>
                  </a:lnTo>
                  <a:lnTo>
                    <a:pt x="3463" y="2276"/>
                  </a:lnTo>
                  <a:lnTo>
                    <a:pt x="2902" y="4787"/>
                  </a:lnTo>
                  <a:lnTo>
                    <a:pt x="1581" y="6989"/>
                  </a:lnTo>
                  <a:close/>
                </a:path>
              </a:pathLst>
            </a:custGeom>
            <a:solidFill>
              <a:srgbClr val="F0F6E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3"/>
            <p:cNvSpPr/>
            <p:nvPr/>
          </p:nvSpPr>
          <p:spPr>
            <a:xfrm>
              <a:off x="5584999" y="4119606"/>
              <a:ext cx="1411" cy="3240"/>
            </a:xfrm>
            <a:custGeom>
              <a:avLst/>
              <a:pathLst>
                <a:path w="1411" h="3240">
                  <a:moveTo>
                    <a:pt x="189" y="3205"/>
                  </a:moveTo>
                  <a:lnTo>
                    <a:pt x="31" y="3240"/>
                  </a:lnTo>
                  <a:lnTo>
                    <a:pt x="0" y="2677"/>
                  </a:lnTo>
                  <a:lnTo>
                    <a:pt x="189" y="1693"/>
                  </a:lnTo>
                  <a:lnTo>
                    <a:pt x="884" y="291"/>
                  </a:lnTo>
                  <a:lnTo>
                    <a:pt x="1411" y="0"/>
                  </a:lnTo>
                  <a:lnTo>
                    <a:pt x="1085" y="1405"/>
                  </a:lnTo>
                  <a:lnTo>
                    <a:pt x="1059" y="2106"/>
                  </a:lnTo>
                  <a:close/>
                </a:path>
              </a:pathLst>
            </a:custGeom>
            <a:solidFill>
              <a:srgbClr val="F0F6E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4"/>
            <p:cNvSpPr/>
            <p:nvPr/>
          </p:nvSpPr>
          <p:spPr>
            <a:xfrm>
              <a:off x="5566647" y="4110580"/>
              <a:ext cx="19225" cy="25119"/>
            </a:xfrm>
            <a:custGeom>
              <a:avLst/>
              <a:pathLst>
                <a:path w="19225" h="25119">
                  <a:moveTo>
                    <a:pt x="18541" y="1246"/>
                  </a:moveTo>
                  <a:lnTo>
                    <a:pt x="16668" y="5188"/>
                  </a:lnTo>
                  <a:lnTo>
                    <a:pt x="15997" y="7216"/>
                  </a:lnTo>
                  <a:lnTo>
                    <a:pt x="15433" y="9461"/>
                  </a:lnTo>
                  <a:lnTo>
                    <a:pt x="13841" y="11868"/>
                  </a:lnTo>
                  <a:lnTo>
                    <a:pt x="13163" y="15094"/>
                  </a:lnTo>
                  <a:lnTo>
                    <a:pt x="13212" y="18361"/>
                  </a:lnTo>
                  <a:lnTo>
                    <a:pt x="14803" y="14947"/>
                  </a:lnTo>
                  <a:lnTo>
                    <a:pt x="16579" y="12157"/>
                  </a:lnTo>
                  <a:lnTo>
                    <a:pt x="17121" y="11594"/>
                  </a:lnTo>
                  <a:lnTo>
                    <a:pt x="17681" y="11623"/>
                  </a:lnTo>
                  <a:lnTo>
                    <a:pt x="17634" y="12575"/>
                  </a:lnTo>
                  <a:lnTo>
                    <a:pt x="17380" y="13519"/>
                  </a:lnTo>
                  <a:lnTo>
                    <a:pt x="17184" y="15983"/>
                  </a:lnTo>
                  <a:lnTo>
                    <a:pt x="17651" y="18271"/>
                  </a:lnTo>
                  <a:lnTo>
                    <a:pt x="16329" y="18049"/>
                  </a:lnTo>
                  <a:lnTo>
                    <a:pt x="15021" y="18245"/>
                  </a:lnTo>
                  <a:lnTo>
                    <a:pt x="13468" y="19530"/>
                  </a:lnTo>
                  <a:lnTo>
                    <a:pt x="11944" y="20092"/>
                  </a:lnTo>
                  <a:lnTo>
                    <a:pt x="11375" y="20107"/>
                  </a:lnTo>
                  <a:lnTo>
                    <a:pt x="10828" y="19677"/>
                  </a:lnTo>
                  <a:lnTo>
                    <a:pt x="10471" y="19019"/>
                  </a:lnTo>
                  <a:lnTo>
                    <a:pt x="10191" y="17492"/>
                  </a:lnTo>
                  <a:lnTo>
                    <a:pt x="9909" y="17264"/>
                  </a:lnTo>
                  <a:lnTo>
                    <a:pt x="8698" y="17334"/>
                  </a:lnTo>
                  <a:lnTo>
                    <a:pt x="6885" y="20314"/>
                  </a:lnTo>
                  <a:lnTo>
                    <a:pt x="6285" y="22874"/>
                  </a:lnTo>
                  <a:lnTo>
                    <a:pt x="5589" y="22987"/>
                  </a:lnTo>
                  <a:lnTo>
                    <a:pt x="4766" y="22456"/>
                  </a:lnTo>
                  <a:lnTo>
                    <a:pt x="3769" y="24409"/>
                  </a:lnTo>
                  <a:lnTo>
                    <a:pt x="2581" y="25119"/>
                  </a:lnTo>
                  <a:lnTo>
                    <a:pt x="2067" y="23460"/>
                  </a:lnTo>
                  <a:lnTo>
                    <a:pt x="1735" y="21428"/>
                  </a:lnTo>
                  <a:lnTo>
                    <a:pt x="1311" y="19931"/>
                  </a:lnTo>
                  <a:lnTo>
                    <a:pt x="0" y="19556"/>
                  </a:lnTo>
                  <a:lnTo>
                    <a:pt x="201" y="17729"/>
                  </a:lnTo>
                  <a:lnTo>
                    <a:pt x="549" y="16973"/>
                  </a:lnTo>
                  <a:lnTo>
                    <a:pt x="867" y="15891"/>
                  </a:lnTo>
                  <a:lnTo>
                    <a:pt x="1062" y="14650"/>
                  </a:lnTo>
                  <a:lnTo>
                    <a:pt x="1688" y="15438"/>
                  </a:lnTo>
                  <a:lnTo>
                    <a:pt x="2330" y="15943"/>
                  </a:lnTo>
                  <a:lnTo>
                    <a:pt x="3048" y="15013"/>
                  </a:lnTo>
                  <a:lnTo>
                    <a:pt x="3796" y="14933"/>
                  </a:lnTo>
                  <a:lnTo>
                    <a:pt x="4544" y="12232"/>
                  </a:lnTo>
                  <a:lnTo>
                    <a:pt x="5714" y="10541"/>
                  </a:lnTo>
                  <a:lnTo>
                    <a:pt x="7329" y="9202"/>
                  </a:lnTo>
                  <a:lnTo>
                    <a:pt x="8972" y="8247"/>
                  </a:lnTo>
                  <a:lnTo>
                    <a:pt x="9823" y="8053"/>
                  </a:lnTo>
                  <a:lnTo>
                    <a:pt x="10633" y="7499"/>
                  </a:lnTo>
                  <a:lnTo>
                    <a:pt x="12063" y="4966"/>
                  </a:lnTo>
                  <a:lnTo>
                    <a:pt x="13009" y="3658"/>
                  </a:lnTo>
                  <a:lnTo>
                    <a:pt x="14040" y="2871"/>
                  </a:lnTo>
                  <a:lnTo>
                    <a:pt x="15024" y="2409"/>
                  </a:lnTo>
                  <a:lnTo>
                    <a:pt x="15935" y="2819"/>
                  </a:lnTo>
                  <a:lnTo>
                    <a:pt x="16667" y="2605"/>
                  </a:lnTo>
                  <a:lnTo>
                    <a:pt x="18541" y="793"/>
                  </a:lnTo>
                  <a:lnTo>
                    <a:pt x="18919" y="0"/>
                  </a:lnTo>
                  <a:lnTo>
                    <a:pt x="19225" y="0"/>
                  </a:lnTo>
                  <a:lnTo>
                    <a:pt x="19082" y="683"/>
                  </a:lnTo>
                  <a:close/>
                </a:path>
              </a:pathLst>
            </a:custGeom>
            <a:solidFill>
              <a:srgbClr val="F0F6E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5"/>
            <p:cNvSpPr/>
            <p:nvPr/>
          </p:nvSpPr>
          <p:spPr>
            <a:xfrm>
              <a:off x="5548246" y="4002752"/>
              <a:ext cx="1489" cy="1142"/>
            </a:xfrm>
            <a:custGeom>
              <a:avLst/>
              <a:pathLst>
                <a:path w="1489" h="1142">
                  <a:moveTo>
                    <a:pt x="1421" y="842"/>
                  </a:moveTo>
                  <a:lnTo>
                    <a:pt x="939" y="1142"/>
                  </a:lnTo>
                  <a:lnTo>
                    <a:pt x="161" y="897"/>
                  </a:lnTo>
                  <a:lnTo>
                    <a:pt x="0" y="418"/>
                  </a:lnTo>
                  <a:lnTo>
                    <a:pt x="248" y="311"/>
                  </a:lnTo>
                  <a:lnTo>
                    <a:pt x="756" y="0"/>
                  </a:lnTo>
                  <a:lnTo>
                    <a:pt x="1379" y="158"/>
                  </a:lnTo>
                  <a:lnTo>
                    <a:pt x="1489" y="470"/>
                  </a:lnTo>
                  <a:close/>
                </a:path>
              </a:pathLst>
            </a:custGeom>
            <a:solidFill>
              <a:srgbClr val="F0F6E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6"/>
            <p:cNvSpPr/>
            <p:nvPr/>
          </p:nvSpPr>
          <p:spPr>
            <a:xfrm>
              <a:off x="2626182" y="5174585"/>
              <a:ext cx="1385" cy="3448"/>
            </a:xfrm>
            <a:custGeom>
              <a:avLst/>
              <a:pathLst>
                <a:path w="1385" h="3448">
                  <a:moveTo>
                    <a:pt x="1365" y="2879"/>
                  </a:moveTo>
                  <a:lnTo>
                    <a:pt x="576" y="3448"/>
                  </a:lnTo>
                  <a:lnTo>
                    <a:pt x="356" y="3191"/>
                  </a:lnTo>
                  <a:lnTo>
                    <a:pt x="104" y="2083"/>
                  </a:lnTo>
                  <a:lnTo>
                    <a:pt x="90" y="649"/>
                  </a:lnTo>
                  <a:lnTo>
                    <a:pt x="0" y="0"/>
                  </a:lnTo>
                  <a:lnTo>
                    <a:pt x="494" y="213"/>
                  </a:lnTo>
                  <a:lnTo>
                    <a:pt x="1385" y="1356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7"/>
            <p:cNvSpPr/>
            <p:nvPr/>
          </p:nvSpPr>
          <p:spPr>
            <a:xfrm>
              <a:off x="2641630" y="5170603"/>
              <a:ext cx="1341" cy="2943"/>
            </a:xfrm>
            <a:custGeom>
              <a:avLst/>
              <a:pathLst>
                <a:path w="1341" h="2943">
                  <a:moveTo>
                    <a:pt x="1265" y="343"/>
                  </a:moveTo>
                  <a:lnTo>
                    <a:pt x="1341" y="2943"/>
                  </a:lnTo>
                  <a:lnTo>
                    <a:pt x="352" y="2118"/>
                  </a:lnTo>
                  <a:lnTo>
                    <a:pt x="0" y="857"/>
                  </a:lnTo>
                  <a:lnTo>
                    <a:pt x="547" y="0"/>
                  </a:lnTo>
                  <a:lnTo>
                    <a:pt x="997" y="63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8"/>
            <p:cNvSpPr/>
            <p:nvPr/>
          </p:nvSpPr>
          <p:spPr>
            <a:xfrm>
              <a:off x="2609502" y="5164289"/>
              <a:ext cx="3319" cy="4743"/>
            </a:xfrm>
            <a:custGeom>
              <a:avLst/>
              <a:pathLst>
                <a:path w="3319" h="4743">
                  <a:moveTo>
                    <a:pt x="1558" y="0"/>
                  </a:moveTo>
                  <a:lnTo>
                    <a:pt x="2440" y="406"/>
                  </a:lnTo>
                  <a:lnTo>
                    <a:pt x="3319" y="251"/>
                  </a:lnTo>
                  <a:lnTo>
                    <a:pt x="2824" y="3286"/>
                  </a:lnTo>
                  <a:lnTo>
                    <a:pt x="2436" y="4743"/>
                  </a:lnTo>
                  <a:lnTo>
                    <a:pt x="1394" y="4631"/>
                  </a:lnTo>
                  <a:lnTo>
                    <a:pt x="360" y="2646"/>
                  </a:lnTo>
                  <a:lnTo>
                    <a:pt x="0" y="1586"/>
                  </a:lnTo>
                  <a:lnTo>
                    <a:pt x="1152" y="833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49"/>
            <p:cNvSpPr/>
            <p:nvPr/>
          </p:nvSpPr>
          <p:spPr>
            <a:xfrm>
              <a:off x="2611768" y="5151540"/>
              <a:ext cx="20895" cy="24833"/>
            </a:xfrm>
            <a:custGeom>
              <a:avLst/>
              <a:pathLst>
                <a:path w="20895" h="24833">
                  <a:moveTo>
                    <a:pt x="8331" y="3179"/>
                  </a:moveTo>
                  <a:lnTo>
                    <a:pt x="10117" y="3742"/>
                  </a:lnTo>
                  <a:lnTo>
                    <a:pt x="11756" y="1662"/>
                  </a:lnTo>
                  <a:lnTo>
                    <a:pt x="12886" y="998"/>
                  </a:lnTo>
                  <a:lnTo>
                    <a:pt x="13818" y="1448"/>
                  </a:lnTo>
                  <a:lnTo>
                    <a:pt x="14474" y="2709"/>
                  </a:lnTo>
                  <a:lnTo>
                    <a:pt x="15425" y="2510"/>
                  </a:lnTo>
                  <a:lnTo>
                    <a:pt x="18114" y="1223"/>
                  </a:lnTo>
                  <a:lnTo>
                    <a:pt x="18464" y="1662"/>
                  </a:lnTo>
                  <a:lnTo>
                    <a:pt x="19420" y="167"/>
                  </a:lnTo>
                  <a:lnTo>
                    <a:pt x="20244" y="865"/>
                  </a:lnTo>
                  <a:lnTo>
                    <a:pt x="20895" y="2164"/>
                  </a:lnTo>
                  <a:lnTo>
                    <a:pt x="20576" y="3670"/>
                  </a:lnTo>
                  <a:lnTo>
                    <a:pt x="19832" y="4628"/>
                  </a:lnTo>
                  <a:lnTo>
                    <a:pt x="19361" y="5964"/>
                  </a:lnTo>
                  <a:lnTo>
                    <a:pt x="18811" y="7043"/>
                  </a:lnTo>
                  <a:lnTo>
                    <a:pt x="17858" y="8045"/>
                  </a:lnTo>
                  <a:lnTo>
                    <a:pt x="17130" y="9649"/>
                  </a:lnTo>
                  <a:lnTo>
                    <a:pt x="15381" y="13398"/>
                  </a:lnTo>
                  <a:lnTo>
                    <a:pt x="12833" y="18179"/>
                  </a:lnTo>
                  <a:lnTo>
                    <a:pt x="11990" y="18609"/>
                  </a:lnTo>
                  <a:lnTo>
                    <a:pt x="10231" y="18898"/>
                  </a:lnTo>
                  <a:lnTo>
                    <a:pt x="9472" y="18569"/>
                  </a:lnTo>
                  <a:lnTo>
                    <a:pt x="8824" y="18678"/>
                  </a:lnTo>
                  <a:lnTo>
                    <a:pt x="8306" y="21258"/>
                  </a:lnTo>
                  <a:lnTo>
                    <a:pt x="7502" y="23215"/>
                  </a:lnTo>
                  <a:lnTo>
                    <a:pt x="7122" y="23630"/>
                  </a:lnTo>
                  <a:lnTo>
                    <a:pt x="6286" y="23815"/>
                  </a:lnTo>
                  <a:lnTo>
                    <a:pt x="5890" y="24112"/>
                  </a:lnTo>
                  <a:lnTo>
                    <a:pt x="5590" y="24833"/>
                  </a:lnTo>
                  <a:lnTo>
                    <a:pt x="3394" y="24646"/>
                  </a:lnTo>
                  <a:lnTo>
                    <a:pt x="1841" y="23445"/>
                  </a:lnTo>
                  <a:lnTo>
                    <a:pt x="0" y="20773"/>
                  </a:lnTo>
                  <a:lnTo>
                    <a:pt x="2454" y="17498"/>
                  </a:lnTo>
                  <a:lnTo>
                    <a:pt x="4570" y="17648"/>
                  </a:lnTo>
                  <a:lnTo>
                    <a:pt x="6313" y="15449"/>
                  </a:lnTo>
                  <a:lnTo>
                    <a:pt x="7736" y="14338"/>
                  </a:lnTo>
                  <a:lnTo>
                    <a:pt x="8301" y="13207"/>
                  </a:lnTo>
                  <a:lnTo>
                    <a:pt x="8921" y="12341"/>
                  </a:lnTo>
                  <a:lnTo>
                    <a:pt x="8925" y="11213"/>
                  </a:lnTo>
                  <a:lnTo>
                    <a:pt x="8451" y="10705"/>
                  </a:lnTo>
                  <a:lnTo>
                    <a:pt x="7812" y="10757"/>
                  </a:lnTo>
                  <a:lnTo>
                    <a:pt x="7179" y="11254"/>
                  </a:lnTo>
                  <a:lnTo>
                    <a:pt x="5692" y="11885"/>
                  </a:lnTo>
                  <a:lnTo>
                    <a:pt x="4675" y="10590"/>
                  </a:lnTo>
                  <a:lnTo>
                    <a:pt x="5347" y="10108"/>
                  </a:lnTo>
                  <a:lnTo>
                    <a:pt x="6098" y="10131"/>
                  </a:lnTo>
                  <a:lnTo>
                    <a:pt x="8396" y="8916"/>
                  </a:lnTo>
                  <a:lnTo>
                    <a:pt x="8838" y="8408"/>
                  </a:lnTo>
                  <a:lnTo>
                    <a:pt x="8129" y="6683"/>
                  </a:lnTo>
                  <a:lnTo>
                    <a:pt x="6743" y="5635"/>
                  </a:lnTo>
                  <a:lnTo>
                    <a:pt x="5622" y="3875"/>
                  </a:lnTo>
                  <a:lnTo>
                    <a:pt x="5413" y="3217"/>
                  </a:lnTo>
                  <a:lnTo>
                    <a:pt x="5468" y="2172"/>
                  </a:lnTo>
                  <a:lnTo>
                    <a:pt x="4849" y="103"/>
                  </a:lnTo>
                  <a:lnTo>
                    <a:pt x="5499" y="0"/>
                  </a:lnTo>
                  <a:lnTo>
                    <a:pt x="6366" y="1333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0"/>
            <p:cNvSpPr/>
            <p:nvPr/>
          </p:nvSpPr>
          <p:spPr>
            <a:xfrm>
              <a:off x="2620227" y="5149151"/>
              <a:ext cx="2542" cy="3621"/>
            </a:xfrm>
            <a:custGeom>
              <a:avLst/>
              <a:pathLst>
                <a:path w="2542" h="3621">
                  <a:moveTo>
                    <a:pt x="2025" y="3618"/>
                  </a:moveTo>
                  <a:lnTo>
                    <a:pt x="333" y="3621"/>
                  </a:lnTo>
                  <a:lnTo>
                    <a:pt x="0" y="2651"/>
                  </a:lnTo>
                  <a:lnTo>
                    <a:pt x="6" y="210"/>
                  </a:lnTo>
                  <a:lnTo>
                    <a:pt x="1289" y="0"/>
                  </a:lnTo>
                  <a:lnTo>
                    <a:pt x="2542" y="1018"/>
                  </a:lnTo>
                  <a:lnTo>
                    <a:pt x="2460" y="2042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1"/>
            <p:cNvSpPr/>
            <p:nvPr/>
          </p:nvSpPr>
          <p:spPr>
            <a:xfrm>
              <a:off x="2627961" y="5149047"/>
              <a:ext cx="22919" cy="30674"/>
            </a:xfrm>
            <a:custGeom>
              <a:avLst/>
              <a:pathLst>
                <a:path w="22919" h="30674">
                  <a:moveTo>
                    <a:pt x="9859" y="0"/>
                  </a:moveTo>
                  <a:lnTo>
                    <a:pt x="11743" y="1731"/>
                  </a:lnTo>
                  <a:lnTo>
                    <a:pt x="14103" y="1128"/>
                  </a:lnTo>
                  <a:lnTo>
                    <a:pt x="15095" y="1604"/>
                  </a:lnTo>
                  <a:lnTo>
                    <a:pt x="15677" y="3047"/>
                  </a:lnTo>
                  <a:lnTo>
                    <a:pt x="15331" y="4386"/>
                  </a:lnTo>
                  <a:lnTo>
                    <a:pt x="14582" y="4192"/>
                  </a:lnTo>
                  <a:lnTo>
                    <a:pt x="13943" y="4550"/>
                  </a:lnTo>
                  <a:lnTo>
                    <a:pt x="14070" y="6313"/>
                  </a:lnTo>
                  <a:lnTo>
                    <a:pt x="14504" y="7067"/>
                  </a:lnTo>
                  <a:lnTo>
                    <a:pt x="16999" y="9006"/>
                  </a:lnTo>
                  <a:lnTo>
                    <a:pt x="17456" y="9121"/>
                  </a:lnTo>
                  <a:lnTo>
                    <a:pt x="17375" y="8307"/>
                  </a:lnTo>
                  <a:lnTo>
                    <a:pt x="16941" y="6977"/>
                  </a:lnTo>
                  <a:lnTo>
                    <a:pt x="16780" y="5543"/>
                  </a:lnTo>
                  <a:lnTo>
                    <a:pt x="17151" y="4348"/>
                  </a:lnTo>
                  <a:lnTo>
                    <a:pt x="17802" y="3982"/>
                  </a:lnTo>
                  <a:lnTo>
                    <a:pt x="20640" y="3381"/>
                  </a:lnTo>
                  <a:lnTo>
                    <a:pt x="21306" y="3947"/>
                  </a:lnTo>
                  <a:lnTo>
                    <a:pt x="22713" y="7329"/>
                  </a:lnTo>
                  <a:lnTo>
                    <a:pt x="21394" y="7797"/>
                  </a:lnTo>
                  <a:lnTo>
                    <a:pt x="20838" y="9257"/>
                  </a:lnTo>
                  <a:lnTo>
                    <a:pt x="21999" y="9889"/>
                  </a:lnTo>
                  <a:lnTo>
                    <a:pt x="22919" y="10821"/>
                  </a:lnTo>
                  <a:lnTo>
                    <a:pt x="22434" y="12252"/>
                  </a:lnTo>
                  <a:lnTo>
                    <a:pt x="22347" y="12979"/>
                  </a:lnTo>
                  <a:lnTo>
                    <a:pt x="20301" y="13992"/>
                  </a:lnTo>
                  <a:lnTo>
                    <a:pt x="18488" y="14641"/>
                  </a:lnTo>
                  <a:lnTo>
                    <a:pt x="17664" y="16327"/>
                  </a:lnTo>
                  <a:lnTo>
                    <a:pt x="16204" y="17547"/>
                  </a:lnTo>
                  <a:lnTo>
                    <a:pt x="11916" y="19688"/>
                  </a:lnTo>
                  <a:lnTo>
                    <a:pt x="12415" y="21420"/>
                  </a:lnTo>
                  <a:lnTo>
                    <a:pt x="12481" y="22254"/>
                  </a:lnTo>
                  <a:lnTo>
                    <a:pt x="12295" y="24504"/>
                  </a:lnTo>
                  <a:lnTo>
                    <a:pt x="6391" y="21806"/>
                  </a:lnTo>
                  <a:lnTo>
                    <a:pt x="5593" y="22095"/>
                  </a:lnTo>
                  <a:lnTo>
                    <a:pt x="7171" y="26686"/>
                  </a:lnTo>
                  <a:lnTo>
                    <a:pt x="6001" y="27534"/>
                  </a:lnTo>
                  <a:lnTo>
                    <a:pt x="4847" y="26983"/>
                  </a:lnTo>
                  <a:lnTo>
                    <a:pt x="3796" y="27364"/>
                  </a:lnTo>
                  <a:lnTo>
                    <a:pt x="3128" y="30674"/>
                  </a:lnTo>
                  <a:lnTo>
                    <a:pt x="1443" y="28559"/>
                  </a:lnTo>
                  <a:lnTo>
                    <a:pt x="5" y="25543"/>
                  </a:lnTo>
                  <a:lnTo>
                    <a:pt x="0" y="23855"/>
                  </a:lnTo>
                  <a:lnTo>
                    <a:pt x="1388" y="20704"/>
                  </a:lnTo>
                  <a:lnTo>
                    <a:pt x="967" y="19368"/>
                  </a:lnTo>
                  <a:lnTo>
                    <a:pt x="4200" y="15086"/>
                  </a:lnTo>
                  <a:lnTo>
                    <a:pt x="4780" y="13810"/>
                  </a:lnTo>
                  <a:lnTo>
                    <a:pt x="5789" y="13077"/>
                  </a:lnTo>
                  <a:lnTo>
                    <a:pt x="6833" y="12829"/>
                  </a:lnTo>
                  <a:lnTo>
                    <a:pt x="7276" y="12278"/>
                  </a:lnTo>
                  <a:lnTo>
                    <a:pt x="7203" y="11236"/>
                  </a:lnTo>
                  <a:lnTo>
                    <a:pt x="6783" y="9450"/>
                  </a:lnTo>
                  <a:lnTo>
                    <a:pt x="6818" y="6544"/>
                  </a:lnTo>
                  <a:lnTo>
                    <a:pt x="9409" y="2600"/>
                  </a:lnTo>
                  <a:lnTo>
                    <a:pt x="9028" y="63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2"/>
            <p:cNvSpPr/>
            <p:nvPr/>
          </p:nvSpPr>
          <p:spPr>
            <a:xfrm>
              <a:off x="4045583" y="4250615"/>
              <a:ext cx="7481" cy="14889"/>
            </a:xfrm>
            <a:custGeom>
              <a:avLst/>
              <a:pathLst>
                <a:path w="7481" h="14889">
                  <a:moveTo>
                    <a:pt x="6966" y="14012"/>
                  </a:moveTo>
                  <a:lnTo>
                    <a:pt x="5223" y="14889"/>
                  </a:lnTo>
                  <a:lnTo>
                    <a:pt x="4008" y="14572"/>
                  </a:lnTo>
                  <a:lnTo>
                    <a:pt x="1602" y="12070"/>
                  </a:lnTo>
                  <a:lnTo>
                    <a:pt x="956" y="10408"/>
                  </a:lnTo>
                  <a:lnTo>
                    <a:pt x="0" y="5710"/>
                  </a:lnTo>
                  <a:lnTo>
                    <a:pt x="212" y="4057"/>
                  </a:lnTo>
                  <a:lnTo>
                    <a:pt x="968" y="1151"/>
                  </a:lnTo>
                  <a:lnTo>
                    <a:pt x="2686" y="0"/>
                  </a:lnTo>
                  <a:lnTo>
                    <a:pt x="4487" y="427"/>
                  </a:lnTo>
                  <a:lnTo>
                    <a:pt x="5294" y="1214"/>
                  </a:lnTo>
                  <a:lnTo>
                    <a:pt x="6248" y="4619"/>
                  </a:lnTo>
                  <a:lnTo>
                    <a:pt x="7481" y="8079"/>
                  </a:lnTo>
                  <a:lnTo>
                    <a:pt x="7276" y="12194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3"/>
            <p:cNvSpPr/>
            <p:nvPr/>
          </p:nvSpPr>
          <p:spPr>
            <a:xfrm>
              <a:off x="3919838" y="4007955"/>
              <a:ext cx="2228" cy="9808"/>
            </a:xfrm>
            <a:custGeom>
              <a:avLst/>
              <a:pathLst>
                <a:path w="2228" h="9808">
                  <a:moveTo>
                    <a:pt x="1699" y="9565"/>
                  </a:moveTo>
                  <a:lnTo>
                    <a:pt x="925" y="9808"/>
                  </a:lnTo>
                  <a:lnTo>
                    <a:pt x="556" y="9026"/>
                  </a:lnTo>
                  <a:lnTo>
                    <a:pt x="331" y="7167"/>
                  </a:lnTo>
                  <a:lnTo>
                    <a:pt x="563" y="5378"/>
                  </a:lnTo>
                  <a:lnTo>
                    <a:pt x="629" y="3933"/>
                  </a:lnTo>
                  <a:lnTo>
                    <a:pt x="0" y="1425"/>
                  </a:lnTo>
                  <a:lnTo>
                    <a:pt x="614" y="0"/>
                  </a:lnTo>
                  <a:lnTo>
                    <a:pt x="1137" y="1659"/>
                  </a:lnTo>
                  <a:lnTo>
                    <a:pt x="1434" y="1771"/>
                  </a:lnTo>
                  <a:lnTo>
                    <a:pt x="2228" y="2928"/>
                  </a:lnTo>
                  <a:lnTo>
                    <a:pt x="1995" y="5061"/>
                  </a:lnTo>
                  <a:lnTo>
                    <a:pt x="2048" y="5759"/>
                  </a:lnTo>
                  <a:lnTo>
                    <a:pt x="1688" y="7895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4"/>
            <p:cNvSpPr/>
            <p:nvPr/>
          </p:nvSpPr>
          <p:spPr>
            <a:xfrm>
              <a:off x="2690066" y="3463211"/>
              <a:ext cx="36571" cy="108184"/>
            </a:xfrm>
            <a:custGeom>
              <a:avLst/>
              <a:pathLst>
                <a:path w="36571" h="108184">
                  <a:moveTo>
                    <a:pt x="36571" y="50852"/>
                  </a:moveTo>
                  <a:lnTo>
                    <a:pt x="36190" y="51490"/>
                  </a:lnTo>
                  <a:lnTo>
                    <a:pt x="35158" y="52879"/>
                  </a:lnTo>
                  <a:lnTo>
                    <a:pt x="34687" y="54733"/>
                  </a:lnTo>
                  <a:lnTo>
                    <a:pt x="34412" y="56516"/>
                  </a:lnTo>
                  <a:lnTo>
                    <a:pt x="33771" y="57728"/>
                  </a:lnTo>
                  <a:lnTo>
                    <a:pt x="33161" y="59253"/>
                  </a:lnTo>
                  <a:lnTo>
                    <a:pt x="32971" y="60490"/>
                  </a:lnTo>
                  <a:lnTo>
                    <a:pt x="32399" y="61468"/>
                  </a:lnTo>
                  <a:lnTo>
                    <a:pt x="32290" y="63097"/>
                  </a:lnTo>
                  <a:lnTo>
                    <a:pt x="30851" y="68847"/>
                  </a:lnTo>
                  <a:lnTo>
                    <a:pt x="30277" y="71435"/>
                  </a:lnTo>
                  <a:lnTo>
                    <a:pt x="29452" y="74184"/>
                  </a:lnTo>
                  <a:lnTo>
                    <a:pt x="28937" y="75205"/>
                  </a:lnTo>
                  <a:lnTo>
                    <a:pt x="28238" y="76841"/>
                  </a:lnTo>
                  <a:lnTo>
                    <a:pt x="27883" y="78733"/>
                  </a:lnTo>
                  <a:lnTo>
                    <a:pt x="27883" y="80688"/>
                  </a:lnTo>
                  <a:lnTo>
                    <a:pt x="27392" y="83033"/>
                  </a:lnTo>
                  <a:lnTo>
                    <a:pt x="27121" y="85053"/>
                  </a:lnTo>
                  <a:lnTo>
                    <a:pt x="26658" y="86226"/>
                  </a:lnTo>
                  <a:lnTo>
                    <a:pt x="25439" y="92623"/>
                  </a:lnTo>
                  <a:lnTo>
                    <a:pt x="25380" y="94825"/>
                  </a:lnTo>
                  <a:lnTo>
                    <a:pt x="25089" y="96132"/>
                  </a:lnTo>
                  <a:lnTo>
                    <a:pt x="24224" y="99181"/>
                  </a:lnTo>
                  <a:lnTo>
                    <a:pt x="23638" y="101015"/>
                  </a:lnTo>
                  <a:lnTo>
                    <a:pt x="22617" y="102388"/>
                  </a:lnTo>
                  <a:lnTo>
                    <a:pt x="21543" y="103881"/>
                  </a:lnTo>
                  <a:lnTo>
                    <a:pt x="21135" y="105510"/>
                  </a:lnTo>
                  <a:lnTo>
                    <a:pt x="20378" y="106337"/>
                  </a:lnTo>
                  <a:lnTo>
                    <a:pt x="19824" y="106390"/>
                  </a:lnTo>
                  <a:lnTo>
                    <a:pt x="18929" y="105800"/>
                  </a:lnTo>
                  <a:lnTo>
                    <a:pt x="17722" y="105516"/>
                  </a:lnTo>
                  <a:lnTo>
                    <a:pt x="17108" y="105707"/>
                  </a:lnTo>
                  <a:lnTo>
                    <a:pt x="16832" y="104897"/>
                  </a:lnTo>
                  <a:lnTo>
                    <a:pt x="16421" y="103037"/>
                  </a:lnTo>
                  <a:lnTo>
                    <a:pt x="15817" y="101722"/>
                  </a:lnTo>
                  <a:lnTo>
                    <a:pt x="15427" y="102180"/>
                  </a:lnTo>
                  <a:lnTo>
                    <a:pt x="14615" y="103503"/>
                  </a:lnTo>
                  <a:lnTo>
                    <a:pt x="13663" y="104281"/>
                  </a:lnTo>
                  <a:lnTo>
                    <a:pt x="12985" y="104021"/>
                  </a:lnTo>
                  <a:lnTo>
                    <a:pt x="11507" y="103105"/>
                  </a:lnTo>
                  <a:lnTo>
                    <a:pt x="10878" y="102643"/>
                  </a:lnTo>
                  <a:lnTo>
                    <a:pt x="10687" y="101861"/>
                  </a:lnTo>
                  <a:lnTo>
                    <a:pt x="10470" y="101276"/>
                  </a:lnTo>
                  <a:lnTo>
                    <a:pt x="10143" y="101537"/>
                  </a:lnTo>
                  <a:lnTo>
                    <a:pt x="9707" y="102514"/>
                  </a:lnTo>
                  <a:lnTo>
                    <a:pt x="9127" y="103538"/>
                  </a:lnTo>
                  <a:lnTo>
                    <a:pt x="8265" y="104889"/>
                  </a:lnTo>
                  <a:lnTo>
                    <a:pt x="6497" y="107314"/>
                  </a:lnTo>
                  <a:lnTo>
                    <a:pt x="5999" y="108184"/>
                  </a:lnTo>
                  <a:lnTo>
                    <a:pt x="5539" y="107711"/>
                  </a:lnTo>
                  <a:lnTo>
                    <a:pt x="4791" y="107230"/>
                  </a:lnTo>
                  <a:lnTo>
                    <a:pt x="3988" y="107203"/>
                  </a:lnTo>
                  <a:lnTo>
                    <a:pt x="2260" y="105629"/>
                  </a:lnTo>
                  <a:lnTo>
                    <a:pt x="1248" y="104508"/>
                  </a:lnTo>
                  <a:lnTo>
                    <a:pt x="811" y="103101"/>
                  </a:lnTo>
                  <a:lnTo>
                    <a:pt x="300" y="102489"/>
                  </a:lnTo>
                  <a:lnTo>
                    <a:pt x="0" y="102105"/>
                  </a:lnTo>
                  <a:lnTo>
                    <a:pt x="142" y="101838"/>
                  </a:lnTo>
                  <a:lnTo>
                    <a:pt x="590" y="101638"/>
                  </a:lnTo>
                  <a:lnTo>
                    <a:pt x="991" y="101616"/>
                  </a:lnTo>
                  <a:lnTo>
                    <a:pt x="1612" y="99465"/>
                  </a:lnTo>
                  <a:lnTo>
                    <a:pt x="2643" y="98123"/>
                  </a:lnTo>
                  <a:lnTo>
                    <a:pt x="4436" y="90671"/>
                  </a:lnTo>
                  <a:lnTo>
                    <a:pt x="5192" y="87593"/>
                  </a:lnTo>
                  <a:lnTo>
                    <a:pt x="5283" y="85910"/>
                  </a:lnTo>
                  <a:lnTo>
                    <a:pt x="5498" y="82401"/>
                  </a:lnTo>
                  <a:lnTo>
                    <a:pt x="5098" y="78128"/>
                  </a:lnTo>
                  <a:lnTo>
                    <a:pt x="5284" y="76929"/>
                  </a:lnTo>
                  <a:lnTo>
                    <a:pt x="6824" y="71771"/>
                  </a:lnTo>
                  <a:lnTo>
                    <a:pt x="7486" y="68958"/>
                  </a:lnTo>
                  <a:lnTo>
                    <a:pt x="7531" y="66535"/>
                  </a:lnTo>
                  <a:lnTo>
                    <a:pt x="7722" y="64791"/>
                  </a:lnTo>
                  <a:lnTo>
                    <a:pt x="7531" y="63879"/>
                  </a:lnTo>
                  <a:lnTo>
                    <a:pt x="7182" y="63614"/>
                  </a:lnTo>
                  <a:lnTo>
                    <a:pt x="6592" y="61351"/>
                  </a:lnTo>
                  <a:lnTo>
                    <a:pt x="6212" y="59476"/>
                  </a:lnTo>
                  <a:lnTo>
                    <a:pt x="5167" y="57555"/>
                  </a:lnTo>
                  <a:lnTo>
                    <a:pt x="4451" y="55586"/>
                  </a:lnTo>
                  <a:lnTo>
                    <a:pt x="3276" y="51064"/>
                  </a:lnTo>
                  <a:lnTo>
                    <a:pt x="3382" y="48525"/>
                  </a:lnTo>
                  <a:lnTo>
                    <a:pt x="3049" y="47611"/>
                  </a:lnTo>
                  <a:lnTo>
                    <a:pt x="2688" y="46679"/>
                  </a:lnTo>
                  <a:lnTo>
                    <a:pt x="2715" y="45529"/>
                  </a:lnTo>
                  <a:lnTo>
                    <a:pt x="2470" y="42685"/>
                  </a:lnTo>
                  <a:lnTo>
                    <a:pt x="2166" y="40015"/>
                  </a:lnTo>
                  <a:lnTo>
                    <a:pt x="2056" y="38331"/>
                  </a:lnTo>
                  <a:lnTo>
                    <a:pt x="2346" y="35435"/>
                  </a:lnTo>
                  <a:lnTo>
                    <a:pt x="2172" y="32215"/>
                  </a:lnTo>
                  <a:lnTo>
                    <a:pt x="1790" y="30521"/>
                  </a:lnTo>
                  <a:lnTo>
                    <a:pt x="1685" y="27944"/>
                  </a:lnTo>
                  <a:lnTo>
                    <a:pt x="1763" y="25634"/>
                  </a:lnTo>
                  <a:lnTo>
                    <a:pt x="2090" y="24331"/>
                  </a:lnTo>
                  <a:lnTo>
                    <a:pt x="2024" y="22715"/>
                  </a:lnTo>
                  <a:lnTo>
                    <a:pt x="3512" y="17576"/>
                  </a:lnTo>
                  <a:lnTo>
                    <a:pt x="4640" y="14597"/>
                  </a:lnTo>
                  <a:lnTo>
                    <a:pt x="5680" y="12506"/>
                  </a:lnTo>
                  <a:lnTo>
                    <a:pt x="6551" y="10945"/>
                  </a:lnTo>
                  <a:lnTo>
                    <a:pt x="7732" y="3138"/>
                  </a:lnTo>
                  <a:lnTo>
                    <a:pt x="8592" y="390"/>
                  </a:lnTo>
                  <a:lnTo>
                    <a:pt x="9490" y="0"/>
                  </a:lnTo>
                  <a:lnTo>
                    <a:pt x="14336" y="6463"/>
                  </a:lnTo>
                  <a:lnTo>
                    <a:pt x="16608" y="7061"/>
                  </a:lnTo>
                  <a:lnTo>
                    <a:pt x="21186" y="10554"/>
                  </a:lnTo>
                  <a:lnTo>
                    <a:pt x="22844" y="15032"/>
                  </a:lnTo>
                  <a:lnTo>
                    <a:pt x="26682" y="22483"/>
                  </a:lnTo>
                  <a:lnTo>
                    <a:pt x="28699" y="24822"/>
                  </a:lnTo>
                  <a:lnTo>
                    <a:pt x="28718" y="26774"/>
                  </a:lnTo>
                  <a:lnTo>
                    <a:pt x="28278" y="29883"/>
                  </a:lnTo>
                  <a:lnTo>
                    <a:pt x="29569" y="27168"/>
                  </a:lnTo>
                  <a:lnTo>
                    <a:pt x="31567" y="31465"/>
                  </a:lnTo>
                  <a:lnTo>
                    <a:pt x="32132" y="33574"/>
                  </a:lnTo>
                  <a:lnTo>
                    <a:pt x="32754" y="37462"/>
                  </a:lnTo>
                  <a:lnTo>
                    <a:pt x="32539" y="39960"/>
                  </a:lnTo>
                  <a:lnTo>
                    <a:pt x="32263" y="41250"/>
                  </a:lnTo>
                  <a:lnTo>
                    <a:pt x="32248" y="42253"/>
                  </a:lnTo>
                  <a:lnTo>
                    <a:pt x="32842" y="40870"/>
                  </a:lnTo>
                  <a:lnTo>
                    <a:pt x="33176" y="39775"/>
                  </a:lnTo>
                  <a:lnTo>
                    <a:pt x="33276" y="37170"/>
                  </a:lnTo>
                  <a:lnTo>
                    <a:pt x="33761" y="33936"/>
                  </a:lnTo>
                  <a:lnTo>
                    <a:pt x="34412" y="33878"/>
                  </a:lnTo>
                  <a:lnTo>
                    <a:pt x="34929" y="35805"/>
                  </a:lnTo>
                  <a:lnTo>
                    <a:pt x="36002" y="44187"/>
                  </a:lnTo>
                  <a:lnTo>
                    <a:pt x="36407" y="45902"/>
                  </a:lnTo>
                  <a:lnTo>
                    <a:pt x="36562" y="48562"/>
                  </a:lnTo>
                  <a:lnTo>
                    <a:pt x="36503" y="49752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5"/>
            <p:cNvSpPr/>
            <p:nvPr/>
          </p:nvSpPr>
          <p:spPr>
            <a:xfrm>
              <a:off x="2608580" y="3194519"/>
              <a:ext cx="4855" cy="13268"/>
            </a:xfrm>
            <a:custGeom>
              <a:avLst/>
              <a:pathLst>
                <a:path w="4855" h="13268">
                  <a:moveTo>
                    <a:pt x="4855" y="11252"/>
                  </a:moveTo>
                  <a:lnTo>
                    <a:pt x="4727" y="12939"/>
                  </a:lnTo>
                  <a:lnTo>
                    <a:pt x="4413" y="13268"/>
                  </a:lnTo>
                  <a:lnTo>
                    <a:pt x="3952" y="11864"/>
                  </a:lnTo>
                  <a:lnTo>
                    <a:pt x="1925" y="12061"/>
                  </a:lnTo>
                  <a:lnTo>
                    <a:pt x="1614" y="10806"/>
                  </a:lnTo>
                  <a:lnTo>
                    <a:pt x="1596" y="10212"/>
                  </a:lnTo>
                  <a:lnTo>
                    <a:pt x="2571" y="8078"/>
                  </a:lnTo>
                  <a:lnTo>
                    <a:pt x="1424" y="7506"/>
                  </a:lnTo>
                  <a:lnTo>
                    <a:pt x="970" y="6586"/>
                  </a:lnTo>
                  <a:lnTo>
                    <a:pt x="0" y="2094"/>
                  </a:lnTo>
                  <a:lnTo>
                    <a:pt x="78" y="789"/>
                  </a:lnTo>
                  <a:lnTo>
                    <a:pt x="480" y="99"/>
                  </a:lnTo>
                  <a:lnTo>
                    <a:pt x="1139" y="0"/>
                  </a:lnTo>
                  <a:lnTo>
                    <a:pt x="2377" y="1451"/>
                  </a:lnTo>
                  <a:lnTo>
                    <a:pt x="3297" y="3517"/>
                  </a:lnTo>
                  <a:lnTo>
                    <a:pt x="3610" y="3549"/>
                  </a:lnTo>
                  <a:lnTo>
                    <a:pt x="3715" y="4135"/>
                  </a:lnTo>
                  <a:lnTo>
                    <a:pt x="3529" y="5588"/>
                  </a:lnTo>
                  <a:lnTo>
                    <a:pt x="4079" y="6818"/>
                  </a:lnTo>
                  <a:lnTo>
                    <a:pt x="4315" y="7729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6"/>
            <p:cNvSpPr/>
            <p:nvPr/>
          </p:nvSpPr>
          <p:spPr>
            <a:xfrm>
              <a:off x="2607363" y="3161099"/>
              <a:ext cx="1418" cy="3553"/>
            </a:xfrm>
            <a:custGeom>
              <a:avLst/>
              <a:pathLst>
                <a:path w="1418" h="3553">
                  <a:moveTo>
                    <a:pt x="1085" y="3438"/>
                  </a:moveTo>
                  <a:lnTo>
                    <a:pt x="397" y="3553"/>
                  </a:lnTo>
                  <a:lnTo>
                    <a:pt x="94" y="3298"/>
                  </a:lnTo>
                  <a:lnTo>
                    <a:pt x="0" y="1519"/>
                  </a:lnTo>
                  <a:lnTo>
                    <a:pt x="531" y="297"/>
                  </a:lnTo>
                  <a:lnTo>
                    <a:pt x="844" y="0"/>
                  </a:lnTo>
                  <a:lnTo>
                    <a:pt x="1308" y="1370"/>
                  </a:lnTo>
                  <a:lnTo>
                    <a:pt x="1418" y="2513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7"/>
            <p:cNvSpPr/>
            <p:nvPr/>
          </p:nvSpPr>
          <p:spPr>
            <a:xfrm>
              <a:off x="2601493" y="3150787"/>
              <a:ext cx="2983" cy="11619"/>
            </a:xfrm>
            <a:custGeom>
              <a:avLst/>
              <a:pathLst>
                <a:path w="2983" h="11619">
                  <a:moveTo>
                    <a:pt x="2524" y="10293"/>
                  </a:moveTo>
                  <a:lnTo>
                    <a:pt x="1525" y="11619"/>
                  </a:lnTo>
                  <a:lnTo>
                    <a:pt x="1034" y="11209"/>
                  </a:lnTo>
                  <a:lnTo>
                    <a:pt x="427" y="8664"/>
                  </a:lnTo>
                  <a:lnTo>
                    <a:pt x="0" y="1604"/>
                  </a:lnTo>
                  <a:lnTo>
                    <a:pt x="332" y="437"/>
                  </a:lnTo>
                  <a:lnTo>
                    <a:pt x="568" y="0"/>
                  </a:lnTo>
                  <a:lnTo>
                    <a:pt x="1882" y="865"/>
                  </a:lnTo>
                  <a:lnTo>
                    <a:pt x="2431" y="1864"/>
                  </a:lnTo>
                  <a:lnTo>
                    <a:pt x="2983" y="2493"/>
                  </a:lnTo>
                  <a:lnTo>
                    <a:pt x="2702" y="3786"/>
                  </a:lnTo>
                  <a:lnTo>
                    <a:pt x="2840" y="9086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8"/>
            <p:cNvSpPr/>
            <p:nvPr/>
          </p:nvSpPr>
          <p:spPr>
            <a:xfrm>
              <a:off x="2604628" y="3146314"/>
              <a:ext cx="4533" cy="8491"/>
            </a:xfrm>
            <a:custGeom>
              <a:avLst/>
              <a:pathLst>
                <a:path w="4533" h="8491">
                  <a:moveTo>
                    <a:pt x="2626" y="8162"/>
                  </a:moveTo>
                  <a:lnTo>
                    <a:pt x="1174" y="8491"/>
                  </a:lnTo>
                  <a:lnTo>
                    <a:pt x="219" y="8232"/>
                  </a:lnTo>
                  <a:lnTo>
                    <a:pt x="0" y="6117"/>
                  </a:lnTo>
                  <a:lnTo>
                    <a:pt x="486" y="4327"/>
                  </a:lnTo>
                  <a:lnTo>
                    <a:pt x="136" y="2152"/>
                  </a:lnTo>
                  <a:lnTo>
                    <a:pt x="362" y="855"/>
                  </a:lnTo>
                  <a:lnTo>
                    <a:pt x="848" y="0"/>
                  </a:lnTo>
                  <a:lnTo>
                    <a:pt x="1647" y="1132"/>
                  </a:lnTo>
                  <a:lnTo>
                    <a:pt x="1775" y="2754"/>
                  </a:lnTo>
                  <a:lnTo>
                    <a:pt x="2276" y="4239"/>
                  </a:lnTo>
                  <a:lnTo>
                    <a:pt x="4533" y="7403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59"/>
            <p:cNvSpPr/>
            <p:nvPr/>
          </p:nvSpPr>
          <p:spPr>
            <a:xfrm>
              <a:off x="3469719" y="2362826"/>
              <a:ext cx="12226" cy="48359"/>
            </a:xfrm>
            <a:custGeom>
              <a:avLst/>
              <a:pathLst>
                <a:path w="12226" h="48359">
                  <a:moveTo>
                    <a:pt x="11287" y="6384"/>
                  </a:moveTo>
                  <a:lnTo>
                    <a:pt x="10964" y="10723"/>
                  </a:lnTo>
                  <a:lnTo>
                    <a:pt x="11199" y="11994"/>
                  </a:lnTo>
                  <a:lnTo>
                    <a:pt x="11645" y="12880"/>
                  </a:lnTo>
                  <a:lnTo>
                    <a:pt x="11852" y="13853"/>
                  </a:lnTo>
                  <a:lnTo>
                    <a:pt x="12226" y="25428"/>
                  </a:lnTo>
                  <a:lnTo>
                    <a:pt x="12155" y="26350"/>
                  </a:lnTo>
                  <a:lnTo>
                    <a:pt x="10646" y="30999"/>
                  </a:lnTo>
                  <a:lnTo>
                    <a:pt x="10306" y="32364"/>
                  </a:lnTo>
                  <a:lnTo>
                    <a:pt x="10232" y="38126"/>
                  </a:lnTo>
                  <a:lnTo>
                    <a:pt x="9977" y="39674"/>
                  </a:lnTo>
                  <a:lnTo>
                    <a:pt x="9442" y="41201"/>
                  </a:lnTo>
                  <a:lnTo>
                    <a:pt x="8487" y="46138"/>
                  </a:lnTo>
                  <a:lnTo>
                    <a:pt x="7656" y="48359"/>
                  </a:lnTo>
                  <a:lnTo>
                    <a:pt x="5397" y="45650"/>
                  </a:lnTo>
                  <a:lnTo>
                    <a:pt x="4064" y="44480"/>
                  </a:lnTo>
                  <a:lnTo>
                    <a:pt x="3411" y="43218"/>
                  </a:lnTo>
                  <a:lnTo>
                    <a:pt x="2984" y="42346"/>
                  </a:lnTo>
                  <a:lnTo>
                    <a:pt x="3259" y="41185"/>
                  </a:lnTo>
                  <a:lnTo>
                    <a:pt x="3867" y="39977"/>
                  </a:lnTo>
                  <a:lnTo>
                    <a:pt x="3963" y="39028"/>
                  </a:lnTo>
                  <a:lnTo>
                    <a:pt x="2534" y="37952"/>
                  </a:lnTo>
                  <a:lnTo>
                    <a:pt x="1879" y="37233"/>
                  </a:lnTo>
                  <a:lnTo>
                    <a:pt x="1888" y="35975"/>
                  </a:lnTo>
                  <a:lnTo>
                    <a:pt x="2382" y="34013"/>
                  </a:lnTo>
                  <a:lnTo>
                    <a:pt x="2157" y="32395"/>
                  </a:lnTo>
                  <a:lnTo>
                    <a:pt x="1332" y="32477"/>
                  </a:lnTo>
                  <a:lnTo>
                    <a:pt x="694" y="32231"/>
                  </a:lnTo>
                  <a:lnTo>
                    <a:pt x="610" y="31391"/>
                  </a:lnTo>
                  <a:lnTo>
                    <a:pt x="1083" y="30315"/>
                  </a:lnTo>
                  <a:lnTo>
                    <a:pt x="1689" y="28909"/>
                  </a:lnTo>
                  <a:lnTo>
                    <a:pt x="1670" y="27358"/>
                  </a:lnTo>
                  <a:lnTo>
                    <a:pt x="937" y="26690"/>
                  </a:lnTo>
                  <a:lnTo>
                    <a:pt x="273" y="25431"/>
                  </a:lnTo>
                  <a:lnTo>
                    <a:pt x="7" y="23718"/>
                  </a:lnTo>
                  <a:lnTo>
                    <a:pt x="521" y="22546"/>
                  </a:lnTo>
                  <a:lnTo>
                    <a:pt x="1355" y="21790"/>
                  </a:lnTo>
                  <a:lnTo>
                    <a:pt x="743" y="20036"/>
                  </a:lnTo>
                  <a:lnTo>
                    <a:pt x="330" y="19997"/>
                  </a:lnTo>
                  <a:lnTo>
                    <a:pt x="0" y="19613"/>
                  </a:lnTo>
                  <a:lnTo>
                    <a:pt x="269" y="18798"/>
                  </a:lnTo>
                  <a:lnTo>
                    <a:pt x="918" y="17579"/>
                  </a:lnTo>
                  <a:lnTo>
                    <a:pt x="1819" y="13939"/>
                  </a:lnTo>
                  <a:lnTo>
                    <a:pt x="3075" y="12220"/>
                  </a:lnTo>
                  <a:lnTo>
                    <a:pt x="5297" y="11115"/>
                  </a:lnTo>
                  <a:lnTo>
                    <a:pt x="5898" y="10632"/>
                  </a:lnTo>
                  <a:lnTo>
                    <a:pt x="6450" y="9352"/>
                  </a:lnTo>
                  <a:lnTo>
                    <a:pt x="7061" y="8527"/>
                  </a:lnTo>
                  <a:lnTo>
                    <a:pt x="7803" y="8636"/>
                  </a:lnTo>
                  <a:lnTo>
                    <a:pt x="8488" y="9131"/>
                  </a:lnTo>
                  <a:lnTo>
                    <a:pt x="8910" y="9658"/>
                  </a:lnTo>
                  <a:lnTo>
                    <a:pt x="9227" y="9110"/>
                  </a:lnTo>
                  <a:lnTo>
                    <a:pt x="9535" y="7522"/>
                  </a:lnTo>
                  <a:lnTo>
                    <a:pt x="9346" y="6129"/>
                  </a:lnTo>
                  <a:lnTo>
                    <a:pt x="9444" y="2295"/>
                  </a:lnTo>
                  <a:lnTo>
                    <a:pt x="9841" y="121"/>
                  </a:lnTo>
                  <a:lnTo>
                    <a:pt x="10484" y="0"/>
                  </a:lnTo>
                  <a:lnTo>
                    <a:pt x="11076" y="1196"/>
                  </a:lnTo>
                  <a:lnTo>
                    <a:pt x="11046" y="2253"/>
                  </a:lnTo>
                  <a:lnTo>
                    <a:pt x="11266" y="4756"/>
                  </a:lnTo>
                  <a:close/>
                </a:path>
              </a:pathLst>
            </a:custGeom>
            <a:solidFill>
              <a:srgbClr val="E1EED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0"/>
            <p:cNvSpPr/>
            <p:nvPr/>
          </p:nvSpPr>
          <p:spPr>
            <a:xfrm>
              <a:off x="3346882" y="2273325"/>
              <a:ext cx="2598" cy="6908"/>
            </a:xfrm>
            <a:custGeom>
              <a:avLst/>
              <a:pathLst>
                <a:path w="2598" h="6908">
                  <a:moveTo>
                    <a:pt x="2598" y="4324"/>
                  </a:moveTo>
                  <a:lnTo>
                    <a:pt x="2163" y="6908"/>
                  </a:lnTo>
                  <a:lnTo>
                    <a:pt x="1340" y="4529"/>
                  </a:lnTo>
                  <a:lnTo>
                    <a:pt x="248" y="2444"/>
                  </a:lnTo>
                  <a:lnTo>
                    <a:pt x="0" y="515"/>
                  </a:lnTo>
                  <a:lnTo>
                    <a:pt x="2" y="0"/>
                  </a:lnTo>
                  <a:lnTo>
                    <a:pt x="1280" y="1409"/>
                  </a:lnTo>
                  <a:close/>
                </a:path>
              </a:pathLst>
            </a:custGeom>
            <a:solidFill>
              <a:srgbClr val="E1EED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1"/>
            <p:cNvSpPr/>
            <p:nvPr/>
          </p:nvSpPr>
          <p:spPr>
            <a:xfrm>
              <a:off x="3305252" y="2124199"/>
              <a:ext cx="159218" cy="258750"/>
            </a:xfrm>
            <a:custGeom>
              <a:avLst/>
              <a:pathLst>
                <a:path w="159218" h="258750">
                  <a:moveTo>
                    <a:pt x="130212" y="46062"/>
                  </a:moveTo>
                  <a:lnTo>
                    <a:pt x="130628" y="47043"/>
                  </a:lnTo>
                  <a:lnTo>
                    <a:pt x="131590" y="47496"/>
                  </a:lnTo>
                  <a:lnTo>
                    <a:pt x="131930" y="47857"/>
                  </a:lnTo>
                  <a:lnTo>
                    <a:pt x="132307" y="48533"/>
                  </a:lnTo>
                  <a:lnTo>
                    <a:pt x="132948" y="48804"/>
                  </a:lnTo>
                  <a:lnTo>
                    <a:pt x="133721" y="48533"/>
                  </a:lnTo>
                  <a:lnTo>
                    <a:pt x="134287" y="47630"/>
                  </a:lnTo>
                  <a:lnTo>
                    <a:pt x="135041" y="47224"/>
                  </a:lnTo>
                  <a:lnTo>
                    <a:pt x="135795" y="47360"/>
                  </a:lnTo>
                  <a:lnTo>
                    <a:pt x="136229" y="47857"/>
                  </a:lnTo>
                  <a:lnTo>
                    <a:pt x="137056" y="48589"/>
                  </a:lnTo>
                  <a:lnTo>
                    <a:pt x="137523" y="48429"/>
                  </a:lnTo>
                  <a:lnTo>
                    <a:pt x="138460" y="48881"/>
                  </a:lnTo>
                  <a:lnTo>
                    <a:pt x="139400" y="50305"/>
                  </a:lnTo>
                  <a:lnTo>
                    <a:pt x="139795" y="51738"/>
                  </a:lnTo>
                  <a:lnTo>
                    <a:pt x="139899" y="52521"/>
                  </a:lnTo>
                  <a:lnTo>
                    <a:pt x="140305" y="53372"/>
                  </a:lnTo>
                  <a:lnTo>
                    <a:pt x="141882" y="57222"/>
                  </a:lnTo>
                  <a:lnTo>
                    <a:pt x="142386" y="57412"/>
                  </a:lnTo>
                  <a:lnTo>
                    <a:pt x="142934" y="56828"/>
                  </a:lnTo>
                  <a:lnTo>
                    <a:pt x="143290" y="56000"/>
                  </a:lnTo>
                  <a:lnTo>
                    <a:pt x="143804" y="55835"/>
                  </a:lnTo>
                  <a:lnTo>
                    <a:pt x="144632" y="56216"/>
                  </a:lnTo>
                  <a:lnTo>
                    <a:pt x="145165" y="56652"/>
                  </a:lnTo>
                  <a:lnTo>
                    <a:pt x="145420" y="58320"/>
                  </a:lnTo>
                  <a:lnTo>
                    <a:pt x="145600" y="58637"/>
                  </a:lnTo>
                  <a:lnTo>
                    <a:pt x="145958" y="58278"/>
                  </a:lnTo>
                  <a:lnTo>
                    <a:pt x="146595" y="58199"/>
                  </a:lnTo>
                  <a:lnTo>
                    <a:pt x="147613" y="58610"/>
                  </a:lnTo>
                  <a:lnTo>
                    <a:pt x="149014" y="58140"/>
                  </a:lnTo>
                  <a:lnTo>
                    <a:pt x="150134" y="57444"/>
                  </a:lnTo>
                  <a:lnTo>
                    <a:pt x="150707" y="57470"/>
                  </a:lnTo>
                  <a:lnTo>
                    <a:pt x="151631" y="59415"/>
                  </a:lnTo>
                  <a:lnTo>
                    <a:pt x="152685" y="60142"/>
                  </a:lnTo>
                  <a:lnTo>
                    <a:pt x="155009" y="60729"/>
                  </a:lnTo>
                  <a:lnTo>
                    <a:pt x="157502" y="61644"/>
                  </a:lnTo>
                  <a:lnTo>
                    <a:pt x="158482" y="62384"/>
                  </a:lnTo>
                  <a:lnTo>
                    <a:pt x="159151" y="62748"/>
                  </a:lnTo>
                  <a:lnTo>
                    <a:pt x="159218" y="65323"/>
                  </a:lnTo>
                  <a:lnTo>
                    <a:pt x="159017" y="65711"/>
                  </a:lnTo>
                  <a:lnTo>
                    <a:pt x="156533" y="70875"/>
                  </a:lnTo>
                  <a:lnTo>
                    <a:pt x="155487" y="72722"/>
                  </a:lnTo>
                  <a:lnTo>
                    <a:pt x="154955" y="75358"/>
                  </a:lnTo>
                  <a:lnTo>
                    <a:pt x="154588" y="79401"/>
                  </a:lnTo>
                  <a:lnTo>
                    <a:pt x="153854" y="83242"/>
                  </a:lnTo>
                  <a:lnTo>
                    <a:pt x="152755" y="86883"/>
                  </a:lnTo>
                  <a:lnTo>
                    <a:pt x="152355" y="89616"/>
                  </a:lnTo>
                  <a:lnTo>
                    <a:pt x="152655" y="91440"/>
                  </a:lnTo>
                  <a:lnTo>
                    <a:pt x="152467" y="94304"/>
                  </a:lnTo>
                  <a:lnTo>
                    <a:pt x="151793" y="98205"/>
                  </a:lnTo>
                  <a:lnTo>
                    <a:pt x="151679" y="101153"/>
                  </a:lnTo>
                  <a:lnTo>
                    <a:pt x="152124" y="103143"/>
                  </a:lnTo>
                  <a:lnTo>
                    <a:pt x="152743" y="103551"/>
                  </a:lnTo>
                  <a:lnTo>
                    <a:pt x="151254" y="104891"/>
                  </a:lnTo>
                  <a:lnTo>
                    <a:pt x="150914" y="106064"/>
                  </a:lnTo>
                  <a:lnTo>
                    <a:pt x="150330" y="107615"/>
                  </a:lnTo>
                  <a:lnTo>
                    <a:pt x="149381" y="108268"/>
                  </a:lnTo>
                  <a:lnTo>
                    <a:pt x="148426" y="108484"/>
                  </a:lnTo>
                  <a:lnTo>
                    <a:pt x="147653" y="108279"/>
                  </a:lnTo>
                  <a:lnTo>
                    <a:pt x="147213" y="107659"/>
                  </a:lnTo>
                  <a:lnTo>
                    <a:pt x="147235" y="107082"/>
                  </a:lnTo>
                  <a:lnTo>
                    <a:pt x="146825" y="106591"/>
                  </a:lnTo>
                  <a:lnTo>
                    <a:pt x="145806" y="106605"/>
                  </a:lnTo>
                  <a:lnTo>
                    <a:pt x="144756" y="107673"/>
                  </a:lnTo>
                  <a:lnTo>
                    <a:pt x="143917" y="109416"/>
                  </a:lnTo>
                  <a:lnTo>
                    <a:pt x="144178" y="110391"/>
                  </a:lnTo>
                  <a:lnTo>
                    <a:pt x="144950" y="110648"/>
                  </a:lnTo>
                  <a:lnTo>
                    <a:pt x="145154" y="111035"/>
                  </a:lnTo>
                  <a:lnTo>
                    <a:pt x="145154" y="111536"/>
                  </a:lnTo>
                  <a:lnTo>
                    <a:pt x="144881" y="112140"/>
                  </a:lnTo>
                  <a:lnTo>
                    <a:pt x="144555" y="113170"/>
                  </a:lnTo>
                  <a:lnTo>
                    <a:pt x="142934" y="116243"/>
                  </a:lnTo>
                  <a:lnTo>
                    <a:pt x="141298" y="119344"/>
                  </a:lnTo>
                  <a:lnTo>
                    <a:pt x="141036" y="120282"/>
                  </a:lnTo>
                  <a:lnTo>
                    <a:pt x="140517" y="120937"/>
                  </a:lnTo>
                  <a:lnTo>
                    <a:pt x="138437" y="122592"/>
                  </a:lnTo>
                  <a:lnTo>
                    <a:pt x="138219" y="123256"/>
                  </a:lnTo>
                  <a:lnTo>
                    <a:pt x="138101" y="126022"/>
                  </a:lnTo>
                  <a:lnTo>
                    <a:pt x="137868" y="128293"/>
                  </a:lnTo>
                  <a:lnTo>
                    <a:pt x="136326" y="130431"/>
                  </a:lnTo>
                  <a:lnTo>
                    <a:pt x="134790" y="132559"/>
                  </a:lnTo>
                  <a:lnTo>
                    <a:pt x="134407" y="133860"/>
                  </a:lnTo>
                  <a:lnTo>
                    <a:pt x="134128" y="135365"/>
                  </a:lnTo>
                  <a:lnTo>
                    <a:pt x="133646" y="137065"/>
                  </a:lnTo>
                  <a:lnTo>
                    <a:pt x="133550" y="137962"/>
                  </a:lnTo>
                  <a:lnTo>
                    <a:pt x="134328" y="139427"/>
                  </a:lnTo>
                  <a:lnTo>
                    <a:pt x="134237" y="140637"/>
                  </a:lnTo>
                  <a:lnTo>
                    <a:pt x="133990" y="142359"/>
                  </a:lnTo>
                  <a:lnTo>
                    <a:pt x="133253" y="143579"/>
                  </a:lnTo>
                  <a:lnTo>
                    <a:pt x="132437" y="144270"/>
                  </a:lnTo>
                  <a:lnTo>
                    <a:pt x="132455" y="146146"/>
                  </a:lnTo>
                  <a:lnTo>
                    <a:pt x="132889" y="146409"/>
                  </a:lnTo>
                  <a:lnTo>
                    <a:pt x="133876" y="146270"/>
                  </a:lnTo>
                  <a:lnTo>
                    <a:pt x="135268" y="144909"/>
                  </a:lnTo>
                  <a:lnTo>
                    <a:pt x="136175" y="143161"/>
                  </a:lnTo>
                  <a:lnTo>
                    <a:pt x="135640" y="141500"/>
                  </a:lnTo>
                  <a:lnTo>
                    <a:pt x="135574" y="141175"/>
                  </a:lnTo>
                  <a:lnTo>
                    <a:pt x="135703" y="140786"/>
                  </a:lnTo>
                  <a:lnTo>
                    <a:pt x="136779" y="138981"/>
                  </a:lnTo>
                  <a:lnTo>
                    <a:pt x="138099" y="137893"/>
                  </a:lnTo>
                  <a:lnTo>
                    <a:pt x="139942" y="137691"/>
                  </a:lnTo>
                  <a:lnTo>
                    <a:pt x="142162" y="138329"/>
                  </a:lnTo>
                  <a:lnTo>
                    <a:pt x="142383" y="138599"/>
                  </a:lnTo>
                  <a:lnTo>
                    <a:pt x="142276" y="139705"/>
                  </a:lnTo>
                  <a:lnTo>
                    <a:pt x="142483" y="141337"/>
                  </a:lnTo>
                  <a:lnTo>
                    <a:pt x="142886" y="142483"/>
                  </a:lnTo>
                  <a:lnTo>
                    <a:pt x="142334" y="145735"/>
                  </a:lnTo>
                  <a:lnTo>
                    <a:pt x="142749" y="146753"/>
                  </a:lnTo>
                  <a:lnTo>
                    <a:pt x="143394" y="147973"/>
                  </a:lnTo>
                  <a:lnTo>
                    <a:pt x="143879" y="149085"/>
                  </a:lnTo>
                  <a:lnTo>
                    <a:pt x="144575" y="150108"/>
                  </a:lnTo>
                  <a:lnTo>
                    <a:pt x="145195" y="151831"/>
                  </a:lnTo>
                  <a:lnTo>
                    <a:pt x="145407" y="152808"/>
                  </a:lnTo>
                  <a:lnTo>
                    <a:pt x="144416" y="154504"/>
                  </a:lnTo>
                  <a:lnTo>
                    <a:pt x="142734" y="156094"/>
                  </a:lnTo>
                  <a:lnTo>
                    <a:pt x="142545" y="157113"/>
                  </a:lnTo>
                  <a:lnTo>
                    <a:pt x="142567" y="158272"/>
                  </a:lnTo>
                  <a:lnTo>
                    <a:pt x="142756" y="159183"/>
                  </a:lnTo>
                  <a:lnTo>
                    <a:pt x="143684" y="160355"/>
                  </a:lnTo>
                  <a:lnTo>
                    <a:pt x="144683" y="163008"/>
                  </a:lnTo>
                  <a:lnTo>
                    <a:pt x="145315" y="165375"/>
                  </a:lnTo>
                  <a:lnTo>
                    <a:pt x="146702" y="167644"/>
                  </a:lnTo>
                  <a:lnTo>
                    <a:pt x="147040" y="168317"/>
                  </a:lnTo>
                  <a:lnTo>
                    <a:pt x="146953" y="168884"/>
                  </a:lnTo>
                  <a:lnTo>
                    <a:pt x="146588" y="169850"/>
                  </a:lnTo>
                  <a:lnTo>
                    <a:pt x="146113" y="173074"/>
                  </a:lnTo>
                  <a:lnTo>
                    <a:pt x="145547" y="173586"/>
                  </a:lnTo>
                  <a:lnTo>
                    <a:pt x="144915" y="173793"/>
                  </a:lnTo>
                  <a:lnTo>
                    <a:pt x="143200" y="176155"/>
                  </a:lnTo>
                  <a:lnTo>
                    <a:pt x="142436" y="175870"/>
                  </a:lnTo>
                  <a:lnTo>
                    <a:pt x="141349" y="175900"/>
                  </a:lnTo>
                  <a:lnTo>
                    <a:pt x="140553" y="176678"/>
                  </a:lnTo>
                  <a:lnTo>
                    <a:pt x="140640" y="178149"/>
                  </a:lnTo>
                  <a:lnTo>
                    <a:pt x="141339" y="179495"/>
                  </a:lnTo>
                  <a:lnTo>
                    <a:pt x="141750" y="180961"/>
                  </a:lnTo>
                  <a:lnTo>
                    <a:pt x="141916" y="182486"/>
                  </a:lnTo>
                  <a:lnTo>
                    <a:pt x="142692" y="183616"/>
                  </a:lnTo>
                  <a:lnTo>
                    <a:pt x="143781" y="184291"/>
                  </a:lnTo>
                  <a:lnTo>
                    <a:pt x="144404" y="184338"/>
                  </a:lnTo>
                  <a:lnTo>
                    <a:pt x="144812" y="184743"/>
                  </a:lnTo>
                  <a:lnTo>
                    <a:pt x="145056" y="185267"/>
                  </a:lnTo>
                  <a:lnTo>
                    <a:pt x="145525" y="188535"/>
                  </a:lnTo>
                  <a:lnTo>
                    <a:pt x="145244" y="189354"/>
                  </a:lnTo>
                  <a:lnTo>
                    <a:pt x="144657" y="189704"/>
                  </a:lnTo>
                  <a:lnTo>
                    <a:pt x="144307" y="191048"/>
                  </a:lnTo>
                  <a:lnTo>
                    <a:pt x="143607" y="193031"/>
                  </a:lnTo>
                  <a:lnTo>
                    <a:pt x="143209" y="194622"/>
                  </a:lnTo>
                  <a:lnTo>
                    <a:pt x="143649" y="196023"/>
                  </a:lnTo>
                  <a:lnTo>
                    <a:pt x="143837" y="197060"/>
                  </a:lnTo>
                  <a:lnTo>
                    <a:pt x="143602" y="198128"/>
                  </a:lnTo>
                  <a:lnTo>
                    <a:pt x="143915" y="199792"/>
                  </a:lnTo>
                  <a:lnTo>
                    <a:pt x="144743" y="201438"/>
                  </a:lnTo>
                  <a:lnTo>
                    <a:pt x="146990" y="203752"/>
                  </a:lnTo>
                  <a:lnTo>
                    <a:pt x="149078" y="205635"/>
                  </a:lnTo>
                  <a:lnTo>
                    <a:pt x="149723" y="205948"/>
                  </a:lnTo>
                  <a:lnTo>
                    <a:pt x="152543" y="204738"/>
                  </a:lnTo>
                  <a:lnTo>
                    <a:pt x="153010" y="204842"/>
                  </a:lnTo>
                  <a:lnTo>
                    <a:pt x="153353" y="206285"/>
                  </a:lnTo>
                  <a:lnTo>
                    <a:pt x="153503" y="207255"/>
                  </a:lnTo>
                  <a:lnTo>
                    <a:pt x="153186" y="208718"/>
                  </a:lnTo>
                  <a:lnTo>
                    <a:pt x="152423" y="210734"/>
                  </a:lnTo>
                  <a:lnTo>
                    <a:pt x="151596" y="212340"/>
                  </a:lnTo>
                  <a:lnTo>
                    <a:pt x="151095" y="213705"/>
                  </a:lnTo>
                  <a:lnTo>
                    <a:pt x="151200" y="214944"/>
                  </a:lnTo>
                  <a:lnTo>
                    <a:pt x="151232" y="216593"/>
                  </a:lnTo>
                  <a:lnTo>
                    <a:pt x="150560" y="217087"/>
                  </a:lnTo>
                  <a:lnTo>
                    <a:pt x="150538" y="216761"/>
                  </a:lnTo>
                  <a:lnTo>
                    <a:pt x="150261" y="216482"/>
                  </a:lnTo>
                  <a:lnTo>
                    <a:pt x="150021" y="216647"/>
                  </a:lnTo>
                  <a:lnTo>
                    <a:pt x="149837" y="217005"/>
                  </a:lnTo>
                  <a:lnTo>
                    <a:pt x="149808" y="217639"/>
                  </a:lnTo>
                  <a:lnTo>
                    <a:pt x="148374" y="218693"/>
                  </a:lnTo>
                  <a:lnTo>
                    <a:pt x="147386" y="219785"/>
                  </a:lnTo>
                  <a:lnTo>
                    <a:pt x="143478" y="226309"/>
                  </a:lnTo>
                  <a:lnTo>
                    <a:pt x="141650" y="228223"/>
                  </a:lnTo>
                  <a:lnTo>
                    <a:pt x="141289" y="229375"/>
                  </a:lnTo>
                  <a:lnTo>
                    <a:pt x="140917" y="231530"/>
                  </a:lnTo>
                  <a:lnTo>
                    <a:pt x="139843" y="233379"/>
                  </a:lnTo>
                  <a:lnTo>
                    <a:pt x="138903" y="234259"/>
                  </a:lnTo>
                  <a:lnTo>
                    <a:pt x="136575" y="235163"/>
                  </a:lnTo>
                  <a:lnTo>
                    <a:pt x="134237" y="237123"/>
                  </a:lnTo>
                  <a:lnTo>
                    <a:pt x="133184" y="236278"/>
                  </a:lnTo>
                  <a:lnTo>
                    <a:pt x="130456" y="236369"/>
                  </a:lnTo>
                  <a:lnTo>
                    <a:pt x="128754" y="234007"/>
                  </a:lnTo>
                  <a:lnTo>
                    <a:pt x="125484" y="232509"/>
                  </a:lnTo>
                  <a:lnTo>
                    <a:pt x="124418" y="229069"/>
                  </a:lnTo>
                  <a:lnTo>
                    <a:pt x="122929" y="228846"/>
                  </a:lnTo>
                  <a:lnTo>
                    <a:pt x="121953" y="228950"/>
                  </a:lnTo>
                  <a:lnTo>
                    <a:pt x="121370" y="228429"/>
                  </a:lnTo>
                  <a:lnTo>
                    <a:pt x="121218" y="227256"/>
                  </a:lnTo>
                  <a:lnTo>
                    <a:pt x="121204" y="226126"/>
                  </a:lnTo>
                  <a:lnTo>
                    <a:pt x="120171" y="226646"/>
                  </a:lnTo>
                  <a:lnTo>
                    <a:pt x="119380" y="226646"/>
                  </a:lnTo>
                  <a:lnTo>
                    <a:pt x="118909" y="227099"/>
                  </a:lnTo>
                  <a:lnTo>
                    <a:pt x="118536" y="227621"/>
                  </a:lnTo>
                  <a:lnTo>
                    <a:pt x="118097" y="227288"/>
                  </a:lnTo>
                  <a:lnTo>
                    <a:pt x="117841" y="227400"/>
                  </a:lnTo>
                  <a:lnTo>
                    <a:pt x="117864" y="228065"/>
                  </a:lnTo>
                  <a:lnTo>
                    <a:pt x="116914" y="228231"/>
                  </a:lnTo>
                  <a:lnTo>
                    <a:pt x="115885" y="227823"/>
                  </a:lnTo>
                  <a:lnTo>
                    <a:pt x="113184" y="226047"/>
                  </a:lnTo>
                  <a:lnTo>
                    <a:pt x="112769" y="225776"/>
                  </a:lnTo>
                  <a:lnTo>
                    <a:pt x="110894" y="225089"/>
                  </a:lnTo>
                  <a:lnTo>
                    <a:pt x="110136" y="224379"/>
                  </a:lnTo>
                  <a:lnTo>
                    <a:pt x="109523" y="222624"/>
                  </a:lnTo>
                  <a:lnTo>
                    <a:pt x="109054" y="222069"/>
                  </a:lnTo>
                  <a:lnTo>
                    <a:pt x="108777" y="221737"/>
                  </a:lnTo>
                  <a:lnTo>
                    <a:pt x="107027" y="222623"/>
                  </a:lnTo>
                  <a:lnTo>
                    <a:pt x="106420" y="224004"/>
                  </a:lnTo>
                  <a:lnTo>
                    <a:pt x="105471" y="225621"/>
                  </a:lnTo>
                  <a:lnTo>
                    <a:pt x="98982" y="233552"/>
                  </a:lnTo>
                  <a:lnTo>
                    <a:pt x="97797" y="236875"/>
                  </a:lnTo>
                  <a:lnTo>
                    <a:pt x="96426" y="241769"/>
                  </a:lnTo>
                  <a:lnTo>
                    <a:pt x="96319" y="244052"/>
                  </a:lnTo>
                  <a:lnTo>
                    <a:pt x="96909" y="251351"/>
                  </a:lnTo>
                  <a:lnTo>
                    <a:pt x="98229" y="255183"/>
                  </a:lnTo>
                  <a:lnTo>
                    <a:pt x="98396" y="256071"/>
                  </a:lnTo>
                  <a:lnTo>
                    <a:pt x="97665" y="256075"/>
                  </a:lnTo>
                  <a:lnTo>
                    <a:pt x="96437" y="255596"/>
                  </a:lnTo>
                  <a:lnTo>
                    <a:pt x="95417" y="255004"/>
                  </a:lnTo>
                  <a:lnTo>
                    <a:pt x="94447" y="255335"/>
                  </a:lnTo>
                  <a:lnTo>
                    <a:pt x="93512" y="256127"/>
                  </a:lnTo>
                  <a:lnTo>
                    <a:pt x="92695" y="256606"/>
                  </a:lnTo>
                  <a:lnTo>
                    <a:pt x="92108" y="256740"/>
                  </a:lnTo>
                  <a:lnTo>
                    <a:pt x="91715" y="257197"/>
                  </a:lnTo>
                  <a:lnTo>
                    <a:pt x="91527" y="258111"/>
                  </a:lnTo>
                  <a:lnTo>
                    <a:pt x="91489" y="258750"/>
                  </a:lnTo>
                  <a:lnTo>
                    <a:pt x="90456" y="258593"/>
                  </a:lnTo>
                  <a:lnTo>
                    <a:pt x="88068" y="257278"/>
                  </a:lnTo>
                  <a:lnTo>
                    <a:pt x="85920" y="256372"/>
                  </a:lnTo>
                  <a:lnTo>
                    <a:pt x="84661" y="257402"/>
                  </a:lnTo>
                  <a:lnTo>
                    <a:pt x="83851" y="258365"/>
                  </a:lnTo>
                  <a:lnTo>
                    <a:pt x="83281" y="258217"/>
                  </a:lnTo>
                  <a:lnTo>
                    <a:pt x="82849" y="257204"/>
                  </a:lnTo>
                  <a:lnTo>
                    <a:pt x="82558" y="256213"/>
                  </a:lnTo>
                  <a:lnTo>
                    <a:pt x="81717" y="255304"/>
                  </a:lnTo>
                  <a:lnTo>
                    <a:pt x="79820" y="253938"/>
                  </a:lnTo>
                  <a:lnTo>
                    <a:pt x="79918" y="253279"/>
                  </a:lnTo>
                  <a:lnTo>
                    <a:pt x="80242" y="252360"/>
                  </a:lnTo>
                  <a:lnTo>
                    <a:pt x="80232" y="251793"/>
                  </a:lnTo>
                  <a:lnTo>
                    <a:pt x="79867" y="250950"/>
                  </a:lnTo>
                  <a:lnTo>
                    <a:pt x="78119" y="250047"/>
                  </a:lnTo>
                  <a:lnTo>
                    <a:pt x="77294" y="249819"/>
                  </a:lnTo>
                  <a:lnTo>
                    <a:pt x="76770" y="250441"/>
                  </a:lnTo>
                  <a:lnTo>
                    <a:pt x="76393" y="251202"/>
                  </a:lnTo>
                  <a:lnTo>
                    <a:pt x="75419" y="248402"/>
                  </a:lnTo>
                  <a:lnTo>
                    <a:pt x="74727" y="247832"/>
                  </a:lnTo>
                  <a:lnTo>
                    <a:pt x="73678" y="247738"/>
                  </a:lnTo>
                  <a:lnTo>
                    <a:pt x="72479" y="246884"/>
                  </a:lnTo>
                  <a:lnTo>
                    <a:pt x="71232" y="245793"/>
                  </a:lnTo>
                  <a:lnTo>
                    <a:pt x="68201" y="244047"/>
                  </a:lnTo>
                  <a:lnTo>
                    <a:pt x="67367" y="243838"/>
                  </a:lnTo>
                  <a:lnTo>
                    <a:pt x="67033" y="244115"/>
                  </a:lnTo>
                  <a:lnTo>
                    <a:pt x="66810" y="245158"/>
                  </a:lnTo>
                  <a:lnTo>
                    <a:pt x="66690" y="248108"/>
                  </a:lnTo>
                  <a:lnTo>
                    <a:pt x="66562" y="248434"/>
                  </a:lnTo>
                  <a:lnTo>
                    <a:pt x="65156" y="248532"/>
                  </a:lnTo>
                  <a:lnTo>
                    <a:pt x="63423" y="248122"/>
                  </a:lnTo>
                  <a:lnTo>
                    <a:pt x="62629" y="248325"/>
                  </a:lnTo>
                  <a:lnTo>
                    <a:pt x="61920" y="248336"/>
                  </a:lnTo>
                  <a:lnTo>
                    <a:pt x="61253" y="247555"/>
                  </a:lnTo>
                  <a:lnTo>
                    <a:pt x="58768" y="248297"/>
                  </a:lnTo>
                  <a:lnTo>
                    <a:pt x="58260" y="248448"/>
                  </a:lnTo>
                  <a:lnTo>
                    <a:pt x="57762" y="248012"/>
                  </a:lnTo>
                  <a:lnTo>
                    <a:pt x="57040" y="246681"/>
                  </a:lnTo>
                  <a:lnTo>
                    <a:pt x="56234" y="245606"/>
                  </a:lnTo>
                  <a:lnTo>
                    <a:pt x="55608" y="245055"/>
                  </a:lnTo>
                  <a:lnTo>
                    <a:pt x="55074" y="244423"/>
                  </a:lnTo>
                  <a:lnTo>
                    <a:pt x="54590" y="244320"/>
                  </a:lnTo>
                  <a:lnTo>
                    <a:pt x="53851" y="244932"/>
                  </a:lnTo>
                  <a:lnTo>
                    <a:pt x="52831" y="245192"/>
                  </a:lnTo>
                  <a:lnTo>
                    <a:pt x="51983" y="245112"/>
                  </a:lnTo>
                  <a:lnTo>
                    <a:pt x="51532" y="245202"/>
                  </a:lnTo>
                  <a:lnTo>
                    <a:pt x="49634" y="241935"/>
                  </a:lnTo>
                  <a:lnTo>
                    <a:pt x="49357" y="241041"/>
                  </a:lnTo>
                  <a:lnTo>
                    <a:pt x="48412" y="240792"/>
                  </a:lnTo>
                  <a:lnTo>
                    <a:pt x="47244" y="240754"/>
                  </a:lnTo>
                  <a:lnTo>
                    <a:pt x="44263" y="238637"/>
                  </a:lnTo>
                  <a:lnTo>
                    <a:pt x="42906" y="237500"/>
                  </a:lnTo>
                  <a:lnTo>
                    <a:pt x="42707" y="236825"/>
                  </a:lnTo>
                  <a:lnTo>
                    <a:pt x="42726" y="236278"/>
                  </a:lnTo>
                  <a:lnTo>
                    <a:pt x="42494" y="236396"/>
                  </a:lnTo>
                  <a:lnTo>
                    <a:pt x="42075" y="237363"/>
                  </a:lnTo>
                  <a:lnTo>
                    <a:pt x="41856" y="238151"/>
                  </a:lnTo>
                  <a:lnTo>
                    <a:pt x="41566" y="238298"/>
                  </a:lnTo>
                  <a:lnTo>
                    <a:pt x="41137" y="238175"/>
                  </a:lnTo>
                  <a:lnTo>
                    <a:pt x="40741" y="237732"/>
                  </a:lnTo>
                  <a:lnTo>
                    <a:pt x="40499" y="237159"/>
                  </a:lnTo>
                  <a:lnTo>
                    <a:pt x="40759" y="236160"/>
                  </a:lnTo>
                  <a:lnTo>
                    <a:pt x="41213" y="234855"/>
                  </a:lnTo>
                  <a:lnTo>
                    <a:pt x="41402" y="233437"/>
                  </a:lnTo>
                  <a:lnTo>
                    <a:pt x="41360" y="232167"/>
                  </a:lnTo>
                  <a:lnTo>
                    <a:pt x="40607" y="231352"/>
                  </a:lnTo>
                  <a:lnTo>
                    <a:pt x="39500" y="231011"/>
                  </a:lnTo>
                  <a:lnTo>
                    <a:pt x="38689" y="230915"/>
                  </a:lnTo>
                  <a:lnTo>
                    <a:pt x="37632" y="230189"/>
                  </a:lnTo>
                  <a:lnTo>
                    <a:pt x="37133" y="229667"/>
                  </a:lnTo>
                  <a:lnTo>
                    <a:pt x="36646" y="228253"/>
                  </a:lnTo>
                  <a:lnTo>
                    <a:pt x="36630" y="227226"/>
                  </a:lnTo>
                  <a:lnTo>
                    <a:pt x="38636" y="226318"/>
                  </a:lnTo>
                  <a:lnTo>
                    <a:pt x="40445" y="222603"/>
                  </a:lnTo>
                  <a:lnTo>
                    <a:pt x="42159" y="209115"/>
                  </a:lnTo>
                  <a:lnTo>
                    <a:pt x="43399" y="193169"/>
                  </a:lnTo>
                  <a:lnTo>
                    <a:pt x="44320" y="190156"/>
                  </a:lnTo>
                  <a:lnTo>
                    <a:pt x="45478" y="189328"/>
                  </a:lnTo>
                  <a:lnTo>
                    <a:pt x="44542" y="187137"/>
                  </a:lnTo>
                  <a:lnTo>
                    <a:pt x="43955" y="188246"/>
                  </a:lnTo>
                  <a:lnTo>
                    <a:pt x="43709" y="189424"/>
                  </a:lnTo>
                  <a:lnTo>
                    <a:pt x="43402" y="190012"/>
                  </a:lnTo>
                  <a:lnTo>
                    <a:pt x="44095" y="175392"/>
                  </a:lnTo>
                  <a:lnTo>
                    <a:pt x="44589" y="170039"/>
                  </a:lnTo>
                  <a:lnTo>
                    <a:pt x="45428" y="164431"/>
                  </a:lnTo>
                  <a:lnTo>
                    <a:pt x="47147" y="166657"/>
                  </a:lnTo>
                  <a:lnTo>
                    <a:pt x="48571" y="168915"/>
                  </a:lnTo>
                  <a:lnTo>
                    <a:pt x="49308" y="170875"/>
                  </a:lnTo>
                  <a:lnTo>
                    <a:pt x="50240" y="177402"/>
                  </a:lnTo>
                  <a:lnTo>
                    <a:pt x="50945" y="178771"/>
                  </a:lnTo>
                  <a:lnTo>
                    <a:pt x="52000" y="180146"/>
                  </a:lnTo>
                  <a:lnTo>
                    <a:pt x="51583" y="178646"/>
                  </a:lnTo>
                  <a:lnTo>
                    <a:pt x="50857" y="177499"/>
                  </a:lnTo>
                  <a:lnTo>
                    <a:pt x="49722" y="168798"/>
                  </a:lnTo>
                  <a:lnTo>
                    <a:pt x="49010" y="166334"/>
                  </a:lnTo>
                  <a:lnTo>
                    <a:pt x="47901" y="164261"/>
                  </a:lnTo>
                  <a:lnTo>
                    <a:pt x="44331" y="159895"/>
                  </a:lnTo>
                  <a:lnTo>
                    <a:pt x="44010" y="159052"/>
                  </a:lnTo>
                  <a:lnTo>
                    <a:pt x="43837" y="157384"/>
                  </a:lnTo>
                  <a:lnTo>
                    <a:pt x="45017" y="157455"/>
                  </a:lnTo>
                  <a:lnTo>
                    <a:pt x="46036" y="158266"/>
                  </a:lnTo>
                  <a:lnTo>
                    <a:pt x="45916" y="157332"/>
                  </a:lnTo>
                  <a:lnTo>
                    <a:pt x="45613" y="156357"/>
                  </a:lnTo>
                  <a:lnTo>
                    <a:pt x="45140" y="152821"/>
                  </a:lnTo>
                  <a:lnTo>
                    <a:pt x="44745" y="144562"/>
                  </a:lnTo>
                  <a:lnTo>
                    <a:pt x="44799" y="143148"/>
                  </a:lnTo>
                  <a:lnTo>
                    <a:pt x="44623" y="141414"/>
                  </a:lnTo>
                  <a:lnTo>
                    <a:pt x="43481" y="141025"/>
                  </a:lnTo>
                  <a:lnTo>
                    <a:pt x="42568" y="140955"/>
                  </a:lnTo>
                  <a:lnTo>
                    <a:pt x="41585" y="140269"/>
                  </a:lnTo>
                  <a:lnTo>
                    <a:pt x="36723" y="135401"/>
                  </a:lnTo>
                  <a:lnTo>
                    <a:pt x="35058" y="130379"/>
                  </a:lnTo>
                  <a:lnTo>
                    <a:pt x="33356" y="126671"/>
                  </a:lnTo>
                  <a:lnTo>
                    <a:pt x="32947" y="125053"/>
                  </a:lnTo>
                  <a:lnTo>
                    <a:pt x="32974" y="123414"/>
                  </a:lnTo>
                  <a:lnTo>
                    <a:pt x="33855" y="119953"/>
                  </a:lnTo>
                  <a:lnTo>
                    <a:pt x="33077" y="117767"/>
                  </a:lnTo>
                  <a:lnTo>
                    <a:pt x="32317" y="117333"/>
                  </a:lnTo>
                  <a:lnTo>
                    <a:pt x="31656" y="116251"/>
                  </a:lnTo>
                  <a:lnTo>
                    <a:pt x="32255" y="114449"/>
                  </a:lnTo>
                  <a:lnTo>
                    <a:pt x="32752" y="113296"/>
                  </a:lnTo>
                  <a:lnTo>
                    <a:pt x="33748" y="112981"/>
                  </a:lnTo>
                  <a:lnTo>
                    <a:pt x="35054" y="113364"/>
                  </a:lnTo>
                  <a:lnTo>
                    <a:pt x="36294" y="114407"/>
                  </a:lnTo>
                  <a:lnTo>
                    <a:pt x="37265" y="114684"/>
                  </a:lnTo>
                  <a:lnTo>
                    <a:pt x="34392" y="111885"/>
                  </a:lnTo>
                  <a:lnTo>
                    <a:pt x="29732" y="112828"/>
                  </a:lnTo>
                  <a:lnTo>
                    <a:pt x="28728" y="112468"/>
                  </a:lnTo>
                  <a:lnTo>
                    <a:pt x="27880" y="111844"/>
                  </a:lnTo>
                  <a:lnTo>
                    <a:pt x="27548" y="109790"/>
                  </a:lnTo>
                  <a:lnTo>
                    <a:pt x="28211" y="108863"/>
                  </a:lnTo>
                  <a:lnTo>
                    <a:pt x="28811" y="107151"/>
                  </a:lnTo>
                  <a:lnTo>
                    <a:pt x="28132" y="105947"/>
                  </a:lnTo>
                  <a:lnTo>
                    <a:pt x="27251" y="105492"/>
                  </a:lnTo>
                  <a:lnTo>
                    <a:pt x="25871" y="105518"/>
                  </a:lnTo>
                  <a:lnTo>
                    <a:pt x="24583" y="105881"/>
                  </a:lnTo>
                  <a:lnTo>
                    <a:pt x="24256" y="105190"/>
                  </a:lnTo>
                  <a:lnTo>
                    <a:pt x="25042" y="103283"/>
                  </a:lnTo>
                  <a:lnTo>
                    <a:pt x="24374" y="102581"/>
                  </a:lnTo>
                  <a:lnTo>
                    <a:pt x="23484" y="102909"/>
                  </a:lnTo>
                  <a:lnTo>
                    <a:pt x="22192" y="103304"/>
                  </a:lnTo>
                  <a:lnTo>
                    <a:pt x="20956" y="102705"/>
                  </a:lnTo>
                  <a:lnTo>
                    <a:pt x="19788" y="100538"/>
                  </a:lnTo>
                  <a:lnTo>
                    <a:pt x="19014" y="100554"/>
                  </a:lnTo>
                  <a:lnTo>
                    <a:pt x="18482" y="100821"/>
                  </a:lnTo>
                  <a:lnTo>
                    <a:pt x="17693" y="99987"/>
                  </a:lnTo>
                  <a:lnTo>
                    <a:pt x="16863" y="99778"/>
                  </a:lnTo>
                  <a:lnTo>
                    <a:pt x="16270" y="100055"/>
                  </a:lnTo>
                  <a:lnTo>
                    <a:pt x="15482" y="98811"/>
                  </a:lnTo>
                  <a:lnTo>
                    <a:pt x="10631" y="96317"/>
                  </a:lnTo>
                  <a:lnTo>
                    <a:pt x="8536" y="96012"/>
                  </a:lnTo>
                  <a:lnTo>
                    <a:pt x="6615" y="97142"/>
                  </a:lnTo>
                  <a:lnTo>
                    <a:pt x="5557" y="96749"/>
                  </a:lnTo>
                  <a:lnTo>
                    <a:pt x="4780" y="95138"/>
                  </a:lnTo>
                  <a:lnTo>
                    <a:pt x="4127" y="92434"/>
                  </a:lnTo>
                  <a:lnTo>
                    <a:pt x="1032" y="90349"/>
                  </a:lnTo>
                  <a:lnTo>
                    <a:pt x="1644" y="88981"/>
                  </a:lnTo>
                  <a:lnTo>
                    <a:pt x="3086" y="88658"/>
                  </a:lnTo>
                  <a:lnTo>
                    <a:pt x="4746" y="87710"/>
                  </a:lnTo>
                  <a:lnTo>
                    <a:pt x="5343" y="86494"/>
                  </a:lnTo>
                  <a:lnTo>
                    <a:pt x="4045" y="85076"/>
                  </a:lnTo>
                  <a:lnTo>
                    <a:pt x="3088" y="84728"/>
                  </a:lnTo>
                  <a:lnTo>
                    <a:pt x="2692" y="84219"/>
                  </a:lnTo>
                  <a:lnTo>
                    <a:pt x="2287" y="82946"/>
                  </a:lnTo>
                  <a:lnTo>
                    <a:pt x="2860" y="82365"/>
                  </a:lnTo>
                  <a:lnTo>
                    <a:pt x="3265" y="82673"/>
                  </a:lnTo>
                  <a:lnTo>
                    <a:pt x="4432" y="82857"/>
                  </a:lnTo>
                  <a:lnTo>
                    <a:pt x="6430" y="82543"/>
                  </a:lnTo>
                  <a:lnTo>
                    <a:pt x="5685" y="81261"/>
                  </a:lnTo>
                  <a:lnTo>
                    <a:pt x="4912" y="80975"/>
                  </a:lnTo>
                  <a:lnTo>
                    <a:pt x="4557" y="80653"/>
                  </a:lnTo>
                  <a:lnTo>
                    <a:pt x="2933" y="80515"/>
                  </a:lnTo>
                  <a:lnTo>
                    <a:pt x="2193" y="80952"/>
                  </a:lnTo>
                  <a:lnTo>
                    <a:pt x="532" y="80786"/>
                  </a:lnTo>
                  <a:lnTo>
                    <a:pt x="172" y="79401"/>
                  </a:lnTo>
                  <a:lnTo>
                    <a:pt x="0" y="78212"/>
                  </a:lnTo>
                  <a:lnTo>
                    <a:pt x="515" y="75563"/>
                  </a:lnTo>
                  <a:lnTo>
                    <a:pt x="2854" y="73197"/>
                  </a:lnTo>
                  <a:lnTo>
                    <a:pt x="8682" y="70610"/>
                  </a:lnTo>
                  <a:lnTo>
                    <a:pt x="11190" y="70988"/>
                  </a:lnTo>
                  <a:lnTo>
                    <a:pt x="12928" y="70522"/>
                  </a:lnTo>
                  <a:lnTo>
                    <a:pt x="15011" y="68892"/>
                  </a:lnTo>
                  <a:lnTo>
                    <a:pt x="15930" y="67495"/>
                  </a:lnTo>
                  <a:lnTo>
                    <a:pt x="18892" y="66671"/>
                  </a:lnTo>
                  <a:lnTo>
                    <a:pt x="21709" y="68153"/>
                  </a:lnTo>
                  <a:lnTo>
                    <a:pt x="24304" y="73755"/>
                  </a:lnTo>
                  <a:lnTo>
                    <a:pt x="25545" y="75654"/>
                  </a:lnTo>
                  <a:lnTo>
                    <a:pt x="28582" y="72360"/>
                  </a:lnTo>
                  <a:lnTo>
                    <a:pt x="33108" y="72457"/>
                  </a:lnTo>
                  <a:lnTo>
                    <a:pt x="34042" y="74316"/>
                  </a:lnTo>
                  <a:lnTo>
                    <a:pt x="34420" y="72750"/>
                  </a:lnTo>
                  <a:lnTo>
                    <a:pt x="35252" y="70917"/>
                  </a:lnTo>
                  <a:lnTo>
                    <a:pt x="35915" y="71753"/>
                  </a:lnTo>
                  <a:lnTo>
                    <a:pt x="36251" y="72885"/>
                  </a:lnTo>
                  <a:lnTo>
                    <a:pt x="41028" y="72563"/>
                  </a:lnTo>
                  <a:lnTo>
                    <a:pt x="41783" y="72233"/>
                  </a:lnTo>
                  <a:lnTo>
                    <a:pt x="40499" y="70903"/>
                  </a:lnTo>
                  <a:lnTo>
                    <a:pt x="39450" y="67714"/>
                  </a:lnTo>
                  <a:lnTo>
                    <a:pt x="39233" y="55987"/>
                  </a:lnTo>
                  <a:lnTo>
                    <a:pt x="37909" y="52713"/>
                  </a:lnTo>
                  <a:lnTo>
                    <a:pt x="36391" y="47484"/>
                  </a:lnTo>
                  <a:lnTo>
                    <a:pt x="35692" y="44382"/>
                  </a:lnTo>
                  <a:lnTo>
                    <a:pt x="35626" y="43310"/>
                  </a:lnTo>
                  <a:lnTo>
                    <a:pt x="35860" y="41762"/>
                  </a:lnTo>
                  <a:lnTo>
                    <a:pt x="37727" y="41846"/>
                  </a:lnTo>
                  <a:lnTo>
                    <a:pt x="39169" y="42238"/>
                  </a:lnTo>
                  <a:lnTo>
                    <a:pt x="41915" y="41068"/>
                  </a:lnTo>
                  <a:lnTo>
                    <a:pt x="43236" y="41869"/>
                  </a:lnTo>
                  <a:lnTo>
                    <a:pt x="43159" y="44290"/>
                  </a:lnTo>
                  <a:lnTo>
                    <a:pt x="43562" y="47344"/>
                  </a:lnTo>
                  <a:lnTo>
                    <a:pt x="44022" y="48823"/>
                  </a:lnTo>
                  <a:lnTo>
                    <a:pt x="44719" y="50506"/>
                  </a:lnTo>
                  <a:lnTo>
                    <a:pt x="46932" y="50350"/>
                  </a:lnTo>
                  <a:lnTo>
                    <a:pt x="49321" y="51338"/>
                  </a:lnTo>
                  <a:lnTo>
                    <a:pt x="52340" y="51491"/>
                  </a:lnTo>
                  <a:lnTo>
                    <a:pt x="56751" y="53198"/>
                  </a:lnTo>
                  <a:lnTo>
                    <a:pt x="58630" y="52209"/>
                  </a:lnTo>
                  <a:lnTo>
                    <a:pt x="58768" y="52050"/>
                  </a:lnTo>
                  <a:lnTo>
                    <a:pt x="60448" y="50103"/>
                  </a:lnTo>
                  <a:lnTo>
                    <a:pt x="63912" y="48718"/>
                  </a:lnTo>
                  <a:lnTo>
                    <a:pt x="64188" y="47985"/>
                  </a:lnTo>
                  <a:lnTo>
                    <a:pt x="62194" y="48278"/>
                  </a:lnTo>
                  <a:lnTo>
                    <a:pt x="60365" y="46943"/>
                  </a:lnTo>
                  <a:lnTo>
                    <a:pt x="60118" y="45493"/>
                  </a:lnTo>
                  <a:lnTo>
                    <a:pt x="60330" y="44192"/>
                  </a:lnTo>
                  <a:lnTo>
                    <a:pt x="61072" y="41194"/>
                  </a:lnTo>
                  <a:lnTo>
                    <a:pt x="66372" y="36468"/>
                  </a:lnTo>
                  <a:lnTo>
                    <a:pt x="70171" y="35072"/>
                  </a:lnTo>
                  <a:lnTo>
                    <a:pt x="74137" y="32470"/>
                  </a:lnTo>
                  <a:lnTo>
                    <a:pt x="76133" y="29802"/>
                  </a:lnTo>
                  <a:lnTo>
                    <a:pt x="77451" y="26358"/>
                  </a:lnTo>
                  <a:lnTo>
                    <a:pt x="77875" y="25601"/>
                  </a:lnTo>
                  <a:lnTo>
                    <a:pt x="78422" y="24966"/>
                  </a:lnTo>
                  <a:lnTo>
                    <a:pt x="77914" y="23732"/>
                  </a:lnTo>
                  <a:lnTo>
                    <a:pt x="78259" y="10574"/>
                  </a:lnTo>
                  <a:lnTo>
                    <a:pt x="78630" y="8203"/>
                  </a:lnTo>
                  <a:lnTo>
                    <a:pt x="79403" y="6267"/>
                  </a:lnTo>
                  <a:lnTo>
                    <a:pt x="80581" y="4769"/>
                  </a:lnTo>
                  <a:lnTo>
                    <a:pt x="82368" y="3146"/>
                  </a:lnTo>
                  <a:lnTo>
                    <a:pt x="88947" y="904"/>
                  </a:lnTo>
                  <a:lnTo>
                    <a:pt x="89925" y="0"/>
                  </a:lnTo>
                  <a:lnTo>
                    <a:pt x="90062" y="1406"/>
                  </a:lnTo>
                  <a:lnTo>
                    <a:pt x="90541" y="3207"/>
                  </a:lnTo>
                  <a:lnTo>
                    <a:pt x="90869" y="4191"/>
                  </a:lnTo>
                  <a:lnTo>
                    <a:pt x="90596" y="5476"/>
                  </a:lnTo>
                  <a:lnTo>
                    <a:pt x="90812" y="6535"/>
                  </a:lnTo>
                  <a:lnTo>
                    <a:pt x="91705" y="8441"/>
                  </a:lnTo>
                  <a:lnTo>
                    <a:pt x="92818" y="10238"/>
                  </a:lnTo>
                  <a:lnTo>
                    <a:pt x="93810" y="11386"/>
                  </a:lnTo>
                  <a:lnTo>
                    <a:pt x="94089" y="11261"/>
                  </a:lnTo>
                  <a:lnTo>
                    <a:pt x="94824" y="10935"/>
                  </a:lnTo>
                  <a:lnTo>
                    <a:pt x="96069" y="9757"/>
                  </a:lnTo>
                  <a:lnTo>
                    <a:pt x="97106" y="9386"/>
                  </a:lnTo>
                  <a:lnTo>
                    <a:pt x="97699" y="10288"/>
                  </a:lnTo>
                  <a:lnTo>
                    <a:pt x="98034" y="10798"/>
                  </a:lnTo>
                  <a:lnTo>
                    <a:pt x="98687" y="12829"/>
                  </a:lnTo>
                  <a:lnTo>
                    <a:pt x="98870" y="14950"/>
                  </a:lnTo>
                  <a:lnTo>
                    <a:pt x="99160" y="16712"/>
                  </a:lnTo>
                  <a:lnTo>
                    <a:pt x="99689" y="17426"/>
                  </a:lnTo>
                  <a:lnTo>
                    <a:pt x="101673" y="17660"/>
                  </a:lnTo>
                  <a:lnTo>
                    <a:pt x="103135" y="18313"/>
                  </a:lnTo>
                  <a:lnTo>
                    <a:pt x="103521" y="18905"/>
                  </a:lnTo>
                  <a:lnTo>
                    <a:pt x="104022" y="22821"/>
                  </a:lnTo>
                  <a:lnTo>
                    <a:pt x="104294" y="23375"/>
                  </a:lnTo>
                  <a:lnTo>
                    <a:pt x="104658" y="22913"/>
                  </a:lnTo>
                  <a:lnTo>
                    <a:pt x="105018" y="22268"/>
                  </a:lnTo>
                  <a:lnTo>
                    <a:pt x="105518" y="22166"/>
                  </a:lnTo>
                  <a:lnTo>
                    <a:pt x="106376" y="22414"/>
                  </a:lnTo>
                  <a:lnTo>
                    <a:pt x="107507" y="22492"/>
                  </a:lnTo>
                  <a:lnTo>
                    <a:pt x="108672" y="22923"/>
                  </a:lnTo>
                  <a:lnTo>
                    <a:pt x="110282" y="25135"/>
                  </a:lnTo>
                  <a:lnTo>
                    <a:pt x="110220" y="25865"/>
                  </a:lnTo>
                  <a:lnTo>
                    <a:pt x="109906" y="27146"/>
                  </a:lnTo>
                  <a:lnTo>
                    <a:pt x="109796" y="28169"/>
                  </a:lnTo>
                  <a:lnTo>
                    <a:pt x="110073" y="28580"/>
                  </a:lnTo>
                  <a:lnTo>
                    <a:pt x="110499" y="29637"/>
                  </a:lnTo>
                  <a:lnTo>
                    <a:pt x="110396" y="30857"/>
                  </a:lnTo>
                  <a:lnTo>
                    <a:pt x="109982" y="31713"/>
                  </a:lnTo>
                  <a:lnTo>
                    <a:pt x="109815" y="32418"/>
                  </a:lnTo>
                  <a:lnTo>
                    <a:pt x="109818" y="32877"/>
                  </a:lnTo>
                  <a:lnTo>
                    <a:pt x="109970" y="33258"/>
                  </a:lnTo>
                  <a:lnTo>
                    <a:pt x="110300" y="33593"/>
                  </a:lnTo>
                  <a:lnTo>
                    <a:pt x="112677" y="34044"/>
                  </a:lnTo>
                  <a:lnTo>
                    <a:pt x="114853" y="33593"/>
                  </a:lnTo>
                  <a:lnTo>
                    <a:pt x="116224" y="32346"/>
                  </a:lnTo>
                  <a:lnTo>
                    <a:pt x="116458" y="31033"/>
                  </a:lnTo>
                  <a:lnTo>
                    <a:pt x="116847" y="29550"/>
                  </a:lnTo>
                  <a:lnTo>
                    <a:pt x="117664" y="28309"/>
                  </a:lnTo>
                  <a:lnTo>
                    <a:pt x="118229" y="27892"/>
                  </a:lnTo>
                  <a:lnTo>
                    <a:pt x="118746" y="28403"/>
                  </a:lnTo>
                  <a:lnTo>
                    <a:pt x="117876" y="33613"/>
                  </a:lnTo>
                  <a:lnTo>
                    <a:pt x="118511" y="34945"/>
                  </a:lnTo>
                  <a:lnTo>
                    <a:pt x="118605" y="36936"/>
                  </a:lnTo>
                  <a:lnTo>
                    <a:pt x="118833" y="38679"/>
                  </a:lnTo>
                  <a:lnTo>
                    <a:pt x="119610" y="38646"/>
                  </a:lnTo>
                  <a:lnTo>
                    <a:pt x="120553" y="38967"/>
                  </a:lnTo>
                  <a:lnTo>
                    <a:pt x="121220" y="39612"/>
                  </a:lnTo>
                  <a:lnTo>
                    <a:pt x="121999" y="40648"/>
                  </a:lnTo>
                  <a:lnTo>
                    <a:pt x="123121" y="41600"/>
                  </a:lnTo>
                  <a:lnTo>
                    <a:pt x="123907" y="41935"/>
                  </a:lnTo>
                  <a:lnTo>
                    <a:pt x="124193" y="42732"/>
                  </a:lnTo>
                  <a:lnTo>
                    <a:pt x="124829" y="43652"/>
                  </a:lnTo>
                  <a:lnTo>
                    <a:pt x="125831" y="45583"/>
                  </a:lnTo>
                  <a:lnTo>
                    <a:pt x="126727" y="46871"/>
                  </a:lnTo>
                  <a:lnTo>
                    <a:pt x="127160" y="46867"/>
                  </a:lnTo>
                  <a:lnTo>
                    <a:pt x="127995" y="46359"/>
                  </a:lnTo>
                  <a:lnTo>
                    <a:pt x="129234" y="46034"/>
                  </a:lnTo>
                  <a:close/>
                </a:path>
              </a:pathLst>
            </a:custGeom>
            <a:solidFill>
              <a:srgbClr val="E1EED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2"/>
            <p:cNvSpPr/>
            <p:nvPr/>
          </p:nvSpPr>
          <p:spPr>
            <a:xfrm>
              <a:off x="3278446" y="1812834"/>
              <a:ext cx="3148" cy="6501"/>
            </a:xfrm>
            <a:custGeom>
              <a:avLst/>
              <a:pathLst>
                <a:path w="3148" h="6501">
                  <a:moveTo>
                    <a:pt x="2904" y="5605"/>
                  </a:moveTo>
                  <a:lnTo>
                    <a:pt x="3148" y="6501"/>
                  </a:lnTo>
                  <a:lnTo>
                    <a:pt x="2860" y="6401"/>
                  </a:lnTo>
                  <a:lnTo>
                    <a:pt x="2028" y="5380"/>
                  </a:lnTo>
                  <a:lnTo>
                    <a:pt x="576" y="2942"/>
                  </a:lnTo>
                  <a:lnTo>
                    <a:pt x="69" y="927"/>
                  </a:lnTo>
                  <a:lnTo>
                    <a:pt x="0" y="0"/>
                  </a:lnTo>
                  <a:lnTo>
                    <a:pt x="357" y="103"/>
                  </a:lnTo>
                  <a:lnTo>
                    <a:pt x="656" y="932"/>
                  </a:lnTo>
                  <a:lnTo>
                    <a:pt x="2034" y="1476"/>
                  </a:lnTo>
                  <a:lnTo>
                    <a:pt x="2396" y="1885"/>
                  </a:lnTo>
                  <a:lnTo>
                    <a:pt x="2391" y="2894"/>
                  </a:lnTo>
                  <a:lnTo>
                    <a:pt x="2854" y="4089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3"/>
            <p:cNvSpPr/>
            <p:nvPr/>
          </p:nvSpPr>
          <p:spPr>
            <a:xfrm>
              <a:off x="3279064" y="1804874"/>
              <a:ext cx="3227" cy="4001"/>
            </a:xfrm>
            <a:custGeom>
              <a:avLst/>
              <a:pathLst>
                <a:path w="3227" h="4001">
                  <a:moveTo>
                    <a:pt x="3227" y="2888"/>
                  </a:moveTo>
                  <a:lnTo>
                    <a:pt x="2986" y="4001"/>
                  </a:lnTo>
                  <a:lnTo>
                    <a:pt x="2648" y="3990"/>
                  </a:lnTo>
                  <a:lnTo>
                    <a:pt x="1487" y="2611"/>
                  </a:lnTo>
                  <a:lnTo>
                    <a:pt x="562" y="1859"/>
                  </a:lnTo>
                  <a:lnTo>
                    <a:pt x="256" y="1225"/>
                  </a:lnTo>
                  <a:lnTo>
                    <a:pt x="0" y="135"/>
                  </a:lnTo>
                  <a:lnTo>
                    <a:pt x="530" y="0"/>
                  </a:lnTo>
                  <a:lnTo>
                    <a:pt x="1159" y="246"/>
                  </a:lnTo>
                  <a:lnTo>
                    <a:pt x="2747" y="1239"/>
                  </a:lnTo>
                  <a:lnTo>
                    <a:pt x="3195" y="2275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4"/>
            <p:cNvSpPr/>
            <p:nvPr/>
          </p:nvSpPr>
          <p:spPr>
            <a:xfrm>
              <a:off x="3272427" y="1797561"/>
              <a:ext cx="4410" cy="3285"/>
            </a:xfrm>
            <a:custGeom>
              <a:avLst/>
              <a:pathLst>
                <a:path w="4410" h="3285">
                  <a:moveTo>
                    <a:pt x="2909" y="352"/>
                  </a:moveTo>
                  <a:lnTo>
                    <a:pt x="4016" y="1497"/>
                  </a:lnTo>
                  <a:lnTo>
                    <a:pt x="4410" y="2304"/>
                  </a:lnTo>
                  <a:lnTo>
                    <a:pt x="3773" y="3084"/>
                  </a:lnTo>
                  <a:lnTo>
                    <a:pt x="3001" y="3285"/>
                  </a:lnTo>
                  <a:lnTo>
                    <a:pt x="2069" y="3104"/>
                  </a:lnTo>
                  <a:lnTo>
                    <a:pt x="536" y="2258"/>
                  </a:lnTo>
                  <a:lnTo>
                    <a:pt x="0" y="323"/>
                  </a:lnTo>
                  <a:lnTo>
                    <a:pt x="1059" y="370"/>
                  </a:lnTo>
                  <a:lnTo>
                    <a:pt x="2311" y="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5"/>
            <p:cNvSpPr/>
            <p:nvPr/>
          </p:nvSpPr>
          <p:spPr>
            <a:xfrm>
              <a:off x="3275517" y="1792684"/>
              <a:ext cx="6677" cy="10779"/>
            </a:xfrm>
            <a:custGeom>
              <a:avLst/>
              <a:pathLst>
                <a:path w="6677" h="10779">
                  <a:moveTo>
                    <a:pt x="6677" y="2611"/>
                  </a:moveTo>
                  <a:lnTo>
                    <a:pt x="6371" y="6579"/>
                  </a:lnTo>
                  <a:lnTo>
                    <a:pt x="5870" y="6557"/>
                  </a:lnTo>
                  <a:lnTo>
                    <a:pt x="4976" y="5459"/>
                  </a:lnTo>
                  <a:lnTo>
                    <a:pt x="4303" y="5234"/>
                  </a:lnTo>
                  <a:lnTo>
                    <a:pt x="4092" y="5820"/>
                  </a:lnTo>
                  <a:lnTo>
                    <a:pt x="4127" y="6525"/>
                  </a:lnTo>
                  <a:lnTo>
                    <a:pt x="4475" y="6968"/>
                  </a:lnTo>
                  <a:lnTo>
                    <a:pt x="5548" y="9629"/>
                  </a:lnTo>
                  <a:lnTo>
                    <a:pt x="5648" y="10404"/>
                  </a:lnTo>
                  <a:lnTo>
                    <a:pt x="5515" y="10779"/>
                  </a:lnTo>
                  <a:lnTo>
                    <a:pt x="4472" y="10011"/>
                  </a:lnTo>
                  <a:lnTo>
                    <a:pt x="1957" y="6567"/>
                  </a:lnTo>
                  <a:lnTo>
                    <a:pt x="0" y="906"/>
                  </a:lnTo>
                  <a:lnTo>
                    <a:pt x="2634" y="0"/>
                  </a:lnTo>
                  <a:lnTo>
                    <a:pt x="4547" y="1486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6"/>
            <p:cNvSpPr/>
            <p:nvPr/>
          </p:nvSpPr>
          <p:spPr>
            <a:xfrm>
              <a:off x="3283078" y="1791520"/>
              <a:ext cx="1893" cy="4998"/>
            </a:xfrm>
            <a:custGeom>
              <a:avLst/>
              <a:pathLst>
                <a:path w="1893" h="4998">
                  <a:moveTo>
                    <a:pt x="1893" y="2866"/>
                  </a:moveTo>
                  <a:lnTo>
                    <a:pt x="1303" y="4998"/>
                  </a:lnTo>
                  <a:lnTo>
                    <a:pt x="429" y="4663"/>
                  </a:lnTo>
                  <a:lnTo>
                    <a:pt x="189" y="4433"/>
                  </a:lnTo>
                  <a:lnTo>
                    <a:pt x="0" y="3875"/>
                  </a:lnTo>
                  <a:lnTo>
                    <a:pt x="91" y="2291"/>
                  </a:lnTo>
                  <a:lnTo>
                    <a:pt x="60" y="0"/>
                  </a:lnTo>
                  <a:lnTo>
                    <a:pt x="1066" y="1884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7"/>
            <p:cNvSpPr/>
            <p:nvPr/>
          </p:nvSpPr>
          <p:spPr>
            <a:xfrm>
              <a:off x="5374437" y="3476426"/>
              <a:ext cx="893" cy="1706"/>
            </a:xfrm>
            <a:custGeom>
              <a:avLst/>
              <a:pathLst>
                <a:path w="893" h="1706">
                  <a:moveTo>
                    <a:pt x="766" y="274"/>
                  </a:moveTo>
                  <a:lnTo>
                    <a:pt x="893" y="1706"/>
                  </a:lnTo>
                  <a:lnTo>
                    <a:pt x="108" y="1011"/>
                  </a:lnTo>
                  <a:lnTo>
                    <a:pt x="0" y="504"/>
                  </a:lnTo>
                  <a:lnTo>
                    <a:pt x="457" y="0"/>
                  </a:lnTo>
                  <a:close/>
                </a:path>
              </a:pathLst>
            </a:custGeom>
            <a:solidFill>
              <a:srgbClr val="F0F6E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8"/>
            <p:cNvSpPr/>
            <p:nvPr/>
          </p:nvSpPr>
          <p:spPr>
            <a:xfrm>
              <a:off x="5315287" y="3427885"/>
              <a:ext cx="2558" cy="5517"/>
            </a:xfrm>
            <a:custGeom>
              <a:avLst/>
              <a:pathLst>
                <a:path w="2558" h="5517">
                  <a:moveTo>
                    <a:pt x="2309" y="4847"/>
                  </a:moveTo>
                  <a:lnTo>
                    <a:pt x="1590" y="5517"/>
                  </a:lnTo>
                  <a:lnTo>
                    <a:pt x="688" y="5214"/>
                  </a:lnTo>
                  <a:lnTo>
                    <a:pt x="409" y="2804"/>
                  </a:lnTo>
                  <a:lnTo>
                    <a:pt x="0" y="2159"/>
                  </a:lnTo>
                  <a:lnTo>
                    <a:pt x="87" y="972"/>
                  </a:lnTo>
                  <a:lnTo>
                    <a:pt x="721" y="0"/>
                  </a:lnTo>
                  <a:lnTo>
                    <a:pt x="2060" y="787"/>
                  </a:lnTo>
                  <a:lnTo>
                    <a:pt x="2558" y="2498"/>
                  </a:lnTo>
                  <a:lnTo>
                    <a:pt x="2242" y="3637"/>
                  </a:lnTo>
                  <a:close/>
                </a:path>
              </a:pathLst>
            </a:custGeom>
            <a:solidFill>
              <a:srgbClr val="F0F6E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69"/>
            <p:cNvSpPr/>
            <p:nvPr/>
          </p:nvSpPr>
          <p:spPr>
            <a:xfrm>
              <a:off x="5234363" y="3415690"/>
              <a:ext cx="996" cy="1696"/>
            </a:xfrm>
            <a:custGeom>
              <a:avLst/>
              <a:pathLst>
                <a:path w="996" h="1696">
                  <a:moveTo>
                    <a:pt x="962" y="1307"/>
                  </a:moveTo>
                  <a:lnTo>
                    <a:pt x="860" y="1696"/>
                  </a:lnTo>
                  <a:lnTo>
                    <a:pt x="106" y="1546"/>
                  </a:lnTo>
                  <a:lnTo>
                    <a:pt x="0" y="1327"/>
                  </a:lnTo>
                  <a:lnTo>
                    <a:pt x="66" y="1155"/>
                  </a:lnTo>
                  <a:lnTo>
                    <a:pt x="426" y="981"/>
                  </a:lnTo>
                  <a:lnTo>
                    <a:pt x="469" y="444"/>
                  </a:lnTo>
                  <a:lnTo>
                    <a:pt x="285" y="330"/>
                  </a:lnTo>
                  <a:lnTo>
                    <a:pt x="443" y="50"/>
                  </a:lnTo>
                  <a:lnTo>
                    <a:pt x="737" y="0"/>
                  </a:lnTo>
                  <a:lnTo>
                    <a:pt x="907" y="330"/>
                  </a:lnTo>
                  <a:lnTo>
                    <a:pt x="996" y="815"/>
                  </a:lnTo>
                  <a:close/>
                </a:path>
              </a:pathLst>
            </a:custGeom>
            <a:solidFill>
              <a:srgbClr val="F0F6E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0"/>
            <p:cNvSpPr/>
            <p:nvPr/>
          </p:nvSpPr>
          <p:spPr>
            <a:xfrm>
              <a:off x="5237895" y="3413425"/>
              <a:ext cx="698" cy="1191"/>
            </a:xfrm>
            <a:custGeom>
              <a:avLst/>
              <a:pathLst>
                <a:path w="698" h="1191">
                  <a:moveTo>
                    <a:pt x="314" y="1035"/>
                  </a:moveTo>
                  <a:lnTo>
                    <a:pt x="102" y="1191"/>
                  </a:lnTo>
                  <a:lnTo>
                    <a:pt x="0" y="1043"/>
                  </a:lnTo>
                  <a:lnTo>
                    <a:pt x="49" y="287"/>
                  </a:lnTo>
                  <a:lnTo>
                    <a:pt x="115" y="27"/>
                  </a:lnTo>
                  <a:lnTo>
                    <a:pt x="319" y="0"/>
                  </a:lnTo>
                  <a:lnTo>
                    <a:pt x="673" y="204"/>
                  </a:lnTo>
                  <a:lnTo>
                    <a:pt x="698" y="391"/>
                  </a:lnTo>
                  <a:close/>
                </a:path>
              </a:pathLst>
            </a:custGeom>
            <a:solidFill>
              <a:srgbClr val="F0F6E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1"/>
            <p:cNvSpPr/>
            <p:nvPr/>
          </p:nvSpPr>
          <p:spPr>
            <a:xfrm>
              <a:off x="5067680" y="3350597"/>
              <a:ext cx="1871" cy="5149"/>
            </a:xfrm>
            <a:custGeom>
              <a:avLst/>
              <a:pathLst>
                <a:path w="1871" h="5149">
                  <a:moveTo>
                    <a:pt x="996" y="2737"/>
                  </a:moveTo>
                  <a:lnTo>
                    <a:pt x="63" y="5149"/>
                  </a:lnTo>
                  <a:lnTo>
                    <a:pt x="0" y="4360"/>
                  </a:lnTo>
                  <a:lnTo>
                    <a:pt x="285" y="2917"/>
                  </a:lnTo>
                  <a:lnTo>
                    <a:pt x="678" y="1274"/>
                  </a:lnTo>
                  <a:lnTo>
                    <a:pt x="1049" y="287"/>
                  </a:lnTo>
                  <a:lnTo>
                    <a:pt x="1529" y="0"/>
                  </a:lnTo>
                  <a:lnTo>
                    <a:pt x="1871" y="1362"/>
                  </a:lnTo>
                  <a:lnTo>
                    <a:pt x="1488" y="2539"/>
                  </a:lnTo>
                  <a:close/>
                </a:path>
              </a:pathLst>
            </a:custGeom>
            <a:solidFill>
              <a:srgbClr val="F0F6E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2"/>
            <p:cNvSpPr/>
            <p:nvPr/>
          </p:nvSpPr>
          <p:spPr>
            <a:xfrm>
              <a:off x="3471416" y="3566042"/>
              <a:ext cx="71292" cy="183750"/>
            </a:xfrm>
            <a:custGeom>
              <a:avLst/>
              <a:pathLst>
                <a:path w="71292" h="183750">
                  <a:moveTo>
                    <a:pt x="56645" y="4155"/>
                  </a:moveTo>
                  <a:lnTo>
                    <a:pt x="56584" y="6220"/>
                  </a:lnTo>
                  <a:lnTo>
                    <a:pt x="55607" y="11281"/>
                  </a:lnTo>
                  <a:lnTo>
                    <a:pt x="55147" y="15177"/>
                  </a:lnTo>
                  <a:lnTo>
                    <a:pt x="55030" y="19328"/>
                  </a:lnTo>
                  <a:lnTo>
                    <a:pt x="55300" y="22668"/>
                  </a:lnTo>
                  <a:lnTo>
                    <a:pt x="55771" y="25045"/>
                  </a:lnTo>
                  <a:lnTo>
                    <a:pt x="56075" y="27643"/>
                  </a:lnTo>
                  <a:lnTo>
                    <a:pt x="55840" y="29453"/>
                  </a:lnTo>
                  <a:lnTo>
                    <a:pt x="55368" y="30227"/>
                  </a:lnTo>
                  <a:lnTo>
                    <a:pt x="55691" y="31137"/>
                  </a:lnTo>
                  <a:lnTo>
                    <a:pt x="56405" y="31356"/>
                  </a:lnTo>
                  <a:lnTo>
                    <a:pt x="57617" y="30566"/>
                  </a:lnTo>
                  <a:lnTo>
                    <a:pt x="59480" y="29182"/>
                  </a:lnTo>
                  <a:lnTo>
                    <a:pt x="61922" y="27182"/>
                  </a:lnTo>
                  <a:lnTo>
                    <a:pt x="63528" y="26105"/>
                  </a:lnTo>
                  <a:lnTo>
                    <a:pt x="66179" y="26780"/>
                  </a:lnTo>
                  <a:lnTo>
                    <a:pt x="67594" y="27539"/>
                  </a:lnTo>
                  <a:lnTo>
                    <a:pt x="68320" y="28947"/>
                  </a:lnTo>
                  <a:lnTo>
                    <a:pt x="69101" y="34907"/>
                  </a:lnTo>
                  <a:lnTo>
                    <a:pt x="69489" y="35812"/>
                  </a:lnTo>
                  <a:lnTo>
                    <a:pt x="70130" y="38347"/>
                  </a:lnTo>
                  <a:lnTo>
                    <a:pt x="70667" y="41390"/>
                  </a:lnTo>
                  <a:lnTo>
                    <a:pt x="70781" y="42937"/>
                  </a:lnTo>
                  <a:lnTo>
                    <a:pt x="70723" y="44049"/>
                  </a:lnTo>
                  <a:lnTo>
                    <a:pt x="70182" y="45697"/>
                  </a:lnTo>
                  <a:lnTo>
                    <a:pt x="69576" y="48116"/>
                  </a:lnTo>
                  <a:lnTo>
                    <a:pt x="69363" y="49582"/>
                  </a:lnTo>
                  <a:lnTo>
                    <a:pt x="68855" y="50669"/>
                  </a:lnTo>
                  <a:lnTo>
                    <a:pt x="68212" y="51742"/>
                  </a:lnTo>
                  <a:lnTo>
                    <a:pt x="66442" y="52172"/>
                  </a:lnTo>
                  <a:lnTo>
                    <a:pt x="66171" y="52810"/>
                  </a:lnTo>
                  <a:lnTo>
                    <a:pt x="65674" y="55388"/>
                  </a:lnTo>
                  <a:lnTo>
                    <a:pt x="64740" y="57573"/>
                  </a:lnTo>
                  <a:lnTo>
                    <a:pt x="64315" y="59636"/>
                  </a:lnTo>
                  <a:lnTo>
                    <a:pt x="63938" y="62389"/>
                  </a:lnTo>
                  <a:lnTo>
                    <a:pt x="64012" y="65802"/>
                  </a:lnTo>
                  <a:lnTo>
                    <a:pt x="63826" y="70711"/>
                  </a:lnTo>
                  <a:lnTo>
                    <a:pt x="63635" y="74035"/>
                  </a:lnTo>
                  <a:lnTo>
                    <a:pt x="64104" y="75195"/>
                  </a:lnTo>
                  <a:lnTo>
                    <a:pt x="66219" y="76009"/>
                  </a:lnTo>
                  <a:lnTo>
                    <a:pt x="66631" y="76667"/>
                  </a:lnTo>
                  <a:lnTo>
                    <a:pt x="67192" y="78721"/>
                  </a:lnTo>
                  <a:lnTo>
                    <a:pt x="67913" y="80655"/>
                  </a:lnTo>
                  <a:lnTo>
                    <a:pt x="69851" y="81873"/>
                  </a:lnTo>
                  <a:lnTo>
                    <a:pt x="70603" y="83353"/>
                  </a:lnTo>
                  <a:lnTo>
                    <a:pt x="71213" y="84972"/>
                  </a:lnTo>
                  <a:lnTo>
                    <a:pt x="71292" y="86299"/>
                  </a:lnTo>
                  <a:lnTo>
                    <a:pt x="70852" y="91632"/>
                  </a:lnTo>
                  <a:lnTo>
                    <a:pt x="70429" y="96751"/>
                  </a:lnTo>
                  <a:lnTo>
                    <a:pt x="70594" y="100647"/>
                  </a:lnTo>
                  <a:lnTo>
                    <a:pt x="70753" y="104366"/>
                  </a:lnTo>
                  <a:lnTo>
                    <a:pt x="70984" y="109785"/>
                  </a:lnTo>
                  <a:lnTo>
                    <a:pt x="70881" y="113092"/>
                  </a:lnTo>
                  <a:lnTo>
                    <a:pt x="70334" y="115109"/>
                  </a:lnTo>
                  <a:lnTo>
                    <a:pt x="70334" y="116694"/>
                  </a:lnTo>
                  <a:lnTo>
                    <a:pt x="70585" y="118601"/>
                  </a:lnTo>
                  <a:lnTo>
                    <a:pt x="70100" y="123876"/>
                  </a:lnTo>
                  <a:lnTo>
                    <a:pt x="69787" y="124768"/>
                  </a:lnTo>
                  <a:lnTo>
                    <a:pt x="68921" y="125752"/>
                  </a:lnTo>
                  <a:lnTo>
                    <a:pt x="68465" y="127169"/>
                  </a:lnTo>
                  <a:lnTo>
                    <a:pt x="68319" y="129393"/>
                  </a:lnTo>
                  <a:lnTo>
                    <a:pt x="67852" y="132441"/>
                  </a:lnTo>
                  <a:lnTo>
                    <a:pt x="67372" y="133555"/>
                  </a:lnTo>
                  <a:lnTo>
                    <a:pt x="67372" y="134971"/>
                  </a:lnTo>
                  <a:lnTo>
                    <a:pt x="67835" y="136007"/>
                  </a:lnTo>
                  <a:lnTo>
                    <a:pt x="67828" y="137592"/>
                  </a:lnTo>
                  <a:lnTo>
                    <a:pt x="66963" y="139476"/>
                  </a:lnTo>
                  <a:lnTo>
                    <a:pt x="66440" y="140922"/>
                  </a:lnTo>
                  <a:lnTo>
                    <a:pt x="65286" y="141623"/>
                  </a:lnTo>
                  <a:lnTo>
                    <a:pt x="63967" y="140878"/>
                  </a:lnTo>
                  <a:lnTo>
                    <a:pt x="63657" y="139828"/>
                  </a:lnTo>
                  <a:lnTo>
                    <a:pt x="63976" y="138192"/>
                  </a:lnTo>
                  <a:lnTo>
                    <a:pt x="63863" y="136882"/>
                  </a:lnTo>
                  <a:lnTo>
                    <a:pt x="63407" y="135508"/>
                  </a:lnTo>
                  <a:lnTo>
                    <a:pt x="62701" y="131965"/>
                  </a:lnTo>
                  <a:lnTo>
                    <a:pt x="62077" y="131217"/>
                  </a:lnTo>
                  <a:lnTo>
                    <a:pt x="61729" y="132666"/>
                  </a:lnTo>
                  <a:lnTo>
                    <a:pt x="60655" y="135358"/>
                  </a:lnTo>
                  <a:lnTo>
                    <a:pt x="58759" y="138809"/>
                  </a:lnTo>
                  <a:lnTo>
                    <a:pt x="57431" y="139086"/>
                  </a:lnTo>
                  <a:lnTo>
                    <a:pt x="54979" y="138033"/>
                  </a:lnTo>
                  <a:lnTo>
                    <a:pt x="52923" y="136385"/>
                  </a:lnTo>
                  <a:lnTo>
                    <a:pt x="51956" y="132334"/>
                  </a:lnTo>
                  <a:lnTo>
                    <a:pt x="51350" y="128995"/>
                  </a:lnTo>
                  <a:lnTo>
                    <a:pt x="50475" y="125111"/>
                  </a:lnTo>
                  <a:lnTo>
                    <a:pt x="49489" y="123267"/>
                  </a:lnTo>
                  <a:lnTo>
                    <a:pt x="48437" y="122090"/>
                  </a:lnTo>
                  <a:lnTo>
                    <a:pt x="47968" y="122009"/>
                  </a:lnTo>
                  <a:lnTo>
                    <a:pt x="46465" y="124170"/>
                  </a:lnTo>
                  <a:lnTo>
                    <a:pt x="46015" y="125025"/>
                  </a:lnTo>
                  <a:lnTo>
                    <a:pt x="46018" y="126840"/>
                  </a:lnTo>
                  <a:lnTo>
                    <a:pt x="46158" y="128531"/>
                  </a:lnTo>
                  <a:lnTo>
                    <a:pt x="46391" y="129350"/>
                  </a:lnTo>
                  <a:lnTo>
                    <a:pt x="46587" y="130435"/>
                  </a:lnTo>
                  <a:lnTo>
                    <a:pt x="46552" y="132126"/>
                  </a:lnTo>
                  <a:lnTo>
                    <a:pt x="46282" y="134383"/>
                  </a:lnTo>
                  <a:lnTo>
                    <a:pt x="46191" y="136876"/>
                  </a:lnTo>
                  <a:lnTo>
                    <a:pt x="41478" y="139317"/>
                  </a:lnTo>
                  <a:lnTo>
                    <a:pt x="40661" y="138437"/>
                  </a:lnTo>
                  <a:lnTo>
                    <a:pt x="40069" y="137315"/>
                  </a:lnTo>
                  <a:lnTo>
                    <a:pt x="39354" y="137511"/>
                  </a:lnTo>
                  <a:lnTo>
                    <a:pt x="37311" y="138789"/>
                  </a:lnTo>
                  <a:lnTo>
                    <a:pt x="36560" y="137897"/>
                  </a:lnTo>
                  <a:lnTo>
                    <a:pt x="35814" y="137248"/>
                  </a:lnTo>
                  <a:lnTo>
                    <a:pt x="35472" y="137791"/>
                  </a:lnTo>
                  <a:lnTo>
                    <a:pt x="35440" y="138858"/>
                  </a:lnTo>
                  <a:lnTo>
                    <a:pt x="35789" y="144719"/>
                  </a:lnTo>
                  <a:lnTo>
                    <a:pt x="35679" y="146953"/>
                  </a:lnTo>
                  <a:lnTo>
                    <a:pt x="35217" y="149867"/>
                  </a:lnTo>
                  <a:lnTo>
                    <a:pt x="34979" y="151850"/>
                  </a:lnTo>
                  <a:lnTo>
                    <a:pt x="36228" y="152401"/>
                  </a:lnTo>
                  <a:lnTo>
                    <a:pt x="36680" y="153324"/>
                  </a:lnTo>
                  <a:lnTo>
                    <a:pt x="37120" y="154799"/>
                  </a:lnTo>
                  <a:lnTo>
                    <a:pt x="37723" y="156175"/>
                  </a:lnTo>
                  <a:lnTo>
                    <a:pt x="37764" y="157006"/>
                  </a:lnTo>
                  <a:lnTo>
                    <a:pt x="37079" y="158538"/>
                  </a:lnTo>
                  <a:lnTo>
                    <a:pt x="36845" y="160426"/>
                  </a:lnTo>
                  <a:lnTo>
                    <a:pt x="37171" y="161903"/>
                  </a:lnTo>
                  <a:lnTo>
                    <a:pt x="38022" y="163444"/>
                  </a:lnTo>
                  <a:lnTo>
                    <a:pt x="39264" y="165043"/>
                  </a:lnTo>
                  <a:lnTo>
                    <a:pt x="39870" y="166087"/>
                  </a:lnTo>
                  <a:lnTo>
                    <a:pt x="39810" y="167045"/>
                  </a:lnTo>
                  <a:lnTo>
                    <a:pt x="39236" y="169091"/>
                  </a:lnTo>
                  <a:lnTo>
                    <a:pt x="39013" y="170817"/>
                  </a:lnTo>
                  <a:lnTo>
                    <a:pt x="38620" y="172378"/>
                  </a:lnTo>
                  <a:lnTo>
                    <a:pt x="38701" y="173815"/>
                  </a:lnTo>
                  <a:lnTo>
                    <a:pt x="39260" y="175154"/>
                  </a:lnTo>
                  <a:lnTo>
                    <a:pt x="39200" y="176352"/>
                  </a:lnTo>
                  <a:lnTo>
                    <a:pt x="38821" y="177261"/>
                  </a:lnTo>
                  <a:lnTo>
                    <a:pt x="38047" y="177070"/>
                  </a:lnTo>
                  <a:lnTo>
                    <a:pt x="37393" y="177197"/>
                  </a:lnTo>
                  <a:lnTo>
                    <a:pt x="36804" y="176828"/>
                  </a:lnTo>
                  <a:lnTo>
                    <a:pt x="34967" y="172188"/>
                  </a:lnTo>
                  <a:lnTo>
                    <a:pt x="34565" y="172049"/>
                  </a:lnTo>
                  <a:lnTo>
                    <a:pt x="31900" y="175619"/>
                  </a:lnTo>
                  <a:lnTo>
                    <a:pt x="31236" y="177087"/>
                  </a:lnTo>
                  <a:lnTo>
                    <a:pt x="30688" y="179191"/>
                  </a:lnTo>
                  <a:lnTo>
                    <a:pt x="29949" y="183750"/>
                  </a:lnTo>
                  <a:lnTo>
                    <a:pt x="28738" y="181096"/>
                  </a:lnTo>
                  <a:lnTo>
                    <a:pt x="27692" y="176239"/>
                  </a:lnTo>
                  <a:lnTo>
                    <a:pt x="26473" y="173261"/>
                  </a:lnTo>
                  <a:lnTo>
                    <a:pt x="23909" y="168436"/>
                  </a:lnTo>
                  <a:lnTo>
                    <a:pt x="23227" y="164890"/>
                  </a:lnTo>
                  <a:lnTo>
                    <a:pt x="20293" y="157061"/>
                  </a:lnTo>
                  <a:lnTo>
                    <a:pt x="16079" y="149238"/>
                  </a:lnTo>
                  <a:lnTo>
                    <a:pt x="13035" y="142448"/>
                  </a:lnTo>
                  <a:lnTo>
                    <a:pt x="12573" y="140942"/>
                  </a:lnTo>
                  <a:lnTo>
                    <a:pt x="13086" y="141126"/>
                  </a:lnTo>
                  <a:lnTo>
                    <a:pt x="16027" y="144511"/>
                  </a:lnTo>
                  <a:lnTo>
                    <a:pt x="16428" y="144133"/>
                  </a:lnTo>
                  <a:lnTo>
                    <a:pt x="16768" y="143374"/>
                  </a:lnTo>
                  <a:lnTo>
                    <a:pt x="15498" y="141600"/>
                  </a:lnTo>
                  <a:lnTo>
                    <a:pt x="14285" y="140203"/>
                  </a:lnTo>
                  <a:lnTo>
                    <a:pt x="13148" y="139332"/>
                  </a:lnTo>
                  <a:lnTo>
                    <a:pt x="12009" y="139407"/>
                  </a:lnTo>
                  <a:lnTo>
                    <a:pt x="11370" y="137972"/>
                  </a:lnTo>
                  <a:lnTo>
                    <a:pt x="10956" y="135788"/>
                  </a:lnTo>
                  <a:lnTo>
                    <a:pt x="10746" y="133921"/>
                  </a:lnTo>
                  <a:lnTo>
                    <a:pt x="10243" y="131967"/>
                  </a:lnTo>
                  <a:lnTo>
                    <a:pt x="8627" y="127942"/>
                  </a:lnTo>
                  <a:lnTo>
                    <a:pt x="8235" y="126387"/>
                  </a:lnTo>
                  <a:lnTo>
                    <a:pt x="7352" y="124260"/>
                  </a:lnTo>
                  <a:lnTo>
                    <a:pt x="7889" y="123983"/>
                  </a:lnTo>
                  <a:lnTo>
                    <a:pt x="9621" y="126011"/>
                  </a:lnTo>
                  <a:lnTo>
                    <a:pt x="9775" y="125203"/>
                  </a:lnTo>
                  <a:lnTo>
                    <a:pt x="9626" y="124012"/>
                  </a:lnTo>
                  <a:lnTo>
                    <a:pt x="7885" y="122084"/>
                  </a:lnTo>
                  <a:lnTo>
                    <a:pt x="6941" y="121957"/>
                  </a:lnTo>
                  <a:lnTo>
                    <a:pt x="6723" y="120604"/>
                  </a:lnTo>
                  <a:lnTo>
                    <a:pt x="6851" y="119037"/>
                  </a:lnTo>
                  <a:lnTo>
                    <a:pt x="5607" y="113170"/>
                  </a:lnTo>
                  <a:lnTo>
                    <a:pt x="4315" y="108778"/>
                  </a:lnTo>
                  <a:lnTo>
                    <a:pt x="4111" y="106704"/>
                  </a:lnTo>
                  <a:lnTo>
                    <a:pt x="7597" y="116252"/>
                  </a:lnTo>
                  <a:lnTo>
                    <a:pt x="8064" y="116417"/>
                  </a:lnTo>
                  <a:lnTo>
                    <a:pt x="8677" y="116327"/>
                  </a:lnTo>
                  <a:lnTo>
                    <a:pt x="10121" y="115257"/>
                  </a:lnTo>
                  <a:lnTo>
                    <a:pt x="9846" y="113981"/>
                  </a:lnTo>
                  <a:lnTo>
                    <a:pt x="9195" y="112613"/>
                  </a:lnTo>
                  <a:lnTo>
                    <a:pt x="8564" y="113242"/>
                  </a:lnTo>
                  <a:lnTo>
                    <a:pt x="7743" y="113372"/>
                  </a:lnTo>
                  <a:lnTo>
                    <a:pt x="7313" y="112801"/>
                  </a:lnTo>
                  <a:lnTo>
                    <a:pt x="7120" y="111817"/>
                  </a:lnTo>
                  <a:lnTo>
                    <a:pt x="7941" y="107180"/>
                  </a:lnTo>
                  <a:lnTo>
                    <a:pt x="7585" y="107413"/>
                  </a:lnTo>
                  <a:lnTo>
                    <a:pt x="7324" y="108242"/>
                  </a:lnTo>
                  <a:lnTo>
                    <a:pt x="6873" y="108634"/>
                  </a:lnTo>
                  <a:lnTo>
                    <a:pt x="6178" y="108876"/>
                  </a:lnTo>
                  <a:lnTo>
                    <a:pt x="4461" y="106392"/>
                  </a:lnTo>
                  <a:lnTo>
                    <a:pt x="2946" y="99689"/>
                  </a:lnTo>
                  <a:lnTo>
                    <a:pt x="2545" y="98315"/>
                  </a:lnTo>
                  <a:lnTo>
                    <a:pt x="2140" y="95983"/>
                  </a:lnTo>
                  <a:lnTo>
                    <a:pt x="1741" y="95022"/>
                  </a:lnTo>
                  <a:lnTo>
                    <a:pt x="0" y="85491"/>
                  </a:lnTo>
                  <a:lnTo>
                    <a:pt x="667" y="86198"/>
                  </a:lnTo>
                  <a:lnTo>
                    <a:pt x="1459" y="88960"/>
                  </a:lnTo>
                  <a:lnTo>
                    <a:pt x="3001" y="88380"/>
                  </a:lnTo>
                  <a:lnTo>
                    <a:pt x="3604" y="86781"/>
                  </a:lnTo>
                  <a:lnTo>
                    <a:pt x="4130" y="86842"/>
                  </a:lnTo>
                  <a:lnTo>
                    <a:pt x="4669" y="86475"/>
                  </a:lnTo>
                  <a:lnTo>
                    <a:pt x="5348" y="84969"/>
                  </a:lnTo>
                  <a:lnTo>
                    <a:pt x="7324" y="78407"/>
                  </a:lnTo>
                  <a:lnTo>
                    <a:pt x="7847" y="69749"/>
                  </a:lnTo>
                  <a:lnTo>
                    <a:pt x="7677" y="64605"/>
                  </a:lnTo>
                  <a:lnTo>
                    <a:pt x="7388" y="59502"/>
                  </a:lnTo>
                  <a:lnTo>
                    <a:pt x="8042" y="57874"/>
                  </a:lnTo>
                  <a:lnTo>
                    <a:pt x="8300" y="58949"/>
                  </a:lnTo>
                  <a:lnTo>
                    <a:pt x="8428" y="60761"/>
                  </a:lnTo>
                  <a:lnTo>
                    <a:pt x="8736" y="62104"/>
                  </a:lnTo>
                  <a:lnTo>
                    <a:pt x="9440" y="63306"/>
                  </a:lnTo>
                  <a:lnTo>
                    <a:pt x="10750" y="63627"/>
                  </a:lnTo>
                  <a:lnTo>
                    <a:pt x="12774" y="65517"/>
                  </a:lnTo>
                  <a:lnTo>
                    <a:pt x="13495" y="66720"/>
                  </a:lnTo>
                  <a:lnTo>
                    <a:pt x="13691" y="64316"/>
                  </a:lnTo>
                  <a:lnTo>
                    <a:pt x="16021" y="62266"/>
                  </a:lnTo>
                  <a:lnTo>
                    <a:pt x="15317" y="61530"/>
                  </a:lnTo>
                  <a:lnTo>
                    <a:pt x="13247" y="62340"/>
                  </a:lnTo>
                  <a:lnTo>
                    <a:pt x="10406" y="59282"/>
                  </a:lnTo>
                  <a:lnTo>
                    <a:pt x="9464" y="57333"/>
                  </a:lnTo>
                  <a:lnTo>
                    <a:pt x="8584" y="53645"/>
                  </a:lnTo>
                  <a:lnTo>
                    <a:pt x="7671" y="51713"/>
                  </a:lnTo>
                  <a:lnTo>
                    <a:pt x="7735" y="49977"/>
                  </a:lnTo>
                  <a:lnTo>
                    <a:pt x="9775" y="48382"/>
                  </a:lnTo>
                  <a:lnTo>
                    <a:pt x="10314" y="48564"/>
                  </a:lnTo>
                  <a:lnTo>
                    <a:pt x="10532" y="50470"/>
                  </a:lnTo>
                  <a:lnTo>
                    <a:pt x="11080" y="51252"/>
                  </a:lnTo>
                  <a:lnTo>
                    <a:pt x="11289" y="50992"/>
                  </a:lnTo>
                  <a:lnTo>
                    <a:pt x="11379" y="49363"/>
                  </a:lnTo>
                  <a:lnTo>
                    <a:pt x="11386" y="44995"/>
                  </a:lnTo>
                  <a:lnTo>
                    <a:pt x="10763" y="38735"/>
                  </a:lnTo>
                  <a:lnTo>
                    <a:pt x="10953" y="37533"/>
                  </a:lnTo>
                  <a:lnTo>
                    <a:pt x="11513" y="37099"/>
                  </a:lnTo>
                  <a:lnTo>
                    <a:pt x="12010" y="36271"/>
                  </a:lnTo>
                  <a:lnTo>
                    <a:pt x="12357" y="36115"/>
                  </a:lnTo>
                  <a:lnTo>
                    <a:pt x="13048" y="36271"/>
                  </a:lnTo>
                  <a:lnTo>
                    <a:pt x="13395" y="37719"/>
                  </a:lnTo>
                  <a:lnTo>
                    <a:pt x="13583" y="38516"/>
                  </a:lnTo>
                  <a:lnTo>
                    <a:pt x="14279" y="38885"/>
                  </a:lnTo>
                  <a:lnTo>
                    <a:pt x="14852" y="39657"/>
                  </a:lnTo>
                  <a:lnTo>
                    <a:pt x="15345" y="39449"/>
                  </a:lnTo>
                  <a:lnTo>
                    <a:pt x="15753" y="38546"/>
                  </a:lnTo>
                  <a:lnTo>
                    <a:pt x="16355" y="38360"/>
                  </a:lnTo>
                  <a:lnTo>
                    <a:pt x="18210" y="38373"/>
                  </a:lnTo>
                  <a:lnTo>
                    <a:pt x="19895" y="38387"/>
                  </a:lnTo>
                  <a:lnTo>
                    <a:pt x="23249" y="38415"/>
                  </a:lnTo>
                  <a:lnTo>
                    <a:pt x="26601" y="38441"/>
                  </a:lnTo>
                  <a:lnTo>
                    <a:pt x="29955" y="38467"/>
                  </a:lnTo>
                  <a:lnTo>
                    <a:pt x="32481" y="38487"/>
                  </a:lnTo>
                  <a:lnTo>
                    <a:pt x="32472" y="34910"/>
                  </a:lnTo>
                  <a:lnTo>
                    <a:pt x="32459" y="29388"/>
                  </a:lnTo>
                  <a:lnTo>
                    <a:pt x="32443" y="22865"/>
                  </a:lnTo>
                  <a:lnTo>
                    <a:pt x="32429" y="16606"/>
                  </a:lnTo>
                  <a:lnTo>
                    <a:pt x="32416" y="10824"/>
                  </a:lnTo>
                  <a:lnTo>
                    <a:pt x="32399" y="3982"/>
                  </a:lnTo>
                  <a:lnTo>
                    <a:pt x="32537" y="2019"/>
                  </a:lnTo>
                  <a:lnTo>
                    <a:pt x="32702" y="1204"/>
                  </a:lnTo>
                  <a:lnTo>
                    <a:pt x="32642" y="73"/>
                  </a:lnTo>
                  <a:lnTo>
                    <a:pt x="35240" y="0"/>
                  </a:lnTo>
                  <a:lnTo>
                    <a:pt x="39939" y="503"/>
                  </a:lnTo>
                  <a:lnTo>
                    <a:pt x="41992" y="434"/>
                  </a:lnTo>
                  <a:lnTo>
                    <a:pt x="42575" y="526"/>
                  </a:lnTo>
                  <a:lnTo>
                    <a:pt x="45141" y="183"/>
                  </a:lnTo>
                  <a:lnTo>
                    <a:pt x="47220" y="616"/>
                  </a:lnTo>
                  <a:lnTo>
                    <a:pt x="48103" y="1097"/>
                  </a:lnTo>
                  <a:lnTo>
                    <a:pt x="48897" y="1341"/>
                  </a:lnTo>
                  <a:lnTo>
                    <a:pt x="51387" y="1637"/>
                  </a:lnTo>
                  <a:lnTo>
                    <a:pt x="54637" y="1263"/>
                  </a:lnTo>
                  <a:lnTo>
                    <a:pt x="55741" y="1351"/>
                  </a:lnTo>
                  <a:lnTo>
                    <a:pt x="56353" y="2304"/>
                  </a:lnTo>
                  <a:close/>
                </a:path>
              </a:pathLst>
            </a:custGeom>
            <a:solidFill>
              <a:srgbClr val="69AA5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3"/>
            <p:cNvSpPr/>
            <p:nvPr/>
          </p:nvSpPr>
          <p:spPr>
            <a:xfrm>
              <a:off x="3344728" y="2133762"/>
              <a:ext cx="6143" cy="5465"/>
            </a:xfrm>
            <a:custGeom>
              <a:avLst/>
              <a:pathLst>
                <a:path w="6143" h="5465">
                  <a:moveTo>
                    <a:pt x="6143" y="2459"/>
                  </a:moveTo>
                  <a:lnTo>
                    <a:pt x="5109" y="3480"/>
                  </a:lnTo>
                  <a:lnTo>
                    <a:pt x="4782" y="4676"/>
                  </a:lnTo>
                  <a:lnTo>
                    <a:pt x="4532" y="5149"/>
                  </a:lnTo>
                  <a:lnTo>
                    <a:pt x="3849" y="5456"/>
                  </a:lnTo>
                  <a:lnTo>
                    <a:pt x="3172" y="5465"/>
                  </a:lnTo>
                  <a:lnTo>
                    <a:pt x="593" y="3064"/>
                  </a:lnTo>
                  <a:lnTo>
                    <a:pt x="0" y="3172"/>
                  </a:lnTo>
                  <a:lnTo>
                    <a:pt x="589" y="2073"/>
                  </a:lnTo>
                  <a:lnTo>
                    <a:pt x="2191" y="1180"/>
                  </a:lnTo>
                  <a:lnTo>
                    <a:pt x="3092" y="0"/>
                  </a:lnTo>
                  <a:lnTo>
                    <a:pt x="5172" y="1145"/>
                  </a:lnTo>
                  <a:close/>
                </a:path>
              </a:pathLst>
            </a:custGeom>
            <a:solidFill>
              <a:srgbClr val="FFA58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4"/>
            <p:cNvSpPr/>
            <p:nvPr/>
          </p:nvSpPr>
          <p:spPr>
            <a:xfrm>
              <a:off x="3307654" y="2055581"/>
              <a:ext cx="6398" cy="8424"/>
            </a:xfrm>
            <a:custGeom>
              <a:avLst/>
              <a:pathLst>
                <a:path w="6398" h="8424">
                  <a:moveTo>
                    <a:pt x="4579" y="2891"/>
                  </a:moveTo>
                  <a:lnTo>
                    <a:pt x="5096" y="3441"/>
                  </a:lnTo>
                  <a:lnTo>
                    <a:pt x="6398" y="3354"/>
                  </a:lnTo>
                  <a:lnTo>
                    <a:pt x="5967" y="4579"/>
                  </a:lnTo>
                  <a:lnTo>
                    <a:pt x="4534" y="5945"/>
                  </a:lnTo>
                  <a:lnTo>
                    <a:pt x="3569" y="7294"/>
                  </a:lnTo>
                  <a:lnTo>
                    <a:pt x="2404" y="8424"/>
                  </a:lnTo>
                  <a:lnTo>
                    <a:pt x="1838" y="7129"/>
                  </a:lnTo>
                  <a:lnTo>
                    <a:pt x="1183" y="7178"/>
                  </a:lnTo>
                  <a:lnTo>
                    <a:pt x="180" y="4693"/>
                  </a:lnTo>
                  <a:lnTo>
                    <a:pt x="0" y="969"/>
                  </a:lnTo>
                  <a:lnTo>
                    <a:pt x="1309" y="0"/>
                  </a:lnTo>
                  <a:lnTo>
                    <a:pt x="3119" y="60"/>
                  </a:lnTo>
                  <a:close/>
                </a:path>
              </a:pathLst>
            </a:custGeom>
            <a:solidFill>
              <a:srgbClr val="FFA58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5"/>
            <p:cNvSpPr/>
            <p:nvPr/>
          </p:nvSpPr>
          <p:spPr>
            <a:xfrm>
              <a:off x="3263515" y="2001728"/>
              <a:ext cx="33001" cy="35178"/>
            </a:xfrm>
            <a:custGeom>
              <a:avLst/>
              <a:pathLst>
                <a:path w="33001" h="35178">
                  <a:moveTo>
                    <a:pt x="23776" y="34072"/>
                  </a:moveTo>
                  <a:lnTo>
                    <a:pt x="22719" y="33890"/>
                  </a:lnTo>
                  <a:lnTo>
                    <a:pt x="21979" y="34415"/>
                  </a:lnTo>
                  <a:lnTo>
                    <a:pt x="21498" y="34902"/>
                  </a:lnTo>
                  <a:lnTo>
                    <a:pt x="21033" y="34813"/>
                  </a:lnTo>
                  <a:lnTo>
                    <a:pt x="19702" y="35001"/>
                  </a:lnTo>
                  <a:lnTo>
                    <a:pt x="18448" y="34961"/>
                  </a:lnTo>
                  <a:lnTo>
                    <a:pt x="18270" y="34189"/>
                  </a:lnTo>
                  <a:lnTo>
                    <a:pt x="18484" y="31864"/>
                  </a:lnTo>
                  <a:lnTo>
                    <a:pt x="18204" y="31235"/>
                  </a:lnTo>
                  <a:lnTo>
                    <a:pt x="17007" y="30913"/>
                  </a:lnTo>
                  <a:lnTo>
                    <a:pt x="16562" y="30359"/>
                  </a:lnTo>
                  <a:lnTo>
                    <a:pt x="15874" y="28755"/>
                  </a:lnTo>
                  <a:lnTo>
                    <a:pt x="15740" y="28005"/>
                  </a:lnTo>
                  <a:lnTo>
                    <a:pt x="15641" y="26969"/>
                  </a:lnTo>
                  <a:lnTo>
                    <a:pt x="14915" y="25633"/>
                  </a:lnTo>
                  <a:lnTo>
                    <a:pt x="14031" y="24676"/>
                  </a:lnTo>
                  <a:lnTo>
                    <a:pt x="13513" y="24630"/>
                  </a:lnTo>
                  <a:lnTo>
                    <a:pt x="12479" y="26193"/>
                  </a:lnTo>
                  <a:lnTo>
                    <a:pt x="11627" y="27775"/>
                  </a:lnTo>
                  <a:lnTo>
                    <a:pt x="11929" y="28570"/>
                  </a:lnTo>
                  <a:lnTo>
                    <a:pt x="12208" y="29616"/>
                  </a:lnTo>
                  <a:lnTo>
                    <a:pt x="11744" y="30367"/>
                  </a:lnTo>
                  <a:lnTo>
                    <a:pt x="10341" y="32084"/>
                  </a:lnTo>
                  <a:lnTo>
                    <a:pt x="10122" y="32750"/>
                  </a:lnTo>
                  <a:lnTo>
                    <a:pt x="9744" y="33111"/>
                  </a:lnTo>
                  <a:lnTo>
                    <a:pt x="9074" y="32636"/>
                  </a:lnTo>
                  <a:lnTo>
                    <a:pt x="7408" y="32746"/>
                  </a:lnTo>
                  <a:lnTo>
                    <a:pt x="6642" y="32443"/>
                  </a:lnTo>
                  <a:lnTo>
                    <a:pt x="5751" y="31177"/>
                  </a:lnTo>
                  <a:lnTo>
                    <a:pt x="3577" y="30332"/>
                  </a:lnTo>
                  <a:lnTo>
                    <a:pt x="3212" y="28308"/>
                  </a:lnTo>
                  <a:lnTo>
                    <a:pt x="2793" y="27930"/>
                  </a:lnTo>
                  <a:lnTo>
                    <a:pt x="327" y="24452"/>
                  </a:lnTo>
                  <a:lnTo>
                    <a:pt x="0" y="23293"/>
                  </a:lnTo>
                  <a:lnTo>
                    <a:pt x="319" y="22600"/>
                  </a:lnTo>
                  <a:lnTo>
                    <a:pt x="1240" y="21551"/>
                  </a:lnTo>
                  <a:lnTo>
                    <a:pt x="4331" y="19814"/>
                  </a:lnTo>
                  <a:lnTo>
                    <a:pt x="4817" y="19114"/>
                  </a:lnTo>
                  <a:lnTo>
                    <a:pt x="4917" y="18497"/>
                  </a:lnTo>
                  <a:lnTo>
                    <a:pt x="4010" y="17791"/>
                  </a:lnTo>
                  <a:lnTo>
                    <a:pt x="3192" y="17012"/>
                  </a:lnTo>
                  <a:lnTo>
                    <a:pt x="2913" y="16501"/>
                  </a:lnTo>
                  <a:lnTo>
                    <a:pt x="2890" y="16058"/>
                  </a:lnTo>
                  <a:lnTo>
                    <a:pt x="3354" y="15481"/>
                  </a:lnTo>
                  <a:lnTo>
                    <a:pt x="4288" y="15439"/>
                  </a:lnTo>
                  <a:lnTo>
                    <a:pt x="5026" y="15700"/>
                  </a:lnTo>
                  <a:lnTo>
                    <a:pt x="5612" y="15181"/>
                  </a:lnTo>
                  <a:lnTo>
                    <a:pt x="6643" y="14659"/>
                  </a:lnTo>
                  <a:lnTo>
                    <a:pt x="7335" y="14001"/>
                  </a:lnTo>
                  <a:lnTo>
                    <a:pt x="7929" y="12303"/>
                  </a:lnTo>
                  <a:lnTo>
                    <a:pt x="8558" y="10776"/>
                  </a:lnTo>
                  <a:lnTo>
                    <a:pt x="8623" y="9948"/>
                  </a:lnTo>
                  <a:lnTo>
                    <a:pt x="9173" y="7046"/>
                  </a:lnTo>
                  <a:lnTo>
                    <a:pt x="9475" y="6326"/>
                  </a:lnTo>
                  <a:lnTo>
                    <a:pt x="11428" y="4426"/>
                  </a:lnTo>
                  <a:lnTo>
                    <a:pt x="11922" y="5464"/>
                  </a:lnTo>
                  <a:lnTo>
                    <a:pt x="12885" y="5717"/>
                  </a:lnTo>
                  <a:lnTo>
                    <a:pt x="13747" y="4762"/>
                  </a:lnTo>
                  <a:lnTo>
                    <a:pt x="14778" y="1751"/>
                  </a:lnTo>
                  <a:lnTo>
                    <a:pt x="15497" y="1562"/>
                  </a:lnTo>
                  <a:lnTo>
                    <a:pt x="16288" y="1806"/>
                  </a:lnTo>
                  <a:lnTo>
                    <a:pt x="17843" y="1428"/>
                  </a:lnTo>
                  <a:lnTo>
                    <a:pt x="20604" y="23"/>
                  </a:lnTo>
                  <a:lnTo>
                    <a:pt x="21835" y="0"/>
                  </a:lnTo>
                  <a:lnTo>
                    <a:pt x="23576" y="737"/>
                  </a:lnTo>
                  <a:lnTo>
                    <a:pt x="24873" y="721"/>
                  </a:lnTo>
                  <a:lnTo>
                    <a:pt x="26025" y="2874"/>
                  </a:lnTo>
                  <a:lnTo>
                    <a:pt x="26642" y="6267"/>
                  </a:lnTo>
                  <a:lnTo>
                    <a:pt x="28080" y="9620"/>
                  </a:lnTo>
                  <a:lnTo>
                    <a:pt x="29960" y="12538"/>
                  </a:lnTo>
                  <a:lnTo>
                    <a:pt x="30036" y="14322"/>
                  </a:lnTo>
                  <a:lnTo>
                    <a:pt x="29364" y="15280"/>
                  </a:lnTo>
                  <a:lnTo>
                    <a:pt x="27958" y="16471"/>
                  </a:lnTo>
                  <a:lnTo>
                    <a:pt x="27964" y="17743"/>
                  </a:lnTo>
                  <a:lnTo>
                    <a:pt x="28891" y="17101"/>
                  </a:lnTo>
                  <a:lnTo>
                    <a:pt x="29692" y="16805"/>
                  </a:lnTo>
                  <a:lnTo>
                    <a:pt x="31618" y="17090"/>
                  </a:lnTo>
                  <a:lnTo>
                    <a:pt x="32292" y="18384"/>
                  </a:lnTo>
                  <a:lnTo>
                    <a:pt x="32757" y="20322"/>
                  </a:lnTo>
                  <a:lnTo>
                    <a:pt x="33001" y="21913"/>
                  </a:lnTo>
                  <a:lnTo>
                    <a:pt x="32835" y="23643"/>
                  </a:lnTo>
                  <a:lnTo>
                    <a:pt x="32317" y="23095"/>
                  </a:lnTo>
                  <a:lnTo>
                    <a:pt x="31790" y="21547"/>
                  </a:lnTo>
                  <a:lnTo>
                    <a:pt x="31205" y="20834"/>
                  </a:lnTo>
                  <a:lnTo>
                    <a:pt x="30525" y="20449"/>
                  </a:lnTo>
                  <a:lnTo>
                    <a:pt x="30833" y="22572"/>
                  </a:lnTo>
                  <a:lnTo>
                    <a:pt x="30712" y="25414"/>
                  </a:lnTo>
                  <a:lnTo>
                    <a:pt x="31009" y="25682"/>
                  </a:lnTo>
                  <a:lnTo>
                    <a:pt x="31923" y="25731"/>
                  </a:lnTo>
                  <a:lnTo>
                    <a:pt x="31318" y="28640"/>
                  </a:lnTo>
                  <a:lnTo>
                    <a:pt x="30069" y="29429"/>
                  </a:lnTo>
                  <a:lnTo>
                    <a:pt x="28611" y="29725"/>
                  </a:lnTo>
                  <a:lnTo>
                    <a:pt x="28260" y="30755"/>
                  </a:lnTo>
                  <a:lnTo>
                    <a:pt x="27995" y="32082"/>
                  </a:lnTo>
                  <a:lnTo>
                    <a:pt x="27234" y="34062"/>
                  </a:lnTo>
                  <a:lnTo>
                    <a:pt x="26231" y="35178"/>
                  </a:lnTo>
                  <a:lnTo>
                    <a:pt x="24991" y="34953"/>
                  </a:lnTo>
                  <a:close/>
                </a:path>
              </a:pathLst>
            </a:custGeom>
            <a:solidFill>
              <a:srgbClr val="FFA58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6"/>
            <p:cNvSpPr/>
            <p:nvPr/>
          </p:nvSpPr>
          <p:spPr>
            <a:xfrm>
              <a:off x="3297476" y="1987688"/>
              <a:ext cx="3676" cy="7944"/>
            </a:xfrm>
            <a:custGeom>
              <a:avLst/>
              <a:pathLst>
                <a:path w="3676" h="7944">
                  <a:moveTo>
                    <a:pt x="3544" y="7922"/>
                  </a:moveTo>
                  <a:lnTo>
                    <a:pt x="1988" y="7944"/>
                  </a:lnTo>
                  <a:lnTo>
                    <a:pt x="1426" y="7688"/>
                  </a:lnTo>
                  <a:lnTo>
                    <a:pt x="754" y="6970"/>
                  </a:lnTo>
                  <a:lnTo>
                    <a:pt x="0" y="2913"/>
                  </a:lnTo>
                  <a:lnTo>
                    <a:pt x="269" y="1477"/>
                  </a:lnTo>
                  <a:lnTo>
                    <a:pt x="579" y="774"/>
                  </a:lnTo>
                  <a:lnTo>
                    <a:pt x="920" y="229"/>
                  </a:lnTo>
                  <a:lnTo>
                    <a:pt x="1740" y="0"/>
                  </a:lnTo>
                  <a:lnTo>
                    <a:pt x="2557" y="767"/>
                  </a:lnTo>
                  <a:lnTo>
                    <a:pt x="2866" y="1481"/>
                  </a:lnTo>
                  <a:lnTo>
                    <a:pt x="3550" y="4224"/>
                  </a:lnTo>
                  <a:lnTo>
                    <a:pt x="3676" y="6577"/>
                  </a:lnTo>
                  <a:close/>
                </a:path>
              </a:pathLst>
            </a:custGeom>
            <a:solidFill>
              <a:srgbClr val="FFA58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7"/>
            <p:cNvSpPr/>
            <p:nvPr/>
          </p:nvSpPr>
          <p:spPr>
            <a:xfrm>
              <a:off x="3283865" y="1981375"/>
              <a:ext cx="5433" cy="9563"/>
            </a:xfrm>
            <a:custGeom>
              <a:avLst/>
              <a:pathLst>
                <a:path w="5433" h="9563">
                  <a:moveTo>
                    <a:pt x="4525" y="0"/>
                  </a:moveTo>
                  <a:lnTo>
                    <a:pt x="4970" y="3794"/>
                  </a:lnTo>
                  <a:lnTo>
                    <a:pt x="5405" y="6147"/>
                  </a:lnTo>
                  <a:lnTo>
                    <a:pt x="5433" y="6951"/>
                  </a:lnTo>
                  <a:lnTo>
                    <a:pt x="5025" y="8068"/>
                  </a:lnTo>
                  <a:lnTo>
                    <a:pt x="2992" y="9554"/>
                  </a:lnTo>
                  <a:lnTo>
                    <a:pt x="2351" y="9563"/>
                  </a:lnTo>
                  <a:lnTo>
                    <a:pt x="2325" y="9202"/>
                  </a:lnTo>
                  <a:lnTo>
                    <a:pt x="2784" y="7690"/>
                  </a:lnTo>
                  <a:lnTo>
                    <a:pt x="2389" y="5974"/>
                  </a:lnTo>
                  <a:lnTo>
                    <a:pt x="2581" y="4670"/>
                  </a:lnTo>
                  <a:lnTo>
                    <a:pt x="2392" y="4431"/>
                  </a:lnTo>
                  <a:lnTo>
                    <a:pt x="1996" y="4615"/>
                  </a:lnTo>
                  <a:lnTo>
                    <a:pt x="539" y="6687"/>
                  </a:lnTo>
                  <a:lnTo>
                    <a:pt x="53" y="6892"/>
                  </a:lnTo>
                  <a:lnTo>
                    <a:pt x="0" y="6471"/>
                  </a:lnTo>
                  <a:lnTo>
                    <a:pt x="360" y="4774"/>
                  </a:lnTo>
                  <a:lnTo>
                    <a:pt x="404" y="3614"/>
                  </a:lnTo>
                  <a:lnTo>
                    <a:pt x="621" y="2901"/>
                  </a:lnTo>
                  <a:lnTo>
                    <a:pt x="1017" y="2243"/>
                  </a:lnTo>
                  <a:lnTo>
                    <a:pt x="1489" y="1750"/>
                  </a:lnTo>
                  <a:lnTo>
                    <a:pt x="1869" y="1679"/>
                  </a:lnTo>
                  <a:lnTo>
                    <a:pt x="2275" y="2188"/>
                  </a:lnTo>
                  <a:lnTo>
                    <a:pt x="3454" y="767"/>
                  </a:lnTo>
                  <a:close/>
                </a:path>
              </a:pathLst>
            </a:custGeom>
            <a:solidFill>
              <a:srgbClr val="FFA58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8"/>
            <p:cNvSpPr/>
            <p:nvPr/>
          </p:nvSpPr>
          <p:spPr>
            <a:xfrm>
              <a:off x="3289094" y="1975768"/>
              <a:ext cx="4279" cy="9352"/>
            </a:xfrm>
            <a:custGeom>
              <a:avLst/>
              <a:pathLst>
                <a:path w="4279" h="9352">
                  <a:moveTo>
                    <a:pt x="1257" y="9034"/>
                  </a:moveTo>
                  <a:lnTo>
                    <a:pt x="1000" y="9352"/>
                  </a:lnTo>
                  <a:lnTo>
                    <a:pt x="375" y="9264"/>
                  </a:lnTo>
                  <a:lnTo>
                    <a:pt x="143" y="8788"/>
                  </a:lnTo>
                  <a:lnTo>
                    <a:pt x="15" y="8056"/>
                  </a:lnTo>
                  <a:lnTo>
                    <a:pt x="0" y="6713"/>
                  </a:lnTo>
                  <a:lnTo>
                    <a:pt x="378" y="5752"/>
                  </a:lnTo>
                  <a:lnTo>
                    <a:pt x="1976" y="4301"/>
                  </a:lnTo>
                  <a:lnTo>
                    <a:pt x="1254" y="3785"/>
                  </a:lnTo>
                  <a:lnTo>
                    <a:pt x="1225" y="3423"/>
                  </a:lnTo>
                  <a:lnTo>
                    <a:pt x="1640" y="2217"/>
                  </a:lnTo>
                  <a:lnTo>
                    <a:pt x="3360" y="340"/>
                  </a:lnTo>
                  <a:lnTo>
                    <a:pt x="3821" y="0"/>
                  </a:lnTo>
                  <a:lnTo>
                    <a:pt x="4279" y="51"/>
                  </a:lnTo>
                  <a:lnTo>
                    <a:pt x="3390" y="3389"/>
                  </a:lnTo>
                  <a:close/>
                </a:path>
              </a:pathLst>
            </a:custGeom>
            <a:solidFill>
              <a:srgbClr val="FFA58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79"/>
            <p:cNvSpPr/>
            <p:nvPr/>
          </p:nvSpPr>
          <p:spPr>
            <a:xfrm>
              <a:off x="3285961" y="1960121"/>
              <a:ext cx="6971" cy="10671"/>
            </a:xfrm>
            <a:custGeom>
              <a:avLst/>
              <a:pathLst>
                <a:path w="6971" h="10671">
                  <a:moveTo>
                    <a:pt x="6761" y="9027"/>
                  </a:moveTo>
                  <a:lnTo>
                    <a:pt x="1846" y="10671"/>
                  </a:lnTo>
                  <a:lnTo>
                    <a:pt x="153" y="10525"/>
                  </a:lnTo>
                  <a:lnTo>
                    <a:pt x="0" y="9718"/>
                  </a:lnTo>
                  <a:lnTo>
                    <a:pt x="337" y="9180"/>
                  </a:lnTo>
                  <a:lnTo>
                    <a:pt x="1739" y="8656"/>
                  </a:lnTo>
                  <a:lnTo>
                    <a:pt x="2307" y="4705"/>
                  </a:lnTo>
                  <a:lnTo>
                    <a:pt x="187" y="2887"/>
                  </a:lnTo>
                  <a:lnTo>
                    <a:pt x="75" y="2376"/>
                  </a:lnTo>
                  <a:lnTo>
                    <a:pt x="241" y="1509"/>
                  </a:lnTo>
                  <a:lnTo>
                    <a:pt x="487" y="1122"/>
                  </a:lnTo>
                  <a:lnTo>
                    <a:pt x="1773" y="203"/>
                  </a:lnTo>
                  <a:lnTo>
                    <a:pt x="2314" y="0"/>
                  </a:lnTo>
                  <a:lnTo>
                    <a:pt x="2752" y="123"/>
                  </a:lnTo>
                  <a:lnTo>
                    <a:pt x="3655" y="1183"/>
                  </a:lnTo>
                  <a:lnTo>
                    <a:pt x="4678" y="3407"/>
                  </a:lnTo>
                  <a:lnTo>
                    <a:pt x="6043" y="3761"/>
                  </a:lnTo>
                  <a:lnTo>
                    <a:pt x="6971" y="4703"/>
                  </a:lnTo>
                  <a:close/>
                </a:path>
              </a:pathLst>
            </a:custGeom>
            <a:solidFill>
              <a:srgbClr val="FFA58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0"/>
            <p:cNvSpPr/>
            <p:nvPr/>
          </p:nvSpPr>
          <p:spPr>
            <a:xfrm>
              <a:off x="3281732" y="1959456"/>
              <a:ext cx="2281" cy="2745"/>
            </a:xfrm>
            <a:custGeom>
              <a:avLst/>
              <a:pathLst>
                <a:path w="2281" h="2745">
                  <a:moveTo>
                    <a:pt x="751" y="2581"/>
                  </a:moveTo>
                  <a:lnTo>
                    <a:pt x="50" y="2745"/>
                  </a:lnTo>
                  <a:lnTo>
                    <a:pt x="0" y="2327"/>
                  </a:lnTo>
                  <a:lnTo>
                    <a:pt x="1217" y="328"/>
                  </a:lnTo>
                  <a:lnTo>
                    <a:pt x="2005" y="0"/>
                  </a:lnTo>
                  <a:lnTo>
                    <a:pt x="2281" y="194"/>
                  </a:lnTo>
                  <a:lnTo>
                    <a:pt x="1708" y="1351"/>
                  </a:lnTo>
                  <a:close/>
                </a:path>
              </a:pathLst>
            </a:custGeom>
            <a:solidFill>
              <a:srgbClr val="FFA58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1"/>
            <p:cNvSpPr/>
            <p:nvPr/>
          </p:nvSpPr>
          <p:spPr>
            <a:xfrm>
              <a:off x="3270942" y="1949215"/>
              <a:ext cx="1777" cy="1988"/>
            </a:xfrm>
            <a:custGeom>
              <a:avLst/>
              <a:pathLst>
                <a:path w="1777" h="1988">
                  <a:moveTo>
                    <a:pt x="1555" y="1581"/>
                  </a:moveTo>
                  <a:lnTo>
                    <a:pt x="471" y="1988"/>
                  </a:lnTo>
                  <a:lnTo>
                    <a:pt x="68" y="1750"/>
                  </a:lnTo>
                  <a:lnTo>
                    <a:pt x="0" y="1376"/>
                  </a:lnTo>
                  <a:lnTo>
                    <a:pt x="247" y="359"/>
                  </a:lnTo>
                  <a:lnTo>
                    <a:pt x="1079" y="0"/>
                  </a:lnTo>
                  <a:lnTo>
                    <a:pt x="1681" y="551"/>
                  </a:lnTo>
                  <a:lnTo>
                    <a:pt x="1777" y="1051"/>
                  </a:lnTo>
                  <a:close/>
                </a:path>
              </a:pathLst>
            </a:custGeom>
            <a:solidFill>
              <a:srgbClr val="FFA58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2"/>
            <p:cNvSpPr/>
            <p:nvPr/>
          </p:nvSpPr>
          <p:spPr>
            <a:xfrm>
              <a:off x="3284643" y="1948281"/>
              <a:ext cx="2123" cy="2917"/>
            </a:xfrm>
            <a:custGeom>
              <a:avLst/>
              <a:pathLst>
                <a:path w="2123" h="2917">
                  <a:moveTo>
                    <a:pt x="1894" y="2536"/>
                  </a:moveTo>
                  <a:lnTo>
                    <a:pt x="1528" y="2917"/>
                  </a:lnTo>
                  <a:lnTo>
                    <a:pt x="1065" y="2843"/>
                  </a:lnTo>
                  <a:lnTo>
                    <a:pt x="607" y="2353"/>
                  </a:lnTo>
                  <a:lnTo>
                    <a:pt x="0" y="963"/>
                  </a:lnTo>
                  <a:lnTo>
                    <a:pt x="1360" y="0"/>
                  </a:lnTo>
                  <a:lnTo>
                    <a:pt x="1905" y="565"/>
                  </a:lnTo>
                  <a:lnTo>
                    <a:pt x="2114" y="1211"/>
                  </a:lnTo>
                  <a:lnTo>
                    <a:pt x="2123" y="1928"/>
                  </a:lnTo>
                  <a:close/>
                </a:path>
              </a:pathLst>
            </a:custGeom>
            <a:solidFill>
              <a:srgbClr val="FFA58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3"/>
            <p:cNvSpPr/>
            <p:nvPr/>
          </p:nvSpPr>
          <p:spPr>
            <a:xfrm>
              <a:off x="3272430" y="1938437"/>
              <a:ext cx="2157" cy="8094"/>
            </a:xfrm>
            <a:custGeom>
              <a:avLst/>
              <a:pathLst>
                <a:path w="2157" h="8094">
                  <a:moveTo>
                    <a:pt x="2128" y="7929"/>
                  </a:moveTo>
                  <a:lnTo>
                    <a:pt x="1608" y="8094"/>
                  </a:lnTo>
                  <a:lnTo>
                    <a:pt x="924" y="7935"/>
                  </a:lnTo>
                  <a:lnTo>
                    <a:pt x="504" y="7476"/>
                  </a:lnTo>
                  <a:lnTo>
                    <a:pt x="79" y="5660"/>
                  </a:lnTo>
                  <a:lnTo>
                    <a:pt x="0" y="4560"/>
                  </a:lnTo>
                  <a:lnTo>
                    <a:pt x="189" y="2517"/>
                  </a:lnTo>
                  <a:lnTo>
                    <a:pt x="145" y="76"/>
                  </a:lnTo>
                  <a:lnTo>
                    <a:pt x="1554" y="0"/>
                  </a:lnTo>
                  <a:lnTo>
                    <a:pt x="1915" y="351"/>
                  </a:lnTo>
                  <a:lnTo>
                    <a:pt x="2157" y="7603"/>
                  </a:lnTo>
                  <a:close/>
                </a:path>
              </a:pathLst>
            </a:custGeom>
            <a:solidFill>
              <a:srgbClr val="FFA58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4"/>
            <p:cNvSpPr/>
            <p:nvPr/>
          </p:nvSpPr>
          <p:spPr>
            <a:xfrm>
              <a:off x="3280589" y="1929918"/>
              <a:ext cx="13481" cy="18543"/>
            </a:xfrm>
            <a:custGeom>
              <a:avLst/>
              <a:pathLst>
                <a:path w="13481" h="18543">
                  <a:moveTo>
                    <a:pt x="7606" y="4934"/>
                  </a:moveTo>
                  <a:lnTo>
                    <a:pt x="7588" y="6240"/>
                  </a:lnTo>
                  <a:lnTo>
                    <a:pt x="7371" y="7775"/>
                  </a:lnTo>
                  <a:lnTo>
                    <a:pt x="7654" y="9405"/>
                  </a:lnTo>
                  <a:lnTo>
                    <a:pt x="7719" y="10570"/>
                  </a:lnTo>
                  <a:lnTo>
                    <a:pt x="8239" y="10941"/>
                  </a:lnTo>
                  <a:lnTo>
                    <a:pt x="8557" y="11477"/>
                  </a:lnTo>
                  <a:lnTo>
                    <a:pt x="10869" y="12077"/>
                  </a:lnTo>
                  <a:lnTo>
                    <a:pt x="13020" y="11909"/>
                  </a:lnTo>
                  <a:lnTo>
                    <a:pt x="13434" y="12389"/>
                  </a:lnTo>
                  <a:lnTo>
                    <a:pt x="13481" y="13151"/>
                  </a:lnTo>
                  <a:lnTo>
                    <a:pt x="13141" y="13992"/>
                  </a:lnTo>
                  <a:lnTo>
                    <a:pt x="11916" y="15526"/>
                  </a:lnTo>
                  <a:lnTo>
                    <a:pt x="10456" y="18004"/>
                  </a:lnTo>
                  <a:lnTo>
                    <a:pt x="10020" y="18521"/>
                  </a:lnTo>
                  <a:lnTo>
                    <a:pt x="9548" y="18543"/>
                  </a:lnTo>
                  <a:lnTo>
                    <a:pt x="9210" y="18321"/>
                  </a:lnTo>
                  <a:lnTo>
                    <a:pt x="8968" y="13910"/>
                  </a:lnTo>
                  <a:lnTo>
                    <a:pt x="7384" y="14474"/>
                  </a:lnTo>
                  <a:lnTo>
                    <a:pt x="6108" y="14409"/>
                  </a:lnTo>
                  <a:lnTo>
                    <a:pt x="5410" y="13872"/>
                  </a:lnTo>
                  <a:lnTo>
                    <a:pt x="4920" y="12838"/>
                  </a:lnTo>
                  <a:lnTo>
                    <a:pt x="3932" y="10179"/>
                  </a:lnTo>
                  <a:lnTo>
                    <a:pt x="1057" y="9133"/>
                  </a:lnTo>
                  <a:lnTo>
                    <a:pt x="244" y="7668"/>
                  </a:lnTo>
                  <a:lnTo>
                    <a:pt x="0" y="6784"/>
                  </a:lnTo>
                  <a:lnTo>
                    <a:pt x="103" y="6295"/>
                  </a:lnTo>
                  <a:lnTo>
                    <a:pt x="702" y="5207"/>
                  </a:lnTo>
                  <a:lnTo>
                    <a:pt x="1452" y="5595"/>
                  </a:lnTo>
                  <a:lnTo>
                    <a:pt x="1916" y="5357"/>
                  </a:lnTo>
                  <a:lnTo>
                    <a:pt x="2198" y="4871"/>
                  </a:lnTo>
                  <a:lnTo>
                    <a:pt x="2192" y="4471"/>
                  </a:lnTo>
                  <a:lnTo>
                    <a:pt x="1799" y="3523"/>
                  </a:lnTo>
                  <a:lnTo>
                    <a:pt x="1781" y="3228"/>
                  </a:lnTo>
                  <a:lnTo>
                    <a:pt x="4721" y="2028"/>
                  </a:lnTo>
                  <a:lnTo>
                    <a:pt x="4978" y="153"/>
                  </a:lnTo>
                  <a:lnTo>
                    <a:pt x="5616" y="0"/>
                  </a:lnTo>
                  <a:lnTo>
                    <a:pt x="6345" y="613"/>
                  </a:lnTo>
                  <a:lnTo>
                    <a:pt x="7343" y="2561"/>
                  </a:lnTo>
                  <a:close/>
                </a:path>
              </a:pathLst>
            </a:custGeom>
            <a:solidFill>
              <a:srgbClr val="FFA58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5"/>
            <p:cNvSpPr/>
            <p:nvPr/>
          </p:nvSpPr>
          <p:spPr>
            <a:xfrm>
              <a:off x="3271279" y="1929593"/>
              <a:ext cx="5217" cy="4422"/>
            </a:xfrm>
            <a:custGeom>
              <a:avLst/>
              <a:pathLst>
                <a:path w="5217" h="4422">
                  <a:moveTo>
                    <a:pt x="3826" y="0"/>
                  </a:moveTo>
                  <a:lnTo>
                    <a:pt x="5217" y="1663"/>
                  </a:lnTo>
                  <a:lnTo>
                    <a:pt x="4109" y="4422"/>
                  </a:lnTo>
                  <a:lnTo>
                    <a:pt x="2407" y="4409"/>
                  </a:lnTo>
                  <a:lnTo>
                    <a:pt x="10" y="2393"/>
                  </a:lnTo>
                  <a:lnTo>
                    <a:pt x="0" y="1982"/>
                  </a:lnTo>
                  <a:lnTo>
                    <a:pt x="200" y="1378"/>
                  </a:lnTo>
                  <a:lnTo>
                    <a:pt x="559" y="898"/>
                  </a:lnTo>
                  <a:lnTo>
                    <a:pt x="932" y="785"/>
                  </a:lnTo>
                  <a:lnTo>
                    <a:pt x="1526" y="1115"/>
                  </a:lnTo>
                  <a:lnTo>
                    <a:pt x="2354" y="585"/>
                  </a:lnTo>
                  <a:lnTo>
                    <a:pt x="3016" y="753"/>
                  </a:lnTo>
                  <a:close/>
                </a:path>
              </a:pathLst>
            </a:custGeom>
            <a:solidFill>
              <a:srgbClr val="FFA58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6"/>
            <p:cNvSpPr/>
            <p:nvPr/>
          </p:nvSpPr>
          <p:spPr>
            <a:xfrm>
              <a:off x="3276462" y="1905367"/>
              <a:ext cx="11122" cy="22245"/>
            </a:xfrm>
            <a:custGeom>
              <a:avLst/>
              <a:pathLst>
                <a:path w="11122" h="22245">
                  <a:moveTo>
                    <a:pt x="11067" y="4123"/>
                  </a:moveTo>
                  <a:lnTo>
                    <a:pt x="9498" y="9277"/>
                  </a:lnTo>
                  <a:lnTo>
                    <a:pt x="8884" y="9404"/>
                  </a:lnTo>
                  <a:lnTo>
                    <a:pt x="8345" y="10692"/>
                  </a:lnTo>
                  <a:lnTo>
                    <a:pt x="6676" y="12113"/>
                  </a:lnTo>
                  <a:lnTo>
                    <a:pt x="8132" y="12142"/>
                  </a:lnTo>
                  <a:lnTo>
                    <a:pt x="8542" y="12616"/>
                  </a:lnTo>
                  <a:lnTo>
                    <a:pt x="8553" y="13636"/>
                  </a:lnTo>
                  <a:lnTo>
                    <a:pt x="8272" y="14229"/>
                  </a:lnTo>
                  <a:lnTo>
                    <a:pt x="6385" y="16591"/>
                  </a:lnTo>
                  <a:lnTo>
                    <a:pt x="5087" y="17486"/>
                  </a:lnTo>
                  <a:lnTo>
                    <a:pt x="3689" y="19954"/>
                  </a:lnTo>
                  <a:lnTo>
                    <a:pt x="2984" y="19984"/>
                  </a:lnTo>
                  <a:lnTo>
                    <a:pt x="2286" y="21554"/>
                  </a:lnTo>
                  <a:lnTo>
                    <a:pt x="1711" y="22243"/>
                  </a:lnTo>
                  <a:lnTo>
                    <a:pt x="1388" y="22245"/>
                  </a:lnTo>
                  <a:lnTo>
                    <a:pt x="1017" y="21897"/>
                  </a:lnTo>
                  <a:lnTo>
                    <a:pt x="150" y="20361"/>
                  </a:lnTo>
                  <a:lnTo>
                    <a:pt x="1723" y="18850"/>
                  </a:lnTo>
                  <a:lnTo>
                    <a:pt x="1869" y="18000"/>
                  </a:lnTo>
                  <a:lnTo>
                    <a:pt x="2946" y="17117"/>
                  </a:lnTo>
                  <a:lnTo>
                    <a:pt x="2855" y="16842"/>
                  </a:lnTo>
                  <a:lnTo>
                    <a:pt x="1148" y="15599"/>
                  </a:lnTo>
                  <a:lnTo>
                    <a:pt x="475" y="14764"/>
                  </a:lnTo>
                  <a:lnTo>
                    <a:pt x="539" y="14327"/>
                  </a:lnTo>
                  <a:lnTo>
                    <a:pt x="1361" y="13366"/>
                  </a:lnTo>
                  <a:lnTo>
                    <a:pt x="971" y="13239"/>
                  </a:lnTo>
                  <a:lnTo>
                    <a:pt x="707" y="12721"/>
                  </a:lnTo>
                  <a:lnTo>
                    <a:pt x="230" y="12523"/>
                  </a:lnTo>
                  <a:lnTo>
                    <a:pt x="87" y="12040"/>
                  </a:lnTo>
                  <a:lnTo>
                    <a:pt x="0" y="10772"/>
                  </a:lnTo>
                  <a:lnTo>
                    <a:pt x="127" y="9474"/>
                  </a:lnTo>
                  <a:lnTo>
                    <a:pt x="625" y="8902"/>
                  </a:lnTo>
                  <a:lnTo>
                    <a:pt x="829" y="8288"/>
                  </a:lnTo>
                  <a:lnTo>
                    <a:pt x="1030" y="8100"/>
                  </a:lnTo>
                  <a:lnTo>
                    <a:pt x="1802" y="8425"/>
                  </a:lnTo>
                  <a:lnTo>
                    <a:pt x="2583" y="9463"/>
                  </a:lnTo>
                  <a:lnTo>
                    <a:pt x="3495" y="9063"/>
                  </a:lnTo>
                  <a:lnTo>
                    <a:pt x="4555" y="9261"/>
                  </a:lnTo>
                  <a:lnTo>
                    <a:pt x="4576" y="9020"/>
                  </a:lnTo>
                  <a:lnTo>
                    <a:pt x="3798" y="6469"/>
                  </a:lnTo>
                  <a:lnTo>
                    <a:pt x="3938" y="5948"/>
                  </a:lnTo>
                  <a:lnTo>
                    <a:pt x="4359" y="5354"/>
                  </a:lnTo>
                  <a:lnTo>
                    <a:pt x="6804" y="3536"/>
                  </a:lnTo>
                  <a:lnTo>
                    <a:pt x="9852" y="478"/>
                  </a:lnTo>
                  <a:lnTo>
                    <a:pt x="10589" y="0"/>
                  </a:lnTo>
                  <a:lnTo>
                    <a:pt x="10811" y="416"/>
                  </a:lnTo>
                  <a:lnTo>
                    <a:pt x="11122" y="2001"/>
                  </a:lnTo>
                  <a:close/>
                </a:path>
              </a:pathLst>
            </a:custGeom>
            <a:solidFill>
              <a:srgbClr val="FFA58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7"/>
            <p:cNvSpPr/>
            <p:nvPr/>
          </p:nvSpPr>
          <p:spPr>
            <a:xfrm>
              <a:off x="3288332" y="1901018"/>
              <a:ext cx="97241" cy="254967"/>
            </a:xfrm>
            <a:custGeom>
              <a:avLst/>
              <a:pathLst>
                <a:path w="97241" h="254967">
                  <a:moveTo>
                    <a:pt x="37315" y="3974"/>
                  </a:moveTo>
                  <a:lnTo>
                    <a:pt x="37421" y="6391"/>
                  </a:lnTo>
                  <a:lnTo>
                    <a:pt x="37276" y="7124"/>
                  </a:lnTo>
                  <a:lnTo>
                    <a:pt x="36981" y="8027"/>
                  </a:lnTo>
                  <a:lnTo>
                    <a:pt x="36048" y="9714"/>
                  </a:lnTo>
                  <a:lnTo>
                    <a:pt x="33597" y="12125"/>
                  </a:lnTo>
                  <a:lnTo>
                    <a:pt x="29105" y="17667"/>
                  </a:lnTo>
                  <a:lnTo>
                    <a:pt x="26452" y="20417"/>
                  </a:lnTo>
                  <a:lnTo>
                    <a:pt x="26087" y="21740"/>
                  </a:lnTo>
                  <a:lnTo>
                    <a:pt x="25890" y="23580"/>
                  </a:lnTo>
                  <a:lnTo>
                    <a:pt x="27478" y="23945"/>
                  </a:lnTo>
                  <a:lnTo>
                    <a:pt x="28092" y="24568"/>
                  </a:lnTo>
                  <a:lnTo>
                    <a:pt x="27712" y="25503"/>
                  </a:lnTo>
                  <a:lnTo>
                    <a:pt x="25361" y="28749"/>
                  </a:lnTo>
                  <a:lnTo>
                    <a:pt x="24669" y="31684"/>
                  </a:lnTo>
                  <a:lnTo>
                    <a:pt x="26471" y="31580"/>
                  </a:lnTo>
                  <a:lnTo>
                    <a:pt x="27956" y="31016"/>
                  </a:lnTo>
                  <a:lnTo>
                    <a:pt x="30917" y="29186"/>
                  </a:lnTo>
                  <a:lnTo>
                    <a:pt x="33698" y="27827"/>
                  </a:lnTo>
                  <a:lnTo>
                    <a:pt x="35034" y="27771"/>
                  </a:lnTo>
                  <a:lnTo>
                    <a:pt x="37633" y="28855"/>
                  </a:lnTo>
                  <a:lnTo>
                    <a:pt x="38224" y="28889"/>
                  </a:lnTo>
                  <a:lnTo>
                    <a:pt x="39327" y="28389"/>
                  </a:lnTo>
                  <a:lnTo>
                    <a:pt x="40442" y="28299"/>
                  </a:lnTo>
                  <a:lnTo>
                    <a:pt x="47996" y="28637"/>
                  </a:lnTo>
                  <a:lnTo>
                    <a:pt x="50094" y="28000"/>
                  </a:lnTo>
                  <a:lnTo>
                    <a:pt x="51483" y="28761"/>
                  </a:lnTo>
                  <a:lnTo>
                    <a:pt x="52645" y="30661"/>
                  </a:lnTo>
                  <a:lnTo>
                    <a:pt x="53749" y="34166"/>
                  </a:lnTo>
                  <a:lnTo>
                    <a:pt x="53715" y="34749"/>
                  </a:lnTo>
                  <a:lnTo>
                    <a:pt x="53048" y="36346"/>
                  </a:lnTo>
                  <a:lnTo>
                    <a:pt x="51817" y="38348"/>
                  </a:lnTo>
                  <a:lnTo>
                    <a:pt x="50758" y="41106"/>
                  </a:lnTo>
                  <a:lnTo>
                    <a:pt x="50447" y="42593"/>
                  </a:lnTo>
                  <a:lnTo>
                    <a:pt x="50239" y="44221"/>
                  </a:lnTo>
                  <a:lnTo>
                    <a:pt x="49903" y="45726"/>
                  </a:lnTo>
                  <a:lnTo>
                    <a:pt x="47797" y="52794"/>
                  </a:lnTo>
                  <a:lnTo>
                    <a:pt x="45744" y="56713"/>
                  </a:lnTo>
                  <a:lnTo>
                    <a:pt x="44827" y="59494"/>
                  </a:lnTo>
                  <a:lnTo>
                    <a:pt x="43695" y="61711"/>
                  </a:lnTo>
                  <a:lnTo>
                    <a:pt x="42606" y="63104"/>
                  </a:lnTo>
                  <a:lnTo>
                    <a:pt x="41443" y="64034"/>
                  </a:lnTo>
                  <a:lnTo>
                    <a:pt x="38084" y="65026"/>
                  </a:lnTo>
                  <a:lnTo>
                    <a:pt x="37144" y="65738"/>
                  </a:lnTo>
                  <a:lnTo>
                    <a:pt x="36022" y="66960"/>
                  </a:lnTo>
                  <a:lnTo>
                    <a:pt x="34844" y="67564"/>
                  </a:lnTo>
                  <a:lnTo>
                    <a:pt x="36225" y="67488"/>
                  </a:lnTo>
                  <a:lnTo>
                    <a:pt x="37595" y="66808"/>
                  </a:lnTo>
                  <a:lnTo>
                    <a:pt x="40086" y="66558"/>
                  </a:lnTo>
                  <a:lnTo>
                    <a:pt x="42954" y="68900"/>
                  </a:lnTo>
                  <a:lnTo>
                    <a:pt x="42688" y="70816"/>
                  </a:lnTo>
                  <a:lnTo>
                    <a:pt x="41537" y="72331"/>
                  </a:lnTo>
                  <a:lnTo>
                    <a:pt x="38918" y="72569"/>
                  </a:lnTo>
                  <a:lnTo>
                    <a:pt x="36469" y="75937"/>
                  </a:lnTo>
                  <a:lnTo>
                    <a:pt x="35364" y="76973"/>
                  </a:lnTo>
                  <a:lnTo>
                    <a:pt x="34199" y="77488"/>
                  </a:lnTo>
                  <a:lnTo>
                    <a:pt x="32740" y="77335"/>
                  </a:lnTo>
                  <a:lnTo>
                    <a:pt x="30091" y="76433"/>
                  </a:lnTo>
                  <a:lnTo>
                    <a:pt x="28932" y="75491"/>
                  </a:lnTo>
                  <a:lnTo>
                    <a:pt x="29980" y="77029"/>
                  </a:lnTo>
                  <a:lnTo>
                    <a:pt x="31168" y="77831"/>
                  </a:lnTo>
                  <a:lnTo>
                    <a:pt x="38067" y="79724"/>
                  </a:lnTo>
                  <a:lnTo>
                    <a:pt x="38483" y="79528"/>
                  </a:lnTo>
                  <a:lnTo>
                    <a:pt x="40682" y="77528"/>
                  </a:lnTo>
                  <a:lnTo>
                    <a:pt x="43613" y="77498"/>
                  </a:lnTo>
                  <a:lnTo>
                    <a:pt x="49194" y="81171"/>
                  </a:lnTo>
                  <a:lnTo>
                    <a:pt x="50801" y="83979"/>
                  </a:lnTo>
                  <a:lnTo>
                    <a:pt x="53103" y="88005"/>
                  </a:lnTo>
                  <a:lnTo>
                    <a:pt x="54356" y="89576"/>
                  </a:lnTo>
                  <a:lnTo>
                    <a:pt x="55261" y="91000"/>
                  </a:lnTo>
                  <a:lnTo>
                    <a:pt x="55819" y="93135"/>
                  </a:lnTo>
                  <a:lnTo>
                    <a:pt x="56900" y="100185"/>
                  </a:lnTo>
                  <a:lnTo>
                    <a:pt x="58133" y="107073"/>
                  </a:lnTo>
                  <a:lnTo>
                    <a:pt x="59748" y="114535"/>
                  </a:lnTo>
                  <a:lnTo>
                    <a:pt x="60480" y="116609"/>
                  </a:lnTo>
                  <a:lnTo>
                    <a:pt x="61443" y="118063"/>
                  </a:lnTo>
                  <a:lnTo>
                    <a:pt x="66318" y="121405"/>
                  </a:lnTo>
                  <a:lnTo>
                    <a:pt x="67403" y="122513"/>
                  </a:lnTo>
                  <a:lnTo>
                    <a:pt x="69295" y="125727"/>
                  </a:lnTo>
                  <a:lnTo>
                    <a:pt x="71118" y="129153"/>
                  </a:lnTo>
                  <a:lnTo>
                    <a:pt x="72815" y="131784"/>
                  </a:lnTo>
                  <a:lnTo>
                    <a:pt x="74647" y="133914"/>
                  </a:lnTo>
                  <a:lnTo>
                    <a:pt x="73759" y="135020"/>
                  </a:lnTo>
                  <a:lnTo>
                    <a:pt x="73151" y="136761"/>
                  </a:lnTo>
                  <a:lnTo>
                    <a:pt x="73606" y="139127"/>
                  </a:lnTo>
                  <a:lnTo>
                    <a:pt x="74352" y="141386"/>
                  </a:lnTo>
                  <a:lnTo>
                    <a:pt x="75688" y="144681"/>
                  </a:lnTo>
                  <a:lnTo>
                    <a:pt x="75818" y="145002"/>
                  </a:lnTo>
                  <a:lnTo>
                    <a:pt x="77111" y="148948"/>
                  </a:lnTo>
                  <a:lnTo>
                    <a:pt x="76635" y="148352"/>
                  </a:lnTo>
                  <a:lnTo>
                    <a:pt x="76133" y="148025"/>
                  </a:lnTo>
                  <a:lnTo>
                    <a:pt x="75688" y="148088"/>
                  </a:lnTo>
                  <a:lnTo>
                    <a:pt x="75448" y="148123"/>
                  </a:lnTo>
                  <a:lnTo>
                    <a:pt x="74778" y="147932"/>
                  </a:lnTo>
                  <a:lnTo>
                    <a:pt x="73543" y="146697"/>
                  </a:lnTo>
                  <a:lnTo>
                    <a:pt x="72356" y="145181"/>
                  </a:lnTo>
                  <a:lnTo>
                    <a:pt x="69995" y="145790"/>
                  </a:lnTo>
                  <a:lnTo>
                    <a:pt x="68683" y="145517"/>
                  </a:lnTo>
                  <a:lnTo>
                    <a:pt x="67545" y="145557"/>
                  </a:lnTo>
                  <a:lnTo>
                    <a:pt x="69703" y="146433"/>
                  </a:lnTo>
                  <a:lnTo>
                    <a:pt x="72064" y="146494"/>
                  </a:lnTo>
                  <a:lnTo>
                    <a:pt x="75688" y="151102"/>
                  </a:lnTo>
                  <a:lnTo>
                    <a:pt x="77272" y="153115"/>
                  </a:lnTo>
                  <a:lnTo>
                    <a:pt x="79032" y="157038"/>
                  </a:lnTo>
                  <a:lnTo>
                    <a:pt x="80078" y="162225"/>
                  </a:lnTo>
                  <a:lnTo>
                    <a:pt x="79366" y="164555"/>
                  </a:lnTo>
                  <a:lnTo>
                    <a:pt x="78257" y="166064"/>
                  </a:lnTo>
                  <a:lnTo>
                    <a:pt x="77223" y="167791"/>
                  </a:lnTo>
                  <a:lnTo>
                    <a:pt x="76255" y="169741"/>
                  </a:lnTo>
                  <a:lnTo>
                    <a:pt x="79141" y="172605"/>
                  </a:lnTo>
                  <a:lnTo>
                    <a:pt x="79762" y="172518"/>
                  </a:lnTo>
                  <a:lnTo>
                    <a:pt x="80401" y="172117"/>
                  </a:lnTo>
                  <a:lnTo>
                    <a:pt x="81015" y="171143"/>
                  </a:lnTo>
                  <a:lnTo>
                    <a:pt x="82050" y="168773"/>
                  </a:lnTo>
                  <a:lnTo>
                    <a:pt x="82583" y="167928"/>
                  </a:lnTo>
                  <a:lnTo>
                    <a:pt x="84381" y="167624"/>
                  </a:lnTo>
                  <a:lnTo>
                    <a:pt x="85890" y="167806"/>
                  </a:lnTo>
                  <a:lnTo>
                    <a:pt x="87393" y="168330"/>
                  </a:lnTo>
                  <a:lnTo>
                    <a:pt x="88714" y="168164"/>
                  </a:lnTo>
                  <a:lnTo>
                    <a:pt x="91376" y="169181"/>
                  </a:lnTo>
                  <a:lnTo>
                    <a:pt x="92743" y="170098"/>
                  </a:lnTo>
                  <a:lnTo>
                    <a:pt x="96132" y="174229"/>
                  </a:lnTo>
                  <a:lnTo>
                    <a:pt x="96865" y="176489"/>
                  </a:lnTo>
                  <a:lnTo>
                    <a:pt x="97201" y="179406"/>
                  </a:lnTo>
                  <a:lnTo>
                    <a:pt x="97241" y="182642"/>
                  </a:lnTo>
                  <a:lnTo>
                    <a:pt x="96671" y="185600"/>
                  </a:lnTo>
                  <a:lnTo>
                    <a:pt x="96016" y="188271"/>
                  </a:lnTo>
                  <a:lnTo>
                    <a:pt x="95613" y="191719"/>
                  </a:lnTo>
                  <a:lnTo>
                    <a:pt x="95326" y="192961"/>
                  </a:lnTo>
                  <a:lnTo>
                    <a:pt x="94926" y="193934"/>
                  </a:lnTo>
                  <a:lnTo>
                    <a:pt x="93130" y="196655"/>
                  </a:lnTo>
                  <a:lnTo>
                    <a:pt x="91937" y="197773"/>
                  </a:lnTo>
                  <a:lnTo>
                    <a:pt x="91433" y="197283"/>
                  </a:lnTo>
                  <a:lnTo>
                    <a:pt x="90896" y="197350"/>
                  </a:lnTo>
                  <a:lnTo>
                    <a:pt x="90839" y="198004"/>
                  </a:lnTo>
                  <a:lnTo>
                    <a:pt x="91407" y="199394"/>
                  </a:lnTo>
                  <a:lnTo>
                    <a:pt x="91414" y="201070"/>
                  </a:lnTo>
                  <a:lnTo>
                    <a:pt x="90354" y="202311"/>
                  </a:lnTo>
                  <a:lnTo>
                    <a:pt x="89276" y="202840"/>
                  </a:lnTo>
                  <a:lnTo>
                    <a:pt x="87474" y="202180"/>
                  </a:lnTo>
                  <a:lnTo>
                    <a:pt x="84971" y="204491"/>
                  </a:lnTo>
                  <a:lnTo>
                    <a:pt x="86770" y="205679"/>
                  </a:lnTo>
                  <a:lnTo>
                    <a:pt x="87133" y="206942"/>
                  </a:lnTo>
                  <a:lnTo>
                    <a:pt x="86682" y="209164"/>
                  </a:lnTo>
                  <a:lnTo>
                    <a:pt x="85550" y="210156"/>
                  </a:lnTo>
                  <a:lnTo>
                    <a:pt x="84296" y="210594"/>
                  </a:lnTo>
                  <a:lnTo>
                    <a:pt x="83011" y="210700"/>
                  </a:lnTo>
                  <a:lnTo>
                    <a:pt x="81947" y="211243"/>
                  </a:lnTo>
                  <a:lnTo>
                    <a:pt x="80927" y="212291"/>
                  </a:lnTo>
                  <a:lnTo>
                    <a:pt x="82208" y="211734"/>
                  </a:lnTo>
                  <a:lnTo>
                    <a:pt x="83096" y="212222"/>
                  </a:lnTo>
                  <a:lnTo>
                    <a:pt x="83654" y="214092"/>
                  </a:lnTo>
                  <a:lnTo>
                    <a:pt x="84160" y="214627"/>
                  </a:lnTo>
                  <a:lnTo>
                    <a:pt x="86663" y="215426"/>
                  </a:lnTo>
                  <a:lnTo>
                    <a:pt x="88212" y="215420"/>
                  </a:lnTo>
                  <a:lnTo>
                    <a:pt x="91201" y="214966"/>
                  </a:lnTo>
                  <a:lnTo>
                    <a:pt x="92636" y="214978"/>
                  </a:lnTo>
                  <a:lnTo>
                    <a:pt x="93148" y="215315"/>
                  </a:lnTo>
                  <a:lnTo>
                    <a:pt x="93157" y="216865"/>
                  </a:lnTo>
                  <a:lnTo>
                    <a:pt x="92934" y="220671"/>
                  </a:lnTo>
                  <a:lnTo>
                    <a:pt x="92538" y="221456"/>
                  </a:lnTo>
                  <a:lnTo>
                    <a:pt x="88576" y="224653"/>
                  </a:lnTo>
                  <a:lnTo>
                    <a:pt x="87764" y="226887"/>
                  </a:lnTo>
                  <a:lnTo>
                    <a:pt x="87536" y="228240"/>
                  </a:lnTo>
                  <a:lnTo>
                    <a:pt x="85219" y="228000"/>
                  </a:lnTo>
                  <a:lnTo>
                    <a:pt x="84133" y="229432"/>
                  </a:lnTo>
                  <a:lnTo>
                    <a:pt x="82257" y="230381"/>
                  </a:lnTo>
                  <a:lnTo>
                    <a:pt x="80806" y="231392"/>
                  </a:lnTo>
                  <a:lnTo>
                    <a:pt x="79386" y="232669"/>
                  </a:lnTo>
                  <a:lnTo>
                    <a:pt x="78219" y="233052"/>
                  </a:lnTo>
                  <a:lnTo>
                    <a:pt x="75688" y="232291"/>
                  </a:lnTo>
                  <a:lnTo>
                    <a:pt x="73172" y="231535"/>
                  </a:lnTo>
                  <a:lnTo>
                    <a:pt x="70126" y="231659"/>
                  </a:lnTo>
                  <a:lnTo>
                    <a:pt x="65998" y="232981"/>
                  </a:lnTo>
                  <a:lnTo>
                    <a:pt x="64935" y="232763"/>
                  </a:lnTo>
                  <a:lnTo>
                    <a:pt x="63341" y="231498"/>
                  </a:lnTo>
                  <a:lnTo>
                    <a:pt x="61709" y="230642"/>
                  </a:lnTo>
                  <a:lnTo>
                    <a:pt x="59831" y="230266"/>
                  </a:lnTo>
                  <a:lnTo>
                    <a:pt x="58209" y="229097"/>
                  </a:lnTo>
                  <a:lnTo>
                    <a:pt x="59221" y="231345"/>
                  </a:lnTo>
                  <a:lnTo>
                    <a:pt x="56972" y="233512"/>
                  </a:lnTo>
                  <a:lnTo>
                    <a:pt x="55934" y="233943"/>
                  </a:lnTo>
                  <a:lnTo>
                    <a:pt x="54860" y="233876"/>
                  </a:lnTo>
                  <a:lnTo>
                    <a:pt x="52662" y="234464"/>
                  </a:lnTo>
                  <a:lnTo>
                    <a:pt x="50625" y="234164"/>
                  </a:lnTo>
                  <a:lnTo>
                    <a:pt x="50931" y="235705"/>
                  </a:lnTo>
                  <a:lnTo>
                    <a:pt x="51477" y="237048"/>
                  </a:lnTo>
                  <a:lnTo>
                    <a:pt x="51034" y="237633"/>
                  </a:lnTo>
                  <a:lnTo>
                    <a:pt x="50566" y="237778"/>
                  </a:lnTo>
                  <a:lnTo>
                    <a:pt x="46688" y="236764"/>
                  </a:lnTo>
                  <a:lnTo>
                    <a:pt x="46138" y="236956"/>
                  </a:lnTo>
                  <a:lnTo>
                    <a:pt x="45660" y="237892"/>
                  </a:lnTo>
                  <a:lnTo>
                    <a:pt x="44249" y="237387"/>
                  </a:lnTo>
                  <a:lnTo>
                    <a:pt x="42879" y="235809"/>
                  </a:lnTo>
                  <a:lnTo>
                    <a:pt x="41421" y="234750"/>
                  </a:lnTo>
                  <a:lnTo>
                    <a:pt x="39892" y="234252"/>
                  </a:lnTo>
                  <a:lnTo>
                    <a:pt x="38676" y="234424"/>
                  </a:lnTo>
                  <a:lnTo>
                    <a:pt x="33676" y="236911"/>
                  </a:lnTo>
                  <a:lnTo>
                    <a:pt x="32678" y="239407"/>
                  </a:lnTo>
                  <a:lnTo>
                    <a:pt x="32179" y="242947"/>
                  </a:lnTo>
                  <a:lnTo>
                    <a:pt x="31458" y="246089"/>
                  </a:lnTo>
                  <a:lnTo>
                    <a:pt x="30280" y="248509"/>
                  </a:lnTo>
                  <a:lnTo>
                    <a:pt x="28879" y="248825"/>
                  </a:lnTo>
                  <a:lnTo>
                    <a:pt x="27560" y="247150"/>
                  </a:lnTo>
                  <a:lnTo>
                    <a:pt x="25053" y="245300"/>
                  </a:lnTo>
                  <a:lnTo>
                    <a:pt x="24200" y="244050"/>
                  </a:lnTo>
                  <a:lnTo>
                    <a:pt x="23928" y="243977"/>
                  </a:lnTo>
                  <a:lnTo>
                    <a:pt x="23648" y="244424"/>
                  </a:lnTo>
                  <a:lnTo>
                    <a:pt x="22664" y="244988"/>
                  </a:lnTo>
                  <a:lnTo>
                    <a:pt x="21646" y="245014"/>
                  </a:lnTo>
                  <a:lnTo>
                    <a:pt x="20076" y="245512"/>
                  </a:lnTo>
                  <a:lnTo>
                    <a:pt x="17346" y="247015"/>
                  </a:lnTo>
                  <a:lnTo>
                    <a:pt x="16243" y="248035"/>
                  </a:lnTo>
                  <a:lnTo>
                    <a:pt x="13872" y="250849"/>
                  </a:lnTo>
                  <a:lnTo>
                    <a:pt x="13389" y="251628"/>
                  </a:lnTo>
                  <a:lnTo>
                    <a:pt x="12527" y="254466"/>
                  </a:lnTo>
                  <a:lnTo>
                    <a:pt x="11210" y="254967"/>
                  </a:lnTo>
                  <a:lnTo>
                    <a:pt x="10005" y="253147"/>
                  </a:lnTo>
                  <a:lnTo>
                    <a:pt x="8634" y="252513"/>
                  </a:lnTo>
                  <a:lnTo>
                    <a:pt x="7187" y="253134"/>
                  </a:lnTo>
                  <a:lnTo>
                    <a:pt x="6312" y="254101"/>
                  </a:lnTo>
                  <a:lnTo>
                    <a:pt x="5904" y="253316"/>
                  </a:lnTo>
                  <a:lnTo>
                    <a:pt x="5891" y="251702"/>
                  </a:lnTo>
                  <a:lnTo>
                    <a:pt x="6947" y="249778"/>
                  </a:lnTo>
                  <a:lnTo>
                    <a:pt x="9765" y="248325"/>
                  </a:lnTo>
                  <a:lnTo>
                    <a:pt x="12239" y="244555"/>
                  </a:lnTo>
                  <a:lnTo>
                    <a:pt x="13453" y="242257"/>
                  </a:lnTo>
                  <a:lnTo>
                    <a:pt x="13934" y="240964"/>
                  </a:lnTo>
                  <a:lnTo>
                    <a:pt x="14527" y="240140"/>
                  </a:lnTo>
                  <a:lnTo>
                    <a:pt x="15303" y="239829"/>
                  </a:lnTo>
                  <a:lnTo>
                    <a:pt x="15701" y="238400"/>
                  </a:lnTo>
                  <a:lnTo>
                    <a:pt x="19136" y="232658"/>
                  </a:lnTo>
                  <a:lnTo>
                    <a:pt x="19419" y="231341"/>
                  </a:lnTo>
                  <a:lnTo>
                    <a:pt x="19590" y="228984"/>
                  </a:lnTo>
                  <a:lnTo>
                    <a:pt x="19874" y="226716"/>
                  </a:lnTo>
                  <a:lnTo>
                    <a:pt x="22670" y="225248"/>
                  </a:lnTo>
                  <a:lnTo>
                    <a:pt x="24007" y="220479"/>
                  </a:lnTo>
                  <a:lnTo>
                    <a:pt x="24374" y="220101"/>
                  </a:lnTo>
                  <a:lnTo>
                    <a:pt x="28274" y="219227"/>
                  </a:lnTo>
                  <a:lnTo>
                    <a:pt x="31167" y="219296"/>
                  </a:lnTo>
                  <a:lnTo>
                    <a:pt x="34040" y="220229"/>
                  </a:lnTo>
                  <a:lnTo>
                    <a:pt x="35513" y="220313"/>
                  </a:lnTo>
                  <a:lnTo>
                    <a:pt x="36991" y="219991"/>
                  </a:lnTo>
                  <a:lnTo>
                    <a:pt x="38150" y="218704"/>
                  </a:lnTo>
                  <a:lnTo>
                    <a:pt x="40134" y="214063"/>
                  </a:lnTo>
                  <a:lnTo>
                    <a:pt x="41250" y="212020"/>
                  </a:lnTo>
                  <a:lnTo>
                    <a:pt x="42528" y="210174"/>
                  </a:lnTo>
                  <a:lnTo>
                    <a:pt x="43725" y="208066"/>
                  </a:lnTo>
                  <a:lnTo>
                    <a:pt x="45665" y="204162"/>
                  </a:lnTo>
                  <a:lnTo>
                    <a:pt x="44353" y="205507"/>
                  </a:lnTo>
                  <a:lnTo>
                    <a:pt x="42769" y="207641"/>
                  </a:lnTo>
                  <a:lnTo>
                    <a:pt x="41851" y="208879"/>
                  </a:lnTo>
                  <a:lnTo>
                    <a:pt x="38934" y="210127"/>
                  </a:lnTo>
                  <a:lnTo>
                    <a:pt x="37677" y="211399"/>
                  </a:lnTo>
                  <a:lnTo>
                    <a:pt x="35475" y="214275"/>
                  </a:lnTo>
                  <a:lnTo>
                    <a:pt x="35052" y="214513"/>
                  </a:lnTo>
                  <a:lnTo>
                    <a:pt x="31729" y="213822"/>
                  </a:lnTo>
                  <a:lnTo>
                    <a:pt x="29257" y="210095"/>
                  </a:lnTo>
                  <a:lnTo>
                    <a:pt x="27677" y="208567"/>
                  </a:lnTo>
                  <a:lnTo>
                    <a:pt x="27024" y="208394"/>
                  </a:lnTo>
                  <a:lnTo>
                    <a:pt x="26349" y="208848"/>
                  </a:lnTo>
                  <a:lnTo>
                    <a:pt x="24906" y="209313"/>
                  </a:lnTo>
                  <a:lnTo>
                    <a:pt x="23434" y="209234"/>
                  </a:lnTo>
                  <a:lnTo>
                    <a:pt x="24186" y="207512"/>
                  </a:lnTo>
                  <a:lnTo>
                    <a:pt x="25206" y="206550"/>
                  </a:lnTo>
                  <a:lnTo>
                    <a:pt x="22921" y="205882"/>
                  </a:lnTo>
                  <a:lnTo>
                    <a:pt x="22286" y="205358"/>
                  </a:lnTo>
                  <a:lnTo>
                    <a:pt x="21562" y="204152"/>
                  </a:lnTo>
                  <a:lnTo>
                    <a:pt x="19770" y="203946"/>
                  </a:lnTo>
                  <a:lnTo>
                    <a:pt x="18915" y="204253"/>
                  </a:lnTo>
                  <a:lnTo>
                    <a:pt x="17473" y="205847"/>
                  </a:lnTo>
                  <a:lnTo>
                    <a:pt x="15195" y="207544"/>
                  </a:lnTo>
                  <a:lnTo>
                    <a:pt x="12450" y="205192"/>
                  </a:lnTo>
                  <a:lnTo>
                    <a:pt x="11912" y="204162"/>
                  </a:lnTo>
                  <a:lnTo>
                    <a:pt x="11925" y="202172"/>
                  </a:lnTo>
                  <a:lnTo>
                    <a:pt x="11514" y="200597"/>
                  </a:lnTo>
                  <a:lnTo>
                    <a:pt x="10752" y="200041"/>
                  </a:lnTo>
                  <a:lnTo>
                    <a:pt x="11727" y="197988"/>
                  </a:lnTo>
                  <a:lnTo>
                    <a:pt x="12902" y="196622"/>
                  </a:lnTo>
                  <a:lnTo>
                    <a:pt x="15488" y="195264"/>
                  </a:lnTo>
                  <a:lnTo>
                    <a:pt x="19405" y="192042"/>
                  </a:lnTo>
                  <a:lnTo>
                    <a:pt x="21601" y="190670"/>
                  </a:lnTo>
                  <a:lnTo>
                    <a:pt x="23642" y="188303"/>
                  </a:lnTo>
                  <a:lnTo>
                    <a:pt x="24486" y="186860"/>
                  </a:lnTo>
                  <a:lnTo>
                    <a:pt x="25098" y="184884"/>
                  </a:lnTo>
                  <a:lnTo>
                    <a:pt x="25705" y="182461"/>
                  </a:lnTo>
                  <a:lnTo>
                    <a:pt x="26572" y="180493"/>
                  </a:lnTo>
                  <a:lnTo>
                    <a:pt x="25731" y="180024"/>
                  </a:lnTo>
                  <a:lnTo>
                    <a:pt x="25355" y="178539"/>
                  </a:lnTo>
                  <a:lnTo>
                    <a:pt x="25456" y="177033"/>
                  </a:lnTo>
                  <a:lnTo>
                    <a:pt x="25844" y="175697"/>
                  </a:lnTo>
                  <a:lnTo>
                    <a:pt x="25497" y="174021"/>
                  </a:lnTo>
                  <a:lnTo>
                    <a:pt x="24879" y="172270"/>
                  </a:lnTo>
                  <a:lnTo>
                    <a:pt x="24913" y="170906"/>
                  </a:lnTo>
                  <a:lnTo>
                    <a:pt x="25077" y="169449"/>
                  </a:lnTo>
                  <a:lnTo>
                    <a:pt x="23501" y="169527"/>
                  </a:lnTo>
                  <a:lnTo>
                    <a:pt x="21930" y="169983"/>
                  </a:lnTo>
                  <a:lnTo>
                    <a:pt x="20507" y="171016"/>
                  </a:lnTo>
                  <a:lnTo>
                    <a:pt x="19126" y="172420"/>
                  </a:lnTo>
                  <a:lnTo>
                    <a:pt x="17900" y="172680"/>
                  </a:lnTo>
                  <a:lnTo>
                    <a:pt x="17920" y="171557"/>
                  </a:lnTo>
                  <a:lnTo>
                    <a:pt x="18452" y="170169"/>
                  </a:lnTo>
                  <a:lnTo>
                    <a:pt x="19842" y="168187"/>
                  </a:lnTo>
                  <a:lnTo>
                    <a:pt x="21330" y="166543"/>
                  </a:lnTo>
                  <a:lnTo>
                    <a:pt x="21859" y="165295"/>
                  </a:lnTo>
                  <a:lnTo>
                    <a:pt x="22276" y="163845"/>
                  </a:lnTo>
                  <a:lnTo>
                    <a:pt x="23015" y="162681"/>
                  </a:lnTo>
                  <a:lnTo>
                    <a:pt x="24959" y="160482"/>
                  </a:lnTo>
                  <a:lnTo>
                    <a:pt x="28682" y="158007"/>
                  </a:lnTo>
                  <a:lnTo>
                    <a:pt x="29238" y="157862"/>
                  </a:lnTo>
                  <a:lnTo>
                    <a:pt x="30698" y="158149"/>
                  </a:lnTo>
                  <a:lnTo>
                    <a:pt x="32134" y="157775"/>
                  </a:lnTo>
                  <a:lnTo>
                    <a:pt x="33391" y="156885"/>
                  </a:lnTo>
                  <a:lnTo>
                    <a:pt x="34644" y="156693"/>
                  </a:lnTo>
                  <a:lnTo>
                    <a:pt x="37465" y="159260"/>
                  </a:lnTo>
                  <a:lnTo>
                    <a:pt x="36626" y="155289"/>
                  </a:lnTo>
                  <a:lnTo>
                    <a:pt x="37870" y="154338"/>
                  </a:lnTo>
                  <a:lnTo>
                    <a:pt x="39674" y="157928"/>
                  </a:lnTo>
                  <a:lnTo>
                    <a:pt x="40345" y="158306"/>
                  </a:lnTo>
                  <a:lnTo>
                    <a:pt x="41760" y="157785"/>
                  </a:lnTo>
                  <a:lnTo>
                    <a:pt x="41214" y="157179"/>
                  </a:lnTo>
                  <a:lnTo>
                    <a:pt x="40576" y="157143"/>
                  </a:lnTo>
                  <a:lnTo>
                    <a:pt x="39741" y="156602"/>
                  </a:lnTo>
                  <a:lnTo>
                    <a:pt x="39039" y="155451"/>
                  </a:lnTo>
                  <a:lnTo>
                    <a:pt x="37872" y="151798"/>
                  </a:lnTo>
                  <a:lnTo>
                    <a:pt x="37935" y="149629"/>
                  </a:lnTo>
                  <a:lnTo>
                    <a:pt x="38722" y="147374"/>
                  </a:lnTo>
                  <a:lnTo>
                    <a:pt x="39593" y="145299"/>
                  </a:lnTo>
                  <a:lnTo>
                    <a:pt x="38862" y="144887"/>
                  </a:lnTo>
                  <a:lnTo>
                    <a:pt x="38276" y="144093"/>
                  </a:lnTo>
                  <a:lnTo>
                    <a:pt x="38109" y="142017"/>
                  </a:lnTo>
                  <a:lnTo>
                    <a:pt x="38338" y="140183"/>
                  </a:lnTo>
                  <a:lnTo>
                    <a:pt x="39904" y="138564"/>
                  </a:lnTo>
                  <a:lnTo>
                    <a:pt x="40367" y="136107"/>
                  </a:lnTo>
                  <a:lnTo>
                    <a:pt x="40563" y="133405"/>
                  </a:lnTo>
                  <a:lnTo>
                    <a:pt x="40303" y="132165"/>
                  </a:lnTo>
                  <a:lnTo>
                    <a:pt x="38749" y="132364"/>
                  </a:lnTo>
                  <a:lnTo>
                    <a:pt x="37993" y="132869"/>
                  </a:lnTo>
                  <a:lnTo>
                    <a:pt x="37315" y="133670"/>
                  </a:lnTo>
                  <a:lnTo>
                    <a:pt x="36621" y="133622"/>
                  </a:lnTo>
                  <a:lnTo>
                    <a:pt x="34701" y="130633"/>
                  </a:lnTo>
                  <a:lnTo>
                    <a:pt x="33606" y="128372"/>
                  </a:lnTo>
                  <a:lnTo>
                    <a:pt x="31643" y="123586"/>
                  </a:lnTo>
                  <a:lnTo>
                    <a:pt x="31363" y="120726"/>
                  </a:lnTo>
                  <a:lnTo>
                    <a:pt x="32936" y="114558"/>
                  </a:lnTo>
                  <a:lnTo>
                    <a:pt x="35363" y="110614"/>
                  </a:lnTo>
                  <a:lnTo>
                    <a:pt x="38222" y="109240"/>
                  </a:lnTo>
                  <a:lnTo>
                    <a:pt x="37668" y="108977"/>
                  </a:lnTo>
                  <a:lnTo>
                    <a:pt x="33312" y="108924"/>
                  </a:lnTo>
                  <a:lnTo>
                    <a:pt x="31876" y="109407"/>
                  </a:lnTo>
                  <a:lnTo>
                    <a:pt x="30545" y="111019"/>
                  </a:lnTo>
                  <a:lnTo>
                    <a:pt x="29793" y="111514"/>
                  </a:lnTo>
                  <a:lnTo>
                    <a:pt x="29003" y="111697"/>
                  </a:lnTo>
                  <a:lnTo>
                    <a:pt x="28283" y="112499"/>
                  </a:lnTo>
                  <a:lnTo>
                    <a:pt x="27580" y="113613"/>
                  </a:lnTo>
                  <a:lnTo>
                    <a:pt x="26848" y="114326"/>
                  </a:lnTo>
                  <a:lnTo>
                    <a:pt x="25394" y="114141"/>
                  </a:lnTo>
                  <a:lnTo>
                    <a:pt x="24688" y="114377"/>
                  </a:lnTo>
                  <a:lnTo>
                    <a:pt x="24181" y="113732"/>
                  </a:lnTo>
                  <a:lnTo>
                    <a:pt x="23757" y="112665"/>
                  </a:lnTo>
                  <a:lnTo>
                    <a:pt x="23202" y="112381"/>
                  </a:lnTo>
                  <a:lnTo>
                    <a:pt x="22582" y="112709"/>
                  </a:lnTo>
                  <a:lnTo>
                    <a:pt x="21271" y="114146"/>
                  </a:lnTo>
                  <a:lnTo>
                    <a:pt x="19943" y="114994"/>
                  </a:lnTo>
                  <a:lnTo>
                    <a:pt x="18338" y="114088"/>
                  </a:lnTo>
                  <a:lnTo>
                    <a:pt x="16234" y="112400"/>
                  </a:lnTo>
                  <a:lnTo>
                    <a:pt x="15819" y="113016"/>
                  </a:lnTo>
                  <a:lnTo>
                    <a:pt x="15353" y="114583"/>
                  </a:lnTo>
                  <a:lnTo>
                    <a:pt x="15084" y="117030"/>
                  </a:lnTo>
                  <a:lnTo>
                    <a:pt x="13590" y="114905"/>
                  </a:lnTo>
                  <a:lnTo>
                    <a:pt x="12317" y="112064"/>
                  </a:lnTo>
                  <a:lnTo>
                    <a:pt x="11890" y="110279"/>
                  </a:lnTo>
                  <a:lnTo>
                    <a:pt x="11858" y="108271"/>
                  </a:lnTo>
                  <a:lnTo>
                    <a:pt x="12549" y="107491"/>
                  </a:lnTo>
                  <a:lnTo>
                    <a:pt x="13300" y="108204"/>
                  </a:lnTo>
                  <a:lnTo>
                    <a:pt x="14419" y="103437"/>
                  </a:lnTo>
                  <a:lnTo>
                    <a:pt x="16644" y="97233"/>
                  </a:lnTo>
                  <a:lnTo>
                    <a:pt x="17430" y="95414"/>
                  </a:lnTo>
                  <a:lnTo>
                    <a:pt x="17978" y="93040"/>
                  </a:lnTo>
                  <a:lnTo>
                    <a:pt x="17884" y="91486"/>
                  </a:lnTo>
                  <a:lnTo>
                    <a:pt x="17393" y="90175"/>
                  </a:lnTo>
                  <a:lnTo>
                    <a:pt x="15324" y="87195"/>
                  </a:lnTo>
                  <a:lnTo>
                    <a:pt x="15351" y="84770"/>
                  </a:lnTo>
                  <a:lnTo>
                    <a:pt x="15572" y="82030"/>
                  </a:lnTo>
                  <a:lnTo>
                    <a:pt x="16135" y="80387"/>
                  </a:lnTo>
                  <a:lnTo>
                    <a:pt x="16373" y="80073"/>
                  </a:lnTo>
                  <a:lnTo>
                    <a:pt x="19121" y="80117"/>
                  </a:lnTo>
                  <a:lnTo>
                    <a:pt x="18049" y="79268"/>
                  </a:lnTo>
                  <a:lnTo>
                    <a:pt x="15913" y="76792"/>
                  </a:lnTo>
                  <a:lnTo>
                    <a:pt x="15951" y="75915"/>
                  </a:lnTo>
                  <a:lnTo>
                    <a:pt x="16453" y="73625"/>
                  </a:lnTo>
                  <a:lnTo>
                    <a:pt x="16221" y="73858"/>
                  </a:lnTo>
                  <a:lnTo>
                    <a:pt x="15763" y="74915"/>
                  </a:lnTo>
                  <a:lnTo>
                    <a:pt x="14889" y="77475"/>
                  </a:lnTo>
                  <a:lnTo>
                    <a:pt x="14355" y="78072"/>
                  </a:lnTo>
                  <a:lnTo>
                    <a:pt x="12844" y="78680"/>
                  </a:lnTo>
                  <a:lnTo>
                    <a:pt x="12570" y="79941"/>
                  </a:lnTo>
                  <a:lnTo>
                    <a:pt x="12327" y="80270"/>
                  </a:lnTo>
                  <a:lnTo>
                    <a:pt x="11572" y="80413"/>
                  </a:lnTo>
                  <a:lnTo>
                    <a:pt x="11341" y="81588"/>
                  </a:lnTo>
                  <a:lnTo>
                    <a:pt x="11173" y="81663"/>
                  </a:lnTo>
                  <a:lnTo>
                    <a:pt x="10958" y="80395"/>
                  </a:lnTo>
                  <a:lnTo>
                    <a:pt x="10937" y="78293"/>
                  </a:lnTo>
                  <a:lnTo>
                    <a:pt x="11238" y="76360"/>
                  </a:lnTo>
                  <a:lnTo>
                    <a:pt x="11812" y="74847"/>
                  </a:lnTo>
                  <a:lnTo>
                    <a:pt x="14026" y="71409"/>
                  </a:lnTo>
                  <a:lnTo>
                    <a:pt x="12948" y="72470"/>
                  </a:lnTo>
                  <a:lnTo>
                    <a:pt x="10505" y="75647"/>
                  </a:lnTo>
                  <a:lnTo>
                    <a:pt x="9257" y="77736"/>
                  </a:lnTo>
                  <a:lnTo>
                    <a:pt x="8924" y="78442"/>
                  </a:lnTo>
                  <a:lnTo>
                    <a:pt x="8820" y="79036"/>
                  </a:lnTo>
                  <a:lnTo>
                    <a:pt x="8827" y="79721"/>
                  </a:lnTo>
                  <a:lnTo>
                    <a:pt x="9388" y="83396"/>
                  </a:lnTo>
                  <a:lnTo>
                    <a:pt x="9228" y="85097"/>
                  </a:lnTo>
                  <a:lnTo>
                    <a:pt x="7123" y="96341"/>
                  </a:lnTo>
                  <a:lnTo>
                    <a:pt x="6724" y="97470"/>
                  </a:lnTo>
                  <a:lnTo>
                    <a:pt x="6357" y="98060"/>
                  </a:lnTo>
                  <a:lnTo>
                    <a:pt x="6011" y="98195"/>
                  </a:lnTo>
                  <a:lnTo>
                    <a:pt x="4973" y="97980"/>
                  </a:lnTo>
                  <a:lnTo>
                    <a:pt x="4509" y="97138"/>
                  </a:lnTo>
                  <a:lnTo>
                    <a:pt x="4514" y="96182"/>
                  </a:lnTo>
                  <a:lnTo>
                    <a:pt x="4708" y="94750"/>
                  </a:lnTo>
                  <a:lnTo>
                    <a:pt x="5581" y="89416"/>
                  </a:lnTo>
                  <a:lnTo>
                    <a:pt x="5960" y="87934"/>
                  </a:lnTo>
                  <a:lnTo>
                    <a:pt x="6523" y="86556"/>
                  </a:lnTo>
                  <a:lnTo>
                    <a:pt x="7764" y="84144"/>
                  </a:lnTo>
                  <a:lnTo>
                    <a:pt x="7734" y="83986"/>
                  </a:lnTo>
                  <a:lnTo>
                    <a:pt x="6908" y="84460"/>
                  </a:lnTo>
                  <a:lnTo>
                    <a:pt x="6556" y="84304"/>
                  </a:lnTo>
                  <a:lnTo>
                    <a:pt x="6303" y="83826"/>
                  </a:lnTo>
                  <a:lnTo>
                    <a:pt x="6467" y="76671"/>
                  </a:lnTo>
                  <a:lnTo>
                    <a:pt x="7137" y="74317"/>
                  </a:lnTo>
                  <a:lnTo>
                    <a:pt x="7388" y="70893"/>
                  </a:lnTo>
                  <a:lnTo>
                    <a:pt x="7969" y="67961"/>
                  </a:lnTo>
                  <a:lnTo>
                    <a:pt x="8641" y="65826"/>
                  </a:lnTo>
                  <a:lnTo>
                    <a:pt x="9153" y="63093"/>
                  </a:lnTo>
                  <a:lnTo>
                    <a:pt x="9924" y="61878"/>
                  </a:lnTo>
                  <a:lnTo>
                    <a:pt x="10130" y="60020"/>
                  </a:lnTo>
                  <a:lnTo>
                    <a:pt x="10996" y="58008"/>
                  </a:lnTo>
                  <a:lnTo>
                    <a:pt x="11664" y="55905"/>
                  </a:lnTo>
                  <a:lnTo>
                    <a:pt x="11304" y="56113"/>
                  </a:lnTo>
                  <a:lnTo>
                    <a:pt x="7027" y="61588"/>
                  </a:lnTo>
                  <a:lnTo>
                    <a:pt x="5938" y="62585"/>
                  </a:lnTo>
                  <a:lnTo>
                    <a:pt x="4453" y="62318"/>
                  </a:lnTo>
                  <a:lnTo>
                    <a:pt x="3317" y="61702"/>
                  </a:lnTo>
                  <a:lnTo>
                    <a:pt x="2430" y="60406"/>
                  </a:lnTo>
                  <a:lnTo>
                    <a:pt x="2033" y="57919"/>
                  </a:lnTo>
                  <a:lnTo>
                    <a:pt x="937" y="57852"/>
                  </a:lnTo>
                  <a:lnTo>
                    <a:pt x="0" y="57423"/>
                  </a:lnTo>
                  <a:lnTo>
                    <a:pt x="11" y="57088"/>
                  </a:lnTo>
                  <a:lnTo>
                    <a:pt x="1221" y="55732"/>
                  </a:lnTo>
                  <a:lnTo>
                    <a:pt x="3159" y="55267"/>
                  </a:lnTo>
                  <a:lnTo>
                    <a:pt x="4973" y="53097"/>
                  </a:lnTo>
                  <a:lnTo>
                    <a:pt x="3359" y="51631"/>
                  </a:lnTo>
                  <a:lnTo>
                    <a:pt x="3495" y="51166"/>
                  </a:lnTo>
                  <a:lnTo>
                    <a:pt x="4903" y="49918"/>
                  </a:lnTo>
                  <a:lnTo>
                    <a:pt x="6692" y="45731"/>
                  </a:lnTo>
                  <a:lnTo>
                    <a:pt x="7055" y="41879"/>
                  </a:lnTo>
                  <a:lnTo>
                    <a:pt x="6200" y="40070"/>
                  </a:lnTo>
                  <a:lnTo>
                    <a:pt x="5890" y="38884"/>
                  </a:lnTo>
                  <a:lnTo>
                    <a:pt x="4180" y="37562"/>
                  </a:lnTo>
                  <a:lnTo>
                    <a:pt x="3894" y="35870"/>
                  </a:lnTo>
                  <a:lnTo>
                    <a:pt x="4093" y="34926"/>
                  </a:lnTo>
                  <a:lnTo>
                    <a:pt x="4651" y="34004"/>
                  </a:lnTo>
                  <a:lnTo>
                    <a:pt x="5492" y="33286"/>
                  </a:lnTo>
                  <a:lnTo>
                    <a:pt x="6810" y="32599"/>
                  </a:lnTo>
                  <a:lnTo>
                    <a:pt x="5613" y="31863"/>
                  </a:lnTo>
                  <a:lnTo>
                    <a:pt x="5167" y="30994"/>
                  </a:lnTo>
                  <a:lnTo>
                    <a:pt x="4828" y="29736"/>
                  </a:lnTo>
                  <a:lnTo>
                    <a:pt x="4797" y="29007"/>
                  </a:lnTo>
                  <a:lnTo>
                    <a:pt x="5416" y="25760"/>
                  </a:lnTo>
                  <a:lnTo>
                    <a:pt x="5777" y="24421"/>
                  </a:lnTo>
                  <a:lnTo>
                    <a:pt x="6482" y="22713"/>
                  </a:lnTo>
                  <a:lnTo>
                    <a:pt x="9682" y="22809"/>
                  </a:lnTo>
                  <a:lnTo>
                    <a:pt x="10050" y="22055"/>
                  </a:lnTo>
                  <a:lnTo>
                    <a:pt x="10413" y="22026"/>
                  </a:lnTo>
                  <a:lnTo>
                    <a:pt x="12049" y="22713"/>
                  </a:lnTo>
                  <a:lnTo>
                    <a:pt x="11806" y="21972"/>
                  </a:lnTo>
                  <a:lnTo>
                    <a:pt x="9130" y="17918"/>
                  </a:lnTo>
                  <a:lnTo>
                    <a:pt x="8890" y="17146"/>
                  </a:lnTo>
                  <a:lnTo>
                    <a:pt x="9653" y="14960"/>
                  </a:lnTo>
                  <a:lnTo>
                    <a:pt x="9709" y="13986"/>
                  </a:lnTo>
                  <a:lnTo>
                    <a:pt x="9597" y="12945"/>
                  </a:lnTo>
                  <a:lnTo>
                    <a:pt x="9815" y="12152"/>
                  </a:lnTo>
                  <a:lnTo>
                    <a:pt x="10663" y="11777"/>
                  </a:lnTo>
                  <a:lnTo>
                    <a:pt x="13249" y="11815"/>
                  </a:lnTo>
                  <a:lnTo>
                    <a:pt x="13887" y="11445"/>
                  </a:lnTo>
                  <a:lnTo>
                    <a:pt x="13596" y="10392"/>
                  </a:lnTo>
                  <a:lnTo>
                    <a:pt x="12994" y="9007"/>
                  </a:lnTo>
                  <a:lnTo>
                    <a:pt x="12877" y="7844"/>
                  </a:lnTo>
                  <a:lnTo>
                    <a:pt x="13018" y="6817"/>
                  </a:lnTo>
                  <a:lnTo>
                    <a:pt x="13051" y="4749"/>
                  </a:lnTo>
                  <a:lnTo>
                    <a:pt x="13168" y="3835"/>
                  </a:lnTo>
                  <a:lnTo>
                    <a:pt x="13782" y="2465"/>
                  </a:lnTo>
                  <a:lnTo>
                    <a:pt x="14290" y="2059"/>
                  </a:lnTo>
                  <a:lnTo>
                    <a:pt x="14919" y="1820"/>
                  </a:lnTo>
                  <a:lnTo>
                    <a:pt x="16338" y="2278"/>
                  </a:lnTo>
                  <a:lnTo>
                    <a:pt x="16879" y="2830"/>
                  </a:lnTo>
                  <a:lnTo>
                    <a:pt x="17501" y="4136"/>
                  </a:lnTo>
                  <a:lnTo>
                    <a:pt x="17960" y="4031"/>
                  </a:lnTo>
                  <a:lnTo>
                    <a:pt x="19728" y="2613"/>
                  </a:lnTo>
                  <a:lnTo>
                    <a:pt x="20259" y="2409"/>
                  </a:lnTo>
                  <a:lnTo>
                    <a:pt x="20983" y="4052"/>
                  </a:lnTo>
                  <a:lnTo>
                    <a:pt x="24001" y="2741"/>
                  </a:lnTo>
                  <a:lnTo>
                    <a:pt x="28062" y="2154"/>
                  </a:lnTo>
                  <a:lnTo>
                    <a:pt x="30502" y="1291"/>
                  </a:lnTo>
                  <a:lnTo>
                    <a:pt x="33072" y="978"/>
                  </a:lnTo>
                  <a:lnTo>
                    <a:pt x="35471" y="0"/>
                  </a:lnTo>
                  <a:lnTo>
                    <a:pt x="38014" y="448"/>
                  </a:lnTo>
                  <a:lnTo>
                    <a:pt x="38099" y="1018"/>
                  </a:lnTo>
                  <a:lnTo>
                    <a:pt x="37966" y="1809"/>
                  </a:lnTo>
                  <a:close/>
                </a:path>
              </a:pathLst>
            </a:custGeom>
            <a:solidFill>
              <a:srgbClr val="FFA58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8"/>
            <p:cNvSpPr/>
            <p:nvPr/>
          </p:nvSpPr>
          <p:spPr>
            <a:xfrm>
              <a:off x="3326564" y="1895531"/>
              <a:ext cx="1715" cy="2868"/>
            </a:xfrm>
            <a:custGeom>
              <a:avLst/>
              <a:pathLst>
                <a:path w="1715" h="2868">
                  <a:moveTo>
                    <a:pt x="1190" y="2868"/>
                  </a:moveTo>
                  <a:lnTo>
                    <a:pt x="741" y="2327"/>
                  </a:lnTo>
                  <a:lnTo>
                    <a:pt x="0" y="385"/>
                  </a:lnTo>
                  <a:lnTo>
                    <a:pt x="1162" y="0"/>
                  </a:lnTo>
                  <a:lnTo>
                    <a:pt x="1715" y="239"/>
                  </a:lnTo>
                  <a:lnTo>
                    <a:pt x="1509" y="1066"/>
                  </a:lnTo>
                  <a:close/>
                </a:path>
              </a:pathLst>
            </a:custGeom>
            <a:solidFill>
              <a:srgbClr val="FFA58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89"/>
            <p:cNvSpPr/>
            <p:nvPr/>
          </p:nvSpPr>
          <p:spPr>
            <a:xfrm>
              <a:off x="3322055" y="1893070"/>
              <a:ext cx="2989" cy="4078"/>
            </a:xfrm>
            <a:custGeom>
              <a:avLst/>
              <a:pathLst>
                <a:path w="2989" h="4078">
                  <a:moveTo>
                    <a:pt x="2910" y="3687"/>
                  </a:moveTo>
                  <a:lnTo>
                    <a:pt x="2205" y="4078"/>
                  </a:lnTo>
                  <a:lnTo>
                    <a:pt x="1505" y="4050"/>
                  </a:lnTo>
                  <a:lnTo>
                    <a:pt x="415" y="2341"/>
                  </a:lnTo>
                  <a:lnTo>
                    <a:pt x="0" y="1099"/>
                  </a:lnTo>
                  <a:lnTo>
                    <a:pt x="75" y="277"/>
                  </a:lnTo>
                  <a:lnTo>
                    <a:pt x="535" y="0"/>
                  </a:lnTo>
                  <a:lnTo>
                    <a:pt x="1590" y="405"/>
                  </a:lnTo>
                  <a:lnTo>
                    <a:pt x="2137" y="1826"/>
                  </a:lnTo>
                  <a:lnTo>
                    <a:pt x="2205" y="2751"/>
                  </a:lnTo>
                  <a:lnTo>
                    <a:pt x="2334" y="3115"/>
                  </a:lnTo>
                  <a:lnTo>
                    <a:pt x="2989" y="3480"/>
                  </a:lnTo>
                  <a:close/>
                </a:path>
              </a:pathLst>
            </a:custGeom>
            <a:solidFill>
              <a:srgbClr val="FFA58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0"/>
            <p:cNvSpPr/>
            <p:nvPr/>
          </p:nvSpPr>
          <p:spPr>
            <a:xfrm>
              <a:off x="3322636" y="1886423"/>
              <a:ext cx="7296" cy="7488"/>
            </a:xfrm>
            <a:custGeom>
              <a:avLst/>
              <a:pathLst>
                <a:path w="7296" h="7488">
                  <a:moveTo>
                    <a:pt x="3656" y="3377"/>
                  </a:moveTo>
                  <a:lnTo>
                    <a:pt x="3492" y="4106"/>
                  </a:lnTo>
                  <a:lnTo>
                    <a:pt x="4430" y="4089"/>
                  </a:lnTo>
                  <a:lnTo>
                    <a:pt x="5789" y="4710"/>
                  </a:lnTo>
                  <a:lnTo>
                    <a:pt x="6611" y="4788"/>
                  </a:lnTo>
                  <a:lnTo>
                    <a:pt x="7296" y="5559"/>
                  </a:lnTo>
                  <a:lnTo>
                    <a:pt x="6918" y="7003"/>
                  </a:lnTo>
                  <a:lnTo>
                    <a:pt x="6509" y="7407"/>
                  </a:lnTo>
                  <a:lnTo>
                    <a:pt x="6045" y="7488"/>
                  </a:lnTo>
                  <a:lnTo>
                    <a:pt x="4428" y="6045"/>
                  </a:lnTo>
                  <a:lnTo>
                    <a:pt x="2308" y="6644"/>
                  </a:lnTo>
                  <a:lnTo>
                    <a:pt x="1887" y="6461"/>
                  </a:lnTo>
                  <a:lnTo>
                    <a:pt x="1608" y="6062"/>
                  </a:lnTo>
                  <a:lnTo>
                    <a:pt x="1494" y="5567"/>
                  </a:lnTo>
                  <a:lnTo>
                    <a:pt x="1491" y="4559"/>
                  </a:lnTo>
                  <a:lnTo>
                    <a:pt x="1376" y="4262"/>
                  </a:lnTo>
                  <a:lnTo>
                    <a:pt x="609" y="5215"/>
                  </a:lnTo>
                  <a:lnTo>
                    <a:pt x="272" y="5103"/>
                  </a:lnTo>
                  <a:lnTo>
                    <a:pt x="81" y="4646"/>
                  </a:lnTo>
                  <a:lnTo>
                    <a:pt x="0" y="3699"/>
                  </a:lnTo>
                  <a:lnTo>
                    <a:pt x="84" y="2333"/>
                  </a:lnTo>
                  <a:lnTo>
                    <a:pt x="535" y="388"/>
                  </a:lnTo>
                  <a:lnTo>
                    <a:pt x="1297" y="0"/>
                  </a:lnTo>
                  <a:lnTo>
                    <a:pt x="2433" y="225"/>
                  </a:lnTo>
                  <a:lnTo>
                    <a:pt x="3733" y="1327"/>
                  </a:lnTo>
                  <a:lnTo>
                    <a:pt x="4127" y="2006"/>
                  </a:lnTo>
                  <a:lnTo>
                    <a:pt x="4117" y="2549"/>
                  </a:lnTo>
                  <a:close/>
                </a:path>
              </a:pathLst>
            </a:custGeom>
            <a:solidFill>
              <a:srgbClr val="FFA58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1"/>
            <p:cNvSpPr/>
            <p:nvPr/>
          </p:nvSpPr>
          <p:spPr>
            <a:xfrm>
              <a:off x="3331171" y="1881689"/>
              <a:ext cx="3147" cy="2185"/>
            </a:xfrm>
            <a:custGeom>
              <a:avLst/>
              <a:pathLst>
                <a:path w="3147" h="2185">
                  <a:moveTo>
                    <a:pt x="1396" y="2151"/>
                  </a:moveTo>
                  <a:lnTo>
                    <a:pt x="0" y="2185"/>
                  </a:lnTo>
                  <a:lnTo>
                    <a:pt x="721" y="438"/>
                  </a:lnTo>
                  <a:lnTo>
                    <a:pt x="1559" y="0"/>
                  </a:lnTo>
                  <a:lnTo>
                    <a:pt x="3147" y="194"/>
                  </a:lnTo>
                  <a:lnTo>
                    <a:pt x="2865" y="978"/>
                  </a:lnTo>
                  <a:close/>
                </a:path>
              </a:pathLst>
            </a:custGeom>
            <a:solidFill>
              <a:srgbClr val="FFA58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2"/>
            <p:cNvSpPr/>
            <p:nvPr/>
          </p:nvSpPr>
          <p:spPr>
            <a:xfrm>
              <a:off x="3326359" y="1880419"/>
              <a:ext cx="4098" cy="5472"/>
            </a:xfrm>
            <a:custGeom>
              <a:avLst/>
              <a:pathLst>
                <a:path w="4098" h="5472">
                  <a:moveTo>
                    <a:pt x="3981" y="4738"/>
                  </a:moveTo>
                  <a:lnTo>
                    <a:pt x="2922" y="5472"/>
                  </a:lnTo>
                  <a:lnTo>
                    <a:pt x="2470" y="4865"/>
                  </a:lnTo>
                  <a:lnTo>
                    <a:pt x="2352" y="2963"/>
                  </a:lnTo>
                  <a:lnTo>
                    <a:pt x="1089" y="2149"/>
                  </a:lnTo>
                  <a:lnTo>
                    <a:pt x="476" y="1644"/>
                  </a:lnTo>
                  <a:lnTo>
                    <a:pt x="0" y="686"/>
                  </a:lnTo>
                  <a:lnTo>
                    <a:pt x="121" y="392"/>
                  </a:lnTo>
                  <a:lnTo>
                    <a:pt x="944" y="0"/>
                  </a:lnTo>
                  <a:lnTo>
                    <a:pt x="2349" y="1737"/>
                  </a:lnTo>
                  <a:lnTo>
                    <a:pt x="2924" y="3141"/>
                  </a:lnTo>
                  <a:lnTo>
                    <a:pt x="3965" y="3556"/>
                  </a:lnTo>
                  <a:lnTo>
                    <a:pt x="4098" y="3771"/>
                  </a:lnTo>
                  <a:close/>
                </a:path>
              </a:pathLst>
            </a:custGeom>
            <a:solidFill>
              <a:srgbClr val="FFA58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3"/>
            <p:cNvSpPr/>
            <p:nvPr/>
          </p:nvSpPr>
          <p:spPr>
            <a:xfrm>
              <a:off x="3343490" y="1843115"/>
              <a:ext cx="7543" cy="21597"/>
            </a:xfrm>
            <a:custGeom>
              <a:avLst/>
              <a:pathLst>
                <a:path w="7543" h="21597">
                  <a:moveTo>
                    <a:pt x="4388" y="2129"/>
                  </a:moveTo>
                  <a:lnTo>
                    <a:pt x="4644" y="4211"/>
                  </a:lnTo>
                  <a:lnTo>
                    <a:pt x="5281" y="3671"/>
                  </a:lnTo>
                  <a:lnTo>
                    <a:pt x="6244" y="5668"/>
                  </a:lnTo>
                  <a:lnTo>
                    <a:pt x="6735" y="5671"/>
                  </a:lnTo>
                  <a:lnTo>
                    <a:pt x="7543" y="4878"/>
                  </a:lnTo>
                  <a:lnTo>
                    <a:pt x="7380" y="6736"/>
                  </a:lnTo>
                  <a:lnTo>
                    <a:pt x="6541" y="11895"/>
                  </a:lnTo>
                  <a:lnTo>
                    <a:pt x="6305" y="12771"/>
                  </a:lnTo>
                  <a:lnTo>
                    <a:pt x="6145" y="14340"/>
                  </a:lnTo>
                  <a:lnTo>
                    <a:pt x="5978" y="14646"/>
                  </a:lnTo>
                  <a:lnTo>
                    <a:pt x="5731" y="17817"/>
                  </a:lnTo>
                  <a:lnTo>
                    <a:pt x="5163" y="18861"/>
                  </a:lnTo>
                  <a:lnTo>
                    <a:pt x="4688" y="21353"/>
                  </a:lnTo>
                  <a:lnTo>
                    <a:pt x="4495" y="21597"/>
                  </a:lnTo>
                  <a:lnTo>
                    <a:pt x="3799" y="20638"/>
                  </a:lnTo>
                  <a:lnTo>
                    <a:pt x="4494" y="16834"/>
                  </a:lnTo>
                  <a:lnTo>
                    <a:pt x="4782" y="14624"/>
                  </a:lnTo>
                  <a:lnTo>
                    <a:pt x="4600" y="13477"/>
                  </a:lnTo>
                  <a:lnTo>
                    <a:pt x="4207" y="12445"/>
                  </a:lnTo>
                  <a:lnTo>
                    <a:pt x="3143" y="12412"/>
                  </a:lnTo>
                  <a:lnTo>
                    <a:pt x="2249" y="12888"/>
                  </a:lnTo>
                  <a:lnTo>
                    <a:pt x="2059" y="12279"/>
                  </a:lnTo>
                  <a:lnTo>
                    <a:pt x="2031" y="11458"/>
                  </a:lnTo>
                  <a:lnTo>
                    <a:pt x="1816" y="11186"/>
                  </a:lnTo>
                  <a:lnTo>
                    <a:pt x="626" y="11242"/>
                  </a:lnTo>
                  <a:lnTo>
                    <a:pt x="276" y="11015"/>
                  </a:lnTo>
                  <a:lnTo>
                    <a:pt x="45" y="10262"/>
                  </a:lnTo>
                  <a:lnTo>
                    <a:pt x="0" y="9663"/>
                  </a:lnTo>
                  <a:lnTo>
                    <a:pt x="1074" y="9194"/>
                  </a:lnTo>
                  <a:lnTo>
                    <a:pt x="2089" y="9369"/>
                  </a:lnTo>
                  <a:lnTo>
                    <a:pt x="3568" y="8174"/>
                  </a:lnTo>
                  <a:lnTo>
                    <a:pt x="2643" y="4166"/>
                  </a:lnTo>
                  <a:lnTo>
                    <a:pt x="1418" y="3790"/>
                  </a:lnTo>
                  <a:lnTo>
                    <a:pt x="1135" y="3402"/>
                  </a:lnTo>
                  <a:lnTo>
                    <a:pt x="1371" y="2722"/>
                  </a:lnTo>
                  <a:lnTo>
                    <a:pt x="2043" y="2356"/>
                  </a:lnTo>
                  <a:lnTo>
                    <a:pt x="3079" y="320"/>
                  </a:lnTo>
                  <a:lnTo>
                    <a:pt x="3699" y="0"/>
                  </a:lnTo>
                  <a:lnTo>
                    <a:pt x="4467" y="56"/>
                  </a:lnTo>
                  <a:close/>
                </a:path>
              </a:pathLst>
            </a:custGeom>
            <a:solidFill>
              <a:srgbClr val="FFA58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4"/>
            <p:cNvSpPr/>
            <p:nvPr/>
          </p:nvSpPr>
          <p:spPr>
            <a:xfrm>
              <a:off x="3349638" y="1839845"/>
              <a:ext cx="2145" cy="6439"/>
            </a:xfrm>
            <a:custGeom>
              <a:avLst/>
              <a:pathLst>
                <a:path w="2145" h="6439">
                  <a:moveTo>
                    <a:pt x="1517" y="6097"/>
                  </a:moveTo>
                  <a:lnTo>
                    <a:pt x="1205" y="6439"/>
                  </a:lnTo>
                  <a:lnTo>
                    <a:pt x="0" y="3436"/>
                  </a:lnTo>
                  <a:lnTo>
                    <a:pt x="891" y="0"/>
                  </a:lnTo>
                  <a:lnTo>
                    <a:pt x="1973" y="109"/>
                  </a:lnTo>
                  <a:lnTo>
                    <a:pt x="2145" y="1010"/>
                  </a:lnTo>
                  <a:lnTo>
                    <a:pt x="2038" y="1838"/>
                  </a:lnTo>
                  <a:lnTo>
                    <a:pt x="1487" y="1911"/>
                  </a:lnTo>
                  <a:lnTo>
                    <a:pt x="1437" y="2165"/>
                  </a:lnTo>
                  <a:lnTo>
                    <a:pt x="1609" y="3761"/>
                  </a:lnTo>
                  <a:lnTo>
                    <a:pt x="1620" y="5615"/>
                  </a:lnTo>
                  <a:close/>
                </a:path>
              </a:pathLst>
            </a:custGeom>
            <a:solidFill>
              <a:srgbClr val="FFA58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5"/>
            <p:cNvSpPr/>
            <p:nvPr/>
          </p:nvSpPr>
          <p:spPr>
            <a:xfrm>
              <a:off x="3352445" y="1836546"/>
              <a:ext cx="2021" cy="4371"/>
            </a:xfrm>
            <a:custGeom>
              <a:avLst/>
              <a:pathLst>
                <a:path w="2021" h="4371">
                  <a:moveTo>
                    <a:pt x="2021" y="588"/>
                  </a:moveTo>
                  <a:lnTo>
                    <a:pt x="2020" y="927"/>
                  </a:lnTo>
                  <a:lnTo>
                    <a:pt x="1381" y="3419"/>
                  </a:lnTo>
                  <a:lnTo>
                    <a:pt x="1389" y="4371"/>
                  </a:lnTo>
                  <a:lnTo>
                    <a:pt x="357" y="4281"/>
                  </a:lnTo>
                  <a:lnTo>
                    <a:pt x="195" y="3977"/>
                  </a:lnTo>
                  <a:lnTo>
                    <a:pt x="0" y="2548"/>
                  </a:lnTo>
                  <a:lnTo>
                    <a:pt x="130" y="1025"/>
                  </a:lnTo>
                  <a:lnTo>
                    <a:pt x="274" y="633"/>
                  </a:lnTo>
                  <a:lnTo>
                    <a:pt x="576" y="471"/>
                  </a:lnTo>
                  <a:lnTo>
                    <a:pt x="902" y="770"/>
                  </a:lnTo>
                  <a:lnTo>
                    <a:pt x="1414" y="0"/>
                  </a:lnTo>
                  <a:lnTo>
                    <a:pt x="1681" y="18"/>
                  </a:lnTo>
                  <a:close/>
                </a:path>
              </a:pathLst>
            </a:custGeom>
            <a:solidFill>
              <a:srgbClr val="FFA58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6"/>
            <p:cNvSpPr/>
            <p:nvPr/>
          </p:nvSpPr>
          <p:spPr>
            <a:xfrm>
              <a:off x="3857346" y="2346625"/>
              <a:ext cx="82605" cy="73859"/>
            </a:xfrm>
            <a:custGeom>
              <a:avLst/>
              <a:pathLst>
                <a:path w="82605" h="73859">
                  <a:moveTo>
                    <a:pt x="79611" y="49607"/>
                  </a:moveTo>
                  <a:lnTo>
                    <a:pt x="79309" y="50667"/>
                  </a:lnTo>
                  <a:lnTo>
                    <a:pt x="78603" y="52585"/>
                  </a:lnTo>
                  <a:lnTo>
                    <a:pt x="78039" y="53563"/>
                  </a:lnTo>
                  <a:lnTo>
                    <a:pt x="77414" y="53720"/>
                  </a:lnTo>
                  <a:lnTo>
                    <a:pt x="76797" y="54160"/>
                  </a:lnTo>
                  <a:lnTo>
                    <a:pt x="76580" y="55186"/>
                  </a:lnTo>
                  <a:lnTo>
                    <a:pt x="76553" y="56518"/>
                  </a:lnTo>
                  <a:lnTo>
                    <a:pt x="76657" y="57470"/>
                  </a:lnTo>
                  <a:lnTo>
                    <a:pt x="76817" y="57832"/>
                  </a:lnTo>
                  <a:lnTo>
                    <a:pt x="77449" y="58141"/>
                  </a:lnTo>
                  <a:lnTo>
                    <a:pt x="78075" y="60931"/>
                  </a:lnTo>
                  <a:lnTo>
                    <a:pt x="79056" y="62346"/>
                  </a:lnTo>
                  <a:lnTo>
                    <a:pt x="80584" y="63950"/>
                  </a:lnTo>
                  <a:lnTo>
                    <a:pt x="81944" y="65777"/>
                  </a:lnTo>
                  <a:lnTo>
                    <a:pt x="82605" y="67459"/>
                  </a:lnTo>
                  <a:lnTo>
                    <a:pt x="82480" y="68680"/>
                  </a:lnTo>
                  <a:lnTo>
                    <a:pt x="82035" y="71216"/>
                  </a:lnTo>
                  <a:lnTo>
                    <a:pt x="80900" y="73317"/>
                  </a:lnTo>
                  <a:lnTo>
                    <a:pt x="79956" y="73859"/>
                  </a:lnTo>
                  <a:lnTo>
                    <a:pt x="79624" y="73657"/>
                  </a:lnTo>
                  <a:lnTo>
                    <a:pt x="79004" y="72999"/>
                  </a:lnTo>
                  <a:lnTo>
                    <a:pt x="77761" y="71370"/>
                  </a:lnTo>
                  <a:lnTo>
                    <a:pt x="76412" y="70088"/>
                  </a:lnTo>
                  <a:lnTo>
                    <a:pt x="75374" y="70502"/>
                  </a:lnTo>
                  <a:lnTo>
                    <a:pt x="74692" y="70991"/>
                  </a:lnTo>
                  <a:lnTo>
                    <a:pt x="73343" y="70417"/>
                  </a:lnTo>
                  <a:lnTo>
                    <a:pt x="71749" y="69303"/>
                  </a:lnTo>
                  <a:lnTo>
                    <a:pt x="70918" y="68203"/>
                  </a:lnTo>
                  <a:lnTo>
                    <a:pt x="70551" y="67394"/>
                  </a:lnTo>
                  <a:lnTo>
                    <a:pt x="70797" y="65957"/>
                  </a:lnTo>
                  <a:lnTo>
                    <a:pt x="67177" y="63367"/>
                  </a:lnTo>
                  <a:lnTo>
                    <a:pt x="65433" y="62650"/>
                  </a:lnTo>
                  <a:lnTo>
                    <a:pt x="64646" y="63429"/>
                  </a:lnTo>
                  <a:lnTo>
                    <a:pt x="61983" y="67336"/>
                  </a:lnTo>
                  <a:lnTo>
                    <a:pt x="61668" y="67734"/>
                  </a:lnTo>
                  <a:lnTo>
                    <a:pt x="59638" y="68270"/>
                  </a:lnTo>
                  <a:lnTo>
                    <a:pt x="59633" y="68589"/>
                  </a:lnTo>
                  <a:lnTo>
                    <a:pt x="60097" y="69428"/>
                  </a:lnTo>
                  <a:lnTo>
                    <a:pt x="60009" y="69688"/>
                  </a:lnTo>
                  <a:lnTo>
                    <a:pt x="56596" y="69782"/>
                  </a:lnTo>
                  <a:lnTo>
                    <a:pt x="55464" y="70290"/>
                  </a:lnTo>
                  <a:lnTo>
                    <a:pt x="52432" y="69630"/>
                  </a:lnTo>
                  <a:lnTo>
                    <a:pt x="51434" y="69925"/>
                  </a:lnTo>
                  <a:lnTo>
                    <a:pt x="50580" y="70541"/>
                  </a:lnTo>
                  <a:lnTo>
                    <a:pt x="48506" y="71236"/>
                  </a:lnTo>
                  <a:lnTo>
                    <a:pt x="47074" y="72060"/>
                  </a:lnTo>
                  <a:lnTo>
                    <a:pt x="45246" y="72487"/>
                  </a:lnTo>
                  <a:lnTo>
                    <a:pt x="43358" y="72520"/>
                  </a:lnTo>
                  <a:lnTo>
                    <a:pt x="42709" y="72768"/>
                  </a:lnTo>
                  <a:lnTo>
                    <a:pt x="42736" y="72212"/>
                  </a:lnTo>
                  <a:lnTo>
                    <a:pt x="42635" y="71339"/>
                  </a:lnTo>
                  <a:lnTo>
                    <a:pt x="42251" y="70717"/>
                  </a:lnTo>
                  <a:lnTo>
                    <a:pt x="41716" y="70316"/>
                  </a:lnTo>
                  <a:lnTo>
                    <a:pt x="40733" y="70461"/>
                  </a:lnTo>
                  <a:lnTo>
                    <a:pt x="39822" y="70049"/>
                  </a:lnTo>
                  <a:lnTo>
                    <a:pt x="39172" y="68948"/>
                  </a:lnTo>
                  <a:lnTo>
                    <a:pt x="39027" y="68108"/>
                  </a:lnTo>
                  <a:lnTo>
                    <a:pt x="39400" y="67426"/>
                  </a:lnTo>
                  <a:lnTo>
                    <a:pt x="39125" y="66859"/>
                  </a:lnTo>
                  <a:lnTo>
                    <a:pt x="37991" y="65508"/>
                  </a:lnTo>
                  <a:lnTo>
                    <a:pt x="36136" y="62139"/>
                  </a:lnTo>
                  <a:lnTo>
                    <a:pt x="35086" y="61385"/>
                  </a:lnTo>
                  <a:lnTo>
                    <a:pt x="34669" y="59277"/>
                  </a:lnTo>
                  <a:lnTo>
                    <a:pt x="34252" y="58828"/>
                  </a:lnTo>
                  <a:lnTo>
                    <a:pt x="33368" y="58626"/>
                  </a:lnTo>
                  <a:lnTo>
                    <a:pt x="32435" y="58831"/>
                  </a:lnTo>
                  <a:lnTo>
                    <a:pt x="32232" y="59070"/>
                  </a:lnTo>
                  <a:lnTo>
                    <a:pt x="31948" y="59408"/>
                  </a:lnTo>
                  <a:lnTo>
                    <a:pt x="31214" y="62044"/>
                  </a:lnTo>
                  <a:lnTo>
                    <a:pt x="30702" y="62937"/>
                  </a:lnTo>
                  <a:lnTo>
                    <a:pt x="29443" y="62519"/>
                  </a:lnTo>
                  <a:lnTo>
                    <a:pt x="28402" y="61898"/>
                  </a:lnTo>
                  <a:lnTo>
                    <a:pt x="27552" y="61552"/>
                  </a:lnTo>
                  <a:lnTo>
                    <a:pt x="25906" y="61334"/>
                  </a:lnTo>
                  <a:lnTo>
                    <a:pt x="24031" y="61288"/>
                  </a:lnTo>
                  <a:lnTo>
                    <a:pt x="22769" y="63158"/>
                  </a:lnTo>
                  <a:lnTo>
                    <a:pt x="22224" y="62917"/>
                  </a:lnTo>
                  <a:lnTo>
                    <a:pt x="21266" y="61999"/>
                  </a:lnTo>
                  <a:lnTo>
                    <a:pt x="19722" y="61239"/>
                  </a:lnTo>
                  <a:lnTo>
                    <a:pt x="18901" y="60643"/>
                  </a:lnTo>
                  <a:lnTo>
                    <a:pt x="21266" y="55090"/>
                  </a:lnTo>
                  <a:lnTo>
                    <a:pt x="21970" y="51788"/>
                  </a:lnTo>
                  <a:lnTo>
                    <a:pt x="21994" y="49787"/>
                  </a:lnTo>
                  <a:lnTo>
                    <a:pt x="22022" y="47271"/>
                  </a:lnTo>
                  <a:lnTo>
                    <a:pt x="20792" y="42045"/>
                  </a:lnTo>
                  <a:lnTo>
                    <a:pt x="19736" y="34629"/>
                  </a:lnTo>
                  <a:lnTo>
                    <a:pt x="18638" y="26903"/>
                  </a:lnTo>
                  <a:lnTo>
                    <a:pt x="17783" y="24588"/>
                  </a:lnTo>
                  <a:lnTo>
                    <a:pt x="14195" y="21915"/>
                  </a:lnTo>
                  <a:lnTo>
                    <a:pt x="13367" y="18879"/>
                  </a:lnTo>
                  <a:lnTo>
                    <a:pt x="10591" y="14960"/>
                  </a:lnTo>
                  <a:lnTo>
                    <a:pt x="6733" y="13259"/>
                  </a:lnTo>
                  <a:lnTo>
                    <a:pt x="5969" y="12531"/>
                  </a:lnTo>
                  <a:lnTo>
                    <a:pt x="2619" y="7605"/>
                  </a:lnTo>
                  <a:lnTo>
                    <a:pt x="0" y="4431"/>
                  </a:lnTo>
                  <a:lnTo>
                    <a:pt x="560" y="2509"/>
                  </a:lnTo>
                  <a:lnTo>
                    <a:pt x="1311" y="492"/>
                  </a:lnTo>
                  <a:lnTo>
                    <a:pt x="2120" y="0"/>
                  </a:lnTo>
                  <a:lnTo>
                    <a:pt x="4491" y="799"/>
                  </a:lnTo>
                  <a:lnTo>
                    <a:pt x="6671" y="1707"/>
                  </a:lnTo>
                  <a:lnTo>
                    <a:pt x="8264" y="1060"/>
                  </a:lnTo>
                  <a:lnTo>
                    <a:pt x="10159" y="2654"/>
                  </a:lnTo>
                  <a:lnTo>
                    <a:pt x="11891" y="4483"/>
                  </a:lnTo>
                  <a:lnTo>
                    <a:pt x="13632" y="5771"/>
                  </a:lnTo>
                  <a:lnTo>
                    <a:pt x="17027" y="6984"/>
                  </a:lnTo>
                  <a:lnTo>
                    <a:pt x="18292" y="8671"/>
                  </a:lnTo>
                  <a:lnTo>
                    <a:pt x="19771" y="10358"/>
                  </a:lnTo>
                  <a:lnTo>
                    <a:pt x="25564" y="11218"/>
                  </a:lnTo>
                  <a:lnTo>
                    <a:pt x="26030" y="10952"/>
                  </a:lnTo>
                  <a:lnTo>
                    <a:pt x="26455" y="10710"/>
                  </a:lnTo>
                  <a:lnTo>
                    <a:pt x="28398" y="10096"/>
                  </a:lnTo>
                  <a:lnTo>
                    <a:pt x="30118" y="10211"/>
                  </a:lnTo>
                  <a:lnTo>
                    <a:pt x="31931" y="12252"/>
                  </a:lnTo>
                  <a:lnTo>
                    <a:pt x="33094" y="12135"/>
                  </a:lnTo>
                  <a:lnTo>
                    <a:pt x="34333" y="11825"/>
                  </a:lnTo>
                  <a:lnTo>
                    <a:pt x="35930" y="12917"/>
                  </a:lnTo>
                  <a:lnTo>
                    <a:pt x="37183" y="14132"/>
                  </a:lnTo>
                  <a:lnTo>
                    <a:pt x="37289" y="15369"/>
                  </a:lnTo>
                  <a:lnTo>
                    <a:pt x="38387" y="17159"/>
                  </a:lnTo>
                  <a:lnTo>
                    <a:pt x="41580" y="19889"/>
                  </a:lnTo>
                  <a:lnTo>
                    <a:pt x="44170" y="21431"/>
                  </a:lnTo>
                  <a:lnTo>
                    <a:pt x="44975" y="22518"/>
                  </a:lnTo>
                  <a:lnTo>
                    <a:pt x="46944" y="24311"/>
                  </a:lnTo>
                  <a:lnTo>
                    <a:pt x="47143" y="24880"/>
                  </a:lnTo>
                  <a:lnTo>
                    <a:pt x="47102" y="25613"/>
                  </a:lnTo>
                  <a:lnTo>
                    <a:pt x="46540" y="26956"/>
                  </a:lnTo>
                  <a:lnTo>
                    <a:pt x="46398" y="28153"/>
                  </a:lnTo>
                  <a:lnTo>
                    <a:pt x="46663" y="28837"/>
                  </a:lnTo>
                  <a:lnTo>
                    <a:pt x="47479" y="29497"/>
                  </a:lnTo>
                  <a:lnTo>
                    <a:pt x="49101" y="29644"/>
                  </a:lnTo>
                  <a:lnTo>
                    <a:pt x="49684" y="28785"/>
                  </a:lnTo>
                  <a:lnTo>
                    <a:pt x="50894" y="28172"/>
                  </a:lnTo>
                  <a:lnTo>
                    <a:pt x="52091" y="27071"/>
                  </a:lnTo>
                  <a:lnTo>
                    <a:pt x="53692" y="25597"/>
                  </a:lnTo>
                  <a:lnTo>
                    <a:pt x="55868" y="24264"/>
                  </a:lnTo>
                  <a:lnTo>
                    <a:pt x="56740" y="24268"/>
                  </a:lnTo>
                  <a:lnTo>
                    <a:pt x="57577" y="24675"/>
                  </a:lnTo>
                  <a:lnTo>
                    <a:pt x="58163" y="25416"/>
                  </a:lnTo>
                  <a:lnTo>
                    <a:pt x="59141" y="28159"/>
                  </a:lnTo>
                  <a:lnTo>
                    <a:pt x="60121" y="24317"/>
                  </a:lnTo>
                  <a:lnTo>
                    <a:pt x="60374" y="24034"/>
                  </a:lnTo>
                  <a:lnTo>
                    <a:pt x="61267" y="24806"/>
                  </a:lnTo>
                  <a:lnTo>
                    <a:pt x="62849" y="25874"/>
                  </a:lnTo>
                  <a:lnTo>
                    <a:pt x="63944" y="26439"/>
                  </a:lnTo>
                  <a:lnTo>
                    <a:pt x="64535" y="27230"/>
                  </a:lnTo>
                  <a:lnTo>
                    <a:pt x="66208" y="30730"/>
                  </a:lnTo>
                  <a:lnTo>
                    <a:pt x="68912" y="30554"/>
                  </a:lnTo>
                  <a:lnTo>
                    <a:pt x="70056" y="31088"/>
                  </a:lnTo>
                  <a:lnTo>
                    <a:pt x="70669" y="31667"/>
                  </a:lnTo>
                  <a:lnTo>
                    <a:pt x="70944" y="32348"/>
                  </a:lnTo>
                  <a:lnTo>
                    <a:pt x="70461" y="35825"/>
                  </a:lnTo>
                  <a:lnTo>
                    <a:pt x="69793" y="39449"/>
                  </a:lnTo>
                  <a:lnTo>
                    <a:pt x="69846" y="40325"/>
                  </a:lnTo>
                  <a:lnTo>
                    <a:pt x="70932" y="41690"/>
                  </a:lnTo>
                  <a:lnTo>
                    <a:pt x="72406" y="43136"/>
                  </a:lnTo>
                  <a:lnTo>
                    <a:pt x="73200" y="44296"/>
                  </a:lnTo>
                  <a:lnTo>
                    <a:pt x="73738" y="45339"/>
                  </a:lnTo>
                  <a:lnTo>
                    <a:pt x="74904" y="46127"/>
                  </a:lnTo>
                  <a:lnTo>
                    <a:pt x="76277" y="46620"/>
                  </a:lnTo>
                  <a:lnTo>
                    <a:pt x="76931" y="46684"/>
                  </a:lnTo>
                  <a:lnTo>
                    <a:pt x="77610" y="47557"/>
                  </a:lnTo>
                  <a:lnTo>
                    <a:pt x="79384" y="49203"/>
                  </a:lnTo>
                  <a:close/>
                </a:path>
              </a:pathLst>
            </a:custGeom>
            <a:solidFill>
              <a:srgbClr val="F9FCF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7"/>
            <p:cNvSpPr/>
            <p:nvPr/>
          </p:nvSpPr>
          <p:spPr>
            <a:xfrm>
              <a:off x="3331368" y="2171197"/>
              <a:ext cx="1651" cy="2301"/>
            </a:xfrm>
            <a:custGeom>
              <a:avLst/>
              <a:pathLst>
                <a:path w="1651" h="2301">
                  <a:moveTo>
                    <a:pt x="1651" y="356"/>
                  </a:moveTo>
                  <a:lnTo>
                    <a:pt x="1218" y="2301"/>
                  </a:lnTo>
                  <a:lnTo>
                    <a:pt x="87" y="1644"/>
                  </a:lnTo>
                  <a:lnTo>
                    <a:pt x="0" y="1134"/>
                  </a:lnTo>
                  <a:lnTo>
                    <a:pt x="1282" y="0"/>
                  </a:lnTo>
                  <a:lnTo>
                    <a:pt x="1545" y="8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8"/>
            <p:cNvSpPr/>
            <p:nvPr/>
          </p:nvSpPr>
          <p:spPr>
            <a:xfrm>
              <a:off x="3323991" y="3304099"/>
              <a:ext cx="54679" cy="189245"/>
            </a:xfrm>
            <a:custGeom>
              <a:avLst/>
              <a:pathLst>
                <a:path w="54679" h="189245">
                  <a:moveTo>
                    <a:pt x="39182" y="1514"/>
                  </a:moveTo>
                  <a:lnTo>
                    <a:pt x="39970" y="3289"/>
                  </a:lnTo>
                  <a:lnTo>
                    <a:pt x="40029" y="3631"/>
                  </a:lnTo>
                  <a:lnTo>
                    <a:pt x="40145" y="4311"/>
                  </a:lnTo>
                  <a:lnTo>
                    <a:pt x="40029" y="5861"/>
                  </a:lnTo>
                  <a:lnTo>
                    <a:pt x="39857" y="8141"/>
                  </a:lnTo>
                  <a:lnTo>
                    <a:pt x="39281" y="10824"/>
                  </a:lnTo>
                  <a:lnTo>
                    <a:pt x="38916" y="13337"/>
                  </a:lnTo>
                  <a:lnTo>
                    <a:pt x="38963" y="14592"/>
                  </a:lnTo>
                  <a:lnTo>
                    <a:pt x="39316" y="15846"/>
                  </a:lnTo>
                  <a:lnTo>
                    <a:pt x="40029" y="17018"/>
                  </a:lnTo>
                  <a:lnTo>
                    <a:pt x="40515" y="17818"/>
                  </a:lnTo>
                  <a:lnTo>
                    <a:pt x="41130" y="19097"/>
                  </a:lnTo>
                  <a:lnTo>
                    <a:pt x="41858" y="21042"/>
                  </a:lnTo>
                  <a:lnTo>
                    <a:pt x="42694" y="22940"/>
                  </a:lnTo>
                  <a:lnTo>
                    <a:pt x="44123" y="25411"/>
                  </a:lnTo>
                  <a:lnTo>
                    <a:pt x="44728" y="25856"/>
                  </a:lnTo>
                  <a:lnTo>
                    <a:pt x="44701" y="26545"/>
                  </a:lnTo>
                  <a:lnTo>
                    <a:pt x="44504" y="27493"/>
                  </a:lnTo>
                  <a:lnTo>
                    <a:pt x="44370" y="36699"/>
                  </a:lnTo>
                  <a:lnTo>
                    <a:pt x="44262" y="39073"/>
                  </a:lnTo>
                  <a:lnTo>
                    <a:pt x="44157" y="40273"/>
                  </a:lnTo>
                  <a:lnTo>
                    <a:pt x="44026" y="43711"/>
                  </a:lnTo>
                  <a:lnTo>
                    <a:pt x="43875" y="44202"/>
                  </a:lnTo>
                  <a:lnTo>
                    <a:pt x="43603" y="44163"/>
                  </a:lnTo>
                  <a:lnTo>
                    <a:pt x="43355" y="44293"/>
                  </a:lnTo>
                  <a:lnTo>
                    <a:pt x="43293" y="44978"/>
                  </a:lnTo>
                  <a:lnTo>
                    <a:pt x="43394" y="45681"/>
                  </a:lnTo>
                  <a:lnTo>
                    <a:pt x="44256" y="46177"/>
                  </a:lnTo>
                  <a:lnTo>
                    <a:pt x="44068" y="46697"/>
                  </a:lnTo>
                  <a:lnTo>
                    <a:pt x="43428" y="47168"/>
                  </a:lnTo>
                  <a:lnTo>
                    <a:pt x="43133" y="48201"/>
                  </a:lnTo>
                  <a:lnTo>
                    <a:pt x="43261" y="49385"/>
                  </a:lnTo>
                  <a:lnTo>
                    <a:pt x="42909" y="50332"/>
                  </a:lnTo>
                  <a:lnTo>
                    <a:pt x="43009" y="50972"/>
                  </a:lnTo>
                  <a:lnTo>
                    <a:pt x="43236" y="51441"/>
                  </a:lnTo>
                  <a:lnTo>
                    <a:pt x="43599" y="51269"/>
                  </a:lnTo>
                  <a:lnTo>
                    <a:pt x="44607" y="49682"/>
                  </a:lnTo>
                  <a:lnTo>
                    <a:pt x="45030" y="49507"/>
                  </a:lnTo>
                  <a:lnTo>
                    <a:pt x="45551" y="49838"/>
                  </a:lnTo>
                  <a:lnTo>
                    <a:pt x="46515" y="52254"/>
                  </a:lnTo>
                  <a:lnTo>
                    <a:pt x="46556" y="53442"/>
                  </a:lnTo>
                  <a:lnTo>
                    <a:pt x="46164" y="57492"/>
                  </a:lnTo>
                  <a:lnTo>
                    <a:pt x="45780" y="60621"/>
                  </a:lnTo>
                  <a:lnTo>
                    <a:pt x="45709" y="64791"/>
                  </a:lnTo>
                  <a:lnTo>
                    <a:pt x="46115" y="67134"/>
                  </a:lnTo>
                  <a:lnTo>
                    <a:pt x="46060" y="68418"/>
                  </a:lnTo>
                  <a:lnTo>
                    <a:pt x="45620" y="69532"/>
                  </a:lnTo>
                  <a:lnTo>
                    <a:pt x="44626" y="71142"/>
                  </a:lnTo>
                  <a:lnTo>
                    <a:pt x="44701" y="72243"/>
                  </a:lnTo>
                  <a:lnTo>
                    <a:pt x="45154" y="74291"/>
                  </a:lnTo>
                  <a:lnTo>
                    <a:pt x="45992" y="76579"/>
                  </a:lnTo>
                  <a:lnTo>
                    <a:pt x="47633" y="79405"/>
                  </a:lnTo>
                  <a:lnTo>
                    <a:pt x="48498" y="83092"/>
                  </a:lnTo>
                  <a:lnTo>
                    <a:pt x="48519" y="84588"/>
                  </a:lnTo>
                  <a:lnTo>
                    <a:pt x="48013" y="86089"/>
                  </a:lnTo>
                  <a:lnTo>
                    <a:pt x="47423" y="87386"/>
                  </a:lnTo>
                  <a:lnTo>
                    <a:pt x="47230" y="89270"/>
                  </a:lnTo>
                  <a:lnTo>
                    <a:pt x="47496" y="101609"/>
                  </a:lnTo>
                  <a:lnTo>
                    <a:pt x="46199" y="106968"/>
                  </a:lnTo>
                  <a:lnTo>
                    <a:pt x="46185" y="108497"/>
                  </a:lnTo>
                  <a:lnTo>
                    <a:pt x="46317" y="110270"/>
                  </a:lnTo>
                  <a:lnTo>
                    <a:pt x="46659" y="111345"/>
                  </a:lnTo>
                  <a:lnTo>
                    <a:pt x="47322" y="111638"/>
                  </a:lnTo>
                  <a:lnTo>
                    <a:pt x="47861" y="112677"/>
                  </a:lnTo>
                  <a:lnTo>
                    <a:pt x="47673" y="116433"/>
                  </a:lnTo>
                  <a:lnTo>
                    <a:pt x="47385" y="120272"/>
                  </a:lnTo>
                  <a:lnTo>
                    <a:pt x="47340" y="122123"/>
                  </a:lnTo>
                  <a:lnTo>
                    <a:pt x="47179" y="123006"/>
                  </a:lnTo>
                  <a:lnTo>
                    <a:pt x="46668" y="123727"/>
                  </a:lnTo>
                  <a:lnTo>
                    <a:pt x="46483" y="124934"/>
                  </a:lnTo>
                  <a:lnTo>
                    <a:pt x="46611" y="126427"/>
                  </a:lnTo>
                  <a:lnTo>
                    <a:pt x="46514" y="127532"/>
                  </a:lnTo>
                  <a:lnTo>
                    <a:pt x="46791" y="128963"/>
                  </a:lnTo>
                  <a:lnTo>
                    <a:pt x="47379" y="130745"/>
                  </a:lnTo>
                  <a:lnTo>
                    <a:pt x="48330" y="135168"/>
                  </a:lnTo>
                  <a:lnTo>
                    <a:pt x="48694" y="135515"/>
                  </a:lnTo>
                  <a:lnTo>
                    <a:pt x="48857" y="136445"/>
                  </a:lnTo>
                  <a:lnTo>
                    <a:pt x="48756" y="137348"/>
                  </a:lnTo>
                  <a:lnTo>
                    <a:pt x="49122" y="139303"/>
                  </a:lnTo>
                  <a:lnTo>
                    <a:pt x="50178" y="141259"/>
                  </a:lnTo>
                  <a:lnTo>
                    <a:pt x="51285" y="142968"/>
                  </a:lnTo>
                  <a:lnTo>
                    <a:pt x="52183" y="143211"/>
                  </a:lnTo>
                  <a:lnTo>
                    <a:pt x="52395" y="144741"/>
                  </a:lnTo>
                  <a:lnTo>
                    <a:pt x="52984" y="146689"/>
                  </a:lnTo>
                  <a:lnTo>
                    <a:pt x="53411" y="147541"/>
                  </a:lnTo>
                  <a:lnTo>
                    <a:pt x="54092" y="148095"/>
                  </a:lnTo>
                  <a:lnTo>
                    <a:pt x="54652" y="148391"/>
                  </a:lnTo>
                  <a:lnTo>
                    <a:pt x="54679" y="150035"/>
                  </a:lnTo>
                  <a:lnTo>
                    <a:pt x="53671" y="151158"/>
                  </a:lnTo>
                  <a:lnTo>
                    <a:pt x="52989" y="152854"/>
                  </a:lnTo>
                  <a:lnTo>
                    <a:pt x="52467" y="155442"/>
                  </a:lnTo>
                  <a:lnTo>
                    <a:pt x="51748" y="158283"/>
                  </a:lnTo>
                  <a:lnTo>
                    <a:pt x="49269" y="159765"/>
                  </a:lnTo>
                  <a:lnTo>
                    <a:pt x="48319" y="159776"/>
                  </a:lnTo>
                  <a:lnTo>
                    <a:pt x="43233" y="159847"/>
                  </a:lnTo>
                  <a:lnTo>
                    <a:pt x="40029" y="163606"/>
                  </a:lnTo>
                  <a:lnTo>
                    <a:pt x="38467" y="165437"/>
                  </a:lnTo>
                  <a:lnTo>
                    <a:pt x="35725" y="167428"/>
                  </a:lnTo>
                  <a:lnTo>
                    <a:pt x="34038" y="170576"/>
                  </a:lnTo>
                  <a:lnTo>
                    <a:pt x="31768" y="172812"/>
                  </a:lnTo>
                  <a:lnTo>
                    <a:pt x="30185" y="175526"/>
                  </a:lnTo>
                  <a:lnTo>
                    <a:pt x="26895" y="176828"/>
                  </a:lnTo>
                  <a:lnTo>
                    <a:pt x="21498" y="181103"/>
                  </a:lnTo>
                  <a:lnTo>
                    <a:pt x="19810" y="182791"/>
                  </a:lnTo>
                  <a:lnTo>
                    <a:pt x="18103" y="185760"/>
                  </a:lnTo>
                  <a:lnTo>
                    <a:pt x="15326" y="189245"/>
                  </a:lnTo>
                  <a:lnTo>
                    <a:pt x="14236" y="189197"/>
                  </a:lnTo>
                  <a:lnTo>
                    <a:pt x="12062" y="185946"/>
                  </a:lnTo>
                  <a:lnTo>
                    <a:pt x="10426" y="184313"/>
                  </a:lnTo>
                  <a:lnTo>
                    <a:pt x="6427" y="181820"/>
                  </a:lnTo>
                  <a:lnTo>
                    <a:pt x="3441" y="180858"/>
                  </a:lnTo>
                  <a:lnTo>
                    <a:pt x="1999" y="179788"/>
                  </a:lnTo>
                  <a:lnTo>
                    <a:pt x="1602" y="179605"/>
                  </a:lnTo>
                  <a:lnTo>
                    <a:pt x="1939" y="178434"/>
                  </a:lnTo>
                  <a:lnTo>
                    <a:pt x="2773" y="178360"/>
                  </a:lnTo>
                  <a:lnTo>
                    <a:pt x="3647" y="178714"/>
                  </a:lnTo>
                  <a:lnTo>
                    <a:pt x="4308" y="177822"/>
                  </a:lnTo>
                  <a:lnTo>
                    <a:pt x="5284" y="177704"/>
                  </a:lnTo>
                  <a:lnTo>
                    <a:pt x="5536" y="176773"/>
                  </a:lnTo>
                  <a:lnTo>
                    <a:pt x="5617" y="174421"/>
                  </a:lnTo>
                  <a:lnTo>
                    <a:pt x="5605" y="172527"/>
                  </a:lnTo>
                  <a:lnTo>
                    <a:pt x="5947" y="171678"/>
                  </a:lnTo>
                  <a:lnTo>
                    <a:pt x="6033" y="169445"/>
                  </a:lnTo>
                  <a:lnTo>
                    <a:pt x="5555" y="164493"/>
                  </a:lnTo>
                  <a:lnTo>
                    <a:pt x="5216" y="163929"/>
                  </a:lnTo>
                  <a:lnTo>
                    <a:pt x="3475" y="163225"/>
                  </a:lnTo>
                  <a:lnTo>
                    <a:pt x="3345" y="162242"/>
                  </a:lnTo>
                  <a:lnTo>
                    <a:pt x="3030" y="161206"/>
                  </a:lnTo>
                  <a:lnTo>
                    <a:pt x="2697" y="158653"/>
                  </a:lnTo>
                  <a:lnTo>
                    <a:pt x="2316" y="154855"/>
                  </a:lnTo>
                  <a:lnTo>
                    <a:pt x="1706" y="150146"/>
                  </a:lnTo>
                  <a:lnTo>
                    <a:pt x="534" y="142386"/>
                  </a:lnTo>
                  <a:lnTo>
                    <a:pt x="245" y="139643"/>
                  </a:lnTo>
                  <a:lnTo>
                    <a:pt x="44" y="136849"/>
                  </a:lnTo>
                  <a:lnTo>
                    <a:pt x="0" y="133508"/>
                  </a:lnTo>
                  <a:lnTo>
                    <a:pt x="244" y="132265"/>
                  </a:lnTo>
                  <a:lnTo>
                    <a:pt x="206" y="130541"/>
                  </a:lnTo>
                  <a:lnTo>
                    <a:pt x="100" y="128824"/>
                  </a:lnTo>
                  <a:lnTo>
                    <a:pt x="925" y="124872"/>
                  </a:lnTo>
                  <a:lnTo>
                    <a:pt x="2544" y="120037"/>
                  </a:lnTo>
                  <a:lnTo>
                    <a:pt x="2884" y="118288"/>
                  </a:lnTo>
                  <a:lnTo>
                    <a:pt x="3184" y="117073"/>
                  </a:lnTo>
                  <a:lnTo>
                    <a:pt x="3227" y="115337"/>
                  </a:lnTo>
                  <a:lnTo>
                    <a:pt x="3514" y="109696"/>
                  </a:lnTo>
                  <a:lnTo>
                    <a:pt x="4288" y="102886"/>
                  </a:lnTo>
                  <a:lnTo>
                    <a:pt x="4775" y="100313"/>
                  </a:lnTo>
                  <a:lnTo>
                    <a:pt x="5105" y="98925"/>
                  </a:lnTo>
                  <a:lnTo>
                    <a:pt x="5500" y="96651"/>
                  </a:lnTo>
                  <a:lnTo>
                    <a:pt x="5604" y="95590"/>
                  </a:lnTo>
                  <a:lnTo>
                    <a:pt x="7095" y="92922"/>
                  </a:lnTo>
                  <a:lnTo>
                    <a:pt x="7780" y="92199"/>
                  </a:lnTo>
                  <a:lnTo>
                    <a:pt x="7933" y="91149"/>
                  </a:lnTo>
                  <a:lnTo>
                    <a:pt x="7699" y="90000"/>
                  </a:lnTo>
                  <a:lnTo>
                    <a:pt x="7800" y="89218"/>
                  </a:lnTo>
                  <a:lnTo>
                    <a:pt x="8158" y="88827"/>
                  </a:lnTo>
                  <a:lnTo>
                    <a:pt x="8707" y="88507"/>
                  </a:lnTo>
                  <a:lnTo>
                    <a:pt x="9107" y="87410"/>
                  </a:lnTo>
                  <a:lnTo>
                    <a:pt x="8477" y="79010"/>
                  </a:lnTo>
                  <a:lnTo>
                    <a:pt x="7970" y="70637"/>
                  </a:lnTo>
                  <a:lnTo>
                    <a:pt x="7940" y="69926"/>
                  </a:lnTo>
                  <a:lnTo>
                    <a:pt x="7638" y="68769"/>
                  </a:lnTo>
                  <a:lnTo>
                    <a:pt x="7338" y="65312"/>
                  </a:lnTo>
                  <a:lnTo>
                    <a:pt x="6836" y="63288"/>
                  </a:lnTo>
                  <a:lnTo>
                    <a:pt x="6132" y="62696"/>
                  </a:lnTo>
                  <a:lnTo>
                    <a:pt x="6135" y="60790"/>
                  </a:lnTo>
                  <a:lnTo>
                    <a:pt x="6844" y="57570"/>
                  </a:lnTo>
                  <a:lnTo>
                    <a:pt x="7029" y="55678"/>
                  </a:lnTo>
                  <a:lnTo>
                    <a:pt x="6689" y="55115"/>
                  </a:lnTo>
                  <a:lnTo>
                    <a:pt x="6640" y="53647"/>
                  </a:lnTo>
                  <a:lnTo>
                    <a:pt x="6882" y="51272"/>
                  </a:lnTo>
                  <a:lnTo>
                    <a:pt x="6762" y="49806"/>
                  </a:lnTo>
                  <a:lnTo>
                    <a:pt x="6635" y="48252"/>
                  </a:lnTo>
                  <a:lnTo>
                    <a:pt x="5897" y="44584"/>
                  </a:lnTo>
                  <a:lnTo>
                    <a:pt x="5718" y="41990"/>
                  </a:lnTo>
                  <a:lnTo>
                    <a:pt x="6096" y="40472"/>
                  </a:lnTo>
                  <a:lnTo>
                    <a:pt x="6085" y="37149"/>
                  </a:lnTo>
                  <a:lnTo>
                    <a:pt x="5684" y="32024"/>
                  </a:lnTo>
                  <a:lnTo>
                    <a:pt x="5619" y="28790"/>
                  </a:lnTo>
                  <a:lnTo>
                    <a:pt x="5890" y="27442"/>
                  </a:lnTo>
                  <a:lnTo>
                    <a:pt x="5760" y="26159"/>
                  </a:lnTo>
                  <a:lnTo>
                    <a:pt x="5226" y="24940"/>
                  </a:lnTo>
                  <a:lnTo>
                    <a:pt x="5188" y="23756"/>
                  </a:lnTo>
                  <a:lnTo>
                    <a:pt x="5642" y="22604"/>
                  </a:lnTo>
                  <a:lnTo>
                    <a:pt x="5586" y="21702"/>
                  </a:lnTo>
                  <a:lnTo>
                    <a:pt x="5018" y="21046"/>
                  </a:lnTo>
                  <a:lnTo>
                    <a:pt x="4509" y="19470"/>
                  </a:lnTo>
                  <a:lnTo>
                    <a:pt x="4059" y="16977"/>
                  </a:lnTo>
                  <a:lnTo>
                    <a:pt x="4153" y="12969"/>
                  </a:lnTo>
                  <a:lnTo>
                    <a:pt x="5001" y="5596"/>
                  </a:lnTo>
                  <a:lnTo>
                    <a:pt x="5108" y="4979"/>
                  </a:lnTo>
                  <a:lnTo>
                    <a:pt x="6068" y="5021"/>
                  </a:lnTo>
                  <a:lnTo>
                    <a:pt x="6074" y="5334"/>
                  </a:lnTo>
                  <a:lnTo>
                    <a:pt x="9066" y="5264"/>
                  </a:lnTo>
                  <a:lnTo>
                    <a:pt x="12487" y="5185"/>
                  </a:lnTo>
                  <a:lnTo>
                    <a:pt x="16575" y="5088"/>
                  </a:lnTo>
                  <a:lnTo>
                    <a:pt x="20289" y="5000"/>
                  </a:lnTo>
                  <a:lnTo>
                    <a:pt x="20452" y="4668"/>
                  </a:lnTo>
                  <a:lnTo>
                    <a:pt x="21065" y="4262"/>
                  </a:lnTo>
                  <a:lnTo>
                    <a:pt x="24818" y="5013"/>
                  </a:lnTo>
                  <a:lnTo>
                    <a:pt x="27165" y="4634"/>
                  </a:lnTo>
                  <a:lnTo>
                    <a:pt x="28160" y="4881"/>
                  </a:lnTo>
                  <a:lnTo>
                    <a:pt x="28887" y="5383"/>
                  </a:lnTo>
                  <a:lnTo>
                    <a:pt x="30507" y="5071"/>
                  </a:lnTo>
                  <a:lnTo>
                    <a:pt x="31373" y="5257"/>
                  </a:lnTo>
                  <a:lnTo>
                    <a:pt x="32026" y="7095"/>
                  </a:lnTo>
                  <a:lnTo>
                    <a:pt x="32290" y="7077"/>
                  </a:lnTo>
                  <a:lnTo>
                    <a:pt x="32654" y="6300"/>
                  </a:lnTo>
                  <a:lnTo>
                    <a:pt x="33301" y="5413"/>
                  </a:lnTo>
                  <a:lnTo>
                    <a:pt x="33961" y="4706"/>
                  </a:lnTo>
                  <a:lnTo>
                    <a:pt x="34432" y="3268"/>
                  </a:lnTo>
                  <a:lnTo>
                    <a:pt x="34718" y="2175"/>
                  </a:lnTo>
                  <a:lnTo>
                    <a:pt x="35147" y="2399"/>
                  </a:lnTo>
                  <a:lnTo>
                    <a:pt x="35762" y="2333"/>
                  </a:lnTo>
                  <a:lnTo>
                    <a:pt x="36172" y="1418"/>
                  </a:lnTo>
                  <a:lnTo>
                    <a:pt x="36333" y="0"/>
                  </a:lnTo>
                  <a:close/>
                </a:path>
              </a:pathLst>
            </a:custGeom>
            <a:solidFill>
              <a:srgbClr val="FBFDF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599"/>
            <p:cNvSpPr/>
            <p:nvPr/>
          </p:nvSpPr>
          <p:spPr>
            <a:xfrm>
              <a:off x="3178291" y="3259568"/>
              <a:ext cx="90944" cy="161278"/>
            </a:xfrm>
            <a:custGeom>
              <a:avLst/>
              <a:pathLst>
                <a:path w="90944" h="161278">
                  <a:moveTo>
                    <a:pt x="45186" y="7964"/>
                  </a:moveTo>
                  <a:lnTo>
                    <a:pt x="44832" y="8753"/>
                  </a:lnTo>
                  <a:lnTo>
                    <a:pt x="44468" y="10480"/>
                  </a:lnTo>
                  <a:lnTo>
                    <a:pt x="44135" y="12610"/>
                  </a:lnTo>
                  <a:lnTo>
                    <a:pt x="43794" y="14044"/>
                  </a:lnTo>
                  <a:lnTo>
                    <a:pt x="43914" y="14980"/>
                  </a:lnTo>
                  <a:lnTo>
                    <a:pt x="44874" y="16840"/>
                  </a:lnTo>
                  <a:lnTo>
                    <a:pt x="46225" y="19457"/>
                  </a:lnTo>
                  <a:lnTo>
                    <a:pt x="46774" y="19794"/>
                  </a:lnTo>
                  <a:lnTo>
                    <a:pt x="47404" y="19179"/>
                  </a:lnTo>
                  <a:lnTo>
                    <a:pt x="48396" y="17106"/>
                  </a:lnTo>
                  <a:lnTo>
                    <a:pt x="49179" y="14866"/>
                  </a:lnTo>
                  <a:lnTo>
                    <a:pt x="49935" y="13781"/>
                  </a:lnTo>
                  <a:lnTo>
                    <a:pt x="50815" y="13851"/>
                  </a:lnTo>
                  <a:lnTo>
                    <a:pt x="51519" y="15426"/>
                  </a:lnTo>
                  <a:lnTo>
                    <a:pt x="52379" y="18901"/>
                  </a:lnTo>
                  <a:lnTo>
                    <a:pt x="53162" y="22063"/>
                  </a:lnTo>
                  <a:lnTo>
                    <a:pt x="53262" y="22382"/>
                  </a:lnTo>
                  <a:lnTo>
                    <a:pt x="53579" y="22906"/>
                  </a:lnTo>
                  <a:lnTo>
                    <a:pt x="53972" y="22886"/>
                  </a:lnTo>
                  <a:lnTo>
                    <a:pt x="54387" y="22114"/>
                  </a:lnTo>
                  <a:lnTo>
                    <a:pt x="54692" y="21651"/>
                  </a:lnTo>
                  <a:lnTo>
                    <a:pt x="55056" y="20200"/>
                  </a:lnTo>
                  <a:lnTo>
                    <a:pt x="56582" y="15816"/>
                  </a:lnTo>
                  <a:lnTo>
                    <a:pt x="57731" y="14608"/>
                  </a:lnTo>
                  <a:lnTo>
                    <a:pt x="58136" y="14291"/>
                  </a:lnTo>
                  <a:lnTo>
                    <a:pt x="58939" y="13630"/>
                  </a:lnTo>
                  <a:lnTo>
                    <a:pt x="60269" y="14670"/>
                  </a:lnTo>
                  <a:lnTo>
                    <a:pt x="62199" y="16472"/>
                  </a:lnTo>
                  <a:lnTo>
                    <a:pt x="64543" y="18658"/>
                  </a:lnTo>
                  <a:lnTo>
                    <a:pt x="65366" y="19029"/>
                  </a:lnTo>
                  <a:lnTo>
                    <a:pt x="65851" y="18658"/>
                  </a:lnTo>
                  <a:lnTo>
                    <a:pt x="66547" y="15684"/>
                  </a:lnTo>
                  <a:lnTo>
                    <a:pt x="67418" y="14522"/>
                  </a:lnTo>
                  <a:lnTo>
                    <a:pt x="68663" y="13157"/>
                  </a:lnTo>
                  <a:lnTo>
                    <a:pt x="69673" y="12454"/>
                  </a:lnTo>
                  <a:lnTo>
                    <a:pt x="70251" y="12366"/>
                  </a:lnTo>
                  <a:lnTo>
                    <a:pt x="70473" y="11558"/>
                  </a:lnTo>
                  <a:lnTo>
                    <a:pt x="70579" y="10347"/>
                  </a:lnTo>
                  <a:lnTo>
                    <a:pt x="70465" y="9098"/>
                  </a:lnTo>
                  <a:lnTo>
                    <a:pt x="69813" y="6846"/>
                  </a:lnTo>
                  <a:lnTo>
                    <a:pt x="69792" y="6183"/>
                  </a:lnTo>
                  <a:lnTo>
                    <a:pt x="70164" y="5751"/>
                  </a:lnTo>
                  <a:lnTo>
                    <a:pt x="70969" y="5426"/>
                  </a:lnTo>
                  <a:lnTo>
                    <a:pt x="72011" y="5645"/>
                  </a:lnTo>
                  <a:lnTo>
                    <a:pt x="73184" y="6618"/>
                  </a:lnTo>
                  <a:lnTo>
                    <a:pt x="74139" y="8024"/>
                  </a:lnTo>
                  <a:lnTo>
                    <a:pt x="74684" y="9692"/>
                  </a:lnTo>
                  <a:lnTo>
                    <a:pt x="75277" y="13248"/>
                  </a:lnTo>
                  <a:lnTo>
                    <a:pt x="75733" y="16706"/>
                  </a:lnTo>
                  <a:lnTo>
                    <a:pt x="76912" y="22203"/>
                  </a:lnTo>
                  <a:lnTo>
                    <a:pt x="76891" y="25613"/>
                  </a:lnTo>
                  <a:lnTo>
                    <a:pt x="76867" y="29569"/>
                  </a:lnTo>
                  <a:lnTo>
                    <a:pt x="77388" y="30307"/>
                  </a:lnTo>
                  <a:lnTo>
                    <a:pt x="77964" y="30625"/>
                  </a:lnTo>
                  <a:lnTo>
                    <a:pt x="78231" y="31208"/>
                  </a:lnTo>
                  <a:lnTo>
                    <a:pt x="78805" y="34245"/>
                  </a:lnTo>
                  <a:lnTo>
                    <a:pt x="79345" y="35128"/>
                  </a:lnTo>
                  <a:lnTo>
                    <a:pt x="79992" y="35336"/>
                  </a:lnTo>
                  <a:lnTo>
                    <a:pt x="81202" y="37282"/>
                  </a:lnTo>
                  <a:lnTo>
                    <a:pt x="81982" y="38048"/>
                  </a:lnTo>
                  <a:lnTo>
                    <a:pt x="82092" y="38631"/>
                  </a:lnTo>
                  <a:lnTo>
                    <a:pt x="82066" y="39433"/>
                  </a:lnTo>
                  <a:lnTo>
                    <a:pt x="81762" y="40458"/>
                  </a:lnTo>
                  <a:lnTo>
                    <a:pt x="81290" y="41168"/>
                  </a:lnTo>
                  <a:lnTo>
                    <a:pt x="80590" y="42491"/>
                  </a:lnTo>
                  <a:lnTo>
                    <a:pt x="80010" y="44232"/>
                  </a:lnTo>
                  <a:lnTo>
                    <a:pt x="78818" y="48403"/>
                  </a:lnTo>
                  <a:lnTo>
                    <a:pt x="78783" y="49182"/>
                  </a:lnTo>
                  <a:lnTo>
                    <a:pt x="79036" y="49744"/>
                  </a:lnTo>
                  <a:lnTo>
                    <a:pt x="79530" y="49848"/>
                  </a:lnTo>
                  <a:lnTo>
                    <a:pt x="80056" y="49561"/>
                  </a:lnTo>
                  <a:lnTo>
                    <a:pt x="81152" y="48033"/>
                  </a:lnTo>
                  <a:lnTo>
                    <a:pt x="82019" y="48578"/>
                  </a:lnTo>
                  <a:lnTo>
                    <a:pt x="82847" y="49739"/>
                  </a:lnTo>
                  <a:lnTo>
                    <a:pt x="83151" y="50947"/>
                  </a:lnTo>
                  <a:lnTo>
                    <a:pt x="83230" y="52533"/>
                  </a:lnTo>
                  <a:lnTo>
                    <a:pt x="83041" y="54576"/>
                  </a:lnTo>
                  <a:lnTo>
                    <a:pt x="83011" y="56864"/>
                  </a:lnTo>
                  <a:lnTo>
                    <a:pt x="83289" y="60763"/>
                  </a:lnTo>
                  <a:lnTo>
                    <a:pt x="83720" y="64651"/>
                  </a:lnTo>
                  <a:lnTo>
                    <a:pt x="84154" y="66069"/>
                  </a:lnTo>
                  <a:lnTo>
                    <a:pt x="86920" y="69500"/>
                  </a:lnTo>
                  <a:lnTo>
                    <a:pt x="87187" y="70784"/>
                  </a:lnTo>
                  <a:lnTo>
                    <a:pt x="87325" y="72229"/>
                  </a:lnTo>
                  <a:lnTo>
                    <a:pt x="87126" y="74210"/>
                  </a:lnTo>
                  <a:lnTo>
                    <a:pt x="86843" y="75309"/>
                  </a:lnTo>
                  <a:lnTo>
                    <a:pt x="86050" y="77029"/>
                  </a:lnTo>
                  <a:lnTo>
                    <a:pt x="85324" y="78359"/>
                  </a:lnTo>
                  <a:lnTo>
                    <a:pt x="85095" y="79804"/>
                  </a:lnTo>
                  <a:lnTo>
                    <a:pt x="85211" y="82506"/>
                  </a:lnTo>
                  <a:lnTo>
                    <a:pt x="85208" y="88621"/>
                  </a:lnTo>
                  <a:lnTo>
                    <a:pt x="85320" y="93913"/>
                  </a:lnTo>
                  <a:lnTo>
                    <a:pt x="85916" y="95835"/>
                  </a:lnTo>
                  <a:lnTo>
                    <a:pt x="86628" y="96810"/>
                  </a:lnTo>
                  <a:lnTo>
                    <a:pt x="87471" y="96627"/>
                  </a:lnTo>
                  <a:lnTo>
                    <a:pt x="88291" y="96272"/>
                  </a:lnTo>
                  <a:lnTo>
                    <a:pt x="88244" y="99439"/>
                  </a:lnTo>
                  <a:lnTo>
                    <a:pt x="88021" y="102990"/>
                  </a:lnTo>
                  <a:lnTo>
                    <a:pt x="88992" y="104081"/>
                  </a:lnTo>
                  <a:lnTo>
                    <a:pt x="89481" y="105161"/>
                  </a:lnTo>
                  <a:lnTo>
                    <a:pt x="89750" y="106171"/>
                  </a:lnTo>
                  <a:lnTo>
                    <a:pt x="88218" y="108055"/>
                  </a:lnTo>
                  <a:lnTo>
                    <a:pt x="87773" y="109158"/>
                  </a:lnTo>
                  <a:lnTo>
                    <a:pt x="87566" y="112123"/>
                  </a:lnTo>
                  <a:lnTo>
                    <a:pt x="87615" y="114860"/>
                  </a:lnTo>
                  <a:lnTo>
                    <a:pt x="89675" y="116816"/>
                  </a:lnTo>
                  <a:lnTo>
                    <a:pt x="90471" y="119109"/>
                  </a:lnTo>
                  <a:lnTo>
                    <a:pt x="90824" y="121488"/>
                  </a:lnTo>
                  <a:lnTo>
                    <a:pt x="90944" y="125984"/>
                  </a:lnTo>
                  <a:lnTo>
                    <a:pt x="90760" y="127011"/>
                  </a:lnTo>
                  <a:lnTo>
                    <a:pt x="90231" y="127021"/>
                  </a:lnTo>
                  <a:lnTo>
                    <a:pt x="89634" y="125641"/>
                  </a:lnTo>
                  <a:lnTo>
                    <a:pt x="89187" y="124290"/>
                  </a:lnTo>
                  <a:lnTo>
                    <a:pt x="88630" y="124294"/>
                  </a:lnTo>
                  <a:lnTo>
                    <a:pt x="87589" y="123993"/>
                  </a:lnTo>
                  <a:lnTo>
                    <a:pt x="86404" y="123474"/>
                  </a:lnTo>
                  <a:lnTo>
                    <a:pt x="84940" y="123611"/>
                  </a:lnTo>
                  <a:lnTo>
                    <a:pt x="84419" y="123830"/>
                  </a:lnTo>
                  <a:lnTo>
                    <a:pt x="84086" y="124645"/>
                  </a:lnTo>
                  <a:lnTo>
                    <a:pt x="83998" y="126056"/>
                  </a:lnTo>
                  <a:lnTo>
                    <a:pt x="83850" y="130613"/>
                  </a:lnTo>
                  <a:lnTo>
                    <a:pt x="84331" y="131618"/>
                  </a:lnTo>
                  <a:lnTo>
                    <a:pt x="85275" y="132748"/>
                  </a:lnTo>
                  <a:lnTo>
                    <a:pt x="85893" y="133230"/>
                  </a:lnTo>
                  <a:lnTo>
                    <a:pt x="86411" y="133094"/>
                  </a:lnTo>
                  <a:lnTo>
                    <a:pt x="86804" y="133827"/>
                  </a:lnTo>
                  <a:lnTo>
                    <a:pt x="86889" y="135789"/>
                  </a:lnTo>
                  <a:lnTo>
                    <a:pt x="86619" y="137231"/>
                  </a:lnTo>
                  <a:lnTo>
                    <a:pt x="86099" y="138570"/>
                  </a:lnTo>
                  <a:lnTo>
                    <a:pt x="85445" y="142018"/>
                  </a:lnTo>
                  <a:lnTo>
                    <a:pt x="85556" y="143309"/>
                  </a:lnTo>
                  <a:lnTo>
                    <a:pt x="85586" y="145179"/>
                  </a:lnTo>
                  <a:lnTo>
                    <a:pt x="84469" y="150218"/>
                  </a:lnTo>
                  <a:lnTo>
                    <a:pt x="84149" y="151208"/>
                  </a:lnTo>
                  <a:lnTo>
                    <a:pt x="82670" y="150208"/>
                  </a:lnTo>
                  <a:lnTo>
                    <a:pt x="81704" y="149874"/>
                  </a:lnTo>
                  <a:lnTo>
                    <a:pt x="81008" y="151156"/>
                  </a:lnTo>
                  <a:lnTo>
                    <a:pt x="80566" y="150356"/>
                  </a:lnTo>
                  <a:lnTo>
                    <a:pt x="80046" y="149188"/>
                  </a:lnTo>
                  <a:lnTo>
                    <a:pt x="79867" y="147652"/>
                  </a:lnTo>
                  <a:lnTo>
                    <a:pt x="79516" y="147331"/>
                  </a:lnTo>
                  <a:lnTo>
                    <a:pt x="78869" y="147318"/>
                  </a:lnTo>
                  <a:lnTo>
                    <a:pt x="78270" y="148189"/>
                  </a:lnTo>
                  <a:lnTo>
                    <a:pt x="78009" y="149773"/>
                  </a:lnTo>
                  <a:lnTo>
                    <a:pt x="77970" y="151597"/>
                  </a:lnTo>
                  <a:lnTo>
                    <a:pt x="77876" y="153011"/>
                  </a:lnTo>
                  <a:lnTo>
                    <a:pt x="77519" y="153865"/>
                  </a:lnTo>
                  <a:lnTo>
                    <a:pt x="76794" y="156077"/>
                  </a:lnTo>
                  <a:lnTo>
                    <a:pt x="76453" y="158120"/>
                  </a:lnTo>
                  <a:lnTo>
                    <a:pt x="76032" y="159896"/>
                  </a:lnTo>
                  <a:lnTo>
                    <a:pt x="75430" y="159794"/>
                  </a:lnTo>
                  <a:lnTo>
                    <a:pt x="75152" y="159544"/>
                  </a:lnTo>
                  <a:lnTo>
                    <a:pt x="74960" y="160009"/>
                  </a:lnTo>
                  <a:lnTo>
                    <a:pt x="74025" y="160996"/>
                  </a:lnTo>
                  <a:lnTo>
                    <a:pt x="73220" y="161278"/>
                  </a:lnTo>
                  <a:lnTo>
                    <a:pt x="73007" y="160254"/>
                  </a:lnTo>
                  <a:lnTo>
                    <a:pt x="72537" y="159432"/>
                  </a:lnTo>
                  <a:lnTo>
                    <a:pt x="72015" y="157810"/>
                  </a:lnTo>
                  <a:lnTo>
                    <a:pt x="71422" y="156497"/>
                  </a:lnTo>
                  <a:lnTo>
                    <a:pt x="70286" y="155582"/>
                  </a:lnTo>
                  <a:lnTo>
                    <a:pt x="69838" y="155989"/>
                  </a:lnTo>
                  <a:lnTo>
                    <a:pt x="69301" y="155885"/>
                  </a:lnTo>
                  <a:lnTo>
                    <a:pt x="68947" y="155370"/>
                  </a:lnTo>
                  <a:lnTo>
                    <a:pt x="68997" y="154582"/>
                  </a:lnTo>
                  <a:lnTo>
                    <a:pt x="69593" y="152590"/>
                  </a:lnTo>
                  <a:lnTo>
                    <a:pt x="69932" y="150760"/>
                  </a:lnTo>
                  <a:lnTo>
                    <a:pt x="70118" y="148760"/>
                  </a:lnTo>
                  <a:lnTo>
                    <a:pt x="70115" y="146862"/>
                  </a:lnTo>
                  <a:lnTo>
                    <a:pt x="69797" y="144178"/>
                  </a:lnTo>
                  <a:lnTo>
                    <a:pt x="69286" y="142048"/>
                  </a:lnTo>
                  <a:lnTo>
                    <a:pt x="69162" y="140813"/>
                  </a:lnTo>
                  <a:lnTo>
                    <a:pt x="69222" y="139057"/>
                  </a:lnTo>
                  <a:lnTo>
                    <a:pt x="69104" y="137423"/>
                  </a:lnTo>
                  <a:lnTo>
                    <a:pt x="68938" y="136570"/>
                  </a:lnTo>
                  <a:lnTo>
                    <a:pt x="68857" y="134948"/>
                  </a:lnTo>
                  <a:lnTo>
                    <a:pt x="68696" y="133471"/>
                  </a:lnTo>
                  <a:lnTo>
                    <a:pt x="68396" y="132901"/>
                  </a:lnTo>
                  <a:lnTo>
                    <a:pt x="68226" y="130426"/>
                  </a:lnTo>
                  <a:lnTo>
                    <a:pt x="68275" y="127883"/>
                  </a:lnTo>
                  <a:lnTo>
                    <a:pt x="67835" y="126922"/>
                  </a:lnTo>
                  <a:lnTo>
                    <a:pt x="67141" y="126221"/>
                  </a:lnTo>
                  <a:lnTo>
                    <a:pt x="66733" y="125225"/>
                  </a:lnTo>
                  <a:lnTo>
                    <a:pt x="66482" y="124117"/>
                  </a:lnTo>
                  <a:lnTo>
                    <a:pt x="66231" y="123795"/>
                  </a:lnTo>
                  <a:lnTo>
                    <a:pt x="66018" y="123862"/>
                  </a:lnTo>
                  <a:lnTo>
                    <a:pt x="65824" y="124550"/>
                  </a:lnTo>
                  <a:lnTo>
                    <a:pt x="65593" y="124696"/>
                  </a:lnTo>
                  <a:lnTo>
                    <a:pt x="65190" y="122314"/>
                  </a:lnTo>
                  <a:lnTo>
                    <a:pt x="65021" y="122221"/>
                  </a:lnTo>
                  <a:lnTo>
                    <a:pt x="64740" y="122768"/>
                  </a:lnTo>
                  <a:lnTo>
                    <a:pt x="61536" y="125407"/>
                  </a:lnTo>
                  <a:lnTo>
                    <a:pt x="61397" y="124381"/>
                  </a:lnTo>
                  <a:lnTo>
                    <a:pt x="61126" y="123162"/>
                  </a:lnTo>
                  <a:lnTo>
                    <a:pt x="60512" y="122752"/>
                  </a:lnTo>
                  <a:lnTo>
                    <a:pt x="59455" y="123665"/>
                  </a:lnTo>
                  <a:lnTo>
                    <a:pt x="58836" y="123774"/>
                  </a:lnTo>
                  <a:lnTo>
                    <a:pt x="57888" y="123468"/>
                  </a:lnTo>
                  <a:lnTo>
                    <a:pt x="57463" y="123898"/>
                  </a:lnTo>
                  <a:lnTo>
                    <a:pt x="56205" y="127410"/>
                  </a:lnTo>
                  <a:lnTo>
                    <a:pt x="55449" y="128782"/>
                  </a:lnTo>
                  <a:lnTo>
                    <a:pt x="54877" y="128669"/>
                  </a:lnTo>
                  <a:lnTo>
                    <a:pt x="54277" y="128350"/>
                  </a:lnTo>
                  <a:lnTo>
                    <a:pt x="53854" y="128604"/>
                  </a:lnTo>
                  <a:lnTo>
                    <a:pt x="53543" y="128203"/>
                  </a:lnTo>
                  <a:lnTo>
                    <a:pt x="53666" y="127347"/>
                  </a:lnTo>
                  <a:lnTo>
                    <a:pt x="53972" y="126273"/>
                  </a:lnTo>
                  <a:lnTo>
                    <a:pt x="54575" y="122449"/>
                  </a:lnTo>
                  <a:lnTo>
                    <a:pt x="56122" y="118598"/>
                  </a:lnTo>
                  <a:lnTo>
                    <a:pt x="56154" y="117793"/>
                  </a:lnTo>
                  <a:lnTo>
                    <a:pt x="55522" y="115541"/>
                  </a:lnTo>
                  <a:lnTo>
                    <a:pt x="54857" y="112473"/>
                  </a:lnTo>
                  <a:lnTo>
                    <a:pt x="54856" y="109187"/>
                  </a:lnTo>
                  <a:lnTo>
                    <a:pt x="54730" y="106812"/>
                  </a:lnTo>
                  <a:lnTo>
                    <a:pt x="53361" y="106147"/>
                  </a:lnTo>
                  <a:lnTo>
                    <a:pt x="53113" y="105746"/>
                  </a:lnTo>
                  <a:lnTo>
                    <a:pt x="53076" y="104945"/>
                  </a:lnTo>
                  <a:lnTo>
                    <a:pt x="53431" y="102814"/>
                  </a:lnTo>
                  <a:lnTo>
                    <a:pt x="53845" y="100844"/>
                  </a:lnTo>
                  <a:lnTo>
                    <a:pt x="53906" y="100010"/>
                  </a:lnTo>
                  <a:lnTo>
                    <a:pt x="53810" y="99274"/>
                  </a:lnTo>
                  <a:lnTo>
                    <a:pt x="52970" y="97174"/>
                  </a:lnTo>
                  <a:lnTo>
                    <a:pt x="51659" y="93300"/>
                  </a:lnTo>
                  <a:lnTo>
                    <a:pt x="50446" y="89010"/>
                  </a:lnTo>
                  <a:lnTo>
                    <a:pt x="49405" y="85325"/>
                  </a:lnTo>
                  <a:lnTo>
                    <a:pt x="48563" y="83646"/>
                  </a:lnTo>
                  <a:lnTo>
                    <a:pt x="47759" y="81218"/>
                  </a:lnTo>
                  <a:lnTo>
                    <a:pt x="47453" y="79669"/>
                  </a:lnTo>
                  <a:lnTo>
                    <a:pt x="46614" y="79114"/>
                  </a:lnTo>
                  <a:lnTo>
                    <a:pt x="44167" y="79146"/>
                  </a:lnTo>
                  <a:lnTo>
                    <a:pt x="41229" y="79183"/>
                  </a:lnTo>
                  <a:lnTo>
                    <a:pt x="38748" y="79218"/>
                  </a:lnTo>
                  <a:lnTo>
                    <a:pt x="38604" y="81294"/>
                  </a:lnTo>
                  <a:lnTo>
                    <a:pt x="35895" y="82694"/>
                  </a:lnTo>
                  <a:lnTo>
                    <a:pt x="34224" y="81086"/>
                  </a:lnTo>
                  <a:lnTo>
                    <a:pt x="32370" y="82021"/>
                  </a:lnTo>
                  <a:lnTo>
                    <a:pt x="31463" y="83085"/>
                  </a:lnTo>
                  <a:lnTo>
                    <a:pt x="31180" y="85299"/>
                  </a:lnTo>
                  <a:lnTo>
                    <a:pt x="30767" y="87729"/>
                  </a:lnTo>
                  <a:lnTo>
                    <a:pt x="30372" y="88729"/>
                  </a:lnTo>
                  <a:lnTo>
                    <a:pt x="30203" y="89820"/>
                  </a:lnTo>
                  <a:lnTo>
                    <a:pt x="29974" y="90812"/>
                  </a:lnTo>
                  <a:lnTo>
                    <a:pt x="29610" y="91956"/>
                  </a:lnTo>
                  <a:lnTo>
                    <a:pt x="29205" y="94253"/>
                  </a:lnTo>
                  <a:lnTo>
                    <a:pt x="28324" y="97521"/>
                  </a:lnTo>
                  <a:lnTo>
                    <a:pt x="27395" y="99629"/>
                  </a:lnTo>
                  <a:lnTo>
                    <a:pt x="25820" y="100779"/>
                  </a:lnTo>
                  <a:lnTo>
                    <a:pt x="25328" y="104219"/>
                  </a:lnTo>
                  <a:lnTo>
                    <a:pt x="24965" y="105500"/>
                  </a:lnTo>
                  <a:lnTo>
                    <a:pt x="24357" y="106503"/>
                  </a:lnTo>
                  <a:lnTo>
                    <a:pt x="23708" y="107155"/>
                  </a:lnTo>
                  <a:lnTo>
                    <a:pt x="23110" y="106761"/>
                  </a:lnTo>
                  <a:lnTo>
                    <a:pt x="22421" y="106489"/>
                  </a:lnTo>
                  <a:lnTo>
                    <a:pt x="21700" y="107106"/>
                  </a:lnTo>
                  <a:lnTo>
                    <a:pt x="21577" y="106245"/>
                  </a:lnTo>
                  <a:lnTo>
                    <a:pt x="21986" y="103521"/>
                  </a:lnTo>
                  <a:lnTo>
                    <a:pt x="21660" y="102104"/>
                  </a:lnTo>
                  <a:lnTo>
                    <a:pt x="20423" y="99273"/>
                  </a:lnTo>
                  <a:lnTo>
                    <a:pt x="20307" y="97904"/>
                  </a:lnTo>
                  <a:lnTo>
                    <a:pt x="19928" y="96141"/>
                  </a:lnTo>
                  <a:lnTo>
                    <a:pt x="18299" y="92503"/>
                  </a:lnTo>
                  <a:lnTo>
                    <a:pt x="16780" y="92728"/>
                  </a:lnTo>
                  <a:lnTo>
                    <a:pt x="17202" y="89675"/>
                  </a:lnTo>
                  <a:lnTo>
                    <a:pt x="17183" y="85620"/>
                  </a:lnTo>
                  <a:lnTo>
                    <a:pt x="16667" y="83406"/>
                  </a:lnTo>
                  <a:lnTo>
                    <a:pt x="16799" y="81145"/>
                  </a:lnTo>
                  <a:lnTo>
                    <a:pt x="16517" y="81288"/>
                  </a:lnTo>
                  <a:lnTo>
                    <a:pt x="16011" y="82845"/>
                  </a:lnTo>
                  <a:lnTo>
                    <a:pt x="15191" y="82344"/>
                  </a:lnTo>
                  <a:lnTo>
                    <a:pt x="13531" y="79936"/>
                  </a:lnTo>
                  <a:lnTo>
                    <a:pt x="12701" y="77597"/>
                  </a:lnTo>
                  <a:lnTo>
                    <a:pt x="12602" y="75609"/>
                  </a:lnTo>
                  <a:lnTo>
                    <a:pt x="12416" y="74837"/>
                  </a:lnTo>
                  <a:lnTo>
                    <a:pt x="11907" y="75251"/>
                  </a:lnTo>
                  <a:lnTo>
                    <a:pt x="10869" y="75211"/>
                  </a:lnTo>
                  <a:lnTo>
                    <a:pt x="7703" y="71673"/>
                  </a:lnTo>
                  <a:lnTo>
                    <a:pt x="5449" y="62764"/>
                  </a:lnTo>
                  <a:lnTo>
                    <a:pt x="5399" y="60755"/>
                  </a:lnTo>
                  <a:lnTo>
                    <a:pt x="5723" y="57295"/>
                  </a:lnTo>
                  <a:lnTo>
                    <a:pt x="5648" y="56356"/>
                  </a:lnTo>
                  <a:lnTo>
                    <a:pt x="4613" y="58653"/>
                  </a:lnTo>
                  <a:lnTo>
                    <a:pt x="4415" y="57115"/>
                  </a:lnTo>
                  <a:lnTo>
                    <a:pt x="3626" y="53538"/>
                  </a:lnTo>
                  <a:lnTo>
                    <a:pt x="3397" y="51482"/>
                  </a:lnTo>
                  <a:lnTo>
                    <a:pt x="2637" y="50569"/>
                  </a:lnTo>
                  <a:lnTo>
                    <a:pt x="2029" y="50406"/>
                  </a:lnTo>
                  <a:lnTo>
                    <a:pt x="1559" y="51090"/>
                  </a:lnTo>
                  <a:lnTo>
                    <a:pt x="940" y="55271"/>
                  </a:lnTo>
                  <a:lnTo>
                    <a:pt x="478" y="55244"/>
                  </a:lnTo>
                  <a:lnTo>
                    <a:pt x="0" y="54351"/>
                  </a:lnTo>
                  <a:lnTo>
                    <a:pt x="101" y="51231"/>
                  </a:lnTo>
                  <a:lnTo>
                    <a:pt x="644" y="49693"/>
                  </a:lnTo>
                  <a:lnTo>
                    <a:pt x="1317" y="47330"/>
                  </a:lnTo>
                  <a:lnTo>
                    <a:pt x="3355" y="37480"/>
                  </a:lnTo>
                  <a:lnTo>
                    <a:pt x="4083" y="35222"/>
                  </a:lnTo>
                  <a:lnTo>
                    <a:pt x="4544" y="34437"/>
                  </a:lnTo>
                  <a:lnTo>
                    <a:pt x="5508" y="34344"/>
                  </a:lnTo>
                  <a:lnTo>
                    <a:pt x="7388" y="33027"/>
                  </a:lnTo>
                  <a:lnTo>
                    <a:pt x="8926" y="30853"/>
                  </a:lnTo>
                  <a:lnTo>
                    <a:pt x="9694" y="29963"/>
                  </a:lnTo>
                  <a:lnTo>
                    <a:pt x="11462" y="30198"/>
                  </a:lnTo>
                  <a:lnTo>
                    <a:pt x="13549" y="29824"/>
                  </a:lnTo>
                  <a:lnTo>
                    <a:pt x="16269" y="27713"/>
                  </a:lnTo>
                  <a:lnTo>
                    <a:pt x="16321" y="24815"/>
                  </a:lnTo>
                  <a:lnTo>
                    <a:pt x="16295" y="21099"/>
                  </a:lnTo>
                  <a:lnTo>
                    <a:pt x="16205" y="19628"/>
                  </a:lnTo>
                  <a:lnTo>
                    <a:pt x="15238" y="18303"/>
                  </a:lnTo>
                  <a:lnTo>
                    <a:pt x="14675" y="17156"/>
                  </a:lnTo>
                  <a:lnTo>
                    <a:pt x="14191" y="15692"/>
                  </a:lnTo>
                  <a:lnTo>
                    <a:pt x="13602" y="14649"/>
                  </a:lnTo>
                  <a:lnTo>
                    <a:pt x="13621" y="13553"/>
                  </a:lnTo>
                  <a:lnTo>
                    <a:pt x="14360" y="12618"/>
                  </a:lnTo>
                  <a:lnTo>
                    <a:pt x="14829" y="12142"/>
                  </a:lnTo>
                  <a:lnTo>
                    <a:pt x="15936" y="12161"/>
                  </a:lnTo>
                  <a:lnTo>
                    <a:pt x="16302" y="11616"/>
                  </a:lnTo>
                  <a:lnTo>
                    <a:pt x="16576" y="10674"/>
                  </a:lnTo>
                  <a:lnTo>
                    <a:pt x="16891" y="8289"/>
                  </a:lnTo>
                  <a:lnTo>
                    <a:pt x="17000" y="5774"/>
                  </a:lnTo>
                  <a:lnTo>
                    <a:pt x="16271" y="2396"/>
                  </a:lnTo>
                  <a:lnTo>
                    <a:pt x="16312" y="0"/>
                  </a:lnTo>
                  <a:lnTo>
                    <a:pt x="20304" y="344"/>
                  </a:lnTo>
                  <a:lnTo>
                    <a:pt x="20714" y="600"/>
                  </a:lnTo>
                  <a:lnTo>
                    <a:pt x="22497" y="1014"/>
                  </a:lnTo>
                  <a:lnTo>
                    <a:pt x="23602" y="1009"/>
                  </a:lnTo>
                  <a:lnTo>
                    <a:pt x="24288" y="1193"/>
                  </a:lnTo>
                  <a:lnTo>
                    <a:pt x="24574" y="1740"/>
                  </a:lnTo>
                  <a:lnTo>
                    <a:pt x="24516" y="2744"/>
                  </a:lnTo>
                  <a:lnTo>
                    <a:pt x="24326" y="4067"/>
                  </a:lnTo>
                  <a:lnTo>
                    <a:pt x="24555" y="5435"/>
                  </a:lnTo>
                  <a:lnTo>
                    <a:pt x="25164" y="5800"/>
                  </a:lnTo>
                  <a:lnTo>
                    <a:pt x="25488" y="5386"/>
                  </a:lnTo>
                  <a:lnTo>
                    <a:pt x="25798" y="4715"/>
                  </a:lnTo>
                  <a:lnTo>
                    <a:pt x="26166" y="4185"/>
                  </a:lnTo>
                  <a:lnTo>
                    <a:pt x="26691" y="4547"/>
                  </a:lnTo>
                  <a:lnTo>
                    <a:pt x="27812" y="6560"/>
                  </a:lnTo>
                  <a:lnTo>
                    <a:pt x="28852" y="7114"/>
                  </a:lnTo>
                  <a:lnTo>
                    <a:pt x="29990" y="8206"/>
                  </a:lnTo>
                  <a:lnTo>
                    <a:pt x="31059" y="8809"/>
                  </a:lnTo>
                  <a:lnTo>
                    <a:pt x="32007" y="8733"/>
                  </a:lnTo>
                  <a:lnTo>
                    <a:pt x="32727" y="9864"/>
                  </a:lnTo>
                  <a:lnTo>
                    <a:pt x="34058" y="10220"/>
                  </a:lnTo>
                  <a:lnTo>
                    <a:pt x="35776" y="8785"/>
                  </a:lnTo>
                  <a:lnTo>
                    <a:pt x="37128" y="8151"/>
                  </a:lnTo>
                  <a:lnTo>
                    <a:pt x="39026" y="7996"/>
                  </a:lnTo>
                  <a:lnTo>
                    <a:pt x="40019" y="8469"/>
                  </a:lnTo>
                  <a:lnTo>
                    <a:pt x="42912" y="7316"/>
                  </a:lnTo>
                  <a:lnTo>
                    <a:pt x="44355" y="7574"/>
                  </a:lnTo>
                  <a:close/>
                </a:path>
              </a:pathLst>
            </a:custGeom>
            <a:solidFill>
              <a:srgbClr val="FFC8B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0"/>
            <p:cNvSpPr/>
            <p:nvPr/>
          </p:nvSpPr>
          <p:spPr>
            <a:xfrm>
              <a:off x="3156406" y="3225935"/>
              <a:ext cx="36995" cy="22101"/>
            </a:xfrm>
            <a:custGeom>
              <a:avLst/>
              <a:pathLst>
                <a:path w="36995" h="22101">
                  <a:moveTo>
                    <a:pt x="758" y="22101"/>
                  </a:moveTo>
                  <a:lnTo>
                    <a:pt x="684" y="19609"/>
                  </a:lnTo>
                  <a:lnTo>
                    <a:pt x="0" y="13918"/>
                  </a:lnTo>
                  <a:lnTo>
                    <a:pt x="918" y="11427"/>
                  </a:lnTo>
                  <a:lnTo>
                    <a:pt x="1918" y="9961"/>
                  </a:lnTo>
                  <a:lnTo>
                    <a:pt x="2591" y="11134"/>
                  </a:lnTo>
                  <a:lnTo>
                    <a:pt x="2794" y="13452"/>
                  </a:lnTo>
                  <a:lnTo>
                    <a:pt x="3311" y="15037"/>
                  </a:lnTo>
                  <a:lnTo>
                    <a:pt x="5076" y="16026"/>
                  </a:lnTo>
                  <a:lnTo>
                    <a:pt x="6825" y="15315"/>
                  </a:lnTo>
                  <a:lnTo>
                    <a:pt x="7894" y="15643"/>
                  </a:lnTo>
                  <a:lnTo>
                    <a:pt x="7859" y="14358"/>
                  </a:lnTo>
                  <a:lnTo>
                    <a:pt x="8223" y="12649"/>
                  </a:lnTo>
                  <a:lnTo>
                    <a:pt x="10345" y="11916"/>
                  </a:lnTo>
                  <a:lnTo>
                    <a:pt x="12590" y="11427"/>
                  </a:lnTo>
                  <a:lnTo>
                    <a:pt x="14895" y="10401"/>
                  </a:lnTo>
                  <a:lnTo>
                    <a:pt x="16702" y="10444"/>
                  </a:lnTo>
                  <a:lnTo>
                    <a:pt x="17242" y="10157"/>
                  </a:lnTo>
                  <a:lnTo>
                    <a:pt x="17111" y="9718"/>
                  </a:lnTo>
                  <a:lnTo>
                    <a:pt x="15489" y="9226"/>
                  </a:lnTo>
                  <a:lnTo>
                    <a:pt x="12030" y="10405"/>
                  </a:lnTo>
                  <a:lnTo>
                    <a:pt x="8506" y="10751"/>
                  </a:lnTo>
                  <a:lnTo>
                    <a:pt x="5836" y="13851"/>
                  </a:lnTo>
                  <a:lnTo>
                    <a:pt x="4741" y="13561"/>
                  </a:lnTo>
                  <a:lnTo>
                    <a:pt x="3636" y="10464"/>
                  </a:lnTo>
                  <a:lnTo>
                    <a:pt x="3239" y="6642"/>
                  </a:lnTo>
                  <a:lnTo>
                    <a:pt x="6368" y="6359"/>
                  </a:lnTo>
                  <a:lnTo>
                    <a:pt x="10158" y="6481"/>
                  </a:lnTo>
                  <a:lnTo>
                    <a:pt x="14284" y="6613"/>
                  </a:lnTo>
                  <a:lnTo>
                    <a:pt x="16228" y="6674"/>
                  </a:lnTo>
                  <a:lnTo>
                    <a:pt x="17250" y="2514"/>
                  </a:lnTo>
                  <a:lnTo>
                    <a:pt x="19191" y="679"/>
                  </a:lnTo>
                  <a:lnTo>
                    <a:pt x="21180" y="0"/>
                  </a:lnTo>
                  <a:lnTo>
                    <a:pt x="22215" y="180"/>
                  </a:lnTo>
                  <a:lnTo>
                    <a:pt x="23310" y="794"/>
                  </a:lnTo>
                  <a:lnTo>
                    <a:pt x="25405" y="4226"/>
                  </a:lnTo>
                  <a:lnTo>
                    <a:pt x="26711" y="5008"/>
                  </a:lnTo>
                  <a:lnTo>
                    <a:pt x="27813" y="5790"/>
                  </a:lnTo>
                  <a:lnTo>
                    <a:pt x="28601" y="7457"/>
                  </a:lnTo>
                  <a:lnTo>
                    <a:pt x="29854" y="9112"/>
                  </a:lnTo>
                  <a:lnTo>
                    <a:pt x="30840" y="9560"/>
                  </a:lnTo>
                  <a:lnTo>
                    <a:pt x="31426" y="9306"/>
                  </a:lnTo>
                  <a:lnTo>
                    <a:pt x="32401" y="8668"/>
                  </a:lnTo>
                  <a:lnTo>
                    <a:pt x="33043" y="8154"/>
                  </a:lnTo>
                  <a:lnTo>
                    <a:pt x="35136" y="7938"/>
                  </a:lnTo>
                  <a:lnTo>
                    <a:pt x="36673" y="9855"/>
                  </a:lnTo>
                  <a:lnTo>
                    <a:pt x="36995" y="11946"/>
                  </a:lnTo>
                  <a:lnTo>
                    <a:pt x="36739" y="14089"/>
                  </a:lnTo>
                  <a:lnTo>
                    <a:pt x="34673" y="15239"/>
                  </a:lnTo>
                  <a:lnTo>
                    <a:pt x="31812" y="17028"/>
                  </a:lnTo>
                  <a:lnTo>
                    <a:pt x="29445" y="16051"/>
                  </a:lnTo>
                  <a:lnTo>
                    <a:pt x="26566" y="13604"/>
                  </a:lnTo>
                  <a:lnTo>
                    <a:pt x="24883" y="11848"/>
                  </a:lnTo>
                  <a:lnTo>
                    <a:pt x="24183" y="11147"/>
                  </a:lnTo>
                  <a:lnTo>
                    <a:pt x="23131" y="10031"/>
                  </a:lnTo>
                  <a:lnTo>
                    <a:pt x="22214" y="8828"/>
                  </a:lnTo>
                  <a:lnTo>
                    <a:pt x="21328" y="8050"/>
                  </a:lnTo>
                  <a:lnTo>
                    <a:pt x="20652" y="7553"/>
                  </a:lnTo>
                  <a:lnTo>
                    <a:pt x="20153" y="8180"/>
                  </a:lnTo>
                  <a:lnTo>
                    <a:pt x="19900" y="9664"/>
                  </a:lnTo>
                  <a:lnTo>
                    <a:pt x="19500" y="11317"/>
                  </a:lnTo>
                  <a:lnTo>
                    <a:pt x="18985" y="12295"/>
                  </a:lnTo>
                  <a:lnTo>
                    <a:pt x="16571" y="12875"/>
                  </a:lnTo>
                  <a:lnTo>
                    <a:pt x="14406" y="13483"/>
                  </a:lnTo>
                  <a:lnTo>
                    <a:pt x="13243" y="13998"/>
                  </a:lnTo>
                  <a:lnTo>
                    <a:pt x="12468" y="14389"/>
                  </a:lnTo>
                  <a:lnTo>
                    <a:pt x="12222" y="19374"/>
                  </a:lnTo>
                  <a:lnTo>
                    <a:pt x="9770" y="19317"/>
                  </a:lnTo>
                  <a:lnTo>
                    <a:pt x="7360" y="19260"/>
                  </a:lnTo>
                  <a:lnTo>
                    <a:pt x="4861" y="19348"/>
                  </a:lnTo>
                  <a:lnTo>
                    <a:pt x="2172" y="19442"/>
                  </a:lnTo>
                  <a:lnTo>
                    <a:pt x="1484" y="20459"/>
                  </a:lnTo>
                  <a:close/>
                </a:path>
              </a:pathLst>
            </a:custGeom>
            <a:solidFill>
              <a:srgbClr val="A4CB9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1"/>
            <p:cNvSpPr/>
            <p:nvPr/>
          </p:nvSpPr>
          <p:spPr>
            <a:xfrm>
              <a:off x="3167028" y="3303334"/>
              <a:ext cx="839" cy="4078"/>
            </a:xfrm>
            <a:custGeom>
              <a:avLst/>
              <a:pathLst>
                <a:path w="839" h="4078">
                  <a:moveTo>
                    <a:pt x="839" y="3259"/>
                  </a:moveTo>
                  <a:lnTo>
                    <a:pt x="725" y="4078"/>
                  </a:lnTo>
                  <a:lnTo>
                    <a:pt x="0" y="3953"/>
                  </a:lnTo>
                  <a:lnTo>
                    <a:pt x="164" y="3122"/>
                  </a:lnTo>
                  <a:lnTo>
                    <a:pt x="6" y="2879"/>
                  </a:lnTo>
                  <a:lnTo>
                    <a:pt x="215" y="385"/>
                  </a:lnTo>
                  <a:lnTo>
                    <a:pt x="324" y="0"/>
                  </a:lnTo>
                  <a:lnTo>
                    <a:pt x="676" y="929"/>
                  </a:lnTo>
                  <a:lnTo>
                    <a:pt x="724" y="1312"/>
                  </a:lnTo>
                  <a:close/>
                </a:path>
              </a:pathLst>
            </a:custGeom>
            <a:solidFill>
              <a:srgbClr val="BAD8B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2"/>
            <p:cNvSpPr/>
            <p:nvPr/>
          </p:nvSpPr>
          <p:spPr>
            <a:xfrm>
              <a:off x="3163666" y="3303157"/>
              <a:ext cx="2266" cy="4556"/>
            </a:xfrm>
            <a:custGeom>
              <a:avLst/>
              <a:pathLst>
                <a:path w="2266" h="4556">
                  <a:moveTo>
                    <a:pt x="1504" y="4117"/>
                  </a:moveTo>
                  <a:lnTo>
                    <a:pt x="516" y="4556"/>
                  </a:lnTo>
                  <a:lnTo>
                    <a:pt x="66" y="3089"/>
                  </a:lnTo>
                  <a:lnTo>
                    <a:pt x="0" y="2522"/>
                  </a:lnTo>
                  <a:lnTo>
                    <a:pt x="515" y="2028"/>
                  </a:lnTo>
                  <a:lnTo>
                    <a:pt x="747" y="2008"/>
                  </a:lnTo>
                  <a:lnTo>
                    <a:pt x="1139" y="943"/>
                  </a:lnTo>
                  <a:lnTo>
                    <a:pt x="1624" y="229"/>
                  </a:lnTo>
                  <a:lnTo>
                    <a:pt x="1838" y="0"/>
                  </a:lnTo>
                  <a:lnTo>
                    <a:pt x="2086" y="46"/>
                  </a:lnTo>
                  <a:lnTo>
                    <a:pt x="2266" y="2400"/>
                  </a:lnTo>
                  <a:lnTo>
                    <a:pt x="2026" y="3389"/>
                  </a:lnTo>
                  <a:close/>
                </a:path>
              </a:pathLst>
            </a:custGeom>
            <a:solidFill>
              <a:srgbClr val="BAD8B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3"/>
            <p:cNvSpPr/>
            <p:nvPr/>
          </p:nvSpPr>
          <p:spPr>
            <a:xfrm>
              <a:off x="3169301" y="3300114"/>
              <a:ext cx="1498" cy="3760"/>
            </a:xfrm>
            <a:custGeom>
              <a:avLst/>
              <a:pathLst>
                <a:path w="1498" h="3760">
                  <a:moveTo>
                    <a:pt x="674" y="2549"/>
                  </a:moveTo>
                  <a:lnTo>
                    <a:pt x="674" y="3760"/>
                  </a:lnTo>
                  <a:lnTo>
                    <a:pt x="151" y="3530"/>
                  </a:lnTo>
                  <a:lnTo>
                    <a:pt x="0" y="3168"/>
                  </a:lnTo>
                  <a:lnTo>
                    <a:pt x="309" y="976"/>
                  </a:lnTo>
                  <a:lnTo>
                    <a:pt x="768" y="0"/>
                  </a:lnTo>
                  <a:lnTo>
                    <a:pt x="1331" y="155"/>
                  </a:lnTo>
                  <a:lnTo>
                    <a:pt x="1498" y="451"/>
                  </a:lnTo>
                  <a:lnTo>
                    <a:pt x="1389" y="1297"/>
                  </a:lnTo>
                  <a:lnTo>
                    <a:pt x="1143" y="1992"/>
                  </a:lnTo>
                  <a:close/>
                </a:path>
              </a:pathLst>
            </a:custGeom>
            <a:solidFill>
              <a:srgbClr val="BAD8B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4"/>
            <p:cNvSpPr/>
            <p:nvPr/>
          </p:nvSpPr>
          <p:spPr>
            <a:xfrm>
              <a:off x="3166297" y="3291352"/>
              <a:ext cx="1497" cy="4842"/>
            </a:xfrm>
            <a:custGeom>
              <a:avLst/>
              <a:pathLst>
                <a:path w="1497" h="4842">
                  <a:moveTo>
                    <a:pt x="1497" y="3914"/>
                  </a:moveTo>
                  <a:lnTo>
                    <a:pt x="918" y="4842"/>
                  </a:lnTo>
                  <a:lnTo>
                    <a:pt x="320" y="4406"/>
                  </a:lnTo>
                  <a:lnTo>
                    <a:pt x="0" y="3579"/>
                  </a:lnTo>
                  <a:lnTo>
                    <a:pt x="47" y="2097"/>
                  </a:lnTo>
                  <a:lnTo>
                    <a:pt x="723" y="0"/>
                  </a:lnTo>
                  <a:lnTo>
                    <a:pt x="1330" y="271"/>
                  </a:lnTo>
                  <a:close/>
                </a:path>
              </a:pathLst>
            </a:custGeom>
            <a:solidFill>
              <a:srgbClr val="BAD8B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5"/>
            <p:cNvSpPr/>
            <p:nvPr/>
          </p:nvSpPr>
          <p:spPr>
            <a:xfrm>
              <a:off x="3171277" y="3290346"/>
              <a:ext cx="1692" cy="3503"/>
            </a:xfrm>
            <a:custGeom>
              <a:avLst/>
              <a:pathLst>
                <a:path w="1692" h="3503">
                  <a:moveTo>
                    <a:pt x="817" y="2816"/>
                  </a:moveTo>
                  <a:lnTo>
                    <a:pt x="701" y="3503"/>
                  </a:lnTo>
                  <a:lnTo>
                    <a:pt x="0" y="2920"/>
                  </a:lnTo>
                  <a:lnTo>
                    <a:pt x="1024" y="434"/>
                  </a:lnTo>
                  <a:lnTo>
                    <a:pt x="1692" y="0"/>
                  </a:lnTo>
                  <a:lnTo>
                    <a:pt x="1668" y="1914"/>
                  </a:lnTo>
                  <a:lnTo>
                    <a:pt x="1152" y="2318"/>
                  </a:lnTo>
                  <a:close/>
                </a:path>
              </a:pathLst>
            </a:custGeom>
            <a:solidFill>
              <a:srgbClr val="BAD8B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6"/>
            <p:cNvSpPr/>
            <p:nvPr/>
          </p:nvSpPr>
          <p:spPr>
            <a:xfrm>
              <a:off x="3164702" y="3282830"/>
              <a:ext cx="2048" cy="3751"/>
            </a:xfrm>
            <a:custGeom>
              <a:avLst/>
              <a:pathLst>
                <a:path w="2048" h="3751">
                  <a:moveTo>
                    <a:pt x="2048" y="137"/>
                  </a:moveTo>
                  <a:lnTo>
                    <a:pt x="1408" y="3751"/>
                  </a:lnTo>
                  <a:lnTo>
                    <a:pt x="617" y="3353"/>
                  </a:lnTo>
                  <a:lnTo>
                    <a:pt x="62" y="1201"/>
                  </a:lnTo>
                  <a:lnTo>
                    <a:pt x="0" y="291"/>
                  </a:lnTo>
                  <a:lnTo>
                    <a:pt x="1611" y="0"/>
                  </a:lnTo>
                  <a:close/>
                </a:path>
              </a:pathLst>
            </a:custGeom>
            <a:solidFill>
              <a:srgbClr val="BAD8B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7"/>
            <p:cNvSpPr/>
            <p:nvPr/>
          </p:nvSpPr>
          <p:spPr>
            <a:xfrm>
              <a:off x="3157800" y="3259390"/>
              <a:ext cx="37491" cy="51409"/>
            </a:xfrm>
            <a:custGeom>
              <a:avLst/>
              <a:pathLst>
                <a:path w="37491" h="51409">
                  <a:moveTo>
                    <a:pt x="20592" y="51409"/>
                  </a:moveTo>
                  <a:lnTo>
                    <a:pt x="19966" y="49314"/>
                  </a:lnTo>
                  <a:lnTo>
                    <a:pt x="20449" y="45446"/>
                  </a:lnTo>
                  <a:lnTo>
                    <a:pt x="19929" y="45502"/>
                  </a:lnTo>
                  <a:lnTo>
                    <a:pt x="18889" y="48628"/>
                  </a:lnTo>
                  <a:lnTo>
                    <a:pt x="18382" y="48727"/>
                  </a:lnTo>
                  <a:lnTo>
                    <a:pt x="18449" y="45023"/>
                  </a:lnTo>
                  <a:lnTo>
                    <a:pt x="17873" y="44886"/>
                  </a:lnTo>
                  <a:lnTo>
                    <a:pt x="17205" y="45148"/>
                  </a:lnTo>
                  <a:lnTo>
                    <a:pt x="16272" y="43221"/>
                  </a:lnTo>
                  <a:lnTo>
                    <a:pt x="16180" y="41774"/>
                  </a:lnTo>
                  <a:lnTo>
                    <a:pt x="16255" y="39757"/>
                  </a:lnTo>
                  <a:lnTo>
                    <a:pt x="16823" y="38468"/>
                  </a:lnTo>
                  <a:lnTo>
                    <a:pt x="16746" y="37928"/>
                  </a:lnTo>
                  <a:lnTo>
                    <a:pt x="16197" y="37777"/>
                  </a:lnTo>
                  <a:lnTo>
                    <a:pt x="15583" y="38123"/>
                  </a:lnTo>
                  <a:lnTo>
                    <a:pt x="15206" y="37516"/>
                  </a:lnTo>
                  <a:lnTo>
                    <a:pt x="15828" y="34899"/>
                  </a:lnTo>
                  <a:lnTo>
                    <a:pt x="18006" y="32700"/>
                  </a:lnTo>
                  <a:lnTo>
                    <a:pt x="19102" y="32473"/>
                  </a:lnTo>
                  <a:lnTo>
                    <a:pt x="20226" y="31975"/>
                  </a:lnTo>
                  <a:lnTo>
                    <a:pt x="19612" y="30091"/>
                  </a:lnTo>
                  <a:lnTo>
                    <a:pt x="18280" y="29347"/>
                  </a:lnTo>
                  <a:lnTo>
                    <a:pt x="17215" y="29866"/>
                  </a:lnTo>
                  <a:lnTo>
                    <a:pt x="16685" y="31234"/>
                  </a:lnTo>
                  <a:lnTo>
                    <a:pt x="16027" y="31460"/>
                  </a:lnTo>
                  <a:lnTo>
                    <a:pt x="14930" y="28253"/>
                  </a:lnTo>
                  <a:lnTo>
                    <a:pt x="14950" y="26640"/>
                  </a:lnTo>
                  <a:lnTo>
                    <a:pt x="15358" y="24735"/>
                  </a:lnTo>
                  <a:lnTo>
                    <a:pt x="15993" y="23880"/>
                  </a:lnTo>
                  <a:lnTo>
                    <a:pt x="18521" y="23904"/>
                  </a:lnTo>
                  <a:lnTo>
                    <a:pt x="19481" y="22829"/>
                  </a:lnTo>
                  <a:lnTo>
                    <a:pt x="19868" y="22633"/>
                  </a:lnTo>
                  <a:lnTo>
                    <a:pt x="20235" y="21656"/>
                  </a:lnTo>
                  <a:lnTo>
                    <a:pt x="20157" y="21007"/>
                  </a:lnTo>
                  <a:lnTo>
                    <a:pt x="19747" y="20970"/>
                  </a:lnTo>
                  <a:lnTo>
                    <a:pt x="18802" y="22239"/>
                  </a:lnTo>
                  <a:lnTo>
                    <a:pt x="15758" y="21759"/>
                  </a:lnTo>
                  <a:lnTo>
                    <a:pt x="14787" y="22526"/>
                  </a:lnTo>
                  <a:lnTo>
                    <a:pt x="13094" y="25458"/>
                  </a:lnTo>
                  <a:lnTo>
                    <a:pt x="11012" y="27080"/>
                  </a:lnTo>
                  <a:lnTo>
                    <a:pt x="9502" y="26396"/>
                  </a:lnTo>
                  <a:lnTo>
                    <a:pt x="9983" y="22464"/>
                  </a:lnTo>
                  <a:lnTo>
                    <a:pt x="9768" y="21929"/>
                  </a:lnTo>
                  <a:lnTo>
                    <a:pt x="9292" y="21284"/>
                  </a:lnTo>
                  <a:lnTo>
                    <a:pt x="7075" y="22535"/>
                  </a:lnTo>
                  <a:lnTo>
                    <a:pt x="5398" y="20737"/>
                  </a:lnTo>
                  <a:lnTo>
                    <a:pt x="4735" y="18566"/>
                  </a:lnTo>
                  <a:lnTo>
                    <a:pt x="4849" y="15843"/>
                  </a:lnTo>
                  <a:lnTo>
                    <a:pt x="5640" y="14002"/>
                  </a:lnTo>
                  <a:lnTo>
                    <a:pt x="5765" y="13084"/>
                  </a:lnTo>
                  <a:lnTo>
                    <a:pt x="4929" y="12910"/>
                  </a:lnTo>
                  <a:lnTo>
                    <a:pt x="3393" y="14058"/>
                  </a:lnTo>
                  <a:lnTo>
                    <a:pt x="0" y="9606"/>
                  </a:lnTo>
                  <a:lnTo>
                    <a:pt x="677" y="9324"/>
                  </a:lnTo>
                  <a:lnTo>
                    <a:pt x="2350" y="9789"/>
                  </a:lnTo>
                  <a:lnTo>
                    <a:pt x="3646" y="9226"/>
                  </a:lnTo>
                  <a:lnTo>
                    <a:pt x="4559" y="8286"/>
                  </a:lnTo>
                  <a:lnTo>
                    <a:pt x="5803" y="6991"/>
                  </a:lnTo>
                  <a:lnTo>
                    <a:pt x="7004" y="6574"/>
                  </a:lnTo>
                  <a:lnTo>
                    <a:pt x="10763" y="7152"/>
                  </a:lnTo>
                  <a:lnTo>
                    <a:pt x="14030" y="5601"/>
                  </a:lnTo>
                  <a:lnTo>
                    <a:pt x="16459" y="2687"/>
                  </a:lnTo>
                  <a:lnTo>
                    <a:pt x="18703" y="0"/>
                  </a:lnTo>
                  <a:lnTo>
                    <a:pt x="21609" y="28"/>
                  </a:lnTo>
                  <a:lnTo>
                    <a:pt x="24724" y="57"/>
                  </a:lnTo>
                  <a:lnTo>
                    <a:pt x="29154" y="103"/>
                  </a:lnTo>
                  <a:lnTo>
                    <a:pt x="32663" y="137"/>
                  </a:lnTo>
                  <a:lnTo>
                    <a:pt x="36804" y="177"/>
                  </a:lnTo>
                  <a:lnTo>
                    <a:pt x="36762" y="2574"/>
                  </a:lnTo>
                  <a:lnTo>
                    <a:pt x="37491" y="5951"/>
                  </a:lnTo>
                  <a:lnTo>
                    <a:pt x="37382" y="8466"/>
                  </a:lnTo>
                  <a:lnTo>
                    <a:pt x="37067" y="10851"/>
                  </a:lnTo>
                  <a:lnTo>
                    <a:pt x="36794" y="11793"/>
                  </a:lnTo>
                  <a:lnTo>
                    <a:pt x="36427" y="12339"/>
                  </a:lnTo>
                  <a:lnTo>
                    <a:pt x="35320" y="12320"/>
                  </a:lnTo>
                  <a:lnTo>
                    <a:pt x="34851" y="12796"/>
                  </a:lnTo>
                  <a:lnTo>
                    <a:pt x="34113" y="13731"/>
                  </a:lnTo>
                  <a:lnTo>
                    <a:pt x="34094" y="14826"/>
                  </a:lnTo>
                  <a:lnTo>
                    <a:pt x="34682" y="15869"/>
                  </a:lnTo>
                  <a:lnTo>
                    <a:pt x="35167" y="17334"/>
                  </a:lnTo>
                  <a:lnTo>
                    <a:pt x="35730" y="18481"/>
                  </a:lnTo>
                  <a:lnTo>
                    <a:pt x="36696" y="19805"/>
                  </a:lnTo>
                  <a:lnTo>
                    <a:pt x="36786" y="21277"/>
                  </a:lnTo>
                  <a:lnTo>
                    <a:pt x="36812" y="24992"/>
                  </a:lnTo>
                  <a:lnTo>
                    <a:pt x="36760" y="27891"/>
                  </a:lnTo>
                  <a:lnTo>
                    <a:pt x="34040" y="30002"/>
                  </a:lnTo>
                  <a:lnTo>
                    <a:pt x="31953" y="30375"/>
                  </a:lnTo>
                  <a:lnTo>
                    <a:pt x="30186" y="30140"/>
                  </a:lnTo>
                  <a:lnTo>
                    <a:pt x="29417" y="31030"/>
                  </a:lnTo>
                  <a:lnTo>
                    <a:pt x="27880" y="33205"/>
                  </a:lnTo>
                  <a:lnTo>
                    <a:pt x="26000" y="34522"/>
                  </a:lnTo>
                  <a:lnTo>
                    <a:pt x="25035" y="34614"/>
                  </a:lnTo>
                  <a:lnTo>
                    <a:pt x="24575" y="35399"/>
                  </a:lnTo>
                  <a:lnTo>
                    <a:pt x="23846" y="37657"/>
                  </a:lnTo>
                  <a:lnTo>
                    <a:pt x="21809" y="47507"/>
                  </a:lnTo>
                  <a:lnTo>
                    <a:pt x="21135" y="49871"/>
                  </a:lnTo>
                  <a:close/>
                </a:path>
              </a:pathLst>
            </a:custGeom>
            <a:solidFill>
              <a:srgbClr val="BAD8B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8"/>
            <p:cNvSpPr/>
            <p:nvPr/>
          </p:nvSpPr>
          <p:spPr>
            <a:xfrm>
              <a:off x="3479841" y="3565976"/>
              <a:ext cx="24055" cy="39723"/>
            </a:xfrm>
            <a:custGeom>
              <a:avLst/>
              <a:pathLst>
                <a:path w="24055" h="39723">
                  <a:moveTo>
                    <a:pt x="2528" y="37600"/>
                  </a:moveTo>
                  <a:lnTo>
                    <a:pt x="2634" y="36936"/>
                  </a:lnTo>
                  <a:lnTo>
                    <a:pt x="1529" y="35152"/>
                  </a:lnTo>
                  <a:lnTo>
                    <a:pt x="732" y="34979"/>
                  </a:lnTo>
                  <a:lnTo>
                    <a:pt x="0" y="34430"/>
                  </a:lnTo>
                  <a:lnTo>
                    <a:pt x="594" y="29787"/>
                  </a:lnTo>
                  <a:lnTo>
                    <a:pt x="1336" y="25682"/>
                  </a:lnTo>
                  <a:lnTo>
                    <a:pt x="2447" y="22581"/>
                  </a:lnTo>
                  <a:lnTo>
                    <a:pt x="3037" y="21834"/>
                  </a:lnTo>
                  <a:lnTo>
                    <a:pt x="3229" y="20296"/>
                  </a:lnTo>
                  <a:lnTo>
                    <a:pt x="4108" y="15240"/>
                  </a:lnTo>
                  <a:lnTo>
                    <a:pt x="5196" y="11138"/>
                  </a:lnTo>
                  <a:lnTo>
                    <a:pt x="4858" y="6980"/>
                  </a:lnTo>
                  <a:lnTo>
                    <a:pt x="5119" y="0"/>
                  </a:lnTo>
                  <a:lnTo>
                    <a:pt x="5432" y="196"/>
                  </a:lnTo>
                  <a:lnTo>
                    <a:pt x="5484" y="855"/>
                  </a:lnTo>
                  <a:lnTo>
                    <a:pt x="5564" y="1833"/>
                  </a:lnTo>
                  <a:lnTo>
                    <a:pt x="5974" y="2693"/>
                  </a:lnTo>
                  <a:lnTo>
                    <a:pt x="7329" y="4038"/>
                  </a:lnTo>
                  <a:lnTo>
                    <a:pt x="11366" y="4039"/>
                  </a:lnTo>
                  <a:lnTo>
                    <a:pt x="13775" y="4042"/>
                  </a:lnTo>
                  <a:lnTo>
                    <a:pt x="17337" y="4044"/>
                  </a:lnTo>
                  <a:lnTo>
                    <a:pt x="21109" y="4047"/>
                  </a:lnTo>
                  <a:lnTo>
                    <a:pt x="23973" y="4048"/>
                  </a:lnTo>
                  <a:lnTo>
                    <a:pt x="23990" y="10890"/>
                  </a:lnTo>
                  <a:lnTo>
                    <a:pt x="24003" y="16673"/>
                  </a:lnTo>
                  <a:lnTo>
                    <a:pt x="24018" y="22932"/>
                  </a:lnTo>
                  <a:lnTo>
                    <a:pt x="24033" y="29455"/>
                  </a:lnTo>
                  <a:lnTo>
                    <a:pt x="24046" y="34976"/>
                  </a:lnTo>
                  <a:lnTo>
                    <a:pt x="24055" y="38553"/>
                  </a:lnTo>
                  <a:lnTo>
                    <a:pt x="21529" y="38533"/>
                  </a:lnTo>
                  <a:lnTo>
                    <a:pt x="18175" y="38507"/>
                  </a:lnTo>
                  <a:lnTo>
                    <a:pt x="14823" y="38481"/>
                  </a:lnTo>
                  <a:lnTo>
                    <a:pt x="11469" y="38454"/>
                  </a:lnTo>
                  <a:lnTo>
                    <a:pt x="9785" y="38439"/>
                  </a:lnTo>
                  <a:lnTo>
                    <a:pt x="7929" y="38426"/>
                  </a:lnTo>
                  <a:lnTo>
                    <a:pt x="7327" y="38612"/>
                  </a:lnTo>
                  <a:lnTo>
                    <a:pt x="6919" y="39516"/>
                  </a:lnTo>
                  <a:lnTo>
                    <a:pt x="6426" y="39723"/>
                  </a:lnTo>
                  <a:lnTo>
                    <a:pt x="5854" y="38951"/>
                  </a:lnTo>
                  <a:lnTo>
                    <a:pt x="5157" y="38582"/>
                  </a:lnTo>
                  <a:lnTo>
                    <a:pt x="4969" y="37786"/>
                  </a:lnTo>
                  <a:lnTo>
                    <a:pt x="4622" y="36337"/>
                  </a:lnTo>
                  <a:lnTo>
                    <a:pt x="3932" y="36181"/>
                  </a:lnTo>
                  <a:lnTo>
                    <a:pt x="3585" y="36337"/>
                  </a:lnTo>
                  <a:lnTo>
                    <a:pt x="3087" y="37165"/>
                  </a:lnTo>
                  <a:close/>
                </a:path>
              </a:pathLst>
            </a:custGeom>
            <a:solidFill>
              <a:srgbClr val="86BA7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09"/>
            <p:cNvSpPr/>
            <p:nvPr/>
          </p:nvSpPr>
          <p:spPr>
            <a:xfrm>
              <a:off x="3468098" y="3523016"/>
              <a:ext cx="6372" cy="15992"/>
            </a:xfrm>
            <a:custGeom>
              <a:avLst/>
              <a:pathLst>
                <a:path w="6372" h="15992">
                  <a:moveTo>
                    <a:pt x="3720" y="0"/>
                  </a:moveTo>
                  <a:lnTo>
                    <a:pt x="4024" y="116"/>
                  </a:lnTo>
                  <a:lnTo>
                    <a:pt x="5871" y="2"/>
                  </a:lnTo>
                  <a:lnTo>
                    <a:pt x="6372" y="1565"/>
                  </a:lnTo>
                  <a:lnTo>
                    <a:pt x="6315" y="3863"/>
                  </a:lnTo>
                  <a:lnTo>
                    <a:pt x="4416" y="10575"/>
                  </a:lnTo>
                  <a:lnTo>
                    <a:pt x="4062" y="13405"/>
                  </a:lnTo>
                  <a:lnTo>
                    <a:pt x="3328" y="15798"/>
                  </a:lnTo>
                  <a:lnTo>
                    <a:pt x="2690" y="15992"/>
                  </a:lnTo>
                  <a:lnTo>
                    <a:pt x="501" y="14586"/>
                  </a:lnTo>
                  <a:lnTo>
                    <a:pt x="131" y="13734"/>
                  </a:lnTo>
                  <a:lnTo>
                    <a:pt x="0" y="12584"/>
                  </a:lnTo>
                  <a:lnTo>
                    <a:pt x="215" y="9910"/>
                  </a:lnTo>
                  <a:lnTo>
                    <a:pt x="374" y="9092"/>
                  </a:lnTo>
                  <a:lnTo>
                    <a:pt x="1425" y="8589"/>
                  </a:lnTo>
                  <a:lnTo>
                    <a:pt x="1764" y="8153"/>
                  </a:lnTo>
                  <a:lnTo>
                    <a:pt x="2325" y="5269"/>
                  </a:lnTo>
                  <a:lnTo>
                    <a:pt x="2510" y="2643"/>
                  </a:lnTo>
                  <a:lnTo>
                    <a:pt x="2981" y="660"/>
                  </a:lnTo>
                  <a:close/>
                </a:path>
              </a:pathLst>
            </a:custGeom>
            <a:solidFill>
              <a:srgbClr val="86BA7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0"/>
            <p:cNvSpPr/>
            <p:nvPr/>
          </p:nvSpPr>
          <p:spPr>
            <a:xfrm>
              <a:off x="3654593" y="2580483"/>
              <a:ext cx="34214" cy="21306"/>
            </a:xfrm>
            <a:custGeom>
              <a:avLst/>
              <a:pathLst>
                <a:path w="34214" h="21306">
                  <a:moveTo>
                    <a:pt x="3759" y="3547"/>
                  </a:moveTo>
                  <a:lnTo>
                    <a:pt x="4603" y="3762"/>
                  </a:lnTo>
                  <a:lnTo>
                    <a:pt x="5746" y="3725"/>
                  </a:lnTo>
                  <a:lnTo>
                    <a:pt x="6007" y="3549"/>
                  </a:lnTo>
                  <a:lnTo>
                    <a:pt x="6735" y="1822"/>
                  </a:lnTo>
                  <a:lnTo>
                    <a:pt x="7631" y="1781"/>
                  </a:lnTo>
                  <a:lnTo>
                    <a:pt x="8023" y="3488"/>
                  </a:lnTo>
                  <a:lnTo>
                    <a:pt x="7113" y="4275"/>
                  </a:lnTo>
                  <a:lnTo>
                    <a:pt x="6927" y="4719"/>
                  </a:lnTo>
                  <a:lnTo>
                    <a:pt x="7102" y="5078"/>
                  </a:lnTo>
                  <a:lnTo>
                    <a:pt x="7785" y="5791"/>
                  </a:lnTo>
                  <a:lnTo>
                    <a:pt x="8734" y="5523"/>
                  </a:lnTo>
                  <a:lnTo>
                    <a:pt x="8763" y="6866"/>
                  </a:lnTo>
                  <a:lnTo>
                    <a:pt x="8975" y="7964"/>
                  </a:lnTo>
                  <a:lnTo>
                    <a:pt x="9444" y="8619"/>
                  </a:lnTo>
                  <a:lnTo>
                    <a:pt x="9951" y="8747"/>
                  </a:lnTo>
                  <a:lnTo>
                    <a:pt x="11073" y="8554"/>
                  </a:lnTo>
                  <a:lnTo>
                    <a:pt x="12179" y="8118"/>
                  </a:lnTo>
                  <a:lnTo>
                    <a:pt x="13319" y="7257"/>
                  </a:lnTo>
                  <a:lnTo>
                    <a:pt x="14483" y="6817"/>
                  </a:lnTo>
                  <a:lnTo>
                    <a:pt x="17961" y="7258"/>
                  </a:lnTo>
                  <a:lnTo>
                    <a:pt x="19209" y="9118"/>
                  </a:lnTo>
                  <a:lnTo>
                    <a:pt x="21585" y="9342"/>
                  </a:lnTo>
                  <a:lnTo>
                    <a:pt x="23792" y="10321"/>
                  </a:lnTo>
                  <a:lnTo>
                    <a:pt x="24951" y="9675"/>
                  </a:lnTo>
                  <a:lnTo>
                    <a:pt x="26933" y="9069"/>
                  </a:lnTo>
                  <a:lnTo>
                    <a:pt x="27250" y="9726"/>
                  </a:lnTo>
                  <a:lnTo>
                    <a:pt x="26994" y="13931"/>
                  </a:lnTo>
                  <a:lnTo>
                    <a:pt x="27116" y="15152"/>
                  </a:lnTo>
                  <a:lnTo>
                    <a:pt x="27687" y="15739"/>
                  </a:lnTo>
                  <a:lnTo>
                    <a:pt x="28252" y="15452"/>
                  </a:lnTo>
                  <a:lnTo>
                    <a:pt x="28946" y="14074"/>
                  </a:lnTo>
                  <a:lnTo>
                    <a:pt x="30608" y="13008"/>
                  </a:lnTo>
                  <a:lnTo>
                    <a:pt x="32334" y="13014"/>
                  </a:lnTo>
                  <a:lnTo>
                    <a:pt x="33786" y="10216"/>
                  </a:lnTo>
                  <a:lnTo>
                    <a:pt x="34214" y="10057"/>
                  </a:lnTo>
                  <a:lnTo>
                    <a:pt x="33947" y="11432"/>
                  </a:lnTo>
                  <a:lnTo>
                    <a:pt x="33728" y="14664"/>
                  </a:lnTo>
                  <a:lnTo>
                    <a:pt x="33416" y="16557"/>
                  </a:lnTo>
                  <a:lnTo>
                    <a:pt x="33277" y="18049"/>
                  </a:lnTo>
                  <a:lnTo>
                    <a:pt x="32306" y="18820"/>
                  </a:lnTo>
                  <a:lnTo>
                    <a:pt x="30838" y="18951"/>
                  </a:lnTo>
                  <a:lnTo>
                    <a:pt x="28161" y="18625"/>
                  </a:lnTo>
                  <a:lnTo>
                    <a:pt x="25461" y="19153"/>
                  </a:lnTo>
                  <a:lnTo>
                    <a:pt x="20461" y="20573"/>
                  </a:lnTo>
                  <a:lnTo>
                    <a:pt x="15452" y="21306"/>
                  </a:lnTo>
                  <a:lnTo>
                    <a:pt x="14778" y="20828"/>
                  </a:lnTo>
                  <a:lnTo>
                    <a:pt x="14763" y="18945"/>
                  </a:lnTo>
                  <a:lnTo>
                    <a:pt x="14654" y="17647"/>
                  </a:lnTo>
                  <a:lnTo>
                    <a:pt x="14330" y="16738"/>
                  </a:lnTo>
                  <a:lnTo>
                    <a:pt x="12782" y="15962"/>
                  </a:lnTo>
                  <a:lnTo>
                    <a:pt x="11304" y="14631"/>
                  </a:lnTo>
                  <a:lnTo>
                    <a:pt x="5513" y="12812"/>
                  </a:lnTo>
                  <a:lnTo>
                    <a:pt x="4146" y="12098"/>
                  </a:lnTo>
                  <a:lnTo>
                    <a:pt x="1929" y="12470"/>
                  </a:lnTo>
                  <a:lnTo>
                    <a:pt x="1117" y="12421"/>
                  </a:lnTo>
                  <a:lnTo>
                    <a:pt x="557" y="11769"/>
                  </a:lnTo>
                  <a:lnTo>
                    <a:pt x="173" y="10648"/>
                  </a:lnTo>
                  <a:lnTo>
                    <a:pt x="0" y="7090"/>
                  </a:lnTo>
                  <a:lnTo>
                    <a:pt x="274" y="3568"/>
                  </a:lnTo>
                  <a:lnTo>
                    <a:pt x="754" y="2637"/>
                  </a:lnTo>
                  <a:lnTo>
                    <a:pt x="974" y="3697"/>
                  </a:lnTo>
                  <a:lnTo>
                    <a:pt x="1543" y="4184"/>
                  </a:lnTo>
                  <a:lnTo>
                    <a:pt x="2071" y="3113"/>
                  </a:lnTo>
                  <a:lnTo>
                    <a:pt x="2066" y="1500"/>
                  </a:lnTo>
                  <a:lnTo>
                    <a:pt x="2336" y="0"/>
                  </a:lnTo>
                  <a:lnTo>
                    <a:pt x="2754" y="629"/>
                  </a:lnTo>
                  <a:lnTo>
                    <a:pt x="3033" y="2934"/>
                  </a:lnTo>
                  <a:close/>
                </a:path>
              </a:pathLst>
            </a:custGeom>
            <a:solidFill>
              <a:srgbClr val="FFF9F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1"/>
            <p:cNvSpPr/>
            <p:nvPr/>
          </p:nvSpPr>
          <p:spPr>
            <a:xfrm>
              <a:off x="3698068" y="2575610"/>
              <a:ext cx="2010" cy="12155"/>
            </a:xfrm>
            <a:custGeom>
              <a:avLst/>
              <a:pathLst>
                <a:path w="2010" h="12155">
                  <a:moveTo>
                    <a:pt x="1300" y="10495"/>
                  </a:moveTo>
                  <a:lnTo>
                    <a:pt x="829" y="12155"/>
                  </a:lnTo>
                  <a:lnTo>
                    <a:pt x="350" y="10756"/>
                  </a:lnTo>
                  <a:lnTo>
                    <a:pt x="556" y="9140"/>
                  </a:lnTo>
                  <a:lnTo>
                    <a:pt x="0" y="6580"/>
                  </a:lnTo>
                  <a:lnTo>
                    <a:pt x="1053" y="2783"/>
                  </a:lnTo>
                  <a:lnTo>
                    <a:pt x="1077" y="939"/>
                  </a:lnTo>
                  <a:lnTo>
                    <a:pt x="1881" y="0"/>
                  </a:lnTo>
                  <a:lnTo>
                    <a:pt x="1682" y="3132"/>
                  </a:lnTo>
                  <a:lnTo>
                    <a:pt x="1067" y="5642"/>
                  </a:lnTo>
                  <a:lnTo>
                    <a:pt x="1705" y="7727"/>
                  </a:lnTo>
                  <a:lnTo>
                    <a:pt x="2010" y="10102"/>
                  </a:lnTo>
                  <a:close/>
                </a:path>
              </a:pathLst>
            </a:custGeom>
            <a:solidFill>
              <a:srgbClr val="FFF9F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2"/>
            <p:cNvSpPr/>
            <p:nvPr/>
          </p:nvSpPr>
          <p:spPr>
            <a:xfrm>
              <a:off x="3646672" y="2558959"/>
              <a:ext cx="2361" cy="7019"/>
            </a:xfrm>
            <a:custGeom>
              <a:avLst/>
              <a:pathLst>
                <a:path w="2361" h="7019">
                  <a:moveTo>
                    <a:pt x="1828" y="5736"/>
                  </a:moveTo>
                  <a:lnTo>
                    <a:pt x="1684" y="7019"/>
                  </a:lnTo>
                  <a:lnTo>
                    <a:pt x="416" y="6137"/>
                  </a:lnTo>
                  <a:lnTo>
                    <a:pt x="63" y="4814"/>
                  </a:lnTo>
                  <a:lnTo>
                    <a:pt x="0" y="1880"/>
                  </a:lnTo>
                  <a:lnTo>
                    <a:pt x="332" y="448"/>
                  </a:lnTo>
                  <a:lnTo>
                    <a:pt x="553" y="0"/>
                  </a:lnTo>
                  <a:lnTo>
                    <a:pt x="1137" y="1649"/>
                  </a:lnTo>
                  <a:lnTo>
                    <a:pt x="2361" y="4058"/>
                  </a:lnTo>
                  <a:close/>
                </a:path>
              </a:pathLst>
            </a:custGeom>
            <a:solidFill>
              <a:srgbClr val="FFF9F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3"/>
            <p:cNvSpPr/>
            <p:nvPr/>
          </p:nvSpPr>
          <p:spPr>
            <a:xfrm>
              <a:off x="3706025" y="2557491"/>
              <a:ext cx="6371" cy="15523"/>
            </a:xfrm>
            <a:custGeom>
              <a:avLst/>
              <a:pathLst>
                <a:path w="6371" h="15523">
                  <a:moveTo>
                    <a:pt x="1570" y="14902"/>
                  </a:moveTo>
                  <a:lnTo>
                    <a:pt x="679" y="15523"/>
                  </a:lnTo>
                  <a:lnTo>
                    <a:pt x="372" y="15442"/>
                  </a:lnTo>
                  <a:lnTo>
                    <a:pt x="0" y="14074"/>
                  </a:lnTo>
                  <a:lnTo>
                    <a:pt x="515" y="10769"/>
                  </a:lnTo>
                  <a:lnTo>
                    <a:pt x="38" y="8643"/>
                  </a:lnTo>
                  <a:lnTo>
                    <a:pt x="9" y="7743"/>
                  </a:lnTo>
                  <a:lnTo>
                    <a:pt x="726" y="6497"/>
                  </a:lnTo>
                  <a:lnTo>
                    <a:pt x="1230" y="4630"/>
                  </a:lnTo>
                  <a:lnTo>
                    <a:pt x="2454" y="2610"/>
                  </a:lnTo>
                  <a:lnTo>
                    <a:pt x="5626" y="219"/>
                  </a:lnTo>
                  <a:lnTo>
                    <a:pt x="6371" y="0"/>
                  </a:lnTo>
                  <a:lnTo>
                    <a:pt x="6349" y="1872"/>
                  </a:lnTo>
                  <a:lnTo>
                    <a:pt x="5287" y="6612"/>
                  </a:lnTo>
                  <a:lnTo>
                    <a:pt x="4345" y="8981"/>
                  </a:lnTo>
                  <a:lnTo>
                    <a:pt x="4593" y="10883"/>
                  </a:lnTo>
                  <a:lnTo>
                    <a:pt x="3084" y="11409"/>
                  </a:lnTo>
                  <a:close/>
                </a:path>
              </a:pathLst>
            </a:custGeom>
            <a:solidFill>
              <a:srgbClr val="FFF9F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4"/>
            <p:cNvSpPr/>
            <p:nvPr/>
          </p:nvSpPr>
          <p:spPr>
            <a:xfrm>
              <a:off x="3677088" y="2556306"/>
              <a:ext cx="1381" cy="3948"/>
            </a:xfrm>
            <a:custGeom>
              <a:avLst/>
              <a:pathLst>
                <a:path w="1381" h="3948">
                  <a:moveTo>
                    <a:pt x="1381" y="2396"/>
                  </a:moveTo>
                  <a:lnTo>
                    <a:pt x="807" y="3948"/>
                  </a:lnTo>
                  <a:lnTo>
                    <a:pt x="0" y="3392"/>
                  </a:lnTo>
                  <a:lnTo>
                    <a:pt x="328" y="2800"/>
                  </a:lnTo>
                  <a:lnTo>
                    <a:pt x="523" y="2034"/>
                  </a:lnTo>
                  <a:lnTo>
                    <a:pt x="544" y="929"/>
                  </a:lnTo>
                  <a:lnTo>
                    <a:pt x="325" y="248"/>
                  </a:lnTo>
                  <a:lnTo>
                    <a:pt x="474" y="0"/>
                  </a:lnTo>
                  <a:lnTo>
                    <a:pt x="1195" y="1142"/>
                  </a:lnTo>
                  <a:close/>
                </a:path>
              </a:pathLst>
            </a:custGeom>
            <a:solidFill>
              <a:srgbClr val="FFF9F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5"/>
            <p:cNvSpPr/>
            <p:nvPr/>
          </p:nvSpPr>
          <p:spPr>
            <a:xfrm>
              <a:off x="3688185" y="2551435"/>
              <a:ext cx="2354" cy="3758"/>
            </a:xfrm>
            <a:custGeom>
              <a:avLst/>
              <a:pathLst>
                <a:path w="2354" h="3758">
                  <a:moveTo>
                    <a:pt x="2354" y="1571"/>
                  </a:moveTo>
                  <a:lnTo>
                    <a:pt x="1379" y="2276"/>
                  </a:lnTo>
                  <a:lnTo>
                    <a:pt x="760" y="3758"/>
                  </a:lnTo>
                  <a:lnTo>
                    <a:pt x="2" y="2708"/>
                  </a:lnTo>
                  <a:lnTo>
                    <a:pt x="0" y="1275"/>
                  </a:lnTo>
                  <a:lnTo>
                    <a:pt x="829" y="1714"/>
                  </a:lnTo>
                  <a:lnTo>
                    <a:pt x="1411" y="907"/>
                  </a:lnTo>
                  <a:lnTo>
                    <a:pt x="1236" y="0"/>
                  </a:lnTo>
                  <a:lnTo>
                    <a:pt x="1869" y="424"/>
                  </a:lnTo>
                  <a:close/>
                </a:path>
              </a:pathLst>
            </a:custGeom>
            <a:solidFill>
              <a:srgbClr val="FFF9F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6"/>
            <p:cNvSpPr/>
            <p:nvPr/>
          </p:nvSpPr>
          <p:spPr>
            <a:xfrm>
              <a:off x="3706892" y="2551359"/>
              <a:ext cx="1037" cy="3048"/>
            </a:xfrm>
            <a:custGeom>
              <a:avLst/>
              <a:pathLst>
                <a:path w="1037" h="3048">
                  <a:moveTo>
                    <a:pt x="918" y="2578"/>
                  </a:moveTo>
                  <a:lnTo>
                    <a:pt x="648" y="3048"/>
                  </a:lnTo>
                  <a:lnTo>
                    <a:pt x="28" y="1698"/>
                  </a:lnTo>
                  <a:lnTo>
                    <a:pt x="0" y="994"/>
                  </a:lnTo>
                  <a:lnTo>
                    <a:pt x="630" y="186"/>
                  </a:lnTo>
                  <a:lnTo>
                    <a:pt x="947" y="0"/>
                  </a:lnTo>
                  <a:lnTo>
                    <a:pt x="1037" y="551"/>
                  </a:lnTo>
                  <a:lnTo>
                    <a:pt x="1027" y="1728"/>
                  </a:lnTo>
                  <a:close/>
                </a:path>
              </a:pathLst>
            </a:custGeom>
            <a:solidFill>
              <a:srgbClr val="FFF9F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7"/>
            <p:cNvSpPr/>
            <p:nvPr/>
          </p:nvSpPr>
          <p:spPr>
            <a:xfrm>
              <a:off x="3664199" y="2547736"/>
              <a:ext cx="2610" cy="3195"/>
            </a:xfrm>
            <a:custGeom>
              <a:avLst/>
              <a:pathLst>
                <a:path w="2610" h="3195">
                  <a:moveTo>
                    <a:pt x="2588" y="0"/>
                  </a:moveTo>
                  <a:lnTo>
                    <a:pt x="2610" y="1735"/>
                  </a:lnTo>
                  <a:lnTo>
                    <a:pt x="2525" y="2357"/>
                  </a:lnTo>
                  <a:lnTo>
                    <a:pt x="0" y="3195"/>
                  </a:lnTo>
                  <a:lnTo>
                    <a:pt x="233" y="1204"/>
                  </a:lnTo>
                  <a:lnTo>
                    <a:pt x="388" y="575"/>
                  </a:lnTo>
                  <a:lnTo>
                    <a:pt x="1224" y="1502"/>
                  </a:lnTo>
                  <a:lnTo>
                    <a:pt x="1532" y="1028"/>
                  </a:lnTo>
                  <a:lnTo>
                    <a:pt x="1658" y="481"/>
                  </a:lnTo>
                  <a:close/>
                </a:path>
              </a:pathLst>
            </a:custGeom>
            <a:solidFill>
              <a:srgbClr val="FFF9F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8"/>
            <p:cNvSpPr/>
            <p:nvPr/>
          </p:nvSpPr>
          <p:spPr>
            <a:xfrm>
              <a:off x="3675724" y="2546985"/>
              <a:ext cx="1813" cy="3865"/>
            </a:xfrm>
            <a:custGeom>
              <a:avLst/>
              <a:pathLst>
                <a:path w="1813" h="3865">
                  <a:moveTo>
                    <a:pt x="1502" y="3402"/>
                  </a:moveTo>
                  <a:lnTo>
                    <a:pt x="1288" y="3865"/>
                  </a:lnTo>
                  <a:lnTo>
                    <a:pt x="354" y="1998"/>
                  </a:lnTo>
                  <a:lnTo>
                    <a:pt x="0" y="907"/>
                  </a:lnTo>
                  <a:lnTo>
                    <a:pt x="443" y="0"/>
                  </a:lnTo>
                  <a:lnTo>
                    <a:pt x="1813" y="2122"/>
                  </a:lnTo>
                  <a:close/>
                </a:path>
              </a:pathLst>
            </a:custGeom>
            <a:solidFill>
              <a:srgbClr val="FFF9F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19"/>
            <p:cNvSpPr/>
            <p:nvPr/>
          </p:nvSpPr>
          <p:spPr>
            <a:xfrm>
              <a:off x="3696188" y="2543559"/>
              <a:ext cx="5352" cy="5295"/>
            </a:xfrm>
            <a:custGeom>
              <a:avLst/>
              <a:pathLst>
                <a:path w="5352" h="5295">
                  <a:moveTo>
                    <a:pt x="385" y="5260"/>
                  </a:moveTo>
                  <a:lnTo>
                    <a:pt x="0" y="5295"/>
                  </a:lnTo>
                  <a:lnTo>
                    <a:pt x="459" y="3868"/>
                  </a:lnTo>
                  <a:lnTo>
                    <a:pt x="1761" y="1913"/>
                  </a:lnTo>
                  <a:lnTo>
                    <a:pt x="3659" y="191"/>
                  </a:lnTo>
                  <a:lnTo>
                    <a:pt x="4285" y="0"/>
                  </a:lnTo>
                  <a:lnTo>
                    <a:pt x="5352" y="1070"/>
                  </a:lnTo>
                  <a:lnTo>
                    <a:pt x="3391" y="2836"/>
                  </a:lnTo>
                  <a:lnTo>
                    <a:pt x="2870" y="3768"/>
                  </a:lnTo>
                  <a:lnTo>
                    <a:pt x="1421" y="3970"/>
                  </a:lnTo>
                  <a:close/>
                </a:path>
              </a:pathLst>
            </a:custGeom>
            <a:solidFill>
              <a:srgbClr val="FFF9F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0"/>
            <p:cNvSpPr/>
            <p:nvPr/>
          </p:nvSpPr>
          <p:spPr>
            <a:xfrm>
              <a:off x="3681687" y="2542605"/>
              <a:ext cx="3964" cy="4585"/>
            </a:xfrm>
            <a:custGeom>
              <a:avLst/>
              <a:pathLst>
                <a:path w="3964" h="4585">
                  <a:moveTo>
                    <a:pt x="1434" y="4343"/>
                  </a:moveTo>
                  <a:lnTo>
                    <a:pt x="344" y="4585"/>
                  </a:lnTo>
                  <a:lnTo>
                    <a:pt x="0" y="4363"/>
                  </a:lnTo>
                  <a:lnTo>
                    <a:pt x="661" y="3852"/>
                  </a:lnTo>
                  <a:lnTo>
                    <a:pt x="1125" y="3309"/>
                  </a:lnTo>
                  <a:lnTo>
                    <a:pt x="1348" y="2654"/>
                  </a:lnTo>
                  <a:lnTo>
                    <a:pt x="2453" y="1502"/>
                  </a:lnTo>
                  <a:lnTo>
                    <a:pt x="3177" y="0"/>
                  </a:lnTo>
                  <a:lnTo>
                    <a:pt x="3964" y="1024"/>
                  </a:lnTo>
                  <a:lnTo>
                    <a:pt x="2980" y="1705"/>
                  </a:lnTo>
                  <a:close/>
                </a:path>
              </a:pathLst>
            </a:custGeom>
            <a:solidFill>
              <a:srgbClr val="FFF9F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1"/>
            <p:cNvSpPr/>
            <p:nvPr/>
          </p:nvSpPr>
          <p:spPr>
            <a:xfrm>
              <a:off x="3668456" y="2540051"/>
              <a:ext cx="1137" cy="3154"/>
            </a:xfrm>
            <a:custGeom>
              <a:avLst/>
              <a:pathLst>
                <a:path w="1137" h="3154">
                  <a:moveTo>
                    <a:pt x="615" y="3025"/>
                  </a:moveTo>
                  <a:lnTo>
                    <a:pt x="390" y="3154"/>
                  </a:lnTo>
                  <a:lnTo>
                    <a:pt x="67" y="1907"/>
                  </a:lnTo>
                  <a:lnTo>
                    <a:pt x="0" y="745"/>
                  </a:lnTo>
                  <a:lnTo>
                    <a:pt x="128" y="65"/>
                  </a:lnTo>
                  <a:lnTo>
                    <a:pt x="556" y="0"/>
                  </a:lnTo>
                  <a:lnTo>
                    <a:pt x="1137" y="2204"/>
                  </a:lnTo>
                  <a:close/>
                </a:path>
              </a:pathLst>
            </a:custGeom>
            <a:solidFill>
              <a:srgbClr val="FFF9F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2"/>
            <p:cNvSpPr/>
            <p:nvPr/>
          </p:nvSpPr>
          <p:spPr>
            <a:xfrm>
              <a:off x="3695822" y="2538177"/>
              <a:ext cx="1869" cy="4197"/>
            </a:xfrm>
            <a:custGeom>
              <a:avLst/>
              <a:pathLst>
                <a:path w="1869" h="4197">
                  <a:moveTo>
                    <a:pt x="1617" y="3788"/>
                  </a:moveTo>
                  <a:lnTo>
                    <a:pt x="385" y="4197"/>
                  </a:lnTo>
                  <a:lnTo>
                    <a:pt x="604" y="1851"/>
                  </a:lnTo>
                  <a:lnTo>
                    <a:pt x="0" y="0"/>
                  </a:lnTo>
                  <a:lnTo>
                    <a:pt x="961" y="1038"/>
                  </a:lnTo>
                  <a:lnTo>
                    <a:pt x="1571" y="2292"/>
                  </a:lnTo>
                  <a:lnTo>
                    <a:pt x="1869" y="2532"/>
                  </a:lnTo>
                  <a:lnTo>
                    <a:pt x="1800" y="3288"/>
                  </a:lnTo>
                  <a:close/>
                </a:path>
              </a:pathLst>
            </a:custGeom>
            <a:solidFill>
              <a:srgbClr val="FFF9F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3"/>
            <p:cNvSpPr/>
            <p:nvPr/>
          </p:nvSpPr>
          <p:spPr>
            <a:xfrm>
              <a:off x="3673817" y="2536366"/>
              <a:ext cx="2140" cy="4646"/>
            </a:xfrm>
            <a:custGeom>
              <a:avLst/>
              <a:pathLst>
                <a:path w="2140" h="4646">
                  <a:moveTo>
                    <a:pt x="2140" y="2367"/>
                  </a:moveTo>
                  <a:lnTo>
                    <a:pt x="1159" y="4646"/>
                  </a:lnTo>
                  <a:lnTo>
                    <a:pt x="343" y="4399"/>
                  </a:lnTo>
                  <a:lnTo>
                    <a:pt x="0" y="3356"/>
                  </a:lnTo>
                  <a:lnTo>
                    <a:pt x="506" y="1214"/>
                  </a:lnTo>
                  <a:lnTo>
                    <a:pt x="1599" y="0"/>
                  </a:lnTo>
                  <a:lnTo>
                    <a:pt x="2095" y="315"/>
                  </a:lnTo>
                  <a:lnTo>
                    <a:pt x="2048" y="1901"/>
                  </a:lnTo>
                  <a:close/>
                </a:path>
              </a:pathLst>
            </a:custGeom>
            <a:solidFill>
              <a:srgbClr val="FFF9F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4"/>
            <p:cNvSpPr/>
            <p:nvPr/>
          </p:nvSpPr>
          <p:spPr>
            <a:xfrm>
              <a:off x="3676982" y="2534952"/>
              <a:ext cx="2788" cy="7880"/>
            </a:xfrm>
            <a:custGeom>
              <a:avLst/>
              <a:pathLst>
                <a:path w="2788" h="7880">
                  <a:moveTo>
                    <a:pt x="2270" y="6761"/>
                  </a:moveTo>
                  <a:lnTo>
                    <a:pt x="1170" y="7880"/>
                  </a:lnTo>
                  <a:lnTo>
                    <a:pt x="419" y="6264"/>
                  </a:lnTo>
                  <a:lnTo>
                    <a:pt x="0" y="3722"/>
                  </a:lnTo>
                  <a:lnTo>
                    <a:pt x="2016" y="0"/>
                  </a:lnTo>
                  <a:lnTo>
                    <a:pt x="2498" y="333"/>
                  </a:lnTo>
                  <a:lnTo>
                    <a:pt x="2788" y="1295"/>
                  </a:lnTo>
                  <a:lnTo>
                    <a:pt x="2743" y="4641"/>
                  </a:lnTo>
                  <a:close/>
                </a:path>
              </a:pathLst>
            </a:custGeom>
            <a:solidFill>
              <a:srgbClr val="FFF9F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5"/>
            <p:cNvSpPr/>
            <p:nvPr/>
          </p:nvSpPr>
          <p:spPr>
            <a:xfrm>
              <a:off x="3665418" y="2534544"/>
              <a:ext cx="1371" cy="2959"/>
            </a:xfrm>
            <a:custGeom>
              <a:avLst/>
              <a:pathLst>
                <a:path w="1371" h="2959">
                  <a:moveTo>
                    <a:pt x="1218" y="2514"/>
                  </a:moveTo>
                  <a:lnTo>
                    <a:pt x="761" y="2959"/>
                  </a:lnTo>
                  <a:lnTo>
                    <a:pt x="0" y="2311"/>
                  </a:lnTo>
                  <a:lnTo>
                    <a:pt x="202" y="689"/>
                  </a:lnTo>
                  <a:lnTo>
                    <a:pt x="727" y="0"/>
                  </a:lnTo>
                  <a:lnTo>
                    <a:pt x="1286" y="528"/>
                  </a:lnTo>
                  <a:lnTo>
                    <a:pt x="1371" y="1256"/>
                  </a:lnTo>
                  <a:close/>
                </a:path>
              </a:pathLst>
            </a:custGeom>
            <a:solidFill>
              <a:srgbClr val="FFF9F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6"/>
            <p:cNvSpPr/>
            <p:nvPr/>
          </p:nvSpPr>
          <p:spPr>
            <a:xfrm>
              <a:off x="3664739" y="2526714"/>
              <a:ext cx="1378" cy="4759"/>
            </a:xfrm>
            <a:custGeom>
              <a:avLst/>
              <a:pathLst>
                <a:path w="1378" h="4759">
                  <a:moveTo>
                    <a:pt x="814" y="3863"/>
                  </a:moveTo>
                  <a:lnTo>
                    <a:pt x="113" y="4759"/>
                  </a:lnTo>
                  <a:lnTo>
                    <a:pt x="345" y="2711"/>
                  </a:lnTo>
                  <a:lnTo>
                    <a:pt x="0" y="1642"/>
                  </a:lnTo>
                  <a:lnTo>
                    <a:pt x="309" y="733"/>
                  </a:lnTo>
                  <a:lnTo>
                    <a:pt x="759" y="0"/>
                  </a:lnTo>
                  <a:lnTo>
                    <a:pt x="972" y="757"/>
                  </a:lnTo>
                  <a:lnTo>
                    <a:pt x="1378" y="1985"/>
                  </a:lnTo>
                  <a:close/>
                </a:path>
              </a:pathLst>
            </a:custGeom>
            <a:solidFill>
              <a:srgbClr val="FFF9F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7"/>
            <p:cNvSpPr/>
            <p:nvPr/>
          </p:nvSpPr>
          <p:spPr>
            <a:xfrm>
              <a:off x="3671224" y="2525718"/>
              <a:ext cx="586" cy="3521"/>
            </a:xfrm>
            <a:custGeom>
              <a:avLst/>
              <a:pathLst>
                <a:path w="586" h="3521">
                  <a:moveTo>
                    <a:pt x="586" y="454"/>
                  </a:moveTo>
                  <a:lnTo>
                    <a:pt x="525" y="3521"/>
                  </a:lnTo>
                  <a:lnTo>
                    <a:pt x="200" y="3495"/>
                  </a:lnTo>
                  <a:lnTo>
                    <a:pt x="10" y="3022"/>
                  </a:lnTo>
                  <a:lnTo>
                    <a:pt x="0" y="1848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rgbClr val="FFF9F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8"/>
            <p:cNvSpPr/>
            <p:nvPr/>
          </p:nvSpPr>
          <p:spPr>
            <a:xfrm>
              <a:off x="3676306" y="2525710"/>
              <a:ext cx="1923" cy="2842"/>
            </a:xfrm>
            <a:custGeom>
              <a:avLst/>
              <a:pathLst>
                <a:path w="1923" h="2842">
                  <a:moveTo>
                    <a:pt x="1179" y="2660"/>
                  </a:moveTo>
                  <a:lnTo>
                    <a:pt x="0" y="2842"/>
                  </a:lnTo>
                  <a:lnTo>
                    <a:pt x="68" y="587"/>
                  </a:lnTo>
                  <a:lnTo>
                    <a:pt x="506" y="0"/>
                  </a:lnTo>
                  <a:lnTo>
                    <a:pt x="1923" y="1125"/>
                  </a:lnTo>
                  <a:lnTo>
                    <a:pt x="1854" y="1835"/>
                  </a:lnTo>
                  <a:close/>
                </a:path>
              </a:pathLst>
            </a:custGeom>
            <a:solidFill>
              <a:srgbClr val="FFF9F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29"/>
            <p:cNvSpPr/>
            <p:nvPr/>
          </p:nvSpPr>
          <p:spPr>
            <a:xfrm>
              <a:off x="3684639" y="2520830"/>
              <a:ext cx="4552" cy="4394"/>
            </a:xfrm>
            <a:custGeom>
              <a:avLst/>
              <a:pathLst>
                <a:path w="4552" h="4394">
                  <a:moveTo>
                    <a:pt x="578" y="4282"/>
                  </a:moveTo>
                  <a:lnTo>
                    <a:pt x="0" y="4394"/>
                  </a:lnTo>
                  <a:lnTo>
                    <a:pt x="177" y="3213"/>
                  </a:lnTo>
                  <a:lnTo>
                    <a:pt x="1282" y="1164"/>
                  </a:lnTo>
                  <a:lnTo>
                    <a:pt x="2827" y="1064"/>
                  </a:lnTo>
                  <a:lnTo>
                    <a:pt x="4234" y="37"/>
                  </a:lnTo>
                  <a:lnTo>
                    <a:pt x="4552" y="0"/>
                  </a:lnTo>
                  <a:lnTo>
                    <a:pt x="3880" y="1617"/>
                  </a:lnTo>
                  <a:lnTo>
                    <a:pt x="2745" y="3126"/>
                  </a:lnTo>
                  <a:close/>
                </a:path>
              </a:pathLst>
            </a:custGeom>
            <a:solidFill>
              <a:srgbClr val="FFF9F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0"/>
            <p:cNvSpPr/>
            <p:nvPr/>
          </p:nvSpPr>
          <p:spPr>
            <a:xfrm>
              <a:off x="3672473" y="2520642"/>
              <a:ext cx="3200" cy="4301"/>
            </a:xfrm>
            <a:custGeom>
              <a:avLst/>
              <a:pathLst>
                <a:path w="3200" h="4301">
                  <a:moveTo>
                    <a:pt x="3200" y="2395"/>
                  </a:moveTo>
                  <a:lnTo>
                    <a:pt x="2742" y="4301"/>
                  </a:lnTo>
                  <a:lnTo>
                    <a:pt x="1972" y="4006"/>
                  </a:lnTo>
                  <a:lnTo>
                    <a:pt x="684" y="1956"/>
                  </a:lnTo>
                  <a:lnTo>
                    <a:pt x="244" y="1025"/>
                  </a:lnTo>
                  <a:lnTo>
                    <a:pt x="0" y="111"/>
                  </a:lnTo>
                  <a:lnTo>
                    <a:pt x="529" y="0"/>
                  </a:lnTo>
                  <a:lnTo>
                    <a:pt x="1176" y="965"/>
                  </a:lnTo>
                  <a:lnTo>
                    <a:pt x="2824" y="1477"/>
                  </a:lnTo>
                  <a:close/>
                </a:path>
              </a:pathLst>
            </a:custGeom>
            <a:solidFill>
              <a:srgbClr val="FFF9F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1"/>
            <p:cNvSpPr/>
            <p:nvPr/>
          </p:nvSpPr>
          <p:spPr>
            <a:xfrm>
              <a:off x="3663600" y="2520582"/>
              <a:ext cx="1522" cy="4563"/>
            </a:xfrm>
            <a:custGeom>
              <a:avLst/>
              <a:pathLst>
                <a:path w="1522" h="4563">
                  <a:moveTo>
                    <a:pt x="968" y="3127"/>
                  </a:moveTo>
                  <a:lnTo>
                    <a:pt x="142" y="4563"/>
                  </a:lnTo>
                  <a:lnTo>
                    <a:pt x="0" y="2410"/>
                  </a:lnTo>
                  <a:lnTo>
                    <a:pt x="530" y="147"/>
                  </a:lnTo>
                  <a:lnTo>
                    <a:pt x="1254" y="0"/>
                  </a:lnTo>
                  <a:lnTo>
                    <a:pt x="1522" y="995"/>
                  </a:lnTo>
                  <a:close/>
                </a:path>
              </a:pathLst>
            </a:custGeom>
            <a:solidFill>
              <a:srgbClr val="FFF9F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2"/>
            <p:cNvSpPr/>
            <p:nvPr/>
          </p:nvSpPr>
          <p:spPr>
            <a:xfrm>
              <a:off x="3692026" y="2516778"/>
              <a:ext cx="5849" cy="4925"/>
            </a:xfrm>
            <a:custGeom>
              <a:avLst/>
              <a:pathLst>
                <a:path w="5849" h="4925">
                  <a:moveTo>
                    <a:pt x="3003" y="0"/>
                  </a:moveTo>
                  <a:lnTo>
                    <a:pt x="4520" y="973"/>
                  </a:lnTo>
                  <a:lnTo>
                    <a:pt x="4941" y="869"/>
                  </a:lnTo>
                  <a:lnTo>
                    <a:pt x="5658" y="1223"/>
                  </a:lnTo>
                  <a:lnTo>
                    <a:pt x="5849" y="3018"/>
                  </a:lnTo>
                  <a:lnTo>
                    <a:pt x="4899" y="3278"/>
                  </a:lnTo>
                  <a:lnTo>
                    <a:pt x="3256" y="4925"/>
                  </a:lnTo>
                  <a:lnTo>
                    <a:pt x="2557" y="4563"/>
                  </a:lnTo>
                  <a:lnTo>
                    <a:pt x="1720" y="3130"/>
                  </a:lnTo>
                  <a:lnTo>
                    <a:pt x="392" y="2982"/>
                  </a:lnTo>
                  <a:lnTo>
                    <a:pt x="0" y="2591"/>
                  </a:lnTo>
                  <a:lnTo>
                    <a:pt x="710" y="903"/>
                  </a:lnTo>
                  <a:lnTo>
                    <a:pt x="2002" y="49"/>
                  </a:lnTo>
                  <a:close/>
                </a:path>
              </a:pathLst>
            </a:custGeom>
            <a:solidFill>
              <a:srgbClr val="FFF9F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3"/>
            <p:cNvSpPr/>
            <p:nvPr/>
          </p:nvSpPr>
          <p:spPr>
            <a:xfrm>
              <a:off x="3618462" y="2513288"/>
              <a:ext cx="4620" cy="7824"/>
            </a:xfrm>
            <a:custGeom>
              <a:avLst/>
              <a:pathLst>
                <a:path w="4620" h="7824">
                  <a:moveTo>
                    <a:pt x="3318" y="3669"/>
                  </a:moveTo>
                  <a:lnTo>
                    <a:pt x="4620" y="6546"/>
                  </a:lnTo>
                  <a:lnTo>
                    <a:pt x="3573" y="5833"/>
                  </a:lnTo>
                  <a:lnTo>
                    <a:pt x="2455" y="7824"/>
                  </a:lnTo>
                  <a:lnTo>
                    <a:pt x="1039" y="5498"/>
                  </a:lnTo>
                  <a:lnTo>
                    <a:pt x="191" y="3143"/>
                  </a:lnTo>
                  <a:lnTo>
                    <a:pt x="0" y="2201"/>
                  </a:lnTo>
                  <a:lnTo>
                    <a:pt x="888" y="0"/>
                  </a:lnTo>
                  <a:lnTo>
                    <a:pt x="1717" y="2262"/>
                  </a:lnTo>
                  <a:lnTo>
                    <a:pt x="2718" y="2624"/>
                  </a:lnTo>
                  <a:close/>
                </a:path>
              </a:pathLst>
            </a:custGeom>
            <a:solidFill>
              <a:srgbClr val="FFF9F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4"/>
            <p:cNvSpPr/>
            <p:nvPr/>
          </p:nvSpPr>
          <p:spPr>
            <a:xfrm>
              <a:off x="3668816" y="2511498"/>
              <a:ext cx="3597" cy="8798"/>
            </a:xfrm>
            <a:custGeom>
              <a:avLst/>
              <a:pathLst>
                <a:path w="3597" h="8798">
                  <a:moveTo>
                    <a:pt x="3597" y="6811"/>
                  </a:moveTo>
                  <a:lnTo>
                    <a:pt x="3233" y="8798"/>
                  </a:lnTo>
                  <a:lnTo>
                    <a:pt x="2269" y="6489"/>
                  </a:lnTo>
                  <a:lnTo>
                    <a:pt x="1213" y="4908"/>
                  </a:lnTo>
                  <a:lnTo>
                    <a:pt x="818" y="3529"/>
                  </a:lnTo>
                  <a:lnTo>
                    <a:pt x="174" y="2696"/>
                  </a:lnTo>
                  <a:lnTo>
                    <a:pt x="0" y="841"/>
                  </a:lnTo>
                  <a:lnTo>
                    <a:pt x="779" y="78"/>
                  </a:lnTo>
                  <a:lnTo>
                    <a:pt x="1113" y="0"/>
                  </a:lnTo>
                  <a:lnTo>
                    <a:pt x="1911" y="2259"/>
                  </a:lnTo>
                  <a:lnTo>
                    <a:pt x="3160" y="2522"/>
                  </a:lnTo>
                  <a:lnTo>
                    <a:pt x="3063" y="3914"/>
                  </a:lnTo>
                  <a:lnTo>
                    <a:pt x="3458" y="5709"/>
                  </a:lnTo>
                  <a:close/>
                </a:path>
              </a:pathLst>
            </a:custGeom>
            <a:solidFill>
              <a:srgbClr val="FFF9F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5"/>
            <p:cNvSpPr/>
            <p:nvPr/>
          </p:nvSpPr>
          <p:spPr>
            <a:xfrm>
              <a:off x="3653011" y="2511469"/>
              <a:ext cx="1624" cy="2657"/>
            </a:xfrm>
            <a:custGeom>
              <a:avLst/>
              <a:pathLst>
                <a:path w="1624" h="2657">
                  <a:moveTo>
                    <a:pt x="1624" y="1927"/>
                  </a:moveTo>
                  <a:lnTo>
                    <a:pt x="1136" y="2657"/>
                  </a:lnTo>
                  <a:lnTo>
                    <a:pt x="585" y="2621"/>
                  </a:lnTo>
                  <a:lnTo>
                    <a:pt x="196" y="2353"/>
                  </a:lnTo>
                  <a:lnTo>
                    <a:pt x="0" y="1768"/>
                  </a:lnTo>
                  <a:lnTo>
                    <a:pt x="243" y="1490"/>
                  </a:lnTo>
                  <a:lnTo>
                    <a:pt x="529" y="317"/>
                  </a:lnTo>
                  <a:lnTo>
                    <a:pt x="794" y="0"/>
                  </a:lnTo>
                  <a:lnTo>
                    <a:pt x="1186" y="150"/>
                  </a:lnTo>
                  <a:lnTo>
                    <a:pt x="1425" y="617"/>
                  </a:lnTo>
                  <a:close/>
                </a:path>
              </a:pathLst>
            </a:custGeom>
            <a:solidFill>
              <a:srgbClr val="FFF9F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6"/>
            <p:cNvSpPr/>
            <p:nvPr/>
          </p:nvSpPr>
          <p:spPr>
            <a:xfrm>
              <a:off x="3615164" y="2497172"/>
              <a:ext cx="5387" cy="11949"/>
            </a:xfrm>
            <a:custGeom>
              <a:avLst/>
              <a:pathLst>
                <a:path w="5387" h="11949">
                  <a:moveTo>
                    <a:pt x="3209" y="2706"/>
                  </a:moveTo>
                  <a:lnTo>
                    <a:pt x="3362" y="6119"/>
                  </a:lnTo>
                  <a:lnTo>
                    <a:pt x="4232" y="6759"/>
                  </a:lnTo>
                  <a:lnTo>
                    <a:pt x="5387" y="9835"/>
                  </a:lnTo>
                  <a:lnTo>
                    <a:pt x="5287" y="11409"/>
                  </a:lnTo>
                  <a:lnTo>
                    <a:pt x="5048" y="11949"/>
                  </a:lnTo>
                  <a:lnTo>
                    <a:pt x="3133" y="10496"/>
                  </a:lnTo>
                  <a:lnTo>
                    <a:pt x="2674" y="11148"/>
                  </a:lnTo>
                  <a:lnTo>
                    <a:pt x="2113" y="10883"/>
                  </a:lnTo>
                  <a:lnTo>
                    <a:pt x="1767" y="9183"/>
                  </a:lnTo>
                  <a:lnTo>
                    <a:pt x="1807" y="8586"/>
                  </a:lnTo>
                  <a:lnTo>
                    <a:pt x="1494" y="7568"/>
                  </a:lnTo>
                  <a:lnTo>
                    <a:pt x="1232" y="7114"/>
                  </a:lnTo>
                  <a:lnTo>
                    <a:pt x="478" y="8466"/>
                  </a:lnTo>
                  <a:lnTo>
                    <a:pt x="3" y="8718"/>
                  </a:lnTo>
                  <a:lnTo>
                    <a:pt x="0" y="7482"/>
                  </a:lnTo>
                  <a:lnTo>
                    <a:pt x="696" y="4083"/>
                  </a:lnTo>
                  <a:lnTo>
                    <a:pt x="1021" y="3508"/>
                  </a:lnTo>
                  <a:lnTo>
                    <a:pt x="1594" y="4631"/>
                  </a:lnTo>
                  <a:lnTo>
                    <a:pt x="2065" y="4214"/>
                  </a:lnTo>
                  <a:lnTo>
                    <a:pt x="2419" y="2376"/>
                  </a:lnTo>
                  <a:lnTo>
                    <a:pt x="2443" y="543"/>
                  </a:lnTo>
                  <a:lnTo>
                    <a:pt x="2602" y="0"/>
                  </a:lnTo>
                  <a:close/>
                </a:path>
              </a:pathLst>
            </a:custGeom>
            <a:solidFill>
              <a:srgbClr val="FFF9F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7"/>
            <p:cNvSpPr/>
            <p:nvPr/>
          </p:nvSpPr>
          <p:spPr>
            <a:xfrm>
              <a:off x="3618512" y="2496905"/>
              <a:ext cx="1666" cy="4886"/>
            </a:xfrm>
            <a:custGeom>
              <a:avLst/>
              <a:pathLst>
                <a:path w="1666" h="4886">
                  <a:moveTo>
                    <a:pt x="1666" y="4566"/>
                  </a:moveTo>
                  <a:lnTo>
                    <a:pt x="1056" y="4886"/>
                  </a:lnTo>
                  <a:lnTo>
                    <a:pt x="280" y="2058"/>
                  </a:lnTo>
                  <a:lnTo>
                    <a:pt x="0" y="108"/>
                  </a:lnTo>
                  <a:lnTo>
                    <a:pt x="321" y="0"/>
                  </a:lnTo>
                  <a:lnTo>
                    <a:pt x="631" y="226"/>
                  </a:lnTo>
                  <a:lnTo>
                    <a:pt x="958" y="962"/>
                  </a:lnTo>
                  <a:lnTo>
                    <a:pt x="955" y="1715"/>
                  </a:lnTo>
                  <a:lnTo>
                    <a:pt x="1085" y="2522"/>
                  </a:lnTo>
                  <a:lnTo>
                    <a:pt x="1425" y="3493"/>
                  </a:lnTo>
                  <a:close/>
                </a:path>
              </a:pathLst>
            </a:custGeom>
            <a:solidFill>
              <a:srgbClr val="FFF9F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8"/>
            <p:cNvSpPr/>
            <p:nvPr/>
          </p:nvSpPr>
          <p:spPr>
            <a:xfrm>
              <a:off x="3682957" y="2493426"/>
              <a:ext cx="3877" cy="13007"/>
            </a:xfrm>
            <a:custGeom>
              <a:avLst/>
              <a:pathLst>
                <a:path w="3877" h="13007">
                  <a:moveTo>
                    <a:pt x="3059" y="11336"/>
                  </a:moveTo>
                  <a:lnTo>
                    <a:pt x="1881" y="13007"/>
                  </a:lnTo>
                  <a:lnTo>
                    <a:pt x="565" y="10590"/>
                  </a:lnTo>
                  <a:lnTo>
                    <a:pt x="348" y="9812"/>
                  </a:lnTo>
                  <a:lnTo>
                    <a:pt x="1314" y="8837"/>
                  </a:lnTo>
                  <a:lnTo>
                    <a:pt x="1793" y="7333"/>
                  </a:lnTo>
                  <a:lnTo>
                    <a:pt x="1405" y="5487"/>
                  </a:lnTo>
                  <a:lnTo>
                    <a:pt x="63" y="2757"/>
                  </a:lnTo>
                  <a:lnTo>
                    <a:pt x="0" y="818"/>
                  </a:lnTo>
                  <a:lnTo>
                    <a:pt x="2053" y="0"/>
                  </a:lnTo>
                  <a:lnTo>
                    <a:pt x="3262" y="1686"/>
                  </a:lnTo>
                  <a:lnTo>
                    <a:pt x="3877" y="1802"/>
                  </a:lnTo>
                  <a:lnTo>
                    <a:pt x="3641" y="3413"/>
                  </a:lnTo>
                  <a:lnTo>
                    <a:pt x="3745" y="3937"/>
                  </a:lnTo>
                  <a:lnTo>
                    <a:pt x="3836" y="8828"/>
                  </a:lnTo>
                  <a:lnTo>
                    <a:pt x="3265" y="9516"/>
                  </a:lnTo>
                  <a:lnTo>
                    <a:pt x="3171" y="10860"/>
                  </a:lnTo>
                  <a:close/>
                </a:path>
              </a:pathLst>
            </a:custGeom>
            <a:solidFill>
              <a:srgbClr val="FFF9F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39"/>
            <p:cNvSpPr/>
            <p:nvPr/>
          </p:nvSpPr>
          <p:spPr>
            <a:xfrm>
              <a:off x="3617662" y="2486260"/>
              <a:ext cx="2035" cy="7732"/>
            </a:xfrm>
            <a:custGeom>
              <a:avLst/>
              <a:pathLst>
                <a:path w="2035" h="7732">
                  <a:moveTo>
                    <a:pt x="1629" y="6960"/>
                  </a:moveTo>
                  <a:lnTo>
                    <a:pt x="1149" y="7188"/>
                  </a:lnTo>
                  <a:lnTo>
                    <a:pt x="736" y="7032"/>
                  </a:lnTo>
                  <a:lnTo>
                    <a:pt x="361" y="7166"/>
                  </a:lnTo>
                  <a:lnTo>
                    <a:pt x="0" y="7732"/>
                  </a:lnTo>
                  <a:lnTo>
                    <a:pt x="39" y="5388"/>
                  </a:lnTo>
                  <a:lnTo>
                    <a:pt x="466" y="2484"/>
                  </a:lnTo>
                  <a:lnTo>
                    <a:pt x="986" y="787"/>
                  </a:lnTo>
                  <a:lnTo>
                    <a:pt x="1720" y="0"/>
                  </a:lnTo>
                  <a:lnTo>
                    <a:pt x="2035" y="1331"/>
                  </a:lnTo>
                  <a:lnTo>
                    <a:pt x="1976" y="6084"/>
                  </a:lnTo>
                  <a:close/>
                </a:path>
              </a:pathLst>
            </a:custGeom>
            <a:solidFill>
              <a:srgbClr val="FFF9F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0"/>
            <p:cNvSpPr/>
            <p:nvPr/>
          </p:nvSpPr>
          <p:spPr>
            <a:xfrm>
              <a:off x="3665865" y="2482240"/>
              <a:ext cx="2636" cy="5775"/>
            </a:xfrm>
            <a:custGeom>
              <a:avLst/>
              <a:pathLst>
                <a:path w="2636" h="5775">
                  <a:moveTo>
                    <a:pt x="2636" y="5054"/>
                  </a:moveTo>
                  <a:lnTo>
                    <a:pt x="1332" y="5775"/>
                  </a:lnTo>
                  <a:lnTo>
                    <a:pt x="986" y="5661"/>
                  </a:lnTo>
                  <a:lnTo>
                    <a:pt x="1277" y="4752"/>
                  </a:lnTo>
                  <a:lnTo>
                    <a:pt x="1300" y="4370"/>
                  </a:lnTo>
                  <a:lnTo>
                    <a:pt x="0" y="2708"/>
                  </a:lnTo>
                  <a:lnTo>
                    <a:pt x="153" y="549"/>
                  </a:lnTo>
                  <a:lnTo>
                    <a:pt x="303" y="0"/>
                  </a:lnTo>
                  <a:lnTo>
                    <a:pt x="1271" y="1123"/>
                  </a:lnTo>
                  <a:lnTo>
                    <a:pt x="1483" y="2996"/>
                  </a:lnTo>
                  <a:close/>
                </a:path>
              </a:pathLst>
            </a:custGeom>
            <a:solidFill>
              <a:srgbClr val="FFF9F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1"/>
            <p:cNvSpPr/>
            <p:nvPr/>
          </p:nvSpPr>
          <p:spPr>
            <a:xfrm>
              <a:off x="3646236" y="2480626"/>
              <a:ext cx="21200" cy="31469"/>
            </a:xfrm>
            <a:custGeom>
              <a:avLst/>
              <a:pathLst>
                <a:path w="21200" h="31469">
                  <a:moveTo>
                    <a:pt x="6726" y="2253"/>
                  </a:moveTo>
                  <a:lnTo>
                    <a:pt x="7424" y="5461"/>
                  </a:lnTo>
                  <a:lnTo>
                    <a:pt x="8078" y="6543"/>
                  </a:lnTo>
                  <a:lnTo>
                    <a:pt x="9451" y="7821"/>
                  </a:lnTo>
                  <a:lnTo>
                    <a:pt x="10095" y="7984"/>
                  </a:lnTo>
                  <a:lnTo>
                    <a:pt x="12437" y="10293"/>
                  </a:lnTo>
                  <a:lnTo>
                    <a:pt x="15162" y="10753"/>
                  </a:lnTo>
                  <a:lnTo>
                    <a:pt x="15513" y="11418"/>
                  </a:lnTo>
                  <a:lnTo>
                    <a:pt x="15848" y="13197"/>
                  </a:lnTo>
                  <a:lnTo>
                    <a:pt x="16404" y="14594"/>
                  </a:lnTo>
                  <a:lnTo>
                    <a:pt x="16544" y="15680"/>
                  </a:lnTo>
                  <a:lnTo>
                    <a:pt x="16253" y="16886"/>
                  </a:lnTo>
                  <a:lnTo>
                    <a:pt x="16656" y="20574"/>
                  </a:lnTo>
                  <a:lnTo>
                    <a:pt x="17343" y="24079"/>
                  </a:lnTo>
                  <a:lnTo>
                    <a:pt x="18378" y="25778"/>
                  </a:lnTo>
                  <a:lnTo>
                    <a:pt x="19665" y="26292"/>
                  </a:lnTo>
                  <a:lnTo>
                    <a:pt x="20890" y="26221"/>
                  </a:lnTo>
                  <a:lnTo>
                    <a:pt x="21200" y="26917"/>
                  </a:lnTo>
                  <a:lnTo>
                    <a:pt x="21078" y="29984"/>
                  </a:lnTo>
                  <a:lnTo>
                    <a:pt x="20560" y="31179"/>
                  </a:lnTo>
                  <a:lnTo>
                    <a:pt x="20138" y="31469"/>
                  </a:lnTo>
                  <a:lnTo>
                    <a:pt x="19772" y="31156"/>
                  </a:lnTo>
                  <a:lnTo>
                    <a:pt x="19441" y="30433"/>
                  </a:lnTo>
                  <a:lnTo>
                    <a:pt x="19079" y="30091"/>
                  </a:lnTo>
                  <a:lnTo>
                    <a:pt x="18375" y="30032"/>
                  </a:lnTo>
                  <a:lnTo>
                    <a:pt x="17861" y="28797"/>
                  </a:lnTo>
                  <a:lnTo>
                    <a:pt x="16556" y="27107"/>
                  </a:lnTo>
                  <a:lnTo>
                    <a:pt x="16316" y="26099"/>
                  </a:lnTo>
                  <a:lnTo>
                    <a:pt x="16273" y="24543"/>
                  </a:lnTo>
                  <a:lnTo>
                    <a:pt x="15718" y="23398"/>
                  </a:lnTo>
                  <a:lnTo>
                    <a:pt x="15209" y="21218"/>
                  </a:lnTo>
                  <a:lnTo>
                    <a:pt x="14724" y="20616"/>
                  </a:lnTo>
                  <a:lnTo>
                    <a:pt x="14457" y="19525"/>
                  </a:lnTo>
                  <a:lnTo>
                    <a:pt x="14435" y="19056"/>
                  </a:lnTo>
                  <a:lnTo>
                    <a:pt x="12536" y="18739"/>
                  </a:lnTo>
                  <a:lnTo>
                    <a:pt x="10963" y="18724"/>
                  </a:lnTo>
                  <a:lnTo>
                    <a:pt x="9630" y="17488"/>
                  </a:lnTo>
                  <a:lnTo>
                    <a:pt x="9218" y="14253"/>
                  </a:lnTo>
                  <a:lnTo>
                    <a:pt x="8428" y="13383"/>
                  </a:lnTo>
                  <a:lnTo>
                    <a:pt x="7835" y="12468"/>
                  </a:lnTo>
                  <a:lnTo>
                    <a:pt x="7341" y="11200"/>
                  </a:lnTo>
                  <a:lnTo>
                    <a:pt x="6092" y="8861"/>
                  </a:lnTo>
                  <a:lnTo>
                    <a:pt x="4711" y="6905"/>
                  </a:lnTo>
                  <a:lnTo>
                    <a:pt x="3376" y="5616"/>
                  </a:lnTo>
                  <a:lnTo>
                    <a:pt x="1959" y="4772"/>
                  </a:lnTo>
                  <a:lnTo>
                    <a:pt x="807" y="5769"/>
                  </a:lnTo>
                  <a:lnTo>
                    <a:pt x="136" y="5533"/>
                  </a:lnTo>
                  <a:lnTo>
                    <a:pt x="0" y="4858"/>
                  </a:lnTo>
                  <a:lnTo>
                    <a:pt x="1431" y="3516"/>
                  </a:lnTo>
                  <a:lnTo>
                    <a:pt x="3399" y="952"/>
                  </a:lnTo>
                  <a:lnTo>
                    <a:pt x="4786" y="105"/>
                  </a:lnTo>
                  <a:lnTo>
                    <a:pt x="5458" y="0"/>
                  </a:lnTo>
                  <a:close/>
                </a:path>
              </a:pathLst>
            </a:custGeom>
            <a:solidFill>
              <a:srgbClr val="FFF9F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2"/>
            <p:cNvSpPr/>
            <p:nvPr/>
          </p:nvSpPr>
          <p:spPr>
            <a:xfrm>
              <a:off x="3655166" y="2475493"/>
              <a:ext cx="2293" cy="3783"/>
            </a:xfrm>
            <a:custGeom>
              <a:avLst/>
              <a:pathLst>
                <a:path w="2293" h="3783">
                  <a:moveTo>
                    <a:pt x="2293" y="2783"/>
                  </a:moveTo>
                  <a:lnTo>
                    <a:pt x="1742" y="3783"/>
                  </a:lnTo>
                  <a:lnTo>
                    <a:pt x="890" y="33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9F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3"/>
            <p:cNvSpPr/>
            <p:nvPr/>
          </p:nvSpPr>
          <p:spPr>
            <a:xfrm>
              <a:off x="3658217" y="2473746"/>
              <a:ext cx="1600" cy="3579"/>
            </a:xfrm>
            <a:custGeom>
              <a:avLst/>
              <a:pathLst>
                <a:path w="1600" h="3579">
                  <a:moveTo>
                    <a:pt x="577" y="3233"/>
                  </a:moveTo>
                  <a:lnTo>
                    <a:pt x="0" y="3579"/>
                  </a:lnTo>
                  <a:lnTo>
                    <a:pt x="578" y="1222"/>
                  </a:lnTo>
                  <a:lnTo>
                    <a:pt x="1600" y="0"/>
                  </a:lnTo>
                  <a:lnTo>
                    <a:pt x="1215" y="1985"/>
                  </a:lnTo>
                  <a:close/>
                </a:path>
              </a:pathLst>
            </a:custGeom>
            <a:solidFill>
              <a:srgbClr val="FFF9F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4"/>
            <p:cNvSpPr/>
            <p:nvPr/>
          </p:nvSpPr>
          <p:spPr>
            <a:xfrm>
              <a:off x="3682933" y="2470340"/>
              <a:ext cx="9272" cy="12121"/>
            </a:xfrm>
            <a:custGeom>
              <a:avLst/>
              <a:pathLst>
                <a:path w="9272" h="12121">
                  <a:moveTo>
                    <a:pt x="6984" y="1582"/>
                  </a:moveTo>
                  <a:lnTo>
                    <a:pt x="6770" y="3335"/>
                  </a:lnTo>
                  <a:lnTo>
                    <a:pt x="8476" y="6241"/>
                  </a:lnTo>
                  <a:lnTo>
                    <a:pt x="9058" y="8081"/>
                  </a:lnTo>
                  <a:lnTo>
                    <a:pt x="9272" y="9874"/>
                  </a:lnTo>
                  <a:lnTo>
                    <a:pt x="9129" y="10388"/>
                  </a:lnTo>
                  <a:lnTo>
                    <a:pt x="8482" y="9415"/>
                  </a:lnTo>
                  <a:lnTo>
                    <a:pt x="7953" y="9107"/>
                  </a:lnTo>
                  <a:lnTo>
                    <a:pt x="8131" y="10388"/>
                  </a:lnTo>
                  <a:lnTo>
                    <a:pt x="8675" y="11490"/>
                  </a:lnTo>
                  <a:lnTo>
                    <a:pt x="7707" y="12121"/>
                  </a:lnTo>
                  <a:lnTo>
                    <a:pt x="6737" y="12087"/>
                  </a:lnTo>
                  <a:lnTo>
                    <a:pt x="3908" y="10552"/>
                  </a:lnTo>
                  <a:lnTo>
                    <a:pt x="3254" y="8922"/>
                  </a:lnTo>
                  <a:lnTo>
                    <a:pt x="4947" y="6468"/>
                  </a:lnTo>
                  <a:lnTo>
                    <a:pt x="5293" y="5479"/>
                  </a:lnTo>
                  <a:lnTo>
                    <a:pt x="4094" y="5576"/>
                  </a:lnTo>
                  <a:lnTo>
                    <a:pt x="2816" y="8492"/>
                  </a:lnTo>
                  <a:lnTo>
                    <a:pt x="766" y="7211"/>
                  </a:lnTo>
                  <a:lnTo>
                    <a:pt x="139" y="6038"/>
                  </a:lnTo>
                  <a:lnTo>
                    <a:pt x="0" y="5406"/>
                  </a:lnTo>
                  <a:lnTo>
                    <a:pt x="807" y="2820"/>
                  </a:lnTo>
                  <a:lnTo>
                    <a:pt x="2249" y="2907"/>
                  </a:lnTo>
                  <a:lnTo>
                    <a:pt x="3013" y="2325"/>
                  </a:lnTo>
                  <a:lnTo>
                    <a:pt x="3957" y="1507"/>
                  </a:lnTo>
                  <a:lnTo>
                    <a:pt x="3964" y="279"/>
                  </a:lnTo>
                  <a:lnTo>
                    <a:pt x="6214" y="0"/>
                  </a:lnTo>
                  <a:close/>
                </a:path>
              </a:pathLst>
            </a:custGeom>
            <a:solidFill>
              <a:srgbClr val="FFF9F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5"/>
            <p:cNvSpPr/>
            <p:nvPr/>
          </p:nvSpPr>
          <p:spPr>
            <a:xfrm>
              <a:off x="3606455" y="2457424"/>
              <a:ext cx="5591" cy="13105"/>
            </a:xfrm>
            <a:custGeom>
              <a:avLst/>
              <a:pathLst>
                <a:path w="5591" h="13105">
                  <a:moveTo>
                    <a:pt x="5323" y="11447"/>
                  </a:moveTo>
                  <a:lnTo>
                    <a:pt x="5591" y="13105"/>
                  </a:lnTo>
                  <a:lnTo>
                    <a:pt x="4053" y="12076"/>
                  </a:lnTo>
                  <a:lnTo>
                    <a:pt x="2930" y="10595"/>
                  </a:lnTo>
                  <a:lnTo>
                    <a:pt x="2004" y="6938"/>
                  </a:lnTo>
                  <a:lnTo>
                    <a:pt x="30" y="2775"/>
                  </a:lnTo>
                  <a:lnTo>
                    <a:pt x="0" y="1566"/>
                  </a:lnTo>
                  <a:lnTo>
                    <a:pt x="750" y="650"/>
                  </a:lnTo>
                  <a:lnTo>
                    <a:pt x="2370" y="0"/>
                  </a:lnTo>
                  <a:lnTo>
                    <a:pt x="3025" y="675"/>
                  </a:lnTo>
                  <a:lnTo>
                    <a:pt x="3450" y="1370"/>
                  </a:lnTo>
                  <a:lnTo>
                    <a:pt x="3582" y="2168"/>
                  </a:lnTo>
                  <a:lnTo>
                    <a:pt x="2661" y="3767"/>
                  </a:lnTo>
                  <a:lnTo>
                    <a:pt x="2470" y="4491"/>
                  </a:lnTo>
                  <a:lnTo>
                    <a:pt x="3178" y="5928"/>
                  </a:lnTo>
                  <a:lnTo>
                    <a:pt x="3166" y="6504"/>
                  </a:lnTo>
                  <a:lnTo>
                    <a:pt x="3465" y="9284"/>
                  </a:lnTo>
                  <a:lnTo>
                    <a:pt x="3810" y="10333"/>
                  </a:lnTo>
                  <a:lnTo>
                    <a:pt x="4704" y="11170"/>
                  </a:lnTo>
                  <a:close/>
                </a:path>
              </a:pathLst>
            </a:custGeom>
            <a:solidFill>
              <a:srgbClr val="FFF9F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6"/>
            <p:cNvSpPr/>
            <p:nvPr/>
          </p:nvSpPr>
          <p:spPr>
            <a:xfrm>
              <a:off x="3673162" y="2451079"/>
              <a:ext cx="4896" cy="6758"/>
            </a:xfrm>
            <a:custGeom>
              <a:avLst/>
              <a:pathLst>
                <a:path w="4896" h="6758">
                  <a:moveTo>
                    <a:pt x="4755" y="1522"/>
                  </a:moveTo>
                  <a:lnTo>
                    <a:pt x="4288" y="2519"/>
                  </a:lnTo>
                  <a:lnTo>
                    <a:pt x="3945" y="4240"/>
                  </a:lnTo>
                  <a:lnTo>
                    <a:pt x="3759" y="6699"/>
                  </a:lnTo>
                  <a:lnTo>
                    <a:pt x="3040" y="6758"/>
                  </a:lnTo>
                  <a:lnTo>
                    <a:pt x="2604" y="6260"/>
                  </a:lnTo>
                  <a:lnTo>
                    <a:pt x="2460" y="5331"/>
                  </a:lnTo>
                  <a:lnTo>
                    <a:pt x="2431" y="4156"/>
                  </a:lnTo>
                  <a:lnTo>
                    <a:pt x="2116" y="4203"/>
                  </a:lnTo>
                  <a:lnTo>
                    <a:pt x="1861" y="5478"/>
                  </a:lnTo>
                  <a:lnTo>
                    <a:pt x="1638" y="6054"/>
                  </a:lnTo>
                  <a:lnTo>
                    <a:pt x="914" y="6175"/>
                  </a:lnTo>
                  <a:lnTo>
                    <a:pt x="121" y="5390"/>
                  </a:lnTo>
                  <a:lnTo>
                    <a:pt x="159" y="3692"/>
                  </a:lnTo>
                  <a:lnTo>
                    <a:pt x="0" y="1727"/>
                  </a:lnTo>
                  <a:lnTo>
                    <a:pt x="69" y="1038"/>
                  </a:lnTo>
                  <a:lnTo>
                    <a:pt x="2243" y="868"/>
                  </a:lnTo>
                  <a:lnTo>
                    <a:pt x="2880" y="2320"/>
                  </a:lnTo>
                  <a:lnTo>
                    <a:pt x="3648" y="1479"/>
                  </a:lnTo>
                  <a:lnTo>
                    <a:pt x="3964" y="570"/>
                  </a:lnTo>
                  <a:lnTo>
                    <a:pt x="4896" y="0"/>
                  </a:lnTo>
                  <a:close/>
                </a:path>
              </a:pathLst>
            </a:custGeom>
            <a:solidFill>
              <a:srgbClr val="FFF9F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7"/>
            <p:cNvSpPr/>
            <p:nvPr/>
          </p:nvSpPr>
          <p:spPr>
            <a:xfrm>
              <a:off x="3678045" y="2436865"/>
              <a:ext cx="2933" cy="3410"/>
            </a:xfrm>
            <a:custGeom>
              <a:avLst/>
              <a:pathLst>
                <a:path w="2933" h="3410">
                  <a:moveTo>
                    <a:pt x="2933" y="2639"/>
                  </a:moveTo>
                  <a:lnTo>
                    <a:pt x="1537" y="3410"/>
                  </a:lnTo>
                  <a:lnTo>
                    <a:pt x="0" y="976"/>
                  </a:lnTo>
                  <a:lnTo>
                    <a:pt x="1487" y="0"/>
                  </a:lnTo>
                  <a:lnTo>
                    <a:pt x="2175" y="705"/>
                  </a:lnTo>
                  <a:lnTo>
                    <a:pt x="2668" y="1536"/>
                  </a:lnTo>
                  <a:close/>
                </a:path>
              </a:pathLst>
            </a:custGeom>
            <a:solidFill>
              <a:srgbClr val="FFF9F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8"/>
            <p:cNvSpPr/>
            <p:nvPr/>
          </p:nvSpPr>
          <p:spPr>
            <a:xfrm>
              <a:off x="3666538" y="2428678"/>
              <a:ext cx="3341" cy="6307"/>
            </a:xfrm>
            <a:custGeom>
              <a:avLst/>
              <a:pathLst>
                <a:path w="3341" h="6307">
                  <a:moveTo>
                    <a:pt x="3192" y="5251"/>
                  </a:moveTo>
                  <a:lnTo>
                    <a:pt x="1608" y="6307"/>
                  </a:lnTo>
                  <a:lnTo>
                    <a:pt x="0" y="4311"/>
                  </a:lnTo>
                  <a:lnTo>
                    <a:pt x="14" y="3123"/>
                  </a:lnTo>
                  <a:lnTo>
                    <a:pt x="864" y="714"/>
                  </a:lnTo>
                  <a:lnTo>
                    <a:pt x="1330" y="0"/>
                  </a:lnTo>
                  <a:lnTo>
                    <a:pt x="2512" y="196"/>
                  </a:lnTo>
                  <a:lnTo>
                    <a:pt x="3184" y="1851"/>
                  </a:lnTo>
                  <a:lnTo>
                    <a:pt x="3341" y="2631"/>
                  </a:lnTo>
                  <a:lnTo>
                    <a:pt x="3123" y="3960"/>
                  </a:lnTo>
                  <a:close/>
                </a:path>
              </a:pathLst>
            </a:custGeom>
            <a:solidFill>
              <a:srgbClr val="FFF9F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49"/>
            <p:cNvSpPr/>
            <p:nvPr/>
          </p:nvSpPr>
          <p:spPr>
            <a:xfrm>
              <a:off x="3610833" y="2400581"/>
              <a:ext cx="81734" cy="156517"/>
            </a:xfrm>
            <a:custGeom>
              <a:avLst/>
              <a:pathLst>
                <a:path w="81734" h="156517">
                  <a:moveTo>
                    <a:pt x="74504" y="30052"/>
                  </a:moveTo>
                  <a:lnTo>
                    <a:pt x="74155" y="28800"/>
                  </a:lnTo>
                  <a:lnTo>
                    <a:pt x="72242" y="26585"/>
                  </a:lnTo>
                  <a:lnTo>
                    <a:pt x="67813" y="25294"/>
                  </a:lnTo>
                  <a:lnTo>
                    <a:pt x="65697" y="23659"/>
                  </a:lnTo>
                  <a:lnTo>
                    <a:pt x="64769" y="23963"/>
                  </a:lnTo>
                  <a:lnTo>
                    <a:pt x="62972" y="22134"/>
                  </a:lnTo>
                  <a:lnTo>
                    <a:pt x="61741" y="22937"/>
                  </a:lnTo>
                  <a:lnTo>
                    <a:pt x="59128" y="26188"/>
                  </a:lnTo>
                  <a:lnTo>
                    <a:pt x="57718" y="25835"/>
                  </a:lnTo>
                  <a:lnTo>
                    <a:pt x="56211" y="23881"/>
                  </a:lnTo>
                  <a:lnTo>
                    <a:pt x="55230" y="23522"/>
                  </a:lnTo>
                  <a:lnTo>
                    <a:pt x="54079" y="24556"/>
                  </a:lnTo>
                  <a:lnTo>
                    <a:pt x="52235" y="28298"/>
                  </a:lnTo>
                  <a:lnTo>
                    <a:pt x="50359" y="30131"/>
                  </a:lnTo>
                  <a:lnTo>
                    <a:pt x="48678" y="29414"/>
                  </a:lnTo>
                  <a:lnTo>
                    <a:pt x="46416" y="29430"/>
                  </a:lnTo>
                  <a:lnTo>
                    <a:pt x="46175" y="31522"/>
                  </a:lnTo>
                  <a:lnTo>
                    <a:pt x="46612" y="32971"/>
                  </a:lnTo>
                  <a:lnTo>
                    <a:pt x="47849" y="35441"/>
                  </a:lnTo>
                  <a:lnTo>
                    <a:pt x="47269" y="37298"/>
                  </a:lnTo>
                  <a:lnTo>
                    <a:pt x="47699" y="39159"/>
                  </a:lnTo>
                  <a:lnTo>
                    <a:pt x="48504" y="39537"/>
                  </a:lnTo>
                  <a:lnTo>
                    <a:pt x="49720" y="39432"/>
                  </a:lnTo>
                  <a:lnTo>
                    <a:pt x="51969" y="41841"/>
                  </a:lnTo>
                  <a:lnTo>
                    <a:pt x="52952" y="44382"/>
                  </a:lnTo>
                  <a:lnTo>
                    <a:pt x="53580" y="47163"/>
                  </a:lnTo>
                  <a:lnTo>
                    <a:pt x="52211" y="45168"/>
                  </a:lnTo>
                  <a:lnTo>
                    <a:pt x="51303" y="43252"/>
                  </a:lnTo>
                  <a:lnTo>
                    <a:pt x="50035" y="42557"/>
                  </a:lnTo>
                  <a:lnTo>
                    <a:pt x="48272" y="40925"/>
                  </a:lnTo>
                  <a:lnTo>
                    <a:pt x="47164" y="40653"/>
                  </a:lnTo>
                  <a:lnTo>
                    <a:pt x="45986" y="41784"/>
                  </a:lnTo>
                  <a:lnTo>
                    <a:pt x="45894" y="43068"/>
                  </a:lnTo>
                  <a:lnTo>
                    <a:pt x="47164" y="45466"/>
                  </a:lnTo>
                  <a:lnTo>
                    <a:pt x="48326" y="46940"/>
                  </a:lnTo>
                  <a:lnTo>
                    <a:pt x="48942" y="48142"/>
                  </a:lnTo>
                  <a:lnTo>
                    <a:pt x="49353" y="50800"/>
                  </a:lnTo>
                  <a:lnTo>
                    <a:pt x="49119" y="51703"/>
                  </a:lnTo>
                  <a:lnTo>
                    <a:pt x="48690" y="52544"/>
                  </a:lnTo>
                  <a:lnTo>
                    <a:pt x="47311" y="50869"/>
                  </a:lnTo>
                  <a:lnTo>
                    <a:pt x="45204" y="44913"/>
                  </a:lnTo>
                  <a:lnTo>
                    <a:pt x="42263" y="43727"/>
                  </a:lnTo>
                  <a:lnTo>
                    <a:pt x="41772" y="44968"/>
                  </a:lnTo>
                  <a:lnTo>
                    <a:pt x="42349" y="48116"/>
                  </a:lnTo>
                  <a:lnTo>
                    <a:pt x="42767" y="49343"/>
                  </a:lnTo>
                  <a:lnTo>
                    <a:pt x="45322" y="52742"/>
                  </a:lnTo>
                  <a:lnTo>
                    <a:pt x="45117" y="53463"/>
                  </a:lnTo>
                  <a:lnTo>
                    <a:pt x="44745" y="53771"/>
                  </a:lnTo>
                  <a:lnTo>
                    <a:pt x="41885" y="51827"/>
                  </a:lnTo>
                  <a:lnTo>
                    <a:pt x="41053" y="48869"/>
                  </a:lnTo>
                  <a:lnTo>
                    <a:pt x="40853" y="45131"/>
                  </a:lnTo>
                  <a:lnTo>
                    <a:pt x="38214" y="42535"/>
                  </a:lnTo>
                  <a:lnTo>
                    <a:pt x="35726" y="39710"/>
                  </a:lnTo>
                  <a:lnTo>
                    <a:pt x="35169" y="37030"/>
                  </a:lnTo>
                  <a:lnTo>
                    <a:pt x="35681" y="36036"/>
                  </a:lnTo>
                  <a:lnTo>
                    <a:pt x="36044" y="34067"/>
                  </a:lnTo>
                  <a:lnTo>
                    <a:pt x="34676" y="34430"/>
                  </a:lnTo>
                  <a:lnTo>
                    <a:pt x="33818" y="35675"/>
                  </a:lnTo>
                  <a:lnTo>
                    <a:pt x="32431" y="36884"/>
                  </a:lnTo>
                  <a:lnTo>
                    <a:pt x="32375" y="38862"/>
                  </a:lnTo>
                  <a:lnTo>
                    <a:pt x="32594" y="40694"/>
                  </a:lnTo>
                  <a:lnTo>
                    <a:pt x="32135" y="43359"/>
                  </a:lnTo>
                  <a:lnTo>
                    <a:pt x="31689" y="48001"/>
                  </a:lnTo>
                  <a:lnTo>
                    <a:pt x="31971" y="50436"/>
                  </a:lnTo>
                  <a:lnTo>
                    <a:pt x="34976" y="57420"/>
                  </a:lnTo>
                  <a:lnTo>
                    <a:pt x="36004" y="62493"/>
                  </a:lnTo>
                  <a:lnTo>
                    <a:pt x="36742" y="64416"/>
                  </a:lnTo>
                  <a:lnTo>
                    <a:pt x="38279" y="66537"/>
                  </a:lnTo>
                  <a:lnTo>
                    <a:pt x="39883" y="70484"/>
                  </a:lnTo>
                  <a:lnTo>
                    <a:pt x="40563" y="72542"/>
                  </a:lnTo>
                  <a:lnTo>
                    <a:pt x="41047" y="75908"/>
                  </a:lnTo>
                  <a:lnTo>
                    <a:pt x="39698" y="77991"/>
                  </a:lnTo>
                  <a:lnTo>
                    <a:pt x="38912" y="78078"/>
                  </a:lnTo>
                  <a:lnTo>
                    <a:pt x="38477" y="77153"/>
                  </a:lnTo>
                  <a:lnTo>
                    <a:pt x="39086" y="74858"/>
                  </a:lnTo>
                  <a:lnTo>
                    <a:pt x="38999" y="73459"/>
                  </a:lnTo>
                  <a:lnTo>
                    <a:pt x="36915" y="71294"/>
                  </a:lnTo>
                  <a:lnTo>
                    <a:pt x="36033" y="72024"/>
                  </a:lnTo>
                  <a:lnTo>
                    <a:pt x="35016" y="73435"/>
                  </a:lnTo>
                  <a:lnTo>
                    <a:pt x="35597" y="76054"/>
                  </a:lnTo>
                  <a:lnTo>
                    <a:pt x="36250" y="77781"/>
                  </a:lnTo>
                  <a:lnTo>
                    <a:pt x="36578" y="80163"/>
                  </a:lnTo>
                  <a:lnTo>
                    <a:pt x="37826" y="79955"/>
                  </a:lnTo>
                  <a:lnTo>
                    <a:pt x="36145" y="82621"/>
                  </a:lnTo>
                  <a:lnTo>
                    <a:pt x="34568" y="83983"/>
                  </a:lnTo>
                  <a:lnTo>
                    <a:pt x="33016" y="84063"/>
                  </a:lnTo>
                  <a:lnTo>
                    <a:pt x="32028" y="84309"/>
                  </a:lnTo>
                  <a:lnTo>
                    <a:pt x="31687" y="84992"/>
                  </a:lnTo>
                  <a:lnTo>
                    <a:pt x="32490" y="85488"/>
                  </a:lnTo>
                  <a:lnTo>
                    <a:pt x="33147" y="85533"/>
                  </a:lnTo>
                  <a:lnTo>
                    <a:pt x="34215" y="86974"/>
                  </a:lnTo>
                  <a:lnTo>
                    <a:pt x="37254" y="88703"/>
                  </a:lnTo>
                  <a:lnTo>
                    <a:pt x="38702" y="90887"/>
                  </a:lnTo>
                  <a:lnTo>
                    <a:pt x="40124" y="91086"/>
                  </a:lnTo>
                  <a:lnTo>
                    <a:pt x="41556" y="95096"/>
                  </a:lnTo>
                  <a:lnTo>
                    <a:pt x="44032" y="96164"/>
                  </a:lnTo>
                  <a:lnTo>
                    <a:pt x="45444" y="100211"/>
                  </a:lnTo>
                  <a:lnTo>
                    <a:pt x="47320" y="101007"/>
                  </a:lnTo>
                  <a:lnTo>
                    <a:pt x="48936" y="102499"/>
                  </a:lnTo>
                  <a:lnTo>
                    <a:pt x="49409" y="103923"/>
                  </a:lnTo>
                  <a:lnTo>
                    <a:pt x="49646" y="106494"/>
                  </a:lnTo>
                  <a:lnTo>
                    <a:pt x="49750" y="111945"/>
                  </a:lnTo>
                  <a:lnTo>
                    <a:pt x="50100" y="116005"/>
                  </a:lnTo>
                  <a:lnTo>
                    <a:pt x="50112" y="117288"/>
                  </a:lnTo>
                  <a:lnTo>
                    <a:pt x="50026" y="119206"/>
                  </a:lnTo>
                  <a:lnTo>
                    <a:pt x="49587" y="120148"/>
                  </a:lnTo>
                  <a:lnTo>
                    <a:pt x="48992" y="120177"/>
                  </a:lnTo>
                  <a:lnTo>
                    <a:pt x="47830" y="117191"/>
                  </a:lnTo>
                  <a:lnTo>
                    <a:pt x="46046" y="114050"/>
                  </a:lnTo>
                  <a:lnTo>
                    <a:pt x="44166" y="110313"/>
                  </a:lnTo>
                  <a:lnTo>
                    <a:pt x="43632" y="109657"/>
                  </a:lnTo>
                  <a:lnTo>
                    <a:pt x="43195" y="109595"/>
                  </a:lnTo>
                  <a:lnTo>
                    <a:pt x="42189" y="110859"/>
                  </a:lnTo>
                  <a:lnTo>
                    <a:pt x="39393" y="111836"/>
                  </a:lnTo>
                  <a:lnTo>
                    <a:pt x="38082" y="113201"/>
                  </a:lnTo>
                  <a:lnTo>
                    <a:pt x="37589" y="113502"/>
                  </a:lnTo>
                  <a:lnTo>
                    <a:pt x="37452" y="114219"/>
                  </a:lnTo>
                  <a:lnTo>
                    <a:pt x="38066" y="114965"/>
                  </a:lnTo>
                  <a:lnTo>
                    <a:pt x="38819" y="116674"/>
                  </a:lnTo>
                  <a:lnTo>
                    <a:pt x="38819" y="119009"/>
                  </a:lnTo>
                  <a:lnTo>
                    <a:pt x="39441" y="121847"/>
                  </a:lnTo>
                  <a:lnTo>
                    <a:pt x="40245" y="122580"/>
                  </a:lnTo>
                  <a:lnTo>
                    <a:pt x="41292" y="122517"/>
                  </a:lnTo>
                  <a:lnTo>
                    <a:pt x="41892" y="123042"/>
                  </a:lnTo>
                  <a:lnTo>
                    <a:pt x="42048" y="124172"/>
                  </a:lnTo>
                  <a:lnTo>
                    <a:pt x="42656" y="125491"/>
                  </a:lnTo>
                  <a:lnTo>
                    <a:pt x="43058" y="126467"/>
                  </a:lnTo>
                  <a:lnTo>
                    <a:pt x="43041" y="127167"/>
                  </a:lnTo>
                  <a:lnTo>
                    <a:pt x="40120" y="129025"/>
                  </a:lnTo>
                  <a:lnTo>
                    <a:pt x="39509" y="129875"/>
                  </a:lnTo>
                  <a:lnTo>
                    <a:pt x="38996" y="130310"/>
                  </a:lnTo>
                  <a:lnTo>
                    <a:pt x="38237" y="129425"/>
                  </a:lnTo>
                  <a:lnTo>
                    <a:pt x="38194" y="127156"/>
                  </a:lnTo>
                  <a:lnTo>
                    <a:pt x="37190" y="125938"/>
                  </a:lnTo>
                  <a:lnTo>
                    <a:pt x="36269" y="124895"/>
                  </a:lnTo>
                  <a:lnTo>
                    <a:pt x="35166" y="124447"/>
                  </a:lnTo>
                  <a:lnTo>
                    <a:pt x="34227" y="122885"/>
                  </a:lnTo>
                  <a:lnTo>
                    <a:pt x="33615" y="124155"/>
                  </a:lnTo>
                  <a:lnTo>
                    <a:pt x="34104" y="128552"/>
                  </a:lnTo>
                  <a:lnTo>
                    <a:pt x="35166" y="131581"/>
                  </a:lnTo>
                  <a:lnTo>
                    <a:pt x="36942" y="139705"/>
                  </a:lnTo>
                  <a:lnTo>
                    <a:pt x="37748" y="144503"/>
                  </a:lnTo>
                  <a:lnTo>
                    <a:pt x="37911" y="146824"/>
                  </a:lnTo>
                  <a:lnTo>
                    <a:pt x="37509" y="150678"/>
                  </a:lnTo>
                  <a:lnTo>
                    <a:pt x="38382" y="153542"/>
                  </a:lnTo>
                  <a:lnTo>
                    <a:pt x="38980" y="156482"/>
                  </a:lnTo>
                  <a:lnTo>
                    <a:pt x="38322" y="156371"/>
                  </a:lnTo>
                  <a:lnTo>
                    <a:pt x="37750" y="155334"/>
                  </a:lnTo>
                  <a:lnTo>
                    <a:pt x="36792" y="154111"/>
                  </a:lnTo>
                  <a:lnTo>
                    <a:pt x="34934" y="149420"/>
                  </a:lnTo>
                  <a:lnTo>
                    <a:pt x="34287" y="146492"/>
                  </a:lnTo>
                  <a:lnTo>
                    <a:pt x="33513" y="146263"/>
                  </a:lnTo>
                  <a:lnTo>
                    <a:pt x="32171" y="146683"/>
                  </a:lnTo>
                  <a:lnTo>
                    <a:pt x="30698" y="152934"/>
                  </a:lnTo>
                  <a:lnTo>
                    <a:pt x="30703" y="156517"/>
                  </a:lnTo>
                  <a:lnTo>
                    <a:pt x="29942" y="155664"/>
                  </a:lnTo>
                  <a:lnTo>
                    <a:pt x="29288" y="154548"/>
                  </a:lnTo>
                  <a:lnTo>
                    <a:pt x="29368" y="150629"/>
                  </a:lnTo>
                  <a:lnTo>
                    <a:pt x="29303" y="148983"/>
                  </a:lnTo>
                  <a:lnTo>
                    <a:pt x="27516" y="143644"/>
                  </a:lnTo>
                  <a:lnTo>
                    <a:pt x="26696" y="143045"/>
                  </a:lnTo>
                  <a:lnTo>
                    <a:pt x="26314" y="141241"/>
                  </a:lnTo>
                  <a:lnTo>
                    <a:pt x="25656" y="139319"/>
                  </a:lnTo>
                  <a:lnTo>
                    <a:pt x="24808" y="139687"/>
                  </a:lnTo>
                  <a:lnTo>
                    <a:pt x="24115" y="140467"/>
                  </a:lnTo>
                  <a:lnTo>
                    <a:pt x="23924" y="143371"/>
                  </a:lnTo>
                  <a:lnTo>
                    <a:pt x="23852" y="145976"/>
                  </a:lnTo>
                  <a:lnTo>
                    <a:pt x="23335" y="147937"/>
                  </a:lnTo>
                  <a:lnTo>
                    <a:pt x="21431" y="144216"/>
                  </a:lnTo>
                  <a:lnTo>
                    <a:pt x="19517" y="137782"/>
                  </a:lnTo>
                  <a:lnTo>
                    <a:pt x="19466" y="134253"/>
                  </a:lnTo>
                  <a:lnTo>
                    <a:pt x="20869" y="131035"/>
                  </a:lnTo>
                  <a:lnTo>
                    <a:pt x="20701" y="128733"/>
                  </a:lnTo>
                  <a:lnTo>
                    <a:pt x="19373" y="124188"/>
                  </a:lnTo>
                  <a:lnTo>
                    <a:pt x="17460" y="121265"/>
                  </a:lnTo>
                  <a:lnTo>
                    <a:pt x="16387" y="120396"/>
                  </a:lnTo>
                  <a:lnTo>
                    <a:pt x="15883" y="117288"/>
                  </a:lnTo>
                  <a:lnTo>
                    <a:pt x="14857" y="115682"/>
                  </a:lnTo>
                  <a:lnTo>
                    <a:pt x="14026" y="114935"/>
                  </a:lnTo>
                  <a:lnTo>
                    <a:pt x="13862" y="113828"/>
                  </a:lnTo>
                  <a:lnTo>
                    <a:pt x="14113" y="113010"/>
                  </a:lnTo>
                  <a:lnTo>
                    <a:pt x="16126" y="109814"/>
                  </a:lnTo>
                  <a:lnTo>
                    <a:pt x="17305" y="104813"/>
                  </a:lnTo>
                  <a:lnTo>
                    <a:pt x="17891" y="104575"/>
                  </a:lnTo>
                  <a:lnTo>
                    <a:pt x="19095" y="105761"/>
                  </a:lnTo>
                  <a:lnTo>
                    <a:pt x="20448" y="105451"/>
                  </a:lnTo>
                  <a:lnTo>
                    <a:pt x="21559" y="102522"/>
                  </a:lnTo>
                  <a:lnTo>
                    <a:pt x="22500" y="100929"/>
                  </a:lnTo>
                  <a:lnTo>
                    <a:pt x="24087" y="101134"/>
                  </a:lnTo>
                  <a:lnTo>
                    <a:pt x="27671" y="105049"/>
                  </a:lnTo>
                  <a:lnTo>
                    <a:pt x="31523" y="107279"/>
                  </a:lnTo>
                  <a:lnTo>
                    <a:pt x="33444" y="109239"/>
                  </a:lnTo>
                  <a:lnTo>
                    <a:pt x="34530" y="111181"/>
                  </a:lnTo>
                  <a:lnTo>
                    <a:pt x="35108" y="111583"/>
                  </a:lnTo>
                  <a:lnTo>
                    <a:pt x="36020" y="111857"/>
                  </a:lnTo>
                  <a:lnTo>
                    <a:pt x="35979" y="110404"/>
                  </a:lnTo>
                  <a:lnTo>
                    <a:pt x="35685" y="109120"/>
                  </a:lnTo>
                  <a:lnTo>
                    <a:pt x="36445" y="108421"/>
                  </a:lnTo>
                  <a:lnTo>
                    <a:pt x="38510" y="108458"/>
                  </a:lnTo>
                  <a:lnTo>
                    <a:pt x="38886" y="107777"/>
                  </a:lnTo>
                  <a:lnTo>
                    <a:pt x="39268" y="106675"/>
                  </a:lnTo>
                  <a:lnTo>
                    <a:pt x="38841" y="105422"/>
                  </a:lnTo>
                  <a:lnTo>
                    <a:pt x="38158" y="104821"/>
                  </a:lnTo>
                  <a:lnTo>
                    <a:pt x="37427" y="104653"/>
                  </a:lnTo>
                  <a:lnTo>
                    <a:pt x="36947" y="104257"/>
                  </a:lnTo>
                  <a:lnTo>
                    <a:pt x="36171" y="104658"/>
                  </a:lnTo>
                  <a:lnTo>
                    <a:pt x="34960" y="103690"/>
                  </a:lnTo>
                  <a:lnTo>
                    <a:pt x="34334" y="102892"/>
                  </a:lnTo>
                  <a:lnTo>
                    <a:pt x="33967" y="102071"/>
                  </a:lnTo>
                  <a:lnTo>
                    <a:pt x="31862" y="100433"/>
                  </a:lnTo>
                  <a:lnTo>
                    <a:pt x="29867" y="97667"/>
                  </a:lnTo>
                  <a:lnTo>
                    <a:pt x="29417" y="99233"/>
                  </a:lnTo>
                  <a:lnTo>
                    <a:pt x="28611" y="100081"/>
                  </a:lnTo>
                  <a:lnTo>
                    <a:pt x="27463" y="100199"/>
                  </a:lnTo>
                  <a:lnTo>
                    <a:pt x="24236" y="98438"/>
                  </a:lnTo>
                  <a:lnTo>
                    <a:pt x="22253" y="99782"/>
                  </a:lnTo>
                  <a:lnTo>
                    <a:pt x="21172" y="100134"/>
                  </a:lnTo>
                  <a:lnTo>
                    <a:pt x="20346" y="100165"/>
                  </a:lnTo>
                  <a:lnTo>
                    <a:pt x="19329" y="100768"/>
                  </a:lnTo>
                  <a:lnTo>
                    <a:pt x="18155" y="101128"/>
                  </a:lnTo>
                  <a:lnTo>
                    <a:pt x="17138" y="98575"/>
                  </a:lnTo>
                  <a:lnTo>
                    <a:pt x="16710" y="96595"/>
                  </a:lnTo>
                  <a:lnTo>
                    <a:pt x="16409" y="96226"/>
                  </a:lnTo>
                  <a:lnTo>
                    <a:pt x="16393" y="98086"/>
                  </a:lnTo>
                  <a:lnTo>
                    <a:pt x="16067" y="99576"/>
                  </a:lnTo>
                  <a:lnTo>
                    <a:pt x="14577" y="100414"/>
                  </a:lnTo>
                  <a:lnTo>
                    <a:pt x="13720" y="99258"/>
                  </a:lnTo>
                  <a:lnTo>
                    <a:pt x="13061" y="95754"/>
                  </a:lnTo>
                  <a:lnTo>
                    <a:pt x="12227" y="91300"/>
                  </a:lnTo>
                  <a:lnTo>
                    <a:pt x="10759" y="87703"/>
                  </a:lnTo>
                  <a:lnTo>
                    <a:pt x="9570" y="86764"/>
                  </a:lnTo>
                  <a:lnTo>
                    <a:pt x="9468" y="84787"/>
                  </a:lnTo>
                  <a:lnTo>
                    <a:pt x="9576" y="83207"/>
                  </a:lnTo>
                  <a:lnTo>
                    <a:pt x="11005" y="82816"/>
                  </a:lnTo>
                  <a:lnTo>
                    <a:pt x="13239" y="84470"/>
                  </a:lnTo>
                  <a:lnTo>
                    <a:pt x="13701" y="84141"/>
                  </a:lnTo>
                  <a:lnTo>
                    <a:pt x="14204" y="83379"/>
                  </a:lnTo>
                  <a:lnTo>
                    <a:pt x="14107" y="81691"/>
                  </a:lnTo>
                  <a:lnTo>
                    <a:pt x="13784" y="80190"/>
                  </a:lnTo>
                  <a:lnTo>
                    <a:pt x="13170" y="80122"/>
                  </a:lnTo>
                  <a:lnTo>
                    <a:pt x="12744" y="80300"/>
                  </a:lnTo>
                  <a:lnTo>
                    <a:pt x="11370" y="79990"/>
                  </a:lnTo>
                  <a:lnTo>
                    <a:pt x="9605" y="80824"/>
                  </a:lnTo>
                  <a:lnTo>
                    <a:pt x="8787" y="80037"/>
                  </a:lnTo>
                  <a:lnTo>
                    <a:pt x="8514" y="79082"/>
                  </a:lnTo>
                  <a:lnTo>
                    <a:pt x="7038" y="76712"/>
                  </a:lnTo>
                  <a:lnTo>
                    <a:pt x="5762" y="73533"/>
                  </a:lnTo>
                  <a:lnTo>
                    <a:pt x="3695" y="71411"/>
                  </a:lnTo>
                  <a:lnTo>
                    <a:pt x="2346" y="64948"/>
                  </a:lnTo>
                  <a:lnTo>
                    <a:pt x="1211" y="62127"/>
                  </a:lnTo>
                  <a:lnTo>
                    <a:pt x="0" y="60113"/>
                  </a:lnTo>
                  <a:lnTo>
                    <a:pt x="262" y="60076"/>
                  </a:lnTo>
                  <a:lnTo>
                    <a:pt x="721" y="60418"/>
                  </a:lnTo>
                  <a:lnTo>
                    <a:pt x="1601" y="61526"/>
                  </a:lnTo>
                  <a:lnTo>
                    <a:pt x="2536" y="61765"/>
                  </a:lnTo>
                  <a:lnTo>
                    <a:pt x="3047" y="61031"/>
                  </a:lnTo>
                  <a:lnTo>
                    <a:pt x="3341" y="60357"/>
                  </a:lnTo>
                  <a:lnTo>
                    <a:pt x="3533" y="59252"/>
                  </a:lnTo>
                  <a:lnTo>
                    <a:pt x="3610" y="57962"/>
                  </a:lnTo>
                  <a:lnTo>
                    <a:pt x="3762" y="57535"/>
                  </a:lnTo>
                  <a:lnTo>
                    <a:pt x="4476" y="57681"/>
                  </a:lnTo>
                  <a:lnTo>
                    <a:pt x="4703" y="57359"/>
                  </a:lnTo>
                  <a:lnTo>
                    <a:pt x="4693" y="56202"/>
                  </a:lnTo>
                  <a:lnTo>
                    <a:pt x="4232" y="54759"/>
                  </a:lnTo>
                  <a:lnTo>
                    <a:pt x="3826" y="52981"/>
                  </a:lnTo>
                  <a:lnTo>
                    <a:pt x="3823" y="52134"/>
                  </a:lnTo>
                  <a:lnTo>
                    <a:pt x="4161" y="51791"/>
                  </a:lnTo>
                  <a:lnTo>
                    <a:pt x="4719" y="51019"/>
                  </a:lnTo>
                  <a:lnTo>
                    <a:pt x="5019" y="50066"/>
                  </a:lnTo>
                  <a:lnTo>
                    <a:pt x="5611" y="49589"/>
                  </a:lnTo>
                  <a:lnTo>
                    <a:pt x="6488" y="49503"/>
                  </a:lnTo>
                  <a:lnTo>
                    <a:pt x="7465" y="49084"/>
                  </a:lnTo>
                  <a:lnTo>
                    <a:pt x="8096" y="48059"/>
                  </a:lnTo>
                  <a:lnTo>
                    <a:pt x="8189" y="47043"/>
                  </a:lnTo>
                  <a:lnTo>
                    <a:pt x="8584" y="44247"/>
                  </a:lnTo>
                  <a:lnTo>
                    <a:pt x="8842" y="42879"/>
                  </a:lnTo>
                  <a:lnTo>
                    <a:pt x="9259" y="41631"/>
                  </a:lnTo>
                  <a:lnTo>
                    <a:pt x="9486" y="39947"/>
                  </a:lnTo>
                  <a:lnTo>
                    <a:pt x="9930" y="38364"/>
                  </a:lnTo>
                  <a:lnTo>
                    <a:pt x="10863" y="37701"/>
                  </a:lnTo>
                  <a:lnTo>
                    <a:pt x="11709" y="36918"/>
                  </a:lnTo>
                  <a:lnTo>
                    <a:pt x="12348" y="34880"/>
                  </a:lnTo>
                  <a:lnTo>
                    <a:pt x="12704" y="33134"/>
                  </a:lnTo>
                  <a:lnTo>
                    <a:pt x="12707" y="32065"/>
                  </a:lnTo>
                  <a:lnTo>
                    <a:pt x="12174" y="30318"/>
                  </a:lnTo>
                  <a:lnTo>
                    <a:pt x="11778" y="28618"/>
                  </a:lnTo>
                  <a:lnTo>
                    <a:pt x="11883" y="26413"/>
                  </a:lnTo>
                  <a:lnTo>
                    <a:pt x="13558" y="26229"/>
                  </a:lnTo>
                  <a:lnTo>
                    <a:pt x="14144" y="26022"/>
                  </a:lnTo>
                  <a:lnTo>
                    <a:pt x="16318" y="25904"/>
                  </a:lnTo>
                  <a:lnTo>
                    <a:pt x="17310" y="24721"/>
                  </a:lnTo>
                  <a:lnTo>
                    <a:pt x="17996" y="24826"/>
                  </a:lnTo>
                  <a:lnTo>
                    <a:pt x="19429" y="25851"/>
                  </a:lnTo>
                  <a:lnTo>
                    <a:pt x="20067" y="25041"/>
                  </a:lnTo>
                  <a:lnTo>
                    <a:pt x="21942" y="23442"/>
                  </a:lnTo>
                  <a:lnTo>
                    <a:pt x="23793" y="18804"/>
                  </a:lnTo>
                  <a:lnTo>
                    <a:pt x="24582" y="18108"/>
                  </a:lnTo>
                  <a:lnTo>
                    <a:pt x="26377" y="17825"/>
                  </a:lnTo>
                  <a:lnTo>
                    <a:pt x="26940" y="17290"/>
                  </a:lnTo>
                  <a:lnTo>
                    <a:pt x="27597" y="17393"/>
                  </a:lnTo>
                  <a:lnTo>
                    <a:pt x="29609" y="18332"/>
                  </a:lnTo>
                  <a:lnTo>
                    <a:pt x="30754" y="18476"/>
                  </a:lnTo>
                  <a:lnTo>
                    <a:pt x="32112" y="17836"/>
                  </a:lnTo>
                  <a:lnTo>
                    <a:pt x="33607" y="16703"/>
                  </a:lnTo>
                  <a:lnTo>
                    <a:pt x="33981" y="12737"/>
                  </a:lnTo>
                  <a:lnTo>
                    <a:pt x="34336" y="12168"/>
                  </a:lnTo>
                  <a:lnTo>
                    <a:pt x="35267" y="12010"/>
                  </a:lnTo>
                  <a:lnTo>
                    <a:pt x="35967" y="12041"/>
                  </a:lnTo>
                  <a:lnTo>
                    <a:pt x="37319" y="12356"/>
                  </a:lnTo>
                  <a:lnTo>
                    <a:pt x="38928" y="12461"/>
                  </a:lnTo>
                  <a:lnTo>
                    <a:pt x="39963" y="10603"/>
                  </a:lnTo>
                  <a:lnTo>
                    <a:pt x="41595" y="10464"/>
                  </a:lnTo>
                  <a:lnTo>
                    <a:pt x="42351" y="10196"/>
                  </a:lnTo>
                  <a:lnTo>
                    <a:pt x="43615" y="10571"/>
                  </a:lnTo>
                  <a:lnTo>
                    <a:pt x="44841" y="10549"/>
                  </a:lnTo>
                  <a:lnTo>
                    <a:pt x="46410" y="9775"/>
                  </a:lnTo>
                  <a:lnTo>
                    <a:pt x="47873" y="8505"/>
                  </a:lnTo>
                  <a:lnTo>
                    <a:pt x="49017" y="8613"/>
                  </a:lnTo>
                  <a:lnTo>
                    <a:pt x="49483" y="8384"/>
                  </a:lnTo>
                  <a:lnTo>
                    <a:pt x="49749" y="8117"/>
                  </a:lnTo>
                  <a:lnTo>
                    <a:pt x="50035" y="6398"/>
                  </a:lnTo>
                  <a:lnTo>
                    <a:pt x="52186" y="6293"/>
                  </a:lnTo>
                  <a:lnTo>
                    <a:pt x="52915" y="6463"/>
                  </a:lnTo>
                  <a:lnTo>
                    <a:pt x="54115" y="6508"/>
                  </a:lnTo>
                  <a:lnTo>
                    <a:pt x="55364" y="5572"/>
                  </a:lnTo>
                  <a:lnTo>
                    <a:pt x="55738" y="5651"/>
                  </a:lnTo>
                  <a:lnTo>
                    <a:pt x="56369" y="8167"/>
                  </a:lnTo>
                  <a:lnTo>
                    <a:pt x="56698" y="8896"/>
                  </a:lnTo>
                  <a:lnTo>
                    <a:pt x="57377" y="9568"/>
                  </a:lnTo>
                  <a:lnTo>
                    <a:pt x="58891" y="11456"/>
                  </a:lnTo>
                  <a:lnTo>
                    <a:pt x="59163" y="10959"/>
                  </a:lnTo>
                  <a:lnTo>
                    <a:pt x="59793" y="10329"/>
                  </a:lnTo>
                  <a:lnTo>
                    <a:pt x="61603" y="11193"/>
                  </a:lnTo>
                  <a:lnTo>
                    <a:pt x="63329" y="12647"/>
                  </a:lnTo>
                  <a:lnTo>
                    <a:pt x="64782" y="14781"/>
                  </a:lnTo>
                  <a:lnTo>
                    <a:pt x="66396" y="14167"/>
                  </a:lnTo>
                  <a:lnTo>
                    <a:pt x="68187" y="13119"/>
                  </a:lnTo>
                  <a:lnTo>
                    <a:pt x="69352" y="12815"/>
                  </a:lnTo>
                  <a:lnTo>
                    <a:pt x="70616" y="12669"/>
                  </a:lnTo>
                  <a:lnTo>
                    <a:pt x="71369" y="12214"/>
                  </a:lnTo>
                  <a:lnTo>
                    <a:pt x="73077" y="12761"/>
                  </a:lnTo>
                  <a:lnTo>
                    <a:pt x="74842" y="11616"/>
                  </a:lnTo>
                  <a:lnTo>
                    <a:pt x="75693" y="10580"/>
                  </a:lnTo>
                  <a:lnTo>
                    <a:pt x="75938" y="9128"/>
                  </a:lnTo>
                  <a:lnTo>
                    <a:pt x="75794" y="6567"/>
                  </a:lnTo>
                  <a:lnTo>
                    <a:pt x="75395" y="4006"/>
                  </a:lnTo>
                  <a:lnTo>
                    <a:pt x="74972" y="3061"/>
                  </a:lnTo>
                  <a:lnTo>
                    <a:pt x="74837" y="2084"/>
                  </a:lnTo>
                  <a:lnTo>
                    <a:pt x="75078" y="1171"/>
                  </a:lnTo>
                  <a:lnTo>
                    <a:pt x="75348" y="535"/>
                  </a:lnTo>
                  <a:lnTo>
                    <a:pt x="76498" y="0"/>
                  </a:lnTo>
                  <a:lnTo>
                    <a:pt x="77983" y="805"/>
                  </a:lnTo>
                  <a:lnTo>
                    <a:pt x="79089" y="1402"/>
                  </a:lnTo>
                  <a:lnTo>
                    <a:pt x="79730" y="2376"/>
                  </a:lnTo>
                  <a:lnTo>
                    <a:pt x="80131" y="3266"/>
                  </a:lnTo>
                  <a:lnTo>
                    <a:pt x="80742" y="4035"/>
                  </a:lnTo>
                  <a:lnTo>
                    <a:pt x="81196" y="4211"/>
                  </a:lnTo>
                  <a:lnTo>
                    <a:pt x="81547" y="6844"/>
                  </a:lnTo>
                  <a:lnTo>
                    <a:pt x="81734" y="10106"/>
                  </a:lnTo>
                  <a:lnTo>
                    <a:pt x="81456" y="11513"/>
                  </a:lnTo>
                  <a:lnTo>
                    <a:pt x="80642" y="11839"/>
                  </a:lnTo>
                  <a:lnTo>
                    <a:pt x="78103" y="14923"/>
                  </a:lnTo>
                  <a:lnTo>
                    <a:pt x="78042" y="17745"/>
                  </a:lnTo>
                  <a:lnTo>
                    <a:pt x="78075" y="19111"/>
                  </a:lnTo>
                  <a:lnTo>
                    <a:pt x="78127" y="20078"/>
                  </a:lnTo>
                  <a:lnTo>
                    <a:pt x="78392" y="20892"/>
                  </a:lnTo>
                  <a:lnTo>
                    <a:pt x="78392" y="22065"/>
                  </a:lnTo>
                  <a:lnTo>
                    <a:pt x="78108" y="23323"/>
                  </a:lnTo>
                  <a:lnTo>
                    <a:pt x="76999" y="25429"/>
                  </a:lnTo>
                  <a:lnTo>
                    <a:pt x="76230" y="27104"/>
                  </a:lnTo>
                  <a:lnTo>
                    <a:pt x="75370" y="29375"/>
                  </a:lnTo>
                  <a:lnTo>
                    <a:pt x="74883" y="29652"/>
                  </a:lnTo>
                  <a:close/>
                </a:path>
              </a:pathLst>
            </a:custGeom>
            <a:solidFill>
              <a:srgbClr val="FFF9F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0"/>
            <p:cNvSpPr/>
            <p:nvPr/>
          </p:nvSpPr>
          <p:spPr>
            <a:xfrm>
              <a:off x="2601640" y="3272478"/>
              <a:ext cx="2161" cy="6753"/>
            </a:xfrm>
            <a:custGeom>
              <a:avLst/>
              <a:pathLst>
                <a:path w="2161" h="6753">
                  <a:moveTo>
                    <a:pt x="822" y="6629"/>
                  </a:moveTo>
                  <a:lnTo>
                    <a:pt x="0" y="6753"/>
                  </a:lnTo>
                  <a:lnTo>
                    <a:pt x="325" y="5660"/>
                  </a:lnTo>
                  <a:lnTo>
                    <a:pt x="398" y="3798"/>
                  </a:lnTo>
                  <a:lnTo>
                    <a:pt x="829" y="1532"/>
                  </a:lnTo>
                  <a:lnTo>
                    <a:pt x="1502" y="0"/>
                  </a:lnTo>
                  <a:lnTo>
                    <a:pt x="2161" y="405"/>
                  </a:lnTo>
                  <a:lnTo>
                    <a:pt x="1912" y="5409"/>
                  </a:lnTo>
                  <a:close/>
                </a:path>
              </a:pathLst>
            </a:custGeom>
            <a:solidFill>
              <a:srgbClr val="FFFFF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1"/>
            <p:cNvSpPr/>
            <p:nvPr/>
          </p:nvSpPr>
          <p:spPr>
            <a:xfrm>
              <a:off x="2786641" y="1833248"/>
              <a:ext cx="7215" cy="8368"/>
            </a:xfrm>
            <a:custGeom>
              <a:avLst/>
              <a:pathLst>
                <a:path w="7215" h="8368">
                  <a:moveTo>
                    <a:pt x="6457" y="4790"/>
                  </a:moveTo>
                  <a:lnTo>
                    <a:pt x="5040" y="8368"/>
                  </a:lnTo>
                  <a:lnTo>
                    <a:pt x="3623" y="7589"/>
                  </a:lnTo>
                  <a:lnTo>
                    <a:pt x="2922" y="5990"/>
                  </a:lnTo>
                  <a:lnTo>
                    <a:pt x="1527" y="5247"/>
                  </a:lnTo>
                  <a:lnTo>
                    <a:pt x="23" y="5469"/>
                  </a:lnTo>
                  <a:lnTo>
                    <a:pt x="0" y="4836"/>
                  </a:lnTo>
                  <a:lnTo>
                    <a:pt x="4887" y="1025"/>
                  </a:lnTo>
                  <a:lnTo>
                    <a:pt x="7215" y="0"/>
                  </a:lnTo>
                  <a:lnTo>
                    <a:pt x="7050" y="1605"/>
                  </a:lnTo>
                  <a:lnTo>
                    <a:pt x="6607" y="3012"/>
                  </a:lnTo>
                  <a:close/>
                </a:path>
              </a:pathLst>
            </a:custGeom>
            <a:solidFill>
              <a:srgbClr val="FEFFF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2"/>
            <p:cNvSpPr/>
            <p:nvPr/>
          </p:nvSpPr>
          <p:spPr>
            <a:xfrm>
              <a:off x="2904505" y="1692040"/>
              <a:ext cx="3521" cy="5641"/>
            </a:xfrm>
            <a:custGeom>
              <a:avLst/>
              <a:pathLst>
                <a:path w="3521" h="5641">
                  <a:moveTo>
                    <a:pt x="2556" y="5622"/>
                  </a:moveTo>
                  <a:lnTo>
                    <a:pt x="636" y="5641"/>
                  </a:lnTo>
                  <a:lnTo>
                    <a:pt x="0" y="3321"/>
                  </a:lnTo>
                  <a:lnTo>
                    <a:pt x="191" y="792"/>
                  </a:lnTo>
                  <a:lnTo>
                    <a:pt x="2355" y="0"/>
                  </a:lnTo>
                  <a:lnTo>
                    <a:pt x="3521" y="1741"/>
                  </a:lnTo>
                  <a:lnTo>
                    <a:pt x="3103" y="4334"/>
                  </a:lnTo>
                  <a:close/>
                </a:path>
              </a:pathLst>
            </a:custGeom>
            <a:solidFill>
              <a:srgbClr val="FEFFF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3"/>
            <p:cNvSpPr/>
            <p:nvPr/>
          </p:nvSpPr>
          <p:spPr>
            <a:xfrm>
              <a:off x="2730367" y="1567877"/>
              <a:ext cx="8283" cy="12027"/>
            </a:xfrm>
            <a:custGeom>
              <a:avLst/>
              <a:pathLst>
                <a:path w="8283" h="12027">
                  <a:moveTo>
                    <a:pt x="4153" y="10982"/>
                  </a:moveTo>
                  <a:lnTo>
                    <a:pt x="2219" y="12027"/>
                  </a:lnTo>
                  <a:lnTo>
                    <a:pt x="1829" y="11795"/>
                  </a:lnTo>
                  <a:lnTo>
                    <a:pt x="1435" y="11001"/>
                  </a:lnTo>
                  <a:lnTo>
                    <a:pt x="436" y="7390"/>
                  </a:lnTo>
                  <a:lnTo>
                    <a:pt x="140" y="5677"/>
                  </a:lnTo>
                  <a:lnTo>
                    <a:pt x="386" y="3549"/>
                  </a:lnTo>
                  <a:lnTo>
                    <a:pt x="0" y="2050"/>
                  </a:lnTo>
                  <a:lnTo>
                    <a:pt x="1744" y="302"/>
                  </a:lnTo>
                  <a:lnTo>
                    <a:pt x="3155" y="0"/>
                  </a:lnTo>
                  <a:lnTo>
                    <a:pt x="5060" y="457"/>
                  </a:lnTo>
                  <a:lnTo>
                    <a:pt x="8283" y="2235"/>
                  </a:lnTo>
                  <a:lnTo>
                    <a:pt x="8050" y="2810"/>
                  </a:lnTo>
                  <a:lnTo>
                    <a:pt x="7353" y="3738"/>
                  </a:lnTo>
                  <a:lnTo>
                    <a:pt x="5411" y="4948"/>
                  </a:lnTo>
                  <a:lnTo>
                    <a:pt x="4726" y="7680"/>
                  </a:lnTo>
                  <a:lnTo>
                    <a:pt x="4595" y="9052"/>
                  </a:lnTo>
                  <a:lnTo>
                    <a:pt x="4687" y="10081"/>
                  </a:lnTo>
                  <a:close/>
                </a:path>
              </a:pathLst>
            </a:custGeom>
            <a:solidFill>
              <a:srgbClr val="FEFFF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4"/>
            <p:cNvSpPr/>
            <p:nvPr/>
          </p:nvSpPr>
          <p:spPr>
            <a:xfrm>
              <a:off x="2686328" y="1556261"/>
              <a:ext cx="37253" cy="31340"/>
            </a:xfrm>
            <a:custGeom>
              <a:avLst/>
              <a:pathLst>
                <a:path w="37253" h="31340">
                  <a:moveTo>
                    <a:pt x="26999" y="11008"/>
                  </a:moveTo>
                  <a:lnTo>
                    <a:pt x="31107" y="13410"/>
                  </a:lnTo>
                  <a:lnTo>
                    <a:pt x="35462" y="15071"/>
                  </a:lnTo>
                  <a:lnTo>
                    <a:pt x="35888" y="15830"/>
                  </a:lnTo>
                  <a:lnTo>
                    <a:pt x="36226" y="16979"/>
                  </a:lnTo>
                  <a:lnTo>
                    <a:pt x="36304" y="17577"/>
                  </a:lnTo>
                  <a:lnTo>
                    <a:pt x="36205" y="18133"/>
                  </a:lnTo>
                  <a:lnTo>
                    <a:pt x="35929" y="18645"/>
                  </a:lnTo>
                  <a:lnTo>
                    <a:pt x="36247" y="19304"/>
                  </a:lnTo>
                  <a:lnTo>
                    <a:pt x="37159" y="20111"/>
                  </a:lnTo>
                  <a:lnTo>
                    <a:pt x="37253" y="21053"/>
                  </a:lnTo>
                  <a:lnTo>
                    <a:pt x="36164" y="22672"/>
                  </a:lnTo>
                  <a:lnTo>
                    <a:pt x="34632" y="24471"/>
                  </a:lnTo>
                  <a:lnTo>
                    <a:pt x="26514" y="28171"/>
                  </a:lnTo>
                  <a:lnTo>
                    <a:pt x="23643" y="28800"/>
                  </a:lnTo>
                  <a:lnTo>
                    <a:pt x="16544" y="31340"/>
                  </a:lnTo>
                  <a:lnTo>
                    <a:pt x="14373" y="31237"/>
                  </a:lnTo>
                  <a:lnTo>
                    <a:pt x="13894" y="31117"/>
                  </a:lnTo>
                  <a:lnTo>
                    <a:pt x="12550" y="30000"/>
                  </a:lnTo>
                  <a:lnTo>
                    <a:pt x="10710" y="28961"/>
                  </a:lnTo>
                  <a:lnTo>
                    <a:pt x="9848" y="28156"/>
                  </a:lnTo>
                  <a:lnTo>
                    <a:pt x="9087" y="27001"/>
                  </a:lnTo>
                  <a:lnTo>
                    <a:pt x="9390" y="26283"/>
                  </a:lnTo>
                  <a:lnTo>
                    <a:pt x="10757" y="26002"/>
                  </a:lnTo>
                  <a:lnTo>
                    <a:pt x="12704" y="26021"/>
                  </a:lnTo>
                  <a:lnTo>
                    <a:pt x="15558" y="25180"/>
                  </a:lnTo>
                  <a:lnTo>
                    <a:pt x="14769" y="24424"/>
                  </a:lnTo>
                  <a:lnTo>
                    <a:pt x="14019" y="23963"/>
                  </a:lnTo>
                  <a:lnTo>
                    <a:pt x="13501" y="22958"/>
                  </a:lnTo>
                  <a:lnTo>
                    <a:pt x="12310" y="23154"/>
                  </a:lnTo>
                  <a:lnTo>
                    <a:pt x="11419" y="22578"/>
                  </a:lnTo>
                  <a:lnTo>
                    <a:pt x="9698" y="22216"/>
                  </a:lnTo>
                  <a:lnTo>
                    <a:pt x="5209" y="21868"/>
                  </a:lnTo>
                  <a:lnTo>
                    <a:pt x="2282" y="20883"/>
                  </a:lnTo>
                  <a:lnTo>
                    <a:pt x="1419" y="20293"/>
                  </a:lnTo>
                  <a:lnTo>
                    <a:pt x="658" y="19273"/>
                  </a:lnTo>
                  <a:lnTo>
                    <a:pt x="0" y="17837"/>
                  </a:lnTo>
                  <a:lnTo>
                    <a:pt x="961" y="12274"/>
                  </a:lnTo>
                  <a:lnTo>
                    <a:pt x="1619" y="10857"/>
                  </a:lnTo>
                  <a:lnTo>
                    <a:pt x="3140" y="10389"/>
                  </a:lnTo>
                  <a:lnTo>
                    <a:pt x="6861" y="11626"/>
                  </a:lnTo>
                  <a:lnTo>
                    <a:pt x="7361" y="11092"/>
                  </a:lnTo>
                  <a:lnTo>
                    <a:pt x="3290" y="9045"/>
                  </a:lnTo>
                  <a:lnTo>
                    <a:pt x="1795" y="7823"/>
                  </a:lnTo>
                  <a:lnTo>
                    <a:pt x="1355" y="6860"/>
                  </a:lnTo>
                  <a:lnTo>
                    <a:pt x="1090" y="5446"/>
                  </a:lnTo>
                  <a:lnTo>
                    <a:pt x="1094" y="4615"/>
                  </a:lnTo>
                  <a:lnTo>
                    <a:pt x="1277" y="3778"/>
                  </a:lnTo>
                  <a:lnTo>
                    <a:pt x="1640" y="2940"/>
                  </a:lnTo>
                  <a:lnTo>
                    <a:pt x="2630" y="1806"/>
                  </a:lnTo>
                  <a:lnTo>
                    <a:pt x="6756" y="0"/>
                  </a:lnTo>
                  <a:lnTo>
                    <a:pt x="11252" y="615"/>
                  </a:lnTo>
                  <a:lnTo>
                    <a:pt x="19052" y="2836"/>
                  </a:lnTo>
                  <a:lnTo>
                    <a:pt x="20020" y="3306"/>
                  </a:lnTo>
                  <a:lnTo>
                    <a:pt x="22411" y="5212"/>
                  </a:lnTo>
                  <a:close/>
                </a:path>
              </a:pathLst>
            </a:custGeom>
            <a:solidFill>
              <a:srgbClr val="FEFFF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5"/>
            <p:cNvSpPr/>
            <p:nvPr/>
          </p:nvSpPr>
          <p:spPr>
            <a:xfrm>
              <a:off x="2720523" y="1536783"/>
              <a:ext cx="6677" cy="3661"/>
            </a:xfrm>
            <a:custGeom>
              <a:avLst/>
              <a:pathLst>
                <a:path w="6677" h="3661">
                  <a:moveTo>
                    <a:pt x="5835" y="3582"/>
                  </a:moveTo>
                  <a:lnTo>
                    <a:pt x="4187" y="3661"/>
                  </a:lnTo>
                  <a:lnTo>
                    <a:pt x="353" y="3126"/>
                  </a:lnTo>
                  <a:lnTo>
                    <a:pt x="47" y="2783"/>
                  </a:lnTo>
                  <a:lnTo>
                    <a:pt x="0" y="2129"/>
                  </a:lnTo>
                  <a:lnTo>
                    <a:pt x="509" y="249"/>
                  </a:lnTo>
                  <a:lnTo>
                    <a:pt x="2199" y="0"/>
                  </a:lnTo>
                  <a:lnTo>
                    <a:pt x="4209" y="1028"/>
                  </a:lnTo>
                  <a:lnTo>
                    <a:pt x="6375" y="2491"/>
                  </a:lnTo>
                  <a:lnTo>
                    <a:pt x="6677" y="3179"/>
                  </a:lnTo>
                  <a:close/>
                </a:path>
              </a:pathLst>
            </a:custGeom>
            <a:solidFill>
              <a:srgbClr val="FEFFF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6"/>
            <p:cNvSpPr/>
            <p:nvPr/>
          </p:nvSpPr>
          <p:spPr>
            <a:xfrm>
              <a:off x="3018051" y="1534798"/>
              <a:ext cx="33200" cy="17423"/>
            </a:xfrm>
            <a:custGeom>
              <a:avLst/>
              <a:pathLst>
                <a:path w="33200" h="17423">
                  <a:moveTo>
                    <a:pt x="32138" y="3614"/>
                  </a:moveTo>
                  <a:lnTo>
                    <a:pt x="32572" y="5354"/>
                  </a:lnTo>
                  <a:lnTo>
                    <a:pt x="32616" y="6175"/>
                  </a:lnTo>
                  <a:lnTo>
                    <a:pt x="32520" y="6866"/>
                  </a:lnTo>
                  <a:lnTo>
                    <a:pt x="32281" y="7359"/>
                  </a:lnTo>
                  <a:lnTo>
                    <a:pt x="31701" y="7800"/>
                  </a:lnTo>
                  <a:lnTo>
                    <a:pt x="32783" y="8955"/>
                  </a:lnTo>
                  <a:lnTo>
                    <a:pt x="33134" y="9731"/>
                  </a:lnTo>
                  <a:lnTo>
                    <a:pt x="33200" y="10352"/>
                  </a:lnTo>
                  <a:lnTo>
                    <a:pt x="32510" y="11552"/>
                  </a:lnTo>
                  <a:lnTo>
                    <a:pt x="27594" y="13141"/>
                  </a:lnTo>
                  <a:lnTo>
                    <a:pt x="26228" y="13906"/>
                  </a:lnTo>
                  <a:lnTo>
                    <a:pt x="24520" y="15794"/>
                  </a:lnTo>
                  <a:lnTo>
                    <a:pt x="22445" y="17422"/>
                  </a:lnTo>
                  <a:lnTo>
                    <a:pt x="21754" y="17413"/>
                  </a:lnTo>
                  <a:lnTo>
                    <a:pt x="20948" y="15727"/>
                  </a:lnTo>
                  <a:lnTo>
                    <a:pt x="17672" y="14487"/>
                  </a:lnTo>
                  <a:lnTo>
                    <a:pt x="11501" y="15133"/>
                  </a:lnTo>
                  <a:lnTo>
                    <a:pt x="4279" y="16695"/>
                  </a:lnTo>
                  <a:lnTo>
                    <a:pt x="1712" y="17423"/>
                  </a:lnTo>
                  <a:lnTo>
                    <a:pt x="416" y="17035"/>
                  </a:lnTo>
                  <a:lnTo>
                    <a:pt x="19" y="16454"/>
                  </a:lnTo>
                  <a:lnTo>
                    <a:pt x="0" y="15640"/>
                  </a:lnTo>
                  <a:lnTo>
                    <a:pt x="855" y="13262"/>
                  </a:lnTo>
                  <a:lnTo>
                    <a:pt x="1200" y="12658"/>
                  </a:lnTo>
                  <a:lnTo>
                    <a:pt x="2857" y="11867"/>
                  </a:lnTo>
                  <a:lnTo>
                    <a:pt x="3980" y="9776"/>
                  </a:lnTo>
                  <a:lnTo>
                    <a:pt x="3613" y="7502"/>
                  </a:lnTo>
                  <a:lnTo>
                    <a:pt x="4046" y="4330"/>
                  </a:lnTo>
                  <a:lnTo>
                    <a:pt x="5177" y="3837"/>
                  </a:lnTo>
                  <a:lnTo>
                    <a:pt x="8012" y="4964"/>
                  </a:lnTo>
                  <a:lnTo>
                    <a:pt x="9846" y="5202"/>
                  </a:lnTo>
                  <a:lnTo>
                    <a:pt x="13095" y="5347"/>
                  </a:lnTo>
                  <a:lnTo>
                    <a:pt x="17461" y="4964"/>
                  </a:lnTo>
                  <a:lnTo>
                    <a:pt x="20969" y="3676"/>
                  </a:lnTo>
                  <a:lnTo>
                    <a:pt x="27368" y="0"/>
                  </a:lnTo>
                  <a:lnTo>
                    <a:pt x="28505" y="47"/>
                  </a:lnTo>
                  <a:lnTo>
                    <a:pt x="29319" y="1350"/>
                  </a:lnTo>
                  <a:lnTo>
                    <a:pt x="29918" y="1989"/>
                  </a:lnTo>
                  <a:lnTo>
                    <a:pt x="31819" y="2987"/>
                  </a:lnTo>
                  <a:close/>
                </a:path>
              </a:pathLst>
            </a:custGeom>
            <a:solidFill>
              <a:srgbClr val="FEFFF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7"/>
            <p:cNvSpPr/>
            <p:nvPr/>
          </p:nvSpPr>
          <p:spPr>
            <a:xfrm>
              <a:off x="2698191" y="1527310"/>
              <a:ext cx="6486" cy="7765"/>
            </a:xfrm>
            <a:custGeom>
              <a:avLst/>
              <a:pathLst>
                <a:path w="6486" h="7765">
                  <a:moveTo>
                    <a:pt x="5214" y="7572"/>
                  </a:moveTo>
                  <a:lnTo>
                    <a:pt x="4059" y="7765"/>
                  </a:lnTo>
                  <a:lnTo>
                    <a:pt x="743" y="6261"/>
                  </a:lnTo>
                  <a:lnTo>
                    <a:pt x="205" y="5696"/>
                  </a:lnTo>
                  <a:lnTo>
                    <a:pt x="0" y="5003"/>
                  </a:lnTo>
                  <a:lnTo>
                    <a:pt x="127" y="4182"/>
                  </a:lnTo>
                  <a:lnTo>
                    <a:pt x="1183" y="2654"/>
                  </a:lnTo>
                  <a:lnTo>
                    <a:pt x="3169" y="415"/>
                  </a:lnTo>
                  <a:lnTo>
                    <a:pt x="4606" y="0"/>
                  </a:lnTo>
                  <a:lnTo>
                    <a:pt x="5496" y="1402"/>
                  </a:lnTo>
                  <a:lnTo>
                    <a:pt x="6372" y="3286"/>
                  </a:lnTo>
                  <a:lnTo>
                    <a:pt x="6486" y="4244"/>
                  </a:lnTo>
                  <a:lnTo>
                    <a:pt x="6427" y="5373"/>
                  </a:lnTo>
                  <a:lnTo>
                    <a:pt x="6198" y="6328"/>
                  </a:lnTo>
                  <a:lnTo>
                    <a:pt x="5799" y="7114"/>
                  </a:lnTo>
                  <a:close/>
                </a:path>
              </a:pathLst>
            </a:custGeom>
            <a:solidFill>
              <a:srgbClr val="FEFFF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8"/>
            <p:cNvSpPr/>
            <p:nvPr/>
          </p:nvSpPr>
          <p:spPr>
            <a:xfrm>
              <a:off x="2670340" y="1481669"/>
              <a:ext cx="14781" cy="8193"/>
            </a:xfrm>
            <a:custGeom>
              <a:avLst/>
              <a:pathLst>
                <a:path w="14781" h="8193">
                  <a:moveTo>
                    <a:pt x="14781" y="1493"/>
                  </a:moveTo>
                  <a:lnTo>
                    <a:pt x="13038" y="3497"/>
                  </a:lnTo>
                  <a:lnTo>
                    <a:pt x="11614" y="4648"/>
                  </a:lnTo>
                  <a:lnTo>
                    <a:pt x="8528" y="8073"/>
                  </a:lnTo>
                  <a:lnTo>
                    <a:pt x="7998" y="8193"/>
                  </a:lnTo>
                  <a:lnTo>
                    <a:pt x="7165" y="7747"/>
                  </a:lnTo>
                  <a:lnTo>
                    <a:pt x="6518" y="6847"/>
                  </a:lnTo>
                  <a:lnTo>
                    <a:pt x="5352" y="6631"/>
                  </a:lnTo>
                  <a:lnTo>
                    <a:pt x="4946" y="6062"/>
                  </a:lnTo>
                  <a:lnTo>
                    <a:pt x="4783" y="5599"/>
                  </a:lnTo>
                  <a:lnTo>
                    <a:pt x="4266" y="5305"/>
                  </a:lnTo>
                  <a:lnTo>
                    <a:pt x="3444" y="5120"/>
                  </a:lnTo>
                  <a:lnTo>
                    <a:pt x="2123" y="5472"/>
                  </a:lnTo>
                  <a:lnTo>
                    <a:pt x="912" y="5117"/>
                  </a:lnTo>
                  <a:lnTo>
                    <a:pt x="0" y="3618"/>
                  </a:lnTo>
                  <a:lnTo>
                    <a:pt x="1687" y="2613"/>
                  </a:lnTo>
                  <a:lnTo>
                    <a:pt x="2730" y="1754"/>
                  </a:lnTo>
                  <a:lnTo>
                    <a:pt x="6766" y="1416"/>
                  </a:lnTo>
                  <a:lnTo>
                    <a:pt x="7904" y="1810"/>
                  </a:lnTo>
                  <a:lnTo>
                    <a:pt x="8619" y="1800"/>
                  </a:lnTo>
                  <a:lnTo>
                    <a:pt x="9709" y="1567"/>
                  </a:lnTo>
                  <a:lnTo>
                    <a:pt x="12094" y="497"/>
                  </a:lnTo>
                  <a:lnTo>
                    <a:pt x="12450" y="0"/>
                  </a:lnTo>
                  <a:lnTo>
                    <a:pt x="14583" y="624"/>
                  </a:lnTo>
                  <a:close/>
                </a:path>
              </a:pathLst>
            </a:custGeom>
            <a:solidFill>
              <a:srgbClr val="FEFFF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59"/>
            <p:cNvSpPr/>
            <p:nvPr/>
          </p:nvSpPr>
          <p:spPr>
            <a:xfrm>
              <a:off x="3130905" y="1405855"/>
              <a:ext cx="18501" cy="12249"/>
            </a:xfrm>
            <a:custGeom>
              <a:avLst/>
              <a:pathLst>
                <a:path w="18501" h="12249">
                  <a:moveTo>
                    <a:pt x="10991" y="0"/>
                  </a:moveTo>
                  <a:lnTo>
                    <a:pt x="11971" y="3126"/>
                  </a:lnTo>
                  <a:lnTo>
                    <a:pt x="12406" y="5994"/>
                  </a:lnTo>
                  <a:lnTo>
                    <a:pt x="13930" y="7817"/>
                  </a:lnTo>
                  <a:lnTo>
                    <a:pt x="17194" y="7559"/>
                  </a:lnTo>
                  <a:lnTo>
                    <a:pt x="18501" y="10945"/>
                  </a:lnTo>
                  <a:lnTo>
                    <a:pt x="16106" y="12249"/>
                  </a:lnTo>
                  <a:lnTo>
                    <a:pt x="6638" y="11727"/>
                  </a:lnTo>
                  <a:lnTo>
                    <a:pt x="2721" y="11987"/>
                  </a:lnTo>
                  <a:lnTo>
                    <a:pt x="0" y="9903"/>
                  </a:lnTo>
                  <a:lnTo>
                    <a:pt x="109" y="6254"/>
                  </a:lnTo>
                  <a:lnTo>
                    <a:pt x="434" y="2605"/>
                  </a:lnTo>
                  <a:lnTo>
                    <a:pt x="3156" y="522"/>
                  </a:lnTo>
                  <a:lnTo>
                    <a:pt x="5441" y="2344"/>
                  </a:lnTo>
                  <a:lnTo>
                    <a:pt x="8161" y="1041"/>
                  </a:lnTo>
                  <a:close/>
                </a:path>
              </a:pathLst>
            </a:custGeom>
            <a:solidFill>
              <a:srgbClr val="FEFFF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0"/>
            <p:cNvSpPr/>
            <p:nvPr/>
          </p:nvSpPr>
          <p:spPr>
            <a:xfrm>
              <a:off x="3128511" y="1367546"/>
              <a:ext cx="6203" cy="20328"/>
            </a:xfrm>
            <a:custGeom>
              <a:avLst/>
              <a:pathLst>
                <a:path w="6203" h="20328">
                  <a:moveTo>
                    <a:pt x="6203" y="19545"/>
                  </a:moveTo>
                  <a:lnTo>
                    <a:pt x="4788" y="20328"/>
                  </a:lnTo>
                  <a:lnTo>
                    <a:pt x="0" y="8080"/>
                  </a:lnTo>
                  <a:lnTo>
                    <a:pt x="0" y="3650"/>
                  </a:lnTo>
                  <a:lnTo>
                    <a:pt x="326" y="261"/>
                  </a:lnTo>
                  <a:lnTo>
                    <a:pt x="2503" y="0"/>
                  </a:lnTo>
                  <a:lnTo>
                    <a:pt x="4352" y="1825"/>
                  </a:lnTo>
                  <a:lnTo>
                    <a:pt x="5223" y="8861"/>
                  </a:lnTo>
                  <a:close/>
                </a:path>
              </a:pathLst>
            </a:custGeom>
            <a:solidFill>
              <a:srgbClr val="FEFFF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1"/>
            <p:cNvSpPr/>
            <p:nvPr/>
          </p:nvSpPr>
          <p:spPr>
            <a:xfrm>
              <a:off x="2469446" y="1344992"/>
              <a:ext cx="13098" cy="4450"/>
            </a:xfrm>
            <a:custGeom>
              <a:avLst/>
              <a:pathLst>
                <a:path w="13098" h="4450">
                  <a:moveTo>
                    <a:pt x="10212" y="4189"/>
                  </a:moveTo>
                  <a:lnTo>
                    <a:pt x="5816" y="4450"/>
                  </a:lnTo>
                  <a:lnTo>
                    <a:pt x="1487" y="3299"/>
                  </a:lnTo>
                  <a:lnTo>
                    <a:pt x="0" y="2409"/>
                  </a:lnTo>
                  <a:lnTo>
                    <a:pt x="66" y="1047"/>
                  </a:lnTo>
                  <a:lnTo>
                    <a:pt x="721" y="577"/>
                  </a:lnTo>
                  <a:lnTo>
                    <a:pt x="3062" y="105"/>
                  </a:lnTo>
                  <a:lnTo>
                    <a:pt x="5008" y="0"/>
                  </a:lnTo>
                  <a:lnTo>
                    <a:pt x="6319" y="210"/>
                  </a:lnTo>
                  <a:lnTo>
                    <a:pt x="9403" y="1047"/>
                  </a:lnTo>
                  <a:lnTo>
                    <a:pt x="11633" y="1885"/>
                  </a:lnTo>
                  <a:lnTo>
                    <a:pt x="13098" y="2148"/>
                  </a:lnTo>
                  <a:lnTo>
                    <a:pt x="12683" y="3351"/>
                  </a:lnTo>
                  <a:close/>
                </a:path>
              </a:pathLst>
            </a:custGeom>
            <a:solidFill>
              <a:srgbClr val="FEFFF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2"/>
            <p:cNvSpPr/>
            <p:nvPr/>
          </p:nvSpPr>
          <p:spPr>
            <a:xfrm>
              <a:off x="3139189" y="1332950"/>
              <a:ext cx="7140" cy="6863"/>
            </a:xfrm>
            <a:custGeom>
              <a:avLst/>
              <a:pathLst>
                <a:path w="7140" h="6863">
                  <a:moveTo>
                    <a:pt x="3286" y="6863"/>
                  </a:moveTo>
                  <a:lnTo>
                    <a:pt x="888" y="6863"/>
                  </a:lnTo>
                  <a:lnTo>
                    <a:pt x="0" y="6094"/>
                  </a:lnTo>
                  <a:lnTo>
                    <a:pt x="567" y="4735"/>
                  </a:lnTo>
                  <a:lnTo>
                    <a:pt x="3903" y="354"/>
                  </a:lnTo>
                  <a:lnTo>
                    <a:pt x="5015" y="0"/>
                  </a:lnTo>
                  <a:lnTo>
                    <a:pt x="6645" y="472"/>
                  </a:lnTo>
                  <a:lnTo>
                    <a:pt x="7140" y="2722"/>
                  </a:lnTo>
                  <a:lnTo>
                    <a:pt x="6053" y="4970"/>
                  </a:lnTo>
                  <a:close/>
                </a:path>
              </a:pathLst>
            </a:custGeom>
            <a:solidFill>
              <a:srgbClr val="FEFFF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3"/>
            <p:cNvSpPr/>
            <p:nvPr/>
          </p:nvSpPr>
          <p:spPr>
            <a:xfrm>
              <a:off x="3125681" y="1316207"/>
              <a:ext cx="5333" cy="14854"/>
            </a:xfrm>
            <a:custGeom>
              <a:avLst/>
              <a:pathLst>
                <a:path w="5333" h="14854">
                  <a:moveTo>
                    <a:pt x="3918" y="13812"/>
                  </a:moveTo>
                  <a:lnTo>
                    <a:pt x="2285" y="14854"/>
                  </a:lnTo>
                  <a:lnTo>
                    <a:pt x="1197" y="11727"/>
                  </a:lnTo>
                  <a:lnTo>
                    <a:pt x="218" y="7557"/>
                  </a:lnTo>
                  <a:lnTo>
                    <a:pt x="0" y="2866"/>
                  </a:lnTo>
                  <a:lnTo>
                    <a:pt x="2503" y="520"/>
                  </a:lnTo>
                  <a:lnTo>
                    <a:pt x="3809" y="0"/>
                  </a:lnTo>
                  <a:lnTo>
                    <a:pt x="4680" y="520"/>
                  </a:lnTo>
                  <a:lnTo>
                    <a:pt x="4462" y="2607"/>
                  </a:lnTo>
                  <a:lnTo>
                    <a:pt x="4462" y="6775"/>
                  </a:lnTo>
                  <a:lnTo>
                    <a:pt x="5333" y="9642"/>
                  </a:lnTo>
                  <a:close/>
                </a:path>
              </a:pathLst>
            </a:custGeom>
            <a:solidFill>
              <a:srgbClr val="FEFFF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4"/>
            <p:cNvSpPr/>
            <p:nvPr/>
          </p:nvSpPr>
          <p:spPr>
            <a:xfrm>
              <a:off x="3127858" y="1268516"/>
              <a:ext cx="21439" cy="10163"/>
            </a:xfrm>
            <a:custGeom>
              <a:avLst/>
              <a:pathLst>
                <a:path w="21439" h="10163">
                  <a:moveTo>
                    <a:pt x="18827" y="6775"/>
                  </a:moveTo>
                  <a:lnTo>
                    <a:pt x="13603" y="10163"/>
                  </a:lnTo>
                  <a:lnTo>
                    <a:pt x="5877" y="9903"/>
                  </a:lnTo>
                  <a:lnTo>
                    <a:pt x="1306" y="8339"/>
                  </a:lnTo>
                  <a:lnTo>
                    <a:pt x="0" y="5993"/>
                  </a:lnTo>
                  <a:lnTo>
                    <a:pt x="1741" y="3389"/>
                  </a:lnTo>
                  <a:lnTo>
                    <a:pt x="7291" y="1302"/>
                  </a:lnTo>
                  <a:lnTo>
                    <a:pt x="14257" y="0"/>
                  </a:lnTo>
                  <a:lnTo>
                    <a:pt x="20569" y="782"/>
                  </a:lnTo>
                  <a:lnTo>
                    <a:pt x="21439" y="3389"/>
                  </a:lnTo>
                  <a:close/>
                </a:path>
              </a:pathLst>
            </a:custGeom>
            <a:solidFill>
              <a:srgbClr val="FEFFF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5"/>
            <p:cNvSpPr/>
            <p:nvPr/>
          </p:nvSpPr>
          <p:spPr>
            <a:xfrm>
              <a:off x="3122030" y="1207408"/>
              <a:ext cx="11671" cy="9127"/>
            </a:xfrm>
            <a:custGeom>
              <a:avLst/>
              <a:pathLst>
                <a:path w="11671" h="9127">
                  <a:moveTo>
                    <a:pt x="11671" y="8176"/>
                  </a:moveTo>
                  <a:lnTo>
                    <a:pt x="10400" y="9127"/>
                  </a:lnTo>
                  <a:lnTo>
                    <a:pt x="7146" y="8746"/>
                  </a:lnTo>
                  <a:lnTo>
                    <a:pt x="2977" y="6084"/>
                  </a:lnTo>
                  <a:lnTo>
                    <a:pt x="198" y="3898"/>
                  </a:lnTo>
                  <a:lnTo>
                    <a:pt x="0" y="1331"/>
                  </a:lnTo>
                  <a:lnTo>
                    <a:pt x="1429" y="192"/>
                  </a:lnTo>
                  <a:lnTo>
                    <a:pt x="3652" y="0"/>
                  </a:lnTo>
                  <a:lnTo>
                    <a:pt x="6708" y="2187"/>
                  </a:lnTo>
                  <a:lnTo>
                    <a:pt x="9845" y="5133"/>
                  </a:lnTo>
                  <a:close/>
                </a:path>
              </a:pathLst>
            </a:custGeom>
            <a:solidFill>
              <a:srgbClr val="FEFFF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6"/>
            <p:cNvSpPr/>
            <p:nvPr/>
          </p:nvSpPr>
          <p:spPr>
            <a:xfrm>
              <a:off x="2779715" y="1190596"/>
              <a:ext cx="32099" cy="18501"/>
            </a:xfrm>
            <a:custGeom>
              <a:avLst/>
              <a:pathLst>
                <a:path w="32099" h="18501">
                  <a:moveTo>
                    <a:pt x="30685" y="17980"/>
                  </a:moveTo>
                  <a:lnTo>
                    <a:pt x="28181" y="18501"/>
                  </a:lnTo>
                  <a:lnTo>
                    <a:pt x="22957" y="15374"/>
                  </a:lnTo>
                  <a:lnTo>
                    <a:pt x="14686" y="12246"/>
                  </a:lnTo>
                  <a:lnTo>
                    <a:pt x="7395" y="10163"/>
                  </a:lnTo>
                  <a:lnTo>
                    <a:pt x="539" y="4690"/>
                  </a:lnTo>
                  <a:lnTo>
                    <a:pt x="0" y="2745"/>
                  </a:lnTo>
                  <a:lnTo>
                    <a:pt x="974" y="1040"/>
                  </a:lnTo>
                  <a:lnTo>
                    <a:pt x="6959" y="780"/>
                  </a:lnTo>
                  <a:lnTo>
                    <a:pt x="11748" y="0"/>
                  </a:lnTo>
                  <a:lnTo>
                    <a:pt x="23937" y="3386"/>
                  </a:lnTo>
                  <a:lnTo>
                    <a:pt x="30031" y="6253"/>
                  </a:lnTo>
                  <a:lnTo>
                    <a:pt x="32099" y="8599"/>
                  </a:lnTo>
                  <a:lnTo>
                    <a:pt x="31773" y="13289"/>
                  </a:lnTo>
                  <a:close/>
                </a:path>
              </a:pathLst>
            </a:custGeom>
            <a:solidFill>
              <a:srgbClr val="FEFFF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7"/>
            <p:cNvSpPr/>
            <p:nvPr/>
          </p:nvSpPr>
          <p:spPr>
            <a:xfrm>
              <a:off x="2465459" y="1163781"/>
              <a:ext cx="757572" cy="702798"/>
            </a:xfrm>
            <a:custGeom>
              <a:avLst/>
              <a:pathLst>
                <a:path w="757572" h="702798">
                  <a:moveTo>
                    <a:pt x="528948" y="1027"/>
                  </a:moveTo>
                  <a:lnTo>
                    <a:pt x="540805" y="2802"/>
                  </a:lnTo>
                  <a:lnTo>
                    <a:pt x="547076" y="4866"/>
                  </a:lnTo>
                  <a:lnTo>
                    <a:pt x="548394" y="4798"/>
                  </a:lnTo>
                  <a:lnTo>
                    <a:pt x="556892" y="5590"/>
                  </a:lnTo>
                  <a:lnTo>
                    <a:pt x="564961" y="6580"/>
                  </a:lnTo>
                  <a:lnTo>
                    <a:pt x="578375" y="9159"/>
                  </a:lnTo>
                  <a:lnTo>
                    <a:pt x="580255" y="10005"/>
                  </a:lnTo>
                  <a:lnTo>
                    <a:pt x="578806" y="10699"/>
                  </a:lnTo>
                  <a:lnTo>
                    <a:pt x="575471" y="11176"/>
                  </a:lnTo>
                  <a:lnTo>
                    <a:pt x="558329" y="12025"/>
                  </a:lnTo>
                  <a:lnTo>
                    <a:pt x="527232" y="13066"/>
                  </a:lnTo>
                  <a:lnTo>
                    <a:pt x="509438" y="15090"/>
                  </a:lnTo>
                  <a:lnTo>
                    <a:pt x="503777" y="15195"/>
                  </a:lnTo>
                  <a:lnTo>
                    <a:pt x="503283" y="18207"/>
                  </a:lnTo>
                  <a:lnTo>
                    <a:pt x="505701" y="18371"/>
                  </a:lnTo>
                  <a:lnTo>
                    <a:pt x="509665" y="17964"/>
                  </a:lnTo>
                  <a:lnTo>
                    <a:pt x="523603" y="14949"/>
                  </a:lnTo>
                  <a:lnTo>
                    <a:pt x="528816" y="14452"/>
                  </a:lnTo>
                  <a:lnTo>
                    <a:pt x="538547" y="14703"/>
                  </a:lnTo>
                  <a:lnTo>
                    <a:pt x="551177" y="15834"/>
                  </a:lnTo>
                  <a:lnTo>
                    <a:pt x="556273" y="15436"/>
                  </a:lnTo>
                  <a:lnTo>
                    <a:pt x="565361" y="15732"/>
                  </a:lnTo>
                  <a:lnTo>
                    <a:pt x="575988" y="14868"/>
                  </a:lnTo>
                  <a:lnTo>
                    <a:pt x="588543" y="13001"/>
                  </a:lnTo>
                  <a:lnTo>
                    <a:pt x="591976" y="17169"/>
                  </a:lnTo>
                  <a:lnTo>
                    <a:pt x="596602" y="21340"/>
                  </a:lnTo>
                  <a:lnTo>
                    <a:pt x="600263" y="20879"/>
                  </a:lnTo>
                  <a:lnTo>
                    <a:pt x="603399" y="21112"/>
                  </a:lnTo>
                  <a:lnTo>
                    <a:pt x="604460" y="22482"/>
                  </a:lnTo>
                  <a:lnTo>
                    <a:pt x="606174" y="23062"/>
                  </a:lnTo>
                  <a:lnTo>
                    <a:pt x="609724" y="22750"/>
                  </a:lnTo>
                  <a:lnTo>
                    <a:pt x="620608" y="23947"/>
                  </a:lnTo>
                  <a:lnTo>
                    <a:pt x="628076" y="26097"/>
                  </a:lnTo>
                  <a:lnTo>
                    <a:pt x="630888" y="27099"/>
                  </a:lnTo>
                  <a:lnTo>
                    <a:pt x="632237" y="28527"/>
                  </a:lnTo>
                  <a:lnTo>
                    <a:pt x="633000" y="29673"/>
                  </a:lnTo>
                  <a:lnTo>
                    <a:pt x="631827" y="31082"/>
                  </a:lnTo>
                  <a:lnTo>
                    <a:pt x="627160" y="33591"/>
                  </a:lnTo>
                  <a:lnTo>
                    <a:pt x="621254" y="35898"/>
                  </a:lnTo>
                  <a:lnTo>
                    <a:pt x="613289" y="37672"/>
                  </a:lnTo>
                  <a:lnTo>
                    <a:pt x="604106" y="38784"/>
                  </a:lnTo>
                  <a:lnTo>
                    <a:pt x="533557" y="42504"/>
                  </a:lnTo>
                  <a:lnTo>
                    <a:pt x="531171" y="43388"/>
                  </a:lnTo>
                  <a:lnTo>
                    <a:pt x="529756" y="45646"/>
                  </a:lnTo>
                  <a:lnTo>
                    <a:pt x="530699" y="48582"/>
                  </a:lnTo>
                  <a:lnTo>
                    <a:pt x="533996" y="49041"/>
                  </a:lnTo>
                  <a:lnTo>
                    <a:pt x="541701" y="47388"/>
                  </a:lnTo>
                  <a:lnTo>
                    <a:pt x="555027" y="45822"/>
                  </a:lnTo>
                  <a:lnTo>
                    <a:pt x="564819" y="45897"/>
                  </a:lnTo>
                  <a:lnTo>
                    <a:pt x="588229" y="47233"/>
                  </a:lnTo>
                  <a:lnTo>
                    <a:pt x="595135" y="50729"/>
                  </a:lnTo>
                  <a:lnTo>
                    <a:pt x="598789" y="56102"/>
                  </a:lnTo>
                  <a:lnTo>
                    <a:pt x="606891" y="54895"/>
                  </a:lnTo>
                  <a:lnTo>
                    <a:pt x="608623" y="53973"/>
                  </a:lnTo>
                  <a:lnTo>
                    <a:pt x="609896" y="52373"/>
                  </a:lnTo>
                  <a:lnTo>
                    <a:pt x="610913" y="50656"/>
                  </a:lnTo>
                  <a:lnTo>
                    <a:pt x="611676" y="48825"/>
                  </a:lnTo>
                  <a:lnTo>
                    <a:pt x="612526" y="47578"/>
                  </a:lnTo>
                  <a:lnTo>
                    <a:pt x="613466" y="46917"/>
                  </a:lnTo>
                  <a:lnTo>
                    <a:pt x="615485" y="46365"/>
                  </a:lnTo>
                  <a:lnTo>
                    <a:pt x="620133" y="45699"/>
                  </a:lnTo>
                  <a:lnTo>
                    <a:pt x="632323" y="45052"/>
                  </a:lnTo>
                  <a:lnTo>
                    <a:pt x="635254" y="45237"/>
                  </a:lnTo>
                  <a:lnTo>
                    <a:pt x="637360" y="47744"/>
                  </a:lnTo>
                  <a:lnTo>
                    <a:pt x="637817" y="49210"/>
                  </a:lnTo>
                  <a:lnTo>
                    <a:pt x="637969" y="51119"/>
                  </a:lnTo>
                  <a:lnTo>
                    <a:pt x="637902" y="53473"/>
                  </a:lnTo>
                  <a:lnTo>
                    <a:pt x="637616" y="56274"/>
                  </a:lnTo>
                  <a:lnTo>
                    <a:pt x="636581" y="59046"/>
                  </a:lnTo>
                  <a:lnTo>
                    <a:pt x="633207" y="63888"/>
                  </a:lnTo>
                  <a:lnTo>
                    <a:pt x="630496" y="66525"/>
                  </a:lnTo>
                  <a:lnTo>
                    <a:pt x="627570" y="68425"/>
                  </a:lnTo>
                  <a:lnTo>
                    <a:pt x="621961" y="72764"/>
                  </a:lnTo>
                  <a:lnTo>
                    <a:pt x="620018" y="73923"/>
                  </a:lnTo>
                  <a:lnTo>
                    <a:pt x="613851" y="78981"/>
                  </a:lnTo>
                  <a:lnTo>
                    <a:pt x="612322" y="81326"/>
                  </a:lnTo>
                  <a:lnTo>
                    <a:pt x="612232" y="83043"/>
                  </a:lnTo>
                  <a:lnTo>
                    <a:pt x="613293" y="83370"/>
                  </a:lnTo>
                  <a:lnTo>
                    <a:pt x="615080" y="81756"/>
                  </a:lnTo>
                  <a:lnTo>
                    <a:pt x="615746" y="80603"/>
                  </a:lnTo>
                  <a:lnTo>
                    <a:pt x="616896" y="79397"/>
                  </a:lnTo>
                  <a:lnTo>
                    <a:pt x="625982" y="76218"/>
                  </a:lnTo>
                  <a:lnTo>
                    <a:pt x="627932" y="75332"/>
                  </a:lnTo>
                  <a:lnTo>
                    <a:pt x="633875" y="71551"/>
                  </a:lnTo>
                  <a:lnTo>
                    <a:pt x="637667" y="70132"/>
                  </a:lnTo>
                  <a:lnTo>
                    <a:pt x="640786" y="68649"/>
                  </a:lnTo>
                  <a:lnTo>
                    <a:pt x="642438" y="67596"/>
                  </a:lnTo>
                  <a:lnTo>
                    <a:pt x="651571" y="60139"/>
                  </a:lnTo>
                  <a:lnTo>
                    <a:pt x="656331" y="57907"/>
                  </a:lnTo>
                  <a:lnTo>
                    <a:pt x="661331" y="57903"/>
                  </a:lnTo>
                  <a:lnTo>
                    <a:pt x="662217" y="61680"/>
                  </a:lnTo>
                  <a:lnTo>
                    <a:pt x="668209" y="62265"/>
                  </a:lnTo>
                  <a:lnTo>
                    <a:pt x="670811" y="62102"/>
                  </a:lnTo>
                  <a:lnTo>
                    <a:pt x="674990" y="63020"/>
                  </a:lnTo>
                  <a:lnTo>
                    <a:pt x="676822" y="63780"/>
                  </a:lnTo>
                  <a:lnTo>
                    <a:pt x="679941" y="64163"/>
                  </a:lnTo>
                  <a:lnTo>
                    <a:pt x="683157" y="65064"/>
                  </a:lnTo>
                  <a:lnTo>
                    <a:pt x="685993" y="64097"/>
                  </a:lnTo>
                  <a:lnTo>
                    <a:pt x="686822" y="63491"/>
                  </a:lnTo>
                  <a:lnTo>
                    <a:pt x="689561" y="60744"/>
                  </a:lnTo>
                  <a:lnTo>
                    <a:pt x="693262" y="58311"/>
                  </a:lnTo>
                  <a:lnTo>
                    <a:pt x="696694" y="55273"/>
                  </a:lnTo>
                  <a:lnTo>
                    <a:pt x="697832" y="54537"/>
                  </a:lnTo>
                  <a:lnTo>
                    <a:pt x="699635" y="53867"/>
                  </a:lnTo>
                  <a:lnTo>
                    <a:pt x="701508" y="53605"/>
                  </a:lnTo>
                  <a:lnTo>
                    <a:pt x="706609" y="52184"/>
                  </a:lnTo>
                  <a:lnTo>
                    <a:pt x="707903" y="52084"/>
                  </a:lnTo>
                  <a:lnTo>
                    <a:pt x="710657" y="52533"/>
                  </a:lnTo>
                  <a:lnTo>
                    <a:pt x="722818" y="52766"/>
                  </a:lnTo>
                  <a:lnTo>
                    <a:pt x="729450" y="53499"/>
                  </a:lnTo>
                  <a:lnTo>
                    <a:pt x="738686" y="55534"/>
                  </a:lnTo>
                  <a:lnTo>
                    <a:pt x="745123" y="56648"/>
                  </a:lnTo>
                  <a:lnTo>
                    <a:pt x="748103" y="57635"/>
                  </a:lnTo>
                  <a:lnTo>
                    <a:pt x="752444" y="59750"/>
                  </a:lnTo>
                  <a:lnTo>
                    <a:pt x="755944" y="61963"/>
                  </a:lnTo>
                  <a:lnTo>
                    <a:pt x="757572" y="62614"/>
                  </a:lnTo>
                  <a:lnTo>
                    <a:pt x="757509" y="63316"/>
                  </a:lnTo>
                  <a:lnTo>
                    <a:pt x="756298" y="64286"/>
                  </a:lnTo>
                  <a:lnTo>
                    <a:pt x="747629" y="67678"/>
                  </a:lnTo>
                  <a:lnTo>
                    <a:pt x="744792" y="69945"/>
                  </a:lnTo>
                  <a:lnTo>
                    <a:pt x="736586" y="74221"/>
                  </a:lnTo>
                  <a:lnTo>
                    <a:pt x="732576" y="75690"/>
                  </a:lnTo>
                  <a:lnTo>
                    <a:pt x="728219" y="76266"/>
                  </a:lnTo>
                  <a:lnTo>
                    <a:pt x="723368" y="76404"/>
                  </a:lnTo>
                  <a:lnTo>
                    <a:pt x="720222" y="77019"/>
                  </a:lnTo>
                  <a:lnTo>
                    <a:pt x="719756" y="77605"/>
                  </a:lnTo>
                  <a:lnTo>
                    <a:pt x="721997" y="79379"/>
                  </a:lnTo>
                  <a:lnTo>
                    <a:pt x="722983" y="80643"/>
                  </a:lnTo>
                  <a:lnTo>
                    <a:pt x="722840" y="81767"/>
                  </a:lnTo>
                  <a:lnTo>
                    <a:pt x="720482" y="83432"/>
                  </a:lnTo>
                  <a:lnTo>
                    <a:pt x="719590" y="83810"/>
                  </a:lnTo>
                  <a:lnTo>
                    <a:pt x="711067" y="85047"/>
                  </a:lnTo>
                  <a:lnTo>
                    <a:pt x="706767" y="87146"/>
                  </a:lnTo>
                  <a:lnTo>
                    <a:pt x="701155" y="87403"/>
                  </a:lnTo>
                  <a:lnTo>
                    <a:pt x="697188" y="87163"/>
                  </a:lnTo>
                  <a:lnTo>
                    <a:pt x="691739" y="89421"/>
                  </a:lnTo>
                  <a:lnTo>
                    <a:pt x="693871" y="91258"/>
                  </a:lnTo>
                  <a:lnTo>
                    <a:pt x="695825" y="92056"/>
                  </a:lnTo>
                  <a:lnTo>
                    <a:pt x="701898" y="93728"/>
                  </a:lnTo>
                  <a:lnTo>
                    <a:pt x="701956" y="94689"/>
                  </a:lnTo>
                  <a:lnTo>
                    <a:pt x="699054" y="96631"/>
                  </a:lnTo>
                  <a:lnTo>
                    <a:pt x="695093" y="98920"/>
                  </a:lnTo>
                  <a:lnTo>
                    <a:pt x="690408" y="100507"/>
                  </a:lnTo>
                  <a:lnTo>
                    <a:pt x="688647" y="100745"/>
                  </a:lnTo>
                  <a:lnTo>
                    <a:pt x="686425" y="100347"/>
                  </a:lnTo>
                  <a:lnTo>
                    <a:pt x="684376" y="100432"/>
                  </a:lnTo>
                  <a:lnTo>
                    <a:pt x="679864" y="101163"/>
                  </a:lnTo>
                  <a:lnTo>
                    <a:pt x="675569" y="101280"/>
                  </a:lnTo>
                  <a:lnTo>
                    <a:pt x="667898" y="100245"/>
                  </a:lnTo>
                  <a:lnTo>
                    <a:pt x="663747" y="99048"/>
                  </a:lnTo>
                  <a:lnTo>
                    <a:pt x="661563" y="98634"/>
                  </a:lnTo>
                  <a:lnTo>
                    <a:pt x="658808" y="98749"/>
                  </a:lnTo>
                  <a:lnTo>
                    <a:pt x="657749" y="99231"/>
                  </a:lnTo>
                  <a:lnTo>
                    <a:pt x="653409" y="102088"/>
                  </a:lnTo>
                  <a:lnTo>
                    <a:pt x="651277" y="104039"/>
                  </a:lnTo>
                  <a:lnTo>
                    <a:pt x="649912" y="106033"/>
                  </a:lnTo>
                  <a:lnTo>
                    <a:pt x="649329" y="108207"/>
                  </a:lnTo>
                  <a:lnTo>
                    <a:pt x="649527" y="110562"/>
                  </a:lnTo>
                  <a:lnTo>
                    <a:pt x="650056" y="112175"/>
                  </a:lnTo>
                  <a:lnTo>
                    <a:pt x="650915" y="113049"/>
                  </a:lnTo>
                  <a:lnTo>
                    <a:pt x="651945" y="113579"/>
                  </a:lnTo>
                  <a:lnTo>
                    <a:pt x="653748" y="113856"/>
                  </a:lnTo>
                  <a:lnTo>
                    <a:pt x="657714" y="113593"/>
                  </a:lnTo>
                  <a:lnTo>
                    <a:pt x="659274" y="113742"/>
                  </a:lnTo>
                  <a:lnTo>
                    <a:pt x="659748" y="114219"/>
                  </a:lnTo>
                  <a:lnTo>
                    <a:pt x="660605" y="115727"/>
                  </a:lnTo>
                  <a:lnTo>
                    <a:pt x="660452" y="117150"/>
                  </a:lnTo>
                  <a:lnTo>
                    <a:pt x="659734" y="119150"/>
                  </a:lnTo>
                  <a:lnTo>
                    <a:pt x="659177" y="121482"/>
                  </a:lnTo>
                  <a:lnTo>
                    <a:pt x="658784" y="124149"/>
                  </a:lnTo>
                  <a:lnTo>
                    <a:pt x="658996" y="125606"/>
                  </a:lnTo>
                  <a:lnTo>
                    <a:pt x="660600" y="125925"/>
                  </a:lnTo>
                  <a:lnTo>
                    <a:pt x="661354" y="125820"/>
                  </a:lnTo>
                  <a:lnTo>
                    <a:pt x="662227" y="126298"/>
                  </a:lnTo>
                  <a:lnTo>
                    <a:pt x="663219" y="127361"/>
                  </a:lnTo>
                  <a:lnTo>
                    <a:pt x="663965" y="128483"/>
                  </a:lnTo>
                  <a:lnTo>
                    <a:pt x="664465" y="129667"/>
                  </a:lnTo>
                  <a:lnTo>
                    <a:pt x="664204" y="130643"/>
                  </a:lnTo>
                  <a:lnTo>
                    <a:pt x="663180" y="131412"/>
                  </a:lnTo>
                  <a:lnTo>
                    <a:pt x="660869" y="132279"/>
                  </a:lnTo>
                  <a:lnTo>
                    <a:pt x="655182" y="133992"/>
                  </a:lnTo>
                  <a:lnTo>
                    <a:pt x="654605" y="134514"/>
                  </a:lnTo>
                  <a:lnTo>
                    <a:pt x="654158" y="135556"/>
                  </a:lnTo>
                  <a:lnTo>
                    <a:pt x="653843" y="137121"/>
                  </a:lnTo>
                  <a:lnTo>
                    <a:pt x="653157" y="138545"/>
                  </a:lnTo>
                  <a:lnTo>
                    <a:pt x="652099" y="139825"/>
                  </a:lnTo>
                  <a:lnTo>
                    <a:pt x="651142" y="140588"/>
                  </a:lnTo>
                  <a:lnTo>
                    <a:pt x="649298" y="140927"/>
                  </a:lnTo>
                  <a:lnTo>
                    <a:pt x="646882" y="140972"/>
                  </a:lnTo>
                  <a:lnTo>
                    <a:pt x="644169" y="141708"/>
                  </a:lnTo>
                  <a:lnTo>
                    <a:pt x="637775" y="146000"/>
                  </a:lnTo>
                  <a:lnTo>
                    <a:pt x="637680" y="146476"/>
                  </a:lnTo>
                  <a:lnTo>
                    <a:pt x="640073" y="147854"/>
                  </a:lnTo>
                  <a:lnTo>
                    <a:pt x="639972" y="149062"/>
                  </a:lnTo>
                  <a:lnTo>
                    <a:pt x="637022" y="154239"/>
                  </a:lnTo>
                  <a:lnTo>
                    <a:pt x="636214" y="156804"/>
                  </a:lnTo>
                  <a:lnTo>
                    <a:pt x="635575" y="160322"/>
                  </a:lnTo>
                  <a:lnTo>
                    <a:pt x="634523" y="163288"/>
                  </a:lnTo>
                  <a:lnTo>
                    <a:pt x="633058" y="165704"/>
                  </a:lnTo>
                  <a:lnTo>
                    <a:pt x="631618" y="168493"/>
                  </a:lnTo>
                  <a:lnTo>
                    <a:pt x="630200" y="171649"/>
                  </a:lnTo>
                  <a:lnTo>
                    <a:pt x="630422" y="174075"/>
                  </a:lnTo>
                  <a:lnTo>
                    <a:pt x="632281" y="175764"/>
                  </a:lnTo>
                  <a:lnTo>
                    <a:pt x="634740" y="174399"/>
                  </a:lnTo>
                  <a:lnTo>
                    <a:pt x="637798" y="169977"/>
                  </a:lnTo>
                  <a:lnTo>
                    <a:pt x="641121" y="168067"/>
                  </a:lnTo>
                  <a:lnTo>
                    <a:pt x="644709" y="168667"/>
                  </a:lnTo>
                  <a:lnTo>
                    <a:pt x="647833" y="169542"/>
                  </a:lnTo>
                  <a:lnTo>
                    <a:pt x="651825" y="171272"/>
                  </a:lnTo>
                  <a:lnTo>
                    <a:pt x="655167" y="172349"/>
                  </a:lnTo>
                  <a:lnTo>
                    <a:pt x="658053" y="173769"/>
                  </a:lnTo>
                  <a:lnTo>
                    <a:pt x="659243" y="174967"/>
                  </a:lnTo>
                  <a:lnTo>
                    <a:pt x="660441" y="176653"/>
                  </a:lnTo>
                  <a:lnTo>
                    <a:pt x="660451" y="177718"/>
                  </a:lnTo>
                  <a:lnTo>
                    <a:pt x="658335" y="178292"/>
                  </a:lnTo>
                  <a:lnTo>
                    <a:pt x="657637" y="178110"/>
                  </a:lnTo>
                  <a:lnTo>
                    <a:pt x="652342" y="175321"/>
                  </a:lnTo>
                  <a:lnTo>
                    <a:pt x="649765" y="174627"/>
                  </a:lnTo>
                  <a:lnTo>
                    <a:pt x="646345" y="175461"/>
                  </a:lnTo>
                  <a:lnTo>
                    <a:pt x="643364" y="176721"/>
                  </a:lnTo>
                  <a:lnTo>
                    <a:pt x="646042" y="181794"/>
                  </a:lnTo>
                  <a:lnTo>
                    <a:pt x="648903" y="184126"/>
                  </a:lnTo>
                  <a:lnTo>
                    <a:pt x="654126" y="185190"/>
                  </a:lnTo>
                  <a:lnTo>
                    <a:pt x="656854" y="186311"/>
                  </a:lnTo>
                  <a:lnTo>
                    <a:pt x="658843" y="187743"/>
                  </a:lnTo>
                  <a:lnTo>
                    <a:pt x="660399" y="188441"/>
                  </a:lnTo>
                  <a:lnTo>
                    <a:pt x="662488" y="188134"/>
                  </a:lnTo>
                  <a:lnTo>
                    <a:pt x="665297" y="186724"/>
                  </a:lnTo>
                  <a:lnTo>
                    <a:pt x="669215" y="186648"/>
                  </a:lnTo>
                  <a:lnTo>
                    <a:pt x="670983" y="187347"/>
                  </a:lnTo>
                  <a:lnTo>
                    <a:pt x="672261" y="188650"/>
                  </a:lnTo>
                  <a:lnTo>
                    <a:pt x="672837" y="191086"/>
                  </a:lnTo>
                  <a:lnTo>
                    <a:pt x="672709" y="194654"/>
                  </a:lnTo>
                  <a:lnTo>
                    <a:pt x="672283" y="197340"/>
                  </a:lnTo>
                  <a:lnTo>
                    <a:pt x="671557" y="199147"/>
                  </a:lnTo>
                  <a:lnTo>
                    <a:pt x="670147" y="201566"/>
                  </a:lnTo>
                  <a:lnTo>
                    <a:pt x="668970" y="202006"/>
                  </a:lnTo>
                  <a:lnTo>
                    <a:pt x="667310" y="201875"/>
                  </a:lnTo>
                  <a:lnTo>
                    <a:pt x="665766" y="201379"/>
                  </a:lnTo>
                  <a:lnTo>
                    <a:pt x="664339" y="200515"/>
                  </a:lnTo>
                  <a:lnTo>
                    <a:pt x="662175" y="199841"/>
                  </a:lnTo>
                  <a:lnTo>
                    <a:pt x="657826" y="199116"/>
                  </a:lnTo>
                  <a:lnTo>
                    <a:pt x="653431" y="197541"/>
                  </a:lnTo>
                  <a:lnTo>
                    <a:pt x="650971" y="197151"/>
                  </a:lnTo>
                  <a:lnTo>
                    <a:pt x="645759" y="197352"/>
                  </a:lnTo>
                  <a:lnTo>
                    <a:pt x="640140" y="198350"/>
                  </a:lnTo>
                  <a:lnTo>
                    <a:pt x="639920" y="199660"/>
                  </a:lnTo>
                  <a:lnTo>
                    <a:pt x="631840" y="204234"/>
                  </a:lnTo>
                  <a:lnTo>
                    <a:pt x="630182" y="204172"/>
                  </a:lnTo>
                  <a:lnTo>
                    <a:pt x="627939" y="202601"/>
                  </a:lnTo>
                  <a:lnTo>
                    <a:pt x="624799" y="201096"/>
                  </a:lnTo>
                  <a:lnTo>
                    <a:pt x="622960" y="201108"/>
                  </a:lnTo>
                  <a:lnTo>
                    <a:pt x="620242" y="203012"/>
                  </a:lnTo>
                  <a:lnTo>
                    <a:pt x="619566" y="203750"/>
                  </a:lnTo>
                  <a:lnTo>
                    <a:pt x="619599" y="204445"/>
                  </a:lnTo>
                  <a:lnTo>
                    <a:pt x="621601" y="206091"/>
                  </a:lnTo>
                  <a:lnTo>
                    <a:pt x="622413" y="206470"/>
                  </a:lnTo>
                  <a:lnTo>
                    <a:pt x="623447" y="206788"/>
                  </a:lnTo>
                  <a:lnTo>
                    <a:pt x="627039" y="207183"/>
                  </a:lnTo>
                  <a:lnTo>
                    <a:pt x="628599" y="207615"/>
                  </a:lnTo>
                  <a:lnTo>
                    <a:pt x="630070" y="212725"/>
                  </a:lnTo>
                  <a:lnTo>
                    <a:pt x="632403" y="215882"/>
                  </a:lnTo>
                  <a:lnTo>
                    <a:pt x="633400" y="216527"/>
                  </a:lnTo>
                  <a:lnTo>
                    <a:pt x="634281" y="216759"/>
                  </a:lnTo>
                  <a:lnTo>
                    <a:pt x="637137" y="216643"/>
                  </a:lnTo>
                  <a:lnTo>
                    <a:pt x="640815" y="215578"/>
                  </a:lnTo>
                  <a:lnTo>
                    <a:pt x="642099" y="216430"/>
                  </a:lnTo>
                  <a:lnTo>
                    <a:pt x="644807" y="217474"/>
                  </a:lnTo>
                  <a:lnTo>
                    <a:pt x="646392" y="217733"/>
                  </a:lnTo>
                  <a:lnTo>
                    <a:pt x="648318" y="217691"/>
                  </a:lnTo>
                  <a:lnTo>
                    <a:pt x="650486" y="218087"/>
                  </a:lnTo>
                  <a:lnTo>
                    <a:pt x="653457" y="220995"/>
                  </a:lnTo>
                  <a:lnTo>
                    <a:pt x="652287" y="224659"/>
                  </a:lnTo>
                  <a:lnTo>
                    <a:pt x="654148" y="227594"/>
                  </a:lnTo>
                  <a:lnTo>
                    <a:pt x="657120" y="230619"/>
                  </a:lnTo>
                  <a:lnTo>
                    <a:pt x="657824" y="231726"/>
                  </a:lnTo>
                  <a:lnTo>
                    <a:pt x="658111" y="233733"/>
                  </a:lnTo>
                  <a:lnTo>
                    <a:pt x="658178" y="235057"/>
                  </a:lnTo>
                  <a:lnTo>
                    <a:pt x="658402" y="236266"/>
                  </a:lnTo>
                  <a:lnTo>
                    <a:pt x="658781" y="237359"/>
                  </a:lnTo>
                  <a:lnTo>
                    <a:pt x="659175" y="239500"/>
                  </a:lnTo>
                  <a:lnTo>
                    <a:pt x="659583" y="242691"/>
                  </a:lnTo>
                  <a:lnTo>
                    <a:pt x="659474" y="245298"/>
                  </a:lnTo>
                  <a:lnTo>
                    <a:pt x="658848" y="247318"/>
                  </a:lnTo>
                  <a:lnTo>
                    <a:pt x="657609" y="248784"/>
                  </a:lnTo>
                  <a:lnTo>
                    <a:pt x="655760" y="249696"/>
                  </a:lnTo>
                  <a:lnTo>
                    <a:pt x="654252" y="249457"/>
                  </a:lnTo>
                  <a:lnTo>
                    <a:pt x="653083" y="248066"/>
                  </a:lnTo>
                  <a:lnTo>
                    <a:pt x="651437" y="246584"/>
                  </a:lnTo>
                  <a:lnTo>
                    <a:pt x="649313" y="245010"/>
                  </a:lnTo>
                  <a:lnTo>
                    <a:pt x="645781" y="244824"/>
                  </a:lnTo>
                  <a:lnTo>
                    <a:pt x="640587" y="249472"/>
                  </a:lnTo>
                  <a:lnTo>
                    <a:pt x="638267" y="249705"/>
                  </a:lnTo>
                  <a:lnTo>
                    <a:pt x="636383" y="250168"/>
                  </a:lnTo>
                  <a:lnTo>
                    <a:pt x="634373" y="252195"/>
                  </a:lnTo>
                  <a:lnTo>
                    <a:pt x="631413" y="253417"/>
                  </a:lnTo>
                  <a:lnTo>
                    <a:pt x="628800" y="252932"/>
                  </a:lnTo>
                  <a:lnTo>
                    <a:pt x="624212" y="250572"/>
                  </a:lnTo>
                  <a:lnTo>
                    <a:pt x="625879" y="252149"/>
                  </a:lnTo>
                  <a:lnTo>
                    <a:pt x="628266" y="253994"/>
                  </a:lnTo>
                  <a:lnTo>
                    <a:pt x="629751" y="254952"/>
                  </a:lnTo>
                  <a:lnTo>
                    <a:pt x="630847" y="255160"/>
                  </a:lnTo>
                  <a:lnTo>
                    <a:pt x="632050" y="254938"/>
                  </a:lnTo>
                  <a:lnTo>
                    <a:pt x="633782" y="254182"/>
                  </a:lnTo>
                  <a:lnTo>
                    <a:pt x="637690" y="252084"/>
                  </a:lnTo>
                  <a:lnTo>
                    <a:pt x="638726" y="251764"/>
                  </a:lnTo>
                  <a:lnTo>
                    <a:pt x="639600" y="251912"/>
                  </a:lnTo>
                  <a:lnTo>
                    <a:pt x="640316" y="252531"/>
                  </a:lnTo>
                  <a:lnTo>
                    <a:pt x="641139" y="254329"/>
                  </a:lnTo>
                  <a:lnTo>
                    <a:pt x="642070" y="257309"/>
                  </a:lnTo>
                  <a:lnTo>
                    <a:pt x="641951" y="259843"/>
                  </a:lnTo>
                  <a:lnTo>
                    <a:pt x="640783" y="261934"/>
                  </a:lnTo>
                  <a:lnTo>
                    <a:pt x="639783" y="263274"/>
                  </a:lnTo>
                  <a:lnTo>
                    <a:pt x="638953" y="263865"/>
                  </a:lnTo>
                  <a:lnTo>
                    <a:pt x="638950" y="264329"/>
                  </a:lnTo>
                  <a:lnTo>
                    <a:pt x="641133" y="264868"/>
                  </a:lnTo>
                  <a:lnTo>
                    <a:pt x="644224" y="262140"/>
                  </a:lnTo>
                  <a:lnTo>
                    <a:pt x="645203" y="258751"/>
                  </a:lnTo>
                  <a:lnTo>
                    <a:pt x="646618" y="254843"/>
                  </a:lnTo>
                  <a:lnTo>
                    <a:pt x="649121" y="253541"/>
                  </a:lnTo>
                  <a:lnTo>
                    <a:pt x="651951" y="254843"/>
                  </a:lnTo>
                  <a:lnTo>
                    <a:pt x="654236" y="258492"/>
                  </a:lnTo>
                  <a:lnTo>
                    <a:pt x="657468" y="265203"/>
                  </a:lnTo>
                  <a:lnTo>
                    <a:pt x="658831" y="265902"/>
                  </a:lnTo>
                  <a:lnTo>
                    <a:pt x="660563" y="267514"/>
                  </a:lnTo>
                  <a:lnTo>
                    <a:pt x="661327" y="269490"/>
                  </a:lnTo>
                  <a:lnTo>
                    <a:pt x="661123" y="271833"/>
                  </a:lnTo>
                  <a:lnTo>
                    <a:pt x="660753" y="273534"/>
                  </a:lnTo>
                  <a:lnTo>
                    <a:pt x="660218" y="274594"/>
                  </a:lnTo>
                  <a:lnTo>
                    <a:pt x="659550" y="275266"/>
                  </a:lnTo>
                  <a:lnTo>
                    <a:pt x="658345" y="275696"/>
                  </a:lnTo>
                  <a:lnTo>
                    <a:pt x="656130" y="276036"/>
                  </a:lnTo>
                  <a:lnTo>
                    <a:pt x="651178" y="275318"/>
                  </a:lnTo>
                  <a:lnTo>
                    <a:pt x="648600" y="275302"/>
                  </a:lnTo>
                  <a:lnTo>
                    <a:pt x="648920" y="277612"/>
                  </a:lnTo>
                  <a:lnTo>
                    <a:pt x="643705" y="279600"/>
                  </a:lnTo>
                  <a:lnTo>
                    <a:pt x="637828" y="280382"/>
                  </a:lnTo>
                  <a:lnTo>
                    <a:pt x="632261" y="278828"/>
                  </a:lnTo>
                  <a:lnTo>
                    <a:pt x="627641" y="276440"/>
                  </a:lnTo>
                  <a:lnTo>
                    <a:pt x="629158" y="273102"/>
                  </a:lnTo>
                  <a:lnTo>
                    <a:pt x="630023" y="269394"/>
                  </a:lnTo>
                  <a:lnTo>
                    <a:pt x="627790" y="266942"/>
                  </a:lnTo>
                  <a:lnTo>
                    <a:pt x="627300" y="266890"/>
                  </a:lnTo>
                  <a:lnTo>
                    <a:pt x="628070" y="270681"/>
                  </a:lnTo>
                  <a:lnTo>
                    <a:pt x="627422" y="272133"/>
                  </a:lnTo>
                  <a:lnTo>
                    <a:pt x="624899" y="273902"/>
                  </a:lnTo>
                  <a:lnTo>
                    <a:pt x="623117" y="274719"/>
                  </a:lnTo>
                  <a:lnTo>
                    <a:pt x="622960" y="275197"/>
                  </a:lnTo>
                  <a:lnTo>
                    <a:pt x="623833" y="275609"/>
                  </a:lnTo>
                  <a:lnTo>
                    <a:pt x="624403" y="276404"/>
                  </a:lnTo>
                  <a:lnTo>
                    <a:pt x="624671" y="277580"/>
                  </a:lnTo>
                  <a:lnTo>
                    <a:pt x="624370" y="278768"/>
                  </a:lnTo>
                  <a:lnTo>
                    <a:pt x="623500" y="279965"/>
                  </a:lnTo>
                  <a:lnTo>
                    <a:pt x="623026" y="280971"/>
                  </a:lnTo>
                  <a:lnTo>
                    <a:pt x="622948" y="281784"/>
                  </a:lnTo>
                  <a:lnTo>
                    <a:pt x="623747" y="282776"/>
                  </a:lnTo>
                  <a:lnTo>
                    <a:pt x="625422" y="283940"/>
                  </a:lnTo>
                  <a:lnTo>
                    <a:pt x="627237" y="284516"/>
                  </a:lnTo>
                  <a:lnTo>
                    <a:pt x="635744" y="284768"/>
                  </a:lnTo>
                  <a:lnTo>
                    <a:pt x="639151" y="285394"/>
                  </a:lnTo>
                  <a:lnTo>
                    <a:pt x="647233" y="288143"/>
                  </a:lnTo>
                  <a:lnTo>
                    <a:pt x="647594" y="288987"/>
                  </a:lnTo>
                  <a:lnTo>
                    <a:pt x="646225" y="293912"/>
                  </a:lnTo>
                  <a:lnTo>
                    <a:pt x="645476" y="298644"/>
                  </a:lnTo>
                  <a:lnTo>
                    <a:pt x="643908" y="299510"/>
                  </a:lnTo>
                  <a:lnTo>
                    <a:pt x="635404" y="299714"/>
                  </a:lnTo>
                  <a:lnTo>
                    <a:pt x="632663" y="300452"/>
                  </a:lnTo>
                  <a:lnTo>
                    <a:pt x="628654" y="302626"/>
                  </a:lnTo>
                  <a:lnTo>
                    <a:pt x="624802" y="305233"/>
                  </a:lnTo>
                  <a:lnTo>
                    <a:pt x="622805" y="305252"/>
                  </a:lnTo>
                  <a:lnTo>
                    <a:pt x="614900" y="302977"/>
                  </a:lnTo>
                  <a:lnTo>
                    <a:pt x="611868" y="301456"/>
                  </a:lnTo>
                  <a:lnTo>
                    <a:pt x="605360" y="297159"/>
                  </a:lnTo>
                  <a:lnTo>
                    <a:pt x="600459" y="290619"/>
                  </a:lnTo>
                  <a:lnTo>
                    <a:pt x="598211" y="293339"/>
                  </a:lnTo>
                  <a:lnTo>
                    <a:pt x="596837" y="294636"/>
                  </a:lnTo>
                  <a:lnTo>
                    <a:pt x="595417" y="295308"/>
                  </a:lnTo>
                  <a:lnTo>
                    <a:pt x="594049" y="295413"/>
                  </a:lnTo>
                  <a:lnTo>
                    <a:pt x="592729" y="294949"/>
                  </a:lnTo>
                  <a:lnTo>
                    <a:pt x="591232" y="293919"/>
                  </a:lnTo>
                  <a:lnTo>
                    <a:pt x="588723" y="291528"/>
                  </a:lnTo>
                  <a:lnTo>
                    <a:pt x="585729" y="289166"/>
                  </a:lnTo>
                  <a:lnTo>
                    <a:pt x="583633" y="288044"/>
                  </a:lnTo>
                  <a:lnTo>
                    <a:pt x="583554" y="288362"/>
                  </a:lnTo>
                  <a:lnTo>
                    <a:pt x="584791" y="289752"/>
                  </a:lnTo>
                  <a:lnTo>
                    <a:pt x="586604" y="291354"/>
                  </a:lnTo>
                  <a:lnTo>
                    <a:pt x="591190" y="296064"/>
                  </a:lnTo>
                  <a:lnTo>
                    <a:pt x="592801" y="297254"/>
                  </a:lnTo>
                  <a:lnTo>
                    <a:pt x="592642" y="298100"/>
                  </a:lnTo>
                  <a:lnTo>
                    <a:pt x="589746" y="298853"/>
                  </a:lnTo>
                  <a:lnTo>
                    <a:pt x="586231" y="300472"/>
                  </a:lnTo>
                  <a:lnTo>
                    <a:pt x="584512" y="301664"/>
                  </a:lnTo>
                  <a:lnTo>
                    <a:pt x="581855" y="304555"/>
                  </a:lnTo>
                  <a:lnTo>
                    <a:pt x="580932" y="305004"/>
                  </a:lnTo>
                  <a:lnTo>
                    <a:pt x="576957" y="305731"/>
                  </a:lnTo>
                  <a:lnTo>
                    <a:pt x="575646" y="305554"/>
                  </a:lnTo>
                  <a:lnTo>
                    <a:pt x="572707" y="303961"/>
                  </a:lnTo>
                  <a:lnTo>
                    <a:pt x="568280" y="302919"/>
                  </a:lnTo>
                  <a:lnTo>
                    <a:pt x="565674" y="301993"/>
                  </a:lnTo>
                  <a:lnTo>
                    <a:pt x="562049" y="300316"/>
                  </a:lnTo>
                  <a:lnTo>
                    <a:pt x="563296" y="302152"/>
                  </a:lnTo>
                  <a:lnTo>
                    <a:pt x="570277" y="304949"/>
                  </a:lnTo>
                  <a:lnTo>
                    <a:pt x="571040" y="305851"/>
                  </a:lnTo>
                  <a:lnTo>
                    <a:pt x="569611" y="307530"/>
                  </a:lnTo>
                  <a:lnTo>
                    <a:pt x="568735" y="308144"/>
                  </a:lnTo>
                  <a:lnTo>
                    <a:pt x="567073" y="308273"/>
                  </a:lnTo>
                  <a:lnTo>
                    <a:pt x="564623" y="307921"/>
                  </a:lnTo>
                  <a:lnTo>
                    <a:pt x="562117" y="307993"/>
                  </a:lnTo>
                  <a:lnTo>
                    <a:pt x="559557" y="308486"/>
                  </a:lnTo>
                  <a:lnTo>
                    <a:pt x="558456" y="309116"/>
                  </a:lnTo>
                  <a:lnTo>
                    <a:pt x="558814" y="309882"/>
                  </a:lnTo>
                  <a:lnTo>
                    <a:pt x="559424" y="310580"/>
                  </a:lnTo>
                  <a:lnTo>
                    <a:pt x="560286" y="311210"/>
                  </a:lnTo>
                  <a:lnTo>
                    <a:pt x="561091" y="311204"/>
                  </a:lnTo>
                  <a:lnTo>
                    <a:pt x="563043" y="309295"/>
                  </a:lnTo>
                  <a:lnTo>
                    <a:pt x="564522" y="309159"/>
                  </a:lnTo>
                  <a:lnTo>
                    <a:pt x="568431" y="309630"/>
                  </a:lnTo>
                  <a:lnTo>
                    <a:pt x="572385" y="308141"/>
                  </a:lnTo>
                  <a:lnTo>
                    <a:pt x="575233" y="307499"/>
                  </a:lnTo>
                  <a:lnTo>
                    <a:pt x="577371" y="307334"/>
                  </a:lnTo>
                  <a:lnTo>
                    <a:pt x="585142" y="305059"/>
                  </a:lnTo>
                  <a:lnTo>
                    <a:pt x="586755" y="302512"/>
                  </a:lnTo>
                  <a:lnTo>
                    <a:pt x="589362" y="301492"/>
                  </a:lnTo>
                  <a:lnTo>
                    <a:pt x="595160" y="300710"/>
                  </a:lnTo>
                  <a:lnTo>
                    <a:pt x="600769" y="301111"/>
                  </a:lnTo>
                  <a:lnTo>
                    <a:pt x="603652" y="301439"/>
                  </a:lnTo>
                  <a:lnTo>
                    <a:pt x="605989" y="303847"/>
                  </a:lnTo>
                  <a:lnTo>
                    <a:pt x="609121" y="305552"/>
                  </a:lnTo>
                  <a:lnTo>
                    <a:pt x="611733" y="307497"/>
                  </a:lnTo>
                  <a:lnTo>
                    <a:pt x="614794" y="308138"/>
                  </a:lnTo>
                  <a:lnTo>
                    <a:pt x="616568" y="310726"/>
                  </a:lnTo>
                  <a:lnTo>
                    <a:pt x="621530" y="313619"/>
                  </a:lnTo>
                  <a:lnTo>
                    <a:pt x="624688" y="314241"/>
                  </a:lnTo>
                  <a:lnTo>
                    <a:pt x="626637" y="315617"/>
                  </a:lnTo>
                  <a:lnTo>
                    <a:pt x="626795" y="321458"/>
                  </a:lnTo>
                  <a:lnTo>
                    <a:pt x="627002" y="323980"/>
                  </a:lnTo>
                  <a:lnTo>
                    <a:pt x="626162" y="330960"/>
                  </a:lnTo>
                  <a:lnTo>
                    <a:pt x="623627" y="332569"/>
                  </a:lnTo>
                  <a:lnTo>
                    <a:pt x="624133" y="336248"/>
                  </a:lnTo>
                  <a:lnTo>
                    <a:pt x="623467" y="339225"/>
                  </a:lnTo>
                  <a:lnTo>
                    <a:pt x="620946" y="338095"/>
                  </a:lnTo>
                  <a:lnTo>
                    <a:pt x="618363" y="336140"/>
                  </a:lnTo>
                  <a:lnTo>
                    <a:pt x="612179" y="333107"/>
                  </a:lnTo>
                  <a:lnTo>
                    <a:pt x="606424" y="331157"/>
                  </a:lnTo>
                  <a:lnTo>
                    <a:pt x="604188" y="329388"/>
                  </a:lnTo>
                  <a:lnTo>
                    <a:pt x="601554" y="328020"/>
                  </a:lnTo>
                  <a:lnTo>
                    <a:pt x="597981" y="322448"/>
                  </a:lnTo>
                  <a:lnTo>
                    <a:pt x="595653" y="315521"/>
                  </a:lnTo>
                  <a:lnTo>
                    <a:pt x="594632" y="312096"/>
                  </a:lnTo>
                  <a:lnTo>
                    <a:pt x="592675" y="311904"/>
                  </a:lnTo>
                  <a:lnTo>
                    <a:pt x="590159" y="312821"/>
                  </a:lnTo>
                  <a:lnTo>
                    <a:pt x="587961" y="313791"/>
                  </a:lnTo>
                  <a:lnTo>
                    <a:pt x="586909" y="315450"/>
                  </a:lnTo>
                  <a:lnTo>
                    <a:pt x="579443" y="317732"/>
                  </a:lnTo>
                  <a:lnTo>
                    <a:pt x="576733" y="319295"/>
                  </a:lnTo>
                  <a:lnTo>
                    <a:pt x="575187" y="319249"/>
                  </a:lnTo>
                  <a:lnTo>
                    <a:pt x="569611" y="321605"/>
                  </a:lnTo>
                  <a:lnTo>
                    <a:pt x="571845" y="322733"/>
                  </a:lnTo>
                  <a:lnTo>
                    <a:pt x="572888" y="322876"/>
                  </a:lnTo>
                  <a:lnTo>
                    <a:pt x="575141" y="322238"/>
                  </a:lnTo>
                  <a:lnTo>
                    <a:pt x="576494" y="321425"/>
                  </a:lnTo>
                  <a:lnTo>
                    <a:pt x="581576" y="319196"/>
                  </a:lnTo>
                  <a:lnTo>
                    <a:pt x="585655" y="318815"/>
                  </a:lnTo>
                  <a:lnTo>
                    <a:pt x="587135" y="317854"/>
                  </a:lnTo>
                  <a:lnTo>
                    <a:pt x="590253" y="316481"/>
                  </a:lnTo>
                  <a:lnTo>
                    <a:pt x="592369" y="316118"/>
                  </a:lnTo>
                  <a:lnTo>
                    <a:pt x="592664" y="316466"/>
                  </a:lnTo>
                  <a:lnTo>
                    <a:pt x="592891" y="317089"/>
                  </a:lnTo>
                  <a:lnTo>
                    <a:pt x="594385" y="325544"/>
                  </a:lnTo>
                  <a:lnTo>
                    <a:pt x="593759" y="327795"/>
                  </a:lnTo>
                  <a:lnTo>
                    <a:pt x="592078" y="328770"/>
                  </a:lnTo>
                  <a:lnTo>
                    <a:pt x="588486" y="330370"/>
                  </a:lnTo>
                  <a:lnTo>
                    <a:pt x="587552" y="331145"/>
                  </a:lnTo>
                  <a:lnTo>
                    <a:pt x="588611" y="332504"/>
                  </a:lnTo>
                  <a:lnTo>
                    <a:pt x="591988" y="331223"/>
                  </a:lnTo>
                  <a:lnTo>
                    <a:pt x="594177" y="329833"/>
                  </a:lnTo>
                  <a:lnTo>
                    <a:pt x="595343" y="330340"/>
                  </a:lnTo>
                  <a:lnTo>
                    <a:pt x="597258" y="332467"/>
                  </a:lnTo>
                  <a:lnTo>
                    <a:pt x="599416" y="333558"/>
                  </a:lnTo>
                  <a:lnTo>
                    <a:pt x="604902" y="336825"/>
                  </a:lnTo>
                  <a:lnTo>
                    <a:pt x="607501" y="338626"/>
                  </a:lnTo>
                  <a:lnTo>
                    <a:pt x="611156" y="340363"/>
                  </a:lnTo>
                  <a:lnTo>
                    <a:pt x="615291" y="342774"/>
                  </a:lnTo>
                  <a:lnTo>
                    <a:pt x="616368" y="343624"/>
                  </a:lnTo>
                  <a:lnTo>
                    <a:pt x="620148" y="344876"/>
                  </a:lnTo>
                  <a:lnTo>
                    <a:pt x="620954" y="345303"/>
                  </a:lnTo>
                  <a:lnTo>
                    <a:pt x="622517" y="349558"/>
                  </a:lnTo>
                  <a:lnTo>
                    <a:pt x="623821" y="350032"/>
                  </a:lnTo>
                  <a:lnTo>
                    <a:pt x="627583" y="350302"/>
                  </a:lnTo>
                  <a:lnTo>
                    <a:pt x="626921" y="351952"/>
                  </a:lnTo>
                  <a:lnTo>
                    <a:pt x="623247" y="355624"/>
                  </a:lnTo>
                  <a:lnTo>
                    <a:pt x="621347" y="356796"/>
                  </a:lnTo>
                  <a:lnTo>
                    <a:pt x="620876" y="357518"/>
                  </a:lnTo>
                  <a:lnTo>
                    <a:pt x="621056" y="358811"/>
                  </a:lnTo>
                  <a:lnTo>
                    <a:pt x="621167" y="360975"/>
                  </a:lnTo>
                  <a:lnTo>
                    <a:pt x="621932" y="364958"/>
                  </a:lnTo>
                  <a:lnTo>
                    <a:pt x="622794" y="361270"/>
                  </a:lnTo>
                  <a:lnTo>
                    <a:pt x="623395" y="359531"/>
                  </a:lnTo>
                  <a:lnTo>
                    <a:pt x="624200" y="359010"/>
                  </a:lnTo>
                  <a:lnTo>
                    <a:pt x="624993" y="358934"/>
                  </a:lnTo>
                  <a:lnTo>
                    <a:pt x="627561" y="357289"/>
                  </a:lnTo>
                  <a:lnTo>
                    <a:pt x="630142" y="358172"/>
                  </a:lnTo>
                  <a:lnTo>
                    <a:pt x="630813" y="362334"/>
                  </a:lnTo>
                  <a:lnTo>
                    <a:pt x="631143" y="366220"/>
                  </a:lnTo>
                  <a:lnTo>
                    <a:pt x="630915" y="369576"/>
                  </a:lnTo>
                  <a:lnTo>
                    <a:pt x="631199" y="374792"/>
                  </a:lnTo>
                  <a:lnTo>
                    <a:pt x="631102" y="376552"/>
                  </a:lnTo>
                  <a:lnTo>
                    <a:pt x="631711" y="378079"/>
                  </a:lnTo>
                  <a:lnTo>
                    <a:pt x="632343" y="384407"/>
                  </a:lnTo>
                  <a:lnTo>
                    <a:pt x="632976" y="386306"/>
                  </a:lnTo>
                  <a:lnTo>
                    <a:pt x="631706" y="388009"/>
                  </a:lnTo>
                  <a:lnTo>
                    <a:pt x="627782" y="388751"/>
                  </a:lnTo>
                  <a:lnTo>
                    <a:pt x="626230" y="387911"/>
                  </a:lnTo>
                  <a:lnTo>
                    <a:pt x="622345" y="388191"/>
                  </a:lnTo>
                  <a:lnTo>
                    <a:pt x="622340" y="386692"/>
                  </a:lnTo>
                  <a:lnTo>
                    <a:pt x="622151" y="384974"/>
                  </a:lnTo>
                  <a:lnTo>
                    <a:pt x="622135" y="383773"/>
                  </a:lnTo>
                  <a:lnTo>
                    <a:pt x="621876" y="382687"/>
                  </a:lnTo>
                  <a:lnTo>
                    <a:pt x="621693" y="376443"/>
                  </a:lnTo>
                  <a:lnTo>
                    <a:pt x="620594" y="377985"/>
                  </a:lnTo>
                  <a:lnTo>
                    <a:pt x="620529" y="379250"/>
                  </a:lnTo>
                  <a:lnTo>
                    <a:pt x="620236" y="380537"/>
                  </a:lnTo>
                  <a:lnTo>
                    <a:pt x="619562" y="387278"/>
                  </a:lnTo>
                  <a:lnTo>
                    <a:pt x="618562" y="388933"/>
                  </a:lnTo>
                  <a:lnTo>
                    <a:pt x="615454" y="388535"/>
                  </a:lnTo>
                  <a:lnTo>
                    <a:pt x="612393" y="388780"/>
                  </a:lnTo>
                  <a:lnTo>
                    <a:pt x="610700" y="388529"/>
                  </a:lnTo>
                  <a:lnTo>
                    <a:pt x="604975" y="385450"/>
                  </a:lnTo>
                  <a:lnTo>
                    <a:pt x="602759" y="382664"/>
                  </a:lnTo>
                  <a:lnTo>
                    <a:pt x="600797" y="378480"/>
                  </a:lnTo>
                  <a:lnTo>
                    <a:pt x="599586" y="374570"/>
                  </a:lnTo>
                  <a:lnTo>
                    <a:pt x="599127" y="370937"/>
                  </a:lnTo>
                  <a:lnTo>
                    <a:pt x="597753" y="367980"/>
                  </a:lnTo>
                  <a:lnTo>
                    <a:pt x="595468" y="365701"/>
                  </a:lnTo>
                  <a:lnTo>
                    <a:pt x="592768" y="363852"/>
                  </a:lnTo>
                  <a:lnTo>
                    <a:pt x="589654" y="362438"/>
                  </a:lnTo>
                  <a:lnTo>
                    <a:pt x="586919" y="360613"/>
                  </a:lnTo>
                  <a:lnTo>
                    <a:pt x="584565" y="358381"/>
                  </a:lnTo>
                  <a:lnTo>
                    <a:pt x="581973" y="356644"/>
                  </a:lnTo>
                  <a:lnTo>
                    <a:pt x="579143" y="355406"/>
                  </a:lnTo>
                  <a:lnTo>
                    <a:pt x="575117" y="354874"/>
                  </a:lnTo>
                  <a:lnTo>
                    <a:pt x="569230" y="355069"/>
                  </a:lnTo>
                  <a:lnTo>
                    <a:pt x="565255" y="353673"/>
                  </a:lnTo>
                  <a:lnTo>
                    <a:pt x="564310" y="353792"/>
                  </a:lnTo>
                  <a:lnTo>
                    <a:pt x="563383" y="354512"/>
                  </a:lnTo>
                  <a:lnTo>
                    <a:pt x="564065" y="356566"/>
                  </a:lnTo>
                  <a:lnTo>
                    <a:pt x="568629" y="357508"/>
                  </a:lnTo>
                  <a:lnTo>
                    <a:pt x="572148" y="357723"/>
                  </a:lnTo>
                  <a:lnTo>
                    <a:pt x="576812" y="357589"/>
                  </a:lnTo>
                  <a:lnTo>
                    <a:pt x="579667" y="358117"/>
                  </a:lnTo>
                  <a:lnTo>
                    <a:pt x="580715" y="359306"/>
                  </a:lnTo>
                  <a:lnTo>
                    <a:pt x="581435" y="361423"/>
                  </a:lnTo>
                  <a:lnTo>
                    <a:pt x="581828" y="364466"/>
                  </a:lnTo>
                  <a:lnTo>
                    <a:pt x="580907" y="366881"/>
                  </a:lnTo>
                  <a:lnTo>
                    <a:pt x="577552" y="369563"/>
                  </a:lnTo>
                  <a:lnTo>
                    <a:pt x="575782" y="370820"/>
                  </a:lnTo>
                  <a:lnTo>
                    <a:pt x="570619" y="373231"/>
                  </a:lnTo>
                  <a:lnTo>
                    <a:pt x="568867" y="373769"/>
                  </a:lnTo>
                  <a:lnTo>
                    <a:pt x="564555" y="373933"/>
                  </a:lnTo>
                  <a:lnTo>
                    <a:pt x="561244" y="373701"/>
                  </a:lnTo>
                  <a:lnTo>
                    <a:pt x="556887" y="372499"/>
                  </a:lnTo>
                  <a:lnTo>
                    <a:pt x="554417" y="372255"/>
                  </a:lnTo>
                  <a:lnTo>
                    <a:pt x="549306" y="372094"/>
                  </a:lnTo>
                  <a:lnTo>
                    <a:pt x="548130" y="372515"/>
                  </a:lnTo>
                  <a:lnTo>
                    <a:pt x="549449" y="373804"/>
                  </a:lnTo>
                  <a:lnTo>
                    <a:pt x="551617" y="374534"/>
                  </a:lnTo>
                  <a:lnTo>
                    <a:pt x="553143" y="375402"/>
                  </a:lnTo>
                  <a:lnTo>
                    <a:pt x="553302" y="377048"/>
                  </a:lnTo>
                  <a:lnTo>
                    <a:pt x="552752" y="379493"/>
                  </a:lnTo>
                  <a:lnTo>
                    <a:pt x="552184" y="381200"/>
                  </a:lnTo>
                  <a:lnTo>
                    <a:pt x="551249" y="382481"/>
                  </a:lnTo>
                  <a:lnTo>
                    <a:pt x="547895" y="384907"/>
                  </a:lnTo>
                  <a:lnTo>
                    <a:pt x="546505" y="385675"/>
                  </a:lnTo>
                  <a:lnTo>
                    <a:pt x="540252" y="388217"/>
                  </a:lnTo>
                  <a:lnTo>
                    <a:pt x="539817" y="388707"/>
                  </a:lnTo>
                  <a:lnTo>
                    <a:pt x="541281" y="388640"/>
                  </a:lnTo>
                  <a:lnTo>
                    <a:pt x="545234" y="387737"/>
                  </a:lnTo>
                  <a:lnTo>
                    <a:pt x="546371" y="387763"/>
                  </a:lnTo>
                  <a:lnTo>
                    <a:pt x="552861" y="389969"/>
                  </a:lnTo>
                  <a:lnTo>
                    <a:pt x="558030" y="389838"/>
                  </a:lnTo>
                  <a:lnTo>
                    <a:pt x="568505" y="387803"/>
                  </a:lnTo>
                  <a:lnTo>
                    <a:pt x="569366" y="387842"/>
                  </a:lnTo>
                  <a:lnTo>
                    <a:pt x="570053" y="388163"/>
                  </a:lnTo>
                  <a:lnTo>
                    <a:pt x="570749" y="388926"/>
                  </a:lnTo>
                  <a:lnTo>
                    <a:pt x="571452" y="390135"/>
                  </a:lnTo>
                  <a:lnTo>
                    <a:pt x="570608" y="391304"/>
                  </a:lnTo>
                  <a:lnTo>
                    <a:pt x="568216" y="392432"/>
                  </a:lnTo>
                  <a:lnTo>
                    <a:pt x="564491" y="393546"/>
                  </a:lnTo>
                  <a:lnTo>
                    <a:pt x="562878" y="394299"/>
                  </a:lnTo>
                  <a:lnTo>
                    <a:pt x="561337" y="395439"/>
                  </a:lnTo>
                  <a:lnTo>
                    <a:pt x="558466" y="398177"/>
                  </a:lnTo>
                  <a:lnTo>
                    <a:pt x="557626" y="401021"/>
                  </a:lnTo>
                  <a:lnTo>
                    <a:pt x="560645" y="402103"/>
                  </a:lnTo>
                  <a:lnTo>
                    <a:pt x="562002" y="400734"/>
                  </a:lnTo>
                  <a:lnTo>
                    <a:pt x="563603" y="397694"/>
                  </a:lnTo>
                  <a:lnTo>
                    <a:pt x="565044" y="395909"/>
                  </a:lnTo>
                  <a:lnTo>
                    <a:pt x="568445" y="394699"/>
                  </a:lnTo>
                  <a:lnTo>
                    <a:pt x="572597" y="395315"/>
                  </a:lnTo>
                  <a:lnTo>
                    <a:pt x="575805" y="394598"/>
                  </a:lnTo>
                  <a:lnTo>
                    <a:pt x="582355" y="391602"/>
                  </a:lnTo>
                  <a:lnTo>
                    <a:pt x="583527" y="391419"/>
                  </a:lnTo>
                  <a:lnTo>
                    <a:pt x="593165" y="393136"/>
                  </a:lnTo>
                  <a:lnTo>
                    <a:pt x="601899" y="396501"/>
                  </a:lnTo>
                  <a:lnTo>
                    <a:pt x="606511" y="397739"/>
                  </a:lnTo>
                  <a:lnTo>
                    <a:pt x="612608" y="398469"/>
                  </a:lnTo>
                  <a:lnTo>
                    <a:pt x="623575" y="398137"/>
                  </a:lnTo>
                  <a:lnTo>
                    <a:pt x="624536" y="398666"/>
                  </a:lnTo>
                  <a:lnTo>
                    <a:pt x="624180" y="399858"/>
                  </a:lnTo>
                  <a:lnTo>
                    <a:pt x="623543" y="400868"/>
                  </a:lnTo>
                  <a:lnTo>
                    <a:pt x="621716" y="402276"/>
                  </a:lnTo>
                  <a:lnTo>
                    <a:pt x="619497" y="403207"/>
                  </a:lnTo>
                  <a:lnTo>
                    <a:pt x="618124" y="403470"/>
                  </a:lnTo>
                  <a:lnTo>
                    <a:pt x="616956" y="404135"/>
                  </a:lnTo>
                  <a:lnTo>
                    <a:pt x="614330" y="404785"/>
                  </a:lnTo>
                  <a:lnTo>
                    <a:pt x="613657" y="405313"/>
                  </a:lnTo>
                  <a:lnTo>
                    <a:pt x="614566" y="407622"/>
                  </a:lnTo>
                  <a:lnTo>
                    <a:pt x="614134" y="407980"/>
                  </a:lnTo>
                  <a:lnTo>
                    <a:pt x="611821" y="408017"/>
                  </a:lnTo>
                  <a:lnTo>
                    <a:pt x="607927" y="409522"/>
                  </a:lnTo>
                  <a:lnTo>
                    <a:pt x="604730" y="409414"/>
                  </a:lnTo>
                  <a:lnTo>
                    <a:pt x="604063" y="409635"/>
                  </a:lnTo>
                  <a:lnTo>
                    <a:pt x="604669" y="410193"/>
                  </a:lnTo>
                  <a:lnTo>
                    <a:pt x="605315" y="411271"/>
                  </a:lnTo>
                  <a:lnTo>
                    <a:pt x="605997" y="412869"/>
                  </a:lnTo>
                  <a:lnTo>
                    <a:pt x="605621" y="414011"/>
                  </a:lnTo>
                  <a:lnTo>
                    <a:pt x="604188" y="414692"/>
                  </a:lnTo>
                  <a:lnTo>
                    <a:pt x="603101" y="414914"/>
                  </a:lnTo>
                  <a:lnTo>
                    <a:pt x="599351" y="413959"/>
                  </a:lnTo>
                  <a:lnTo>
                    <a:pt x="598745" y="414102"/>
                  </a:lnTo>
                  <a:lnTo>
                    <a:pt x="599292" y="414787"/>
                  </a:lnTo>
                  <a:lnTo>
                    <a:pt x="599604" y="415833"/>
                  </a:lnTo>
                  <a:lnTo>
                    <a:pt x="599680" y="417241"/>
                  </a:lnTo>
                  <a:lnTo>
                    <a:pt x="598758" y="418423"/>
                  </a:lnTo>
                  <a:lnTo>
                    <a:pt x="596839" y="419375"/>
                  </a:lnTo>
                  <a:lnTo>
                    <a:pt x="593267" y="421995"/>
                  </a:lnTo>
                  <a:lnTo>
                    <a:pt x="591712" y="422744"/>
                  </a:lnTo>
                  <a:lnTo>
                    <a:pt x="588431" y="423363"/>
                  </a:lnTo>
                  <a:lnTo>
                    <a:pt x="587739" y="423705"/>
                  </a:lnTo>
                  <a:lnTo>
                    <a:pt x="589073" y="425716"/>
                  </a:lnTo>
                  <a:lnTo>
                    <a:pt x="588925" y="426523"/>
                  </a:lnTo>
                  <a:lnTo>
                    <a:pt x="586707" y="428697"/>
                  </a:lnTo>
                  <a:lnTo>
                    <a:pt x="583352" y="430053"/>
                  </a:lnTo>
                  <a:lnTo>
                    <a:pt x="582894" y="430785"/>
                  </a:lnTo>
                  <a:lnTo>
                    <a:pt x="582584" y="432750"/>
                  </a:lnTo>
                  <a:lnTo>
                    <a:pt x="582340" y="433532"/>
                  </a:lnTo>
                  <a:lnTo>
                    <a:pt x="581453" y="434658"/>
                  </a:lnTo>
                  <a:lnTo>
                    <a:pt x="578271" y="436803"/>
                  </a:lnTo>
                  <a:lnTo>
                    <a:pt x="576015" y="437871"/>
                  </a:lnTo>
                  <a:lnTo>
                    <a:pt x="574897" y="438745"/>
                  </a:lnTo>
                  <a:lnTo>
                    <a:pt x="573513" y="440205"/>
                  </a:lnTo>
                  <a:lnTo>
                    <a:pt x="571767" y="440980"/>
                  </a:lnTo>
                  <a:lnTo>
                    <a:pt x="569659" y="441071"/>
                  </a:lnTo>
                  <a:lnTo>
                    <a:pt x="567665" y="441618"/>
                  </a:lnTo>
                  <a:lnTo>
                    <a:pt x="564385" y="443170"/>
                  </a:lnTo>
                  <a:lnTo>
                    <a:pt x="562101" y="443687"/>
                  </a:lnTo>
                  <a:lnTo>
                    <a:pt x="554882" y="446370"/>
                  </a:lnTo>
                  <a:lnTo>
                    <a:pt x="551486" y="446799"/>
                  </a:lnTo>
                  <a:lnTo>
                    <a:pt x="548548" y="447758"/>
                  </a:lnTo>
                  <a:lnTo>
                    <a:pt x="542504" y="450321"/>
                  </a:lnTo>
                  <a:lnTo>
                    <a:pt x="539624" y="451145"/>
                  </a:lnTo>
                  <a:lnTo>
                    <a:pt x="537628" y="452125"/>
                  </a:lnTo>
                  <a:lnTo>
                    <a:pt x="535447" y="452404"/>
                  </a:lnTo>
                  <a:lnTo>
                    <a:pt x="531901" y="451768"/>
                  </a:lnTo>
                  <a:lnTo>
                    <a:pt x="529989" y="451746"/>
                  </a:lnTo>
                  <a:lnTo>
                    <a:pt x="528814" y="452132"/>
                  </a:lnTo>
                  <a:lnTo>
                    <a:pt x="527736" y="452918"/>
                  </a:lnTo>
                  <a:lnTo>
                    <a:pt x="525954" y="455074"/>
                  </a:lnTo>
                  <a:lnTo>
                    <a:pt x="524441" y="455241"/>
                  </a:lnTo>
                  <a:lnTo>
                    <a:pt x="519482" y="453531"/>
                  </a:lnTo>
                  <a:lnTo>
                    <a:pt x="519582" y="454306"/>
                  </a:lnTo>
                  <a:lnTo>
                    <a:pt x="520893" y="456156"/>
                  </a:lnTo>
                  <a:lnTo>
                    <a:pt x="520830" y="457469"/>
                  </a:lnTo>
                  <a:lnTo>
                    <a:pt x="517881" y="458801"/>
                  </a:lnTo>
                  <a:lnTo>
                    <a:pt x="516291" y="459141"/>
                  </a:lnTo>
                  <a:lnTo>
                    <a:pt x="513948" y="458594"/>
                  </a:lnTo>
                  <a:lnTo>
                    <a:pt x="510851" y="457157"/>
                  </a:lnTo>
                  <a:lnTo>
                    <a:pt x="506871" y="454157"/>
                  </a:lnTo>
                  <a:lnTo>
                    <a:pt x="501993" y="449579"/>
                  </a:lnTo>
                  <a:lnTo>
                    <a:pt x="499646" y="448031"/>
                  </a:lnTo>
                  <a:lnTo>
                    <a:pt x="499816" y="449500"/>
                  </a:lnTo>
                  <a:lnTo>
                    <a:pt x="500360" y="450936"/>
                  </a:lnTo>
                  <a:lnTo>
                    <a:pt x="501278" y="452335"/>
                  </a:lnTo>
                  <a:lnTo>
                    <a:pt x="501464" y="453351"/>
                  </a:lnTo>
                  <a:lnTo>
                    <a:pt x="500920" y="453980"/>
                  </a:lnTo>
                  <a:lnTo>
                    <a:pt x="500203" y="454297"/>
                  </a:lnTo>
                  <a:lnTo>
                    <a:pt x="499312" y="454302"/>
                  </a:lnTo>
                  <a:lnTo>
                    <a:pt x="499160" y="454658"/>
                  </a:lnTo>
                  <a:lnTo>
                    <a:pt x="500615" y="456843"/>
                  </a:lnTo>
                  <a:lnTo>
                    <a:pt x="501763" y="459086"/>
                  </a:lnTo>
                  <a:lnTo>
                    <a:pt x="501657" y="461216"/>
                  </a:lnTo>
                  <a:lnTo>
                    <a:pt x="500296" y="463233"/>
                  </a:lnTo>
                  <a:lnTo>
                    <a:pt x="499127" y="464417"/>
                  </a:lnTo>
                  <a:lnTo>
                    <a:pt x="498150" y="464766"/>
                  </a:lnTo>
                  <a:lnTo>
                    <a:pt x="492359" y="469798"/>
                  </a:lnTo>
                  <a:lnTo>
                    <a:pt x="490746" y="470431"/>
                  </a:lnTo>
                  <a:lnTo>
                    <a:pt x="490013" y="471053"/>
                  </a:lnTo>
                  <a:lnTo>
                    <a:pt x="489410" y="471983"/>
                  </a:lnTo>
                  <a:lnTo>
                    <a:pt x="487724" y="476149"/>
                  </a:lnTo>
                  <a:lnTo>
                    <a:pt x="487042" y="477420"/>
                  </a:lnTo>
                  <a:lnTo>
                    <a:pt x="485689" y="479075"/>
                  </a:lnTo>
                  <a:lnTo>
                    <a:pt x="485122" y="479362"/>
                  </a:lnTo>
                  <a:lnTo>
                    <a:pt x="484960" y="480036"/>
                  </a:lnTo>
                  <a:lnTo>
                    <a:pt x="485205" y="481101"/>
                  </a:lnTo>
                  <a:lnTo>
                    <a:pt x="484832" y="482874"/>
                  </a:lnTo>
                  <a:lnTo>
                    <a:pt x="483842" y="485354"/>
                  </a:lnTo>
                  <a:lnTo>
                    <a:pt x="480472" y="492207"/>
                  </a:lnTo>
                  <a:lnTo>
                    <a:pt x="477753" y="498601"/>
                  </a:lnTo>
                  <a:lnTo>
                    <a:pt x="476561" y="500694"/>
                  </a:lnTo>
                  <a:lnTo>
                    <a:pt x="475689" y="501582"/>
                  </a:lnTo>
                  <a:lnTo>
                    <a:pt x="475137" y="501264"/>
                  </a:lnTo>
                  <a:lnTo>
                    <a:pt x="473790" y="501430"/>
                  </a:lnTo>
                  <a:lnTo>
                    <a:pt x="473135" y="502554"/>
                  </a:lnTo>
                  <a:lnTo>
                    <a:pt x="472542" y="504587"/>
                  </a:lnTo>
                  <a:lnTo>
                    <a:pt x="471896" y="506137"/>
                  </a:lnTo>
                  <a:lnTo>
                    <a:pt x="471199" y="507204"/>
                  </a:lnTo>
                  <a:lnTo>
                    <a:pt x="465746" y="511802"/>
                  </a:lnTo>
                  <a:lnTo>
                    <a:pt x="464341" y="512655"/>
                  </a:lnTo>
                  <a:lnTo>
                    <a:pt x="463078" y="512116"/>
                  </a:lnTo>
                  <a:lnTo>
                    <a:pt x="461587" y="512323"/>
                  </a:lnTo>
                  <a:lnTo>
                    <a:pt x="458498" y="509894"/>
                  </a:lnTo>
                  <a:lnTo>
                    <a:pt x="457962" y="509000"/>
                  </a:lnTo>
                  <a:lnTo>
                    <a:pt x="455966" y="507008"/>
                  </a:lnTo>
                  <a:lnTo>
                    <a:pt x="456032" y="508047"/>
                  </a:lnTo>
                  <a:lnTo>
                    <a:pt x="456367" y="508620"/>
                  </a:lnTo>
                  <a:lnTo>
                    <a:pt x="456646" y="509461"/>
                  </a:lnTo>
                  <a:lnTo>
                    <a:pt x="457345" y="510491"/>
                  </a:lnTo>
                  <a:lnTo>
                    <a:pt x="458893" y="515916"/>
                  </a:lnTo>
                  <a:lnTo>
                    <a:pt x="457668" y="517030"/>
                  </a:lnTo>
                  <a:lnTo>
                    <a:pt x="456575" y="518301"/>
                  </a:lnTo>
                  <a:lnTo>
                    <a:pt x="453782" y="520447"/>
                  </a:lnTo>
                  <a:lnTo>
                    <a:pt x="450765" y="524045"/>
                  </a:lnTo>
                  <a:lnTo>
                    <a:pt x="449649" y="525051"/>
                  </a:lnTo>
                  <a:lnTo>
                    <a:pt x="449401" y="522117"/>
                  </a:lnTo>
                  <a:lnTo>
                    <a:pt x="449528" y="521241"/>
                  </a:lnTo>
                  <a:lnTo>
                    <a:pt x="447822" y="519823"/>
                  </a:lnTo>
                  <a:lnTo>
                    <a:pt x="447877" y="520845"/>
                  </a:lnTo>
                  <a:lnTo>
                    <a:pt x="447701" y="521799"/>
                  </a:lnTo>
                  <a:lnTo>
                    <a:pt x="446464" y="525597"/>
                  </a:lnTo>
                  <a:lnTo>
                    <a:pt x="446119" y="526254"/>
                  </a:lnTo>
                  <a:lnTo>
                    <a:pt x="445511" y="526107"/>
                  </a:lnTo>
                  <a:lnTo>
                    <a:pt x="444182" y="526808"/>
                  </a:lnTo>
                  <a:lnTo>
                    <a:pt x="442822" y="526476"/>
                  </a:lnTo>
                  <a:lnTo>
                    <a:pt x="441669" y="524746"/>
                  </a:lnTo>
                  <a:lnTo>
                    <a:pt x="441213" y="523850"/>
                  </a:lnTo>
                  <a:lnTo>
                    <a:pt x="439110" y="526313"/>
                  </a:lnTo>
                  <a:lnTo>
                    <a:pt x="438088" y="526250"/>
                  </a:lnTo>
                  <a:lnTo>
                    <a:pt x="437918" y="528320"/>
                  </a:lnTo>
                  <a:lnTo>
                    <a:pt x="436928" y="530206"/>
                  </a:lnTo>
                  <a:lnTo>
                    <a:pt x="435620" y="531022"/>
                  </a:lnTo>
                  <a:lnTo>
                    <a:pt x="433797" y="530959"/>
                  </a:lnTo>
                  <a:lnTo>
                    <a:pt x="432681" y="532076"/>
                  </a:lnTo>
                  <a:lnTo>
                    <a:pt x="430206" y="530878"/>
                  </a:lnTo>
                  <a:lnTo>
                    <a:pt x="429632" y="528632"/>
                  </a:lnTo>
                  <a:lnTo>
                    <a:pt x="431594" y="525553"/>
                  </a:lnTo>
                  <a:lnTo>
                    <a:pt x="432149" y="524283"/>
                  </a:lnTo>
                  <a:lnTo>
                    <a:pt x="431789" y="522720"/>
                  </a:lnTo>
                  <a:lnTo>
                    <a:pt x="432266" y="520702"/>
                  </a:lnTo>
                  <a:lnTo>
                    <a:pt x="436010" y="514300"/>
                  </a:lnTo>
                  <a:lnTo>
                    <a:pt x="438549" y="511056"/>
                  </a:lnTo>
                  <a:lnTo>
                    <a:pt x="438401" y="510480"/>
                  </a:lnTo>
                  <a:lnTo>
                    <a:pt x="434955" y="509773"/>
                  </a:lnTo>
                  <a:lnTo>
                    <a:pt x="431944" y="508660"/>
                  </a:lnTo>
                  <a:lnTo>
                    <a:pt x="429011" y="508278"/>
                  </a:lnTo>
                  <a:lnTo>
                    <a:pt x="427715" y="508657"/>
                  </a:lnTo>
                  <a:lnTo>
                    <a:pt x="429782" y="510517"/>
                  </a:lnTo>
                  <a:lnTo>
                    <a:pt x="432704" y="512323"/>
                  </a:lnTo>
                  <a:lnTo>
                    <a:pt x="431266" y="514049"/>
                  </a:lnTo>
                  <a:lnTo>
                    <a:pt x="430025" y="515881"/>
                  </a:lnTo>
                  <a:lnTo>
                    <a:pt x="428742" y="520862"/>
                  </a:lnTo>
                  <a:lnTo>
                    <a:pt x="427921" y="522902"/>
                  </a:lnTo>
                  <a:lnTo>
                    <a:pt x="424735" y="520558"/>
                  </a:lnTo>
                  <a:lnTo>
                    <a:pt x="423227" y="519766"/>
                  </a:lnTo>
                  <a:lnTo>
                    <a:pt x="424186" y="522366"/>
                  </a:lnTo>
                  <a:lnTo>
                    <a:pt x="426978" y="524828"/>
                  </a:lnTo>
                  <a:lnTo>
                    <a:pt x="427157" y="525639"/>
                  </a:lnTo>
                  <a:lnTo>
                    <a:pt x="427139" y="528569"/>
                  </a:lnTo>
                  <a:lnTo>
                    <a:pt x="421791" y="531151"/>
                  </a:lnTo>
                  <a:lnTo>
                    <a:pt x="416211" y="531542"/>
                  </a:lnTo>
                  <a:lnTo>
                    <a:pt x="412207" y="532276"/>
                  </a:lnTo>
                  <a:lnTo>
                    <a:pt x="405451" y="533165"/>
                  </a:lnTo>
                  <a:lnTo>
                    <a:pt x="402827" y="533166"/>
                  </a:lnTo>
                  <a:lnTo>
                    <a:pt x="402605" y="534161"/>
                  </a:lnTo>
                  <a:lnTo>
                    <a:pt x="409214" y="538700"/>
                  </a:lnTo>
                  <a:lnTo>
                    <a:pt x="410177" y="539531"/>
                  </a:lnTo>
                  <a:lnTo>
                    <a:pt x="409256" y="541095"/>
                  </a:lnTo>
                  <a:lnTo>
                    <a:pt x="407891" y="542067"/>
                  </a:lnTo>
                  <a:lnTo>
                    <a:pt x="405743" y="545416"/>
                  </a:lnTo>
                  <a:lnTo>
                    <a:pt x="404623" y="546570"/>
                  </a:lnTo>
                  <a:lnTo>
                    <a:pt x="401845" y="548156"/>
                  </a:lnTo>
                  <a:lnTo>
                    <a:pt x="396731" y="546387"/>
                  </a:lnTo>
                  <a:lnTo>
                    <a:pt x="394102" y="547178"/>
                  </a:lnTo>
                  <a:lnTo>
                    <a:pt x="391587" y="546621"/>
                  </a:lnTo>
                  <a:lnTo>
                    <a:pt x="391534" y="548556"/>
                  </a:lnTo>
                  <a:lnTo>
                    <a:pt x="392286" y="549968"/>
                  </a:lnTo>
                  <a:lnTo>
                    <a:pt x="393048" y="553476"/>
                  </a:lnTo>
                  <a:lnTo>
                    <a:pt x="394735" y="553203"/>
                  </a:lnTo>
                  <a:lnTo>
                    <a:pt x="396880" y="552102"/>
                  </a:lnTo>
                  <a:lnTo>
                    <a:pt x="398538" y="554757"/>
                  </a:lnTo>
                  <a:lnTo>
                    <a:pt x="399629" y="559257"/>
                  </a:lnTo>
                  <a:lnTo>
                    <a:pt x="401533" y="561540"/>
                  </a:lnTo>
                  <a:lnTo>
                    <a:pt x="402379" y="563303"/>
                  </a:lnTo>
                  <a:lnTo>
                    <a:pt x="402720" y="564968"/>
                  </a:lnTo>
                  <a:lnTo>
                    <a:pt x="401532" y="566626"/>
                  </a:lnTo>
                  <a:lnTo>
                    <a:pt x="399075" y="568972"/>
                  </a:lnTo>
                  <a:lnTo>
                    <a:pt x="396349" y="569406"/>
                  </a:lnTo>
                  <a:lnTo>
                    <a:pt x="396498" y="571261"/>
                  </a:lnTo>
                  <a:lnTo>
                    <a:pt x="395322" y="572596"/>
                  </a:lnTo>
                  <a:lnTo>
                    <a:pt x="392819" y="572205"/>
                  </a:lnTo>
                  <a:lnTo>
                    <a:pt x="391649" y="571274"/>
                  </a:lnTo>
                  <a:lnTo>
                    <a:pt x="390435" y="570833"/>
                  </a:lnTo>
                  <a:lnTo>
                    <a:pt x="385459" y="570334"/>
                  </a:lnTo>
                  <a:lnTo>
                    <a:pt x="390469" y="573908"/>
                  </a:lnTo>
                  <a:lnTo>
                    <a:pt x="392252" y="575573"/>
                  </a:lnTo>
                  <a:lnTo>
                    <a:pt x="393044" y="574586"/>
                  </a:lnTo>
                  <a:lnTo>
                    <a:pt x="394780" y="574346"/>
                  </a:lnTo>
                  <a:lnTo>
                    <a:pt x="397345" y="575257"/>
                  </a:lnTo>
                  <a:lnTo>
                    <a:pt x="396919" y="581285"/>
                  </a:lnTo>
                  <a:lnTo>
                    <a:pt x="398042" y="586171"/>
                  </a:lnTo>
                  <a:lnTo>
                    <a:pt x="398177" y="587268"/>
                  </a:lnTo>
                  <a:lnTo>
                    <a:pt x="395448" y="590196"/>
                  </a:lnTo>
                  <a:lnTo>
                    <a:pt x="395403" y="592930"/>
                  </a:lnTo>
                  <a:lnTo>
                    <a:pt x="393778" y="593691"/>
                  </a:lnTo>
                  <a:lnTo>
                    <a:pt x="392027" y="593515"/>
                  </a:lnTo>
                  <a:lnTo>
                    <a:pt x="391936" y="596517"/>
                  </a:lnTo>
                  <a:lnTo>
                    <a:pt x="390750" y="598388"/>
                  </a:lnTo>
                  <a:lnTo>
                    <a:pt x="390960" y="599559"/>
                  </a:lnTo>
                  <a:lnTo>
                    <a:pt x="391300" y="600608"/>
                  </a:lnTo>
                  <a:lnTo>
                    <a:pt x="390217" y="602516"/>
                  </a:lnTo>
                  <a:lnTo>
                    <a:pt x="389239" y="604837"/>
                  </a:lnTo>
                  <a:lnTo>
                    <a:pt x="387842" y="606870"/>
                  </a:lnTo>
                  <a:lnTo>
                    <a:pt x="387102" y="606661"/>
                  </a:lnTo>
                  <a:lnTo>
                    <a:pt x="384880" y="606792"/>
                  </a:lnTo>
                  <a:lnTo>
                    <a:pt x="382208" y="606622"/>
                  </a:lnTo>
                  <a:lnTo>
                    <a:pt x="380045" y="603982"/>
                  </a:lnTo>
                  <a:lnTo>
                    <a:pt x="379149" y="603103"/>
                  </a:lnTo>
                  <a:lnTo>
                    <a:pt x="378135" y="602529"/>
                  </a:lnTo>
                  <a:lnTo>
                    <a:pt x="378525" y="604227"/>
                  </a:lnTo>
                  <a:lnTo>
                    <a:pt x="379129" y="605249"/>
                  </a:lnTo>
                  <a:lnTo>
                    <a:pt x="381125" y="607154"/>
                  </a:lnTo>
                  <a:lnTo>
                    <a:pt x="384799" y="609512"/>
                  </a:lnTo>
                  <a:lnTo>
                    <a:pt x="384687" y="611184"/>
                  </a:lnTo>
                  <a:lnTo>
                    <a:pt x="383704" y="611911"/>
                  </a:lnTo>
                  <a:lnTo>
                    <a:pt x="381412" y="616466"/>
                  </a:lnTo>
                  <a:lnTo>
                    <a:pt x="380599" y="616565"/>
                  </a:lnTo>
                  <a:lnTo>
                    <a:pt x="379570" y="617741"/>
                  </a:lnTo>
                  <a:lnTo>
                    <a:pt x="376394" y="617347"/>
                  </a:lnTo>
                  <a:lnTo>
                    <a:pt x="375060" y="616879"/>
                  </a:lnTo>
                  <a:lnTo>
                    <a:pt x="371144" y="617178"/>
                  </a:lnTo>
                  <a:lnTo>
                    <a:pt x="369811" y="616775"/>
                  </a:lnTo>
                  <a:lnTo>
                    <a:pt x="368669" y="616966"/>
                  </a:lnTo>
                  <a:lnTo>
                    <a:pt x="369735" y="618251"/>
                  </a:lnTo>
                  <a:lnTo>
                    <a:pt x="371976" y="619410"/>
                  </a:lnTo>
                  <a:lnTo>
                    <a:pt x="374524" y="620571"/>
                  </a:lnTo>
                  <a:lnTo>
                    <a:pt x="378401" y="621450"/>
                  </a:lnTo>
                  <a:lnTo>
                    <a:pt x="378261" y="623112"/>
                  </a:lnTo>
                  <a:lnTo>
                    <a:pt x="377288" y="624476"/>
                  </a:lnTo>
                  <a:lnTo>
                    <a:pt x="377846" y="626513"/>
                  </a:lnTo>
                  <a:lnTo>
                    <a:pt x="377412" y="627973"/>
                  </a:lnTo>
                  <a:lnTo>
                    <a:pt x="377227" y="629706"/>
                  </a:lnTo>
                  <a:lnTo>
                    <a:pt x="376322" y="633734"/>
                  </a:lnTo>
                  <a:lnTo>
                    <a:pt x="377375" y="636499"/>
                  </a:lnTo>
                  <a:lnTo>
                    <a:pt x="378523" y="637848"/>
                  </a:lnTo>
                  <a:lnTo>
                    <a:pt x="378390" y="639624"/>
                  </a:lnTo>
                  <a:lnTo>
                    <a:pt x="378929" y="642466"/>
                  </a:lnTo>
                  <a:lnTo>
                    <a:pt x="377208" y="645003"/>
                  </a:lnTo>
                  <a:lnTo>
                    <a:pt x="375780" y="644907"/>
                  </a:lnTo>
                  <a:lnTo>
                    <a:pt x="373744" y="645477"/>
                  </a:lnTo>
                  <a:lnTo>
                    <a:pt x="373066" y="646596"/>
                  </a:lnTo>
                  <a:lnTo>
                    <a:pt x="376295" y="647652"/>
                  </a:lnTo>
                  <a:lnTo>
                    <a:pt x="376002" y="649552"/>
                  </a:lnTo>
                  <a:lnTo>
                    <a:pt x="375122" y="651928"/>
                  </a:lnTo>
                  <a:lnTo>
                    <a:pt x="374196" y="657076"/>
                  </a:lnTo>
                  <a:lnTo>
                    <a:pt x="372317" y="665902"/>
                  </a:lnTo>
                  <a:lnTo>
                    <a:pt x="371441" y="674667"/>
                  </a:lnTo>
                  <a:lnTo>
                    <a:pt x="367405" y="681871"/>
                  </a:lnTo>
                  <a:lnTo>
                    <a:pt x="365975" y="682070"/>
                  </a:lnTo>
                  <a:lnTo>
                    <a:pt x="365616" y="682356"/>
                  </a:lnTo>
                  <a:lnTo>
                    <a:pt x="363651" y="681987"/>
                  </a:lnTo>
                  <a:lnTo>
                    <a:pt x="360566" y="680324"/>
                  </a:lnTo>
                  <a:lnTo>
                    <a:pt x="358176" y="679776"/>
                  </a:lnTo>
                  <a:lnTo>
                    <a:pt x="356563" y="679753"/>
                  </a:lnTo>
                  <a:lnTo>
                    <a:pt x="356355" y="680580"/>
                  </a:lnTo>
                  <a:lnTo>
                    <a:pt x="357693" y="681922"/>
                  </a:lnTo>
                  <a:lnTo>
                    <a:pt x="359737" y="682483"/>
                  </a:lnTo>
                  <a:lnTo>
                    <a:pt x="361371" y="683369"/>
                  </a:lnTo>
                  <a:lnTo>
                    <a:pt x="364301" y="684197"/>
                  </a:lnTo>
                  <a:lnTo>
                    <a:pt x="365321" y="685801"/>
                  </a:lnTo>
                  <a:lnTo>
                    <a:pt x="366018" y="687510"/>
                  </a:lnTo>
                  <a:lnTo>
                    <a:pt x="365915" y="688450"/>
                  </a:lnTo>
                  <a:lnTo>
                    <a:pt x="365909" y="689561"/>
                  </a:lnTo>
                  <a:lnTo>
                    <a:pt x="366432" y="695536"/>
                  </a:lnTo>
                  <a:lnTo>
                    <a:pt x="365052" y="697602"/>
                  </a:lnTo>
                  <a:lnTo>
                    <a:pt x="363999" y="699469"/>
                  </a:lnTo>
                  <a:lnTo>
                    <a:pt x="360337" y="699210"/>
                  </a:lnTo>
                  <a:lnTo>
                    <a:pt x="359700" y="698559"/>
                  </a:lnTo>
                  <a:lnTo>
                    <a:pt x="356164" y="696592"/>
                  </a:lnTo>
                  <a:lnTo>
                    <a:pt x="356382" y="697516"/>
                  </a:lnTo>
                  <a:lnTo>
                    <a:pt x="358939" y="700189"/>
                  </a:lnTo>
                  <a:lnTo>
                    <a:pt x="359831" y="701522"/>
                  </a:lnTo>
                  <a:lnTo>
                    <a:pt x="359235" y="701798"/>
                  </a:lnTo>
                  <a:lnTo>
                    <a:pt x="358203" y="701898"/>
                  </a:lnTo>
                  <a:lnTo>
                    <a:pt x="356762" y="702798"/>
                  </a:lnTo>
                  <a:lnTo>
                    <a:pt x="354166" y="702312"/>
                  </a:lnTo>
                  <a:lnTo>
                    <a:pt x="354308" y="700958"/>
                  </a:lnTo>
                  <a:lnTo>
                    <a:pt x="354801" y="699567"/>
                  </a:lnTo>
                  <a:lnTo>
                    <a:pt x="353614" y="699804"/>
                  </a:lnTo>
                  <a:lnTo>
                    <a:pt x="352291" y="700510"/>
                  </a:lnTo>
                  <a:lnTo>
                    <a:pt x="351522" y="700250"/>
                  </a:lnTo>
                  <a:lnTo>
                    <a:pt x="350876" y="700328"/>
                  </a:lnTo>
                  <a:lnTo>
                    <a:pt x="350514" y="699632"/>
                  </a:lnTo>
                  <a:lnTo>
                    <a:pt x="350014" y="696916"/>
                  </a:lnTo>
                  <a:lnTo>
                    <a:pt x="350612" y="695549"/>
                  </a:lnTo>
                  <a:lnTo>
                    <a:pt x="352754" y="692019"/>
                  </a:lnTo>
                  <a:lnTo>
                    <a:pt x="353436" y="690124"/>
                  </a:lnTo>
                  <a:lnTo>
                    <a:pt x="352841" y="689263"/>
                  </a:lnTo>
                  <a:lnTo>
                    <a:pt x="351311" y="691294"/>
                  </a:lnTo>
                  <a:lnTo>
                    <a:pt x="349731" y="694523"/>
                  </a:lnTo>
                  <a:lnTo>
                    <a:pt x="349030" y="696474"/>
                  </a:lnTo>
                  <a:lnTo>
                    <a:pt x="348041" y="696853"/>
                  </a:lnTo>
                  <a:lnTo>
                    <a:pt x="345587" y="695871"/>
                  </a:lnTo>
                  <a:lnTo>
                    <a:pt x="338590" y="691349"/>
                  </a:lnTo>
                  <a:lnTo>
                    <a:pt x="338798" y="688600"/>
                  </a:lnTo>
                  <a:lnTo>
                    <a:pt x="338731" y="686325"/>
                  </a:lnTo>
                  <a:lnTo>
                    <a:pt x="340771" y="686037"/>
                  </a:lnTo>
                  <a:lnTo>
                    <a:pt x="342254" y="685047"/>
                  </a:lnTo>
                  <a:lnTo>
                    <a:pt x="343582" y="683835"/>
                  </a:lnTo>
                  <a:lnTo>
                    <a:pt x="345077" y="681627"/>
                  </a:lnTo>
                  <a:lnTo>
                    <a:pt x="346448" y="677983"/>
                  </a:lnTo>
                  <a:lnTo>
                    <a:pt x="346271" y="677707"/>
                  </a:lnTo>
                  <a:lnTo>
                    <a:pt x="342249" y="682359"/>
                  </a:lnTo>
                  <a:lnTo>
                    <a:pt x="339774" y="683914"/>
                  </a:lnTo>
                  <a:lnTo>
                    <a:pt x="338574" y="684198"/>
                  </a:lnTo>
                  <a:lnTo>
                    <a:pt x="337977" y="683509"/>
                  </a:lnTo>
                  <a:lnTo>
                    <a:pt x="335985" y="682014"/>
                  </a:lnTo>
                  <a:lnTo>
                    <a:pt x="334691" y="681334"/>
                  </a:lnTo>
                  <a:lnTo>
                    <a:pt x="331740" y="680223"/>
                  </a:lnTo>
                  <a:lnTo>
                    <a:pt x="331219" y="679625"/>
                  </a:lnTo>
                  <a:lnTo>
                    <a:pt x="330354" y="679151"/>
                  </a:lnTo>
                  <a:lnTo>
                    <a:pt x="329178" y="674400"/>
                  </a:lnTo>
                  <a:lnTo>
                    <a:pt x="330699" y="668630"/>
                  </a:lnTo>
                  <a:lnTo>
                    <a:pt x="331747" y="666957"/>
                  </a:lnTo>
                  <a:lnTo>
                    <a:pt x="332412" y="665015"/>
                  </a:lnTo>
                  <a:lnTo>
                    <a:pt x="332788" y="662444"/>
                  </a:lnTo>
                  <a:lnTo>
                    <a:pt x="332531" y="661346"/>
                  </a:lnTo>
                  <a:lnTo>
                    <a:pt x="331642" y="661722"/>
                  </a:lnTo>
                  <a:lnTo>
                    <a:pt x="331230" y="662602"/>
                  </a:lnTo>
                  <a:lnTo>
                    <a:pt x="331295" y="663979"/>
                  </a:lnTo>
                  <a:lnTo>
                    <a:pt x="330785" y="664935"/>
                  </a:lnTo>
                  <a:lnTo>
                    <a:pt x="327269" y="667136"/>
                  </a:lnTo>
                  <a:lnTo>
                    <a:pt x="323743" y="668917"/>
                  </a:lnTo>
                  <a:lnTo>
                    <a:pt x="322072" y="670605"/>
                  </a:lnTo>
                  <a:lnTo>
                    <a:pt x="320988" y="671924"/>
                  </a:lnTo>
                  <a:lnTo>
                    <a:pt x="320139" y="673221"/>
                  </a:lnTo>
                  <a:lnTo>
                    <a:pt x="318840" y="673105"/>
                  </a:lnTo>
                  <a:lnTo>
                    <a:pt x="317049" y="673372"/>
                  </a:lnTo>
                  <a:lnTo>
                    <a:pt x="315821" y="674213"/>
                  </a:lnTo>
                  <a:lnTo>
                    <a:pt x="314027" y="673696"/>
                  </a:lnTo>
                  <a:lnTo>
                    <a:pt x="312856" y="672447"/>
                  </a:lnTo>
                  <a:lnTo>
                    <a:pt x="311444" y="672304"/>
                  </a:lnTo>
                  <a:lnTo>
                    <a:pt x="309860" y="672906"/>
                  </a:lnTo>
                  <a:lnTo>
                    <a:pt x="308764" y="672853"/>
                  </a:lnTo>
                  <a:lnTo>
                    <a:pt x="308855" y="673702"/>
                  </a:lnTo>
                  <a:lnTo>
                    <a:pt x="309583" y="675790"/>
                  </a:lnTo>
                  <a:lnTo>
                    <a:pt x="308373" y="675930"/>
                  </a:lnTo>
                  <a:lnTo>
                    <a:pt x="306078" y="676012"/>
                  </a:lnTo>
                  <a:lnTo>
                    <a:pt x="304923" y="675407"/>
                  </a:lnTo>
                  <a:lnTo>
                    <a:pt x="304019" y="674615"/>
                  </a:lnTo>
                  <a:lnTo>
                    <a:pt x="303264" y="673504"/>
                  </a:lnTo>
                  <a:lnTo>
                    <a:pt x="303718" y="672054"/>
                  </a:lnTo>
                  <a:lnTo>
                    <a:pt x="307410" y="669399"/>
                  </a:lnTo>
                  <a:lnTo>
                    <a:pt x="309084" y="667863"/>
                  </a:lnTo>
                  <a:lnTo>
                    <a:pt x="307992" y="667333"/>
                  </a:lnTo>
                  <a:lnTo>
                    <a:pt x="304447" y="667812"/>
                  </a:lnTo>
                  <a:lnTo>
                    <a:pt x="303857" y="667414"/>
                  </a:lnTo>
                  <a:lnTo>
                    <a:pt x="301482" y="667656"/>
                  </a:lnTo>
                  <a:lnTo>
                    <a:pt x="301584" y="663705"/>
                  </a:lnTo>
                  <a:lnTo>
                    <a:pt x="301006" y="662723"/>
                  </a:lnTo>
                  <a:lnTo>
                    <a:pt x="300966" y="662259"/>
                  </a:lnTo>
                  <a:lnTo>
                    <a:pt x="300144" y="661156"/>
                  </a:lnTo>
                  <a:lnTo>
                    <a:pt x="299365" y="660882"/>
                  </a:lnTo>
                  <a:lnTo>
                    <a:pt x="298881" y="660486"/>
                  </a:lnTo>
                  <a:lnTo>
                    <a:pt x="294872" y="659598"/>
                  </a:lnTo>
                  <a:lnTo>
                    <a:pt x="294348" y="657395"/>
                  </a:lnTo>
                  <a:lnTo>
                    <a:pt x="294068" y="655128"/>
                  </a:lnTo>
                  <a:lnTo>
                    <a:pt x="293303" y="652316"/>
                  </a:lnTo>
                  <a:lnTo>
                    <a:pt x="291384" y="651583"/>
                  </a:lnTo>
                  <a:lnTo>
                    <a:pt x="290343" y="650364"/>
                  </a:lnTo>
                  <a:lnTo>
                    <a:pt x="291167" y="649118"/>
                  </a:lnTo>
                  <a:lnTo>
                    <a:pt x="291527" y="647536"/>
                  </a:lnTo>
                  <a:lnTo>
                    <a:pt x="290637" y="646815"/>
                  </a:lnTo>
                  <a:lnTo>
                    <a:pt x="290070" y="645700"/>
                  </a:lnTo>
                  <a:lnTo>
                    <a:pt x="290153" y="644975"/>
                  </a:lnTo>
                  <a:lnTo>
                    <a:pt x="289432" y="643019"/>
                  </a:lnTo>
                  <a:lnTo>
                    <a:pt x="289218" y="641492"/>
                  </a:lnTo>
                  <a:lnTo>
                    <a:pt x="290042" y="640061"/>
                  </a:lnTo>
                  <a:lnTo>
                    <a:pt x="292309" y="638442"/>
                  </a:lnTo>
                  <a:lnTo>
                    <a:pt x="293039" y="637790"/>
                  </a:lnTo>
                  <a:lnTo>
                    <a:pt x="293421" y="637085"/>
                  </a:lnTo>
                  <a:lnTo>
                    <a:pt x="296024" y="635893"/>
                  </a:lnTo>
                  <a:lnTo>
                    <a:pt x="293810" y="635050"/>
                  </a:lnTo>
                  <a:lnTo>
                    <a:pt x="292424" y="634920"/>
                  </a:lnTo>
                  <a:lnTo>
                    <a:pt x="291414" y="635313"/>
                  </a:lnTo>
                  <a:lnTo>
                    <a:pt x="290481" y="636895"/>
                  </a:lnTo>
                  <a:lnTo>
                    <a:pt x="289609" y="637946"/>
                  </a:lnTo>
                  <a:lnTo>
                    <a:pt x="286213" y="638289"/>
                  </a:lnTo>
                  <a:lnTo>
                    <a:pt x="285713" y="637747"/>
                  </a:lnTo>
                  <a:lnTo>
                    <a:pt x="285477" y="635512"/>
                  </a:lnTo>
                  <a:lnTo>
                    <a:pt x="285671" y="633789"/>
                  </a:lnTo>
                  <a:lnTo>
                    <a:pt x="287080" y="631371"/>
                  </a:lnTo>
                  <a:lnTo>
                    <a:pt x="285454" y="630170"/>
                  </a:lnTo>
                  <a:lnTo>
                    <a:pt x="283964" y="629781"/>
                  </a:lnTo>
                  <a:lnTo>
                    <a:pt x="282269" y="628660"/>
                  </a:lnTo>
                  <a:lnTo>
                    <a:pt x="280704" y="627477"/>
                  </a:lnTo>
                  <a:lnTo>
                    <a:pt x="279360" y="626099"/>
                  </a:lnTo>
                  <a:lnTo>
                    <a:pt x="278051" y="624471"/>
                  </a:lnTo>
                  <a:lnTo>
                    <a:pt x="277631" y="624265"/>
                  </a:lnTo>
                  <a:lnTo>
                    <a:pt x="278104" y="622564"/>
                  </a:lnTo>
                  <a:lnTo>
                    <a:pt x="278370" y="621166"/>
                  </a:lnTo>
                  <a:lnTo>
                    <a:pt x="278411" y="618160"/>
                  </a:lnTo>
                  <a:lnTo>
                    <a:pt x="277884" y="616914"/>
                  </a:lnTo>
                  <a:lnTo>
                    <a:pt x="279056" y="614348"/>
                  </a:lnTo>
                  <a:lnTo>
                    <a:pt x="280632" y="611542"/>
                  </a:lnTo>
                  <a:lnTo>
                    <a:pt x="284123" y="607380"/>
                  </a:lnTo>
                  <a:lnTo>
                    <a:pt x="280432" y="609385"/>
                  </a:lnTo>
                  <a:lnTo>
                    <a:pt x="277395" y="613758"/>
                  </a:lnTo>
                  <a:lnTo>
                    <a:pt x="276757" y="613957"/>
                  </a:lnTo>
                  <a:lnTo>
                    <a:pt x="276533" y="613165"/>
                  </a:lnTo>
                  <a:lnTo>
                    <a:pt x="275381" y="610326"/>
                  </a:lnTo>
                  <a:lnTo>
                    <a:pt x="274512" y="609551"/>
                  </a:lnTo>
                  <a:lnTo>
                    <a:pt x="274123" y="608697"/>
                  </a:lnTo>
                  <a:lnTo>
                    <a:pt x="272396" y="607183"/>
                  </a:lnTo>
                  <a:lnTo>
                    <a:pt x="271645" y="606016"/>
                  </a:lnTo>
                  <a:lnTo>
                    <a:pt x="270582" y="603765"/>
                  </a:lnTo>
                  <a:lnTo>
                    <a:pt x="269069" y="601088"/>
                  </a:lnTo>
                  <a:lnTo>
                    <a:pt x="266916" y="595802"/>
                  </a:lnTo>
                  <a:lnTo>
                    <a:pt x="263445" y="589720"/>
                  </a:lnTo>
                  <a:lnTo>
                    <a:pt x="262589" y="586300"/>
                  </a:lnTo>
                  <a:lnTo>
                    <a:pt x="263664" y="581963"/>
                  </a:lnTo>
                  <a:lnTo>
                    <a:pt x="262474" y="578969"/>
                  </a:lnTo>
                  <a:lnTo>
                    <a:pt x="265774" y="577584"/>
                  </a:lnTo>
                  <a:lnTo>
                    <a:pt x="270495" y="576030"/>
                  </a:lnTo>
                  <a:lnTo>
                    <a:pt x="272940" y="574738"/>
                  </a:lnTo>
                  <a:lnTo>
                    <a:pt x="274351" y="574352"/>
                  </a:lnTo>
                  <a:lnTo>
                    <a:pt x="277351" y="574115"/>
                  </a:lnTo>
                  <a:lnTo>
                    <a:pt x="278353" y="572818"/>
                  </a:lnTo>
                  <a:lnTo>
                    <a:pt x="276684" y="573146"/>
                  </a:lnTo>
                  <a:lnTo>
                    <a:pt x="275566" y="572977"/>
                  </a:lnTo>
                  <a:lnTo>
                    <a:pt x="275496" y="572372"/>
                  </a:lnTo>
                  <a:lnTo>
                    <a:pt x="275910" y="571294"/>
                  </a:lnTo>
                  <a:lnTo>
                    <a:pt x="276177" y="569905"/>
                  </a:lnTo>
                  <a:lnTo>
                    <a:pt x="275605" y="570156"/>
                  </a:lnTo>
                  <a:lnTo>
                    <a:pt x="272673" y="572550"/>
                  </a:lnTo>
                  <a:lnTo>
                    <a:pt x="268338" y="574450"/>
                  </a:lnTo>
                  <a:lnTo>
                    <a:pt x="264953" y="575512"/>
                  </a:lnTo>
                  <a:lnTo>
                    <a:pt x="264404" y="575456"/>
                  </a:lnTo>
                  <a:lnTo>
                    <a:pt x="263220" y="576098"/>
                  </a:lnTo>
                  <a:lnTo>
                    <a:pt x="262539" y="576282"/>
                  </a:lnTo>
                  <a:lnTo>
                    <a:pt x="262013" y="576100"/>
                  </a:lnTo>
                  <a:lnTo>
                    <a:pt x="260814" y="574281"/>
                  </a:lnTo>
                  <a:lnTo>
                    <a:pt x="260496" y="573089"/>
                  </a:lnTo>
                  <a:lnTo>
                    <a:pt x="262644" y="569865"/>
                  </a:lnTo>
                  <a:lnTo>
                    <a:pt x="264248" y="565463"/>
                  </a:lnTo>
                  <a:lnTo>
                    <a:pt x="266373" y="562584"/>
                  </a:lnTo>
                  <a:lnTo>
                    <a:pt x="267874" y="562224"/>
                  </a:lnTo>
                  <a:lnTo>
                    <a:pt x="270384" y="562378"/>
                  </a:lnTo>
                  <a:lnTo>
                    <a:pt x="271268" y="562632"/>
                  </a:lnTo>
                  <a:lnTo>
                    <a:pt x="270986" y="560923"/>
                  </a:lnTo>
                  <a:lnTo>
                    <a:pt x="271091" y="560099"/>
                  </a:lnTo>
                  <a:lnTo>
                    <a:pt x="273126" y="559110"/>
                  </a:lnTo>
                  <a:lnTo>
                    <a:pt x="275498" y="558667"/>
                  </a:lnTo>
                  <a:lnTo>
                    <a:pt x="277188" y="558980"/>
                  </a:lnTo>
                  <a:lnTo>
                    <a:pt x="278252" y="560984"/>
                  </a:lnTo>
                  <a:lnTo>
                    <a:pt x="279618" y="564683"/>
                  </a:lnTo>
                  <a:lnTo>
                    <a:pt x="281459" y="565933"/>
                  </a:lnTo>
                  <a:lnTo>
                    <a:pt x="281379" y="564155"/>
                  </a:lnTo>
                  <a:lnTo>
                    <a:pt x="280423" y="561866"/>
                  </a:lnTo>
                  <a:lnTo>
                    <a:pt x="280069" y="558354"/>
                  </a:lnTo>
                  <a:lnTo>
                    <a:pt x="278857" y="556874"/>
                  </a:lnTo>
                  <a:lnTo>
                    <a:pt x="277882" y="556143"/>
                  </a:lnTo>
                  <a:lnTo>
                    <a:pt x="275191" y="556500"/>
                  </a:lnTo>
                  <a:lnTo>
                    <a:pt x="273572" y="553934"/>
                  </a:lnTo>
                  <a:lnTo>
                    <a:pt x="273205" y="552992"/>
                  </a:lnTo>
                  <a:lnTo>
                    <a:pt x="273163" y="551741"/>
                  </a:lnTo>
                  <a:lnTo>
                    <a:pt x="271548" y="548068"/>
                  </a:lnTo>
                  <a:lnTo>
                    <a:pt x="271029" y="546233"/>
                  </a:lnTo>
                  <a:lnTo>
                    <a:pt x="270172" y="543787"/>
                  </a:lnTo>
                  <a:lnTo>
                    <a:pt x="269716" y="543657"/>
                  </a:lnTo>
                  <a:lnTo>
                    <a:pt x="270295" y="546735"/>
                  </a:lnTo>
                  <a:lnTo>
                    <a:pt x="271053" y="548900"/>
                  </a:lnTo>
                  <a:lnTo>
                    <a:pt x="272132" y="553662"/>
                  </a:lnTo>
                  <a:lnTo>
                    <a:pt x="272666" y="555581"/>
                  </a:lnTo>
                  <a:lnTo>
                    <a:pt x="271943" y="557102"/>
                  </a:lnTo>
                  <a:lnTo>
                    <a:pt x="270575" y="558606"/>
                  </a:lnTo>
                  <a:lnTo>
                    <a:pt x="269365" y="559504"/>
                  </a:lnTo>
                  <a:lnTo>
                    <a:pt x="266508" y="560579"/>
                  </a:lnTo>
                  <a:lnTo>
                    <a:pt x="267122" y="558236"/>
                  </a:lnTo>
                  <a:lnTo>
                    <a:pt x="267516" y="555931"/>
                  </a:lnTo>
                  <a:lnTo>
                    <a:pt x="266079" y="556748"/>
                  </a:lnTo>
                  <a:lnTo>
                    <a:pt x="264743" y="558419"/>
                  </a:lnTo>
                  <a:lnTo>
                    <a:pt x="264283" y="560737"/>
                  </a:lnTo>
                  <a:lnTo>
                    <a:pt x="263425" y="562844"/>
                  </a:lnTo>
                  <a:lnTo>
                    <a:pt x="260879" y="568008"/>
                  </a:lnTo>
                  <a:lnTo>
                    <a:pt x="259876" y="570877"/>
                  </a:lnTo>
                  <a:lnTo>
                    <a:pt x="258927" y="572294"/>
                  </a:lnTo>
                  <a:lnTo>
                    <a:pt x="257846" y="572685"/>
                  </a:lnTo>
                  <a:lnTo>
                    <a:pt x="256907" y="571561"/>
                  </a:lnTo>
                  <a:lnTo>
                    <a:pt x="256111" y="568923"/>
                  </a:lnTo>
                  <a:lnTo>
                    <a:pt x="255738" y="566859"/>
                  </a:lnTo>
                  <a:lnTo>
                    <a:pt x="255693" y="561506"/>
                  </a:lnTo>
                  <a:lnTo>
                    <a:pt x="255794" y="559010"/>
                  </a:lnTo>
                  <a:lnTo>
                    <a:pt x="255360" y="555646"/>
                  </a:lnTo>
                  <a:lnTo>
                    <a:pt x="253985" y="547811"/>
                  </a:lnTo>
                  <a:lnTo>
                    <a:pt x="253694" y="545022"/>
                  </a:lnTo>
                  <a:lnTo>
                    <a:pt x="251367" y="543539"/>
                  </a:lnTo>
                  <a:lnTo>
                    <a:pt x="251334" y="543060"/>
                  </a:lnTo>
                  <a:lnTo>
                    <a:pt x="250724" y="541473"/>
                  </a:lnTo>
                  <a:lnTo>
                    <a:pt x="250256" y="539884"/>
                  </a:lnTo>
                  <a:lnTo>
                    <a:pt x="250644" y="539303"/>
                  </a:lnTo>
                  <a:lnTo>
                    <a:pt x="251197" y="538883"/>
                  </a:lnTo>
                  <a:lnTo>
                    <a:pt x="254675" y="536541"/>
                  </a:lnTo>
                  <a:lnTo>
                    <a:pt x="257252" y="533918"/>
                  </a:lnTo>
                  <a:lnTo>
                    <a:pt x="260332" y="529805"/>
                  </a:lnTo>
                  <a:lnTo>
                    <a:pt x="261590" y="528526"/>
                  </a:lnTo>
                  <a:lnTo>
                    <a:pt x="266109" y="527542"/>
                  </a:lnTo>
                  <a:lnTo>
                    <a:pt x="268115" y="527408"/>
                  </a:lnTo>
                  <a:lnTo>
                    <a:pt x="268097" y="526677"/>
                  </a:lnTo>
                  <a:lnTo>
                    <a:pt x="267424" y="526385"/>
                  </a:lnTo>
                  <a:lnTo>
                    <a:pt x="264371" y="526577"/>
                  </a:lnTo>
                  <a:lnTo>
                    <a:pt x="260303" y="528222"/>
                  </a:lnTo>
                  <a:lnTo>
                    <a:pt x="259607" y="528815"/>
                  </a:lnTo>
                  <a:lnTo>
                    <a:pt x="257827" y="531375"/>
                  </a:lnTo>
                  <a:lnTo>
                    <a:pt x="256454" y="532773"/>
                  </a:lnTo>
                  <a:lnTo>
                    <a:pt x="252593" y="535968"/>
                  </a:lnTo>
                  <a:lnTo>
                    <a:pt x="250088" y="535967"/>
                  </a:lnTo>
                  <a:lnTo>
                    <a:pt x="247501" y="532142"/>
                  </a:lnTo>
                  <a:lnTo>
                    <a:pt x="244614" y="532875"/>
                  </a:lnTo>
                  <a:lnTo>
                    <a:pt x="242664" y="532622"/>
                  </a:lnTo>
                  <a:lnTo>
                    <a:pt x="242096" y="532047"/>
                  </a:lnTo>
                  <a:lnTo>
                    <a:pt x="241667" y="526822"/>
                  </a:lnTo>
                  <a:lnTo>
                    <a:pt x="243239" y="520726"/>
                  </a:lnTo>
                  <a:lnTo>
                    <a:pt x="241543" y="520670"/>
                  </a:lnTo>
                  <a:lnTo>
                    <a:pt x="241192" y="520423"/>
                  </a:lnTo>
                  <a:lnTo>
                    <a:pt x="240297" y="519035"/>
                  </a:lnTo>
                  <a:lnTo>
                    <a:pt x="239713" y="518623"/>
                  </a:lnTo>
                  <a:lnTo>
                    <a:pt x="240146" y="517886"/>
                  </a:lnTo>
                  <a:lnTo>
                    <a:pt x="244330" y="515001"/>
                  </a:lnTo>
                  <a:lnTo>
                    <a:pt x="250586" y="509342"/>
                  </a:lnTo>
                  <a:lnTo>
                    <a:pt x="253280" y="507119"/>
                  </a:lnTo>
                  <a:lnTo>
                    <a:pt x="254942" y="506160"/>
                  </a:lnTo>
                  <a:lnTo>
                    <a:pt x="256198" y="505060"/>
                  </a:lnTo>
                  <a:lnTo>
                    <a:pt x="257728" y="502680"/>
                  </a:lnTo>
                  <a:lnTo>
                    <a:pt x="258233" y="501638"/>
                  </a:lnTo>
                  <a:lnTo>
                    <a:pt x="259086" y="500798"/>
                  </a:lnTo>
                  <a:lnTo>
                    <a:pt x="260884" y="499852"/>
                  </a:lnTo>
                  <a:lnTo>
                    <a:pt x="262850" y="498420"/>
                  </a:lnTo>
                  <a:lnTo>
                    <a:pt x="266040" y="495194"/>
                  </a:lnTo>
                  <a:lnTo>
                    <a:pt x="266454" y="494003"/>
                  </a:lnTo>
                  <a:lnTo>
                    <a:pt x="265762" y="493724"/>
                  </a:lnTo>
                  <a:lnTo>
                    <a:pt x="264271" y="494823"/>
                  </a:lnTo>
                  <a:lnTo>
                    <a:pt x="261238" y="497771"/>
                  </a:lnTo>
                  <a:lnTo>
                    <a:pt x="259074" y="499430"/>
                  </a:lnTo>
                  <a:lnTo>
                    <a:pt x="251693" y="506852"/>
                  </a:lnTo>
                  <a:lnTo>
                    <a:pt x="248550" y="509555"/>
                  </a:lnTo>
                  <a:lnTo>
                    <a:pt x="246840" y="511279"/>
                  </a:lnTo>
                  <a:lnTo>
                    <a:pt x="245514" y="512927"/>
                  </a:lnTo>
                  <a:lnTo>
                    <a:pt x="244109" y="514100"/>
                  </a:lnTo>
                  <a:lnTo>
                    <a:pt x="242625" y="514799"/>
                  </a:lnTo>
                  <a:lnTo>
                    <a:pt x="239458" y="515325"/>
                  </a:lnTo>
                  <a:lnTo>
                    <a:pt x="237903" y="515933"/>
                  </a:lnTo>
                  <a:lnTo>
                    <a:pt x="236966" y="515486"/>
                  </a:lnTo>
                  <a:lnTo>
                    <a:pt x="236553" y="511968"/>
                  </a:lnTo>
                  <a:lnTo>
                    <a:pt x="236868" y="509885"/>
                  </a:lnTo>
                  <a:lnTo>
                    <a:pt x="236719" y="507828"/>
                  </a:lnTo>
                  <a:lnTo>
                    <a:pt x="237508" y="504884"/>
                  </a:lnTo>
                  <a:lnTo>
                    <a:pt x="238681" y="502799"/>
                  </a:lnTo>
                  <a:lnTo>
                    <a:pt x="239173" y="501667"/>
                  </a:lnTo>
                  <a:lnTo>
                    <a:pt x="239384" y="500888"/>
                  </a:lnTo>
                  <a:lnTo>
                    <a:pt x="241803" y="498733"/>
                  </a:lnTo>
                  <a:lnTo>
                    <a:pt x="243136" y="497777"/>
                  </a:lnTo>
                  <a:lnTo>
                    <a:pt x="244079" y="495620"/>
                  </a:lnTo>
                  <a:lnTo>
                    <a:pt x="249448" y="494854"/>
                  </a:lnTo>
                  <a:lnTo>
                    <a:pt x="250831" y="494930"/>
                  </a:lnTo>
                  <a:lnTo>
                    <a:pt x="251567" y="494642"/>
                  </a:lnTo>
                  <a:lnTo>
                    <a:pt x="252117" y="494014"/>
                  </a:lnTo>
                  <a:lnTo>
                    <a:pt x="251588" y="493529"/>
                  </a:lnTo>
                  <a:lnTo>
                    <a:pt x="249979" y="493189"/>
                  </a:lnTo>
                  <a:lnTo>
                    <a:pt x="245702" y="493254"/>
                  </a:lnTo>
                  <a:lnTo>
                    <a:pt x="241750" y="492884"/>
                  </a:lnTo>
                  <a:lnTo>
                    <a:pt x="239947" y="492513"/>
                  </a:lnTo>
                  <a:lnTo>
                    <a:pt x="239077" y="492728"/>
                  </a:lnTo>
                  <a:lnTo>
                    <a:pt x="237640" y="492099"/>
                  </a:lnTo>
                  <a:lnTo>
                    <a:pt x="236071" y="490902"/>
                  </a:lnTo>
                  <a:lnTo>
                    <a:pt x="233637" y="486497"/>
                  </a:lnTo>
                  <a:lnTo>
                    <a:pt x="234612" y="480842"/>
                  </a:lnTo>
                  <a:lnTo>
                    <a:pt x="234696" y="478146"/>
                  </a:lnTo>
                  <a:lnTo>
                    <a:pt x="237790" y="475781"/>
                  </a:lnTo>
                  <a:lnTo>
                    <a:pt x="239444" y="474998"/>
                  </a:lnTo>
                  <a:lnTo>
                    <a:pt x="241792" y="473217"/>
                  </a:lnTo>
                  <a:lnTo>
                    <a:pt x="244927" y="470194"/>
                  </a:lnTo>
                  <a:lnTo>
                    <a:pt x="248667" y="468349"/>
                  </a:lnTo>
                  <a:lnTo>
                    <a:pt x="250573" y="468007"/>
                  </a:lnTo>
                  <a:lnTo>
                    <a:pt x="252157" y="468271"/>
                  </a:lnTo>
                  <a:lnTo>
                    <a:pt x="258013" y="470890"/>
                  </a:lnTo>
                  <a:lnTo>
                    <a:pt x="261024" y="471402"/>
                  </a:lnTo>
                  <a:lnTo>
                    <a:pt x="263670" y="470771"/>
                  </a:lnTo>
                  <a:lnTo>
                    <a:pt x="266992" y="471694"/>
                  </a:lnTo>
                  <a:lnTo>
                    <a:pt x="272866" y="475465"/>
                  </a:lnTo>
                  <a:lnTo>
                    <a:pt x="274000" y="474902"/>
                  </a:lnTo>
                  <a:lnTo>
                    <a:pt x="273671" y="473989"/>
                  </a:lnTo>
                  <a:lnTo>
                    <a:pt x="267120" y="470007"/>
                  </a:lnTo>
                  <a:lnTo>
                    <a:pt x="267158" y="468818"/>
                  </a:lnTo>
                  <a:lnTo>
                    <a:pt x="268835" y="468506"/>
                  </a:lnTo>
                  <a:lnTo>
                    <a:pt x="270625" y="467349"/>
                  </a:lnTo>
                  <a:lnTo>
                    <a:pt x="269615" y="466667"/>
                  </a:lnTo>
                  <a:lnTo>
                    <a:pt x="265263" y="467260"/>
                  </a:lnTo>
                  <a:lnTo>
                    <a:pt x="264008" y="468208"/>
                  </a:lnTo>
                  <a:lnTo>
                    <a:pt x="259788" y="468700"/>
                  </a:lnTo>
                  <a:lnTo>
                    <a:pt x="257584" y="467891"/>
                  </a:lnTo>
                  <a:lnTo>
                    <a:pt x="255605" y="467492"/>
                  </a:lnTo>
                  <a:lnTo>
                    <a:pt x="252636" y="465772"/>
                  </a:lnTo>
                  <a:lnTo>
                    <a:pt x="250151" y="466333"/>
                  </a:lnTo>
                  <a:lnTo>
                    <a:pt x="248583" y="467012"/>
                  </a:lnTo>
                  <a:lnTo>
                    <a:pt x="245805" y="467654"/>
                  </a:lnTo>
                  <a:lnTo>
                    <a:pt x="244803" y="468111"/>
                  </a:lnTo>
                  <a:lnTo>
                    <a:pt x="239383" y="473524"/>
                  </a:lnTo>
                  <a:lnTo>
                    <a:pt x="237102" y="474650"/>
                  </a:lnTo>
                  <a:lnTo>
                    <a:pt x="235479" y="474279"/>
                  </a:lnTo>
                  <a:lnTo>
                    <a:pt x="236619" y="470756"/>
                  </a:lnTo>
                  <a:lnTo>
                    <a:pt x="236947" y="469365"/>
                  </a:lnTo>
                  <a:lnTo>
                    <a:pt x="236945" y="467850"/>
                  </a:lnTo>
                  <a:lnTo>
                    <a:pt x="237419" y="465775"/>
                  </a:lnTo>
                  <a:lnTo>
                    <a:pt x="240196" y="461824"/>
                  </a:lnTo>
                  <a:lnTo>
                    <a:pt x="241943" y="457497"/>
                  </a:lnTo>
                  <a:lnTo>
                    <a:pt x="242681" y="454814"/>
                  </a:lnTo>
                  <a:lnTo>
                    <a:pt x="244045" y="454514"/>
                  </a:lnTo>
                  <a:lnTo>
                    <a:pt x="245910" y="454909"/>
                  </a:lnTo>
                  <a:lnTo>
                    <a:pt x="251509" y="456649"/>
                  </a:lnTo>
                  <a:lnTo>
                    <a:pt x="256169" y="458722"/>
                  </a:lnTo>
                  <a:lnTo>
                    <a:pt x="259606" y="459277"/>
                  </a:lnTo>
                  <a:lnTo>
                    <a:pt x="261865" y="459334"/>
                  </a:lnTo>
                  <a:lnTo>
                    <a:pt x="262834" y="458673"/>
                  </a:lnTo>
                  <a:lnTo>
                    <a:pt x="263597" y="457523"/>
                  </a:lnTo>
                  <a:lnTo>
                    <a:pt x="263891" y="456727"/>
                  </a:lnTo>
                  <a:lnTo>
                    <a:pt x="264113" y="455097"/>
                  </a:lnTo>
                  <a:lnTo>
                    <a:pt x="264372" y="454518"/>
                  </a:lnTo>
                  <a:lnTo>
                    <a:pt x="265127" y="453807"/>
                  </a:lnTo>
                  <a:lnTo>
                    <a:pt x="266673" y="451334"/>
                  </a:lnTo>
                  <a:lnTo>
                    <a:pt x="267143" y="449571"/>
                  </a:lnTo>
                  <a:lnTo>
                    <a:pt x="266637" y="448545"/>
                  </a:lnTo>
                  <a:lnTo>
                    <a:pt x="265609" y="448650"/>
                  </a:lnTo>
                  <a:lnTo>
                    <a:pt x="263602" y="449325"/>
                  </a:lnTo>
                  <a:lnTo>
                    <a:pt x="263332" y="449607"/>
                  </a:lnTo>
                  <a:lnTo>
                    <a:pt x="263369" y="450156"/>
                  </a:lnTo>
                  <a:lnTo>
                    <a:pt x="261427" y="452885"/>
                  </a:lnTo>
                  <a:lnTo>
                    <a:pt x="259309" y="453512"/>
                  </a:lnTo>
                  <a:lnTo>
                    <a:pt x="254441" y="454429"/>
                  </a:lnTo>
                  <a:lnTo>
                    <a:pt x="252220" y="454493"/>
                  </a:lnTo>
                  <a:lnTo>
                    <a:pt x="248273" y="453225"/>
                  </a:lnTo>
                  <a:lnTo>
                    <a:pt x="247676" y="452728"/>
                  </a:lnTo>
                  <a:lnTo>
                    <a:pt x="247265" y="451797"/>
                  </a:lnTo>
                  <a:lnTo>
                    <a:pt x="242422" y="452008"/>
                  </a:lnTo>
                  <a:lnTo>
                    <a:pt x="240974" y="452288"/>
                  </a:lnTo>
                  <a:lnTo>
                    <a:pt x="239823" y="452166"/>
                  </a:lnTo>
                  <a:lnTo>
                    <a:pt x="240387" y="450547"/>
                  </a:lnTo>
                  <a:lnTo>
                    <a:pt x="241919" y="448749"/>
                  </a:lnTo>
                  <a:lnTo>
                    <a:pt x="244064" y="442902"/>
                  </a:lnTo>
                  <a:lnTo>
                    <a:pt x="245861" y="441406"/>
                  </a:lnTo>
                  <a:lnTo>
                    <a:pt x="249430" y="440010"/>
                  </a:lnTo>
                  <a:lnTo>
                    <a:pt x="253154" y="440235"/>
                  </a:lnTo>
                  <a:lnTo>
                    <a:pt x="259597" y="444754"/>
                  </a:lnTo>
                  <a:lnTo>
                    <a:pt x="261541" y="445150"/>
                  </a:lnTo>
                  <a:lnTo>
                    <a:pt x="263323" y="444785"/>
                  </a:lnTo>
                  <a:lnTo>
                    <a:pt x="267586" y="443270"/>
                  </a:lnTo>
                  <a:lnTo>
                    <a:pt x="268368" y="442657"/>
                  </a:lnTo>
                  <a:lnTo>
                    <a:pt x="269900" y="440781"/>
                  </a:lnTo>
                  <a:lnTo>
                    <a:pt x="271691" y="437572"/>
                  </a:lnTo>
                  <a:lnTo>
                    <a:pt x="271603" y="436812"/>
                  </a:lnTo>
                  <a:lnTo>
                    <a:pt x="268858" y="438605"/>
                  </a:lnTo>
                  <a:lnTo>
                    <a:pt x="267393" y="439089"/>
                  </a:lnTo>
                  <a:lnTo>
                    <a:pt x="266153" y="439089"/>
                  </a:lnTo>
                  <a:lnTo>
                    <a:pt x="267305" y="433223"/>
                  </a:lnTo>
                  <a:lnTo>
                    <a:pt x="267753" y="428729"/>
                  </a:lnTo>
                  <a:lnTo>
                    <a:pt x="268183" y="427614"/>
                  </a:lnTo>
                  <a:lnTo>
                    <a:pt x="271794" y="427951"/>
                  </a:lnTo>
                  <a:lnTo>
                    <a:pt x="276725" y="427344"/>
                  </a:lnTo>
                  <a:lnTo>
                    <a:pt x="277901" y="426363"/>
                  </a:lnTo>
                  <a:lnTo>
                    <a:pt x="277882" y="425927"/>
                  </a:lnTo>
                  <a:lnTo>
                    <a:pt x="275902" y="425331"/>
                  </a:lnTo>
                  <a:lnTo>
                    <a:pt x="274949" y="424080"/>
                  </a:lnTo>
                  <a:lnTo>
                    <a:pt x="273290" y="424476"/>
                  </a:lnTo>
                  <a:lnTo>
                    <a:pt x="271068" y="425309"/>
                  </a:lnTo>
                  <a:lnTo>
                    <a:pt x="268281" y="425214"/>
                  </a:lnTo>
                  <a:lnTo>
                    <a:pt x="268517" y="423284"/>
                  </a:lnTo>
                  <a:lnTo>
                    <a:pt x="270560" y="419236"/>
                  </a:lnTo>
                  <a:lnTo>
                    <a:pt x="270771" y="417391"/>
                  </a:lnTo>
                  <a:lnTo>
                    <a:pt x="271568" y="413703"/>
                  </a:lnTo>
                  <a:lnTo>
                    <a:pt x="271648" y="411812"/>
                  </a:lnTo>
                  <a:lnTo>
                    <a:pt x="272682" y="409971"/>
                  </a:lnTo>
                  <a:lnTo>
                    <a:pt x="275905" y="408659"/>
                  </a:lnTo>
                  <a:lnTo>
                    <a:pt x="277258" y="407876"/>
                  </a:lnTo>
                  <a:lnTo>
                    <a:pt x="277332" y="407019"/>
                  </a:lnTo>
                  <a:lnTo>
                    <a:pt x="275400" y="403752"/>
                  </a:lnTo>
                  <a:lnTo>
                    <a:pt x="275891" y="402851"/>
                  </a:lnTo>
                  <a:lnTo>
                    <a:pt x="277406" y="402028"/>
                  </a:lnTo>
                  <a:lnTo>
                    <a:pt x="277971" y="401428"/>
                  </a:lnTo>
                  <a:lnTo>
                    <a:pt x="277585" y="401053"/>
                  </a:lnTo>
                  <a:lnTo>
                    <a:pt x="276189" y="400692"/>
                  </a:lnTo>
                  <a:lnTo>
                    <a:pt x="274045" y="401413"/>
                  </a:lnTo>
                  <a:lnTo>
                    <a:pt x="271670" y="401760"/>
                  </a:lnTo>
                  <a:lnTo>
                    <a:pt x="269567" y="400676"/>
                  </a:lnTo>
                  <a:lnTo>
                    <a:pt x="267926" y="400158"/>
                  </a:lnTo>
                  <a:lnTo>
                    <a:pt x="266887" y="400321"/>
                  </a:lnTo>
                  <a:lnTo>
                    <a:pt x="264062" y="402174"/>
                  </a:lnTo>
                  <a:lnTo>
                    <a:pt x="263072" y="402234"/>
                  </a:lnTo>
                  <a:lnTo>
                    <a:pt x="261850" y="401721"/>
                  </a:lnTo>
                  <a:lnTo>
                    <a:pt x="253748" y="400113"/>
                  </a:lnTo>
                  <a:lnTo>
                    <a:pt x="252744" y="399546"/>
                  </a:lnTo>
                  <a:lnTo>
                    <a:pt x="249842" y="396769"/>
                  </a:lnTo>
                  <a:lnTo>
                    <a:pt x="247450" y="394937"/>
                  </a:lnTo>
                  <a:lnTo>
                    <a:pt x="244267" y="392934"/>
                  </a:lnTo>
                  <a:lnTo>
                    <a:pt x="240139" y="391415"/>
                  </a:lnTo>
                  <a:lnTo>
                    <a:pt x="235068" y="390374"/>
                  </a:lnTo>
                  <a:lnTo>
                    <a:pt x="232033" y="389395"/>
                  </a:lnTo>
                  <a:lnTo>
                    <a:pt x="230537" y="388014"/>
                  </a:lnTo>
                  <a:lnTo>
                    <a:pt x="227975" y="384977"/>
                  </a:lnTo>
                  <a:lnTo>
                    <a:pt x="226027" y="382445"/>
                  </a:lnTo>
                  <a:lnTo>
                    <a:pt x="225662" y="381192"/>
                  </a:lnTo>
                  <a:lnTo>
                    <a:pt x="226806" y="379645"/>
                  </a:lnTo>
                  <a:lnTo>
                    <a:pt x="227972" y="378535"/>
                  </a:lnTo>
                  <a:lnTo>
                    <a:pt x="230165" y="377621"/>
                  </a:lnTo>
                  <a:lnTo>
                    <a:pt x="233949" y="377923"/>
                  </a:lnTo>
                  <a:lnTo>
                    <a:pt x="235982" y="378331"/>
                  </a:lnTo>
                  <a:lnTo>
                    <a:pt x="238220" y="379203"/>
                  </a:lnTo>
                  <a:lnTo>
                    <a:pt x="239911" y="379367"/>
                  </a:lnTo>
                  <a:lnTo>
                    <a:pt x="243424" y="379120"/>
                  </a:lnTo>
                  <a:lnTo>
                    <a:pt x="246995" y="379676"/>
                  </a:lnTo>
                  <a:lnTo>
                    <a:pt x="249111" y="380286"/>
                  </a:lnTo>
                  <a:lnTo>
                    <a:pt x="251890" y="381562"/>
                  </a:lnTo>
                  <a:lnTo>
                    <a:pt x="259559" y="386985"/>
                  </a:lnTo>
                  <a:lnTo>
                    <a:pt x="262759" y="388870"/>
                  </a:lnTo>
                  <a:lnTo>
                    <a:pt x="264150" y="389096"/>
                  </a:lnTo>
                  <a:lnTo>
                    <a:pt x="269886" y="391110"/>
                  </a:lnTo>
                  <a:lnTo>
                    <a:pt x="270806" y="391073"/>
                  </a:lnTo>
                  <a:lnTo>
                    <a:pt x="273153" y="390128"/>
                  </a:lnTo>
                  <a:lnTo>
                    <a:pt x="273386" y="389516"/>
                  </a:lnTo>
                  <a:lnTo>
                    <a:pt x="272593" y="388913"/>
                  </a:lnTo>
                  <a:lnTo>
                    <a:pt x="270061" y="388444"/>
                  </a:lnTo>
                  <a:lnTo>
                    <a:pt x="267092" y="386221"/>
                  </a:lnTo>
                  <a:lnTo>
                    <a:pt x="265247" y="384457"/>
                  </a:lnTo>
                  <a:lnTo>
                    <a:pt x="265036" y="381539"/>
                  </a:lnTo>
                  <a:lnTo>
                    <a:pt x="265277" y="379904"/>
                  </a:lnTo>
                  <a:lnTo>
                    <a:pt x="265741" y="379161"/>
                  </a:lnTo>
                  <a:lnTo>
                    <a:pt x="266064" y="376659"/>
                  </a:lnTo>
                  <a:lnTo>
                    <a:pt x="264343" y="375172"/>
                  </a:lnTo>
                  <a:lnTo>
                    <a:pt x="263140" y="374702"/>
                  </a:lnTo>
                  <a:lnTo>
                    <a:pt x="259943" y="372535"/>
                  </a:lnTo>
                  <a:lnTo>
                    <a:pt x="259676" y="371997"/>
                  </a:lnTo>
                  <a:lnTo>
                    <a:pt x="261208" y="371743"/>
                  </a:lnTo>
                  <a:lnTo>
                    <a:pt x="262710" y="371892"/>
                  </a:lnTo>
                  <a:lnTo>
                    <a:pt x="265935" y="372990"/>
                  </a:lnTo>
                  <a:lnTo>
                    <a:pt x="267625" y="373141"/>
                  </a:lnTo>
                  <a:lnTo>
                    <a:pt x="268855" y="372711"/>
                  </a:lnTo>
                  <a:lnTo>
                    <a:pt x="268997" y="372267"/>
                  </a:lnTo>
                  <a:lnTo>
                    <a:pt x="267037" y="371022"/>
                  </a:lnTo>
                  <a:lnTo>
                    <a:pt x="264583" y="368788"/>
                  </a:lnTo>
                  <a:lnTo>
                    <a:pt x="259459" y="368461"/>
                  </a:lnTo>
                  <a:lnTo>
                    <a:pt x="256133" y="368712"/>
                  </a:lnTo>
                  <a:lnTo>
                    <a:pt x="254008" y="367946"/>
                  </a:lnTo>
                  <a:lnTo>
                    <a:pt x="251746" y="366701"/>
                  </a:lnTo>
                  <a:lnTo>
                    <a:pt x="250294" y="366383"/>
                  </a:lnTo>
                  <a:lnTo>
                    <a:pt x="247327" y="367164"/>
                  </a:lnTo>
                  <a:lnTo>
                    <a:pt x="245826" y="367262"/>
                  </a:lnTo>
                  <a:lnTo>
                    <a:pt x="244457" y="366988"/>
                  </a:lnTo>
                  <a:lnTo>
                    <a:pt x="243107" y="363060"/>
                  </a:lnTo>
                  <a:lnTo>
                    <a:pt x="243466" y="361883"/>
                  </a:lnTo>
                  <a:lnTo>
                    <a:pt x="244525" y="361374"/>
                  </a:lnTo>
                  <a:lnTo>
                    <a:pt x="245325" y="360107"/>
                  </a:lnTo>
                  <a:lnTo>
                    <a:pt x="245885" y="358782"/>
                  </a:lnTo>
                  <a:lnTo>
                    <a:pt x="247643" y="357487"/>
                  </a:lnTo>
                  <a:lnTo>
                    <a:pt x="257294" y="354602"/>
                  </a:lnTo>
                  <a:lnTo>
                    <a:pt x="259730" y="352457"/>
                  </a:lnTo>
                  <a:lnTo>
                    <a:pt x="259623" y="352127"/>
                  </a:lnTo>
                  <a:lnTo>
                    <a:pt x="257980" y="352525"/>
                  </a:lnTo>
                  <a:lnTo>
                    <a:pt x="255880" y="353491"/>
                  </a:lnTo>
                  <a:lnTo>
                    <a:pt x="254475" y="353691"/>
                  </a:lnTo>
                  <a:lnTo>
                    <a:pt x="248792" y="352441"/>
                  </a:lnTo>
                  <a:lnTo>
                    <a:pt x="247906" y="352725"/>
                  </a:lnTo>
                  <a:lnTo>
                    <a:pt x="245605" y="354520"/>
                  </a:lnTo>
                  <a:lnTo>
                    <a:pt x="242484" y="356469"/>
                  </a:lnTo>
                  <a:lnTo>
                    <a:pt x="241045" y="356351"/>
                  </a:lnTo>
                  <a:lnTo>
                    <a:pt x="239120" y="355197"/>
                  </a:lnTo>
                  <a:lnTo>
                    <a:pt x="238815" y="354376"/>
                  </a:lnTo>
                  <a:lnTo>
                    <a:pt x="238677" y="353389"/>
                  </a:lnTo>
                  <a:lnTo>
                    <a:pt x="240790" y="352039"/>
                  </a:lnTo>
                  <a:lnTo>
                    <a:pt x="241470" y="351321"/>
                  </a:lnTo>
                  <a:lnTo>
                    <a:pt x="242837" y="349400"/>
                  </a:lnTo>
                  <a:lnTo>
                    <a:pt x="242767" y="348447"/>
                  </a:lnTo>
                  <a:lnTo>
                    <a:pt x="240433" y="348970"/>
                  </a:lnTo>
                  <a:lnTo>
                    <a:pt x="240129" y="348087"/>
                  </a:lnTo>
                  <a:lnTo>
                    <a:pt x="240167" y="346572"/>
                  </a:lnTo>
                  <a:lnTo>
                    <a:pt x="239940" y="344656"/>
                  </a:lnTo>
                  <a:lnTo>
                    <a:pt x="239367" y="342764"/>
                  </a:lnTo>
                  <a:lnTo>
                    <a:pt x="237451" y="339860"/>
                  </a:lnTo>
                  <a:lnTo>
                    <a:pt x="236656" y="339112"/>
                  </a:lnTo>
                  <a:lnTo>
                    <a:pt x="236001" y="338039"/>
                  </a:lnTo>
                  <a:lnTo>
                    <a:pt x="234557" y="334111"/>
                  </a:lnTo>
                  <a:lnTo>
                    <a:pt x="234975" y="333129"/>
                  </a:lnTo>
                  <a:lnTo>
                    <a:pt x="236258" y="332384"/>
                  </a:lnTo>
                  <a:lnTo>
                    <a:pt x="236504" y="332041"/>
                  </a:lnTo>
                  <a:lnTo>
                    <a:pt x="233438" y="332658"/>
                  </a:lnTo>
                  <a:lnTo>
                    <a:pt x="233103" y="333337"/>
                  </a:lnTo>
                  <a:lnTo>
                    <a:pt x="233681" y="334336"/>
                  </a:lnTo>
                  <a:lnTo>
                    <a:pt x="234093" y="335670"/>
                  </a:lnTo>
                  <a:lnTo>
                    <a:pt x="234339" y="337336"/>
                  </a:lnTo>
                  <a:lnTo>
                    <a:pt x="234767" y="338795"/>
                  </a:lnTo>
                  <a:lnTo>
                    <a:pt x="235877" y="340392"/>
                  </a:lnTo>
                  <a:lnTo>
                    <a:pt x="236765" y="341235"/>
                  </a:lnTo>
                  <a:lnTo>
                    <a:pt x="238212" y="343458"/>
                  </a:lnTo>
                  <a:lnTo>
                    <a:pt x="238844" y="345902"/>
                  </a:lnTo>
                  <a:lnTo>
                    <a:pt x="238658" y="347191"/>
                  </a:lnTo>
                  <a:lnTo>
                    <a:pt x="237534" y="348502"/>
                  </a:lnTo>
                  <a:lnTo>
                    <a:pt x="235723" y="349918"/>
                  </a:lnTo>
                  <a:lnTo>
                    <a:pt x="235174" y="351089"/>
                  </a:lnTo>
                  <a:lnTo>
                    <a:pt x="234930" y="352256"/>
                  </a:lnTo>
                  <a:lnTo>
                    <a:pt x="233518" y="353336"/>
                  </a:lnTo>
                  <a:lnTo>
                    <a:pt x="232651" y="352932"/>
                  </a:lnTo>
                  <a:lnTo>
                    <a:pt x="231965" y="352867"/>
                  </a:lnTo>
                  <a:lnTo>
                    <a:pt x="232775" y="354793"/>
                  </a:lnTo>
                  <a:lnTo>
                    <a:pt x="233296" y="356765"/>
                  </a:lnTo>
                  <a:lnTo>
                    <a:pt x="232668" y="358743"/>
                  </a:lnTo>
                  <a:lnTo>
                    <a:pt x="230990" y="359939"/>
                  </a:lnTo>
                  <a:lnTo>
                    <a:pt x="230080" y="359976"/>
                  </a:lnTo>
                  <a:lnTo>
                    <a:pt x="228290" y="360945"/>
                  </a:lnTo>
                  <a:lnTo>
                    <a:pt x="223708" y="361454"/>
                  </a:lnTo>
                  <a:lnTo>
                    <a:pt x="222113" y="361216"/>
                  </a:lnTo>
                  <a:lnTo>
                    <a:pt x="219188" y="360232"/>
                  </a:lnTo>
                  <a:lnTo>
                    <a:pt x="215720" y="359696"/>
                  </a:lnTo>
                  <a:lnTo>
                    <a:pt x="214344" y="358365"/>
                  </a:lnTo>
                  <a:lnTo>
                    <a:pt x="212541" y="355950"/>
                  </a:lnTo>
                  <a:lnTo>
                    <a:pt x="211630" y="353786"/>
                  </a:lnTo>
                  <a:lnTo>
                    <a:pt x="211612" y="351873"/>
                  </a:lnTo>
                  <a:lnTo>
                    <a:pt x="212100" y="350480"/>
                  </a:lnTo>
                  <a:lnTo>
                    <a:pt x="213094" y="349605"/>
                  </a:lnTo>
                  <a:lnTo>
                    <a:pt x="214288" y="344008"/>
                  </a:lnTo>
                  <a:lnTo>
                    <a:pt x="215977" y="339486"/>
                  </a:lnTo>
                  <a:lnTo>
                    <a:pt x="220230" y="334826"/>
                  </a:lnTo>
                  <a:lnTo>
                    <a:pt x="221443" y="333140"/>
                  </a:lnTo>
                  <a:lnTo>
                    <a:pt x="221844" y="332234"/>
                  </a:lnTo>
                  <a:lnTo>
                    <a:pt x="221838" y="331546"/>
                  </a:lnTo>
                  <a:lnTo>
                    <a:pt x="221150" y="331109"/>
                  </a:lnTo>
                  <a:lnTo>
                    <a:pt x="215921" y="336860"/>
                  </a:lnTo>
                  <a:lnTo>
                    <a:pt x="212696" y="337472"/>
                  </a:lnTo>
                  <a:lnTo>
                    <a:pt x="211734" y="336179"/>
                  </a:lnTo>
                  <a:lnTo>
                    <a:pt x="212025" y="333879"/>
                  </a:lnTo>
                  <a:lnTo>
                    <a:pt x="212599" y="333345"/>
                  </a:lnTo>
                  <a:lnTo>
                    <a:pt x="215208" y="333563"/>
                  </a:lnTo>
                  <a:lnTo>
                    <a:pt x="216222" y="332285"/>
                  </a:lnTo>
                  <a:lnTo>
                    <a:pt x="214590" y="330350"/>
                  </a:lnTo>
                  <a:lnTo>
                    <a:pt x="212853" y="329844"/>
                  </a:lnTo>
                  <a:lnTo>
                    <a:pt x="212446" y="329357"/>
                  </a:lnTo>
                  <a:lnTo>
                    <a:pt x="214235" y="327886"/>
                  </a:lnTo>
                  <a:lnTo>
                    <a:pt x="218367" y="327994"/>
                  </a:lnTo>
                  <a:lnTo>
                    <a:pt x="219301" y="326965"/>
                  </a:lnTo>
                  <a:lnTo>
                    <a:pt x="220797" y="325856"/>
                  </a:lnTo>
                  <a:lnTo>
                    <a:pt x="222458" y="323798"/>
                  </a:lnTo>
                  <a:lnTo>
                    <a:pt x="223079" y="322067"/>
                  </a:lnTo>
                  <a:lnTo>
                    <a:pt x="223219" y="320581"/>
                  </a:lnTo>
                  <a:lnTo>
                    <a:pt x="222861" y="319382"/>
                  </a:lnTo>
                  <a:lnTo>
                    <a:pt x="222822" y="318180"/>
                  </a:lnTo>
                  <a:lnTo>
                    <a:pt x="223105" y="316975"/>
                  </a:lnTo>
                  <a:lnTo>
                    <a:pt x="222671" y="315643"/>
                  </a:lnTo>
                  <a:lnTo>
                    <a:pt x="221522" y="314188"/>
                  </a:lnTo>
                  <a:lnTo>
                    <a:pt x="218969" y="312761"/>
                  </a:lnTo>
                  <a:lnTo>
                    <a:pt x="218218" y="314371"/>
                  </a:lnTo>
                  <a:lnTo>
                    <a:pt x="217423" y="315033"/>
                  </a:lnTo>
                  <a:lnTo>
                    <a:pt x="216306" y="315182"/>
                  </a:lnTo>
                  <a:lnTo>
                    <a:pt x="215276" y="314503"/>
                  </a:lnTo>
                  <a:lnTo>
                    <a:pt x="214201" y="314260"/>
                  </a:lnTo>
                  <a:lnTo>
                    <a:pt x="213145" y="313654"/>
                  </a:lnTo>
                  <a:lnTo>
                    <a:pt x="212048" y="313462"/>
                  </a:lnTo>
                  <a:lnTo>
                    <a:pt x="211621" y="312974"/>
                  </a:lnTo>
                  <a:lnTo>
                    <a:pt x="211347" y="311609"/>
                  </a:lnTo>
                  <a:lnTo>
                    <a:pt x="211323" y="309873"/>
                  </a:lnTo>
                  <a:lnTo>
                    <a:pt x="212563" y="309063"/>
                  </a:lnTo>
                  <a:lnTo>
                    <a:pt x="214289" y="308424"/>
                  </a:lnTo>
                  <a:lnTo>
                    <a:pt x="215445" y="307212"/>
                  </a:lnTo>
                  <a:lnTo>
                    <a:pt x="216204" y="305457"/>
                  </a:lnTo>
                  <a:lnTo>
                    <a:pt x="216314" y="303542"/>
                  </a:lnTo>
                  <a:lnTo>
                    <a:pt x="215774" y="301466"/>
                  </a:lnTo>
                  <a:lnTo>
                    <a:pt x="214371" y="299600"/>
                  </a:lnTo>
                  <a:lnTo>
                    <a:pt x="211774" y="301416"/>
                  </a:lnTo>
                  <a:lnTo>
                    <a:pt x="210754" y="301862"/>
                  </a:lnTo>
                  <a:lnTo>
                    <a:pt x="210519" y="300563"/>
                  </a:lnTo>
                  <a:lnTo>
                    <a:pt x="210159" y="299600"/>
                  </a:lnTo>
                  <a:lnTo>
                    <a:pt x="209067" y="298296"/>
                  </a:lnTo>
                  <a:lnTo>
                    <a:pt x="207630" y="297346"/>
                  </a:lnTo>
                  <a:lnTo>
                    <a:pt x="206247" y="296715"/>
                  </a:lnTo>
                  <a:lnTo>
                    <a:pt x="206184" y="295751"/>
                  </a:lnTo>
                  <a:lnTo>
                    <a:pt x="206512" y="294666"/>
                  </a:lnTo>
                  <a:lnTo>
                    <a:pt x="207124" y="293401"/>
                  </a:lnTo>
                  <a:lnTo>
                    <a:pt x="207921" y="290763"/>
                  </a:lnTo>
                  <a:lnTo>
                    <a:pt x="208799" y="290998"/>
                  </a:lnTo>
                  <a:lnTo>
                    <a:pt x="209527" y="290759"/>
                  </a:lnTo>
                  <a:lnTo>
                    <a:pt x="209106" y="288580"/>
                  </a:lnTo>
                  <a:lnTo>
                    <a:pt x="208401" y="286749"/>
                  </a:lnTo>
                  <a:lnTo>
                    <a:pt x="207574" y="285709"/>
                  </a:lnTo>
                  <a:lnTo>
                    <a:pt x="207545" y="285256"/>
                  </a:lnTo>
                  <a:lnTo>
                    <a:pt x="207353" y="284726"/>
                  </a:lnTo>
                  <a:lnTo>
                    <a:pt x="206714" y="283444"/>
                  </a:lnTo>
                  <a:lnTo>
                    <a:pt x="205999" y="282505"/>
                  </a:lnTo>
                  <a:lnTo>
                    <a:pt x="204750" y="279844"/>
                  </a:lnTo>
                  <a:lnTo>
                    <a:pt x="203848" y="278830"/>
                  </a:lnTo>
                  <a:lnTo>
                    <a:pt x="202692" y="278304"/>
                  </a:lnTo>
                  <a:lnTo>
                    <a:pt x="201446" y="278275"/>
                  </a:lnTo>
                  <a:lnTo>
                    <a:pt x="199447" y="278974"/>
                  </a:lnTo>
                  <a:lnTo>
                    <a:pt x="195756" y="279782"/>
                  </a:lnTo>
                  <a:lnTo>
                    <a:pt x="192833" y="280166"/>
                  </a:lnTo>
                  <a:lnTo>
                    <a:pt x="192346" y="279957"/>
                  </a:lnTo>
                  <a:lnTo>
                    <a:pt x="193808" y="278946"/>
                  </a:lnTo>
                  <a:lnTo>
                    <a:pt x="195963" y="277895"/>
                  </a:lnTo>
                  <a:lnTo>
                    <a:pt x="198815" y="277182"/>
                  </a:lnTo>
                  <a:lnTo>
                    <a:pt x="199647" y="275433"/>
                  </a:lnTo>
                  <a:lnTo>
                    <a:pt x="199339" y="273920"/>
                  </a:lnTo>
                  <a:lnTo>
                    <a:pt x="199458" y="272486"/>
                  </a:lnTo>
                  <a:lnTo>
                    <a:pt x="198675" y="270975"/>
                  </a:lnTo>
                  <a:lnTo>
                    <a:pt x="199436" y="270138"/>
                  </a:lnTo>
                  <a:lnTo>
                    <a:pt x="202033" y="269295"/>
                  </a:lnTo>
                  <a:lnTo>
                    <a:pt x="203209" y="269166"/>
                  </a:lnTo>
                  <a:lnTo>
                    <a:pt x="204379" y="268092"/>
                  </a:lnTo>
                  <a:lnTo>
                    <a:pt x="201089" y="265507"/>
                  </a:lnTo>
                  <a:lnTo>
                    <a:pt x="197643" y="263811"/>
                  </a:lnTo>
                  <a:lnTo>
                    <a:pt x="196782" y="263123"/>
                  </a:lnTo>
                  <a:lnTo>
                    <a:pt x="196024" y="261989"/>
                  </a:lnTo>
                  <a:lnTo>
                    <a:pt x="195370" y="260411"/>
                  </a:lnTo>
                  <a:lnTo>
                    <a:pt x="194307" y="258831"/>
                  </a:lnTo>
                  <a:lnTo>
                    <a:pt x="192836" y="257249"/>
                  </a:lnTo>
                  <a:lnTo>
                    <a:pt x="190690" y="255721"/>
                  </a:lnTo>
                  <a:lnTo>
                    <a:pt x="185157" y="252928"/>
                  </a:lnTo>
                  <a:lnTo>
                    <a:pt x="183258" y="251002"/>
                  </a:lnTo>
                  <a:lnTo>
                    <a:pt x="181509" y="248054"/>
                  </a:lnTo>
                  <a:lnTo>
                    <a:pt x="180634" y="246797"/>
                  </a:lnTo>
                  <a:lnTo>
                    <a:pt x="179726" y="245867"/>
                  </a:lnTo>
                  <a:lnTo>
                    <a:pt x="175873" y="243687"/>
                  </a:lnTo>
                  <a:lnTo>
                    <a:pt x="175405" y="242725"/>
                  </a:lnTo>
                  <a:lnTo>
                    <a:pt x="179382" y="240161"/>
                  </a:lnTo>
                  <a:lnTo>
                    <a:pt x="179771" y="239138"/>
                  </a:lnTo>
                  <a:lnTo>
                    <a:pt x="178147" y="236026"/>
                  </a:lnTo>
                  <a:lnTo>
                    <a:pt x="176482" y="233749"/>
                  </a:lnTo>
                  <a:lnTo>
                    <a:pt x="174669" y="232941"/>
                  </a:lnTo>
                  <a:lnTo>
                    <a:pt x="171975" y="232525"/>
                  </a:lnTo>
                  <a:lnTo>
                    <a:pt x="169505" y="231514"/>
                  </a:lnTo>
                  <a:lnTo>
                    <a:pt x="167259" y="229912"/>
                  </a:lnTo>
                  <a:lnTo>
                    <a:pt x="165017" y="228739"/>
                  </a:lnTo>
                  <a:lnTo>
                    <a:pt x="161659" y="227625"/>
                  </a:lnTo>
                  <a:lnTo>
                    <a:pt x="156040" y="224758"/>
                  </a:lnTo>
                  <a:lnTo>
                    <a:pt x="147380" y="221689"/>
                  </a:lnTo>
                  <a:lnTo>
                    <a:pt x="143510" y="219896"/>
                  </a:lnTo>
                  <a:lnTo>
                    <a:pt x="141207" y="219242"/>
                  </a:lnTo>
                  <a:lnTo>
                    <a:pt x="138171" y="219075"/>
                  </a:lnTo>
                  <a:lnTo>
                    <a:pt x="132300" y="217400"/>
                  </a:lnTo>
                  <a:lnTo>
                    <a:pt x="127370" y="216865"/>
                  </a:lnTo>
                  <a:lnTo>
                    <a:pt x="124326" y="217110"/>
                  </a:lnTo>
                  <a:lnTo>
                    <a:pt x="123331" y="216833"/>
                  </a:lnTo>
                  <a:lnTo>
                    <a:pt x="121081" y="215132"/>
                  </a:lnTo>
                  <a:lnTo>
                    <a:pt x="117558" y="214158"/>
                  </a:lnTo>
                  <a:lnTo>
                    <a:pt x="115737" y="214530"/>
                  </a:lnTo>
                  <a:lnTo>
                    <a:pt x="113478" y="216350"/>
                  </a:lnTo>
                  <a:lnTo>
                    <a:pt x="110749" y="218144"/>
                  </a:lnTo>
                  <a:lnTo>
                    <a:pt x="109302" y="218387"/>
                  </a:lnTo>
                  <a:lnTo>
                    <a:pt x="107145" y="216745"/>
                  </a:lnTo>
                  <a:lnTo>
                    <a:pt x="106059" y="215598"/>
                  </a:lnTo>
                  <a:lnTo>
                    <a:pt x="105021" y="215208"/>
                  </a:lnTo>
                  <a:lnTo>
                    <a:pt x="104034" y="215578"/>
                  </a:lnTo>
                  <a:lnTo>
                    <a:pt x="102107" y="217082"/>
                  </a:lnTo>
                  <a:lnTo>
                    <a:pt x="100273" y="218171"/>
                  </a:lnTo>
                  <a:lnTo>
                    <a:pt x="97559" y="219463"/>
                  </a:lnTo>
                  <a:lnTo>
                    <a:pt x="95392" y="220084"/>
                  </a:lnTo>
                  <a:lnTo>
                    <a:pt x="92608" y="220235"/>
                  </a:lnTo>
                  <a:lnTo>
                    <a:pt x="91908" y="220702"/>
                  </a:lnTo>
                  <a:lnTo>
                    <a:pt x="90836" y="220724"/>
                  </a:lnTo>
                  <a:lnTo>
                    <a:pt x="89393" y="220299"/>
                  </a:lnTo>
                  <a:lnTo>
                    <a:pt x="88041" y="219457"/>
                  </a:lnTo>
                  <a:lnTo>
                    <a:pt x="86781" y="218198"/>
                  </a:lnTo>
                  <a:lnTo>
                    <a:pt x="85667" y="217518"/>
                  </a:lnTo>
                  <a:lnTo>
                    <a:pt x="84700" y="217419"/>
                  </a:lnTo>
                  <a:lnTo>
                    <a:pt x="82479" y="218071"/>
                  </a:lnTo>
                  <a:lnTo>
                    <a:pt x="79669" y="219987"/>
                  </a:lnTo>
                  <a:lnTo>
                    <a:pt x="78386" y="220449"/>
                  </a:lnTo>
                  <a:lnTo>
                    <a:pt x="77307" y="220248"/>
                  </a:lnTo>
                  <a:lnTo>
                    <a:pt x="75989" y="219651"/>
                  </a:lnTo>
                  <a:lnTo>
                    <a:pt x="73348" y="218123"/>
                  </a:lnTo>
                  <a:lnTo>
                    <a:pt x="71885" y="218269"/>
                  </a:lnTo>
                  <a:lnTo>
                    <a:pt x="70822" y="218804"/>
                  </a:lnTo>
                  <a:lnTo>
                    <a:pt x="71117" y="220074"/>
                  </a:lnTo>
                  <a:lnTo>
                    <a:pt x="73596" y="223083"/>
                  </a:lnTo>
                  <a:lnTo>
                    <a:pt x="75806" y="225229"/>
                  </a:lnTo>
                  <a:lnTo>
                    <a:pt x="73938" y="225483"/>
                  </a:lnTo>
                  <a:lnTo>
                    <a:pt x="57618" y="222580"/>
                  </a:lnTo>
                  <a:lnTo>
                    <a:pt x="55538" y="221878"/>
                  </a:lnTo>
                  <a:lnTo>
                    <a:pt x="52535" y="220123"/>
                  </a:lnTo>
                  <a:lnTo>
                    <a:pt x="50037" y="219046"/>
                  </a:lnTo>
                  <a:lnTo>
                    <a:pt x="45786" y="216262"/>
                  </a:lnTo>
                  <a:lnTo>
                    <a:pt x="42512" y="214754"/>
                  </a:lnTo>
                  <a:lnTo>
                    <a:pt x="41427" y="213577"/>
                  </a:lnTo>
                  <a:lnTo>
                    <a:pt x="41140" y="212766"/>
                  </a:lnTo>
                  <a:lnTo>
                    <a:pt x="42182" y="211669"/>
                  </a:lnTo>
                  <a:lnTo>
                    <a:pt x="48780" y="207973"/>
                  </a:lnTo>
                  <a:lnTo>
                    <a:pt x="51300" y="207227"/>
                  </a:lnTo>
                  <a:lnTo>
                    <a:pt x="56425" y="206336"/>
                  </a:lnTo>
                  <a:lnTo>
                    <a:pt x="57637" y="205778"/>
                  </a:lnTo>
                  <a:lnTo>
                    <a:pt x="58044" y="205335"/>
                  </a:lnTo>
                  <a:lnTo>
                    <a:pt x="56697" y="204536"/>
                  </a:lnTo>
                  <a:lnTo>
                    <a:pt x="49984" y="204821"/>
                  </a:lnTo>
                  <a:lnTo>
                    <a:pt x="44004" y="204286"/>
                  </a:lnTo>
                  <a:lnTo>
                    <a:pt x="38799" y="202816"/>
                  </a:lnTo>
                  <a:lnTo>
                    <a:pt x="37893" y="202328"/>
                  </a:lnTo>
                  <a:lnTo>
                    <a:pt x="37012" y="201431"/>
                  </a:lnTo>
                  <a:lnTo>
                    <a:pt x="36155" y="200122"/>
                  </a:lnTo>
                  <a:lnTo>
                    <a:pt x="36351" y="198657"/>
                  </a:lnTo>
                  <a:lnTo>
                    <a:pt x="37599" y="197037"/>
                  </a:lnTo>
                  <a:lnTo>
                    <a:pt x="38331" y="195926"/>
                  </a:lnTo>
                  <a:lnTo>
                    <a:pt x="38547" y="195323"/>
                  </a:lnTo>
                  <a:lnTo>
                    <a:pt x="32004" y="199308"/>
                  </a:lnTo>
                  <a:lnTo>
                    <a:pt x="29328" y="200704"/>
                  </a:lnTo>
                  <a:lnTo>
                    <a:pt x="27208" y="200276"/>
                  </a:lnTo>
                  <a:lnTo>
                    <a:pt x="25720" y="199616"/>
                  </a:lnTo>
                  <a:lnTo>
                    <a:pt x="24991" y="198880"/>
                  </a:lnTo>
                  <a:lnTo>
                    <a:pt x="25018" y="198070"/>
                  </a:lnTo>
                  <a:lnTo>
                    <a:pt x="25257" y="197479"/>
                  </a:lnTo>
                  <a:lnTo>
                    <a:pt x="25708" y="197110"/>
                  </a:lnTo>
                  <a:lnTo>
                    <a:pt x="22249" y="195459"/>
                  </a:lnTo>
                  <a:lnTo>
                    <a:pt x="20689" y="194165"/>
                  </a:lnTo>
                  <a:lnTo>
                    <a:pt x="20523" y="192829"/>
                  </a:lnTo>
                  <a:lnTo>
                    <a:pt x="21750" y="191451"/>
                  </a:lnTo>
                  <a:lnTo>
                    <a:pt x="22951" y="190451"/>
                  </a:lnTo>
                  <a:lnTo>
                    <a:pt x="24127" y="189828"/>
                  </a:lnTo>
                  <a:lnTo>
                    <a:pt x="27324" y="189284"/>
                  </a:lnTo>
                  <a:lnTo>
                    <a:pt x="39012" y="188245"/>
                  </a:lnTo>
                  <a:lnTo>
                    <a:pt x="47381" y="189240"/>
                  </a:lnTo>
                  <a:lnTo>
                    <a:pt x="50230" y="185942"/>
                  </a:lnTo>
                  <a:lnTo>
                    <a:pt x="52153" y="184890"/>
                  </a:lnTo>
                  <a:lnTo>
                    <a:pt x="57781" y="183795"/>
                  </a:lnTo>
                  <a:lnTo>
                    <a:pt x="66441" y="183645"/>
                  </a:lnTo>
                  <a:lnTo>
                    <a:pt x="72559" y="184250"/>
                  </a:lnTo>
                  <a:lnTo>
                    <a:pt x="75424" y="185023"/>
                  </a:lnTo>
                  <a:lnTo>
                    <a:pt x="79327" y="186730"/>
                  </a:lnTo>
                  <a:lnTo>
                    <a:pt x="79552" y="186215"/>
                  </a:lnTo>
                  <a:lnTo>
                    <a:pt x="78609" y="184675"/>
                  </a:lnTo>
                  <a:lnTo>
                    <a:pt x="78542" y="183397"/>
                  </a:lnTo>
                  <a:lnTo>
                    <a:pt x="80119" y="181177"/>
                  </a:lnTo>
                  <a:lnTo>
                    <a:pt x="80845" y="179783"/>
                  </a:lnTo>
                  <a:lnTo>
                    <a:pt x="80352" y="178331"/>
                  </a:lnTo>
                  <a:lnTo>
                    <a:pt x="78638" y="176819"/>
                  </a:lnTo>
                  <a:lnTo>
                    <a:pt x="75604" y="174883"/>
                  </a:lnTo>
                  <a:lnTo>
                    <a:pt x="73971" y="174723"/>
                  </a:lnTo>
                  <a:lnTo>
                    <a:pt x="72156" y="175189"/>
                  </a:lnTo>
                  <a:lnTo>
                    <a:pt x="69975" y="176262"/>
                  </a:lnTo>
                  <a:lnTo>
                    <a:pt x="65443" y="178969"/>
                  </a:lnTo>
                  <a:lnTo>
                    <a:pt x="63303" y="179534"/>
                  </a:lnTo>
                  <a:lnTo>
                    <a:pt x="59733" y="179679"/>
                  </a:lnTo>
                  <a:lnTo>
                    <a:pt x="57759" y="179337"/>
                  </a:lnTo>
                  <a:lnTo>
                    <a:pt x="55852" y="178931"/>
                  </a:lnTo>
                  <a:lnTo>
                    <a:pt x="52870" y="177496"/>
                  </a:lnTo>
                  <a:lnTo>
                    <a:pt x="51784" y="177227"/>
                  </a:lnTo>
                  <a:lnTo>
                    <a:pt x="50467" y="177856"/>
                  </a:lnTo>
                  <a:lnTo>
                    <a:pt x="48920" y="179385"/>
                  </a:lnTo>
                  <a:lnTo>
                    <a:pt x="47428" y="180455"/>
                  </a:lnTo>
                  <a:lnTo>
                    <a:pt x="45992" y="181067"/>
                  </a:lnTo>
                  <a:lnTo>
                    <a:pt x="44650" y="181332"/>
                  </a:lnTo>
                  <a:lnTo>
                    <a:pt x="42778" y="181208"/>
                  </a:lnTo>
                  <a:lnTo>
                    <a:pt x="35061" y="178829"/>
                  </a:lnTo>
                  <a:lnTo>
                    <a:pt x="33316" y="177770"/>
                  </a:lnTo>
                  <a:lnTo>
                    <a:pt x="33215" y="176166"/>
                  </a:lnTo>
                  <a:lnTo>
                    <a:pt x="30846" y="174611"/>
                  </a:lnTo>
                  <a:lnTo>
                    <a:pt x="28167" y="174340"/>
                  </a:lnTo>
                  <a:lnTo>
                    <a:pt x="27840" y="173819"/>
                  </a:lnTo>
                  <a:lnTo>
                    <a:pt x="31237" y="171424"/>
                  </a:lnTo>
                  <a:lnTo>
                    <a:pt x="33768" y="170445"/>
                  </a:lnTo>
                  <a:lnTo>
                    <a:pt x="33362" y="170150"/>
                  </a:lnTo>
                  <a:lnTo>
                    <a:pt x="29685" y="170099"/>
                  </a:lnTo>
                  <a:lnTo>
                    <a:pt x="27203" y="171372"/>
                  </a:lnTo>
                  <a:lnTo>
                    <a:pt x="25782" y="171587"/>
                  </a:lnTo>
                  <a:lnTo>
                    <a:pt x="22513" y="171622"/>
                  </a:lnTo>
                  <a:lnTo>
                    <a:pt x="19082" y="170984"/>
                  </a:lnTo>
                  <a:lnTo>
                    <a:pt x="17624" y="170426"/>
                  </a:lnTo>
                  <a:lnTo>
                    <a:pt x="16111" y="169145"/>
                  </a:lnTo>
                  <a:lnTo>
                    <a:pt x="14414" y="168423"/>
                  </a:lnTo>
                  <a:lnTo>
                    <a:pt x="9293" y="167330"/>
                  </a:lnTo>
                  <a:lnTo>
                    <a:pt x="8138" y="166735"/>
                  </a:lnTo>
                  <a:lnTo>
                    <a:pt x="7043" y="165746"/>
                  </a:lnTo>
                  <a:lnTo>
                    <a:pt x="2859" y="162945"/>
                  </a:lnTo>
                  <a:lnTo>
                    <a:pt x="327" y="160886"/>
                  </a:lnTo>
                  <a:lnTo>
                    <a:pt x="0" y="159720"/>
                  </a:lnTo>
                  <a:lnTo>
                    <a:pt x="2921" y="157215"/>
                  </a:lnTo>
                  <a:lnTo>
                    <a:pt x="3049" y="156635"/>
                  </a:lnTo>
                  <a:lnTo>
                    <a:pt x="1796" y="155555"/>
                  </a:lnTo>
                  <a:lnTo>
                    <a:pt x="1274" y="154757"/>
                  </a:lnTo>
                  <a:lnTo>
                    <a:pt x="1707" y="153656"/>
                  </a:lnTo>
                  <a:lnTo>
                    <a:pt x="4264" y="151219"/>
                  </a:lnTo>
                  <a:lnTo>
                    <a:pt x="5213" y="150560"/>
                  </a:lnTo>
                  <a:lnTo>
                    <a:pt x="9802" y="149128"/>
                  </a:lnTo>
                  <a:lnTo>
                    <a:pt x="14397" y="147049"/>
                  </a:lnTo>
                  <a:lnTo>
                    <a:pt x="16071" y="146582"/>
                  </a:lnTo>
                  <a:lnTo>
                    <a:pt x="17563" y="146474"/>
                  </a:lnTo>
                  <a:lnTo>
                    <a:pt x="23597" y="146596"/>
                  </a:lnTo>
                  <a:lnTo>
                    <a:pt x="25469" y="146084"/>
                  </a:lnTo>
                  <a:lnTo>
                    <a:pt x="27057" y="145070"/>
                  </a:lnTo>
                  <a:lnTo>
                    <a:pt x="29663" y="144042"/>
                  </a:lnTo>
                  <a:lnTo>
                    <a:pt x="35101" y="142483"/>
                  </a:lnTo>
                  <a:lnTo>
                    <a:pt x="47195" y="140127"/>
                  </a:lnTo>
                  <a:lnTo>
                    <a:pt x="47982" y="139850"/>
                  </a:lnTo>
                  <a:lnTo>
                    <a:pt x="48053" y="139402"/>
                  </a:lnTo>
                  <a:lnTo>
                    <a:pt x="46966" y="138187"/>
                  </a:lnTo>
                  <a:lnTo>
                    <a:pt x="46737" y="137602"/>
                  </a:lnTo>
                  <a:lnTo>
                    <a:pt x="49214" y="136512"/>
                  </a:lnTo>
                  <a:lnTo>
                    <a:pt x="54801" y="134795"/>
                  </a:lnTo>
                  <a:lnTo>
                    <a:pt x="58620" y="133969"/>
                  </a:lnTo>
                  <a:lnTo>
                    <a:pt x="61078" y="133908"/>
                  </a:lnTo>
                  <a:lnTo>
                    <a:pt x="63060" y="133539"/>
                  </a:lnTo>
                  <a:lnTo>
                    <a:pt x="65843" y="132459"/>
                  </a:lnTo>
                  <a:lnTo>
                    <a:pt x="67418" y="132269"/>
                  </a:lnTo>
                  <a:lnTo>
                    <a:pt x="76930" y="131845"/>
                  </a:lnTo>
                  <a:lnTo>
                    <a:pt x="81137" y="132432"/>
                  </a:lnTo>
                  <a:lnTo>
                    <a:pt x="83204" y="132421"/>
                  </a:lnTo>
                  <a:lnTo>
                    <a:pt x="84530" y="132002"/>
                  </a:lnTo>
                  <a:lnTo>
                    <a:pt x="86286" y="130780"/>
                  </a:lnTo>
                  <a:lnTo>
                    <a:pt x="89566" y="127744"/>
                  </a:lnTo>
                  <a:lnTo>
                    <a:pt x="91292" y="125860"/>
                  </a:lnTo>
                  <a:lnTo>
                    <a:pt x="92922" y="122991"/>
                  </a:lnTo>
                  <a:lnTo>
                    <a:pt x="95030" y="118509"/>
                  </a:lnTo>
                  <a:lnTo>
                    <a:pt x="96606" y="114137"/>
                  </a:lnTo>
                  <a:lnTo>
                    <a:pt x="97650" y="109874"/>
                  </a:lnTo>
                  <a:lnTo>
                    <a:pt x="98460" y="107275"/>
                  </a:lnTo>
                  <a:lnTo>
                    <a:pt x="99036" y="106346"/>
                  </a:lnTo>
                  <a:lnTo>
                    <a:pt x="101009" y="105166"/>
                  </a:lnTo>
                  <a:lnTo>
                    <a:pt x="103066" y="104246"/>
                  </a:lnTo>
                  <a:lnTo>
                    <a:pt x="106602" y="103431"/>
                  </a:lnTo>
                  <a:lnTo>
                    <a:pt x="106280" y="103052"/>
                  </a:lnTo>
                  <a:lnTo>
                    <a:pt x="104780" y="102417"/>
                  </a:lnTo>
                  <a:lnTo>
                    <a:pt x="103384" y="102173"/>
                  </a:lnTo>
                  <a:lnTo>
                    <a:pt x="102092" y="102319"/>
                  </a:lnTo>
                  <a:lnTo>
                    <a:pt x="99740" y="103278"/>
                  </a:lnTo>
                  <a:lnTo>
                    <a:pt x="96692" y="103927"/>
                  </a:lnTo>
                  <a:lnTo>
                    <a:pt x="93732" y="103825"/>
                  </a:lnTo>
                  <a:lnTo>
                    <a:pt x="91600" y="104068"/>
                  </a:lnTo>
                  <a:lnTo>
                    <a:pt x="89644" y="104946"/>
                  </a:lnTo>
                  <a:lnTo>
                    <a:pt x="86472" y="105653"/>
                  </a:lnTo>
                  <a:lnTo>
                    <a:pt x="84356" y="105493"/>
                  </a:lnTo>
                  <a:lnTo>
                    <a:pt x="80536" y="104229"/>
                  </a:lnTo>
                  <a:lnTo>
                    <a:pt x="78609" y="103992"/>
                  </a:lnTo>
                  <a:lnTo>
                    <a:pt x="73723" y="104112"/>
                  </a:lnTo>
                  <a:lnTo>
                    <a:pt x="72294" y="103645"/>
                  </a:lnTo>
                  <a:lnTo>
                    <a:pt x="71045" y="102726"/>
                  </a:lnTo>
                  <a:lnTo>
                    <a:pt x="70050" y="101446"/>
                  </a:lnTo>
                  <a:lnTo>
                    <a:pt x="69307" y="99800"/>
                  </a:lnTo>
                  <a:lnTo>
                    <a:pt x="69410" y="98089"/>
                  </a:lnTo>
                  <a:lnTo>
                    <a:pt x="71169" y="95002"/>
                  </a:lnTo>
                  <a:lnTo>
                    <a:pt x="71844" y="94161"/>
                  </a:lnTo>
                  <a:lnTo>
                    <a:pt x="76605" y="90716"/>
                  </a:lnTo>
                  <a:lnTo>
                    <a:pt x="79539" y="89103"/>
                  </a:lnTo>
                  <a:lnTo>
                    <a:pt x="82459" y="87896"/>
                  </a:lnTo>
                  <a:lnTo>
                    <a:pt x="84586" y="87188"/>
                  </a:lnTo>
                  <a:lnTo>
                    <a:pt x="86589" y="86870"/>
                  </a:lnTo>
                  <a:lnTo>
                    <a:pt x="88511" y="86122"/>
                  </a:lnTo>
                  <a:lnTo>
                    <a:pt x="92053" y="83715"/>
                  </a:lnTo>
                  <a:lnTo>
                    <a:pt x="95706" y="81652"/>
                  </a:lnTo>
                  <a:lnTo>
                    <a:pt x="100252" y="77820"/>
                  </a:lnTo>
                  <a:lnTo>
                    <a:pt x="102451" y="76815"/>
                  </a:lnTo>
                  <a:lnTo>
                    <a:pt x="110151" y="75148"/>
                  </a:lnTo>
                  <a:lnTo>
                    <a:pt x="112244" y="75122"/>
                  </a:lnTo>
                  <a:lnTo>
                    <a:pt x="114020" y="75537"/>
                  </a:lnTo>
                  <a:lnTo>
                    <a:pt x="115702" y="76406"/>
                  </a:lnTo>
                  <a:lnTo>
                    <a:pt x="120430" y="80196"/>
                  </a:lnTo>
                  <a:lnTo>
                    <a:pt x="120799" y="80079"/>
                  </a:lnTo>
                  <a:lnTo>
                    <a:pt x="119975" y="78645"/>
                  </a:lnTo>
                  <a:lnTo>
                    <a:pt x="118250" y="74353"/>
                  </a:lnTo>
                  <a:lnTo>
                    <a:pt x="118531" y="72586"/>
                  </a:lnTo>
                  <a:lnTo>
                    <a:pt x="121236" y="70699"/>
                  </a:lnTo>
                  <a:lnTo>
                    <a:pt x="122345" y="70363"/>
                  </a:lnTo>
                  <a:lnTo>
                    <a:pt x="125201" y="70489"/>
                  </a:lnTo>
                  <a:lnTo>
                    <a:pt x="129804" y="71071"/>
                  </a:lnTo>
                  <a:lnTo>
                    <a:pt x="132883" y="71711"/>
                  </a:lnTo>
                  <a:lnTo>
                    <a:pt x="135216" y="72750"/>
                  </a:lnTo>
                  <a:lnTo>
                    <a:pt x="137989" y="73396"/>
                  </a:lnTo>
                  <a:lnTo>
                    <a:pt x="139427" y="73364"/>
                  </a:lnTo>
                  <a:lnTo>
                    <a:pt x="140452" y="72868"/>
                  </a:lnTo>
                  <a:lnTo>
                    <a:pt x="141921" y="71246"/>
                  </a:lnTo>
                  <a:lnTo>
                    <a:pt x="143832" y="68498"/>
                  </a:lnTo>
                  <a:lnTo>
                    <a:pt x="144598" y="65111"/>
                  </a:lnTo>
                  <a:lnTo>
                    <a:pt x="144219" y="61086"/>
                  </a:lnTo>
                  <a:lnTo>
                    <a:pt x="143661" y="58144"/>
                  </a:lnTo>
                  <a:lnTo>
                    <a:pt x="142924" y="56291"/>
                  </a:lnTo>
                  <a:lnTo>
                    <a:pt x="143328" y="54746"/>
                  </a:lnTo>
                  <a:lnTo>
                    <a:pt x="145647" y="52893"/>
                  </a:lnTo>
                  <a:lnTo>
                    <a:pt x="147771" y="51540"/>
                  </a:lnTo>
                  <a:lnTo>
                    <a:pt x="152837" y="49625"/>
                  </a:lnTo>
                  <a:lnTo>
                    <a:pt x="156945" y="49118"/>
                  </a:lnTo>
                  <a:lnTo>
                    <a:pt x="159383" y="49246"/>
                  </a:lnTo>
                  <a:lnTo>
                    <a:pt x="162586" y="50144"/>
                  </a:lnTo>
                  <a:lnTo>
                    <a:pt x="167033" y="50693"/>
                  </a:lnTo>
                  <a:lnTo>
                    <a:pt x="171045" y="52432"/>
                  </a:lnTo>
                  <a:lnTo>
                    <a:pt x="177548" y="56425"/>
                  </a:lnTo>
                  <a:lnTo>
                    <a:pt x="181865" y="58430"/>
                  </a:lnTo>
                  <a:lnTo>
                    <a:pt x="185439" y="59330"/>
                  </a:lnTo>
                  <a:lnTo>
                    <a:pt x="188961" y="60862"/>
                  </a:lnTo>
                  <a:lnTo>
                    <a:pt x="194169" y="64111"/>
                  </a:lnTo>
                  <a:lnTo>
                    <a:pt x="196894" y="65507"/>
                  </a:lnTo>
                  <a:lnTo>
                    <a:pt x="198515" y="66012"/>
                  </a:lnTo>
                  <a:lnTo>
                    <a:pt x="199941" y="66092"/>
                  </a:lnTo>
                  <a:lnTo>
                    <a:pt x="199410" y="65165"/>
                  </a:lnTo>
                  <a:lnTo>
                    <a:pt x="196923" y="63224"/>
                  </a:lnTo>
                  <a:lnTo>
                    <a:pt x="193113" y="61090"/>
                  </a:lnTo>
                  <a:lnTo>
                    <a:pt x="184665" y="57253"/>
                  </a:lnTo>
                  <a:lnTo>
                    <a:pt x="180013" y="54545"/>
                  </a:lnTo>
                  <a:lnTo>
                    <a:pt x="175840" y="51456"/>
                  </a:lnTo>
                  <a:lnTo>
                    <a:pt x="172773" y="49618"/>
                  </a:lnTo>
                  <a:lnTo>
                    <a:pt x="167205" y="47796"/>
                  </a:lnTo>
                  <a:lnTo>
                    <a:pt x="167281" y="47070"/>
                  </a:lnTo>
                  <a:lnTo>
                    <a:pt x="173999" y="44516"/>
                  </a:lnTo>
                  <a:lnTo>
                    <a:pt x="186345" y="42293"/>
                  </a:lnTo>
                  <a:lnTo>
                    <a:pt x="200259" y="40555"/>
                  </a:lnTo>
                  <a:lnTo>
                    <a:pt x="204916" y="40732"/>
                  </a:lnTo>
                  <a:lnTo>
                    <a:pt x="213101" y="40005"/>
                  </a:lnTo>
                  <a:lnTo>
                    <a:pt x="213871" y="38908"/>
                  </a:lnTo>
                  <a:lnTo>
                    <a:pt x="215631" y="38415"/>
                  </a:lnTo>
                  <a:lnTo>
                    <a:pt x="223254" y="36884"/>
                  </a:lnTo>
                  <a:lnTo>
                    <a:pt x="225438" y="36906"/>
                  </a:lnTo>
                  <a:lnTo>
                    <a:pt x="228792" y="37631"/>
                  </a:lnTo>
                  <a:lnTo>
                    <a:pt x="232368" y="39015"/>
                  </a:lnTo>
                  <a:lnTo>
                    <a:pt x="234022" y="40267"/>
                  </a:lnTo>
                  <a:lnTo>
                    <a:pt x="236267" y="42419"/>
                  </a:lnTo>
                  <a:lnTo>
                    <a:pt x="237369" y="45447"/>
                  </a:lnTo>
                  <a:lnTo>
                    <a:pt x="237202" y="55007"/>
                  </a:lnTo>
                  <a:lnTo>
                    <a:pt x="237261" y="56815"/>
                  </a:lnTo>
                  <a:lnTo>
                    <a:pt x="237694" y="57512"/>
                  </a:lnTo>
                  <a:lnTo>
                    <a:pt x="239243" y="56475"/>
                  </a:lnTo>
                  <a:lnTo>
                    <a:pt x="241096" y="54547"/>
                  </a:lnTo>
                  <a:lnTo>
                    <a:pt x="242761" y="53183"/>
                  </a:lnTo>
                  <a:lnTo>
                    <a:pt x="244042" y="51078"/>
                  </a:lnTo>
                  <a:lnTo>
                    <a:pt x="244940" y="48237"/>
                  </a:lnTo>
                  <a:lnTo>
                    <a:pt x="245470" y="46132"/>
                  </a:lnTo>
                  <a:lnTo>
                    <a:pt x="243293" y="43752"/>
                  </a:lnTo>
                  <a:lnTo>
                    <a:pt x="243184" y="39843"/>
                  </a:lnTo>
                  <a:lnTo>
                    <a:pt x="244272" y="37760"/>
                  </a:lnTo>
                  <a:lnTo>
                    <a:pt x="247320" y="37760"/>
                  </a:lnTo>
                  <a:lnTo>
                    <a:pt x="259926" y="44955"/>
                  </a:lnTo>
                  <a:lnTo>
                    <a:pt x="264889" y="46509"/>
                  </a:lnTo>
                  <a:lnTo>
                    <a:pt x="270533" y="50363"/>
                  </a:lnTo>
                  <a:lnTo>
                    <a:pt x="277127" y="49953"/>
                  </a:lnTo>
                  <a:lnTo>
                    <a:pt x="283211" y="50428"/>
                  </a:lnTo>
                  <a:lnTo>
                    <a:pt x="285904" y="50286"/>
                  </a:lnTo>
                  <a:lnTo>
                    <a:pt x="287234" y="49687"/>
                  </a:lnTo>
                  <a:lnTo>
                    <a:pt x="285343" y="48090"/>
                  </a:lnTo>
                  <a:lnTo>
                    <a:pt x="276698" y="43700"/>
                  </a:lnTo>
                  <a:lnTo>
                    <a:pt x="272770" y="40253"/>
                  </a:lnTo>
                  <a:lnTo>
                    <a:pt x="270026" y="35955"/>
                  </a:lnTo>
                  <a:lnTo>
                    <a:pt x="269355" y="33669"/>
                  </a:lnTo>
                  <a:lnTo>
                    <a:pt x="271457" y="33258"/>
                  </a:lnTo>
                  <a:lnTo>
                    <a:pt x="281112" y="33307"/>
                  </a:lnTo>
                  <a:lnTo>
                    <a:pt x="295623" y="35287"/>
                  </a:lnTo>
                  <a:lnTo>
                    <a:pt x="314179" y="42136"/>
                  </a:lnTo>
                  <a:lnTo>
                    <a:pt x="323312" y="44401"/>
                  </a:lnTo>
                  <a:lnTo>
                    <a:pt x="339678" y="52325"/>
                  </a:lnTo>
                  <a:lnTo>
                    <a:pt x="344615" y="53522"/>
                  </a:lnTo>
                  <a:lnTo>
                    <a:pt x="346607" y="53772"/>
                  </a:lnTo>
                  <a:lnTo>
                    <a:pt x="348111" y="52794"/>
                  </a:lnTo>
                  <a:lnTo>
                    <a:pt x="349039" y="51731"/>
                  </a:lnTo>
                  <a:lnTo>
                    <a:pt x="349107" y="50315"/>
                  </a:lnTo>
                  <a:lnTo>
                    <a:pt x="348316" y="48546"/>
                  </a:lnTo>
                  <a:lnTo>
                    <a:pt x="347863" y="46502"/>
                  </a:lnTo>
                  <a:lnTo>
                    <a:pt x="347747" y="44180"/>
                  </a:lnTo>
                  <a:lnTo>
                    <a:pt x="348859" y="39582"/>
                  </a:lnTo>
                  <a:lnTo>
                    <a:pt x="351498" y="38083"/>
                  </a:lnTo>
                  <a:lnTo>
                    <a:pt x="352662" y="36388"/>
                  </a:lnTo>
                  <a:lnTo>
                    <a:pt x="351580" y="33327"/>
                  </a:lnTo>
                  <a:lnTo>
                    <a:pt x="348486" y="31232"/>
                  </a:lnTo>
                  <a:lnTo>
                    <a:pt x="336452" y="25836"/>
                  </a:lnTo>
                  <a:lnTo>
                    <a:pt x="336402" y="25193"/>
                  </a:lnTo>
                  <a:lnTo>
                    <a:pt x="338832" y="24486"/>
                  </a:lnTo>
                  <a:lnTo>
                    <a:pt x="342437" y="24072"/>
                  </a:lnTo>
                  <a:lnTo>
                    <a:pt x="372259" y="25357"/>
                  </a:lnTo>
                  <a:lnTo>
                    <a:pt x="377414" y="25829"/>
                  </a:lnTo>
                  <a:lnTo>
                    <a:pt x="379615" y="26292"/>
                  </a:lnTo>
                  <a:lnTo>
                    <a:pt x="380578" y="26903"/>
                  </a:lnTo>
                  <a:lnTo>
                    <a:pt x="381813" y="27164"/>
                  </a:lnTo>
                  <a:lnTo>
                    <a:pt x="388220" y="26435"/>
                  </a:lnTo>
                  <a:lnTo>
                    <a:pt x="388068" y="25105"/>
                  </a:lnTo>
                  <a:lnTo>
                    <a:pt x="387268" y="24259"/>
                  </a:lnTo>
                  <a:lnTo>
                    <a:pt x="352657" y="21949"/>
                  </a:lnTo>
                  <a:lnTo>
                    <a:pt x="346207" y="21159"/>
                  </a:lnTo>
                  <a:lnTo>
                    <a:pt x="342925" y="21098"/>
                  </a:lnTo>
                  <a:lnTo>
                    <a:pt x="339531" y="21704"/>
                  </a:lnTo>
                  <a:lnTo>
                    <a:pt x="332493" y="22006"/>
                  </a:lnTo>
                  <a:lnTo>
                    <a:pt x="329241" y="21889"/>
                  </a:lnTo>
                  <a:lnTo>
                    <a:pt x="325029" y="19139"/>
                  </a:lnTo>
                  <a:lnTo>
                    <a:pt x="328844" y="15830"/>
                  </a:lnTo>
                  <a:lnTo>
                    <a:pt x="332054" y="15905"/>
                  </a:lnTo>
                  <a:lnTo>
                    <a:pt x="338153" y="17195"/>
                  </a:lnTo>
                  <a:lnTo>
                    <a:pt x="341767" y="15393"/>
                  </a:lnTo>
                  <a:lnTo>
                    <a:pt x="347503" y="13904"/>
                  </a:lnTo>
                  <a:lnTo>
                    <a:pt x="353174" y="13379"/>
                  </a:lnTo>
                  <a:lnTo>
                    <a:pt x="365548" y="10179"/>
                  </a:lnTo>
                  <a:lnTo>
                    <a:pt x="367835" y="9899"/>
                  </a:lnTo>
                  <a:lnTo>
                    <a:pt x="370719" y="10070"/>
                  </a:lnTo>
                  <a:lnTo>
                    <a:pt x="377086" y="10863"/>
                  </a:lnTo>
                  <a:lnTo>
                    <a:pt x="379615" y="11655"/>
                  </a:lnTo>
                  <a:lnTo>
                    <a:pt x="382513" y="13351"/>
                  </a:lnTo>
                  <a:lnTo>
                    <a:pt x="384194" y="13875"/>
                  </a:lnTo>
                  <a:lnTo>
                    <a:pt x="386188" y="13972"/>
                  </a:lnTo>
                  <a:lnTo>
                    <a:pt x="388925" y="14739"/>
                  </a:lnTo>
                  <a:lnTo>
                    <a:pt x="392883" y="12255"/>
                  </a:lnTo>
                  <a:lnTo>
                    <a:pt x="396461" y="9585"/>
                  </a:lnTo>
                  <a:lnTo>
                    <a:pt x="400565" y="7902"/>
                  </a:lnTo>
                  <a:lnTo>
                    <a:pt x="406371" y="8884"/>
                  </a:lnTo>
                  <a:lnTo>
                    <a:pt x="410047" y="10166"/>
                  </a:lnTo>
                  <a:lnTo>
                    <a:pt x="413409" y="11692"/>
                  </a:lnTo>
                  <a:lnTo>
                    <a:pt x="418158" y="12536"/>
                  </a:lnTo>
                  <a:lnTo>
                    <a:pt x="426213" y="17751"/>
                  </a:lnTo>
                  <a:lnTo>
                    <a:pt x="427720" y="17758"/>
                  </a:lnTo>
                  <a:lnTo>
                    <a:pt x="428432" y="17316"/>
                  </a:lnTo>
                  <a:lnTo>
                    <a:pt x="429191" y="16350"/>
                  </a:lnTo>
                  <a:lnTo>
                    <a:pt x="429464" y="14915"/>
                  </a:lnTo>
                  <a:lnTo>
                    <a:pt x="430453" y="12968"/>
                  </a:lnTo>
                  <a:lnTo>
                    <a:pt x="429737" y="12248"/>
                  </a:lnTo>
                  <a:lnTo>
                    <a:pt x="422990" y="10089"/>
                  </a:lnTo>
                  <a:lnTo>
                    <a:pt x="421715" y="9258"/>
                  </a:lnTo>
                  <a:lnTo>
                    <a:pt x="420420" y="7890"/>
                  </a:lnTo>
                  <a:lnTo>
                    <a:pt x="420399" y="6759"/>
                  </a:lnTo>
                  <a:lnTo>
                    <a:pt x="421649" y="5868"/>
                  </a:lnTo>
                  <a:lnTo>
                    <a:pt x="422967" y="5461"/>
                  </a:lnTo>
                  <a:lnTo>
                    <a:pt x="427329" y="5830"/>
                  </a:lnTo>
                  <a:lnTo>
                    <a:pt x="428771" y="5540"/>
                  </a:lnTo>
                  <a:lnTo>
                    <a:pt x="430131" y="4785"/>
                  </a:lnTo>
                  <a:lnTo>
                    <a:pt x="431770" y="3370"/>
                  </a:lnTo>
                  <a:lnTo>
                    <a:pt x="433062" y="3009"/>
                  </a:lnTo>
                  <a:lnTo>
                    <a:pt x="435980" y="2969"/>
                  </a:lnTo>
                  <a:lnTo>
                    <a:pt x="440470" y="3876"/>
                  </a:lnTo>
                  <a:lnTo>
                    <a:pt x="444400" y="3953"/>
                  </a:lnTo>
                  <a:lnTo>
                    <a:pt x="445818" y="3536"/>
                  </a:lnTo>
                  <a:lnTo>
                    <a:pt x="446034" y="2650"/>
                  </a:lnTo>
                  <a:lnTo>
                    <a:pt x="446376" y="2087"/>
                  </a:lnTo>
                  <a:lnTo>
                    <a:pt x="446844" y="1851"/>
                  </a:lnTo>
                  <a:lnTo>
                    <a:pt x="461092" y="1802"/>
                  </a:lnTo>
                  <a:lnTo>
                    <a:pt x="464625" y="1591"/>
                  </a:lnTo>
                  <a:lnTo>
                    <a:pt x="467388" y="920"/>
                  </a:lnTo>
                  <a:lnTo>
                    <a:pt x="470767" y="841"/>
                  </a:lnTo>
                  <a:lnTo>
                    <a:pt x="473722" y="1242"/>
                  </a:lnTo>
                  <a:lnTo>
                    <a:pt x="477379" y="2096"/>
                  </a:lnTo>
                  <a:lnTo>
                    <a:pt x="481014" y="2057"/>
                  </a:lnTo>
                  <a:lnTo>
                    <a:pt x="486432" y="660"/>
                  </a:lnTo>
                  <a:lnTo>
                    <a:pt x="491539" y="0"/>
                  </a:lnTo>
                  <a:lnTo>
                    <a:pt x="519693" y="183"/>
                  </a:lnTo>
                  <a:close/>
                </a:path>
              </a:pathLst>
            </a:custGeom>
            <a:solidFill>
              <a:srgbClr val="FEFFF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8"/>
            <p:cNvSpPr/>
            <p:nvPr/>
          </p:nvSpPr>
          <p:spPr>
            <a:xfrm>
              <a:off x="2225856" y="3107612"/>
              <a:ext cx="49443" cy="120556"/>
            </a:xfrm>
            <a:custGeom>
              <a:avLst/>
              <a:pathLst>
                <a:path w="49443" h="120556">
                  <a:moveTo>
                    <a:pt x="37928" y="46"/>
                  </a:moveTo>
                  <a:lnTo>
                    <a:pt x="37809" y="7214"/>
                  </a:lnTo>
                  <a:lnTo>
                    <a:pt x="37673" y="15518"/>
                  </a:lnTo>
                  <a:lnTo>
                    <a:pt x="37571" y="21622"/>
                  </a:lnTo>
                  <a:lnTo>
                    <a:pt x="37437" y="29768"/>
                  </a:lnTo>
                  <a:lnTo>
                    <a:pt x="37299" y="38096"/>
                  </a:lnTo>
                  <a:lnTo>
                    <a:pt x="37112" y="49452"/>
                  </a:lnTo>
                  <a:lnTo>
                    <a:pt x="36990" y="56792"/>
                  </a:lnTo>
                  <a:lnTo>
                    <a:pt x="37048" y="56962"/>
                  </a:lnTo>
                  <a:lnTo>
                    <a:pt x="38519" y="56607"/>
                  </a:lnTo>
                  <a:lnTo>
                    <a:pt x="40696" y="56928"/>
                  </a:lnTo>
                  <a:lnTo>
                    <a:pt x="41228" y="56904"/>
                  </a:lnTo>
                  <a:lnTo>
                    <a:pt x="41895" y="57544"/>
                  </a:lnTo>
                  <a:lnTo>
                    <a:pt x="42409" y="57736"/>
                  </a:lnTo>
                  <a:lnTo>
                    <a:pt x="43516" y="59389"/>
                  </a:lnTo>
                  <a:lnTo>
                    <a:pt x="44815" y="60641"/>
                  </a:lnTo>
                  <a:lnTo>
                    <a:pt x="45644" y="58116"/>
                  </a:lnTo>
                  <a:lnTo>
                    <a:pt x="45207" y="56596"/>
                  </a:lnTo>
                  <a:lnTo>
                    <a:pt x="44881" y="55820"/>
                  </a:lnTo>
                  <a:lnTo>
                    <a:pt x="44931" y="55141"/>
                  </a:lnTo>
                  <a:lnTo>
                    <a:pt x="49443" y="61680"/>
                  </a:lnTo>
                  <a:lnTo>
                    <a:pt x="48911" y="62689"/>
                  </a:lnTo>
                  <a:lnTo>
                    <a:pt x="47762" y="65019"/>
                  </a:lnTo>
                  <a:lnTo>
                    <a:pt x="45680" y="69003"/>
                  </a:lnTo>
                  <a:lnTo>
                    <a:pt x="43814" y="72569"/>
                  </a:lnTo>
                  <a:lnTo>
                    <a:pt x="42019" y="75804"/>
                  </a:lnTo>
                  <a:lnTo>
                    <a:pt x="40402" y="78717"/>
                  </a:lnTo>
                  <a:lnTo>
                    <a:pt x="40212" y="79006"/>
                  </a:lnTo>
                  <a:lnTo>
                    <a:pt x="38161" y="81085"/>
                  </a:lnTo>
                  <a:lnTo>
                    <a:pt x="37819" y="82043"/>
                  </a:lnTo>
                  <a:lnTo>
                    <a:pt x="37377" y="86159"/>
                  </a:lnTo>
                  <a:lnTo>
                    <a:pt x="37177" y="87179"/>
                  </a:lnTo>
                  <a:lnTo>
                    <a:pt x="37549" y="89465"/>
                  </a:lnTo>
                  <a:lnTo>
                    <a:pt x="37919" y="92995"/>
                  </a:lnTo>
                  <a:lnTo>
                    <a:pt x="37801" y="94838"/>
                  </a:lnTo>
                  <a:lnTo>
                    <a:pt x="36383" y="97110"/>
                  </a:lnTo>
                  <a:lnTo>
                    <a:pt x="35732" y="99156"/>
                  </a:lnTo>
                  <a:lnTo>
                    <a:pt x="35446" y="100478"/>
                  </a:lnTo>
                  <a:lnTo>
                    <a:pt x="35191" y="100134"/>
                  </a:lnTo>
                  <a:lnTo>
                    <a:pt x="34752" y="100032"/>
                  </a:lnTo>
                  <a:lnTo>
                    <a:pt x="33740" y="100544"/>
                  </a:lnTo>
                  <a:lnTo>
                    <a:pt x="33251" y="100658"/>
                  </a:lnTo>
                  <a:lnTo>
                    <a:pt x="32842" y="101244"/>
                  </a:lnTo>
                  <a:lnTo>
                    <a:pt x="32801" y="102515"/>
                  </a:lnTo>
                  <a:lnTo>
                    <a:pt x="33072" y="104578"/>
                  </a:lnTo>
                  <a:lnTo>
                    <a:pt x="33169" y="105642"/>
                  </a:lnTo>
                  <a:lnTo>
                    <a:pt x="32884" y="106132"/>
                  </a:lnTo>
                  <a:lnTo>
                    <a:pt x="31637" y="107372"/>
                  </a:lnTo>
                  <a:lnTo>
                    <a:pt x="31145" y="108595"/>
                  </a:lnTo>
                  <a:lnTo>
                    <a:pt x="30674" y="110495"/>
                  </a:lnTo>
                  <a:lnTo>
                    <a:pt x="30127" y="111290"/>
                  </a:lnTo>
                  <a:lnTo>
                    <a:pt x="29556" y="111143"/>
                  </a:lnTo>
                  <a:lnTo>
                    <a:pt x="29152" y="111423"/>
                  </a:lnTo>
                  <a:lnTo>
                    <a:pt x="28288" y="112849"/>
                  </a:lnTo>
                  <a:lnTo>
                    <a:pt x="26987" y="115606"/>
                  </a:lnTo>
                  <a:lnTo>
                    <a:pt x="26288" y="117653"/>
                  </a:lnTo>
                  <a:lnTo>
                    <a:pt x="26274" y="119183"/>
                  </a:lnTo>
                  <a:lnTo>
                    <a:pt x="26406" y="120556"/>
                  </a:lnTo>
                  <a:lnTo>
                    <a:pt x="21669" y="115698"/>
                  </a:lnTo>
                  <a:lnTo>
                    <a:pt x="20091" y="114869"/>
                  </a:lnTo>
                  <a:lnTo>
                    <a:pt x="13439" y="114970"/>
                  </a:lnTo>
                  <a:lnTo>
                    <a:pt x="10585" y="113061"/>
                  </a:lnTo>
                  <a:lnTo>
                    <a:pt x="7332" y="109374"/>
                  </a:lnTo>
                  <a:lnTo>
                    <a:pt x="5134" y="106027"/>
                  </a:lnTo>
                  <a:lnTo>
                    <a:pt x="0" y="96654"/>
                  </a:lnTo>
                  <a:lnTo>
                    <a:pt x="322" y="95898"/>
                  </a:lnTo>
                  <a:lnTo>
                    <a:pt x="593" y="94152"/>
                  </a:lnTo>
                  <a:lnTo>
                    <a:pt x="928" y="92352"/>
                  </a:lnTo>
                  <a:lnTo>
                    <a:pt x="724" y="90274"/>
                  </a:lnTo>
                  <a:lnTo>
                    <a:pt x="601" y="88589"/>
                  </a:lnTo>
                  <a:lnTo>
                    <a:pt x="980" y="86138"/>
                  </a:lnTo>
                  <a:lnTo>
                    <a:pt x="945" y="84298"/>
                  </a:lnTo>
                  <a:lnTo>
                    <a:pt x="1121" y="83164"/>
                  </a:lnTo>
                  <a:lnTo>
                    <a:pt x="1683" y="82431"/>
                  </a:lnTo>
                  <a:lnTo>
                    <a:pt x="1978" y="81029"/>
                  </a:lnTo>
                  <a:lnTo>
                    <a:pt x="380" y="76198"/>
                  </a:lnTo>
                  <a:lnTo>
                    <a:pt x="381" y="75096"/>
                  </a:lnTo>
                  <a:lnTo>
                    <a:pt x="592" y="73739"/>
                  </a:lnTo>
                  <a:lnTo>
                    <a:pt x="1888" y="68578"/>
                  </a:lnTo>
                  <a:lnTo>
                    <a:pt x="3429" y="62442"/>
                  </a:lnTo>
                  <a:lnTo>
                    <a:pt x="5129" y="55671"/>
                  </a:lnTo>
                  <a:lnTo>
                    <a:pt x="6152" y="51599"/>
                  </a:lnTo>
                  <a:lnTo>
                    <a:pt x="9886" y="51591"/>
                  </a:lnTo>
                  <a:lnTo>
                    <a:pt x="12356" y="51585"/>
                  </a:lnTo>
                  <a:lnTo>
                    <a:pt x="15493" y="51580"/>
                  </a:lnTo>
                  <a:lnTo>
                    <a:pt x="18903" y="51573"/>
                  </a:lnTo>
                  <a:lnTo>
                    <a:pt x="21140" y="51569"/>
                  </a:lnTo>
                  <a:lnTo>
                    <a:pt x="22063" y="51524"/>
                  </a:lnTo>
                  <a:lnTo>
                    <a:pt x="21906" y="48875"/>
                  </a:lnTo>
                  <a:lnTo>
                    <a:pt x="22026" y="45949"/>
                  </a:lnTo>
                  <a:lnTo>
                    <a:pt x="22435" y="43291"/>
                  </a:lnTo>
                  <a:lnTo>
                    <a:pt x="22435" y="42118"/>
                  </a:lnTo>
                  <a:lnTo>
                    <a:pt x="21768" y="40684"/>
                  </a:lnTo>
                  <a:lnTo>
                    <a:pt x="20476" y="39849"/>
                  </a:lnTo>
                  <a:lnTo>
                    <a:pt x="19756" y="38581"/>
                  </a:lnTo>
                  <a:lnTo>
                    <a:pt x="19753" y="36973"/>
                  </a:lnTo>
                  <a:lnTo>
                    <a:pt x="19437" y="35030"/>
                  </a:lnTo>
                  <a:lnTo>
                    <a:pt x="18811" y="32749"/>
                  </a:lnTo>
                  <a:lnTo>
                    <a:pt x="17511" y="30414"/>
                  </a:lnTo>
                  <a:lnTo>
                    <a:pt x="15539" y="28029"/>
                  </a:lnTo>
                  <a:lnTo>
                    <a:pt x="13861" y="24828"/>
                  </a:lnTo>
                  <a:lnTo>
                    <a:pt x="12475" y="20806"/>
                  </a:lnTo>
                  <a:lnTo>
                    <a:pt x="11302" y="18219"/>
                  </a:lnTo>
                  <a:lnTo>
                    <a:pt x="10400" y="17137"/>
                  </a:lnTo>
                  <a:lnTo>
                    <a:pt x="10186" y="16563"/>
                  </a:lnTo>
                  <a:lnTo>
                    <a:pt x="12829" y="16615"/>
                  </a:lnTo>
                  <a:lnTo>
                    <a:pt x="15328" y="16664"/>
                  </a:lnTo>
                  <a:lnTo>
                    <a:pt x="15345" y="10902"/>
                  </a:lnTo>
                  <a:lnTo>
                    <a:pt x="15359" y="5781"/>
                  </a:lnTo>
                  <a:lnTo>
                    <a:pt x="15375" y="0"/>
                  </a:lnTo>
                  <a:lnTo>
                    <a:pt x="19905" y="8"/>
                  </a:lnTo>
                  <a:lnTo>
                    <a:pt x="25315" y="20"/>
                  </a:lnTo>
                  <a:lnTo>
                    <a:pt x="30927" y="31"/>
                  </a:lnTo>
                  <a:lnTo>
                    <a:pt x="35336" y="41"/>
                  </a:lnTo>
                  <a:close/>
                </a:path>
              </a:pathLst>
            </a:custGeom>
            <a:solidFill>
              <a:srgbClr val="FFFAF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69"/>
            <p:cNvSpPr/>
            <p:nvPr/>
          </p:nvSpPr>
          <p:spPr>
            <a:xfrm>
              <a:off x="5148967" y="3231542"/>
              <a:ext cx="3597" cy="10780"/>
            </a:xfrm>
            <a:custGeom>
              <a:avLst/>
              <a:pathLst>
                <a:path w="3597" h="10780">
                  <a:moveTo>
                    <a:pt x="1141" y="10728"/>
                  </a:moveTo>
                  <a:lnTo>
                    <a:pt x="619" y="10780"/>
                  </a:lnTo>
                  <a:lnTo>
                    <a:pt x="166" y="9789"/>
                  </a:lnTo>
                  <a:lnTo>
                    <a:pt x="8" y="9127"/>
                  </a:lnTo>
                  <a:lnTo>
                    <a:pt x="0" y="5722"/>
                  </a:lnTo>
                  <a:lnTo>
                    <a:pt x="1740" y="2822"/>
                  </a:lnTo>
                  <a:lnTo>
                    <a:pt x="2312" y="0"/>
                  </a:lnTo>
                  <a:lnTo>
                    <a:pt x="2789" y="227"/>
                  </a:lnTo>
                  <a:lnTo>
                    <a:pt x="3212" y="689"/>
                  </a:lnTo>
                  <a:lnTo>
                    <a:pt x="3597" y="1538"/>
                  </a:lnTo>
                  <a:lnTo>
                    <a:pt x="1611" y="6241"/>
                  </a:lnTo>
                  <a:close/>
                </a:path>
              </a:pathLst>
            </a:custGeom>
            <a:solidFill>
              <a:srgbClr val="FFFCF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0"/>
            <p:cNvSpPr/>
            <p:nvPr/>
          </p:nvSpPr>
          <p:spPr>
            <a:xfrm>
              <a:off x="2606469" y="3381446"/>
              <a:ext cx="60563" cy="217129"/>
            </a:xfrm>
            <a:custGeom>
              <a:avLst/>
              <a:pathLst>
                <a:path w="60563" h="217129">
                  <a:moveTo>
                    <a:pt x="51778" y="88673"/>
                  </a:moveTo>
                  <a:lnTo>
                    <a:pt x="51122" y="90540"/>
                  </a:lnTo>
                  <a:lnTo>
                    <a:pt x="51004" y="91724"/>
                  </a:lnTo>
                  <a:lnTo>
                    <a:pt x="50580" y="93828"/>
                  </a:lnTo>
                  <a:lnTo>
                    <a:pt x="50251" y="94969"/>
                  </a:lnTo>
                  <a:lnTo>
                    <a:pt x="50731" y="97586"/>
                  </a:lnTo>
                  <a:lnTo>
                    <a:pt x="51278" y="97702"/>
                  </a:lnTo>
                  <a:lnTo>
                    <a:pt x="51486" y="98037"/>
                  </a:lnTo>
                  <a:lnTo>
                    <a:pt x="51623" y="98549"/>
                  </a:lnTo>
                  <a:lnTo>
                    <a:pt x="51592" y="99104"/>
                  </a:lnTo>
                  <a:lnTo>
                    <a:pt x="51382" y="99603"/>
                  </a:lnTo>
                  <a:lnTo>
                    <a:pt x="50858" y="100238"/>
                  </a:lnTo>
                  <a:lnTo>
                    <a:pt x="50361" y="101750"/>
                  </a:lnTo>
                  <a:lnTo>
                    <a:pt x="50408" y="103414"/>
                  </a:lnTo>
                  <a:lnTo>
                    <a:pt x="50097" y="104283"/>
                  </a:lnTo>
                  <a:lnTo>
                    <a:pt x="49095" y="104743"/>
                  </a:lnTo>
                  <a:lnTo>
                    <a:pt x="47137" y="104746"/>
                  </a:lnTo>
                  <a:lnTo>
                    <a:pt x="46175" y="104858"/>
                  </a:lnTo>
                  <a:lnTo>
                    <a:pt x="45407" y="105142"/>
                  </a:lnTo>
                  <a:lnTo>
                    <a:pt x="44902" y="106223"/>
                  </a:lnTo>
                  <a:lnTo>
                    <a:pt x="44259" y="106975"/>
                  </a:lnTo>
                  <a:lnTo>
                    <a:pt x="43755" y="107152"/>
                  </a:lnTo>
                  <a:lnTo>
                    <a:pt x="43309" y="108406"/>
                  </a:lnTo>
                  <a:lnTo>
                    <a:pt x="42865" y="110185"/>
                  </a:lnTo>
                  <a:lnTo>
                    <a:pt x="43015" y="111400"/>
                  </a:lnTo>
                  <a:lnTo>
                    <a:pt x="43472" y="113025"/>
                  </a:lnTo>
                  <a:lnTo>
                    <a:pt x="43742" y="114684"/>
                  </a:lnTo>
                  <a:lnTo>
                    <a:pt x="43388" y="117375"/>
                  </a:lnTo>
                  <a:lnTo>
                    <a:pt x="42998" y="119452"/>
                  </a:lnTo>
                  <a:lnTo>
                    <a:pt x="42771" y="121038"/>
                  </a:lnTo>
                  <a:lnTo>
                    <a:pt x="42462" y="124087"/>
                  </a:lnTo>
                  <a:lnTo>
                    <a:pt x="41709" y="127440"/>
                  </a:lnTo>
                  <a:lnTo>
                    <a:pt x="41169" y="129347"/>
                  </a:lnTo>
                  <a:lnTo>
                    <a:pt x="41172" y="131423"/>
                  </a:lnTo>
                  <a:lnTo>
                    <a:pt x="41444" y="134370"/>
                  </a:lnTo>
                  <a:lnTo>
                    <a:pt x="42980" y="138662"/>
                  </a:lnTo>
                  <a:lnTo>
                    <a:pt x="43488" y="140714"/>
                  </a:lnTo>
                  <a:lnTo>
                    <a:pt x="43906" y="144002"/>
                  </a:lnTo>
                  <a:lnTo>
                    <a:pt x="45292" y="146593"/>
                  </a:lnTo>
                  <a:lnTo>
                    <a:pt x="46167" y="148688"/>
                  </a:lnTo>
                  <a:lnTo>
                    <a:pt x="46085" y="151456"/>
                  </a:lnTo>
                  <a:lnTo>
                    <a:pt x="46201" y="152318"/>
                  </a:lnTo>
                  <a:lnTo>
                    <a:pt x="46744" y="153015"/>
                  </a:lnTo>
                  <a:lnTo>
                    <a:pt x="47399" y="153551"/>
                  </a:lnTo>
                  <a:lnTo>
                    <a:pt x="48128" y="153507"/>
                  </a:lnTo>
                  <a:lnTo>
                    <a:pt x="48778" y="153272"/>
                  </a:lnTo>
                  <a:lnTo>
                    <a:pt x="48930" y="152883"/>
                  </a:lnTo>
                  <a:lnTo>
                    <a:pt x="50434" y="152834"/>
                  </a:lnTo>
                  <a:lnTo>
                    <a:pt x="50604" y="153528"/>
                  </a:lnTo>
                  <a:lnTo>
                    <a:pt x="50690" y="157510"/>
                  </a:lnTo>
                  <a:lnTo>
                    <a:pt x="50752" y="159121"/>
                  </a:lnTo>
                  <a:lnTo>
                    <a:pt x="51109" y="159772"/>
                  </a:lnTo>
                  <a:lnTo>
                    <a:pt x="51323" y="160759"/>
                  </a:lnTo>
                  <a:lnTo>
                    <a:pt x="51336" y="161655"/>
                  </a:lnTo>
                  <a:lnTo>
                    <a:pt x="51405" y="163886"/>
                  </a:lnTo>
                  <a:lnTo>
                    <a:pt x="51628" y="165059"/>
                  </a:lnTo>
                  <a:lnTo>
                    <a:pt x="51592" y="167439"/>
                  </a:lnTo>
                  <a:lnTo>
                    <a:pt x="51746" y="168312"/>
                  </a:lnTo>
                  <a:lnTo>
                    <a:pt x="52162" y="168904"/>
                  </a:lnTo>
                  <a:lnTo>
                    <a:pt x="52687" y="170609"/>
                  </a:lnTo>
                  <a:lnTo>
                    <a:pt x="52884" y="170824"/>
                  </a:lnTo>
                  <a:lnTo>
                    <a:pt x="52986" y="171427"/>
                  </a:lnTo>
                  <a:lnTo>
                    <a:pt x="53436" y="173856"/>
                  </a:lnTo>
                  <a:lnTo>
                    <a:pt x="53664" y="174581"/>
                  </a:lnTo>
                  <a:lnTo>
                    <a:pt x="53824" y="174688"/>
                  </a:lnTo>
                  <a:lnTo>
                    <a:pt x="53892" y="175531"/>
                  </a:lnTo>
                  <a:lnTo>
                    <a:pt x="54217" y="177800"/>
                  </a:lnTo>
                  <a:lnTo>
                    <a:pt x="54437" y="178360"/>
                  </a:lnTo>
                  <a:lnTo>
                    <a:pt x="54857" y="180026"/>
                  </a:lnTo>
                  <a:lnTo>
                    <a:pt x="55027" y="181843"/>
                  </a:lnTo>
                  <a:lnTo>
                    <a:pt x="55583" y="183893"/>
                  </a:lnTo>
                  <a:lnTo>
                    <a:pt x="56149" y="185336"/>
                  </a:lnTo>
                  <a:lnTo>
                    <a:pt x="56405" y="186828"/>
                  </a:lnTo>
                  <a:lnTo>
                    <a:pt x="57129" y="190131"/>
                  </a:lnTo>
                  <a:lnTo>
                    <a:pt x="57830" y="192448"/>
                  </a:lnTo>
                  <a:lnTo>
                    <a:pt x="58782" y="193052"/>
                  </a:lnTo>
                  <a:lnTo>
                    <a:pt x="59578" y="193375"/>
                  </a:lnTo>
                  <a:lnTo>
                    <a:pt x="60075" y="194270"/>
                  </a:lnTo>
                  <a:lnTo>
                    <a:pt x="60563" y="195235"/>
                  </a:lnTo>
                  <a:lnTo>
                    <a:pt x="60037" y="195675"/>
                  </a:lnTo>
                  <a:lnTo>
                    <a:pt x="59567" y="196267"/>
                  </a:lnTo>
                  <a:lnTo>
                    <a:pt x="58914" y="195811"/>
                  </a:lnTo>
                  <a:lnTo>
                    <a:pt x="58009" y="196058"/>
                  </a:lnTo>
                  <a:lnTo>
                    <a:pt x="57066" y="196711"/>
                  </a:lnTo>
                  <a:lnTo>
                    <a:pt x="56196" y="197034"/>
                  </a:lnTo>
                  <a:lnTo>
                    <a:pt x="54557" y="195996"/>
                  </a:lnTo>
                  <a:lnTo>
                    <a:pt x="54057" y="195853"/>
                  </a:lnTo>
                  <a:lnTo>
                    <a:pt x="53717" y="195403"/>
                  </a:lnTo>
                  <a:lnTo>
                    <a:pt x="53038" y="193354"/>
                  </a:lnTo>
                  <a:lnTo>
                    <a:pt x="52714" y="193113"/>
                  </a:lnTo>
                  <a:lnTo>
                    <a:pt x="51842" y="194069"/>
                  </a:lnTo>
                  <a:lnTo>
                    <a:pt x="50781" y="194730"/>
                  </a:lnTo>
                  <a:lnTo>
                    <a:pt x="50264" y="194605"/>
                  </a:lnTo>
                  <a:lnTo>
                    <a:pt x="49655" y="195294"/>
                  </a:lnTo>
                  <a:lnTo>
                    <a:pt x="49089" y="196216"/>
                  </a:lnTo>
                  <a:lnTo>
                    <a:pt x="48006" y="200209"/>
                  </a:lnTo>
                  <a:lnTo>
                    <a:pt x="47447" y="201620"/>
                  </a:lnTo>
                  <a:lnTo>
                    <a:pt x="46846" y="202269"/>
                  </a:lnTo>
                  <a:lnTo>
                    <a:pt x="45645" y="202249"/>
                  </a:lnTo>
                  <a:lnTo>
                    <a:pt x="44363" y="202390"/>
                  </a:lnTo>
                  <a:lnTo>
                    <a:pt x="43403" y="203357"/>
                  </a:lnTo>
                  <a:lnTo>
                    <a:pt x="42504" y="203850"/>
                  </a:lnTo>
                  <a:lnTo>
                    <a:pt x="42054" y="203914"/>
                  </a:lnTo>
                  <a:lnTo>
                    <a:pt x="41902" y="206104"/>
                  </a:lnTo>
                  <a:lnTo>
                    <a:pt x="41696" y="207120"/>
                  </a:lnTo>
                  <a:lnTo>
                    <a:pt x="41414" y="207701"/>
                  </a:lnTo>
                  <a:lnTo>
                    <a:pt x="40715" y="207876"/>
                  </a:lnTo>
                  <a:lnTo>
                    <a:pt x="40086" y="207798"/>
                  </a:lnTo>
                  <a:lnTo>
                    <a:pt x="39706" y="206886"/>
                  </a:lnTo>
                  <a:lnTo>
                    <a:pt x="38998" y="206430"/>
                  </a:lnTo>
                  <a:lnTo>
                    <a:pt x="38372" y="206104"/>
                  </a:lnTo>
                  <a:lnTo>
                    <a:pt x="37964" y="205583"/>
                  </a:lnTo>
                  <a:lnTo>
                    <a:pt x="37638" y="205713"/>
                  </a:lnTo>
                  <a:lnTo>
                    <a:pt x="37366" y="206625"/>
                  </a:lnTo>
                  <a:lnTo>
                    <a:pt x="37148" y="207407"/>
                  </a:lnTo>
                  <a:lnTo>
                    <a:pt x="36957" y="208840"/>
                  </a:lnTo>
                  <a:lnTo>
                    <a:pt x="36005" y="209297"/>
                  </a:lnTo>
                  <a:lnTo>
                    <a:pt x="35597" y="210112"/>
                  </a:lnTo>
                  <a:lnTo>
                    <a:pt x="35834" y="212799"/>
                  </a:lnTo>
                  <a:lnTo>
                    <a:pt x="35725" y="213848"/>
                  </a:lnTo>
                  <a:lnTo>
                    <a:pt x="35525" y="214663"/>
                  </a:lnTo>
                  <a:lnTo>
                    <a:pt x="34375" y="214826"/>
                  </a:lnTo>
                  <a:lnTo>
                    <a:pt x="33394" y="214770"/>
                  </a:lnTo>
                  <a:lnTo>
                    <a:pt x="32830" y="215761"/>
                  </a:lnTo>
                  <a:lnTo>
                    <a:pt x="32128" y="216914"/>
                  </a:lnTo>
                  <a:lnTo>
                    <a:pt x="31701" y="217129"/>
                  </a:lnTo>
                  <a:lnTo>
                    <a:pt x="31198" y="217058"/>
                  </a:lnTo>
                  <a:lnTo>
                    <a:pt x="30531" y="215721"/>
                  </a:lnTo>
                  <a:lnTo>
                    <a:pt x="29890" y="214074"/>
                  </a:lnTo>
                  <a:lnTo>
                    <a:pt x="28263" y="212920"/>
                  </a:lnTo>
                  <a:lnTo>
                    <a:pt x="26649" y="211963"/>
                  </a:lnTo>
                  <a:lnTo>
                    <a:pt x="25590" y="209346"/>
                  </a:lnTo>
                  <a:lnTo>
                    <a:pt x="25340" y="208058"/>
                  </a:lnTo>
                  <a:lnTo>
                    <a:pt x="24841" y="207492"/>
                  </a:lnTo>
                  <a:lnTo>
                    <a:pt x="23585" y="204387"/>
                  </a:lnTo>
                  <a:lnTo>
                    <a:pt x="22891" y="202390"/>
                  </a:lnTo>
                  <a:lnTo>
                    <a:pt x="22139" y="201858"/>
                  </a:lnTo>
                  <a:lnTo>
                    <a:pt x="21276" y="201022"/>
                  </a:lnTo>
                  <a:lnTo>
                    <a:pt x="21311" y="199577"/>
                  </a:lnTo>
                  <a:lnTo>
                    <a:pt x="21253" y="198184"/>
                  </a:lnTo>
                  <a:lnTo>
                    <a:pt x="20882" y="197619"/>
                  </a:lnTo>
                  <a:lnTo>
                    <a:pt x="20361" y="197244"/>
                  </a:lnTo>
                  <a:lnTo>
                    <a:pt x="20170" y="196462"/>
                  </a:lnTo>
                  <a:lnTo>
                    <a:pt x="20225" y="194637"/>
                  </a:lnTo>
                  <a:lnTo>
                    <a:pt x="20327" y="189931"/>
                  </a:lnTo>
                  <a:lnTo>
                    <a:pt x="20182" y="185426"/>
                  </a:lnTo>
                  <a:lnTo>
                    <a:pt x="19024" y="183862"/>
                  </a:lnTo>
                  <a:lnTo>
                    <a:pt x="18524" y="182801"/>
                  </a:lnTo>
                  <a:lnTo>
                    <a:pt x="17646" y="176140"/>
                  </a:lnTo>
                  <a:lnTo>
                    <a:pt x="17232" y="173137"/>
                  </a:lnTo>
                  <a:lnTo>
                    <a:pt x="17213" y="170908"/>
                  </a:lnTo>
                  <a:lnTo>
                    <a:pt x="17504" y="164258"/>
                  </a:lnTo>
                  <a:lnTo>
                    <a:pt x="17833" y="161381"/>
                  </a:lnTo>
                  <a:lnTo>
                    <a:pt x="18728" y="155611"/>
                  </a:lnTo>
                  <a:lnTo>
                    <a:pt x="19245" y="153657"/>
                  </a:lnTo>
                  <a:lnTo>
                    <a:pt x="19274" y="152199"/>
                  </a:lnTo>
                  <a:lnTo>
                    <a:pt x="19222" y="150320"/>
                  </a:lnTo>
                  <a:lnTo>
                    <a:pt x="18959" y="146616"/>
                  </a:lnTo>
                  <a:lnTo>
                    <a:pt x="20473" y="144281"/>
                  </a:lnTo>
                  <a:lnTo>
                    <a:pt x="21123" y="143298"/>
                  </a:lnTo>
                  <a:lnTo>
                    <a:pt x="21231" y="141734"/>
                  </a:lnTo>
                  <a:lnTo>
                    <a:pt x="22043" y="139756"/>
                  </a:lnTo>
                  <a:lnTo>
                    <a:pt x="22402" y="137871"/>
                  </a:lnTo>
                  <a:lnTo>
                    <a:pt x="22701" y="136391"/>
                  </a:lnTo>
                  <a:lnTo>
                    <a:pt x="22619" y="135609"/>
                  </a:lnTo>
                  <a:lnTo>
                    <a:pt x="22265" y="135155"/>
                  </a:lnTo>
                  <a:lnTo>
                    <a:pt x="21848" y="133744"/>
                  </a:lnTo>
                  <a:lnTo>
                    <a:pt x="20972" y="129688"/>
                  </a:lnTo>
                  <a:lnTo>
                    <a:pt x="20655" y="128867"/>
                  </a:lnTo>
                  <a:lnTo>
                    <a:pt x="20388" y="127727"/>
                  </a:lnTo>
                  <a:lnTo>
                    <a:pt x="20525" y="125928"/>
                  </a:lnTo>
                  <a:lnTo>
                    <a:pt x="20868" y="123981"/>
                  </a:lnTo>
                  <a:lnTo>
                    <a:pt x="20824" y="123166"/>
                  </a:lnTo>
                  <a:lnTo>
                    <a:pt x="20299" y="122116"/>
                  </a:lnTo>
                  <a:lnTo>
                    <a:pt x="19218" y="120364"/>
                  </a:lnTo>
                  <a:lnTo>
                    <a:pt x="18321" y="120234"/>
                  </a:lnTo>
                  <a:lnTo>
                    <a:pt x="17627" y="119602"/>
                  </a:lnTo>
                  <a:lnTo>
                    <a:pt x="16606" y="119517"/>
                  </a:lnTo>
                  <a:lnTo>
                    <a:pt x="15791" y="119323"/>
                  </a:lnTo>
                  <a:lnTo>
                    <a:pt x="15328" y="118670"/>
                  </a:lnTo>
                  <a:lnTo>
                    <a:pt x="15423" y="117595"/>
                  </a:lnTo>
                  <a:lnTo>
                    <a:pt x="15625" y="116767"/>
                  </a:lnTo>
                  <a:lnTo>
                    <a:pt x="16311" y="114729"/>
                  </a:lnTo>
                  <a:lnTo>
                    <a:pt x="16770" y="112546"/>
                  </a:lnTo>
                  <a:lnTo>
                    <a:pt x="16832" y="110413"/>
                  </a:lnTo>
                  <a:lnTo>
                    <a:pt x="16971" y="107611"/>
                  </a:lnTo>
                  <a:lnTo>
                    <a:pt x="17170" y="105179"/>
                  </a:lnTo>
                  <a:lnTo>
                    <a:pt x="17277" y="102430"/>
                  </a:lnTo>
                  <a:lnTo>
                    <a:pt x="16198" y="100624"/>
                  </a:lnTo>
                  <a:lnTo>
                    <a:pt x="15854" y="99139"/>
                  </a:lnTo>
                  <a:lnTo>
                    <a:pt x="15409" y="97822"/>
                  </a:lnTo>
                  <a:lnTo>
                    <a:pt x="14919" y="97822"/>
                  </a:lnTo>
                  <a:lnTo>
                    <a:pt x="14180" y="97256"/>
                  </a:lnTo>
                  <a:lnTo>
                    <a:pt x="13026" y="98989"/>
                  </a:lnTo>
                  <a:lnTo>
                    <a:pt x="12118" y="98668"/>
                  </a:lnTo>
                  <a:lnTo>
                    <a:pt x="11492" y="99321"/>
                  </a:lnTo>
                  <a:lnTo>
                    <a:pt x="10049" y="99191"/>
                  </a:lnTo>
                  <a:lnTo>
                    <a:pt x="9124" y="98344"/>
                  </a:lnTo>
                  <a:lnTo>
                    <a:pt x="8004" y="98908"/>
                  </a:lnTo>
                  <a:lnTo>
                    <a:pt x="5390" y="91954"/>
                  </a:lnTo>
                  <a:lnTo>
                    <a:pt x="2759" y="84956"/>
                  </a:lnTo>
                  <a:lnTo>
                    <a:pt x="172" y="78078"/>
                  </a:lnTo>
                  <a:lnTo>
                    <a:pt x="0" y="77139"/>
                  </a:lnTo>
                  <a:lnTo>
                    <a:pt x="1082" y="73866"/>
                  </a:lnTo>
                  <a:lnTo>
                    <a:pt x="2046" y="71512"/>
                  </a:lnTo>
                  <a:lnTo>
                    <a:pt x="2854" y="70176"/>
                  </a:lnTo>
                  <a:lnTo>
                    <a:pt x="3234" y="68997"/>
                  </a:lnTo>
                  <a:lnTo>
                    <a:pt x="2943" y="63950"/>
                  </a:lnTo>
                  <a:lnTo>
                    <a:pt x="2959" y="62135"/>
                  </a:lnTo>
                  <a:lnTo>
                    <a:pt x="2581" y="60160"/>
                  </a:lnTo>
                  <a:lnTo>
                    <a:pt x="2310" y="57943"/>
                  </a:lnTo>
                  <a:lnTo>
                    <a:pt x="2635" y="56095"/>
                  </a:lnTo>
                  <a:lnTo>
                    <a:pt x="3025" y="54807"/>
                  </a:lnTo>
                  <a:lnTo>
                    <a:pt x="3529" y="54309"/>
                  </a:lnTo>
                  <a:lnTo>
                    <a:pt x="4735" y="53859"/>
                  </a:lnTo>
                  <a:lnTo>
                    <a:pt x="5587" y="53677"/>
                  </a:lnTo>
                  <a:lnTo>
                    <a:pt x="5889" y="52937"/>
                  </a:lnTo>
                  <a:lnTo>
                    <a:pt x="6385" y="52077"/>
                  </a:lnTo>
                  <a:lnTo>
                    <a:pt x="7033" y="52031"/>
                  </a:lnTo>
                  <a:lnTo>
                    <a:pt x="8303" y="52627"/>
                  </a:lnTo>
                  <a:lnTo>
                    <a:pt x="8881" y="51514"/>
                  </a:lnTo>
                  <a:lnTo>
                    <a:pt x="9930" y="50003"/>
                  </a:lnTo>
                  <a:lnTo>
                    <a:pt x="12287" y="47395"/>
                  </a:lnTo>
                  <a:lnTo>
                    <a:pt x="12817" y="45695"/>
                  </a:lnTo>
                  <a:lnTo>
                    <a:pt x="13188" y="43061"/>
                  </a:lnTo>
                  <a:lnTo>
                    <a:pt x="13145" y="41821"/>
                  </a:lnTo>
                  <a:lnTo>
                    <a:pt x="12904" y="41348"/>
                  </a:lnTo>
                  <a:lnTo>
                    <a:pt x="12320" y="40918"/>
                  </a:lnTo>
                  <a:lnTo>
                    <a:pt x="11425" y="40859"/>
                  </a:lnTo>
                  <a:lnTo>
                    <a:pt x="10706" y="41534"/>
                  </a:lnTo>
                  <a:lnTo>
                    <a:pt x="9965" y="41165"/>
                  </a:lnTo>
                  <a:lnTo>
                    <a:pt x="9347" y="39543"/>
                  </a:lnTo>
                  <a:lnTo>
                    <a:pt x="9312" y="38198"/>
                  </a:lnTo>
                  <a:lnTo>
                    <a:pt x="9677" y="36300"/>
                  </a:lnTo>
                  <a:lnTo>
                    <a:pt x="9465" y="35044"/>
                  </a:lnTo>
                  <a:lnTo>
                    <a:pt x="8287" y="31045"/>
                  </a:lnTo>
                  <a:lnTo>
                    <a:pt x="8294" y="29944"/>
                  </a:lnTo>
                  <a:lnTo>
                    <a:pt x="9148" y="28150"/>
                  </a:lnTo>
                  <a:lnTo>
                    <a:pt x="9633" y="26623"/>
                  </a:lnTo>
                  <a:lnTo>
                    <a:pt x="10297" y="22968"/>
                  </a:lnTo>
                  <a:lnTo>
                    <a:pt x="10824" y="21752"/>
                  </a:lnTo>
                  <a:lnTo>
                    <a:pt x="12465" y="21324"/>
                  </a:lnTo>
                  <a:lnTo>
                    <a:pt x="12883" y="20545"/>
                  </a:lnTo>
                  <a:lnTo>
                    <a:pt x="13720" y="18612"/>
                  </a:lnTo>
                  <a:lnTo>
                    <a:pt x="14963" y="16407"/>
                  </a:lnTo>
                  <a:lnTo>
                    <a:pt x="16762" y="14648"/>
                  </a:lnTo>
                  <a:lnTo>
                    <a:pt x="17276" y="11444"/>
                  </a:lnTo>
                  <a:lnTo>
                    <a:pt x="17596" y="10570"/>
                  </a:lnTo>
                  <a:lnTo>
                    <a:pt x="19024" y="8883"/>
                  </a:lnTo>
                  <a:lnTo>
                    <a:pt x="19273" y="7983"/>
                  </a:lnTo>
                  <a:lnTo>
                    <a:pt x="19240" y="7191"/>
                  </a:lnTo>
                  <a:lnTo>
                    <a:pt x="16946" y="0"/>
                  </a:lnTo>
                  <a:lnTo>
                    <a:pt x="17401" y="493"/>
                  </a:lnTo>
                  <a:lnTo>
                    <a:pt x="19179" y="5185"/>
                  </a:lnTo>
                  <a:lnTo>
                    <a:pt x="20164" y="6199"/>
                  </a:lnTo>
                  <a:lnTo>
                    <a:pt x="20371" y="6222"/>
                  </a:lnTo>
                  <a:lnTo>
                    <a:pt x="20379" y="5003"/>
                  </a:lnTo>
                  <a:lnTo>
                    <a:pt x="21282" y="5517"/>
                  </a:lnTo>
                  <a:lnTo>
                    <a:pt x="23617" y="8726"/>
                  </a:lnTo>
                  <a:lnTo>
                    <a:pt x="27031" y="14027"/>
                  </a:lnTo>
                  <a:lnTo>
                    <a:pt x="31827" y="24044"/>
                  </a:lnTo>
                  <a:lnTo>
                    <a:pt x="33190" y="27855"/>
                  </a:lnTo>
                  <a:lnTo>
                    <a:pt x="34109" y="29650"/>
                  </a:lnTo>
                  <a:lnTo>
                    <a:pt x="35535" y="34018"/>
                  </a:lnTo>
                  <a:lnTo>
                    <a:pt x="35952" y="36154"/>
                  </a:lnTo>
                  <a:lnTo>
                    <a:pt x="35912" y="44653"/>
                  </a:lnTo>
                  <a:lnTo>
                    <a:pt x="34649" y="50400"/>
                  </a:lnTo>
                  <a:lnTo>
                    <a:pt x="34340" y="54724"/>
                  </a:lnTo>
                  <a:lnTo>
                    <a:pt x="34271" y="60480"/>
                  </a:lnTo>
                  <a:lnTo>
                    <a:pt x="33538" y="63782"/>
                  </a:lnTo>
                  <a:lnTo>
                    <a:pt x="34512" y="61988"/>
                  </a:lnTo>
                  <a:lnTo>
                    <a:pt x="34814" y="56795"/>
                  </a:lnTo>
                  <a:lnTo>
                    <a:pt x="35643" y="53641"/>
                  </a:lnTo>
                  <a:lnTo>
                    <a:pt x="36721" y="50178"/>
                  </a:lnTo>
                  <a:lnTo>
                    <a:pt x="38159" y="49347"/>
                  </a:lnTo>
                  <a:lnTo>
                    <a:pt x="39709" y="50822"/>
                  </a:lnTo>
                  <a:lnTo>
                    <a:pt x="40956" y="51081"/>
                  </a:lnTo>
                  <a:lnTo>
                    <a:pt x="42057" y="52107"/>
                  </a:lnTo>
                  <a:lnTo>
                    <a:pt x="44398" y="57643"/>
                  </a:lnTo>
                  <a:lnTo>
                    <a:pt x="46684" y="62021"/>
                  </a:lnTo>
                  <a:lnTo>
                    <a:pt x="47516" y="65533"/>
                  </a:lnTo>
                  <a:lnTo>
                    <a:pt x="49941" y="67289"/>
                  </a:lnTo>
                  <a:lnTo>
                    <a:pt x="51374" y="70057"/>
                  </a:lnTo>
                  <a:lnTo>
                    <a:pt x="51834" y="72454"/>
                  </a:lnTo>
                  <a:lnTo>
                    <a:pt x="52118" y="78727"/>
                  </a:lnTo>
                  <a:lnTo>
                    <a:pt x="51648" y="88195"/>
                  </a:lnTo>
                  <a:close/>
                </a:path>
              </a:pathLst>
            </a:custGeom>
            <a:solidFill>
              <a:srgbClr val="FFF7F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1"/>
            <p:cNvSpPr/>
            <p:nvPr/>
          </p:nvSpPr>
          <p:spPr>
            <a:xfrm>
              <a:off x="4772419" y="2975226"/>
              <a:ext cx="1386" cy="2998"/>
            </a:xfrm>
            <a:custGeom>
              <a:avLst/>
              <a:pathLst>
                <a:path w="1386" h="2998">
                  <a:moveTo>
                    <a:pt x="1203" y="2543"/>
                  </a:moveTo>
                  <a:lnTo>
                    <a:pt x="897" y="2998"/>
                  </a:lnTo>
                  <a:lnTo>
                    <a:pt x="53" y="835"/>
                  </a:lnTo>
                  <a:lnTo>
                    <a:pt x="0" y="129"/>
                  </a:lnTo>
                  <a:lnTo>
                    <a:pt x="653" y="0"/>
                  </a:lnTo>
                  <a:lnTo>
                    <a:pt x="1386" y="976"/>
                  </a:lnTo>
                  <a:lnTo>
                    <a:pt x="1345" y="1864"/>
                  </a:lnTo>
                  <a:close/>
                </a:path>
              </a:pathLst>
            </a:custGeom>
            <a:solidFill>
              <a:srgbClr val="FCFDF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2"/>
            <p:cNvSpPr/>
            <p:nvPr/>
          </p:nvSpPr>
          <p:spPr>
            <a:xfrm>
              <a:off x="4768771" y="2974139"/>
              <a:ext cx="2530" cy="3633"/>
            </a:xfrm>
            <a:custGeom>
              <a:avLst/>
              <a:pathLst>
                <a:path w="2530" h="3633">
                  <a:moveTo>
                    <a:pt x="1960" y="3631"/>
                  </a:moveTo>
                  <a:lnTo>
                    <a:pt x="474" y="3633"/>
                  </a:lnTo>
                  <a:lnTo>
                    <a:pt x="156" y="3337"/>
                  </a:lnTo>
                  <a:lnTo>
                    <a:pt x="0" y="2709"/>
                  </a:lnTo>
                  <a:lnTo>
                    <a:pt x="526" y="1569"/>
                  </a:lnTo>
                  <a:lnTo>
                    <a:pt x="2530" y="0"/>
                  </a:lnTo>
                  <a:lnTo>
                    <a:pt x="2029" y="1650"/>
                  </a:lnTo>
                  <a:close/>
                </a:path>
              </a:pathLst>
            </a:custGeom>
            <a:solidFill>
              <a:srgbClr val="FCFDF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3"/>
            <p:cNvSpPr/>
            <p:nvPr/>
          </p:nvSpPr>
          <p:spPr>
            <a:xfrm>
              <a:off x="4769482" y="2967296"/>
              <a:ext cx="5414" cy="7961"/>
            </a:xfrm>
            <a:custGeom>
              <a:avLst/>
              <a:pathLst>
                <a:path w="5414" h="7961">
                  <a:moveTo>
                    <a:pt x="1502" y="1493"/>
                  </a:moveTo>
                  <a:lnTo>
                    <a:pt x="1899" y="650"/>
                  </a:lnTo>
                  <a:lnTo>
                    <a:pt x="2484" y="405"/>
                  </a:lnTo>
                  <a:lnTo>
                    <a:pt x="2793" y="0"/>
                  </a:lnTo>
                  <a:lnTo>
                    <a:pt x="3599" y="0"/>
                  </a:lnTo>
                  <a:lnTo>
                    <a:pt x="4093" y="326"/>
                  </a:lnTo>
                  <a:lnTo>
                    <a:pt x="4604" y="833"/>
                  </a:lnTo>
                  <a:lnTo>
                    <a:pt x="4869" y="1936"/>
                  </a:lnTo>
                  <a:lnTo>
                    <a:pt x="4788" y="3172"/>
                  </a:lnTo>
                  <a:lnTo>
                    <a:pt x="5290" y="3770"/>
                  </a:lnTo>
                  <a:lnTo>
                    <a:pt x="5414" y="4986"/>
                  </a:lnTo>
                  <a:lnTo>
                    <a:pt x="4862" y="5650"/>
                  </a:lnTo>
                  <a:lnTo>
                    <a:pt x="4829" y="7082"/>
                  </a:lnTo>
                  <a:lnTo>
                    <a:pt x="4584" y="7961"/>
                  </a:lnTo>
                  <a:lnTo>
                    <a:pt x="2993" y="6398"/>
                  </a:lnTo>
                  <a:lnTo>
                    <a:pt x="1682" y="5588"/>
                  </a:lnTo>
                  <a:lnTo>
                    <a:pt x="503" y="5909"/>
                  </a:lnTo>
                  <a:lnTo>
                    <a:pt x="74" y="4990"/>
                  </a:lnTo>
                  <a:lnTo>
                    <a:pt x="0" y="4042"/>
                  </a:lnTo>
                  <a:lnTo>
                    <a:pt x="1360" y="2392"/>
                  </a:lnTo>
                  <a:close/>
                </a:path>
              </a:pathLst>
            </a:custGeom>
            <a:solidFill>
              <a:srgbClr val="FCFDF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4"/>
            <p:cNvSpPr/>
            <p:nvPr/>
          </p:nvSpPr>
          <p:spPr>
            <a:xfrm>
              <a:off x="4267927" y="5199174"/>
              <a:ext cx="7238" cy="6449"/>
            </a:xfrm>
            <a:custGeom>
              <a:avLst/>
              <a:pathLst>
                <a:path w="7238" h="6449">
                  <a:moveTo>
                    <a:pt x="5630" y="5046"/>
                  </a:moveTo>
                  <a:lnTo>
                    <a:pt x="4156" y="6449"/>
                  </a:lnTo>
                  <a:lnTo>
                    <a:pt x="2640" y="6437"/>
                  </a:lnTo>
                  <a:lnTo>
                    <a:pt x="2000" y="5332"/>
                  </a:lnTo>
                  <a:lnTo>
                    <a:pt x="1050" y="1878"/>
                  </a:lnTo>
                  <a:lnTo>
                    <a:pt x="423" y="1630"/>
                  </a:lnTo>
                  <a:lnTo>
                    <a:pt x="33" y="681"/>
                  </a:lnTo>
                  <a:lnTo>
                    <a:pt x="0" y="279"/>
                  </a:lnTo>
                  <a:lnTo>
                    <a:pt x="667" y="0"/>
                  </a:lnTo>
                  <a:lnTo>
                    <a:pt x="1689" y="992"/>
                  </a:lnTo>
                  <a:lnTo>
                    <a:pt x="4128" y="1797"/>
                  </a:lnTo>
                  <a:lnTo>
                    <a:pt x="5924" y="3690"/>
                  </a:lnTo>
                  <a:lnTo>
                    <a:pt x="7238" y="4328"/>
                  </a:lnTo>
                  <a:lnTo>
                    <a:pt x="6712" y="4833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5"/>
            <p:cNvSpPr/>
            <p:nvPr/>
          </p:nvSpPr>
          <p:spPr>
            <a:xfrm>
              <a:off x="2261302" y="3160571"/>
              <a:ext cx="76569" cy="89974"/>
            </a:xfrm>
            <a:custGeom>
              <a:avLst/>
              <a:pathLst>
                <a:path w="76569" h="89974">
                  <a:moveTo>
                    <a:pt x="76569" y="30468"/>
                  </a:moveTo>
                  <a:lnTo>
                    <a:pt x="73391" y="30025"/>
                  </a:lnTo>
                  <a:lnTo>
                    <a:pt x="71892" y="30942"/>
                  </a:lnTo>
                  <a:lnTo>
                    <a:pt x="71235" y="32994"/>
                  </a:lnTo>
                  <a:lnTo>
                    <a:pt x="70671" y="33915"/>
                  </a:lnTo>
                  <a:lnTo>
                    <a:pt x="70200" y="33704"/>
                  </a:lnTo>
                  <a:lnTo>
                    <a:pt x="69247" y="34510"/>
                  </a:lnTo>
                  <a:lnTo>
                    <a:pt x="67811" y="36336"/>
                  </a:lnTo>
                  <a:lnTo>
                    <a:pt x="66515" y="37027"/>
                  </a:lnTo>
                  <a:lnTo>
                    <a:pt x="65361" y="36584"/>
                  </a:lnTo>
                  <a:lnTo>
                    <a:pt x="65026" y="37032"/>
                  </a:lnTo>
                  <a:lnTo>
                    <a:pt x="64935" y="37631"/>
                  </a:lnTo>
                  <a:lnTo>
                    <a:pt x="64761" y="38211"/>
                  </a:lnTo>
                  <a:lnTo>
                    <a:pt x="64312" y="38524"/>
                  </a:lnTo>
                  <a:lnTo>
                    <a:pt x="63799" y="38358"/>
                  </a:lnTo>
                  <a:lnTo>
                    <a:pt x="63221" y="37713"/>
                  </a:lnTo>
                  <a:lnTo>
                    <a:pt x="62916" y="37989"/>
                  </a:lnTo>
                  <a:lnTo>
                    <a:pt x="62882" y="39182"/>
                  </a:lnTo>
                  <a:lnTo>
                    <a:pt x="62570" y="39501"/>
                  </a:lnTo>
                  <a:lnTo>
                    <a:pt x="61980" y="38940"/>
                  </a:lnTo>
                  <a:lnTo>
                    <a:pt x="61315" y="39371"/>
                  </a:lnTo>
                  <a:lnTo>
                    <a:pt x="60576" y="40791"/>
                  </a:lnTo>
                  <a:lnTo>
                    <a:pt x="59538" y="41095"/>
                  </a:lnTo>
                  <a:lnTo>
                    <a:pt x="58202" y="40277"/>
                  </a:lnTo>
                  <a:lnTo>
                    <a:pt x="57167" y="38732"/>
                  </a:lnTo>
                  <a:lnTo>
                    <a:pt x="56435" y="36457"/>
                  </a:lnTo>
                  <a:lnTo>
                    <a:pt x="55555" y="35884"/>
                  </a:lnTo>
                  <a:lnTo>
                    <a:pt x="54016" y="37578"/>
                  </a:lnTo>
                  <a:lnTo>
                    <a:pt x="53372" y="39555"/>
                  </a:lnTo>
                  <a:lnTo>
                    <a:pt x="53233" y="40761"/>
                  </a:lnTo>
                  <a:lnTo>
                    <a:pt x="53382" y="41856"/>
                  </a:lnTo>
                  <a:lnTo>
                    <a:pt x="53100" y="42586"/>
                  </a:lnTo>
                  <a:lnTo>
                    <a:pt x="52386" y="42951"/>
                  </a:lnTo>
                  <a:lnTo>
                    <a:pt x="51842" y="44294"/>
                  </a:lnTo>
                  <a:lnTo>
                    <a:pt x="51470" y="46614"/>
                  </a:lnTo>
                  <a:lnTo>
                    <a:pt x="51395" y="48406"/>
                  </a:lnTo>
                  <a:lnTo>
                    <a:pt x="51618" y="49667"/>
                  </a:lnTo>
                  <a:lnTo>
                    <a:pt x="51262" y="50598"/>
                  </a:lnTo>
                  <a:lnTo>
                    <a:pt x="50326" y="51194"/>
                  </a:lnTo>
                  <a:lnTo>
                    <a:pt x="49221" y="53196"/>
                  </a:lnTo>
                  <a:lnTo>
                    <a:pt x="47946" y="56600"/>
                  </a:lnTo>
                  <a:lnTo>
                    <a:pt x="46679" y="58978"/>
                  </a:lnTo>
                  <a:lnTo>
                    <a:pt x="45418" y="60327"/>
                  </a:lnTo>
                  <a:lnTo>
                    <a:pt x="44810" y="61826"/>
                  </a:lnTo>
                  <a:lnTo>
                    <a:pt x="44853" y="63474"/>
                  </a:lnTo>
                  <a:lnTo>
                    <a:pt x="44777" y="63987"/>
                  </a:lnTo>
                  <a:lnTo>
                    <a:pt x="44536" y="64184"/>
                  </a:lnTo>
                  <a:lnTo>
                    <a:pt x="44125" y="64409"/>
                  </a:lnTo>
                  <a:lnTo>
                    <a:pt x="41693" y="60826"/>
                  </a:lnTo>
                  <a:lnTo>
                    <a:pt x="40995" y="58330"/>
                  </a:lnTo>
                  <a:lnTo>
                    <a:pt x="40392" y="58712"/>
                  </a:lnTo>
                  <a:lnTo>
                    <a:pt x="39627" y="59972"/>
                  </a:lnTo>
                  <a:lnTo>
                    <a:pt x="38554" y="62783"/>
                  </a:lnTo>
                  <a:lnTo>
                    <a:pt x="37400" y="66606"/>
                  </a:lnTo>
                  <a:lnTo>
                    <a:pt x="36842" y="67032"/>
                  </a:lnTo>
                  <a:lnTo>
                    <a:pt x="33963" y="66465"/>
                  </a:lnTo>
                  <a:lnTo>
                    <a:pt x="32440" y="66801"/>
                  </a:lnTo>
                  <a:lnTo>
                    <a:pt x="32128" y="67313"/>
                  </a:lnTo>
                  <a:lnTo>
                    <a:pt x="31984" y="68714"/>
                  </a:lnTo>
                  <a:lnTo>
                    <a:pt x="32072" y="70590"/>
                  </a:lnTo>
                  <a:lnTo>
                    <a:pt x="32490" y="77328"/>
                  </a:lnTo>
                  <a:lnTo>
                    <a:pt x="32723" y="80101"/>
                  </a:lnTo>
                  <a:lnTo>
                    <a:pt x="32494" y="80958"/>
                  </a:lnTo>
                  <a:lnTo>
                    <a:pt x="31718" y="81093"/>
                  </a:lnTo>
                  <a:lnTo>
                    <a:pt x="30714" y="81486"/>
                  </a:lnTo>
                  <a:lnTo>
                    <a:pt x="30163" y="82754"/>
                  </a:lnTo>
                  <a:lnTo>
                    <a:pt x="30032" y="84060"/>
                  </a:lnTo>
                  <a:lnTo>
                    <a:pt x="29978" y="85888"/>
                  </a:lnTo>
                  <a:lnTo>
                    <a:pt x="29661" y="87774"/>
                  </a:lnTo>
                  <a:lnTo>
                    <a:pt x="29038" y="89130"/>
                  </a:lnTo>
                  <a:lnTo>
                    <a:pt x="28423" y="89613"/>
                  </a:lnTo>
                  <a:lnTo>
                    <a:pt x="24992" y="89974"/>
                  </a:lnTo>
                  <a:lnTo>
                    <a:pt x="25050" y="86858"/>
                  </a:lnTo>
                  <a:lnTo>
                    <a:pt x="24060" y="85595"/>
                  </a:lnTo>
                  <a:lnTo>
                    <a:pt x="23496" y="82995"/>
                  </a:lnTo>
                  <a:lnTo>
                    <a:pt x="23003" y="81238"/>
                  </a:lnTo>
                  <a:lnTo>
                    <a:pt x="23167" y="80183"/>
                  </a:lnTo>
                  <a:lnTo>
                    <a:pt x="23118" y="78932"/>
                  </a:lnTo>
                  <a:lnTo>
                    <a:pt x="21722" y="77967"/>
                  </a:lnTo>
                  <a:lnTo>
                    <a:pt x="20413" y="78721"/>
                  </a:lnTo>
                  <a:lnTo>
                    <a:pt x="19659" y="78231"/>
                  </a:lnTo>
                  <a:lnTo>
                    <a:pt x="19106" y="77566"/>
                  </a:lnTo>
                  <a:lnTo>
                    <a:pt x="20059" y="76023"/>
                  </a:lnTo>
                  <a:lnTo>
                    <a:pt x="20125" y="75086"/>
                  </a:lnTo>
                  <a:lnTo>
                    <a:pt x="19819" y="74409"/>
                  </a:lnTo>
                  <a:lnTo>
                    <a:pt x="19505" y="73954"/>
                  </a:lnTo>
                  <a:lnTo>
                    <a:pt x="19600" y="72213"/>
                  </a:lnTo>
                  <a:lnTo>
                    <a:pt x="19793" y="70155"/>
                  </a:lnTo>
                  <a:lnTo>
                    <a:pt x="20326" y="65346"/>
                  </a:lnTo>
                  <a:lnTo>
                    <a:pt x="20128" y="64508"/>
                  </a:lnTo>
                  <a:lnTo>
                    <a:pt x="19254" y="63062"/>
                  </a:lnTo>
                  <a:lnTo>
                    <a:pt x="18146" y="62915"/>
                  </a:lnTo>
                  <a:lnTo>
                    <a:pt x="16924" y="63368"/>
                  </a:lnTo>
                  <a:lnTo>
                    <a:pt x="16336" y="62630"/>
                  </a:lnTo>
                  <a:lnTo>
                    <a:pt x="15821" y="60976"/>
                  </a:lnTo>
                  <a:lnTo>
                    <a:pt x="14950" y="60185"/>
                  </a:lnTo>
                  <a:lnTo>
                    <a:pt x="13405" y="61506"/>
                  </a:lnTo>
                  <a:lnTo>
                    <a:pt x="11773" y="63494"/>
                  </a:lnTo>
                  <a:lnTo>
                    <a:pt x="11272" y="64215"/>
                  </a:lnTo>
                  <a:lnTo>
                    <a:pt x="10858" y="64119"/>
                  </a:lnTo>
                  <a:lnTo>
                    <a:pt x="10673" y="62633"/>
                  </a:lnTo>
                  <a:lnTo>
                    <a:pt x="10590" y="60869"/>
                  </a:lnTo>
                  <a:lnTo>
                    <a:pt x="10489" y="60434"/>
                  </a:lnTo>
                  <a:lnTo>
                    <a:pt x="9618" y="59807"/>
                  </a:lnTo>
                  <a:lnTo>
                    <a:pt x="8600" y="59353"/>
                  </a:lnTo>
                  <a:lnTo>
                    <a:pt x="8082" y="58864"/>
                  </a:lnTo>
                  <a:lnTo>
                    <a:pt x="7591" y="57676"/>
                  </a:lnTo>
                  <a:lnTo>
                    <a:pt x="6375" y="56125"/>
                  </a:lnTo>
                  <a:lnTo>
                    <a:pt x="6099" y="54975"/>
                  </a:lnTo>
                  <a:lnTo>
                    <a:pt x="4471" y="52344"/>
                  </a:lnTo>
                  <a:lnTo>
                    <a:pt x="4142" y="51037"/>
                  </a:lnTo>
                  <a:lnTo>
                    <a:pt x="3769" y="50086"/>
                  </a:lnTo>
                  <a:lnTo>
                    <a:pt x="2987" y="48872"/>
                  </a:lnTo>
                  <a:lnTo>
                    <a:pt x="2375" y="49165"/>
                  </a:lnTo>
                  <a:lnTo>
                    <a:pt x="312" y="47656"/>
                  </a:lnTo>
                  <a:lnTo>
                    <a:pt x="0" y="47519"/>
                  </a:lnTo>
                  <a:lnTo>
                    <a:pt x="286" y="46197"/>
                  </a:lnTo>
                  <a:lnTo>
                    <a:pt x="936" y="44151"/>
                  </a:lnTo>
                  <a:lnTo>
                    <a:pt x="2354" y="41879"/>
                  </a:lnTo>
                  <a:lnTo>
                    <a:pt x="2472" y="40036"/>
                  </a:lnTo>
                  <a:lnTo>
                    <a:pt x="2102" y="36506"/>
                  </a:lnTo>
                  <a:lnTo>
                    <a:pt x="1730" y="34220"/>
                  </a:lnTo>
                  <a:lnTo>
                    <a:pt x="1931" y="33200"/>
                  </a:lnTo>
                  <a:lnTo>
                    <a:pt x="2372" y="29084"/>
                  </a:lnTo>
                  <a:lnTo>
                    <a:pt x="2714" y="28126"/>
                  </a:lnTo>
                  <a:lnTo>
                    <a:pt x="4765" y="26047"/>
                  </a:lnTo>
                  <a:lnTo>
                    <a:pt x="4955" y="25758"/>
                  </a:lnTo>
                  <a:lnTo>
                    <a:pt x="6572" y="22845"/>
                  </a:lnTo>
                  <a:lnTo>
                    <a:pt x="8367" y="19610"/>
                  </a:lnTo>
                  <a:lnTo>
                    <a:pt x="10233" y="16044"/>
                  </a:lnTo>
                  <a:lnTo>
                    <a:pt x="12315" y="12060"/>
                  </a:lnTo>
                  <a:lnTo>
                    <a:pt x="13464" y="9730"/>
                  </a:lnTo>
                  <a:lnTo>
                    <a:pt x="13996" y="8721"/>
                  </a:lnTo>
                  <a:lnTo>
                    <a:pt x="15196" y="9548"/>
                  </a:lnTo>
                  <a:lnTo>
                    <a:pt x="16140" y="7662"/>
                  </a:lnTo>
                  <a:lnTo>
                    <a:pt x="16685" y="7032"/>
                  </a:lnTo>
                  <a:lnTo>
                    <a:pt x="17961" y="4774"/>
                  </a:lnTo>
                  <a:lnTo>
                    <a:pt x="18357" y="4279"/>
                  </a:lnTo>
                  <a:lnTo>
                    <a:pt x="20493" y="3354"/>
                  </a:lnTo>
                  <a:lnTo>
                    <a:pt x="21525" y="3377"/>
                  </a:lnTo>
                  <a:lnTo>
                    <a:pt x="22429" y="5667"/>
                  </a:lnTo>
                  <a:lnTo>
                    <a:pt x="23145" y="6914"/>
                  </a:lnTo>
                  <a:lnTo>
                    <a:pt x="24495" y="5841"/>
                  </a:lnTo>
                  <a:lnTo>
                    <a:pt x="25626" y="5606"/>
                  </a:lnTo>
                  <a:lnTo>
                    <a:pt x="30298" y="7736"/>
                  </a:lnTo>
                  <a:lnTo>
                    <a:pt x="32152" y="6794"/>
                  </a:lnTo>
                  <a:lnTo>
                    <a:pt x="35560" y="6592"/>
                  </a:lnTo>
                  <a:lnTo>
                    <a:pt x="37092" y="7120"/>
                  </a:lnTo>
                  <a:lnTo>
                    <a:pt x="39257" y="4107"/>
                  </a:lnTo>
                  <a:lnTo>
                    <a:pt x="40647" y="3501"/>
                  </a:lnTo>
                  <a:lnTo>
                    <a:pt x="42280" y="2090"/>
                  </a:lnTo>
                  <a:lnTo>
                    <a:pt x="42062" y="647"/>
                  </a:lnTo>
                  <a:lnTo>
                    <a:pt x="41670" y="0"/>
                  </a:lnTo>
                  <a:lnTo>
                    <a:pt x="44159" y="630"/>
                  </a:lnTo>
                  <a:lnTo>
                    <a:pt x="47864" y="3683"/>
                  </a:lnTo>
                  <a:lnTo>
                    <a:pt x="51813" y="3132"/>
                  </a:lnTo>
                  <a:lnTo>
                    <a:pt x="53238" y="1483"/>
                  </a:lnTo>
                  <a:lnTo>
                    <a:pt x="54157" y="1012"/>
                  </a:lnTo>
                  <a:lnTo>
                    <a:pt x="58200" y="4153"/>
                  </a:lnTo>
                  <a:lnTo>
                    <a:pt x="59267" y="6564"/>
                  </a:lnTo>
                  <a:lnTo>
                    <a:pt x="60098" y="6802"/>
                  </a:lnTo>
                  <a:lnTo>
                    <a:pt x="60743" y="6251"/>
                  </a:lnTo>
                  <a:lnTo>
                    <a:pt x="60917" y="5752"/>
                  </a:lnTo>
                  <a:lnTo>
                    <a:pt x="60122" y="5227"/>
                  </a:lnTo>
                  <a:lnTo>
                    <a:pt x="59761" y="4474"/>
                  </a:lnTo>
                  <a:lnTo>
                    <a:pt x="62947" y="5955"/>
                  </a:lnTo>
                  <a:lnTo>
                    <a:pt x="68943" y="17354"/>
                  </a:lnTo>
                  <a:lnTo>
                    <a:pt x="69069" y="18282"/>
                  </a:lnTo>
                  <a:lnTo>
                    <a:pt x="66509" y="14908"/>
                  </a:lnTo>
                  <a:lnTo>
                    <a:pt x="65152" y="15166"/>
                  </a:lnTo>
                  <a:lnTo>
                    <a:pt x="64799" y="15712"/>
                  </a:lnTo>
                  <a:lnTo>
                    <a:pt x="64875" y="17553"/>
                  </a:lnTo>
                  <a:lnTo>
                    <a:pt x="65000" y="18416"/>
                  </a:lnTo>
                  <a:lnTo>
                    <a:pt x="65581" y="18514"/>
                  </a:lnTo>
                  <a:lnTo>
                    <a:pt x="66010" y="18017"/>
                  </a:lnTo>
                  <a:lnTo>
                    <a:pt x="67068" y="18619"/>
                  </a:lnTo>
                  <a:lnTo>
                    <a:pt x="67769" y="19840"/>
                  </a:lnTo>
                  <a:lnTo>
                    <a:pt x="68620" y="21715"/>
                  </a:lnTo>
                  <a:lnTo>
                    <a:pt x="69129" y="23751"/>
                  </a:lnTo>
                  <a:lnTo>
                    <a:pt x="69679" y="23784"/>
                  </a:lnTo>
                  <a:lnTo>
                    <a:pt x="70218" y="22558"/>
                  </a:lnTo>
                  <a:lnTo>
                    <a:pt x="71237" y="22409"/>
                  </a:lnTo>
                  <a:lnTo>
                    <a:pt x="71899" y="23780"/>
                  </a:lnTo>
                  <a:lnTo>
                    <a:pt x="72368" y="23699"/>
                  </a:lnTo>
                  <a:lnTo>
                    <a:pt x="71713" y="21576"/>
                  </a:lnTo>
                  <a:lnTo>
                    <a:pt x="70170" y="19465"/>
                  </a:lnTo>
                  <a:lnTo>
                    <a:pt x="70536" y="19377"/>
                  </a:lnTo>
                  <a:lnTo>
                    <a:pt x="73957" y="23171"/>
                  </a:lnTo>
                  <a:lnTo>
                    <a:pt x="74923" y="27931"/>
                  </a:lnTo>
                  <a:lnTo>
                    <a:pt x="75729" y="2901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6"/>
            <p:cNvSpPr/>
            <p:nvPr/>
          </p:nvSpPr>
          <p:spPr>
            <a:xfrm>
              <a:off x="2295017" y="3148307"/>
              <a:ext cx="4626" cy="4106"/>
            </a:xfrm>
            <a:custGeom>
              <a:avLst/>
              <a:pathLst>
                <a:path w="4626" h="4106">
                  <a:moveTo>
                    <a:pt x="2597" y="1797"/>
                  </a:moveTo>
                  <a:lnTo>
                    <a:pt x="618" y="4106"/>
                  </a:lnTo>
                  <a:lnTo>
                    <a:pt x="0" y="4061"/>
                  </a:lnTo>
                  <a:lnTo>
                    <a:pt x="906" y="2278"/>
                  </a:lnTo>
                  <a:lnTo>
                    <a:pt x="2370" y="748"/>
                  </a:lnTo>
                  <a:lnTo>
                    <a:pt x="3610" y="0"/>
                  </a:lnTo>
                  <a:lnTo>
                    <a:pt x="4626" y="32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7"/>
            <p:cNvSpPr/>
            <p:nvPr/>
          </p:nvSpPr>
          <p:spPr>
            <a:xfrm>
              <a:off x="2303278" y="3146098"/>
              <a:ext cx="1569" cy="3260"/>
            </a:xfrm>
            <a:custGeom>
              <a:avLst/>
              <a:pathLst>
                <a:path w="1569" h="3260">
                  <a:moveTo>
                    <a:pt x="1111" y="1549"/>
                  </a:moveTo>
                  <a:lnTo>
                    <a:pt x="169" y="3260"/>
                  </a:lnTo>
                  <a:lnTo>
                    <a:pt x="0" y="2490"/>
                  </a:lnTo>
                  <a:lnTo>
                    <a:pt x="453" y="906"/>
                  </a:lnTo>
                  <a:lnTo>
                    <a:pt x="1021" y="0"/>
                  </a:lnTo>
                  <a:lnTo>
                    <a:pt x="1569" y="90"/>
                  </a:lnTo>
                  <a:lnTo>
                    <a:pt x="1438" y="77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8"/>
            <p:cNvSpPr/>
            <p:nvPr/>
          </p:nvSpPr>
          <p:spPr>
            <a:xfrm>
              <a:off x="3578044" y="2369359"/>
              <a:ext cx="4937" cy="2956"/>
            </a:xfrm>
            <a:custGeom>
              <a:avLst/>
              <a:pathLst>
                <a:path w="4937" h="2956">
                  <a:moveTo>
                    <a:pt x="3253" y="926"/>
                  </a:moveTo>
                  <a:lnTo>
                    <a:pt x="4937" y="2956"/>
                  </a:lnTo>
                  <a:lnTo>
                    <a:pt x="0" y="295"/>
                  </a:lnTo>
                  <a:lnTo>
                    <a:pt x="560" y="51"/>
                  </a:lnTo>
                  <a:lnTo>
                    <a:pt x="1083" y="0"/>
                  </a:lnTo>
                  <a:close/>
                </a:path>
              </a:pathLst>
            </a:custGeom>
            <a:solidFill>
              <a:srgbClr val="EAF3E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79"/>
            <p:cNvSpPr/>
            <p:nvPr/>
          </p:nvSpPr>
          <p:spPr>
            <a:xfrm>
              <a:off x="3569487" y="2363562"/>
              <a:ext cx="6633" cy="2986"/>
            </a:xfrm>
            <a:custGeom>
              <a:avLst/>
              <a:pathLst>
                <a:path w="6633" h="2986">
                  <a:moveTo>
                    <a:pt x="0" y="0"/>
                  </a:moveTo>
                  <a:lnTo>
                    <a:pt x="2281" y="825"/>
                  </a:lnTo>
                  <a:lnTo>
                    <a:pt x="3953" y="445"/>
                  </a:lnTo>
                  <a:lnTo>
                    <a:pt x="5466" y="952"/>
                  </a:lnTo>
                  <a:lnTo>
                    <a:pt x="6406" y="1890"/>
                  </a:lnTo>
                  <a:lnTo>
                    <a:pt x="6633" y="2350"/>
                  </a:lnTo>
                  <a:lnTo>
                    <a:pt x="5413" y="2413"/>
                  </a:lnTo>
                  <a:lnTo>
                    <a:pt x="4033" y="2032"/>
                  </a:lnTo>
                  <a:lnTo>
                    <a:pt x="2467" y="2986"/>
                  </a:lnTo>
                  <a:lnTo>
                    <a:pt x="1088" y="2477"/>
                  </a:lnTo>
                  <a:lnTo>
                    <a:pt x="563" y="1858"/>
                  </a:lnTo>
                  <a:lnTo>
                    <a:pt x="192" y="1083"/>
                  </a:lnTo>
                  <a:close/>
                </a:path>
              </a:pathLst>
            </a:custGeom>
            <a:solidFill>
              <a:srgbClr val="EAF3E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0"/>
            <p:cNvSpPr/>
            <p:nvPr/>
          </p:nvSpPr>
          <p:spPr>
            <a:xfrm>
              <a:off x="3574358" y="2362696"/>
              <a:ext cx="18165" cy="17521"/>
            </a:xfrm>
            <a:custGeom>
              <a:avLst/>
              <a:pathLst>
                <a:path w="18165" h="17521">
                  <a:moveTo>
                    <a:pt x="7677" y="3804"/>
                  </a:moveTo>
                  <a:lnTo>
                    <a:pt x="8574" y="3262"/>
                  </a:lnTo>
                  <a:lnTo>
                    <a:pt x="9335" y="3653"/>
                  </a:lnTo>
                  <a:lnTo>
                    <a:pt x="9821" y="5342"/>
                  </a:lnTo>
                  <a:lnTo>
                    <a:pt x="10778" y="6455"/>
                  </a:lnTo>
                  <a:lnTo>
                    <a:pt x="12328" y="8410"/>
                  </a:lnTo>
                  <a:lnTo>
                    <a:pt x="13308" y="9907"/>
                  </a:lnTo>
                  <a:lnTo>
                    <a:pt x="15530" y="12601"/>
                  </a:lnTo>
                  <a:lnTo>
                    <a:pt x="16056" y="12978"/>
                  </a:lnTo>
                  <a:lnTo>
                    <a:pt x="17163" y="13774"/>
                  </a:lnTo>
                  <a:lnTo>
                    <a:pt x="17185" y="14861"/>
                  </a:lnTo>
                  <a:lnTo>
                    <a:pt x="17661" y="16097"/>
                  </a:lnTo>
                  <a:lnTo>
                    <a:pt x="18165" y="17521"/>
                  </a:lnTo>
                  <a:lnTo>
                    <a:pt x="15888" y="14715"/>
                  </a:lnTo>
                  <a:lnTo>
                    <a:pt x="13761" y="11578"/>
                  </a:lnTo>
                  <a:lnTo>
                    <a:pt x="9605" y="6750"/>
                  </a:lnTo>
                  <a:lnTo>
                    <a:pt x="6657" y="5576"/>
                  </a:lnTo>
                  <a:lnTo>
                    <a:pt x="2625" y="1696"/>
                  </a:lnTo>
                  <a:lnTo>
                    <a:pt x="0" y="324"/>
                  </a:lnTo>
                  <a:lnTo>
                    <a:pt x="1000" y="8"/>
                  </a:lnTo>
                  <a:lnTo>
                    <a:pt x="2152" y="0"/>
                  </a:lnTo>
                  <a:lnTo>
                    <a:pt x="8369" y="5176"/>
                  </a:lnTo>
                  <a:close/>
                </a:path>
              </a:pathLst>
            </a:custGeom>
            <a:solidFill>
              <a:srgbClr val="EAF3E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1"/>
            <p:cNvSpPr/>
            <p:nvPr/>
          </p:nvSpPr>
          <p:spPr>
            <a:xfrm>
              <a:off x="3566103" y="2356687"/>
              <a:ext cx="10088" cy="3363"/>
            </a:xfrm>
            <a:custGeom>
              <a:avLst/>
              <a:pathLst>
                <a:path w="10088" h="3363">
                  <a:moveTo>
                    <a:pt x="10088" y="3057"/>
                  </a:moveTo>
                  <a:lnTo>
                    <a:pt x="9225" y="3363"/>
                  </a:lnTo>
                  <a:lnTo>
                    <a:pt x="3735" y="3135"/>
                  </a:lnTo>
                  <a:lnTo>
                    <a:pt x="2138" y="2522"/>
                  </a:lnTo>
                  <a:lnTo>
                    <a:pt x="362" y="942"/>
                  </a:lnTo>
                  <a:lnTo>
                    <a:pt x="0" y="457"/>
                  </a:lnTo>
                  <a:lnTo>
                    <a:pt x="1788" y="0"/>
                  </a:lnTo>
                  <a:lnTo>
                    <a:pt x="3448" y="457"/>
                  </a:lnTo>
                  <a:lnTo>
                    <a:pt x="3958" y="1604"/>
                  </a:lnTo>
                  <a:lnTo>
                    <a:pt x="8448" y="2522"/>
                  </a:lnTo>
                  <a:close/>
                </a:path>
              </a:pathLst>
            </a:custGeom>
            <a:solidFill>
              <a:srgbClr val="EAF3E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2"/>
            <p:cNvSpPr/>
            <p:nvPr/>
          </p:nvSpPr>
          <p:spPr>
            <a:xfrm>
              <a:off x="3566679" y="2352024"/>
              <a:ext cx="5777" cy="3516"/>
            </a:xfrm>
            <a:custGeom>
              <a:avLst/>
              <a:pathLst>
                <a:path w="5777" h="3516">
                  <a:moveTo>
                    <a:pt x="4468" y="3439"/>
                  </a:moveTo>
                  <a:lnTo>
                    <a:pt x="2520" y="3516"/>
                  </a:lnTo>
                  <a:lnTo>
                    <a:pt x="829" y="2980"/>
                  </a:lnTo>
                  <a:lnTo>
                    <a:pt x="0" y="2063"/>
                  </a:lnTo>
                  <a:lnTo>
                    <a:pt x="61" y="1289"/>
                  </a:lnTo>
                  <a:lnTo>
                    <a:pt x="318" y="0"/>
                  </a:lnTo>
                  <a:lnTo>
                    <a:pt x="2201" y="152"/>
                  </a:lnTo>
                  <a:lnTo>
                    <a:pt x="5074" y="1070"/>
                  </a:lnTo>
                  <a:lnTo>
                    <a:pt x="5777" y="2139"/>
                  </a:lnTo>
                  <a:lnTo>
                    <a:pt x="5558" y="2633"/>
                  </a:lnTo>
                  <a:close/>
                </a:path>
              </a:pathLst>
            </a:custGeom>
            <a:solidFill>
              <a:srgbClr val="EAF3E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3"/>
            <p:cNvSpPr/>
            <p:nvPr/>
          </p:nvSpPr>
          <p:spPr>
            <a:xfrm>
              <a:off x="3552450" y="2333595"/>
              <a:ext cx="2063" cy="3286"/>
            </a:xfrm>
            <a:custGeom>
              <a:avLst/>
              <a:pathLst>
                <a:path w="2063" h="3286">
                  <a:moveTo>
                    <a:pt x="1250" y="1090"/>
                  </a:moveTo>
                  <a:lnTo>
                    <a:pt x="2063" y="3286"/>
                  </a:lnTo>
                  <a:lnTo>
                    <a:pt x="1285" y="2835"/>
                  </a:lnTo>
                  <a:lnTo>
                    <a:pt x="475" y="14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AF3E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4"/>
            <p:cNvSpPr/>
            <p:nvPr/>
          </p:nvSpPr>
          <p:spPr>
            <a:xfrm>
              <a:off x="3549930" y="2329253"/>
              <a:ext cx="2231" cy="3859"/>
            </a:xfrm>
            <a:custGeom>
              <a:avLst/>
              <a:pathLst>
                <a:path w="2231" h="3859">
                  <a:moveTo>
                    <a:pt x="2038" y="2817"/>
                  </a:moveTo>
                  <a:lnTo>
                    <a:pt x="2231" y="3859"/>
                  </a:lnTo>
                  <a:lnTo>
                    <a:pt x="691" y="1901"/>
                  </a:lnTo>
                  <a:lnTo>
                    <a:pt x="108" y="5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AF3E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5"/>
            <p:cNvSpPr/>
            <p:nvPr/>
          </p:nvSpPr>
          <p:spPr>
            <a:xfrm>
              <a:off x="3547452" y="2328949"/>
              <a:ext cx="4170" cy="7984"/>
            </a:xfrm>
            <a:custGeom>
              <a:avLst/>
              <a:pathLst>
                <a:path w="4170" h="7984">
                  <a:moveTo>
                    <a:pt x="3994" y="7257"/>
                  </a:moveTo>
                  <a:lnTo>
                    <a:pt x="4170" y="7690"/>
                  </a:lnTo>
                  <a:lnTo>
                    <a:pt x="4153" y="7984"/>
                  </a:lnTo>
                  <a:lnTo>
                    <a:pt x="3513" y="7569"/>
                  </a:lnTo>
                  <a:lnTo>
                    <a:pt x="3341" y="7703"/>
                  </a:lnTo>
                  <a:lnTo>
                    <a:pt x="324" y="1253"/>
                  </a:lnTo>
                  <a:lnTo>
                    <a:pt x="0" y="0"/>
                  </a:lnTo>
                  <a:lnTo>
                    <a:pt x="1079" y="1500"/>
                  </a:lnTo>
                  <a:close/>
                </a:path>
              </a:pathLst>
            </a:custGeom>
            <a:solidFill>
              <a:srgbClr val="EAF3E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6"/>
            <p:cNvSpPr/>
            <p:nvPr/>
          </p:nvSpPr>
          <p:spPr>
            <a:xfrm>
              <a:off x="3545933" y="2313306"/>
              <a:ext cx="6145" cy="11470"/>
            </a:xfrm>
            <a:custGeom>
              <a:avLst/>
              <a:pathLst>
                <a:path w="6145" h="11470">
                  <a:moveTo>
                    <a:pt x="5510" y="10685"/>
                  </a:moveTo>
                  <a:lnTo>
                    <a:pt x="5191" y="11470"/>
                  </a:lnTo>
                  <a:lnTo>
                    <a:pt x="4393" y="10023"/>
                  </a:lnTo>
                  <a:lnTo>
                    <a:pt x="3660" y="8993"/>
                  </a:lnTo>
                  <a:lnTo>
                    <a:pt x="3136" y="7772"/>
                  </a:lnTo>
                  <a:lnTo>
                    <a:pt x="2108" y="6250"/>
                  </a:lnTo>
                  <a:lnTo>
                    <a:pt x="1761" y="4510"/>
                  </a:lnTo>
                  <a:lnTo>
                    <a:pt x="228" y="963"/>
                  </a:lnTo>
                  <a:lnTo>
                    <a:pt x="0" y="0"/>
                  </a:lnTo>
                  <a:lnTo>
                    <a:pt x="764" y="1438"/>
                  </a:lnTo>
                  <a:lnTo>
                    <a:pt x="1400" y="2337"/>
                  </a:lnTo>
                  <a:lnTo>
                    <a:pt x="1926" y="2556"/>
                  </a:lnTo>
                  <a:lnTo>
                    <a:pt x="3264" y="4820"/>
                  </a:lnTo>
                  <a:lnTo>
                    <a:pt x="4579" y="7730"/>
                  </a:lnTo>
                  <a:lnTo>
                    <a:pt x="6145" y="10258"/>
                  </a:lnTo>
                  <a:lnTo>
                    <a:pt x="5820" y="10336"/>
                  </a:lnTo>
                  <a:close/>
                </a:path>
              </a:pathLst>
            </a:custGeom>
            <a:solidFill>
              <a:srgbClr val="EAF3E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7"/>
            <p:cNvSpPr/>
            <p:nvPr/>
          </p:nvSpPr>
          <p:spPr>
            <a:xfrm>
              <a:off x="3544927" y="2308850"/>
              <a:ext cx="2422" cy="3938"/>
            </a:xfrm>
            <a:custGeom>
              <a:avLst/>
              <a:pathLst>
                <a:path w="2422" h="3938">
                  <a:moveTo>
                    <a:pt x="2111" y="2635"/>
                  </a:moveTo>
                  <a:lnTo>
                    <a:pt x="2422" y="3938"/>
                  </a:lnTo>
                  <a:lnTo>
                    <a:pt x="1260" y="2763"/>
                  </a:lnTo>
                  <a:lnTo>
                    <a:pt x="220" y="2312"/>
                  </a:lnTo>
                  <a:lnTo>
                    <a:pt x="0" y="1428"/>
                  </a:lnTo>
                  <a:lnTo>
                    <a:pt x="149" y="702"/>
                  </a:lnTo>
                  <a:lnTo>
                    <a:pt x="372" y="0"/>
                  </a:lnTo>
                  <a:lnTo>
                    <a:pt x="1158" y="98"/>
                  </a:lnTo>
                  <a:lnTo>
                    <a:pt x="1276" y="790"/>
                  </a:lnTo>
                  <a:close/>
                </a:path>
              </a:pathLst>
            </a:custGeom>
            <a:solidFill>
              <a:srgbClr val="EAF3E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8"/>
            <p:cNvSpPr/>
            <p:nvPr/>
          </p:nvSpPr>
          <p:spPr>
            <a:xfrm>
              <a:off x="3540305" y="2299415"/>
              <a:ext cx="2495" cy="16139"/>
            </a:xfrm>
            <a:custGeom>
              <a:avLst/>
              <a:pathLst>
                <a:path w="2495" h="16139">
                  <a:moveTo>
                    <a:pt x="2495" y="14992"/>
                  </a:moveTo>
                  <a:lnTo>
                    <a:pt x="2400" y="16139"/>
                  </a:lnTo>
                  <a:lnTo>
                    <a:pt x="1649" y="14689"/>
                  </a:lnTo>
                  <a:lnTo>
                    <a:pt x="1271" y="12089"/>
                  </a:lnTo>
                  <a:lnTo>
                    <a:pt x="327" y="7890"/>
                  </a:lnTo>
                  <a:lnTo>
                    <a:pt x="206" y="6707"/>
                  </a:lnTo>
                  <a:lnTo>
                    <a:pt x="695" y="5540"/>
                  </a:lnTo>
                  <a:lnTo>
                    <a:pt x="668" y="4357"/>
                  </a:lnTo>
                  <a:lnTo>
                    <a:pt x="0" y="673"/>
                  </a:lnTo>
                  <a:lnTo>
                    <a:pt x="560" y="72"/>
                  </a:lnTo>
                  <a:lnTo>
                    <a:pt x="892" y="0"/>
                  </a:lnTo>
                  <a:lnTo>
                    <a:pt x="1027" y="2555"/>
                  </a:lnTo>
                  <a:lnTo>
                    <a:pt x="1331" y="4024"/>
                  </a:lnTo>
                  <a:lnTo>
                    <a:pt x="2240" y="5827"/>
                  </a:lnTo>
                  <a:lnTo>
                    <a:pt x="2057" y="8812"/>
                  </a:lnTo>
                  <a:lnTo>
                    <a:pt x="2242" y="13063"/>
                  </a:lnTo>
                  <a:lnTo>
                    <a:pt x="2426" y="14008"/>
                  </a:lnTo>
                  <a:close/>
                </a:path>
              </a:pathLst>
            </a:custGeom>
            <a:solidFill>
              <a:srgbClr val="EAF3E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89"/>
            <p:cNvSpPr/>
            <p:nvPr/>
          </p:nvSpPr>
          <p:spPr>
            <a:xfrm>
              <a:off x="3542181" y="2297722"/>
              <a:ext cx="4594" cy="7952"/>
            </a:xfrm>
            <a:custGeom>
              <a:avLst/>
              <a:pathLst>
                <a:path w="4594" h="7952">
                  <a:moveTo>
                    <a:pt x="4594" y="7319"/>
                  </a:moveTo>
                  <a:lnTo>
                    <a:pt x="3074" y="7952"/>
                  </a:lnTo>
                  <a:lnTo>
                    <a:pt x="2349" y="6820"/>
                  </a:lnTo>
                  <a:lnTo>
                    <a:pt x="2160" y="5889"/>
                  </a:lnTo>
                  <a:lnTo>
                    <a:pt x="911" y="5595"/>
                  </a:lnTo>
                  <a:lnTo>
                    <a:pt x="154" y="4300"/>
                  </a:lnTo>
                  <a:lnTo>
                    <a:pt x="0" y="3726"/>
                  </a:lnTo>
                  <a:lnTo>
                    <a:pt x="1070" y="2302"/>
                  </a:lnTo>
                  <a:lnTo>
                    <a:pt x="1643" y="0"/>
                  </a:lnTo>
                  <a:lnTo>
                    <a:pt x="2370" y="1380"/>
                  </a:lnTo>
                  <a:lnTo>
                    <a:pt x="3248" y="3980"/>
                  </a:lnTo>
                  <a:lnTo>
                    <a:pt x="3717" y="4706"/>
                  </a:lnTo>
                  <a:close/>
                </a:path>
              </a:pathLst>
            </a:custGeom>
            <a:solidFill>
              <a:srgbClr val="EAF3E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0"/>
            <p:cNvSpPr/>
            <p:nvPr/>
          </p:nvSpPr>
          <p:spPr>
            <a:xfrm>
              <a:off x="3530820" y="2259016"/>
              <a:ext cx="72604" cy="106265"/>
            </a:xfrm>
            <a:custGeom>
              <a:avLst/>
              <a:pathLst>
                <a:path w="72604" h="106265">
                  <a:moveTo>
                    <a:pt x="66489" y="17814"/>
                  </a:moveTo>
                  <a:lnTo>
                    <a:pt x="66436" y="18527"/>
                  </a:lnTo>
                  <a:lnTo>
                    <a:pt x="66343" y="19770"/>
                  </a:lnTo>
                  <a:lnTo>
                    <a:pt x="65670" y="20651"/>
                  </a:lnTo>
                  <a:lnTo>
                    <a:pt x="66355" y="22679"/>
                  </a:lnTo>
                  <a:lnTo>
                    <a:pt x="67006" y="25967"/>
                  </a:lnTo>
                  <a:lnTo>
                    <a:pt x="66643" y="27592"/>
                  </a:lnTo>
                  <a:lnTo>
                    <a:pt x="67085" y="28857"/>
                  </a:lnTo>
                  <a:lnTo>
                    <a:pt x="68336" y="29766"/>
                  </a:lnTo>
                  <a:lnTo>
                    <a:pt x="68449" y="30128"/>
                  </a:lnTo>
                  <a:lnTo>
                    <a:pt x="68067" y="30507"/>
                  </a:lnTo>
                  <a:lnTo>
                    <a:pt x="67750" y="31581"/>
                  </a:lnTo>
                  <a:lnTo>
                    <a:pt x="67714" y="33541"/>
                  </a:lnTo>
                  <a:lnTo>
                    <a:pt x="68805" y="35391"/>
                  </a:lnTo>
                  <a:lnTo>
                    <a:pt x="71023" y="37132"/>
                  </a:lnTo>
                  <a:lnTo>
                    <a:pt x="71732" y="37425"/>
                  </a:lnTo>
                  <a:lnTo>
                    <a:pt x="72003" y="38094"/>
                  </a:lnTo>
                  <a:lnTo>
                    <a:pt x="72374" y="38531"/>
                  </a:lnTo>
                  <a:lnTo>
                    <a:pt x="72592" y="39067"/>
                  </a:lnTo>
                  <a:lnTo>
                    <a:pt x="72604" y="39759"/>
                  </a:lnTo>
                  <a:lnTo>
                    <a:pt x="72445" y="40234"/>
                  </a:lnTo>
                  <a:lnTo>
                    <a:pt x="71396" y="40403"/>
                  </a:lnTo>
                  <a:lnTo>
                    <a:pt x="70198" y="40388"/>
                  </a:lnTo>
                  <a:lnTo>
                    <a:pt x="69346" y="39547"/>
                  </a:lnTo>
                  <a:lnTo>
                    <a:pt x="69270" y="40161"/>
                  </a:lnTo>
                  <a:lnTo>
                    <a:pt x="69257" y="40863"/>
                  </a:lnTo>
                  <a:lnTo>
                    <a:pt x="68432" y="41292"/>
                  </a:lnTo>
                  <a:lnTo>
                    <a:pt x="68890" y="46121"/>
                  </a:lnTo>
                  <a:lnTo>
                    <a:pt x="68708" y="47510"/>
                  </a:lnTo>
                  <a:lnTo>
                    <a:pt x="68404" y="47976"/>
                  </a:lnTo>
                  <a:lnTo>
                    <a:pt x="68120" y="47783"/>
                  </a:lnTo>
                  <a:lnTo>
                    <a:pt x="67775" y="47728"/>
                  </a:lnTo>
                  <a:lnTo>
                    <a:pt x="67601" y="48183"/>
                  </a:lnTo>
                  <a:lnTo>
                    <a:pt x="67744" y="49211"/>
                  </a:lnTo>
                  <a:lnTo>
                    <a:pt x="66932" y="49330"/>
                  </a:lnTo>
                  <a:lnTo>
                    <a:pt x="65638" y="48796"/>
                  </a:lnTo>
                  <a:lnTo>
                    <a:pt x="65045" y="47861"/>
                  </a:lnTo>
                  <a:lnTo>
                    <a:pt x="64944" y="46906"/>
                  </a:lnTo>
                  <a:lnTo>
                    <a:pt x="64934" y="46018"/>
                  </a:lnTo>
                  <a:lnTo>
                    <a:pt x="64523" y="44563"/>
                  </a:lnTo>
                  <a:lnTo>
                    <a:pt x="63493" y="43058"/>
                  </a:lnTo>
                  <a:lnTo>
                    <a:pt x="61342" y="42810"/>
                  </a:lnTo>
                  <a:lnTo>
                    <a:pt x="60548" y="42332"/>
                  </a:lnTo>
                  <a:lnTo>
                    <a:pt x="59730" y="41784"/>
                  </a:lnTo>
                  <a:lnTo>
                    <a:pt x="58833" y="41378"/>
                  </a:lnTo>
                  <a:lnTo>
                    <a:pt x="58006" y="41419"/>
                  </a:lnTo>
                  <a:lnTo>
                    <a:pt x="57010" y="41818"/>
                  </a:lnTo>
                  <a:lnTo>
                    <a:pt x="55271" y="41156"/>
                  </a:lnTo>
                  <a:lnTo>
                    <a:pt x="54683" y="42040"/>
                  </a:lnTo>
                  <a:lnTo>
                    <a:pt x="53767" y="43063"/>
                  </a:lnTo>
                  <a:lnTo>
                    <a:pt x="53006" y="43037"/>
                  </a:lnTo>
                  <a:lnTo>
                    <a:pt x="51493" y="40665"/>
                  </a:lnTo>
                  <a:lnTo>
                    <a:pt x="51041" y="40515"/>
                  </a:lnTo>
                  <a:lnTo>
                    <a:pt x="49718" y="41725"/>
                  </a:lnTo>
                  <a:lnTo>
                    <a:pt x="49179" y="41789"/>
                  </a:lnTo>
                  <a:lnTo>
                    <a:pt x="48766" y="41407"/>
                  </a:lnTo>
                  <a:lnTo>
                    <a:pt x="46976" y="40501"/>
                  </a:lnTo>
                  <a:lnTo>
                    <a:pt x="46169" y="40306"/>
                  </a:lnTo>
                  <a:lnTo>
                    <a:pt x="45576" y="40735"/>
                  </a:lnTo>
                  <a:lnTo>
                    <a:pt x="44524" y="40270"/>
                  </a:lnTo>
                  <a:lnTo>
                    <a:pt x="41973" y="37174"/>
                  </a:lnTo>
                  <a:lnTo>
                    <a:pt x="40396" y="39528"/>
                  </a:lnTo>
                  <a:lnTo>
                    <a:pt x="37185" y="38943"/>
                  </a:lnTo>
                  <a:lnTo>
                    <a:pt x="36233" y="40559"/>
                  </a:lnTo>
                  <a:lnTo>
                    <a:pt x="35141" y="43622"/>
                  </a:lnTo>
                  <a:lnTo>
                    <a:pt x="34257" y="45085"/>
                  </a:lnTo>
                  <a:lnTo>
                    <a:pt x="33488" y="44560"/>
                  </a:lnTo>
                  <a:lnTo>
                    <a:pt x="32578" y="43212"/>
                  </a:lnTo>
                  <a:lnTo>
                    <a:pt x="30986" y="39743"/>
                  </a:lnTo>
                  <a:lnTo>
                    <a:pt x="30183" y="39117"/>
                  </a:lnTo>
                  <a:lnTo>
                    <a:pt x="29258" y="38972"/>
                  </a:lnTo>
                  <a:lnTo>
                    <a:pt x="28451" y="39354"/>
                  </a:lnTo>
                  <a:lnTo>
                    <a:pt x="28022" y="40058"/>
                  </a:lnTo>
                  <a:lnTo>
                    <a:pt x="27694" y="45124"/>
                  </a:lnTo>
                  <a:lnTo>
                    <a:pt x="27404" y="49589"/>
                  </a:lnTo>
                  <a:lnTo>
                    <a:pt x="27387" y="52266"/>
                  </a:lnTo>
                  <a:lnTo>
                    <a:pt x="29157" y="54745"/>
                  </a:lnTo>
                  <a:lnTo>
                    <a:pt x="31242" y="59010"/>
                  </a:lnTo>
                  <a:lnTo>
                    <a:pt x="31913" y="59500"/>
                  </a:lnTo>
                  <a:lnTo>
                    <a:pt x="32245" y="60897"/>
                  </a:lnTo>
                  <a:lnTo>
                    <a:pt x="32733" y="64494"/>
                  </a:lnTo>
                  <a:lnTo>
                    <a:pt x="33281" y="68538"/>
                  </a:lnTo>
                  <a:lnTo>
                    <a:pt x="34340" y="71216"/>
                  </a:lnTo>
                  <a:lnTo>
                    <a:pt x="35296" y="73133"/>
                  </a:lnTo>
                  <a:lnTo>
                    <a:pt x="36462" y="74819"/>
                  </a:lnTo>
                  <a:lnTo>
                    <a:pt x="37924" y="77460"/>
                  </a:lnTo>
                  <a:lnTo>
                    <a:pt x="39123" y="80361"/>
                  </a:lnTo>
                  <a:lnTo>
                    <a:pt x="39441" y="81431"/>
                  </a:lnTo>
                  <a:lnTo>
                    <a:pt x="41766" y="85266"/>
                  </a:lnTo>
                  <a:lnTo>
                    <a:pt x="44020" y="89180"/>
                  </a:lnTo>
                  <a:lnTo>
                    <a:pt x="46038" y="90550"/>
                  </a:lnTo>
                  <a:lnTo>
                    <a:pt x="46356" y="91273"/>
                  </a:lnTo>
                  <a:lnTo>
                    <a:pt x="46374" y="94284"/>
                  </a:lnTo>
                  <a:lnTo>
                    <a:pt x="46593" y="95413"/>
                  </a:lnTo>
                  <a:lnTo>
                    <a:pt x="47940" y="98566"/>
                  </a:lnTo>
                  <a:lnTo>
                    <a:pt x="50687" y="103180"/>
                  </a:lnTo>
                  <a:lnTo>
                    <a:pt x="51004" y="104249"/>
                  </a:lnTo>
                  <a:lnTo>
                    <a:pt x="51094" y="105033"/>
                  </a:lnTo>
                  <a:lnTo>
                    <a:pt x="50917" y="105633"/>
                  </a:lnTo>
                  <a:lnTo>
                    <a:pt x="50198" y="106265"/>
                  </a:lnTo>
                  <a:lnTo>
                    <a:pt x="49607" y="105559"/>
                  </a:lnTo>
                  <a:lnTo>
                    <a:pt x="47047" y="101049"/>
                  </a:lnTo>
                  <a:lnTo>
                    <a:pt x="44573" y="98205"/>
                  </a:lnTo>
                  <a:lnTo>
                    <a:pt x="41781" y="92848"/>
                  </a:lnTo>
                  <a:lnTo>
                    <a:pt x="38044" y="90732"/>
                  </a:lnTo>
                  <a:lnTo>
                    <a:pt x="35498" y="88388"/>
                  </a:lnTo>
                  <a:lnTo>
                    <a:pt x="33956" y="88746"/>
                  </a:lnTo>
                  <a:lnTo>
                    <a:pt x="32254" y="89483"/>
                  </a:lnTo>
                  <a:lnTo>
                    <a:pt x="31205" y="89506"/>
                  </a:lnTo>
                  <a:lnTo>
                    <a:pt x="30459" y="89085"/>
                  </a:lnTo>
                  <a:lnTo>
                    <a:pt x="29928" y="87632"/>
                  </a:lnTo>
                  <a:lnTo>
                    <a:pt x="30009" y="86508"/>
                  </a:lnTo>
                  <a:lnTo>
                    <a:pt x="29915" y="85041"/>
                  </a:lnTo>
                  <a:lnTo>
                    <a:pt x="28423" y="82698"/>
                  </a:lnTo>
                  <a:lnTo>
                    <a:pt x="26388" y="80472"/>
                  </a:lnTo>
                  <a:lnTo>
                    <a:pt x="24460" y="77590"/>
                  </a:lnTo>
                  <a:lnTo>
                    <a:pt x="20590" y="69809"/>
                  </a:lnTo>
                  <a:lnTo>
                    <a:pt x="19814" y="67307"/>
                  </a:lnTo>
                  <a:lnTo>
                    <a:pt x="20576" y="66831"/>
                  </a:lnTo>
                  <a:lnTo>
                    <a:pt x="21152" y="66874"/>
                  </a:lnTo>
                  <a:lnTo>
                    <a:pt x="21805" y="66361"/>
                  </a:lnTo>
                  <a:lnTo>
                    <a:pt x="22859" y="66348"/>
                  </a:lnTo>
                  <a:lnTo>
                    <a:pt x="24109" y="66859"/>
                  </a:lnTo>
                  <a:lnTo>
                    <a:pt x="23003" y="65195"/>
                  </a:lnTo>
                  <a:lnTo>
                    <a:pt x="21627" y="63563"/>
                  </a:lnTo>
                  <a:lnTo>
                    <a:pt x="18067" y="57079"/>
                  </a:lnTo>
                  <a:lnTo>
                    <a:pt x="17004" y="54016"/>
                  </a:lnTo>
                  <a:lnTo>
                    <a:pt x="16881" y="50716"/>
                  </a:lnTo>
                  <a:lnTo>
                    <a:pt x="17144" y="46192"/>
                  </a:lnTo>
                  <a:lnTo>
                    <a:pt x="16503" y="42952"/>
                  </a:lnTo>
                  <a:lnTo>
                    <a:pt x="13756" y="38760"/>
                  </a:lnTo>
                  <a:lnTo>
                    <a:pt x="12750" y="36549"/>
                  </a:lnTo>
                  <a:lnTo>
                    <a:pt x="10722" y="35236"/>
                  </a:lnTo>
                  <a:lnTo>
                    <a:pt x="9816" y="35365"/>
                  </a:lnTo>
                  <a:lnTo>
                    <a:pt x="9271" y="36998"/>
                  </a:lnTo>
                  <a:lnTo>
                    <a:pt x="8874" y="40628"/>
                  </a:lnTo>
                  <a:lnTo>
                    <a:pt x="7076" y="45417"/>
                  </a:lnTo>
                  <a:lnTo>
                    <a:pt x="6475" y="47497"/>
                  </a:lnTo>
                  <a:lnTo>
                    <a:pt x="5536" y="50203"/>
                  </a:lnTo>
                  <a:lnTo>
                    <a:pt x="4721" y="50389"/>
                  </a:lnTo>
                  <a:lnTo>
                    <a:pt x="4239" y="50151"/>
                  </a:lnTo>
                  <a:lnTo>
                    <a:pt x="2780" y="45597"/>
                  </a:lnTo>
                  <a:lnTo>
                    <a:pt x="1383" y="42149"/>
                  </a:lnTo>
                  <a:lnTo>
                    <a:pt x="1188" y="40517"/>
                  </a:lnTo>
                  <a:lnTo>
                    <a:pt x="1062" y="38508"/>
                  </a:lnTo>
                  <a:lnTo>
                    <a:pt x="0" y="31110"/>
                  </a:lnTo>
                  <a:lnTo>
                    <a:pt x="749" y="30072"/>
                  </a:lnTo>
                  <a:lnTo>
                    <a:pt x="1209" y="31258"/>
                  </a:lnTo>
                  <a:lnTo>
                    <a:pt x="4461" y="32688"/>
                  </a:lnTo>
                  <a:lnTo>
                    <a:pt x="5163" y="32055"/>
                  </a:lnTo>
                  <a:lnTo>
                    <a:pt x="5589" y="31085"/>
                  </a:lnTo>
                  <a:lnTo>
                    <a:pt x="5591" y="30472"/>
                  </a:lnTo>
                  <a:lnTo>
                    <a:pt x="5868" y="30293"/>
                  </a:lnTo>
                  <a:lnTo>
                    <a:pt x="7013" y="31227"/>
                  </a:lnTo>
                  <a:lnTo>
                    <a:pt x="7947" y="31010"/>
                  </a:lnTo>
                  <a:lnTo>
                    <a:pt x="9450" y="30967"/>
                  </a:lnTo>
                  <a:lnTo>
                    <a:pt x="10522" y="31120"/>
                  </a:lnTo>
                  <a:lnTo>
                    <a:pt x="11231" y="30401"/>
                  </a:lnTo>
                  <a:lnTo>
                    <a:pt x="12191" y="27758"/>
                  </a:lnTo>
                  <a:lnTo>
                    <a:pt x="12547" y="26279"/>
                  </a:lnTo>
                  <a:lnTo>
                    <a:pt x="12977" y="25926"/>
                  </a:lnTo>
                  <a:lnTo>
                    <a:pt x="13260" y="26102"/>
                  </a:lnTo>
                  <a:lnTo>
                    <a:pt x="13467" y="27318"/>
                  </a:lnTo>
                  <a:lnTo>
                    <a:pt x="13972" y="28459"/>
                  </a:lnTo>
                  <a:lnTo>
                    <a:pt x="15010" y="30320"/>
                  </a:lnTo>
                  <a:lnTo>
                    <a:pt x="15744" y="31215"/>
                  </a:lnTo>
                  <a:lnTo>
                    <a:pt x="16410" y="31537"/>
                  </a:lnTo>
                  <a:lnTo>
                    <a:pt x="17063" y="30788"/>
                  </a:lnTo>
                  <a:lnTo>
                    <a:pt x="17737" y="30574"/>
                  </a:lnTo>
                  <a:lnTo>
                    <a:pt x="19660" y="32026"/>
                  </a:lnTo>
                  <a:lnTo>
                    <a:pt x="21284" y="32303"/>
                  </a:lnTo>
                  <a:lnTo>
                    <a:pt x="22486" y="31545"/>
                  </a:lnTo>
                  <a:lnTo>
                    <a:pt x="22328" y="30504"/>
                  </a:lnTo>
                  <a:lnTo>
                    <a:pt x="21891" y="29344"/>
                  </a:lnTo>
                  <a:lnTo>
                    <a:pt x="21797" y="28217"/>
                  </a:lnTo>
                  <a:lnTo>
                    <a:pt x="21877" y="27243"/>
                  </a:lnTo>
                  <a:lnTo>
                    <a:pt x="22702" y="26272"/>
                  </a:lnTo>
                  <a:lnTo>
                    <a:pt x="22662" y="25846"/>
                  </a:lnTo>
                  <a:lnTo>
                    <a:pt x="21665" y="24138"/>
                  </a:lnTo>
                  <a:lnTo>
                    <a:pt x="21716" y="23698"/>
                  </a:lnTo>
                  <a:lnTo>
                    <a:pt x="23901" y="21777"/>
                  </a:lnTo>
                  <a:lnTo>
                    <a:pt x="26007" y="20701"/>
                  </a:lnTo>
                  <a:lnTo>
                    <a:pt x="26345" y="19870"/>
                  </a:lnTo>
                  <a:lnTo>
                    <a:pt x="26541" y="18621"/>
                  </a:lnTo>
                  <a:lnTo>
                    <a:pt x="26634" y="16279"/>
                  </a:lnTo>
                  <a:lnTo>
                    <a:pt x="26518" y="14364"/>
                  </a:lnTo>
                  <a:lnTo>
                    <a:pt x="25662" y="12569"/>
                  </a:lnTo>
                  <a:lnTo>
                    <a:pt x="25609" y="11660"/>
                  </a:lnTo>
                  <a:lnTo>
                    <a:pt x="25812" y="10717"/>
                  </a:lnTo>
                  <a:lnTo>
                    <a:pt x="26144" y="9865"/>
                  </a:lnTo>
                  <a:lnTo>
                    <a:pt x="26987" y="9496"/>
                  </a:lnTo>
                  <a:lnTo>
                    <a:pt x="27975" y="8883"/>
                  </a:lnTo>
                  <a:lnTo>
                    <a:pt x="28756" y="8177"/>
                  </a:lnTo>
                  <a:lnTo>
                    <a:pt x="29814" y="7593"/>
                  </a:lnTo>
                  <a:lnTo>
                    <a:pt x="30645" y="6774"/>
                  </a:lnTo>
                  <a:lnTo>
                    <a:pt x="31458" y="4824"/>
                  </a:lnTo>
                  <a:lnTo>
                    <a:pt x="31950" y="4503"/>
                  </a:lnTo>
                  <a:lnTo>
                    <a:pt x="33444" y="4780"/>
                  </a:lnTo>
                  <a:lnTo>
                    <a:pt x="33763" y="4299"/>
                  </a:lnTo>
                  <a:lnTo>
                    <a:pt x="33558" y="1500"/>
                  </a:lnTo>
                  <a:lnTo>
                    <a:pt x="33826" y="789"/>
                  </a:lnTo>
                  <a:lnTo>
                    <a:pt x="34353" y="390"/>
                  </a:lnTo>
                  <a:lnTo>
                    <a:pt x="34600" y="0"/>
                  </a:lnTo>
                  <a:lnTo>
                    <a:pt x="35914" y="301"/>
                  </a:lnTo>
                  <a:lnTo>
                    <a:pt x="37007" y="1025"/>
                  </a:lnTo>
                  <a:lnTo>
                    <a:pt x="37670" y="1465"/>
                  </a:lnTo>
                  <a:lnTo>
                    <a:pt x="39868" y="3493"/>
                  </a:lnTo>
                  <a:lnTo>
                    <a:pt x="41391" y="5771"/>
                  </a:lnTo>
                  <a:lnTo>
                    <a:pt x="42236" y="8301"/>
                  </a:lnTo>
                  <a:lnTo>
                    <a:pt x="43380" y="10262"/>
                  </a:lnTo>
                  <a:lnTo>
                    <a:pt x="44823" y="11650"/>
                  </a:lnTo>
                  <a:lnTo>
                    <a:pt x="45965" y="13533"/>
                  </a:lnTo>
                  <a:lnTo>
                    <a:pt x="46810" y="15911"/>
                  </a:lnTo>
                  <a:lnTo>
                    <a:pt x="47991" y="17243"/>
                  </a:lnTo>
                  <a:lnTo>
                    <a:pt x="49507" y="17531"/>
                  </a:lnTo>
                  <a:lnTo>
                    <a:pt x="50467" y="18345"/>
                  </a:lnTo>
                  <a:lnTo>
                    <a:pt x="50870" y="19687"/>
                  </a:lnTo>
                  <a:lnTo>
                    <a:pt x="51694" y="20902"/>
                  </a:lnTo>
                  <a:lnTo>
                    <a:pt x="52937" y="21990"/>
                  </a:lnTo>
                  <a:lnTo>
                    <a:pt x="54871" y="22585"/>
                  </a:lnTo>
                  <a:lnTo>
                    <a:pt x="58574" y="22727"/>
                  </a:lnTo>
                  <a:lnTo>
                    <a:pt x="58903" y="22757"/>
                  </a:lnTo>
                  <a:lnTo>
                    <a:pt x="59738" y="23095"/>
                  </a:lnTo>
                  <a:lnTo>
                    <a:pt x="60713" y="22672"/>
                  </a:lnTo>
                  <a:lnTo>
                    <a:pt x="61901" y="21821"/>
                  </a:lnTo>
                  <a:lnTo>
                    <a:pt x="62284" y="21314"/>
                  </a:lnTo>
                  <a:lnTo>
                    <a:pt x="63535" y="18531"/>
                  </a:lnTo>
                  <a:lnTo>
                    <a:pt x="64223" y="18771"/>
                  </a:lnTo>
                  <a:lnTo>
                    <a:pt x="65596" y="18431"/>
                  </a:lnTo>
                  <a:close/>
                </a:path>
              </a:pathLst>
            </a:custGeom>
            <a:solidFill>
              <a:srgbClr val="EAF3E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1"/>
            <p:cNvSpPr/>
            <p:nvPr/>
          </p:nvSpPr>
          <p:spPr>
            <a:xfrm>
              <a:off x="2459694" y="3073605"/>
              <a:ext cx="5931" cy="7687"/>
            </a:xfrm>
            <a:custGeom>
              <a:avLst/>
              <a:pathLst>
                <a:path w="5931" h="7687">
                  <a:moveTo>
                    <a:pt x="5931" y="5602"/>
                  </a:moveTo>
                  <a:lnTo>
                    <a:pt x="5713" y="7687"/>
                  </a:lnTo>
                  <a:lnTo>
                    <a:pt x="2557" y="5211"/>
                  </a:lnTo>
                  <a:lnTo>
                    <a:pt x="0" y="2084"/>
                  </a:lnTo>
                  <a:lnTo>
                    <a:pt x="109" y="390"/>
                  </a:lnTo>
                  <a:lnTo>
                    <a:pt x="1414" y="0"/>
                  </a:lnTo>
                  <a:lnTo>
                    <a:pt x="2666" y="1041"/>
                  </a:lnTo>
                  <a:lnTo>
                    <a:pt x="4516" y="3126"/>
                  </a:lnTo>
                  <a:close/>
                </a:path>
              </a:pathLst>
            </a:custGeom>
            <a:solidFill>
              <a:srgbClr val="FFFDF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2"/>
            <p:cNvSpPr/>
            <p:nvPr/>
          </p:nvSpPr>
          <p:spPr>
            <a:xfrm>
              <a:off x="2444974" y="3045214"/>
              <a:ext cx="34956" cy="55815"/>
            </a:xfrm>
            <a:custGeom>
              <a:avLst/>
              <a:pathLst>
                <a:path w="34956" h="55815">
                  <a:moveTo>
                    <a:pt x="33303" y="6202"/>
                  </a:moveTo>
                  <a:lnTo>
                    <a:pt x="33572" y="7088"/>
                  </a:lnTo>
                  <a:lnTo>
                    <a:pt x="34140" y="13046"/>
                  </a:lnTo>
                  <a:lnTo>
                    <a:pt x="34196" y="14954"/>
                  </a:lnTo>
                  <a:lnTo>
                    <a:pt x="33625" y="17836"/>
                  </a:lnTo>
                  <a:lnTo>
                    <a:pt x="33707" y="18977"/>
                  </a:lnTo>
                  <a:lnTo>
                    <a:pt x="34932" y="21633"/>
                  </a:lnTo>
                  <a:lnTo>
                    <a:pt x="34956" y="22591"/>
                  </a:lnTo>
                  <a:lnTo>
                    <a:pt x="34811" y="23559"/>
                  </a:lnTo>
                  <a:lnTo>
                    <a:pt x="33762" y="26079"/>
                  </a:lnTo>
                  <a:lnTo>
                    <a:pt x="32959" y="27807"/>
                  </a:lnTo>
                  <a:lnTo>
                    <a:pt x="33215" y="29787"/>
                  </a:lnTo>
                  <a:lnTo>
                    <a:pt x="33866" y="31667"/>
                  </a:lnTo>
                  <a:lnTo>
                    <a:pt x="33947" y="33238"/>
                  </a:lnTo>
                  <a:lnTo>
                    <a:pt x="33748" y="35316"/>
                  </a:lnTo>
                  <a:lnTo>
                    <a:pt x="32748" y="37898"/>
                  </a:lnTo>
                  <a:lnTo>
                    <a:pt x="32226" y="38824"/>
                  </a:lnTo>
                  <a:lnTo>
                    <a:pt x="30741" y="38937"/>
                  </a:lnTo>
                  <a:lnTo>
                    <a:pt x="30574" y="39305"/>
                  </a:lnTo>
                  <a:lnTo>
                    <a:pt x="31315" y="41826"/>
                  </a:lnTo>
                  <a:lnTo>
                    <a:pt x="32152" y="44674"/>
                  </a:lnTo>
                  <a:lnTo>
                    <a:pt x="33517" y="46887"/>
                  </a:lnTo>
                  <a:lnTo>
                    <a:pt x="33821" y="48970"/>
                  </a:lnTo>
                  <a:lnTo>
                    <a:pt x="33494" y="50946"/>
                  </a:lnTo>
                  <a:lnTo>
                    <a:pt x="33438" y="55815"/>
                  </a:lnTo>
                  <a:lnTo>
                    <a:pt x="32394" y="53452"/>
                  </a:lnTo>
                  <a:lnTo>
                    <a:pt x="31244" y="51474"/>
                  </a:lnTo>
                  <a:lnTo>
                    <a:pt x="30554" y="50708"/>
                  </a:lnTo>
                  <a:lnTo>
                    <a:pt x="29840" y="50218"/>
                  </a:lnTo>
                  <a:lnTo>
                    <a:pt x="24365" y="50474"/>
                  </a:lnTo>
                  <a:lnTo>
                    <a:pt x="23752" y="50814"/>
                  </a:lnTo>
                  <a:lnTo>
                    <a:pt x="23275" y="51449"/>
                  </a:lnTo>
                  <a:lnTo>
                    <a:pt x="22764" y="51765"/>
                  </a:lnTo>
                  <a:lnTo>
                    <a:pt x="21259" y="52358"/>
                  </a:lnTo>
                  <a:lnTo>
                    <a:pt x="19761" y="52488"/>
                  </a:lnTo>
                  <a:lnTo>
                    <a:pt x="16264" y="50897"/>
                  </a:lnTo>
                  <a:lnTo>
                    <a:pt x="14880" y="50071"/>
                  </a:lnTo>
                  <a:lnTo>
                    <a:pt x="13487" y="49550"/>
                  </a:lnTo>
                  <a:lnTo>
                    <a:pt x="11886" y="49722"/>
                  </a:lnTo>
                  <a:lnTo>
                    <a:pt x="10292" y="50204"/>
                  </a:lnTo>
                  <a:lnTo>
                    <a:pt x="9018" y="51351"/>
                  </a:lnTo>
                  <a:lnTo>
                    <a:pt x="8063" y="53374"/>
                  </a:lnTo>
                  <a:lnTo>
                    <a:pt x="7884" y="55252"/>
                  </a:lnTo>
                  <a:lnTo>
                    <a:pt x="7319" y="55734"/>
                  </a:lnTo>
                  <a:lnTo>
                    <a:pt x="6030" y="52742"/>
                  </a:lnTo>
                  <a:lnTo>
                    <a:pt x="4846" y="50615"/>
                  </a:lnTo>
                  <a:lnTo>
                    <a:pt x="3498" y="49018"/>
                  </a:lnTo>
                  <a:lnTo>
                    <a:pt x="729" y="46743"/>
                  </a:lnTo>
                  <a:lnTo>
                    <a:pt x="224" y="45358"/>
                  </a:lnTo>
                  <a:lnTo>
                    <a:pt x="0" y="43675"/>
                  </a:lnTo>
                  <a:lnTo>
                    <a:pt x="1118" y="38513"/>
                  </a:lnTo>
                  <a:lnTo>
                    <a:pt x="2389" y="37568"/>
                  </a:lnTo>
                  <a:lnTo>
                    <a:pt x="3089" y="37390"/>
                  </a:lnTo>
                  <a:lnTo>
                    <a:pt x="4661" y="38028"/>
                  </a:lnTo>
                  <a:lnTo>
                    <a:pt x="6196" y="39201"/>
                  </a:lnTo>
                  <a:lnTo>
                    <a:pt x="7596" y="39969"/>
                  </a:lnTo>
                  <a:lnTo>
                    <a:pt x="9762" y="40267"/>
                  </a:lnTo>
                  <a:lnTo>
                    <a:pt x="10939" y="41537"/>
                  </a:lnTo>
                  <a:lnTo>
                    <a:pt x="19260" y="43506"/>
                  </a:lnTo>
                  <a:lnTo>
                    <a:pt x="20839" y="44124"/>
                  </a:lnTo>
                  <a:lnTo>
                    <a:pt x="21454" y="43908"/>
                  </a:lnTo>
                  <a:lnTo>
                    <a:pt x="21991" y="43137"/>
                  </a:lnTo>
                  <a:lnTo>
                    <a:pt x="22438" y="41745"/>
                  </a:lnTo>
                  <a:lnTo>
                    <a:pt x="22952" y="40697"/>
                  </a:lnTo>
                  <a:lnTo>
                    <a:pt x="25420" y="40464"/>
                  </a:lnTo>
                  <a:lnTo>
                    <a:pt x="25938" y="39997"/>
                  </a:lnTo>
                  <a:lnTo>
                    <a:pt x="26301" y="38542"/>
                  </a:lnTo>
                  <a:lnTo>
                    <a:pt x="26289" y="37028"/>
                  </a:lnTo>
                  <a:lnTo>
                    <a:pt x="24838" y="35001"/>
                  </a:lnTo>
                  <a:lnTo>
                    <a:pt x="22569" y="30551"/>
                  </a:lnTo>
                  <a:lnTo>
                    <a:pt x="20570" y="25308"/>
                  </a:lnTo>
                  <a:lnTo>
                    <a:pt x="21433" y="23542"/>
                  </a:lnTo>
                  <a:lnTo>
                    <a:pt x="21103" y="20313"/>
                  </a:lnTo>
                  <a:lnTo>
                    <a:pt x="21425" y="17322"/>
                  </a:lnTo>
                  <a:lnTo>
                    <a:pt x="21901" y="14390"/>
                  </a:lnTo>
                  <a:lnTo>
                    <a:pt x="19925" y="11878"/>
                  </a:lnTo>
                  <a:lnTo>
                    <a:pt x="17589" y="9376"/>
                  </a:lnTo>
                  <a:lnTo>
                    <a:pt x="14346" y="8592"/>
                  </a:lnTo>
                  <a:lnTo>
                    <a:pt x="13349" y="7960"/>
                  </a:lnTo>
                  <a:lnTo>
                    <a:pt x="12830" y="6085"/>
                  </a:lnTo>
                  <a:lnTo>
                    <a:pt x="13297" y="3565"/>
                  </a:lnTo>
                  <a:lnTo>
                    <a:pt x="14348" y="2171"/>
                  </a:lnTo>
                  <a:lnTo>
                    <a:pt x="15552" y="1311"/>
                  </a:lnTo>
                  <a:lnTo>
                    <a:pt x="16786" y="717"/>
                  </a:lnTo>
                  <a:lnTo>
                    <a:pt x="19763" y="0"/>
                  </a:lnTo>
                  <a:lnTo>
                    <a:pt x="22718" y="803"/>
                  </a:lnTo>
                  <a:lnTo>
                    <a:pt x="25274" y="3392"/>
                  </a:lnTo>
                  <a:lnTo>
                    <a:pt x="27867" y="5420"/>
                  </a:lnTo>
                  <a:lnTo>
                    <a:pt x="31143" y="6098"/>
                  </a:lnTo>
                  <a:lnTo>
                    <a:pt x="32619" y="6836"/>
                  </a:lnTo>
                  <a:close/>
                </a:path>
              </a:pathLst>
            </a:custGeom>
            <a:solidFill>
              <a:srgbClr val="FFFDF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3"/>
            <p:cNvSpPr/>
            <p:nvPr/>
          </p:nvSpPr>
          <p:spPr>
            <a:xfrm>
              <a:off x="2463703" y="3040322"/>
              <a:ext cx="4156" cy="3185"/>
            </a:xfrm>
            <a:custGeom>
              <a:avLst/>
              <a:pathLst>
                <a:path w="4156" h="3185">
                  <a:moveTo>
                    <a:pt x="3656" y="1659"/>
                  </a:moveTo>
                  <a:lnTo>
                    <a:pt x="4156" y="2348"/>
                  </a:lnTo>
                  <a:lnTo>
                    <a:pt x="3967" y="3185"/>
                  </a:lnTo>
                  <a:lnTo>
                    <a:pt x="2721" y="2666"/>
                  </a:lnTo>
                  <a:lnTo>
                    <a:pt x="1432" y="1719"/>
                  </a:lnTo>
                  <a:lnTo>
                    <a:pt x="1011" y="1956"/>
                  </a:lnTo>
                  <a:lnTo>
                    <a:pt x="753" y="1838"/>
                  </a:lnTo>
                  <a:lnTo>
                    <a:pt x="0" y="927"/>
                  </a:lnTo>
                  <a:lnTo>
                    <a:pt x="661" y="230"/>
                  </a:lnTo>
                  <a:lnTo>
                    <a:pt x="1343" y="0"/>
                  </a:lnTo>
                  <a:lnTo>
                    <a:pt x="2089" y="51"/>
                  </a:lnTo>
                  <a:close/>
                </a:path>
              </a:pathLst>
            </a:custGeom>
            <a:solidFill>
              <a:srgbClr val="FFFDF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4"/>
            <p:cNvSpPr/>
            <p:nvPr/>
          </p:nvSpPr>
          <p:spPr>
            <a:xfrm>
              <a:off x="3562606" y="2199361"/>
              <a:ext cx="83708" cy="82750"/>
            </a:xfrm>
            <a:custGeom>
              <a:avLst/>
              <a:pathLst>
                <a:path w="83708" h="82750">
                  <a:moveTo>
                    <a:pt x="74517" y="4377"/>
                  </a:moveTo>
                  <a:lnTo>
                    <a:pt x="75742" y="4175"/>
                  </a:lnTo>
                  <a:lnTo>
                    <a:pt x="76021" y="4316"/>
                  </a:lnTo>
                  <a:lnTo>
                    <a:pt x="76248" y="5775"/>
                  </a:lnTo>
                  <a:lnTo>
                    <a:pt x="76532" y="6683"/>
                  </a:lnTo>
                  <a:lnTo>
                    <a:pt x="76798" y="7885"/>
                  </a:lnTo>
                  <a:lnTo>
                    <a:pt x="77211" y="8788"/>
                  </a:lnTo>
                  <a:lnTo>
                    <a:pt x="78120" y="9164"/>
                  </a:lnTo>
                  <a:lnTo>
                    <a:pt x="79308" y="10285"/>
                  </a:lnTo>
                  <a:lnTo>
                    <a:pt x="80077" y="12393"/>
                  </a:lnTo>
                  <a:lnTo>
                    <a:pt x="81319" y="13292"/>
                  </a:lnTo>
                  <a:lnTo>
                    <a:pt x="81547" y="13191"/>
                  </a:lnTo>
                  <a:lnTo>
                    <a:pt x="82381" y="13115"/>
                  </a:lnTo>
                  <a:lnTo>
                    <a:pt x="82543" y="13540"/>
                  </a:lnTo>
                  <a:lnTo>
                    <a:pt x="83209" y="14572"/>
                  </a:lnTo>
                  <a:lnTo>
                    <a:pt x="83468" y="15481"/>
                  </a:lnTo>
                  <a:lnTo>
                    <a:pt x="83335" y="16440"/>
                  </a:lnTo>
                  <a:lnTo>
                    <a:pt x="83454" y="17527"/>
                  </a:lnTo>
                  <a:lnTo>
                    <a:pt x="83708" y="17912"/>
                  </a:lnTo>
                  <a:lnTo>
                    <a:pt x="83401" y="18642"/>
                  </a:lnTo>
                  <a:lnTo>
                    <a:pt x="81241" y="22293"/>
                  </a:lnTo>
                  <a:lnTo>
                    <a:pt x="80398" y="23259"/>
                  </a:lnTo>
                  <a:lnTo>
                    <a:pt x="79836" y="23458"/>
                  </a:lnTo>
                  <a:lnTo>
                    <a:pt x="78954" y="23075"/>
                  </a:lnTo>
                  <a:lnTo>
                    <a:pt x="78042" y="23368"/>
                  </a:lnTo>
                  <a:lnTo>
                    <a:pt x="77227" y="24148"/>
                  </a:lnTo>
                  <a:lnTo>
                    <a:pt x="76476" y="24396"/>
                  </a:lnTo>
                  <a:lnTo>
                    <a:pt x="75909" y="25325"/>
                  </a:lnTo>
                  <a:lnTo>
                    <a:pt x="75174" y="27315"/>
                  </a:lnTo>
                  <a:lnTo>
                    <a:pt x="74271" y="29000"/>
                  </a:lnTo>
                  <a:lnTo>
                    <a:pt x="73359" y="30046"/>
                  </a:lnTo>
                  <a:lnTo>
                    <a:pt x="72886" y="30980"/>
                  </a:lnTo>
                  <a:lnTo>
                    <a:pt x="72832" y="34210"/>
                  </a:lnTo>
                  <a:lnTo>
                    <a:pt x="72326" y="35139"/>
                  </a:lnTo>
                  <a:lnTo>
                    <a:pt x="71646" y="36076"/>
                  </a:lnTo>
                  <a:lnTo>
                    <a:pt x="71278" y="36903"/>
                  </a:lnTo>
                  <a:lnTo>
                    <a:pt x="70242" y="41821"/>
                  </a:lnTo>
                  <a:lnTo>
                    <a:pt x="69457" y="43397"/>
                  </a:lnTo>
                  <a:lnTo>
                    <a:pt x="68712" y="44606"/>
                  </a:lnTo>
                  <a:lnTo>
                    <a:pt x="68589" y="45710"/>
                  </a:lnTo>
                  <a:lnTo>
                    <a:pt x="68604" y="46974"/>
                  </a:lnTo>
                  <a:lnTo>
                    <a:pt x="67759" y="49497"/>
                  </a:lnTo>
                  <a:lnTo>
                    <a:pt x="66651" y="52116"/>
                  </a:lnTo>
                  <a:lnTo>
                    <a:pt x="66437" y="53191"/>
                  </a:lnTo>
                  <a:lnTo>
                    <a:pt x="66684" y="54641"/>
                  </a:lnTo>
                  <a:lnTo>
                    <a:pt x="65622" y="56309"/>
                  </a:lnTo>
                  <a:lnTo>
                    <a:pt x="65009" y="57109"/>
                  </a:lnTo>
                  <a:lnTo>
                    <a:pt x="64502" y="57492"/>
                  </a:lnTo>
                  <a:lnTo>
                    <a:pt x="64185" y="58536"/>
                  </a:lnTo>
                  <a:lnTo>
                    <a:pt x="63663" y="61080"/>
                  </a:lnTo>
                  <a:lnTo>
                    <a:pt x="63799" y="62221"/>
                  </a:lnTo>
                  <a:lnTo>
                    <a:pt x="63815" y="63269"/>
                  </a:lnTo>
                  <a:lnTo>
                    <a:pt x="62917" y="63882"/>
                  </a:lnTo>
                  <a:lnTo>
                    <a:pt x="62653" y="65030"/>
                  </a:lnTo>
                  <a:lnTo>
                    <a:pt x="62425" y="66459"/>
                  </a:lnTo>
                  <a:lnTo>
                    <a:pt x="62052" y="67107"/>
                  </a:lnTo>
                  <a:lnTo>
                    <a:pt x="61042" y="68294"/>
                  </a:lnTo>
                  <a:lnTo>
                    <a:pt x="58539" y="67778"/>
                  </a:lnTo>
                  <a:lnTo>
                    <a:pt x="57592" y="68176"/>
                  </a:lnTo>
                  <a:lnTo>
                    <a:pt x="57310" y="69026"/>
                  </a:lnTo>
                  <a:lnTo>
                    <a:pt x="57252" y="69707"/>
                  </a:lnTo>
                  <a:lnTo>
                    <a:pt x="56940" y="70346"/>
                  </a:lnTo>
                  <a:lnTo>
                    <a:pt x="56367" y="71148"/>
                  </a:lnTo>
                  <a:lnTo>
                    <a:pt x="55783" y="71507"/>
                  </a:lnTo>
                  <a:lnTo>
                    <a:pt x="54480" y="70519"/>
                  </a:lnTo>
                  <a:lnTo>
                    <a:pt x="51677" y="71522"/>
                  </a:lnTo>
                  <a:lnTo>
                    <a:pt x="51194" y="72243"/>
                  </a:lnTo>
                  <a:lnTo>
                    <a:pt x="50804" y="71728"/>
                  </a:lnTo>
                  <a:lnTo>
                    <a:pt x="50202" y="71259"/>
                  </a:lnTo>
                  <a:lnTo>
                    <a:pt x="47397" y="70681"/>
                  </a:lnTo>
                  <a:lnTo>
                    <a:pt x="46291" y="71141"/>
                  </a:lnTo>
                  <a:lnTo>
                    <a:pt x="44811" y="70963"/>
                  </a:lnTo>
                  <a:lnTo>
                    <a:pt x="43441" y="70453"/>
                  </a:lnTo>
                  <a:lnTo>
                    <a:pt x="42420" y="70867"/>
                  </a:lnTo>
                  <a:lnTo>
                    <a:pt x="41516" y="72871"/>
                  </a:lnTo>
                  <a:lnTo>
                    <a:pt x="41069" y="73547"/>
                  </a:lnTo>
                  <a:lnTo>
                    <a:pt x="40718" y="73980"/>
                  </a:lnTo>
                  <a:lnTo>
                    <a:pt x="39946" y="74609"/>
                  </a:lnTo>
                  <a:lnTo>
                    <a:pt x="39303" y="75367"/>
                  </a:lnTo>
                  <a:lnTo>
                    <a:pt x="38442" y="75912"/>
                  </a:lnTo>
                  <a:lnTo>
                    <a:pt x="37676" y="75836"/>
                  </a:lnTo>
                  <a:lnTo>
                    <a:pt x="36948" y="74974"/>
                  </a:lnTo>
                  <a:lnTo>
                    <a:pt x="36688" y="75171"/>
                  </a:lnTo>
                  <a:lnTo>
                    <a:pt x="36459" y="75964"/>
                  </a:lnTo>
                  <a:lnTo>
                    <a:pt x="36065" y="76642"/>
                  </a:lnTo>
                  <a:lnTo>
                    <a:pt x="34980" y="77479"/>
                  </a:lnTo>
                  <a:lnTo>
                    <a:pt x="34640" y="77469"/>
                  </a:lnTo>
                  <a:lnTo>
                    <a:pt x="33810" y="78087"/>
                  </a:lnTo>
                  <a:lnTo>
                    <a:pt x="32437" y="78426"/>
                  </a:lnTo>
                  <a:lnTo>
                    <a:pt x="31749" y="78186"/>
                  </a:lnTo>
                  <a:lnTo>
                    <a:pt x="30498" y="80969"/>
                  </a:lnTo>
                  <a:lnTo>
                    <a:pt x="30115" y="81476"/>
                  </a:lnTo>
                  <a:lnTo>
                    <a:pt x="28927" y="82327"/>
                  </a:lnTo>
                  <a:lnTo>
                    <a:pt x="27952" y="82750"/>
                  </a:lnTo>
                  <a:lnTo>
                    <a:pt x="27117" y="82412"/>
                  </a:lnTo>
                  <a:lnTo>
                    <a:pt x="26788" y="82382"/>
                  </a:lnTo>
                  <a:lnTo>
                    <a:pt x="23085" y="82240"/>
                  </a:lnTo>
                  <a:lnTo>
                    <a:pt x="21151" y="81645"/>
                  </a:lnTo>
                  <a:lnTo>
                    <a:pt x="19908" y="80557"/>
                  </a:lnTo>
                  <a:lnTo>
                    <a:pt x="19084" y="79342"/>
                  </a:lnTo>
                  <a:lnTo>
                    <a:pt x="18682" y="78000"/>
                  </a:lnTo>
                  <a:lnTo>
                    <a:pt x="17721" y="77186"/>
                  </a:lnTo>
                  <a:lnTo>
                    <a:pt x="16205" y="76898"/>
                  </a:lnTo>
                  <a:lnTo>
                    <a:pt x="15024" y="75566"/>
                  </a:lnTo>
                  <a:lnTo>
                    <a:pt x="14179" y="73188"/>
                  </a:lnTo>
                  <a:lnTo>
                    <a:pt x="13037" y="71305"/>
                  </a:lnTo>
                  <a:lnTo>
                    <a:pt x="11595" y="69917"/>
                  </a:lnTo>
                  <a:lnTo>
                    <a:pt x="10450" y="67957"/>
                  </a:lnTo>
                  <a:lnTo>
                    <a:pt x="9605" y="65426"/>
                  </a:lnTo>
                  <a:lnTo>
                    <a:pt x="8082" y="63148"/>
                  </a:lnTo>
                  <a:lnTo>
                    <a:pt x="5884" y="61120"/>
                  </a:lnTo>
                  <a:lnTo>
                    <a:pt x="5221" y="60680"/>
                  </a:lnTo>
                  <a:lnTo>
                    <a:pt x="5091" y="60025"/>
                  </a:lnTo>
                  <a:lnTo>
                    <a:pt x="4015" y="57509"/>
                  </a:lnTo>
                  <a:lnTo>
                    <a:pt x="3556" y="56580"/>
                  </a:lnTo>
                  <a:lnTo>
                    <a:pt x="3597" y="55335"/>
                  </a:lnTo>
                  <a:lnTo>
                    <a:pt x="3382" y="54626"/>
                  </a:lnTo>
                  <a:lnTo>
                    <a:pt x="2990" y="54128"/>
                  </a:lnTo>
                  <a:lnTo>
                    <a:pt x="2781" y="52329"/>
                  </a:lnTo>
                  <a:lnTo>
                    <a:pt x="2658" y="50986"/>
                  </a:lnTo>
                  <a:lnTo>
                    <a:pt x="2351" y="50120"/>
                  </a:lnTo>
                  <a:lnTo>
                    <a:pt x="0" y="49943"/>
                  </a:lnTo>
                  <a:lnTo>
                    <a:pt x="1967" y="46733"/>
                  </a:lnTo>
                  <a:lnTo>
                    <a:pt x="2946" y="45838"/>
                  </a:lnTo>
                  <a:lnTo>
                    <a:pt x="4082" y="45992"/>
                  </a:lnTo>
                  <a:lnTo>
                    <a:pt x="4446" y="45702"/>
                  </a:lnTo>
                  <a:lnTo>
                    <a:pt x="4543" y="45239"/>
                  </a:lnTo>
                  <a:lnTo>
                    <a:pt x="4737" y="44193"/>
                  </a:lnTo>
                  <a:lnTo>
                    <a:pt x="4833" y="43206"/>
                  </a:lnTo>
                  <a:lnTo>
                    <a:pt x="4931" y="42279"/>
                  </a:lnTo>
                  <a:lnTo>
                    <a:pt x="4809" y="41755"/>
                  </a:lnTo>
                  <a:lnTo>
                    <a:pt x="4261" y="41592"/>
                  </a:lnTo>
                  <a:lnTo>
                    <a:pt x="3995" y="39301"/>
                  </a:lnTo>
                  <a:lnTo>
                    <a:pt x="4277" y="38435"/>
                  </a:lnTo>
                  <a:lnTo>
                    <a:pt x="4559" y="37832"/>
                  </a:lnTo>
                  <a:lnTo>
                    <a:pt x="4211" y="35046"/>
                  </a:lnTo>
                  <a:lnTo>
                    <a:pt x="4316" y="34098"/>
                  </a:lnTo>
                  <a:lnTo>
                    <a:pt x="5203" y="33949"/>
                  </a:lnTo>
                  <a:lnTo>
                    <a:pt x="5939" y="33355"/>
                  </a:lnTo>
                  <a:lnTo>
                    <a:pt x="6539" y="32678"/>
                  </a:lnTo>
                  <a:lnTo>
                    <a:pt x="6707" y="31820"/>
                  </a:lnTo>
                  <a:lnTo>
                    <a:pt x="7200" y="30064"/>
                  </a:lnTo>
                  <a:lnTo>
                    <a:pt x="6745" y="27911"/>
                  </a:lnTo>
                  <a:lnTo>
                    <a:pt x="4183" y="26510"/>
                  </a:lnTo>
                  <a:lnTo>
                    <a:pt x="4050" y="25973"/>
                  </a:lnTo>
                  <a:lnTo>
                    <a:pt x="4646" y="25364"/>
                  </a:lnTo>
                  <a:lnTo>
                    <a:pt x="5281" y="24496"/>
                  </a:lnTo>
                  <a:lnTo>
                    <a:pt x="5650" y="23819"/>
                  </a:lnTo>
                  <a:lnTo>
                    <a:pt x="6143" y="23725"/>
                  </a:lnTo>
                  <a:lnTo>
                    <a:pt x="6841" y="24066"/>
                  </a:lnTo>
                  <a:lnTo>
                    <a:pt x="8076" y="25624"/>
                  </a:lnTo>
                  <a:lnTo>
                    <a:pt x="8549" y="25849"/>
                  </a:lnTo>
                  <a:lnTo>
                    <a:pt x="9007" y="25396"/>
                  </a:lnTo>
                  <a:lnTo>
                    <a:pt x="9497" y="25299"/>
                  </a:lnTo>
                  <a:lnTo>
                    <a:pt x="10863" y="25357"/>
                  </a:lnTo>
                  <a:lnTo>
                    <a:pt x="12013" y="24995"/>
                  </a:lnTo>
                  <a:lnTo>
                    <a:pt x="11754" y="23334"/>
                  </a:lnTo>
                  <a:lnTo>
                    <a:pt x="11757" y="22129"/>
                  </a:lnTo>
                  <a:lnTo>
                    <a:pt x="11562" y="21167"/>
                  </a:lnTo>
                  <a:lnTo>
                    <a:pt x="11684" y="20108"/>
                  </a:lnTo>
                  <a:lnTo>
                    <a:pt x="12150" y="19283"/>
                  </a:lnTo>
                  <a:lnTo>
                    <a:pt x="12290" y="17429"/>
                  </a:lnTo>
                  <a:lnTo>
                    <a:pt x="13009" y="16178"/>
                  </a:lnTo>
                  <a:lnTo>
                    <a:pt x="13346" y="15998"/>
                  </a:lnTo>
                  <a:lnTo>
                    <a:pt x="14612" y="16226"/>
                  </a:lnTo>
                  <a:lnTo>
                    <a:pt x="14912" y="16550"/>
                  </a:lnTo>
                  <a:lnTo>
                    <a:pt x="15106" y="16622"/>
                  </a:lnTo>
                  <a:lnTo>
                    <a:pt x="17122" y="19675"/>
                  </a:lnTo>
                  <a:lnTo>
                    <a:pt x="19030" y="21971"/>
                  </a:lnTo>
                  <a:lnTo>
                    <a:pt x="20593" y="23145"/>
                  </a:lnTo>
                  <a:lnTo>
                    <a:pt x="22888" y="23242"/>
                  </a:lnTo>
                  <a:lnTo>
                    <a:pt x="25327" y="23344"/>
                  </a:lnTo>
                  <a:lnTo>
                    <a:pt x="29408" y="22943"/>
                  </a:lnTo>
                  <a:lnTo>
                    <a:pt x="32467" y="22643"/>
                  </a:lnTo>
                  <a:lnTo>
                    <a:pt x="32670" y="22072"/>
                  </a:lnTo>
                  <a:lnTo>
                    <a:pt x="33131" y="20701"/>
                  </a:lnTo>
                  <a:lnTo>
                    <a:pt x="32765" y="19525"/>
                  </a:lnTo>
                  <a:lnTo>
                    <a:pt x="32787" y="18143"/>
                  </a:lnTo>
                  <a:lnTo>
                    <a:pt x="33303" y="16345"/>
                  </a:lnTo>
                  <a:lnTo>
                    <a:pt x="34811" y="14852"/>
                  </a:lnTo>
                  <a:lnTo>
                    <a:pt x="39142" y="14195"/>
                  </a:lnTo>
                  <a:lnTo>
                    <a:pt x="41633" y="13083"/>
                  </a:lnTo>
                  <a:lnTo>
                    <a:pt x="42009" y="11564"/>
                  </a:lnTo>
                  <a:lnTo>
                    <a:pt x="42833" y="10065"/>
                  </a:lnTo>
                  <a:lnTo>
                    <a:pt x="43588" y="9762"/>
                  </a:lnTo>
                  <a:lnTo>
                    <a:pt x="44622" y="10450"/>
                  </a:lnTo>
                  <a:lnTo>
                    <a:pt x="45866" y="11773"/>
                  </a:lnTo>
                  <a:lnTo>
                    <a:pt x="46959" y="12473"/>
                  </a:lnTo>
                  <a:lnTo>
                    <a:pt x="47598" y="12021"/>
                  </a:lnTo>
                  <a:lnTo>
                    <a:pt x="49797" y="9793"/>
                  </a:lnTo>
                  <a:lnTo>
                    <a:pt x="52329" y="7620"/>
                  </a:lnTo>
                  <a:lnTo>
                    <a:pt x="54072" y="1724"/>
                  </a:lnTo>
                  <a:lnTo>
                    <a:pt x="54257" y="784"/>
                  </a:lnTo>
                  <a:lnTo>
                    <a:pt x="56147" y="111"/>
                  </a:lnTo>
                  <a:lnTo>
                    <a:pt x="58904" y="230"/>
                  </a:lnTo>
                  <a:lnTo>
                    <a:pt x="60318" y="998"/>
                  </a:lnTo>
                  <a:lnTo>
                    <a:pt x="61380" y="1405"/>
                  </a:lnTo>
                  <a:lnTo>
                    <a:pt x="62974" y="1266"/>
                  </a:lnTo>
                  <a:lnTo>
                    <a:pt x="65269" y="0"/>
                  </a:lnTo>
                  <a:lnTo>
                    <a:pt x="66120" y="36"/>
                  </a:lnTo>
                  <a:lnTo>
                    <a:pt x="66778" y="933"/>
                  </a:lnTo>
                  <a:lnTo>
                    <a:pt x="67500" y="1706"/>
                  </a:lnTo>
                  <a:lnTo>
                    <a:pt x="67987" y="2653"/>
                  </a:lnTo>
                  <a:lnTo>
                    <a:pt x="68355" y="3987"/>
                  </a:lnTo>
                  <a:lnTo>
                    <a:pt x="68554" y="4491"/>
                  </a:lnTo>
                  <a:lnTo>
                    <a:pt x="68875" y="5173"/>
                  </a:lnTo>
                  <a:lnTo>
                    <a:pt x="69453" y="6113"/>
                  </a:lnTo>
                  <a:lnTo>
                    <a:pt x="70015" y="6364"/>
                  </a:lnTo>
                  <a:lnTo>
                    <a:pt x="74264" y="4730"/>
                  </a:lnTo>
                  <a:close/>
                </a:path>
              </a:pathLst>
            </a:custGeom>
            <a:solidFill>
              <a:srgbClr val="EFF6E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5"/>
            <p:cNvSpPr/>
            <p:nvPr/>
          </p:nvSpPr>
          <p:spPr>
            <a:xfrm>
              <a:off x="4879578" y="3943521"/>
              <a:ext cx="7400" cy="12919"/>
            </a:xfrm>
            <a:custGeom>
              <a:avLst/>
              <a:pathLst>
                <a:path w="7400" h="12919">
                  <a:moveTo>
                    <a:pt x="1609" y="12907"/>
                  </a:moveTo>
                  <a:lnTo>
                    <a:pt x="461" y="12919"/>
                  </a:lnTo>
                  <a:lnTo>
                    <a:pt x="95" y="12607"/>
                  </a:lnTo>
                  <a:lnTo>
                    <a:pt x="0" y="10004"/>
                  </a:lnTo>
                  <a:lnTo>
                    <a:pt x="336" y="8550"/>
                  </a:lnTo>
                  <a:lnTo>
                    <a:pt x="2998" y="6677"/>
                  </a:lnTo>
                  <a:lnTo>
                    <a:pt x="4039" y="4948"/>
                  </a:lnTo>
                  <a:lnTo>
                    <a:pt x="5515" y="1350"/>
                  </a:lnTo>
                  <a:lnTo>
                    <a:pt x="6431" y="406"/>
                  </a:lnTo>
                  <a:lnTo>
                    <a:pt x="6664" y="0"/>
                  </a:lnTo>
                  <a:lnTo>
                    <a:pt x="6819" y="72"/>
                  </a:lnTo>
                  <a:lnTo>
                    <a:pt x="6967" y="2810"/>
                  </a:lnTo>
                  <a:lnTo>
                    <a:pt x="7335" y="4438"/>
                  </a:lnTo>
                  <a:lnTo>
                    <a:pt x="7400" y="5283"/>
                  </a:lnTo>
                  <a:lnTo>
                    <a:pt x="6074" y="6677"/>
                  </a:lnTo>
                  <a:lnTo>
                    <a:pt x="4891" y="9860"/>
                  </a:lnTo>
                  <a:lnTo>
                    <a:pt x="2305" y="11935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6"/>
            <p:cNvSpPr/>
            <p:nvPr/>
          </p:nvSpPr>
          <p:spPr>
            <a:xfrm>
              <a:off x="4865834" y="3942355"/>
              <a:ext cx="3623" cy="4997"/>
            </a:xfrm>
            <a:custGeom>
              <a:avLst/>
              <a:pathLst>
                <a:path w="3623" h="4997">
                  <a:moveTo>
                    <a:pt x="2200" y="4648"/>
                  </a:moveTo>
                  <a:lnTo>
                    <a:pt x="1584" y="4997"/>
                  </a:lnTo>
                  <a:lnTo>
                    <a:pt x="265" y="4140"/>
                  </a:lnTo>
                  <a:lnTo>
                    <a:pt x="0" y="3624"/>
                  </a:lnTo>
                  <a:lnTo>
                    <a:pt x="1130" y="2198"/>
                  </a:lnTo>
                  <a:lnTo>
                    <a:pt x="2002" y="173"/>
                  </a:lnTo>
                  <a:lnTo>
                    <a:pt x="3021" y="0"/>
                  </a:lnTo>
                  <a:lnTo>
                    <a:pt x="3623" y="412"/>
                  </a:lnTo>
                  <a:lnTo>
                    <a:pt x="3413" y="2819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7"/>
            <p:cNvSpPr/>
            <p:nvPr/>
          </p:nvSpPr>
          <p:spPr>
            <a:xfrm>
              <a:off x="4885836" y="3933696"/>
              <a:ext cx="2112" cy="5837"/>
            </a:xfrm>
            <a:custGeom>
              <a:avLst/>
              <a:pathLst>
                <a:path w="2112" h="5837">
                  <a:moveTo>
                    <a:pt x="1118" y="4807"/>
                  </a:moveTo>
                  <a:lnTo>
                    <a:pt x="4" y="5837"/>
                  </a:lnTo>
                  <a:lnTo>
                    <a:pt x="0" y="3670"/>
                  </a:lnTo>
                  <a:lnTo>
                    <a:pt x="860" y="929"/>
                  </a:lnTo>
                  <a:lnTo>
                    <a:pt x="1643" y="0"/>
                  </a:lnTo>
                  <a:lnTo>
                    <a:pt x="2077" y="1093"/>
                  </a:lnTo>
                  <a:lnTo>
                    <a:pt x="2112" y="1595"/>
                  </a:lnTo>
                  <a:lnTo>
                    <a:pt x="980" y="2576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8"/>
            <p:cNvSpPr/>
            <p:nvPr/>
          </p:nvSpPr>
          <p:spPr>
            <a:xfrm>
              <a:off x="4831950" y="3908919"/>
              <a:ext cx="23122" cy="29329"/>
            </a:xfrm>
            <a:custGeom>
              <a:avLst/>
              <a:pathLst>
                <a:path w="23122" h="29329">
                  <a:moveTo>
                    <a:pt x="13002" y="2164"/>
                  </a:moveTo>
                  <a:lnTo>
                    <a:pt x="13559" y="3494"/>
                  </a:lnTo>
                  <a:lnTo>
                    <a:pt x="15576" y="6054"/>
                  </a:lnTo>
                  <a:lnTo>
                    <a:pt x="15909" y="7133"/>
                  </a:lnTo>
                  <a:lnTo>
                    <a:pt x="16035" y="8913"/>
                  </a:lnTo>
                  <a:lnTo>
                    <a:pt x="16440" y="10235"/>
                  </a:lnTo>
                  <a:lnTo>
                    <a:pt x="17349" y="10437"/>
                  </a:lnTo>
                  <a:lnTo>
                    <a:pt x="18322" y="10169"/>
                  </a:lnTo>
                  <a:lnTo>
                    <a:pt x="19064" y="11008"/>
                  </a:lnTo>
                  <a:lnTo>
                    <a:pt x="19703" y="12339"/>
                  </a:lnTo>
                  <a:lnTo>
                    <a:pt x="20654" y="14921"/>
                  </a:lnTo>
                  <a:lnTo>
                    <a:pt x="21490" y="17778"/>
                  </a:lnTo>
                  <a:lnTo>
                    <a:pt x="22528" y="19371"/>
                  </a:lnTo>
                  <a:lnTo>
                    <a:pt x="23122" y="21749"/>
                  </a:lnTo>
                  <a:lnTo>
                    <a:pt x="22772" y="23847"/>
                  </a:lnTo>
                  <a:lnTo>
                    <a:pt x="21462" y="26747"/>
                  </a:lnTo>
                  <a:lnTo>
                    <a:pt x="20751" y="27376"/>
                  </a:lnTo>
                  <a:lnTo>
                    <a:pt x="19779" y="27604"/>
                  </a:lnTo>
                  <a:lnTo>
                    <a:pt x="18267" y="29329"/>
                  </a:lnTo>
                  <a:lnTo>
                    <a:pt x="17716" y="28426"/>
                  </a:lnTo>
                  <a:lnTo>
                    <a:pt x="16000" y="27800"/>
                  </a:lnTo>
                  <a:lnTo>
                    <a:pt x="14635" y="26553"/>
                  </a:lnTo>
                  <a:lnTo>
                    <a:pt x="13489" y="24271"/>
                  </a:lnTo>
                  <a:lnTo>
                    <a:pt x="12828" y="21815"/>
                  </a:lnTo>
                  <a:lnTo>
                    <a:pt x="11992" y="19651"/>
                  </a:lnTo>
                  <a:lnTo>
                    <a:pt x="10538" y="18202"/>
                  </a:lnTo>
                  <a:lnTo>
                    <a:pt x="7925" y="13949"/>
                  </a:lnTo>
                  <a:lnTo>
                    <a:pt x="6311" y="13565"/>
                  </a:lnTo>
                  <a:lnTo>
                    <a:pt x="5648" y="13877"/>
                  </a:lnTo>
                  <a:lnTo>
                    <a:pt x="4982" y="13897"/>
                  </a:lnTo>
                  <a:lnTo>
                    <a:pt x="1563" y="11981"/>
                  </a:lnTo>
                  <a:lnTo>
                    <a:pt x="1031" y="10861"/>
                  </a:lnTo>
                  <a:lnTo>
                    <a:pt x="612" y="9427"/>
                  </a:lnTo>
                  <a:lnTo>
                    <a:pt x="228" y="8019"/>
                  </a:lnTo>
                  <a:lnTo>
                    <a:pt x="0" y="6437"/>
                  </a:lnTo>
                  <a:lnTo>
                    <a:pt x="436" y="5041"/>
                  </a:lnTo>
                  <a:lnTo>
                    <a:pt x="896" y="4100"/>
                  </a:lnTo>
                  <a:lnTo>
                    <a:pt x="2799" y="2452"/>
                  </a:lnTo>
                  <a:lnTo>
                    <a:pt x="4159" y="1942"/>
                  </a:lnTo>
                  <a:lnTo>
                    <a:pt x="5739" y="2019"/>
                  </a:lnTo>
                  <a:lnTo>
                    <a:pt x="8094" y="1506"/>
                  </a:lnTo>
                  <a:lnTo>
                    <a:pt x="10320" y="2334"/>
                  </a:lnTo>
                  <a:lnTo>
                    <a:pt x="11006" y="1716"/>
                  </a:lnTo>
                  <a:lnTo>
                    <a:pt x="12133" y="0"/>
                  </a:lnTo>
                  <a:lnTo>
                    <a:pt x="12525" y="594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699"/>
            <p:cNvSpPr/>
            <p:nvPr/>
          </p:nvSpPr>
          <p:spPr>
            <a:xfrm>
              <a:off x="4889090" y="3898312"/>
              <a:ext cx="19252" cy="41507"/>
            </a:xfrm>
            <a:custGeom>
              <a:avLst/>
              <a:pathLst>
                <a:path w="19252" h="41507">
                  <a:moveTo>
                    <a:pt x="18249" y="16826"/>
                  </a:moveTo>
                  <a:lnTo>
                    <a:pt x="17383" y="18404"/>
                  </a:lnTo>
                  <a:lnTo>
                    <a:pt x="16952" y="21368"/>
                  </a:lnTo>
                  <a:lnTo>
                    <a:pt x="15456" y="24149"/>
                  </a:lnTo>
                  <a:lnTo>
                    <a:pt x="13809" y="28712"/>
                  </a:lnTo>
                  <a:lnTo>
                    <a:pt x="12495" y="31040"/>
                  </a:lnTo>
                  <a:lnTo>
                    <a:pt x="11339" y="33793"/>
                  </a:lnTo>
                  <a:lnTo>
                    <a:pt x="10344" y="35640"/>
                  </a:lnTo>
                  <a:lnTo>
                    <a:pt x="9100" y="36266"/>
                  </a:lnTo>
                  <a:lnTo>
                    <a:pt x="7240" y="36665"/>
                  </a:lnTo>
                  <a:lnTo>
                    <a:pt x="4711" y="39960"/>
                  </a:lnTo>
                  <a:lnTo>
                    <a:pt x="3311" y="41400"/>
                  </a:lnTo>
                  <a:lnTo>
                    <a:pt x="1949" y="41507"/>
                  </a:lnTo>
                  <a:lnTo>
                    <a:pt x="677" y="40436"/>
                  </a:lnTo>
                  <a:lnTo>
                    <a:pt x="191" y="39230"/>
                  </a:lnTo>
                  <a:lnTo>
                    <a:pt x="306" y="37602"/>
                  </a:lnTo>
                  <a:lnTo>
                    <a:pt x="727" y="36206"/>
                  </a:lnTo>
                  <a:lnTo>
                    <a:pt x="1244" y="35054"/>
                  </a:lnTo>
                  <a:lnTo>
                    <a:pt x="1569" y="33571"/>
                  </a:lnTo>
                  <a:lnTo>
                    <a:pt x="125" y="31695"/>
                  </a:lnTo>
                  <a:lnTo>
                    <a:pt x="0" y="30267"/>
                  </a:lnTo>
                  <a:lnTo>
                    <a:pt x="573" y="26464"/>
                  </a:lnTo>
                  <a:lnTo>
                    <a:pt x="944" y="22539"/>
                  </a:lnTo>
                  <a:lnTo>
                    <a:pt x="1482" y="19867"/>
                  </a:lnTo>
                  <a:lnTo>
                    <a:pt x="3547" y="15089"/>
                  </a:lnTo>
                  <a:lnTo>
                    <a:pt x="4786" y="12719"/>
                  </a:lnTo>
                  <a:lnTo>
                    <a:pt x="5516" y="11793"/>
                  </a:lnTo>
                  <a:lnTo>
                    <a:pt x="5715" y="12792"/>
                  </a:lnTo>
                  <a:lnTo>
                    <a:pt x="6180" y="14004"/>
                  </a:lnTo>
                  <a:lnTo>
                    <a:pt x="6494" y="14203"/>
                  </a:lnTo>
                  <a:lnTo>
                    <a:pt x="6729" y="13929"/>
                  </a:lnTo>
                  <a:lnTo>
                    <a:pt x="8552" y="14344"/>
                  </a:lnTo>
                  <a:lnTo>
                    <a:pt x="9009" y="13926"/>
                  </a:lnTo>
                  <a:lnTo>
                    <a:pt x="9704" y="12038"/>
                  </a:lnTo>
                  <a:lnTo>
                    <a:pt x="10164" y="10988"/>
                  </a:lnTo>
                  <a:lnTo>
                    <a:pt x="10476" y="8749"/>
                  </a:lnTo>
                  <a:lnTo>
                    <a:pt x="10552" y="7323"/>
                  </a:lnTo>
                  <a:lnTo>
                    <a:pt x="12169" y="6290"/>
                  </a:lnTo>
                  <a:lnTo>
                    <a:pt x="13038" y="5147"/>
                  </a:lnTo>
                  <a:lnTo>
                    <a:pt x="13807" y="3526"/>
                  </a:lnTo>
                  <a:lnTo>
                    <a:pt x="16047" y="767"/>
                  </a:lnTo>
                  <a:lnTo>
                    <a:pt x="16449" y="0"/>
                  </a:lnTo>
                  <a:lnTo>
                    <a:pt x="16359" y="2631"/>
                  </a:lnTo>
                  <a:lnTo>
                    <a:pt x="16628" y="3278"/>
                  </a:lnTo>
                  <a:lnTo>
                    <a:pt x="17078" y="3598"/>
                  </a:lnTo>
                  <a:lnTo>
                    <a:pt x="18647" y="1817"/>
                  </a:lnTo>
                  <a:lnTo>
                    <a:pt x="18943" y="2155"/>
                  </a:lnTo>
                  <a:lnTo>
                    <a:pt x="19247" y="2957"/>
                  </a:lnTo>
                  <a:lnTo>
                    <a:pt x="19252" y="5332"/>
                  </a:lnTo>
                  <a:lnTo>
                    <a:pt x="18648" y="7309"/>
                  </a:lnTo>
                  <a:lnTo>
                    <a:pt x="17131" y="7459"/>
                  </a:lnTo>
                  <a:lnTo>
                    <a:pt x="16916" y="8016"/>
                  </a:lnTo>
                  <a:lnTo>
                    <a:pt x="16897" y="9225"/>
                  </a:lnTo>
                  <a:lnTo>
                    <a:pt x="17016" y="10394"/>
                  </a:lnTo>
                  <a:lnTo>
                    <a:pt x="17370" y="11331"/>
                  </a:lnTo>
                  <a:lnTo>
                    <a:pt x="17822" y="12982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0"/>
            <p:cNvSpPr/>
            <p:nvPr/>
          </p:nvSpPr>
          <p:spPr>
            <a:xfrm>
              <a:off x="4789029" y="3890258"/>
              <a:ext cx="1638" cy="3967"/>
            </a:xfrm>
            <a:custGeom>
              <a:avLst/>
              <a:pathLst>
                <a:path w="1638" h="3967">
                  <a:moveTo>
                    <a:pt x="1598" y="2952"/>
                  </a:moveTo>
                  <a:lnTo>
                    <a:pt x="1252" y="3967"/>
                  </a:lnTo>
                  <a:lnTo>
                    <a:pt x="251" y="2155"/>
                  </a:lnTo>
                  <a:lnTo>
                    <a:pt x="0" y="1344"/>
                  </a:lnTo>
                  <a:lnTo>
                    <a:pt x="742" y="161"/>
                  </a:lnTo>
                  <a:lnTo>
                    <a:pt x="999" y="0"/>
                  </a:lnTo>
                  <a:lnTo>
                    <a:pt x="1638" y="1278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1"/>
            <p:cNvSpPr/>
            <p:nvPr/>
          </p:nvSpPr>
          <p:spPr>
            <a:xfrm>
              <a:off x="4880434" y="3883459"/>
              <a:ext cx="3274" cy="4850"/>
            </a:xfrm>
            <a:custGeom>
              <a:avLst/>
              <a:pathLst>
                <a:path w="3274" h="4850">
                  <a:moveTo>
                    <a:pt x="1104" y="3113"/>
                  </a:moveTo>
                  <a:lnTo>
                    <a:pt x="712" y="4850"/>
                  </a:lnTo>
                  <a:lnTo>
                    <a:pt x="0" y="4357"/>
                  </a:lnTo>
                  <a:lnTo>
                    <a:pt x="194" y="2683"/>
                  </a:lnTo>
                  <a:lnTo>
                    <a:pt x="555" y="1691"/>
                  </a:lnTo>
                  <a:lnTo>
                    <a:pt x="1514" y="251"/>
                  </a:lnTo>
                  <a:lnTo>
                    <a:pt x="2488" y="0"/>
                  </a:lnTo>
                  <a:lnTo>
                    <a:pt x="3086" y="505"/>
                  </a:lnTo>
                  <a:lnTo>
                    <a:pt x="3274" y="1061"/>
                  </a:lnTo>
                  <a:lnTo>
                    <a:pt x="1755" y="1624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2"/>
            <p:cNvSpPr/>
            <p:nvPr/>
          </p:nvSpPr>
          <p:spPr>
            <a:xfrm>
              <a:off x="4837135" y="3883145"/>
              <a:ext cx="2200" cy="9493"/>
            </a:xfrm>
            <a:custGeom>
              <a:avLst/>
              <a:pathLst>
                <a:path w="2200" h="9493">
                  <a:moveTo>
                    <a:pt x="1050" y="9213"/>
                  </a:moveTo>
                  <a:lnTo>
                    <a:pt x="567" y="9493"/>
                  </a:lnTo>
                  <a:lnTo>
                    <a:pt x="81" y="9066"/>
                  </a:lnTo>
                  <a:lnTo>
                    <a:pt x="280" y="6437"/>
                  </a:lnTo>
                  <a:lnTo>
                    <a:pt x="0" y="4648"/>
                  </a:lnTo>
                  <a:lnTo>
                    <a:pt x="506" y="3246"/>
                  </a:lnTo>
                  <a:lnTo>
                    <a:pt x="632" y="761"/>
                  </a:lnTo>
                  <a:lnTo>
                    <a:pt x="833" y="0"/>
                  </a:lnTo>
                  <a:lnTo>
                    <a:pt x="1130" y="781"/>
                  </a:lnTo>
                  <a:lnTo>
                    <a:pt x="1268" y="1292"/>
                  </a:lnTo>
                  <a:lnTo>
                    <a:pt x="1520" y="1532"/>
                  </a:lnTo>
                  <a:lnTo>
                    <a:pt x="2073" y="1578"/>
                  </a:lnTo>
                  <a:lnTo>
                    <a:pt x="2200" y="2649"/>
                  </a:lnTo>
                  <a:lnTo>
                    <a:pt x="2178" y="3670"/>
                  </a:lnTo>
                  <a:lnTo>
                    <a:pt x="1942" y="4732"/>
                  </a:lnTo>
                  <a:lnTo>
                    <a:pt x="1282" y="5880"/>
                  </a:lnTo>
                  <a:lnTo>
                    <a:pt x="803" y="7167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3"/>
            <p:cNvSpPr/>
            <p:nvPr/>
          </p:nvSpPr>
          <p:spPr>
            <a:xfrm>
              <a:off x="4882127" y="3877420"/>
              <a:ext cx="3838" cy="4821"/>
            </a:xfrm>
            <a:custGeom>
              <a:avLst/>
              <a:pathLst>
                <a:path w="3838" h="4821">
                  <a:moveTo>
                    <a:pt x="3609" y="3526"/>
                  </a:moveTo>
                  <a:lnTo>
                    <a:pt x="3359" y="4821"/>
                  </a:lnTo>
                  <a:lnTo>
                    <a:pt x="0" y="4729"/>
                  </a:lnTo>
                  <a:lnTo>
                    <a:pt x="94" y="3024"/>
                  </a:lnTo>
                  <a:lnTo>
                    <a:pt x="1027" y="1162"/>
                  </a:lnTo>
                  <a:lnTo>
                    <a:pt x="1338" y="542"/>
                  </a:lnTo>
                  <a:lnTo>
                    <a:pt x="2370" y="0"/>
                  </a:lnTo>
                  <a:lnTo>
                    <a:pt x="3838" y="992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4"/>
            <p:cNvSpPr/>
            <p:nvPr/>
          </p:nvSpPr>
          <p:spPr>
            <a:xfrm>
              <a:off x="4793679" y="3876496"/>
              <a:ext cx="10818" cy="21417"/>
            </a:xfrm>
            <a:custGeom>
              <a:avLst/>
              <a:pathLst>
                <a:path w="10818" h="21417">
                  <a:moveTo>
                    <a:pt x="9668" y="12105"/>
                  </a:moveTo>
                  <a:lnTo>
                    <a:pt x="8106" y="18225"/>
                  </a:lnTo>
                  <a:lnTo>
                    <a:pt x="8663" y="19212"/>
                  </a:lnTo>
                  <a:lnTo>
                    <a:pt x="8998" y="20150"/>
                  </a:lnTo>
                  <a:lnTo>
                    <a:pt x="6415" y="21417"/>
                  </a:lnTo>
                  <a:lnTo>
                    <a:pt x="5337" y="20742"/>
                  </a:lnTo>
                  <a:lnTo>
                    <a:pt x="4714" y="20918"/>
                  </a:lnTo>
                  <a:lnTo>
                    <a:pt x="2090" y="19766"/>
                  </a:lnTo>
                  <a:lnTo>
                    <a:pt x="213" y="18361"/>
                  </a:lnTo>
                  <a:lnTo>
                    <a:pt x="0" y="17247"/>
                  </a:lnTo>
                  <a:lnTo>
                    <a:pt x="148" y="15914"/>
                  </a:lnTo>
                  <a:lnTo>
                    <a:pt x="704" y="16364"/>
                  </a:lnTo>
                  <a:lnTo>
                    <a:pt x="2150" y="16578"/>
                  </a:lnTo>
                  <a:lnTo>
                    <a:pt x="2704" y="15977"/>
                  </a:lnTo>
                  <a:lnTo>
                    <a:pt x="2719" y="12030"/>
                  </a:lnTo>
                  <a:lnTo>
                    <a:pt x="2514" y="6890"/>
                  </a:lnTo>
                  <a:lnTo>
                    <a:pt x="4473" y="2689"/>
                  </a:lnTo>
                  <a:lnTo>
                    <a:pt x="5515" y="998"/>
                  </a:lnTo>
                  <a:lnTo>
                    <a:pt x="6715" y="0"/>
                  </a:lnTo>
                  <a:lnTo>
                    <a:pt x="9743" y="2320"/>
                  </a:lnTo>
                  <a:lnTo>
                    <a:pt x="10244" y="2951"/>
                  </a:lnTo>
                  <a:lnTo>
                    <a:pt x="10632" y="3895"/>
                  </a:lnTo>
                  <a:lnTo>
                    <a:pt x="10818" y="5399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5"/>
            <p:cNvSpPr/>
            <p:nvPr/>
          </p:nvSpPr>
          <p:spPr>
            <a:xfrm>
              <a:off x="4893266" y="3876424"/>
              <a:ext cx="4649" cy="10339"/>
            </a:xfrm>
            <a:custGeom>
              <a:avLst/>
              <a:pathLst>
                <a:path w="4649" h="10339">
                  <a:moveTo>
                    <a:pt x="4428" y="3774"/>
                  </a:moveTo>
                  <a:lnTo>
                    <a:pt x="3677" y="5601"/>
                  </a:lnTo>
                  <a:lnTo>
                    <a:pt x="3166" y="8775"/>
                  </a:lnTo>
                  <a:lnTo>
                    <a:pt x="2701" y="9741"/>
                  </a:lnTo>
                  <a:lnTo>
                    <a:pt x="1702" y="10339"/>
                  </a:lnTo>
                  <a:lnTo>
                    <a:pt x="1105" y="7153"/>
                  </a:lnTo>
                  <a:lnTo>
                    <a:pt x="0" y="7303"/>
                  </a:lnTo>
                  <a:lnTo>
                    <a:pt x="539" y="4501"/>
                  </a:lnTo>
                  <a:lnTo>
                    <a:pt x="1061" y="3454"/>
                  </a:lnTo>
                  <a:lnTo>
                    <a:pt x="1740" y="3428"/>
                  </a:lnTo>
                  <a:lnTo>
                    <a:pt x="2073" y="4562"/>
                  </a:lnTo>
                  <a:lnTo>
                    <a:pt x="2255" y="4801"/>
                  </a:lnTo>
                  <a:lnTo>
                    <a:pt x="3847" y="49"/>
                  </a:lnTo>
                  <a:lnTo>
                    <a:pt x="4169" y="0"/>
                  </a:lnTo>
                  <a:lnTo>
                    <a:pt x="4434" y="204"/>
                  </a:lnTo>
                  <a:lnTo>
                    <a:pt x="4649" y="799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6"/>
            <p:cNvSpPr/>
            <p:nvPr/>
          </p:nvSpPr>
          <p:spPr>
            <a:xfrm>
              <a:off x="4884657" y="3876089"/>
              <a:ext cx="8572" cy="11707"/>
            </a:xfrm>
            <a:custGeom>
              <a:avLst/>
              <a:pathLst>
                <a:path w="8572" h="11707">
                  <a:moveTo>
                    <a:pt x="8572" y="2423"/>
                  </a:moveTo>
                  <a:lnTo>
                    <a:pt x="6833" y="3226"/>
                  </a:lnTo>
                  <a:lnTo>
                    <a:pt x="5772" y="6914"/>
                  </a:lnTo>
                  <a:lnTo>
                    <a:pt x="4925" y="6856"/>
                  </a:lnTo>
                  <a:lnTo>
                    <a:pt x="4461" y="8495"/>
                  </a:lnTo>
                  <a:lnTo>
                    <a:pt x="4350" y="9196"/>
                  </a:lnTo>
                  <a:lnTo>
                    <a:pt x="4415" y="9851"/>
                  </a:lnTo>
                  <a:lnTo>
                    <a:pt x="4320" y="10474"/>
                  </a:lnTo>
                  <a:lnTo>
                    <a:pt x="3985" y="11121"/>
                  </a:lnTo>
                  <a:lnTo>
                    <a:pt x="3190" y="10102"/>
                  </a:lnTo>
                  <a:lnTo>
                    <a:pt x="2513" y="11395"/>
                  </a:lnTo>
                  <a:lnTo>
                    <a:pt x="2229" y="11707"/>
                  </a:lnTo>
                  <a:lnTo>
                    <a:pt x="1232" y="10200"/>
                  </a:lnTo>
                  <a:lnTo>
                    <a:pt x="286" y="10287"/>
                  </a:lnTo>
                  <a:lnTo>
                    <a:pt x="0" y="10053"/>
                  </a:lnTo>
                  <a:lnTo>
                    <a:pt x="1171" y="7346"/>
                  </a:lnTo>
                  <a:lnTo>
                    <a:pt x="2770" y="4824"/>
                  </a:lnTo>
                  <a:lnTo>
                    <a:pt x="3033" y="3895"/>
                  </a:lnTo>
                  <a:lnTo>
                    <a:pt x="2407" y="3633"/>
                  </a:lnTo>
                  <a:lnTo>
                    <a:pt x="2034" y="3255"/>
                  </a:lnTo>
                  <a:lnTo>
                    <a:pt x="1988" y="2660"/>
                  </a:lnTo>
                  <a:lnTo>
                    <a:pt x="3000" y="2265"/>
                  </a:lnTo>
                  <a:lnTo>
                    <a:pt x="3700" y="2210"/>
                  </a:lnTo>
                  <a:lnTo>
                    <a:pt x="4233" y="2986"/>
                  </a:lnTo>
                  <a:lnTo>
                    <a:pt x="4572" y="2980"/>
                  </a:lnTo>
                  <a:lnTo>
                    <a:pt x="6736" y="0"/>
                  </a:lnTo>
                  <a:lnTo>
                    <a:pt x="7594" y="678"/>
                  </a:lnTo>
                  <a:lnTo>
                    <a:pt x="8218" y="1442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7"/>
            <p:cNvSpPr/>
            <p:nvPr/>
          </p:nvSpPr>
          <p:spPr>
            <a:xfrm>
              <a:off x="5073868" y="3875587"/>
              <a:ext cx="4124" cy="6746"/>
            </a:xfrm>
            <a:custGeom>
              <a:avLst/>
              <a:pathLst>
                <a:path w="4124" h="6746">
                  <a:moveTo>
                    <a:pt x="4093" y="6359"/>
                  </a:moveTo>
                  <a:lnTo>
                    <a:pt x="3481" y="6746"/>
                  </a:lnTo>
                  <a:lnTo>
                    <a:pt x="380" y="5852"/>
                  </a:lnTo>
                  <a:lnTo>
                    <a:pt x="46" y="4634"/>
                  </a:lnTo>
                  <a:lnTo>
                    <a:pt x="0" y="4008"/>
                  </a:lnTo>
                  <a:lnTo>
                    <a:pt x="710" y="2807"/>
                  </a:lnTo>
                  <a:lnTo>
                    <a:pt x="1397" y="761"/>
                  </a:lnTo>
                  <a:lnTo>
                    <a:pt x="2459" y="0"/>
                  </a:lnTo>
                  <a:lnTo>
                    <a:pt x="2872" y="5"/>
                  </a:lnTo>
                  <a:lnTo>
                    <a:pt x="4124" y="4847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8"/>
            <p:cNvSpPr/>
            <p:nvPr/>
          </p:nvSpPr>
          <p:spPr>
            <a:xfrm>
              <a:off x="4813729" y="3874843"/>
              <a:ext cx="2309" cy="6492"/>
            </a:xfrm>
            <a:custGeom>
              <a:avLst/>
              <a:pathLst>
                <a:path w="2309" h="6492">
                  <a:moveTo>
                    <a:pt x="915" y="6472"/>
                  </a:moveTo>
                  <a:lnTo>
                    <a:pt x="635" y="6492"/>
                  </a:lnTo>
                  <a:lnTo>
                    <a:pt x="102" y="5924"/>
                  </a:lnTo>
                  <a:lnTo>
                    <a:pt x="294" y="4692"/>
                  </a:lnTo>
                  <a:lnTo>
                    <a:pt x="0" y="2689"/>
                  </a:lnTo>
                  <a:lnTo>
                    <a:pt x="103" y="1038"/>
                  </a:lnTo>
                  <a:lnTo>
                    <a:pt x="789" y="109"/>
                  </a:lnTo>
                  <a:lnTo>
                    <a:pt x="2257" y="0"/>
                  </a:lnTo>
                  <a:lnTo>
                    <a:pt x="2309" y="1212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09"/>
            <p:cNvSpPr/>
            <p:nvPr/>
          </p:nvSpPr>
          <p:spPr>
            <a:xfrm>
              <a:off x="4832717" y="3874574"/>
              <a:ext cx="1406" cy="2980"/>
            </a:xfrm>
            <a:custGeom>
              <a:avLst/>
              <a:pathLst>
                <a:path w="1406" h="2980">
                  <a:moveTo>
                    <a:pt x="653" y="2946"/>
                  </a:moveTo>
                  <a:lnTo>
                    <a:pt x="112" y="2980"/>
                  </a:lnTo>
                  <a:lnTo>
                    <a:pt x="0" y="1794"/>
                  </a:lnTo>
                  <a:lnTo>
                    <a:pt x="194" y="551"/>
                  </a:lnTo>
                  <a:lnTo>
                    <a:pt x="713" y="31"/>
                  </a:lnTo>
                  <a:lnTo>
                    <a:pt x="948" y="0"/>
                  </a:lnTo>
                  <a:lnTo>
                    <a:pt x="1325" y="1122"/>
                  </a:lnTo>
                  <a:lnTo>
                    <a:pt x="1406" y="1711"/>
                  </a:lnTo>
                  <a:lnTo>
                    <a:pt x="1059" y="2490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0"/>
            <p:cNvSpPr/>
            <p:nvPr/>
          </p:nvSpPr>
          <p:spPr>
            <a:xfrm>
              <a:off x="4898546" y="3874465"/>
              <a:ext cx="9577" cy="9135"/>
            </a:xfrm>
            <a:custGeom>
              <a:avLst/>
              <a:pathLst>
                <a:path w="9577" h="9135">
                  <a:moveTo>
                    <a:pt x="2715" y="158"/>
                  </a:moveTo>
                  <a:lnTo>
                    <a:pt x="3011" y="1959"/>
                  </a:lnTo>
                  <a:lnTo>
                    <a:pt x="3964" y="963"/>
                  </a:lnTo>
                  <a:lnTo>
                    <a:pt x="4894" y="712"/>
                  </a:lnTo>
                  <a:lnTo>
                    <a:pt x="7015" y="903"/>
                  </a:lnTo>
                  <a:lnTo>
                    <a:pt x="8572" y="1304"/>
                  </a:lnTo>
                  <a:lnTo>
                    <a:pt x="9489" y="2048"/>
                  </a:lnTo>
                  <a:lnTo>
                    <a:pt x="9577" y="5644"/>
                  </a:lnTo>
                  <a:lnTo>
                    <a:pt x="9146" y="6423"/>
                  </a:lnTo>
                  <a:lnTo>
                    <a:pt x="1094" y="9135"/>
                  </a:lnTo>
                  <a:lnTo>
                    <a:pt x="309" y="8264"/>
                  </a:lnTo>
                  <a:lnTo>
                    <a:pt x="0" y="7401"/>
                  </a:lnTo>
                  <a:lnTo>
                    <a:pt x="868" y="4738"/>
                  </a:lnTo>
                  <a:lnTo>
                    <a:pt x="468" y="3474"/>
                  </a:lnTo>
                  <a:lnTo>
                    <a:pt x="926" y="1411"/>
                  </a:lnTo>
                  <a:lnTo>
                    <a:pt x="1888" y="0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1"/>
            <p:cNvSpPr/>
            <p:nvPr/>
          </p:nvSpPr>
          <p:spPr>
            <a:xfrm>
              <a:off x="4940879" y="3873383"/>
              <a:ext cx="4109" cy="4625"/>
            </a:xfrm>
            <a:custGeom>
              <a:avLst/>
              <a:pathLst>
                <a:path w="4109" h="4625">
                  <a:moveTo>
                    <a:pt x="459" y="0"/>
                  </a:moveTo>
                  <a:lnTo>
                    <a:pt x="2618" y="1188"/>
                  </a:lnTo>
                  <a:lnTo>
                    <a:pt x="3857" y="1064"/>
                  </a:lnTo>
                  <a:lnTo>
                    <a:pt x="4109" y="2123"/>
                  </a:lnTo>
                  <a:lnTo>
                    <a:pt x="2928" y="4625"/>
                  </a:lnTo>
                  <a:lnTo>
                    <a:pt x="427" y="2700"/>
                  </a:lnTo>
                  <a:lnTo>
                    <a:pt x="0" y="634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2"/>
            <p:cNvSpPr/>
            <p:nvPr/>
          </p:nvSpPr>
          <p:spPr>
            <a:xfrm>
              <a:off x="4842418" y="3873218"/>
              <a:ext cx="39474" cy="24885"/>
            </a:xfrm>
            <a:custGeom>
              <a:avLst/>
              <a:pathLst>
                <a:path w="39474" h="24885">
                  <a:moveTo>
                    <a:pt x="36721" y="15319"/>
                  </a:moveTo>
                  <a:lnTo>
                    <a:pt x="34976" y="16370"/>
                  </a:lnTo>
                  <a:lnTo>
                    <a:pt x="33894" y="17365"/>
                  </a:lnTo>
                  <a:lnTo>
                    <a:pt x="32863" y="18681"/>
                  </a:lnTo>
                  <a:lnTo>
                    <a:pt x="32210" y="18952"/>
                  </a:lnTo>
                  <a:lnTo>
                    <a:pt x="31027" y="19059"/>
                  </a:lnTo>
                  <a:lnTo>
                    <a:pt x="29352" y="18823"/>
                  </a:lnTo>
                  <a:lnTo>
                    <a:pt x="28222" y="19250"/>
                  </a:lnTo>
                  <a:lnTo>
                    <a:pt x="25070" y="22666"/>
                  </a:lnTo>
                  <a:lnTo>
                    <a:pt x="23831" y="22963"/>
                  </a:lnTo>
                  <a:lnTo>
                    <a:pt x="22758" y="23800"/>
                  </a:lnTo>
                  <a:lnTo>
                    <a:pt x="22387" y="22473"/>
                  </a:lnTo>
                  <a:lnTo>
                    <a:pt x="21934" y="21492"/>
                  </a:lnTo>
                  <a:lnTo>
                    <a:pt x="20886" y="21244"/>
                  </a:lnTo>
                  <a:lnTo>
                    <a:pt x="19837" y="21322"/>
                  </a:lnTo>
                  <a:lnTo>
                    <a:pt x="18772" y="24337"/>
                  </a:lnTo>
                  <a:lnTo>
                    <a:pt x="17075" y="23705"/>
                  </a:lnTo>
                  <a:lnTo>
                    <a:pt x="16417" y="23971"/>
                  </a:lnTo>
                  <a:lnTo>
                    <a:pt x="15783" y="24605"/>
                  </a:lnTo>
                  <a:lnTo>
                    <a:pt x="15155" y="24885"/>
                  </a:lnTo>
                  <a:lnTo>
                    <a:pt x="14496" y="24675"/>
                  </a:lnTo>
                  <a:lnTo>
                    <a:pt x="12017" y="22326"/>
                  </a:lnTo>
                  <a:lnTo>
                    <a:pt x="9174" y="20938"/>
                  </a:lnTo>
                  <a:lnTo>
                    <a:pt x="6324" y="21483"/>
                  </a:lnTo>
                  <a:lnTo>
                    <a:pt x="3872" y="20202"/>
                  </a:lnTo>
                  <a:lnTo>
                    <a:pt x="2530" y="21183"/>
                  </a:lnTo>
                  <a:lnTo>
                    <a:pt x="1262" y="22585"/>
                  </a:lnTo>
                  <a:lnTo>
                    <a:pt x="889" y="21108"/>
                  </a:lnTo>
                  <a:lnTo>
                    <a:pt x="424" y="19807"/>
                  </a:lnTo>
                  <a:lnTo>
                    <a:pt x="10" y="17859"/>
                  </a:lnTo>
                  <a:lnTo>
                    <a:pt x="0" y="15651"/>
                  </a:lnTo>
                  <a:lnTo>
                    <a:pt x="137" y="14102"/>
                  </a:lnTo>
                  <a:lnTo>
                    <a:pt x="501" y="12693"/>
                  </a:lnTo>
                  <a:lnTo>
                    <a:pt x="729" y="11225"/>
                  </a:lnTo>
                  <a:lnTo>
                    <a:pt x="836" y="9649"/>
                  </a:lnTo>
                  <a:lnTo>
                    <a:pt x="1372" y="10396"/>
                  </a:lnTo>
                  <a:lnTo>
                    <a:pt x="1934" y="10114"/>
                  </a:lnTo>
                  <a:lnTo>
                    <a:pt x="3605" y="8400"/>
                  </a:lnTo>
                  <a:lnTo>
                    <a:pt x="5233" y="5808"/>
                  </a:lnTo>
                  <a:lnTo>
                    <a:pt x="6750" y="4862"/>
                  </a:lnTo>
                  <a:lnTo>
                    <a:pt x="7624" y="4599"/>
                  </a:lnTo>
                  <a:lnTo>
                    <a:pt x="8372" y="5107"/>
                  </a:lnTo>
                  <a:lnTo>
                    <a:pt x="9133" y="4922"/>
                  </a:lnTo>
                  <a:lnTo>
                    <a:pt x="9911" y="4348"/>
                  </a:lnTo>
                  <a:lnTo>
                    <a:pt x="11137" y="6339"/>
                  </a:lnTo>
                  <a:lnTo>
                    <a:pt x="11652" y="6743"/>
                  </a:lnTo>
                  <a:lnTo>
                    <a:pt x="13315" y="6896"/>
                  </a:lnTo>
                  <a:lnTo>
                    <a:pt x="14828" y="8045"/>
                  </a:lnTo>
                  <a:lnTo>
                    <a:pt x="16178" y="9759"/>
                  </a:lnTo>
                  <a:lnTo>
                    <a:pt x="18134" y="11366"/>
                  </a:lnTo>
                  <a:lnTo>
                    <a:pt x="19310" y="13522"/>
                  </a:lnTo>
                  <a:lnTo>
                    <a:pt x="20206" y="14318"/>
                  </a:lnTo>
                  <a:lnTo>
                    <a:pt x="20871" y="14534"/>
                  </a:lnTo>
                  <a:lnTo>
                    <a:pt x="21482" y="14243"/>
                  </a:lnTo>
                  <a:lnTo>
                    <a:pt x="22252" y="12792"/>
                  </a:lnTo>
                  <a:lnTo>
                    <a:pt x="23153" y="12191"/>
                  </a:lnTo>
                  <a:lnTo>
                    <a:pt x="23939" y="12214"/>
                  </a:lnTo>
                  <a:lnTo>
                    <a:pt x="25368" y="11839"/>
                  </a:lnTo>
                  <a:lnTo>
                    <a:pt x="25971" y="11490"/>
                  </a:lnTo>
                  <a:lnTo>
                    <a:pt x="26647" y="10694"/>
                  </a:lnTo>
                  <a:lnTo>
                    <a:pt x="27308" y="11187"/>
                  </a:lnTo>
                  <a:lnTo>
                    <a:pt x="27888" y="11920"/>
                  </a:lnTo>
                  <a:lnTo>
                    <a:pt x="30307" y="15709"/>
                  </a:lnTo>
                  <a:lnTo>
                    <a:pt x="31049" y="15810"/>
                  </a:lnTo>
                  <a:lnTo>
                    <a:pt x="32409" y="14996"/>
                  </a:lnTo>
                  <a:lnTo>
                    <a:pt x="32818" y="13980"/>
                  </a:lnTo>
                  <a:lnTo>
                    <a:pt x="33028" y="12419"/>
                  </a:lnTo>
                  <a:lnTo>
                    <a:pt x="33400" y="11121"/>
                  </a:lnTo>
                  <a:lnTo>
                    <a:pt x="33920" y="9995"/>
                  </a:lnTo>
                  <a:lnTo>
                    <a:pt x="34508" y="9135"/>
                  </a:lnTo>
                  <a:lnTo>
                    <a:pt x="36315" y="7678"/>
                  </a:lnTo>
                  <a:lnTo>
                    <a:pt x="37555" y="6238"/>
                  </a:lnTo>
                  <a:lnTo>
                    <a:pt x="38402" y="3800"/>
                  </a:lnTo>
                  <a:lnTo>
                    <a:pt x="36421" y="2738"/>
                  </a:lnTo>
                  <a:lnTo>
                    <a:pt x="36838" y="983"/>
                  </a:lnTo>
                  <a:lnTo>
                    <a:pt x="37496" y="0"/>
                  </a:lnTo>
                  <a:lnTo>
                    <a:pt x="38376" y="363"/>
                  </a:lnTo>
                  <a:lnTo>
                    <a:pt x="39133" y="1734"/>
                  </a:lnTo>
                  <a:lnTo>
                    <a:pt x="39474" y="6968"/>
                  </a:lnTo>
                  <a:lnTo>
                    <a:pt x="38851" y="7707"/>
                  </a:lnTo>
                  <a:lnTo>
                    <a:pt x="38458" y="8501"/>
                  </a:lnTo>
                  <a:lnTo>
                    <a:pt x="38193" y="9545"/>
                  </a:lnTo>
                  <a:lnTo>
                    <a:pt x="37070" y="11461"/>
                  </a:lnTo>
                  <a:lnTo>
                    <a:pt x="37509" y="13856"/>
                  </a:lnTo>
                  <a:lnTo>
                    <a:pt x="37179" y="14846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3"/>
            <p:cNvSpPr/>
            <p:nvPr/>
          </p:nvSpPr>
          <p:spPr>
            <a:xfrm>
              <a:off x="4977763" y="3873160"/>
              <a:ext cx="4950" cy="7641"/>
            </a:xfrm>
            <a:custGeom>
              <a:avLst/>
              <a:pathLst>
                <a:path w="4950" h="7641">
                  <a:moveTo>
                    <a:pt x="1073" y="6720"/>
                  </a:moveTo>
                  <a:lnTo>
                    <a:pt x="0" y="7641"/>
                  </a:lnTo>
                  <a:lnTo>
                    <a:pt x="717" y="5303"/>
                  </a:lnTo>
                  <a:lnTo>
                    <a:pt x="3022" y="0"/>
                  </a:lnTo>
                  <a:lnTo>
                    <a:pt x="3852" y="981"/>
                  </a:lnTo>
                  <a:lnTo>
                    <a:pt x="4950" y="1165"/>
                  </a:lnTo>
                  <a:lnTo>
                    <a:pt x="3313" y="3566"/>
                  </a:lnTo>
                  <a:lnTo>
                    <a:pt x="1639" y="4562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4"/>
            <p:cNvSpPr/>
            <p:nvPr/>
          </p:nvSpPr>
          <p:spPr>
            <a:xfrm>
              <a:off x="4804916" y="3873094"/>
              <a:ext cx="29143" cy="29843"/>
            </a:xfrm>
            <a:custGeom>
              <a:avLst/>
              <a:pathLst>
                <a:path w="29143" h="29843">
                  <a:moveTo>
                    <a:pt x="18193" y="6758"/>
                  </a:moveTo>
                  <a:lnTo>
                    <a:pt x="18810" y="7924"/>
                  </a:lnTo>
                  <a:lnTo>
                    <a:pt x="19372" y="7814"/>
                  </a:lnTo>
                  <a:lnTo>
                    <a:pt x="20548" y="6033"/>
                  </a:lnTo>
                  <a:lnTo>
                    <a:pt x="21257" y="5390"/>
                  </a:lnTo>
                  <a:lnTo>
                    <a:pt x="22016" y="5358"/>
                  </a:lnTo>
                  <a:lnTo>
                    <a:pt x="22753" y="5661"/>
                  </a:lnTo>
                  <a:lnTo>
                    <a:pt x="23478" y="6925"/>
                  </a:lnTo>
                  <a:lnTo>
                    <a:pt x="23739" y="8994"/>
                  </a:lnTo>
                  <a:lnTo>
                    <a:pt x="24011" y="9629"/>
                  </a:lnTo>
                  <a:lnTo>
                    <a:pt x="24437" y="7153"/>
                  </a:lnTo>
                  <a:lnTo>
                    <a:pt x="25003" y="6406"/>
                  </a:lnTo>
                  <a:lnTo>
                    <a:pt x="25638" y="6028"/>
                  </a:lnTo>
                  <a:lnTo>
                    <a:pt x="26631" y="6163"/>
                  </a:lnTo>
                  <a:lnTo>
                    <a:pt x="27392" y="7346"/>
                  </a:lnTo>
                  <a:lnTo>
                    <a:pt x="28083" y="10864"/>
                  </a:lnTo>
                  <a:lnTo>
                    <a:pt x="28062" y="13943"/>
                  </a:lnTo>
                  <a:lnTo>
                    <a:pt x="28314" y="15091"/>
                  </a:lnTo>
                  <a:lnTo>
                    <a:pt x="28789" y="15931"/>
                  </a:lnTo>
                  <a:lnTo>
                    <a:pt x="29143" y="17111"/>
                  </a:lnTo>
                  <a:lnTo>
                    <a:pt x="28828" y="18346"/>
                  </a:lnTo>
                  <a:lnTo>
                    <a:pt x="28516" y="18952"/>
                  </a:lnTo>
                  <a:lnTo>
                    <a:pt x="27619" y="19518"/>
                  </a:lnTo>
                  <a:lnTo>
                    <a:pt x="27190" y="19270"/>
                  </a:lnTo>
                  <a:lnTo>
                    <a:pt x="26794" y="18439"/>
                  </a:lnTo>
                  <a:lnTo>
                    <a:pt x="26349" y="18133"/>
                  </a:lnTo>
                  <a:lnTo>
                    <a:pt x="25336" y="18410"/>
                  </a:lnTo>
                  <a:lnTo>
                    <a:pt x="24407" y="19100"/>
                  </a:lnTo>
                  <a:lnTo>
                    <a:pt x="24535" y="20228"/>
                  </a:lnTo>
                  <a:lnTo>
                    <a:pt x="25297" y="20736"/>
                  </a:lnTo>
                  <a:lnTo>
                    <a:pt x="25527" y="21270"/>
                  </a:lnTo>
                  <a:lnTo>
                    <a:pt x="25477" y="21994"/>
                  </a:lnTo>
                  <a:lnTo>
                    <a:pt x="25177" y="22138"/>
                  </a:lnTo>
                  <a:lnTo>
                    <a:pt x="24185" y="21163"/>
                  </a:lnTo>
                  <a:lnTo>
                    <a:pt x="23515" y="21359"/>
                  </a:lnTo>
                  <a:lnTo>
                    <a:pt x="21109" y="22675"/>
                  </a:lnTo>
                  <a:lnTo>
                    <a:pt x="20471" y="22646"/>
                  </a:lnTo>
                  <a:lnTo>
                    <a:pt x="20112" y="21402"/>
                  </a:lnTo>
                  <a:lnTo>
                    <a:pt x="20137" y="18162"/>
                  </a:lnTo>
                  <a:lnTo>
                    <a:pt x="19878" y="17302"/>
                  </a:lnTo>
                  <a:lnTo>
                    <a:pt x="18090" y="21238"/>
                  </a:lnTo>
                  <a:lnTo>
                    <a:pt x="17546" y="22205"/>
                  </a:lnTo>
                  <a:lnTo>
                    <a:pt x="16826" y="22661"/>
                  </a:lnTo>
                  <a:lnTo>
                    <a:pt x="16075" y="22502"/>
                  </a:lnTo>
                  <a:lnTo>
                    <a:pt x="13490" y="24891"/>
                  </a:lnTo>
                  <a:lnTo>
                    <a:pt x="12678" y="24556"/>
                  </a:lnTo>
                  <a:lnTo>
                    <a:pt x="11891" y="24551"/>
                  </a:lnTo>
                  <a:lnTo>
                    <a:pt x="9130" y="27139"/>
                  </a:lnTo>
                  <a:lnTo>
                    <a:pt x="7649" y="27860"/>
                  </a:lnTo>
                  <a:lnTo>
                    <a:pt x="6890" y="27912"/>
                  </a:lnTo>
                  <a:lnTo>
                    <a:pt x="6133" y="27690"/>
                  </a:lnTo>
                  <a:lnTo>
                    <a:pt x="5457" y="27924"/>
                  </a:lnTo>
                  <a:lnTo>
                    <a:pt x="4852" y="28963"/>
                  </a:lnTo>
                  <a:lnTo>
                    <a:pt x="3619" y="29843"/>
                  </a:lnTo>
                  <a:lnTo>
                    <a:pt x="2347" y="29173"/>
                  </a:lnTo>
                  <a:lnTo>
                    <a:pt x="1272" y="28282"/>
                  </a:lnTo>
                  <a:lnTo>
                    <a:pt x="252" y="27104"/>
                  </a:lnTo>
                  <a:lnTo>
                    <a:pt x="0" y="25601"/>
                  </a:lnTo>
                  <a:lnTo>
                    <a:pt x="50" y="23795"/>
                  </a:lnTo>
                  <a:lnTo>
                    <a:pt x="480" y="21330"/>
                  </a:lnTo>
                  <a:lnTo>
                    <a:pt x="186" y="17008"/>
                  </a:lnTo>
                  <a:lnTo>
                    <a:pt x="410" y="15037"/>
                  </a:lnTo>
                  <a:lnTo>
                    <a:pt x="827" y="13100"/>
                  </a:lnTo>
                  <a:lnTo>
                    <a:pt x="1459" y="12388"/>
                  </a:lnTo>
                  <a:lnTo>
                    <a:pt x="2284" y="12243"/>
                  </a:lnTo>
                  <a:lnTo>
                    <a:pt x="3648" y="10500"/>
                  </a:lnTo>
                  <a:lnTo>
                    <a:pt x="4897" y="8218"/>
                  </a:lnTo>
                  <a:lnTo>
                    <a:pt x="5622" y="8434"/>
                  </a:lnTo>
                  <a:lnTo>
                    <a:pt x="7263" y="10030"/>
                  </a:lnTo>
                  <a:lnTo>
                    <a:pt x="8225" y="10221"/>
                  </a:lnTo>
                  <a:lnTo>
                    <a:pt x="9860" y="9967"/>
                  </a:lnTo>
                  <a:lnTo>
                    <a:pt x="10535" y="10948"/>
                  </a:lnTo>
                  <a:lnTo>
                    <a:pt x="10802" y="13193"/>
                  </a:lnTo>
                  <a:lnTo>
                    <a:pt x="11166" y="14012"/>
                  </a:lnTo>
                  <a:lnTo>
                    <a:pt x="11650" y="14584"/>
                  </a:lnTo>
                  <a:lnTo>
                    <a:pt x="12809" y="18381"/>
                  </a:lnTo>
                  <a:lnTo>
                    <a:pt x="13884" y="18182"/>
                  </a:lnTo>
                  <a:lnTo>
                    <a:pt x="14826" y="18880"/>
                  </a:lnTo>
                  <a:lnTo>
                    <a:pt x="16487" y="16583"/>
                  </a:lnTo>
                  <a:lnTo>
                    <a:pt x="17744" y="16638"/>
                  </a:lnTo>
                  <a:lnTo>
                    <a:pt x="18101" y="14858"/>
                  </a:lnTo>
                  <a:lnTo>
                    <a:pt x="17350" y="12956"/>
                  </a:lnTo>
                  <a:lnTo>
                    <a:pt x="16442" y="11409"/>
                  </a:lnTo>
                  <a:lnTo>
                    <a:pt x="15956" y="11086"/>
                  </a:lnTo>
                  <a:lnTo>
                    <a:pt x="15423" y="11179"/>
                  </a:lnTo>
                  <a:lnTo>
                    <a:pt x="14945" y="10927"/>
                  </a:lnTo>
                  <a:lnTo>
                    <a:pt x="12918" y="7476"/>
                  </a:lnTo>
                  <a:lnTo>
                    <a:pt x="12320" y="5612"/>
                  </a:lnTo>
                  <a:lnTo>
                    <a:pt x="11974" y="3413"/>
                  </a:lnTo>
                  <a:lnTo>
                    <a:pt x="12183" y="1786"/>
                  </a:lnTo>
                  <a:lnTo>
                    <a:pt x="13577" y="349"/>
                  </a:lnTo>
                  <a:lnTo>
                    <a:pt x="14227" y="0"/>
                  </a:lnTo>
                  <a:lnTo>
                    <a:pt x="16652" y="981"/>
                  </a:lnTo>
                  <a:lnTo>
                    <a:pt x="17062" y="1800"/>
                  </a:lnTo>
                  <a:lnTo>
                    <a:pt x="17705" y="5266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5"/>
            <p:cNvSpPr/>
            <p:nvPr/>
          </p:nvSpPr>
          <p:spPr>
            <a:xfrm>
              <a:off x="4776530" y="3872404"/>
              <a:ext cx="15260" cy="23145"/>
            </a:xfrm>
            <a:custGeom>
              <a:avLst/>
              <a:pathLst>
                <a:path w="15260" h="23145">
                  <a:moveTo>
                    <a:pt x="12096" y="2643"/>
                  </a:moveTo>
                  <a:lnTo>
                    <a:pt x="13349" y="4213"/>
                  </a:lnTo>
                  <a:lnTo>
                    <a:pt x="15095" y="8801"/>
                  </a:lnTo>
                  <a:lnTo>
                    <a:pt x="15260" y="10088"/>
                  </a:lnTo>
                  <a:lnTo>
                    <a:pt x="14731" y="11303"/>
                  </a:lnTo>
                  <a:lnTo>
                    <a:pt x="13479" y="13250"/>
                  </a:lnTo>
                  <a:lnTo>
                    <a:pt x="10688" y="16251"/>
                  </a:lnTo>
                  <a:lnTo>
                    <a:pt x="10210" y="17668"/>
                  </a:lnTo>
                  <a:lnTo>
                    <a:pt x="9619" y="20441"/>
                  </a:lnTo>
                  <a:lnTo>
                    <a:pt x="9483" y="21625"/>
                  </a:lnTo>
                  <a:lnTo>
                    <a:pt x="9287" y="22274"/>
                  </a:lnTo>
                  <a:lnTo>
                    <a:pt x="8966" y="22744"/>
                  </a:lnTo>
                  <a:lnTo>
                    <a:pt x="8358" y="23145"/>
                  </a:lnTo>
                  <a:lnTo>
                    <a:pt x="7699" y="22565"/>
                  </a:lnTo>
                  <a:lnTo>
                    <a:pt x="8294" y="20779"/>
                  </a:lnTo>
                  <a:lnTo>
                    <a:pt x="8317" y="18649"/>
                  </a:lnTo>
                  <a:lnTo>
                    <a:pt x="7873" y="16658"/>
                  </a:lnTo>
                  <a:lnTo>
                    <a:pt x="7249" y="14990"/>
                  </a:lnTo>
                  <a:lnTo>
                    <a:pt x="5978" y="12725"/>
                  </a:lnTo>
                  <a:lnTo>
                    <a:pt x="4621" y="10720"/>
                  </a:lnTo>
                  <a:lnTo>
                    <a:pt x="3254" y="9698"/>
                  </a:lnTo>
                  <a:lnTo>
                    <a:pt x="1796" y="9236"/>
                  </a:lnTo>
                  <a:lnTo>
                    <a:pt x="1275" y="8264"/>
                  </a:lnTo>
                  <a:lnTo>
                    <a:pt x="421" y="5765"/>
                  </a:lnTo>
                  <a:lnTo>
                    <a:pt x="139" y="4403"/>
                  </a:lnTo>
                  <a:lnTo>
                    <a:pt x="0" y="2972"/>
                  </a:lnTo>
                  <a:lnTo>
                    <a:pt x="95" y="1587"/>
                  </a:lnTo>
                  <a:lnTo>
                    <a:pt x="453" y="1503"/>
                  </a:lnTo>
                  <a:lnTo>
                    <a:pt x="1881" y="1832"/>
                  </a:lnTo>
                  <a:lnTo>
                    <a:pt x="4509" y="3454"/>
                  </a:lnTo>
                  <a:lnTo>
                    <a:pt x="5810" y="3586"/>
                  </a:lnTo>
                  <a:lnTo>
                    <a:pt x="6547" y="3211"/>
                  </a:lnTo>
                  <a:lnTo>
                    <a:pt x="8470" y="0"/>
                  </a:lnTo>
                  <a:lnTo>
                    <a:pt x="8927" y="51"/>
                  </a:lnTo>
                  <a:lnTo>
                    <a:pt x="10768" y="1468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6"/>
            <p:cNvSpPr/>
            <p:nvPr/>
          </p:nvSpPr>
          <p:spPr>
            <a:xfrm>
              <a:off x="4963161" y="3864400"/>
              <a:ext cx="3105" cy="7436"/>
            </a:xfrm>
            <a:custGeom>
              <a:avLst/>
              <a:pathLst>
                <a:path w="3105" h="7436">
                  <a:moveTo>
                    <a:pt x="3047" y="4720"/>
                  </a:moveTo>
                  <a:lnTo>
                    <a:pt x="2318" y="7436"/>
                  </a:lnTo>
                  <a:lnTo>
                    <a:pt x="1500" y="7266"/>
                  </a:lnTo>
                  <a:lnTo>
                    <a:pt x="0" y="3621"/>
                  </a:lnTo>
                  <a:lnTo>
                    <a:pt x="84" y="1079"/>
                  </a:lnTo>
                  <a:lnTo>
                    <a:pt x="210" y="253"/>
                  </a:lnTo>
                  <a:lnTo>
                    <a:pt x="784" y="0"/>
                  </a:lnTo>
                  <a:lnTo>
                    <a:pt x="2728" y="735"/>
                  </a:lnTo>
                  <a:lnTo>
                    <a:pt x="3105" y="2793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7"/>
            <p:cNvSpPr/>
            <p:nvPr/>
          </p:nvSpPr>
          <p:spPr>
            <a:xfrm>
              <a:off x="4916348" y="3857809"/>
              <a:ext cx="12539" cy="12197"/>
            </a:xfrm>
            <a:custGeom>
              <a:avLst/>
              <a:pathLst>
                <a:path w="12539" h="12197">
                  <a:moveTo>
                    <a:pt x="12373" y="2839"/>
                  </a:moveTo>
                  <a:lnTo>
                    <a:pt x="12539" y="4276"/>
                  </a:lnTo>
                  <a:lnTo>
                    <a:pt x="12518" y="4908"/>
                  </a:lnTo>
                  <a:lnTo>
                    <a:pt x="11039" y="5370"/>
                  </a:lnTo>
                  <a:lnTo>
                    <a:pt x="9613" y="6968"/>
                  </a:lnTo>
                  <a:lnTo>
                    <a:pt x="8883" y="8809"/>
                  </a:lnTo>
                  <a:lnTo>
                    <a:pt x="8314" y="11187"/>
                  </a:lnTo>
                  <a:lnTo>
                    <a:pt x="6350" y="10220"/>
                  </a:lnTo>
                  <a:lnTo>
                    <a:pt x="4600" y="10062"/>
                  </a:lnTo>
                  <a:lnTo>
                    <a:pt x="3827" y="9225"/>
                  </a:lnTo>
                  <a:lnTo>
                    <a:pt x="2983" y="9280"/>
                  </a:lnTo>
                  <a:lnTo>
                    <a:pt x="1891" y="10021"/>
                  </a:lnTo>
                  <a:lnTo>
                    <a:pt x="344" y="12041"/>
                  </a:lnTo>
                  <a:lnTo>
                    <a:pt x="0" y="12197"/>
                  </a:lnTo>
                  <a:lnTo>
                    <a:pt x="125" y="9127"/>
                  </a:lnTo>
                  <a:lnTo>
                    <a:pt x="554" y="7237"/>
                  </a:lnTo>
                  <a:lnTo>
                    <a:pt x="2184" y="2706"/>
                  </a:lnTo>
                  <a:lnTo>
                    <a:pt x="3542" y="3710"/>
                  </a:lnTo>
                  <a:lnTo>
                    <a:pt x="5126" y="3987"/>
                  </a:lnTo>
                  <a:lnTo>
                    <a:pt x="6924" y="3102"/>
                  </a:lnTo>
                  <a:lnTo>
                    <a:pt x="8201" y="1064"/>
                  </a:lnTo>
                  <a:lnTo>
                    <a:pt x="10011" y="0"/>
                  </a:lnTo>
                  <a:lnTo>
                    <a:pt x="11452" y="2672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8"/>
            <p:cNvSpPr/>
            <p:nvPr/>
          </p:nvSpPr>
          <p:spPr>
            <a:xfrm>
              <a:off x="4935561" y="3856066"/>
              <a:ext cx="1479" cy="3950"/>
            </a:xfrm>
            <a:custGeom>
              <a:avLst/>
              <a:pathLst>
                <a:path w="1479" h="3950">
                  <a:moveTo>
                    <a:pt x="791" y="3257"/>
                  </a:moveTo>
                  <a:lnTo>
                    <a:pt x="0" y="3950"/>
                  </a:lnTo>
                  <a:lnTo>
                    <a:pt x="243" y="1763"/>
                  </a:lnTo>
                  <a:lnTo>
                    <a:pt x="190" y="0"/>
                  </a:lnTo>
                  <a:lnTo>
                    <a:pt x="1479" y="539"/>
                  </a:lnTo>
                  <a:lnTo>
                    <a:pt x="1465" y="1942"/>
                  </a:lnTo>
                  <a:lnTo>
                    <a:pt x="1341" y="2484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19"/>
            <p:cNvSpPr/>
            <p:nvPr/>
          </p:nvSpPr>
          <p:spPr>
            <a:xfrm>
              <a:off x="5062601" y="3852130"/>
              <a:ext cx="16518" cy="30498"/>
            </a:xfrm>
            <a:custGeom>
              <a:avLst/>
              <a:pathLst>
                <a:path w="16518" h="30498">
                  <a:moveTo>
                    <a:pt x="10920" y="26418"/>
                  </a:moveTo>
                  <a:lnTo>
                    <a:pt x="7970" y="30305"/>
                  </a:lnTo>
                  <a:lnTo>
                    <a:pt x="4102" y="29618"/>
                  </a:lnTo>
                  <a:lnTo>
                    <a:pt x="2733" y="29551"/>
                  </a:lnTo>
                  <a:lnTo>
                    <a:pt x="460" y="30498"/>
                  </a:lnTo>
                  <a:lnTo>
                    <a:pt x="0" y="29742"/>
                  </a:lnTo>
                  <a:lnTo>
                    <a:pt x="428" y="26080"/>
                  </a:lnTo>
                  <a:lnTo>
                    <a:pt x="2247" y="16329"/>
                  </a:lnTo>
                  <a:lnTo>
                    <a:pt x="4406" y="7742"/>
                  </a:lnTo>
                  <a:lnTo>
                    <a:pt x="5323" y="5514"/>
                  </a:lnTo>
                  <a:lnTo>
                    <a:pt x="6601" y="3419"/>
                  </a:lnTo>
                  <a:lnTo>
                    <a:pt x="7960" y="1740"/>
                  </a:lnTo>
                  <a:lnTo>
                    <a:pt x="11024" y="0"/>
                  </a:lnTo>
                  <a:lnTo>
                    <a:pt x="13813" y="320"/>
                  </a:lnTo>
                  <a:lnTo>
                    <a:pt x="14210" y="1035"/>
                  </a:lnTo>
                  <a:lnTo>
                    <a:pt x="15412" y="3901"/>
                  </a:lnTo>
                  <a:lnTo>
                    <a:pt x="16192" y="6157"/>
                  </a:lnTo>
                  <a:lnTo>
                    <a:pt x="16518" y="9352"/>
                  </a:lnTo>
                  <a:lnTo>
                    <a:pt x="15333" y="14849"/>
                  </a:lnTo>
                  <a:lnTo>
                    <a:pt x="14012" y="20078"/>
                  </a:lnTo>
                  <a:lnTo>
                    <a:pt x="11862" y="24193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0"/>
            <p:cNvSpPr/>
            <p:nvPr/>
          </p:nvSpPr>
          <p:spPr>
            <a:xfrm>
              <a:off x="4981608" y="3844246"/>
              <a:ext cx="8012" cy="26536"/>
            </a:xfrm>
            <a:custGeom>
              <a:avLst/>
              <a:pathLst>
                <a:path w="8012" h="26536">
                  <a:moveTo>
                    <a:pt x="2946" y="26201"/>
                  </a:moveTo>
                  <a:lnTo>
                    <a:pt x="2743" y="26536"/>
                  </a:lnTo>
                  <a:lnTo>
                    <a:pt x="1210" y="26152"/>
                  </a:lnTo>
                  <a:lnTo>
                    <a:pt x="332" y="26138"/>
                  </a:lnTo>
                  <a:lnTo>
                    <a:pt x="451" y="23907"/>
                  </a:lnTo>
                  <a:lnTo>
                    <a:pt x="0" y="22228"/>
                  </a:lnTo>
                  <a:lnTo>
                    <a:pt x="617" y="19766"/>
                  </a:lnTo>
                  <a:lnTo>
                    <a:pt x="628" y="16904"/>
                  </a:lnTo>
                  <a:lnTo>
                    <a:pt x="1273" y="16520"/>
                  </a:lnTo>
                  <a:lnTo>
                    <a:pt x="1363" y="14889"/>
                  </a:lnTo>
                  <a:lnTo>
                    <a:pt x="2137" y="10570"/>
                  </a:lnTo>
                  <a:lnTo>
                    <a:pt x="2592" y="9612"/>
                  </a:lnTo>
                  <a:lnTo>
                    <a:pt x="3238" y="9236"/>
                  </a:lnTo>
                  <a:lnTo>
                    <a:pt x="4000" y="6717"/>
                  </a:lnTo>
                  <a:lnTo>
                    <a:pt x="4434" y="5984"/>
                  </a:lnTo>
                  <a:lnTo>
                    <a:pt x="4884" y="4074"/>
                  </a:lnTo>
                  <a:lnTo>
                    <a:pt x="5533" y="3185"/>
                  </a:lnTo>
                  <a:lnTo>
                    <a:pt x="5479" y="1546"/>
                  </a:lnTo>
                  <a:lnTo>
                    <a:pt x="5848" y="678"/>
                  </a:lnTo>
                  <a:lnTo>
                    <a:pt x="6868" y="0"/>
                  </a:lnTo>
                  <a:lnTo>
                    <a:pt x="7576" y="810"/>
                  </a:lnTo>
                  <a:lnTo>
                    <a:pt x="8012" y="2490"/>
                  </a:lnTo>
                  <a:lnTo>
                    <a:pt x="6873" y="4553"/>
                  </a:lnTo>
                  <a:lnTo>
                    <a:pt x="7456" y="9635"/>
                  </a:lnTo>
                  <a:lnTo>
                    <a:pt x="6633" y="15169"/>
                  </a:lnTo>
                  <a:lnTo>
                    <a:pt x="6089" y="16826"/>
                  </a:lnTo>
                  <a:lnTo>
                    <a:pt x="5079" y="18257"/>
                  </a:lnTo>
                  <a:lnTo>
                    <a:pt x="4771" y="19616"/>
                  </a:lnTo>
                  <a:lnTo>
                    <a:pt x="3581" y="22349"/>
                  </a:lnTo>
                  <a:lnTo>
                    <a:pt x="3219" y="24680"/>
                  </a:lnTo>
                  <a:lnTo>
                    <a:pt x="3166" y="25667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1"/>
            <p:cNvSpPr/>
            <p:nvPr/>
          </p:nvSpPr>
          <p:spPr>
            <a:xfrm>
              <a:off x="4989801" y="3844001"/>
              <a:ext cx="2853" cy="4339"/>
            </a:xfrm>
            <a:custGeom>
              <a:avLst/>
              <a:pathLst>
                <a:path w="2853" h="4339">
                  <a:moveTo>
                    <a:pt x="2853" y="2882"/>
                  </a:moveTo>
                  <a:lnTo>
                    <a:pt x="2699" y="4339"/>
                  </a:lnTo>
                  <a:lnTo>
                    <a:pt x="2172" y="3560"/>
                  </a:lnTo>
                  <a:lnTo>
                    <a:pt x="1649" y="1861"/>
                  </a:lnTo>
                  <a:lnTo>
                    <a:pt x="889" y="1615"/>
                  </a:lnTo>
                  <a:lnTo>
                    <a:pt x="330" y="1165"/>
                  </a:lnTo>
                  <a:lnTo>
                    <a:pt x="0" y="363"/>
                  </a:lnTo>
                  <a:lnTo>
                    <a:pt x="2116" y="0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2"/>
            <p:cNvSpPr/>
            <p:nvPr/>
          </p:nvSpPr>
          <p:spPr>
            <a:xfrm>
              <a:off x="4774447" y="3843083"/>
              <a:ext cx="1403" cy="2946"/>
            </a:xfrm>
            <a:custGeom>
              <a:avLst/>
              <a:pathLst>
                <a:path w="1403" h="2946">
                  <a:moveTo>
                    <a:pt x="1403" y="1774"/>
                  </a:moveTo>
                  <a:lnTo>
                    <a:pt x="1219" y="2946"/>
                  </a:lnTo>
                  <a:lnTo>
                    <a:pt x="592" y="2654"/>
                  </a:lnTo>
                  <a:lnTo>
                    <a:pt x="0" y="712"/>
                  </a:lnTo>
                  <a:lnTo>
                    <a:pt x="287" y="204"/>
                  </a:lnTo>
                  <a:lnTo>
                    <a:pt x="618" y="0"/>
                  </a:lnTo>
                  <a:lnTo>
                    <a:pt x="1045" y="213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3"/>
            <p:cNvSpPr/>
            <p:nvPr/>
          </p:nvSpPr>
          <p:spPr>
            <a:xfrm>
              <a:off x="4950055" y="3842945"/>
              <a:ext cx="1770" cy="4132"/>
            </a:xfrm>
            <a:custGeom>
              <a:avLst/>
              <a:pathLst>
                <a:path w="1770" h="4132">
                  <a:moveTo>
                    <a:pt x="1731" y="3384"/>
                  </a:moveTo>
                  <a:lnTo>
                    <a:pt x="1174" y="4132"/>
                  </a:lnTo>
                  <a:lnTo>
                    <a:pt x="251" y="2588"/>
                  </a:lnTo>
                  <a:lnTo>
                    <a:pt x="0" y="1944"/>
                  </a:lnTo>
                  <a:lnTo>
                    <a:pt x="586" y="427"/>
                  </a:lnTo>
                  <a:lnTo>
                    <a:pt x="1208" y="0"/>
                  </a:lnTo>
                  <a:lnTo>
                    <a:pt x="1585" y="660"/>
                  </a:lnTo>
                  <a:lnTo>
                    <a:pt x="1770" y="1318"/>
                  </a:lnTo>
                  <a:lnTo>
                    <a:pt x="1691" y="2045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4"/>
            <p:cNvSpPr/>
            <p:nvPr/>
          </p:nvSpPr>
          <p:spPr>
            <a:xfrm>
              <a:off x="4852615" y="3841453"/>
              <a:ext cx="1830" cy="3145"/>
            </a:xfrm>
            <a:custGeom>
              <a:avLst/>
              <a:pathLst>
                <a:path w="1830" h="3145">
                  <a:moveTo>
                    <a:pt x="1740" y="2975"/>
                  </a:moveTo>
                  <a:lnTo>
                    <a:pt x="480" y="3145"/>
                  </a:lnTo>
                  <a:lnTo>
                    <a:pt x="91" y="2882"/>
                  </a:lnTo>
                  <a:lnTo>
                    <a:pt x="0" y="0"/>
                  </a:lnTo>
                  <a:lnTo>
                    <a:pt x="1383" y="1237"/>
                  </a:lnTo>
                  <a:lnTo>
                    <a:pt x="1830" y="1324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5"/>
            <p:cNvSpPr/>
            <p:nvPr/>
          </p:nvSpPr>
          <p:spPr>
            <a:xfrm>
              <a:off x="4755037" y="3837162"/>
              <a:ext cx="16746" cy="10373"/>
            </a:xfrm>
            <a:custGeom>
              <a:avLst/>
              <a:pathLst>
                <a:path w="16746" h="10373">
                  <a:moveTo>
                    <a:pt x="13804" y="6864"/>
                  </a:moveTo>
                  <a:lnTo>
                    <a:pt x="13570" y="7294"/>
                  </a:lnTo>
                  <a:lnTo>
                    <a:pt x="11475" y="7052"/>
                  </a:lnTo>
                  <a:lnTo>
                    <a:pt x="10124" y="9464"/>
                  </a:lnTo>
                  <a:lnTo>
                    <a:pt x="9191" y="10206"/>
                  </a:lnTo>
                  <a:lnTo>
                    <a:pt x="5831" y="10203"/>
                  </a:lnTo>
                  <a:lnTo>
                    <a:pt x="5431" y="9877"/>
                  </a:lnTo>
                  <a:lnTo>
                    <a:pt x="5133" y="9886"/>
                  </a:lnTo>
                  <a:lnTo>
                    <a:pt x="4949" y="10373"/>
                  </a:lnTo>
                  <a:lnTo>
                    <a:pt x="3881" y="10010"/>
                  </a:lnTo>
                  <a:lnTo>
                    <a:pt x="467" y="7877"/>
                  </a:lnTo>
                  <a:lnTo>
                    <a:pt x="0" y="5901"/>
                  </a:lnTo>
                  <a:lnTo>
                    <a:pt x="529" y="3788"/>
                  </a:lnTo>
                  <a:lnTo>
                    <a:pt x="1754" y="793"/>
                  </a:lnTo>
                  <a:lnTo>
                    <a:pt x="4214" y="204"/>
                  </a:lnTo>
                  <a:lnTo>
                    <a:pt x="15410" y="0"/>
                  </a:lnTo>
                  <a:lnTo>
                    <a:pt x="16631" y="2573"/>
                  </a:lnTo>
                  <a:lnTo>
                    <a:pt x="16746" y="3436"/>
                  </a:lnTo>
                  <a:lnTo>
                    <a:pt x="14307" y="5199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6"/>
            <p:cNvSpPr/>
            <p:nvPr/>
          </p:nvSpPr>
          <p:spPr>
            <a:xfrm>
              <a:off x="4785818" y="3836140"/>
              <a:ext cx="4019" cy="4412"/>
            </a:xfrm>
            <a:custGeom>
              <a:avLst/>
              <a:pathLst>
                <a:path w="4019" h="4412">
                  <a:moveTo>
                    <a:pt x="1933" y="3910"/>
                  </a:moveTo>
                  <a:lnTo>
                    <a:pt x="931" y="4412"/>
                  </a:lnTo>
                  <a:lnTo>
                    <a:pt x="0" y="3370"/>
                  </a:lnTo>
                  <a:lnTo>
                    <a:pt x="22" y="1970"/>
                  </a:lnTo>
                  <a:lnTo>
                    <a:pt x="249" y="672"/>
                  </a:lnTo>
                  <a:lnTo>
                    <a:pt x="1646" y="0"/>
                  </a:lnTo>
                  <a:lnTo>
                    <a:pt x="2395" y="37"/>
                  </a:lnTo>
                  <a:lnTo>
                    <a:pt x="3194" y="937"/>
                  </a:lnTo>
                  <a:lnTo>
                    <a:pt x="3750" y="1872"/>
                  </a:lnTo>
                  <a:lnTo>
                    <a:pt x="4019" y="2960"/>
                  </a:lnTo>
                  <a:lnTo>
                    <a:pt x="2514" y="3018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7"/>
            <p:cNvSpPr/>
            <p:nvPr/>
          </p:nvSpPr>
          <p:spPr>
            <a:xfrm>
              <a:off x="5025319" y="3829783"/>
              <a:ext cx="1315" cy="4195"/>
            </a:xfrm>
            <a:custGeom>
              <a:avLst/>
              <a:pathLst>
                <a:path w="1315" h="4195">
                  <a:moveTo>
                    <a:pt x="559" y="3736"/>
                  </a:moveTo>
                  <a:lnTo>
                    <a:pt x="349" y="4195"/>
                  </a:lnTo>
                  <a:lnTo>
                    <a:pt x="28" y="3237"/>
                  </a:lnTo>
                  <a:lnTo>
                    <a:pt x="0" y="2643"/>
                  </a:lnTo>
                  <a:lnTo>
                    <a:pt x="424" y="1015"/>
                  </a:lnTo>
                  <a:lnTo>
                    <a:pt x="845" y="69"/>
                  </a:lnTo>
                  <a:lnTo>
                    <a:pt x="1315" y="0"/>
                  </a:lnTo>
                  <a:lnTo>
                    <a:pt x="1196" y="1338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8"/>
            <p:cNvSpPr/>
            <p:nvPr/>
          </p:nvSpPr>
          <p:spPr>
            <a:xfrm>
              <a:off x="4661199" y="3826846"/>
              <a:ext cx="1925" cy="4094"/>
            </a:xfrm>
            <a:custGeom>
              <a:avLst/>
              <a:pathLst>
                <a:path w="1925" h="4094">
                  <a:moveTo>
                    <a:pt x="1622" y="3442"/>
                  </a:moveTo>
                  <a:lnTo>
                    <a:pt x="852" y="4094"/>
                  </a:lnTo>
                  <a:lnTo>
                    <a:pt x="263" y="3520"/>
                  </a:lnTo>
                  <a:lnTo>
                    <a:pt x="0" y="2689"/>
                  </a:lnTo>
                  <a:lnTo>
                    <a:pt x="874" y="640"/>
                  </a:lnTo>
                  <a:lnTo>
                    <a:pt x="1287" y="152"/>
                  </a:lnTo>
                  <a:lnTo>
                    <a:pt x="1717" y="0"/>
                  </a:lnTo>
                  <a:lnTo>
                    <a:pt x="1925" y="1108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29"/>
            <p:cNvSpPr/>
            <p:nvPr/>
          </p:nvSpPr>
          <p:spPr>
            <a:xfrm>
              <a:off x="5025376" y="3824840"/>
              <a:ext cx="1170" cy="3038"/>
            </a:xfrm>
            <a:custGeom>
              <a:avLst/>
              <a:pathLst>
                <a:path w="1170" h="3038">
                  <a:moveTo>
                    <a:pt x="1016" y="2758"/>
                  </a:moveTo>
                  <a:lnTo>
                    <a:pt x="334" y="3038"/>
                  </a:lnTo>
                  <a:lnTo>
                    <a:pt x="0" y="626"/>
                  </a:lnTo>
                  <a:lnTo>
                    <a:pt x="560" y="0"/>
                  </a:lnTo>
                  <a:lnTo>
                    <a:pt x="1170" y="1471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0"/>
            <p:cNvSpPr/>
            <p:nvPr/>
          </p:nvSpPr>
          <p:spPr>
            <a:xfrm>
              <a:off x="5027368" y="3820924"/>
              <a:ext cx="1119" cy="3511"/>
            </a:xfrm>
            <a:custGeom>
              <a:avLst/>
              <a:pathLst>
                <a:path w="1119" h="3511">
                  <a:moveTo>
                    <a:pt x="301" y="3269"/>
                  </a:moveTo>
                  <a:lnTo>
                    <a:pt x="0" y="3511"/>
                  </a:lnTo>
                  <a:lnTo>
                    <a:pt x="2" y="2054"/>
                  </a:lnTo>
                  <a:lnTo>
                    <a:pt x="343" y="770"/>
                  </a:lnTo>
                  <a:lnTo>
                    <a:pt x="700" y="31"/>
                  </a:lnTo>
                  <a:lnTo>
                    <a:pt x="1119" y="0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1"/>
            <p:cNvSpPr/>
            <p:nvPr/>
          </p:nvSpPr>
          <p:spPr>
            <a:xfrm>
              <a:off x="5018287" y="3816573"/>
              <a:ext cx="5893" cy="21645"/>
            </a:xfrm>
            <a:custGeom>
              <a:avLst/>
              <a:pathLst>
                <a:path w="5893" h="21645">
                  <a:moveTo>
                    <a:pt x="5893" y="7860"/>
                  </a:moveTo>
                  <a:lnTo>
                    <a:pt x="5691" y="9941"/>
                  </a:lnTo>
                  <a:lnTo>
                    <a:pt x="5492" y="12266"/>
                  </a:lnTo>
                  <a:lnTo>
                    <a:pt x="4359" y="14875"/>
                  </a:lnTo>
                  <a:lnTo>
                    <a:pt x="3662" y="18869"/>
                  </a:lnTo>
                  <a:lnTo>
                    <a:pt x="3252" y="19870"/>
                  </a:lnTo>
                  <a:lnTo>
                    <a:pt x="1737" y="21645"/>
                  </a:lnTo>
                  <a:lnTo>
                    <a:pt x="390" y="19429"/>
                  </a:lnTo>
                  <a:lnTo>
                    <a:pt x="0" y="17524"/>
                  </a:lnTo>
                  <a:lnTo>
                    <a:pt x="590" y="8726"/>
                  </a:lnTo>
                  <a:lnTo>
                    <a:pt x="1172" y="9017"/>
                  </a:lnTo>
                  <a:lnTo>
                    <a:pt x="1549" y="8954"/>
                  </a:lnTo>
                  <a:lnTo>
                    <a:pt x="1671" y="8377"/>
                  </a:lnTo>
                  <a:lnTo>
                    <a:pt x="807" y="7393"/>
                  </a:lnTo>
                  <a:lnTo>
                    <a:pt x="642" y="2337"/>
                  </a:lnTo>
                  <a:lnTo>
                    <a:pt x="684" y="429"/>
                  </a:lnTo>
                  <a:lnTo>
                    <a:pt x="1343" y="0"/>
                  </a:lnTo>
                  <a:lnTo>
                    <a:pt x="2159" y="1480"/>
                  </a:lnTo>
                  <a:lnTo>
                    <a:pt x="3190" y="4132"/>
                  </a:lnTo>
                  <a:lnTo>
                    <a:pt x="4391" y="6218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2"/>
            <p:cNvSpPr/>
            <p:nvPr/>
          </p:nvSpPr>
          <p:spPr>
            <a:xfrm>
              <a:off x="4662702" y="3808533"/>
              <a:ext cx="115452" cy="84670"/>
            </a:xfrm>
            <a:custGeom>
              <a:avLst/>
              <a:pathLst>
                <a:path w="115452" h="84670">
                  <a:moveTo>
                    <a:pt x="26293" y="3055"/>
                  </a:moveTo>
                  <a:lnTo>
                    <a:pt x="27536" y="6429"/>
                  </a:lnTo>
                  <a:lnTo>
                    <a:pt x="28626" y="8229"/>
                  </a:lnTo>
                  <a:lnTo>
                    <a:pt x="29907" y="9208"/>
                  </a:lnTo>
                  <a:lnTo>
                    <a:pt x="31255" y="9300"/>
                  </a:lnTo>
                  <a:lnTo>
                    <a:pt x="32584" y="9724"/>
                  </a:lnTo>
                  <a:lnTo>
                    <a:pt x="34127" y="11014"/>
                  </a:lnTo>
                  <a:lnTo>
                    <a:pt x="35716" y="11597"/>
                  </a:lnTo>
                  <a:lnTo>
                    <a:pt x="36455" y="11372"/>
                  </a:lnTo>
                  <a:lnTo>
                    <a:pt x="37159" y="10708"/>
                  </a:lnTo>
                  <a:lnTo>
                    <a:pt x="37659" y="10662"/>
                  </a:lnTo>
                  <a:lnTo>
                    <a:pt x="38093" y="11282"/>
                  </a:lnTo>
                  <a:lnTo>
                    <a:pt x="39190" y="14142"/>
                  </a:lnTo>
                  <a:lnTo>
                    <a:pt x="40385" y="16754"/>
                  </a:lnTo>
                  <a:lnTo>
                    <a:pt x="40657" y="18084"/>
                  </a:lnTo>
                  <a:lnTo>
                    <a:pt x="41467" y="24377"/>
                  </a:lnTo>
                  <a:lnTo>
                    <a:pt x="42383" y="26190"/>
                  </a:lnTo>
                  <a:lnTo>
                    <a:pt x="43640" y="26715"/>
                  </a:lnTo>
                  <a:lnTo>
                    <a:pt x="45117" y="26718"/>
                  </a:lnTo>
                  <a:lnTo>
                    <a:pt x="46585" y="26980"/>
                  </a:lnTo>
                  <a:lnTo>
                    <a:pt x="49989" y="28449"/>
                  </a:lnTo>
                  <a:lnTo>
                    <a:pt x="51340" y="28247"/>
                  </a:lnTo>
                  <a:lnTo>
                    <a:pt x="52535" y="26770"/>
                  </a:lnTo>
                  <a:lnTo>
                    <a:pt x="53601" y="27728"/>
                  </a:lnTo>
                  <a:lnTo>
                    <a:pt x="56489" y="29497"/>
                  </a:lnTo>
                  <a:lnTo>
                    <a:pt x="57911" y="29892"/>
                  </a:lnTo>
                  <a:lnTo>
                    <a:pt x="59526" y="29387"/>
                  </a:lnTo>
                  <a:lnTo>
                    <a:pt x="61147" y="29280"/>
                  </a:lnTo>
                  <a:lnTo>
                    <a:pt x="61918" y="29791"/>
                  </a:lnTo>
                  <a:lnTo>
                    <a:pt x="62660" y="30559"/>
                  </a:lnTo>
                  <a:lnTo>
                    <a:pt x="63298" y="30836"/>
                  </a:lnTo>
                  <a:lnTo>
                    <a:pt x="63958" y="30821"/>
                  </a:lnTo>
                  <a:lnTo>
                    <a:pt x="65126" y="29344"/>
                  </a:lnTo>
                  <a:lnTo>
                    <a:pt x="65899" y="26637"/>
                  </a:lnTo>
                  <a:lnTo>
                    <a:pt x="66525" y="23223"/>
                  </a:lnTo>
                  <a:lnTo>
                    <a:pt x="67015" y="19668"/>
                  </a:lnTo>
                  <a:lnTo>
                    <a:pt x="67346" y="18139"/>
                  </a:lnTo>
                  <a:lnTo>
                    <a:pt x="67791" y="16788"/>
                  </a:lnTo>
                  <a:lnTo>
                    <a:pt x="68375" y="15911"/>
                  </a:lnTo>
                  <a:lnTo>
                    <a:pt x="68999" y="15366"/>
                  </a:lnTo>
                  <a:lnTo>
                    <a:pt x="70695" y="15703"/>
                  </a:lnTo>
                  <a:lnTo>
                    <a:pt x="71046" y="16563"/>
                  </a:lnTo>
                  <a:lnTo>
                    <a:pt x="72943" y="22600"/>
                  </a:lnTo>
                  <a:lnTo>
                    <a:pt x="73278" y="23122"/>
                  </a:lnTo>
                  <a:lnTo>
                    <a:pt x="75259" y="23500"/>
                  </a:lnTo>
                  <a:lnTo>
                    <a:pt x="75807" y="23304"/>
                  </a:lnTo>
                  <a:lnTo>
                    <a:pt x="77016" y="22092"/>
                  </a:lnTo>
                  <a:lnTo>
                    <a:pt x="77705" y="21985"/>
                  </a:lnTo>
                  <a:lnTo>
                    <a:pt x="78979" y="23477"/>
                  </a:lnTo>
                  <a:lnTo>
                    <a:pt x="79529" y="24747"/>
                  </a:lnTo>
                  <a:lnTo>
                    <a:pt x="80140" y="25685"/>
                  </a:lnTo>
                  <a:lnTo>
                    <a:pt x="83252" y="26646"/>
                  </a:lnTo>
                  <a:lnTo>
                    <a:pt x="84455" y="29228"/>
                  </a:lnTo>
                  <a:lnTo>
                    <a:pt x="85065" y="29575"/>
                  </a:lnTo>
                  <a:lnTo>
                    <a:pt x="87231" y="29260"/>
                  </a:lnTo>
                  <a:lnTo>
                    <a:pt x="88728" y="29514"/>
                  </a:lnTo>
                  <a:lnTo>
                    <a:pt x="90032" y="30206"/>
                  </a:lnTo>
                  <a:lnTo>
                    <a:pt x="90620" y="33874"/>
                  </a:lnTo>
                  <a:lnTo>
                    <a:pt x="91102" y="37640"/>
                  </a:lnTo>
                  <a:lnTo>
                    <a:pt x="91383" y="38918"/>
                  </a:lnTo>
                  <a:lnTo>
                    <a:pt x="92657" y="40211"/>
                  </a:lnTo>
                  <a:lnTo>
                    <a:pt x="93180" y="41377"/>
                  </a:lnTo>
                  <a:lnTo>
                    <a:pt x="93039" y="45134"/>
                  </a:lnTo>
                  <a:lnTo>
                    <a:pt x="93182" y="48703"/>
                  </a:lnTo>
                  <a:lnTo>
                    <a:pt x="95885" y="51814"/>
                  </a:lnTo>
                  <a:lnTo>
                    <a:pt x="98783" y="53600"/>
                  </a:lnTo>
                  <a:lnTo>
                    <a:pt x="101858" y="53768"/>
                  </a:lnTo>
                  <a:lnTo>
                    <a:pt x="104941" y="53153"/>
                  </a:lnTo>
                  <a:lnTo>
                    <a:pt x="106530" y="52391"/>
                  </a:lnTo>
                  <a:lnTo>
                    <a:pt x="108518" y="51058"/>
                  </a:lnTo>
                  <a:lnTo>
                    <a:pt x="108930" y="51084"/>
                  </a:lnTo>
                  <a:lnTo>
                    <a:pt x="112780" y="55164"/>
                  </a:lnTo>
                  <a:lnTo>
                    <a:pt x="113108" y="55796"/>
                  </a:lnTo>
                  <a:lnTo>
                    <a:pt x="113539" y="58844"/>
                  </a:lnTo>
                  <a:lnTo>
                    <a:pt x="113527" y="62064"/>
                  </a:lnTo>
                  <a:lnTo>
                    <a:pt x="112808" y="69708"/>
                  </a:lnTo>
                  <a:lnTo>
                    <a:pt x="112763" y="71806"/>
                  </a:lnTo>
                  <a:lnTo>
                    <a:pt x="112832" y="73901"/>
                  </a:lnTo>
                  <a:lnTo>
                    <a:pt x="113596" y="78455"/>
                  </a:lnTo>
                  <a:lnTo>
                    <a:pt x="114002" y="79770"/>
                  </a:lnTo>
                  <a:lnTo>
                    <a:pt x="115400" y="82163"/>
                  </a:lnTo>
                  <a:lnTo>
                    <a:pt x="115452" y="83418"/>
                  </a:lnTo>
                  <a:lnTo>
                    <a:pt x="115261" y="84670"/>
                  </a:lnTo>
                  <a:lnTo>
                    <a:pt x="113723" y="83810"/>
                  </a:lnTo>
                  <a:lnTo>
                    <a:pt x="112786" y="82771"/>
                  </a:lnTo>
                  <a:lnTo>
                    <a:pt x="112244" y="81057"/>
                  </a:lnTo>
                  <a:lnTo>
                    <a:pt x="111475" y="80091"/>
                  </a:lnTo>
                  <a:lnTo>
                    <a:pt x="110028" y="80440"/>
                  </a:lnTo>
                  <a:lnTo>
                    <a:pt x="107321" y="78723"/>
                  </a:lnTo>
                  <a:lnTo>
                    <a:pt x="104264" y="76054"/>
                  </a:lnTo>
                  <a:lnTo>
                    <a:pt x="98843" y="70401"/>
                  </a:lnTo>
                  <a:lnTo>
                    <a:pt x="97367" y="70447"/>
                  </a:lnTo>
                  <a:lnTo>
                    <a:pt x="95951" y="71168"/>
                  </a:lnTo>
                  <a:lnTo>
                    <a:pt x="94456" y="72608"/>
                  </a:lnTo>
                  <a:lnTo>
                    <a:pt x="92900" y="73633"/>
                  </a:lnTo>
                  <a:lnTo>
                    <a:pt x="91754" y="74019"/>
                  </a:lnTo>
                  <a:lnTo>
                    <a:pt x="90609" y="73736"/>
                  </a:lnTo>
                  <a:lnTo>
                    <a:pt x="87716" y="72377"/>
                  </a:lnTo>
                  <a:lnTo>
                    <a:pt x="84798" y="71500"/>
                  </a:lnTo>
                  <a:lnTo>
                    <a:pt x="77331" y="70943"/>
                  </a:lnTo>
                  <a:lnTo>
                    <a:pt x="75216" y="69662"/>
                  </a:lnTo>
                  <a:lnTo>
                    <a:pt x="71721" y="69007"/>
                  </a:lnTo>
                  <a:lnTo>
                    <a:pt x="68942" y="67896"/>
                  </a:lnTo>
                  <a:lnTo>
                    <a:pt x="66191" y="66343"/>
                  </a:lnTo>
                  <a:lnTo>
                    <a:pt x="59175" y="58694"/>
                  </a:lnTo>
                  <a:lnTo>
                    <a:pt x="56880" y="56858"/>
                  </a:lnTo>
                  <a:lnTo>
                    <a:pt x="49834" y="53208"/>
                  </a:lnTo>
                  <a:lnTo>
                    <a:pt x="48747" y="52914"/>
                  </a:lnTo>
                  <a:lnTo>
                    <a:pt x="46194" y="53185"/>
                  </a:lnTo>
                  <a:lnTo>
                    <a:pt x="44584" y="52114"/>
                  </a:lnTo>
                  <a:lnTo>
                    <a:pt x="43165" y="52091"/>
                  </a:lnTo>
                  <a:lnTo>
                    <a:pt x="41058" y="53277"/>
                  </a:lnTo>
                  <a:lnTo>
                    <a:pt x="40410" y="54128"/>
                  </a:lnTo>
                  <a:lnTo>
                    <a:pt x="39593" y="55929"/>
                  </a:lnTo>
                  <a:lnTo>
                    <a:pt x="38159" y="55843"/>
                  </a:lnTo>
                  <a:lnTo>
                    <a:pt x="36739" y="55496"/>
                  </a:lnTo>
                  <a:lnTo>
                    <a:pt x="33000" y="53776"/>
                  </a:lnTo>
                  <a:lnTo>
                    <a:pt x="31605" y="52720"/>
                  </a:lnTo>
                  <a:lnTo>
                    <a:pt x="30265" y="51159"/>
                  </a:lnTo>
                  <a:lnTo>
                    <a:pt x="29056" y="49125"/>
                  </a:lnTo>
                  <a:lnTo>
                    <a:pt x="28427" y="48392"/>
                  </a:lnTo>
                  <a:lnTo>
                    <a:pt x="25195" y="46317"/>
                  </a:lnTo>
                  <a:lnTo>
                    <a:pt x="22557" y="45601"/>
                  </a:lnTo>
                  <a:lnTo>
                    <a:pt x="17131" y="44658"/>
                  </a:lnTo>
                  <a:lnTo>
                    <a:pt x="15945" y="44029"/>
                  </a:lnTo>
                  <a:lnTo>
                    <a:pt x="14957" y="43273"/>
                  </a:lnTo>
                  <a:lnTo>
                    <a:pt x="14414" y="41590"/>
                  </a:lnTo>
                  <a:lnTo>
                    <a:pt x="14483" y="39452"/>
                  </a:lnTo>
                  <a:lnTo>
                    <a:pt x="14872" y="37602"/>
                  </a:lnTo>
                  <a:lnTo>
                    <a:pt x="15404" y="35744"/>
                  </a:lnTo>
                  <a:lnTo>
                    <a:pt x="15752" y="33966"/>
                  </a:lnTo>
                  <a:lnTo>
                    <a:pt x="11785" y="30247"/>
                  </a:lnTo>
                  <a:lnTo>
                    <a:pt x="8652" y="28212"/>
                  </a:lnTo>
                  <a:lnTo>
                    <a:pt x="7300" y="27823"/>
                  </a:lnTo>
                  <a:lnTo>
                    <a:pt x="5943" y="27832"/>
                  </a:lnTo>
                  <a:lnTo>
                    <a:pt x="4415" y="28253"/>
                  </a:lnTo>
                  <a:lnTo>
                    <a:pt x="2902" y="28057"/>
                  </a:lnTo>
                  <a:lnTo>
                    <a:pt x="2191" y="27451"/>
                  </a:lnTo>
                  <a:lnTo>
                    <a:pt x="1465" y="27243"/>
                  </a:lnTo>
                  <a:lnTo>
                    <a:pt x="737" y="27682"/>
                  </a:lnTo>
                  <a:lnTo>
                    <a:pt x="151" y="27511"/>
                  </a:lnTo>
                  <a:lnTo>
                    <a:pt x="0" y="25820"/>
                  </a:lnTo>
                  <a:lnTo>
                    <a:pt x="373" y="24383"/>
                  </a:lnTo>
                  <a:lnTo>
                    <a:pt x="1141" y="22750"/>
                  </a:lnTo>
                  <a:lnTo>
                    <a:pt x="1576" y="22461"/>
                  </a:lnTo>
                  <a:lnTo>
                    <a:pt x="1775" y="25015"/>
                  </a:lnTo>
                  <a:lnTo>
                    <a:pt x="1993" y="25523"/>
                  </a:lnTo>
                  <a:lnTo>
                    <a:pt x="2672" y="26083"/>
                  </a:lnTo>
                  <a:lnTo>
                    <a:pt x="2968" y="25924"/>
                  </a:lnTo>
                  <a:lnTo>
                    <a:pt x="4167" y="22658"/>
                  </a:lnTo>
                  <a:lnTo>
                    <a:pt x="4502" y="21053"/>
                  </a:lnTo>
                  <a:lnTo>
                    <a:pt x="5082" y="16705"/>
                  </a:lnTo>
                  <a:lnTo>
                    <a:pt x="5711" y="17544"/>
                  </a:lnTo>
                  <a:lnTo>
                    <a:pt x="6345" y="17025"/>
                  </a:lnTo>
                  <a:lnTo>
                    <a:pt x="6709" y="16332"/>
                  </a:lnTo>
                  <a:lnTo>
                    <a:pt x="7713" y="6270"/>
                  </a:lnTo>
                  <a:lnTo>
                    <a:pt x="8551" y="3332"/>
                  </a:lnTo>
                  <a:lnTo>
                    <a:pt x="9694" y="888"/>
                  </a:lnTo>
                  <a:lnTo>
                    <a:pt x="10264" y="294"/>
                  </a:lnTo>
                  <a:lnTo>
                    <a:pt x="11385" y="1789"/>
                  </a:lnTo>
                  <a:lnTo>
                    <a:pt x="13654" y="2360"/>
                  </a:lnTo>
                  <a:lnTo>
                    <a:pt x="15004" y="3350"/>
                  </a:lnTo>
                  <a:lnTo>
                    <a:pt x="16357" y="3477"/>
                  </a:lnTo>
                  <a:lnTo>
                    <a:pt x="17679" y="3964"/>
                  </a:lnTo>
                  <a:lnTo>
                    <a:pt x="19521" y="5733"/>
                  </a:lnTo>
                  <a:lnTo>
                    <a:pt x="20172" y="5549"/>
                  </a:lnTo>
                  <a:lnTo>
                    <a:pt x="20835" y="5000"/>
                  </a:lnTo>
                  <a:lnTo>
                    <a:pt x="21822" y="3081"/>
                  </a:lnTo>
                  <a:lnTo>
                    <a:pt x="22250" y="0"/>
                  </a:lnTo>
                  <a:lnTo>
                    <a:pt x="23679" y="1564"/>
                  </a:lnTo>
                  <a:lnTo>
                    <a:pt x="25773" y="2184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3"/>
            <p:cNvSpPr/>
            <p:nvPr/>
          </p:nvSpPr>
          <p:spPr>
            <a:xfrm>
              <a:off x="4893816" y="3807824"/>
              <a:ext cx="974" cy="4178"/>
            </a:xfrm>
            <a:custGeom>
              <a:avLst/>
              <a:pathLst>
                <a:path w="974" h="4178">
                  <a:moveTo>
                    <a:pt x="974" y="2764"/>
                  </a:moveTo>
                  <a:lnTo>
                    <a:pt x="861" y="4178"/>
                  </a:lnTo>
                  <a:lnTo>
                    <a:pt x="412" y="2556"/>
                  </a:lnTo>
                  <a:lnTo>
                    <a:pt x="0" y="1748"/>
                  </a:lnTo>
                  <a:lnTo>
                    <a:pt x="43" y="0"/>
                  </a:lnTo>
                  <a:lnTo>
                    <a:pt x="625" y="649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4"/>
            <p:cNvSpPr/>
            <p:nvPr/>
          </p:nvSpPr>
          <p:spPr>
            <a:xfrm>
              <a:off x="4850173" y="3804724"/>
              <a:ext cx="1402" cy="20375"/>
            </a:xfrm>
            <a:custGeom>
              <a:avLst/>
              <a:pathLst>
                <a:path w="1402" h="20375">
                  <a:moveTo>
                    <a:pt x="1144" y="15458"/>
                  </a:moveTo>
                  <a:lnTo>
                    <a:pt x="638" y="20375"/>
                  </a:lnTo>
                  <a:lnTo>
                    <a:pt x="399" y="18641"/>
                  </a:lnTo>
                  <a:lnTo>
                    <a:pt x="310" y="14145"/>
                  </a:lnTo>
                  <a:lnTo>
                    <a:pt x="0" y="11963"/>
                  </a:lnTo>
                  <a:lnTo>
                    <a:pt x="197" y="9444"/>
                  </a:lnTo>
                  <a:lnTo>
                    <a:pt x="134" y="2983"/>
                  </a:lnTo>
                  <a:lnTo>
                    <a:pt x="515" y="0"/>
                  </a:lnTo>
                  <a:lnTo>
                    <a:pt x="1217" y="3797"/>
                  </a:lnTo>
                  <a:lnTo>
                    <a:pt x="1402" y="5730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5"/>
            <p:cNvSpPr/>
            <p:nvPr/>
          </p:nvSpPr>
          <p:spPr>
            <a:xfrm>
              <a:off x="4753312" y="3803273"/>
              <a:ext cx="1743" cy="3555"/>
            </a:xfrm>
            <a:custGeom>
              <a:avLst/>
              <a:pathLst>
                <a:path w="1743" h="3555">
                  <a:moveTo>
                    <a:pt x="1646" y="2507"/>
                  </a:moveTo>
                  <a:lnTo>
                    <a:pt x="1381" y="3555"/>
                  </a:lnTo>
                  <a:lnTo>
                    <a:pt x="198" y="3471"/>
                  </a:lnTo>
                  <a:lnTo>
                    <a:pt x="0" y="2288"/>
                  </a:lnTo>
                  <a:lnTo>
                    <a:pt x="771" y="138"/>
                  </a:lnTo>
                  <a:lnTo>
                    <a:pt x="1283" y="0"/>
                  </a:lnTo>
                  <a:lnTo>
                    <a:pt x="1743" y="784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6"/>
            <p:cNvSpPr/>
            <p:nvPr/>
          </p:nvSpPr>
          <p:spPr>
            <a:xfrm>
              <a:off x="5000653" y="3799752"/>
              <a:ext cx="2183" cy="10047"/>
            </a:xfrm>
            <a:custGeom>
              <a:avLst/>
              <a:pathLst>
                <a:path w="2183" h="10047">
                  <a:moveTo>
                    <a:pt x="2183" y="7202"/>
                  </a:moveTo>
                  <a:lnTo>
                    <a:pt x="1432" y="10047"/>
                  </a:lnTo>
                  <a:lnTo>
                    <a:pt x="921" y="9043"/>
                  </a:lnTo>
                  <a:lnTo>
                    <a:pt x="632" y="9029"/>
                  </a:lnTo>
                  <a:lnTo>
                    <a:pt x="457" y="7358"/>
                  </a:lnTo>
                  <a:lnTo>
                    <a:pt x="631" y="3895"/>
                  </a:lnTo>
                  <a:lnTo>
                    <a:pt x="0" y="0"/>
                  </a:lnTo>
                  <a:lnTo>
                    <a:pt x="835" y="57"/>
                  </a:lnTo>
                  <a:lnTo>
                    <a:pt x="1065" y="1220"/>
                  </a:lnTo>
                  <a:lnTo>
                    <a:pt x="1328" y="1615"/>
                  </a:lnTo>
                  <a:lnTo>
                    <a:pt x="2148" y="5373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7"/>
            <p:cNvSpPr/>
            <p:nvPr/>
          </p:nvSpPr>
          <p:spPr>
            <a:xfrm>
              <a:off x="5019446" y="3794443"/>
              <a:ext cx="7465" cy="27716"/>
            </a:xfrm>
            <a:custGeom>
              <a:avLst/>
              <a:pathLst>
                <a:path w="7465" h="27716">
                  <a:moveTo>
                    <a:pt x="7327" y="8264"/>
                  </a:moveTo>
                  <a:lnTo>
                    <a:pt x="7230" y="9404"/>
                  </a:lnTo>
                  <a:lnTo>
                    <a:pt x="7221" y="11507"/>
                  </a:lnTo>
                  <a:lnTo>
                    <a:pt x="7426" y="13455"/>
                  </a:lnTo>
                  <a:lnTo>
                    <a:pt x="6898" y="15435"/>
                  </a:lnTo>
                  <a:lnTo>
                    <a:pt x="7391" y="18401"/>
                  </a:lnTo>
                  <a:lnTo>
                    <a:pt x="7465" y="19876"/>
                  </a:lnTo>
                  <a:lnTo>
                    <a:pt x="7437" y="21962"/>
                  </a:lnTo>
                  <a:lnTo>
                    <a:pt x="7296" y="22900"/>
                  </a:lnTo>
                  <a:lnTo>
                    <a:pt x="6923" y="25641"/>
                  </a:lnTo>
                  <a:lnTo>
                    <a:pt x="6549" y="26617"/>
                  </a:lnTo>
                  <a:lnTo>
                    <a:pt x="6268" y="26888"/>
                  </a:lnTo>
                  <a:lnTo>
                    <a:pt x="5978" y="27716"/>
                  </a:lnTo>
                  <a:lnTo>
                    <a:pt x="3553" y="26816"/>
                  </a:lnTo>
                  <a:lnTo>
                    <a:pt x="2505" y="24914"/>
                  </a:lnTo>
                  <a:lnTo>
                    <a:pt x="1571" y="22854"/>
                  </a:lnTo>
                  <a:lnTo>
                    <a:pt x="1373" y="21994"/>
                  </a:lnTo>
                  <a:lnTo>
                    <a:pt x="274" y="19590"/>
                  </a:lnTo>
                  <a:lnTo>
                    <a:pt x="21" y="18779"/>
                  </a:lnTo>
                  <a:lnTo>
                    <a:pt x="0" y="17498"/>
                  </a:lnTo>
                  <a:lnTo>
                    <a:pt x="888" y="17172"/>
                  </a:lnTo>
                  <a:lnTo>
                    <a:pt x="1836" y="17210"/>
                  </a:lnTo>
                  <a:lnTo>
                    <a:pt x="1795" y="16055"/>
                  </a:lnTo>
                  <a:lnTo>
                    <a:pt x="2344" y="11986"/>
                  </a:lnTo>
                  <a:lnTo>
                    <a:pt x="901" y="9369"/>
                  </a:lnTo>
                  <a:lnTo>
                    <a:pt x="644" y="8270"/>
                  </a:lnTo>
                  <a:lnTo>
                    <a:pt x="1161" y="7522"/>
                  </a:lnTo>
                  <a:lnTo>
                    <a:pt x="2322" y="8437"/>
                  </a:lnTo>
                  <a:lnTo>
                    <a:pt x="3741" y="3846"/>
                  </a:lnTo>
                  <a:lnTo>
                    <a:pt x="4161" y="2888"/>
                  </a:lnTo>
                  <a:lnTo>
                    <a:pt x="4360" y="328"/>
                  </a:lnTo>
                  <a:lnTo>
                    <a:pt x="5154" y="0"/>
                  </a:lnTo>
                  <a:lnTo>
                    <a:pt x="5718" y="331"/>
                  </a:lnTo>
                  <a:lnTo>
                    <a:pt x="6083" y="1921"/>
                  </a:lnTo>
                  <a:lnTo>
                    <a:pt x="6227" y="3306"/>
                  </a:lnTo>
                  <a:lnTo>
                    <a:pt x="6075" y="4550"/>
                  </a:lnTo>
                  <a:lnTo>
                    <a:pt x="6758" y="5191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8"/>
            <p:cNvSpPr/>
            <p:nvPr/>
          </p:nvSpPr>
          <p:spPr>
            <a:xfrm>
              <a:off x="5003304" y="3790994"/>
              <a:ext cx="4045" cy="20014"/>
            </a:xfrm>
            <a:custGeom>
              <a:avLst/>
              <a:pathLst>
                <a:path w="4045" h="20014">
                  <a:moveTo>
                    <a:pt x="1002" y="17475"/>
                  </a:moveTo>
                  <a:lnTo>
                    <a:pt x="0" y="20014"/>
                  </a:lnTo>
                  <a:lnTo>
                    <a:pt x="945" y="14024"/>
                  </a:lnTo>
                  <a:lnTo>
                    <a:pt x="1143" y="10991"/>
                  </a:lnTo>
                  <a:lnTo>
                    <a:pt x="2020" y="9182"/>
                  </a:lnTo>
                  <a:lnTo>
                    <a:pt x="3327" y="0"/>
                  </a:lnTo>
                  <a:lnTo>
                    <a:pt x="3621" y="213"/>
                  </a:lnTo>
                  <a:lnTo>
                    <a:pt x="4045" y="1108"/>
                  </a:lnTo>
                  <a:lnTo>
                    <a:pt x="3388" y="7840"/>
                  </a:lnTo>
                  <a:lnTo>
                    <a:pt x="1555" y="12564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39"/>
            <p:cNvSpPr/>
            <p:nvPr/>
          </p:nvSpPr>
          <p:spPr>
            <a:xfrm>
              <a:off x="4624049" y="3790273"/>
              <a:ext cx="3636" cy="5829"/>
            </a:xfrm>
            <a:custGeom>
              <a:avLst/>
              <a:pathLst>
                <a:path w="3636" h="5829">
                  <a:moveTo>
                    <a:pt x="3164" y="5687"/>
                  </a:moveTo>
                  <a:lnTo>
                    <a:pt x="2161" y="5829"/>
                  </a:lnTo>
                  <a:lnTo>
                    <a:pt x="306" y="2195"/>
                  </a:lnTo>
                  <a:lnTo>
                    <a:pt x="0" y="1073"/>
                  </a:lnTo>
                  <a:lnTo>
                    <a:pt x="527" y="0"/>
                  </a:lnTo>
                  <a:lnTo>
                    <a:pt x="1082" y="77"/>
                  </a:lnTo>
                  <a:lnTo>
                    <a:pt x="3221" y="2369"/>
                  </a:lnTo>
                  <a:lnTo>
                    <a:pt x="3636" y="3503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0"/>
            <p:cNvSpPr/>
            <p:nvPr/>
          </p:nvSpPr>
          <p:spPr>
            <a:xfrm>
              <a:off x="4888493" y="3789197"/>
              <a:ext cx="1059" cy="3641"/>
            </a:xfrm>
            <a:custGeom>
              <a:avLst/>
              <a:pathLst>
                <a:path w="1059" h="3641">
                  <a:moveTo>
                    <a:pt x="1059" y="643"/>
                  </a:moveTo>
                  <a:lnTo>
                    <a:pt x="1009" y="3641"/>
                  </a:lnTo>
                  <a:lnTo>
                    <a:pt x="514" y="3474"/>
                  </a:lnTo>
                  <a:lnTo>
                    <a:pt x="113" y="2423"/>
                  </a:lnTo>
                  <a:lnTo>
                    <a:pt x="0" y="1434"/>
                  </a:lnTo>
                  <a:lnTo>
                    <a:pt x="22" y="629"/>
                  </a:lnTo>
                  <a:lnTo>
                    <a:pt x="243" y="0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1"/>
            <p:cNvSpPr/>
            <p:nvPr/>
          </p:nvSpPr>
          <p:spPr>
            <a:xfrm>
              <a:off x="4867115" y="3783951"/>
              <a:ext cx="3125" cy="11597"/>
            </a:xfrm>
            <a:custGeom>
              <a:avLst/>
              <a:pathLst>
                <a:path w="3125" h="11597">
                  <a:moveTo>
                    <a:pt x="2893" y="10806"/>
                  </a:moveTo>
                  <a:lnTo>
                    <a:pt x="2111" y="11597"/>
                  </a:lnTo>
                  <a:lnTo>
                    <a:pt x="627" y="8215"/>
                  </a:lnTo>
                  <a:lnTo>
                    <a:pt x="0" y="5433"/>
                  </a:lnTo>
                  <a:lnTo>
                    <a:pt x="150" y="3860"/>
                  </a:lnTo>
                  <a:lnTo>
                    <a:pt x="594" y="2481"/>
                  </a:lnTo>
                  <a:lnTo>
                    <a:pt x="804" y="2138"/>
                  </a:lnTo>
                  <a:lnTo>
                    <a:pt x="713" y="701"/>
                  </a:lnTo>
                  <a:lnTo>
                    <a:pt x="1297" y="0"/>
                  </a:lnTo>
                  <a:lnTo>
                    <a:pt x="1940" y="98"/>
                  </a:lnTo>
                  <a:lnTo>
                    <a:pt x="2361" y="2025"/>
                  </a:lnTo>
                  <a:lnTo>
                    <a:pt x="2869" y="2556"/>
                  </a:lnTo>
                  <a:lnTo>
                    <a:pt x="3125" y="4403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2"/>
            <p:cNvSpPr/>
            <p:nvPr/>
          </p:nvSpPr>
          <p:spPr>
            <a:xfrm>
              <a:off x="4872972" y="3770547"/>
              <a:ext cx="5883" cy="22828"/>
            </a:xfrm>
            <a:custGeom>
              <a:avLst/>
              <a:pathLst>
                <a:path w="5883" h="22828">
                  <a:moveTo>
                    <a:pt x="4467" y="19229"/>
                  </a:moveTo>
                  <a:lnTo>
                    <a:pt x="4149" y="21192"/>
                  </a:lnTo>
                  <a:lnTo>
                    <a:pt x="3464" y="22718"/>
                  </a:lnTo>
                  <a:lnTo>
                    <a:pt x="2919" y="22828"/>
                  </a:lnTo>
                  <a:lnTo>
                    <a:pt x="2351" y="22516"/>
                  </a:lnTo>
                  <a:lnTo>
                    <a:pt x="1343" y="21180"/>
                  </a:lnTo>
                  <a:lnTo>
                    <a:pt x="1088" y="22588"/>
                  </a:lnTo>
                  <a:lnTo>
                    <a:pt x="295" y="22525"/>
                  </a:lnTo>
                  <a:lnTo>
                    <a:pt x="0" y="20710"/>
                  </a:lnTo>
                  <a:lnTo>
                    <a:pt x="566" y="15337"/>
                  </a:lnTo>
                  <a:lnTo>
                    <a:pt x="1396" y="13331"/>
                  </a:lnTo>
                  <a:lnTo>
                    <a:pt x="1319" y="11225"/>
                  </a:lnTo>
                  <a:lnTo>
                    <a:pt x="633" y="6735"/>
                  </a:lnTo>
                  <a:lnTo>
                    <a:pt x="1059" y="4389"/>
                  </a:lnTo>
                  <a:lnTo>
                    <a:pt x="2977" y="2614"/>
                  </a:lnTo>
                  <a:lnTo>
                    <a:pt x="4650" y="450"/>
                  </a:lnTo>
                  <a:lnTo>
                    <a:pt x="5168" y="0"/>
                  </a:lnTo>
                  <a:lnTo>
                    <a:pt x="5634" y="1665"/>
                  </a:lnTo>
                  <a:lnTo>
                    <a:pt x="5883" y="9314"/>
                  </a:lnTo>
                  <a:lnTo>
                    <a:pt x="4084" y="15366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3"/>
            <p:cNvSpPr/>
            <p:nvPr/>
          </p:nvSpPr>
          <p:spPr>
            <a:xfrm>
              <a:off x="4876697" y="3763699"/>
              <a:ext cx="7626" cy="37952"/>
            </a:xfrm>
            <a:custGeom>
              <a:avLst/>
              <a:pathLst>
                <a:path w="7626" h="37952">
                  <a:moveTo>
                    <a:pt x="7340" y="4853"/>
                  </a:moveTo>
                  <a:lnTo>
                    <a:pt x="7626" y="11207"/>
                  </a:lnTo>
                  <a:lnTo>
                    <a:pt x="7536" y="12875"/>
                  </a:lnTo>
                  <a:lnTo>
                    <a:pt x="6842" y="10431"/>
                  </a:lnTo>
                  <a:lnTo>
                    <a:pt x="6592" y="9943"/>
                  </a:lnTo>
                  <a:lnTo>
                    <a:pt x="6402" y="10431"/>
                  </a:lnTo>
                  <a:lnTo>
                    <a:pt x="6156" y="10700"/>
                  </a:lnTo>
                  <a:lnTo>
                    <a:pt x="5802" y="10676"/>
                  </a:lnTo>
                  <a:lnTo>
                    <a:pt x="5343" y="13144"/>
                  </a:lnTo>
                  <a:lnTo>
                    <a:pt x="5302" y="15464"/>
                  </a:lnTo>
                  <a:lnTo>
                    <a:pt x="4955" y="17025"/>
                  </a:lnTo>
                  <a:lnTo>
                    <a:pt x="4772" y="22207"/>
                  </a:lnTo>
                  <a:lnTo>
                    <a:pt x="4887" y="23604"/>
                  </a:lnTo>
                  <a:lnTo>
                    <a:pt x="5425" y="22914"/>
                  </a:lnTo>
                  <a:lnTo>
                    <a:pt x="5756" y="22738"/>
                  </a:lnTo>
                  <a:lnTo>
                    <a:pt x="6971" y="24735"/>
                  </a:lnTo>
                  <a:lnTo>
                    <a:pt x="7613" y="26193"/>
                  </a:lnTo>
                  <a:lnTo>
                    <a:pt x="7432" y="27956"/>
                  </a:lnTo>
                  <a:lnTo>
                    <a:pt x="6611" y="29733"/>
                  </a:lnTo>
                  <a:lnTo>
                    <a:pt x="5656" y="30507"/>
                  </a:lnTo>
                  <a:lnTo>
                    <a:pt x="4945" y="29745"/>
                  </a:lnTo>
                  <a:lnTo>
                    <a:pt x="4735" y="30105"/>
                  </a:lnTo>
                  <a:lnTo>
                    <a:pt x="4315" y="31020"/>
                  </a:lnTo>
                  <a:lnTo>
                    <a:pt x="3996" y="32224"/>
                  </a:lnTo>
                  <a:lnTo>
                    <a:pt x="4087" y="33461"/>
                  </a:lnTo>
                  <a:lnTo>
                    <a:pt x="3273" y="36968"/>
                  </a:lnTo>
                  <a:lnTo>
                    <a:pt x="2803" y="37952"/>
                  </a:lnTo>
                  <a:lnTo>
                    <a:pt x="1828" y="36878"/>
                  </a:lnTo>
                  <a:lnTo>
                    <a:pt x="1226" y="37802"/>
                  </a:lnTo>
                  <a:lnTo>
                    <a:pt x="741" y="37718"/>
                  </a:lnTo>
                  <a:lnTo>
                    <a:pt x="0" y="34209"/>
                  </a:lnTo>
                  <a:lnTo>
                    <a:pt x="18" y="32561"/>
                  </a:lnTo>
                  <a:lnTo>
                    <a:pt x="706" y="30711"/>
                  </a:lnTo>
                  <a:lnTo>
                    <a:pt x="711" y="29378"/>
                  </a:lnTo>
                  <a:lnTo>
                    <a:pt x="1050" y="27892"/>
                  </a:lnTo>
                  <a:lnTo>
                    <a:pt x="1807" y="25855"/>
                  </a:lnTo>
                  <a:lnTo>
                    <a:pt x="2240" y="24326"/>
                  </a:lnTo>
                  <a:lnTo>
                    <a:pt x="2253" y="23353"/>
                  </a:lnTo>
                  <a:lnTo>
                    <a:pt x="2575" y="19665"/>
                  </a:lnTo>
                  <a:lnTo>
                    <a:pt x="2700" y="18119"/>
                  </a:lnTo>
                  <a:lnTo>
                    <a:pt x="2918" y="16474"/>
                  </a:lnTo>
                  <a:lnTo>
                    <a:pt x="3263" y="13129"/>
                  </a:lnTo>
                  <a:lnTo>
                    <a:pt x="3311" y="6839"/>
                  </a:lnTo>
                  <a:lnTo>
                    <a:pt x="4466" y="1647"/>
                  </a:lnTo>
                  <a:lnTo>
                    <a:pt x="5593" y="230"/>
                  </a:lnTo>
                  <a:lnTo>
                    <a:pt x="6042" y="0"/>
                  </a:lnTo>
                  <a:lnTo>
                    <a:pt x="5972" y="1379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4"/>
            <p:cNvSpPr/>
            <p:nvPr/>
          </p:nvSpPr>
          <p:spPr>
            <a:xfrm>
              <a:off x="5009176" y="3755547"/>
              <a:ext cx="3714" cy="5563"/>
            </a:xfrm>
            <a:custGeom>
              <a:avLst/>
              <a:pathLst>
                <a:path w="3714" h="5563">
                  <a:moveTo>
                    <a:pt x="3083" y="3985"/>
                  </a:moveTo>
                  <a:lnTo>
                    <a:pt x="3714" y="5563"/>
                  </a:lnTo>
                  <a:lnTo>
                    <a:pt x="2246" y="4325"/>
                  </a:lnTo>
                  <a:lnTo>
                    <a:pt x="149" y="1731"/>
                  </a:lnTo>
                  <a:lnTo>
                    <a:pt x="0" y="0"/>
                  </a:lnTo>
                  <a:lnTo>
                    <a:pt x="1770" y="2623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5"/>
            <p:cNvSpPr/>
            <p:nvPr/>
          </p:nvSpPr>
          <p:spPr>
            <a:xfrm>
              <a:off x="4881436" y="3751703"/>
              <a:ext cx="3429" cy="7456"/>
            </a:xfrm>
            <a:custGeom>
              <a:avLst/>
              <a:pathLst>
                <a:path w="3429" h="7456">
                  <a:moveTo>
                    <a:pt x="3372" y="3901"/>
                  </a:moveTo>
                  <a:lnTo>
                    <a:pt x="2165" y="7456"/>
                  </a:lnTo>
                  <a:lnTo>
                    <a:pt x="1321" y="7274"/>
                  </a:lnTo>
                  <a:lnTo>
                    <a:pt x="316" y="4937"/>
                  </a:lnTo>
                  <a:lnTo>
                    <a:pt x="22" y="2374"/>
                  </a:lnTo>
                  <a:lnTo>
                    <a:pt x="0" y="1448"/>
                  </a:lnTo>
                  <a:lnTo>
                    <a:pt x="689" y="0"/>
                  </a:lnTo>
                  <a:lnTo>
                    <a:pt x="2996" y="490"/>
                  </a:lnTo>
                  <a:lnTo>
                    <a:pt x="3429" y="1771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6"/>
            <p:cNvSpPr/>
            <p:nvPr/>
          </p:nvSpPr>
          <p:spPr>
            <a:xfrm>
              <a:off x="4948350" y="3737927"/>
              <a:ext cx="2110" cy="3638"/>
            </a:xfrm>
            <a:custGeom>
              <a:avLst/>
              <a:pathLst>
                <a:path w="2110" h="3638">
                  <a:moveTo>
                    <a:pt x="2110" y="2089"/>
                  </a:moveTo>
                  <a:lnTo>
                    <a:pt x="0" y="3638"/>
                  </a:lnTo>
                  <a:lnTo>
                    <a:pt x="453" y="758"/>
                  </a:lnTo>
                  <a:lnTo>
                    <a:pt x="739" y="0"/>
                  </a:lnTo>
                  <a:lnTo>
                    <a:pt x="1785" y="784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7"/>
            <p:cNvSpPr/>
            <p:nvPr/>
          </p:nvSpPr>
          <p:spPr>
            <a:xfrm>
              <a:off x="4942592" y="3737855"/>
              <a:ext cx="4986" cy="7644"/>
            </a:xfrm>
            <a:custGeom>
              <a:avLst/>
              <a:pathLst>
                <a:path w="4986" h="7644">
                  <a:moveTo>
                    <a:pt x="4326" y="4795"/>
                  </a:moveTo>
                  <a:lnTo>
                    <a:pt x="4009" y="5875"/>
                  </a:lnTo>
                  <a:lnTo>
                    <a:pt x="3292" y="6587"/>
                  </a:lnTo>
                  <a:lnTo>
                    <a:pt x="2691" y="6512"/>
                  </a:lnTo>
                  <a:lnTo>
                    <a:pt x="2887" y="5476"/>
                  </a:lnTo>
                  <a:lnTo>
                    <a:pt x="2737" y="4870"/>
                  </a:lnTo>
                  <a:lnTo>
                    <a:pt x="2293" y="5145"/>
                  </a:lnTo>
                  <a:lnTo>
                    <a:pt x="1570" y="5976"/>
                  </a:lnTo>
                  <a:lnTo>
                    <a:pt x="654" y="7644"/>
                  </a:lnTo>
                  <a:lnTo>
                    <a:pt x="115" y="6818"/>
                  </a:lnTo>
                  <a:lnTo>
                    <a:pt x="0" y="5526"/>
                  </a:lnTo>
                  <a:lnTo>
                    <a:pt x="31" y="4937"/>
                  </a:lnTo>
                  <a:lnTo>
                    <a:pt x="1125" y="2617"/>
                  </a:lnTo>
                  <a:lnTo>
                    <a:pt x="2395" y="2221"/>
                  </a:lnTo>
                  <a:lnTo>
                    <a:pt x="4187" y="0"/>
                  </a:lnTo>
                  <a:lnTo>
                    <a:pt x="4986" y="106"/>
                  </a:lnTo>
                  <a:lnTo>
                    <a:pt x="4796" y="1517"/>
                  </a:lnTo>
                  <a:lnTo>
                    <a:pt x="4516" y="2522"/>
                  </a:lnTo>
                  <a:lnTo>
                    <a:pt x="4348" y="3572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8"/>
            <p:cNvSpPr/>
            <p:nvPr/>
          </p:nvSpPr>
          <p:spPr>
            <a:xfrm>
              <a:off x="4950738" y="3737339"/>
              <a:ext cx="1694" cy="3182"/>
            </a:xfrm>
            <a:custGeom>
              <a:avLst/>
              <a:pathLst>
                <a:path w="1694" h="3182">
                  <a:moveTo>
                    <a:pt x="1694" y="1538"/>
                  </a:moveTo>
                  <a:lnTo>
                    <a:pt x="1665" y="2787"/>
                  </a:lnTo>
                  <a:lnTo>
                    <a:pt x="1580" y="3182"/>
                  </a:lnTo>
                  <a:lnTo>
                    <a:pt x="908" y="2747"/>
                  </a:lnTo>
                  <a:lnTo>
                    <a:pt x="424" y="2770"/>
                  </a:lnTo>
                  <a:lnTo>
                    <a:pt x="0" y="513"/>
                  </a:lnTo>
                  <a:lnTo>
                    <a:pt x="120" y="0"/>
                  </a:lnTo>
                  <a:lnTo>
                    <a:pt x="1003" y="646"/>
                  </a:lnTo>
                  <a:lnTo>
                    <a:pt x="1337" y="877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49"/>
            <p:cNvSpPr/>
            <p:nvPr/>
          </p:nvSpPr>
          <p:spPr>
            <a:xfrm>
              <a:off x="4799469" y="3734534"/>
              <a:ext cx="1238" cy="6997"/>
            </a:xfrm>
            <a:custGeom>
              <a:avLst/>
              <a:pathLst>
                <a:path w="1238" h="6997">
                  <a:moveTo>
                    <a:pt x="1203" y="1907"/>
                  </a:moveTo>
                  <a:lnTo>
                    <a:pt x="755" y="6997"/>
                  </a:lnTo>
                  <a:lnTo>
                    <a:pt x="0" y="4112"/>
                  </a:lnTo>
                  <a:lnTo>
                    <a:pt x="848" y="692"/>
                  </a:lnTo>
                  <a:lnTo>
                    <a:pt x="1238" y="0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0"/>
            <p:cNvSpPr/>
            <p:nvPr/>
          </p:nvSpPr>
          <p:spPr>
            <a:xfrm>
              <a:off x="4937196" y="3730231"/>
              <a:ext cx="1747" cy="3099"/>
            </a:xfrm>
            <a:custGeom>
              <a:avLst/>
              <a:pathLst>
                <a:path w="1747" h="3099">
                  <a:moveTo>
                    <a:pt x="1463" y="1797"/>
                  </a:moveTo>
                  <a:lnTo>
                    <a:pt x="1747" y="3099"/>
                  </a:lnTo>
                  <a:lnTo>
                    <a:pt x="535" y="2276"/>
                  </a:lnTo>
                  <a:lnTo>
                    <a:pt x="0" y="1001"/>
                  </a:lnTo>
                  <a:lnTo>
                    <a:pt x="527" y="213"/>
                  </a:lnTo>
                  <a:lnTo>
                    <a:pt x="824" y="0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1"/>
            <p:cNvSpPr/>
            <p:nvPr/>
          </p:nvSpPr>
          <p:spPr>
            <a:xfrm>
              <a:off x="4795666" y="3730136"/>
              <a:ext cx="3705" cy="23728"/>
            </a:xfrm>
            <a:custGeom>
              <a:avLst/>
              <a:pathLst>
                <a:path w="3705" h="23728">
                  <a:moveTo>
                    <a:pt x="3516" y="18234"/>
                  </a:moveTo>
                  <a:lnTo>
                    <a:pt x="925" y="23728"/>
                  </a:lnTo>
                  <a:lnTo>
                    <a:pt x="498" y="22334"/>
                  </a:lnTo>
                  <a:lnTo>
                    <a:pt x="723" y="16736"/>
                  </a:lnTo>
                  <a:lnTo>
                    <a:pt x="0" y="13262"/>
                  </a:lnTo>
                  <a:lnTo>
                    <a:pt x="50" y="10676"/>
                  </a:lnTo>
                  <a:lnTo>
                    <a:pt x="557" y="6111"/>
                  </a:lnTo>
                  <a:lnTo>
                    <a:pt x="1222" y="2614"/>
                  </a:lnTo>
                  <a:lnTo>
                    <a:pt x="2727" y="274"/>
                  </a:lnTo>
                  <a:lnTo>
                    <a:pt x="3101" y="0"/>
                  </a:lnTo>
                  <a:lnTo>
                    <a:pt x="3007" y="4247"/>
                  </a:lnTo>
                  <a:lnTo>
                    <a:pt x="3309" y="5843"/>
                  </a:lnTo>
                  <a:lnTo>
                    <a:pt x="3415" y="7208"/>
                  </a:lnTo>
                  <a:lnTo>
                    <a:pt x="3253" y="8382"/>
                  </a:lnTo>
                  <a:lnTo>
                    <a:pt x="3539" y="13813"/>
                  </a:lnTo>
                  <a:lnTo>
                    <a:pt x="3705" y="15126"/>
                  </a:lnTo>
                  <a:lnTo>
                    <a:pt x="3342" y="16837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2"/>
            <p:cNvSpPr/>
            <p:nvPr/>
          </p:nvSpPr>
          <p:spPr>
            <a:xfrm>
              <a:off x="4919164" y="3724645"/>
              <a:ext cx="15027" cy="22409"/>
            </a:xfrm>
            <a:custGeom>
              <a:avLst/>
              <a:pathLst>
                <a:path w="15027" h="22409">
                  <a:moveTo>
                    <a:pt x="10299" y="669"/>
                  </a:moveTo>
                  <a:lnTo>
                    <a:pt x="12327" y="2977"/>
                  </a:lnTo>
                  <a:lnTo>
                    <a:pt x="12789" y="4484"/>
                  </a:lnTo>
                  <a:lnTo>
                    <a:pt x="13153" y="6273"/>
                  </a:lnTo>
                  <a:lnTo>
                    <a:pt x="13552" y="7257"/>
                  </a:lnTo>
                  <a:lnTo>
                    <a:pt x="14030" y="8062"/>
                  </a:lnTo>
                  <a:lnTo>
                    <a:pt x="14818" y="9626"/>
                  </a:lnTo>
                  <a:lnTo>
                    <a:pt x="15027" y="11992"/>
                  </a:lnTo>
                  <a:lnTo>
                    <a:pt x="14846" y="16777"/>
                  </a:lnTo>
                  <a:lnTo>
                    <a:pt x="13927" y="17198"/>
                  </a:lnTo>
                  <a:lnTo>
                    <a:pt x="13062" y="17896"/>
                  </a:lnTo>
                  <a:lnTo>
                    <a:pt x="11284" y="20664"/>
                  </a:lnTo>
                  <a:lnTo>
                    <a:pt x="10407" y="21206"/>
                  </a:lnTo>
                  <a:lnTo>
                    <a:pt x="9472" y="21391"/>
                  </a:lnTo>
                  <a:lnTo>
                    <a:pt x="8808" y="22115"/>
                  </a:lnTo>
                  <a:lnTo>
                    <a:pt x="8142" y="22409"/>
                  </a:lnTo>
                  <a:lnTo>
                    <a:pt x="6419" y="20874"/>
                  </a:lnTo>
                  <a:lnTo>
                    <a:pt x="4746" y="19071"/>
                  </a:lnTo>
                  <a:lnTo>
                    <a:pt x="2320" y="15954"/>
                  </a:lnTo>
                  <a:lnTo>
                    <a:pt x="1873" y="15192"/>
                  </a:lnTo>
                  <a:lnTo>
                    <a:pt x="1483" y="13519"/>
                  </a:lnTo>
                  <a:lnTo>
                    <a:pt x="370" y="10512"/>
                  </a:lnTo>
                  <a:lnTo>
                    <a:pt x="92" y="8587"/>
                  </a:lnTo>
                  <a:lnTo>
                    <a:pt x="0" y="3110"/>
                  </a:lnTo>
                  <a:lnTo>
                    <a:pt x="291" y="1858"/>
                  </a:lnTo>
                  <a:lnTo>
                    <a:pt x="762" y="1188"/>
                  </a:lnTo>
                  <a:lnTo>
                    <a:pt x="2383" y="2449"/>
                  </a:lnTo>
                  <a:lnTo>
                    <a:pt x="3452" y="1122"/>
                  </a:lnTo>
                  <a:lnTo>
                    <a:pt x="6522" y="0"/>
                  </a:lnTo>
                  <a:lnTo>
                    <a:pt x="9647" y="115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3"/>
            <p:cNvSpPr/>
            <p:nvPr/>
          </p:nvSpPr>
          <p:spPr>
            <a:xfrm>
              <a:off x="4941472" y="3720841"/>
              <a:ext cx="1895" cy="2467"/>
            </a:xfrm>
            <a:custGeom>
              <a:avLst/>
              <a:pathLst>
                <a:path w="1895" h="2467">
                  <a:moveTo>
                    <a:pt x="1895" y="0"/>
                  </a:moveTo>
                  <a:lnTo>
                    <a:pt x="1276" y="2467"/>
                  </a:lnTo>
                  <a:lnTo>
                    <a:pt x="189" y="2357"/>
                  </a:lnTo>
                  <a:lnTo>
                    <a:pt x="0" y="2005"/>
                  </a:lnTo>
                  <a:lnTo>
                    <a:pt x="1284" y="467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4"/>
            <p:cNvSpPr/>
            <p:nvPr/>
          </p:nvSpPr>
          <p:spPr>
            <a:xfrm>
              <a:off x="4681208" y="3719730"/>
              <a:ext cx="2070" cy="3734"/>
            </a:xfrm>
            <a:custGeom>
              <a:avLst/>
              <a:pathLst>
                <a:path w="2070" h="3734">
                  <a:moveTo>
                    <a:pt x="1771" y="3142"/>
                  </a:moveTo>
                  <a:lnTo>
                    <a:pt x="1565" y="3734"/>
                  </a:lnTo>
                  <a:lnTo>
                    <a:pt x="880" y="3413"/>
                  </a:lnTo>
                  <a:lnTo>
                    <a:pt x="388" y="2597"/>
                  </a:lnTo>
                  <a:lnTo>
                    <a:pt x="78" y="1817"/>
                  </a:lnTo>
                  <a:lnTo>
                    <a:pt x="0" y="1001"/>
                  </a:lnTo>
                  <a:lnTo>
                    <a:pt x="666" y="0"/>
                  </a:lnTo>
                  <a:lnTo>
                    <a:pt x="2070" y="1035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5"/>
            <p:cNvSpPr/>
            <p:nvPr/>
          </p:nvSpPr>
          <p:spPr>
            <a:xfrm>
              <a:off x="4689347" y="3717832"/>
              <a:ext cx="1200" cy="2677"/>
            </a:xfrm>
            <a:custGeom>
              <a:avLst/>
              <a:pathLst>
                <a:path w="1200" h="2677">
                  <a:moveTo>
                    <a:pt x="874" y="1916"/>
                  </a:moveTo>
                  <a:lnTo>
                    <a:pt x="374" y="2677"/>
                  </a:lnTo>
                  <a:lnTo>
                    <a:pt x="84" y="1947"/>
                  </a:lnTo>
                  <a:lnTo>
                    <a:pt x="0" y="1131"/>
                  </a:lnTo>
                  <a:lnTo>
                    <a:pt x="208" y="100"/>
                  </a:lnTo>
                  <a:lnTo>
                    <a:pt x="888" y="0"/>
                  </a:lnTo>
                  <a:lnTo>
                    <a:pt x="1200" y="305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6"/>
            <p:cNvSpPr/>
            <p:nvPr/>
          </p:nvSpPr>
          <p:spPr>
            <a:xfrm>
              <a:off x="4942011" y="3716386"/>
              <a:ext cx="36797" cy="31675"/>
            </a:xfrm>
            <a:custGeom>
              <a:avLst/>
              <a:pathLst>
                <a:path w="36797" h="31675">
                  <a:moveTo>
                    <a:pt x="23158" y="2366"/>
                  </a:moveTo>
                  <a:lnTo>
                    <a:pt x="25993" y="5641"/>
                  </a:lnTo>
                  <a:lnTo>
                    <a:pt x="27462" y="6123"/>
                  </a:lnTo>
                  <a:lnTo>
                    <a:pt x="29932" y="5696"/>
                  </a:lnTo>
                  <a:lnTo>
                    <a:pt x="30864" y="6016"/>
                  </a:lnTo>
                  <a:lnTo>
                    <a:pt x="33218" y="10197"/>
                  </a:lnTo>
                  <a:lnTo>
                    <a:pt x="33905" y="13069"/>
                  </a:lnTo>
                  <a:lnTo>
                    <a:pt x="34104" y="15547"/>
                  </a:lnTo>
                  <a:lnTo>
                    <a:pt x="34467" y="17899"/>
                  </a:lnTo>
                  <a:lnTo>
                    <a:pt x="35046" y="18485"/>
                  </a:lnTo>
                  <a:lnTo>
                    <a:pt x="35730" y="18704"/>
                  </a:lnTo>
                  <a:lnTo>
                    <a:pt x="36620" y="22089"/>
                  </a:lnTo>
                  <a:lnTo>
                    <a:pt x="36797" y="23183"/>
                  </a:lnTo>
                  <a:lnTo>
                    <a:pt x="36120" y="31675"/>
                  </a:lnTo>
                  <a:lnTo>
                    <a:pt x="33347" y="28458"/>
                  </a:lnTo>
                  <a:lnTo>
                    <a:pt x="30666" y="24805"/>
                  </a:lnTo>
                  <a:lnTo>
                    <a:pt x="29514" y="23448"/>
                  </a:lnTo>
                  <a:lnTo>
                    <a:pt x="26426" y="20358"/>
                  </a:lnTo>
                  <a:lnTo>
                    <a:pt x="25953" y="19299"/>
                  </a:lnTo>
                  <a:lnTo>
                    <a:pt x="25607" y="17902"/>
                  </a:lnTo>
                  <a:lnTo>
                    <a:pt x="24262" y="15998"/>
                  </a:lnTo>
                  <a:lnTo>
                    <a:pt x="21579" y="15703"/>
                  </a:lnTo>
                  <a:lnTo>
                    <a:pt x="20571" y="15752"/>
                  </a:lnTo>
                  <a:lnTo>
                    <a:pt x="20160" y="16038"/>
                  </a:lnTo>
                  <a:lnTo>
                    <a:pt x="20267" y="17062"/>
                  </a:lnTo>
                  <a:lnTo>
                    <a:pt x="20283" y="19146"/>
                  </a:lnTo>
                  <a:lnTo>
                    <a:pt x="19617" y="19723"/>
                  </a:lnTo>
                  <a:lnTo>
                    <a:pt x="17952" y="18407"/>
                  </a:lnTo>
                  <a:lnTo>
                    <a:pt x="16463" y="17934"/>
                  </a:lnTo>
                  <a:lnTo>
                    <a:pt x="15174" y="16650"/>
                  </a:lnTo>
                  <a:lnTo>
                    <a:pt x="13444" y="15966"/>
                  </a:lnTo>
                  <a:lnTo>
                    <a:pt x="13254" y="15319"/>
                  </a:lnTo>
                  <a:lnTo>
                    <a:pt x="13402" y="14358"/>
                  </a:lnTo>
                  <a:lnTo>
                    <a:pt x="13325" y="13455"/>
                  </a:lnTo>
                  <a:lnTo>
                    <a:pt x="12925" y="13106"/>
                  </a:lnTo>
                  <a:lnTo>
                    <a:pt x="12149" y="13273"/>
                  </a:lnTo>
                  <a:lnTo>
                    <a:pt x="11399" y="14180"/>
                  </a:lnTo>
                  <a:lnTo>
                    <a:pt x="10776" y="15210"/>
                  </a:lnTo>
                  <a:lnTo>
                    <a:pt x="9859" y="18049"/>
                  </a:lnTo>
                  <a:lnTo>
                    <a:pt x="9390" y="19137"/>
                  </a:lnTo>
                  <a:lnTo>
                    <a:pt x="7881" y="19602"/>
                  </a:lnTo>
                  <a:lnTo>
                    <a:pt x="7255" y="19328"/>
                  </a:lnTo>
                  <a:lnTo>
                    <a:pt x="6679" y="18623"/>
                  </a:lnTo>
                  <a:lnTo>
                    <a:pt x="4961" y="13438"/>
                  </a:lnTo>
                  <a:lnTo>
                    <a:pt x="4381" y="12318"/>
                  </a:lnTo>
                  <a:lnTo>
                    <a:pt x="3735" y="11404"/>
                  </a:lnTo>
                  <a:lnTo>
                    <a:pt x="3135" y="10982"/>
                  </a:lnTo>
                  <a:lnTo>
                    <a:pt x="2519" y="11770"/>
                  </a:lnTo>
                  <a:lnTo>
                    <a:pt x="2194" y="13380"/>
                  </a:lnTo>
                  <a:lnTo>
                    <a:pt x="2048" y="15293"/>
                  </a:lnTo>
                  <a:lnTo>
                    <a:pt x="1877" y="16393"/>
                  </a:lnTo>
                  <a:lnTo>
                    <a:pt x="1136" y="19460"/>
                  </a:lnTo>
                  <a:lnTo>
                    <a:pt x="524" y="21284"/>
                  </a:lnTo>
                  <a:lnTo>
                    <a:pt x="301" y="20995"/>
                  </a:lnTo>
                  <a:lnTo>
                    <a:pt x="615" y="18069"/>
                  </a:lnTo>
                  <a:lnTo>
                    <a:pt x="616" y="16419"/>
                  </a:lnTo>
                  <a:lnTo>
                    <a:pt x="237" y="14673"/>
                  </a:lnTo>
                  <a:lnTo>
                    <a:pt x="0" y="12893"/>
                  </a:lnTo>
                  <a:lnTo>
                    <a:pt x="2905" y="4397"/>
                  </a:lnTo>
                  <a:lnTo>
                    <a:pt x="3956" y="2369"/>
                  </a:lnTo>
                  <a:lnTo>
                    <a:pt x="8537" y="1667"/>
                  </a:lnTo>
                  <a:lnTo>
                    <a:pt x="11261" y="2094"/>
                  </a:lnTo>
                  <a:lnTo>
                    <a:pt x="12744" y="1887"/>
                  </a:lnTo>
                  <a:lnTo>
                    <a:pt x="13736" y="1263"/>
                  </a:lnTo>
                  <a:lnTo>
                    <a:pt x="14558" y="1558"/>
                  </a:lnTo>
                  <a:lnTo>
                    <a:pt x="14763" y="3231"/>
                  </a:lnTo>
                  <a:lnTo>
                    <a:pt x="15281" y="4469"/>
                  </a:lnTo>
                  <a:lnTo>
                    <a:pt x="15998" y="4366"/>
                  </a:lnTo>
                  <a:lnTo>
                    <a:pt x="17296" y="3053"/>
                  </a:lnTo>
                  <a:lnTo>
                    <a:pt x="18425" y="1027"/>
                  </a:lnTo>
                  <a:lnTo>
                    <a:pt x="19119" y="147"/>
                  </a:lnTo>
                  <a:lnTo>
                    <a:pt x="19820" y="0"/>
                  </a:lnTo>
                  <a:lnTo>
                    <a:pt x="20546" y="135"/>
                  </a:lnTo>
                  <a:lnTo>
                    <a:pt x="21256" y="603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7"/>
            <p:cNvSpPr/>
            <p:nvPr/>
          </p:nvSpPr>
          <p:spPr>
            <a:xfrm>
              <a:off x="4600215" y="3716311"/>
              <a:ext cx="3572" cy="16113"/>
            </a:xfrm>
            <a:custGeom>
              <a:avLst/>
              <a:pathLst>
                <a:path w="3572" h="16113">
                  <a:moveTo>
                    <a:pt x="3033" y="11810"/>
                  </a:moveTo>
                  <a:lnTo>
                    <a:pt x="3527" y="16113"/>
                  </a:lnTo>
                  <a:lnTo>
                    <a:pt x="2058" y="13178"/>
                  </a:lnTo>
                  <a:lnTo>
                    <a:pt x="2087" y="11098"/>
                  </a:lnTo>
                  <a:lnTo>
                    <a:pt x="1884" y="9747"/>
                  </a:lnTo>
                  <a:lnTo>
                    <a:pt x="995" y="8088"/>
                  </a:lnTo>
                  <a:lnTo>
                    <a:pt x="308" y="6016"/>
                  </a:lnTo>
                  <a:lnTo>
                    <a:pt x="0" y="1093"/>
                  </a:lnTo>
                  <a:lnTo>
                    <a:pt x="237" y="69"/>
                  </a:lnTo>
                  <a:lnTo>
                    <a:pt x="818" y="0"/>
                  </a:lnTo>
                  <a:lnTo>
                    <a:pt x="3397" y="6463"/>
                  </a:lnTo>
                  <a:lnTo>
                    <a:pt x="3572" y="7557"/>
                  </a:lnTo>
                  <a:lnTo>
                    <a:pt x="3516" y="9860"/>
                  </a:lnTo>
                  <a:lnTo>
                    <a:pt x="3141" y="10581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8"/>
            <p:cNvSpPr/>
            <p:nvPr/>
          </p:nvSpPr>
          <p:spPr>
            <a:xfrm>
              <a:off x="4691334" y="3708837"/>
              <a:ext cx="8972" cy="20583"/>
            </a:xfrm>
            <a:custGeom>
              <a:avLst/>
              <a:pathLst>
                <a:path w="8972" h="20583">
                  <a:moveTo>
                    <a:pt x="7943" y="13810"/>
                  </a:moveTo>
                  <a:lnTo>
                    <a:pt x="7753" y="16924"/>
                  </a:lnTo>
                  <a:lnTo>
                    <a:pt x="7450" y="18098"/>
                  </a:lnTo>
                  <a:lnTo>
                    <a:pt x="6418" y="19639"/>
                  </a:lnTo>
                  <a:lnTo>
                    <a:pt x="6068" y="20583"/>
                  </a:lnTo>
                  <a:lnTo>
                    <a:pt x="5104" y="20433"/>
                  </a:lnTo>
                  <a:lnTo>
                    <a:pt x="4982" y="18802"/>
                  </a:lnTo>
                  <a:lnTo>
                    <a:pt x="4660" y="17700"/>
                  </a:lnTo>
                  <a:lnTo>
                    <a:pt x="3636" y="16430"/>
                  </a:lnTo>
                  <a:lnTo>
                    <a:pt x="3370" y="16736"/>
                  </a:lnTo>
                  <a:lnTo>
                    <a:pt x="3187" y="18629"/>
                  </a:lnTo>
                  <a:lnTo>
                    <a:pt x="1185" y="19954"/>
                  </a:lnTo>
                  <a:lnTo>
                    <a:pt x="629" y="20066"/>
                  </a:lnTo>
                  <a:lnTo>
                    <a:pt x="903" y="17567"/>
                  </a:lnTo>
                  <a:lnTo>
                    <a:pt x="388" y="15605"/>
                  </a:lnTo>
                  <a:lnTo>
                    <a:pt x="347" y="13187"/>
                  </a:lnTo>
                  <a:lnTo>
                    <a:pt x="251" y="12128"/>
                  </a:lnTo>
                  <a:lnTo>
                    <a:pt x="0" y="11519"/>
                  </a:lnTo>
                  <a:lnTo>
                    <a:pt x="510" y="9834"/>
                  </a:lnTo>
                  <a:lnTo>
                    <a:pt x="427" y="7961"/>
                  </a:lnTo>
                  <a:lnTo>
                    <a:pt x="964" y="5947"/>
                  </a:lnTo>
                  <a:lnTo>
                    <a:pt x="1268" y="1064"/>
                  </a:lnTo>
                  <a:lnTo>
                    <a:pt x="3384" y="0"/>
                  </a:lnTo>
                  <a:lnTo>
                    <a:pt x="3840" y="868"/>
                  </a:lnTo>
                  <a:lnTo>
                    <a:pt x="6304" y="1970"/>
                  </a:lnTo>
                  <a:lnTo>
                    <a:pt x="8041" y="4925"/>
                  </a:lnTo>
                  <a:lnTo>
                    <a:pt x="8972" y="8856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59"/>
            <p:cNvSpPr/>
            <p:nvPr/>
          </p:nvSpPr>
          <p:spPr>
            <a:xfrm>
              <a:off x="4597609" y="3708246"/>
              <a:ext cx="2911" cy="9193"/>
            </a:xfrm>
            <a:custGeom>
              <a:avLst/>
              <a:pathLst>
                <a:path w="2911" h="9193">
                  <a:moveTo>
                    <a:pt x="2911" y="6818"/>
                  </a:moveTo>
                  <a:lnTo>
                    <a:pt x="2030" y="9193"/>
                  </a:lnTo>
                  <a:lnTo>
                    <a:pt x="577" y="9144"/>
                  </a:lnTo>
                  <a:lnTo>
                    <a:pt x="292" y="7670"/>
                  </a:lnTo>
                  <a:lnTo>
                    <a:pt x="354" y="4109"/>
                  </a:lnTo>
                  <a:lnTo>
                    <a:pt x="0" y="2940"/>
                  </a:lnTo>
                  <a:lnTo>
                    <a:pt x="14" y="2478"/>
                  </a:lnTo>
                  <a:lnTo>
                    <a:pt x="243" y="447"/>
                  </a:lnTo>
                  <a:lnTo>
                    <a:pt x="539" y="0"/>
                  </a:lnTo>
                  <a:lnTo>
                    <a:pt x="2884" y="5006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0"/>
            <p:cNvSpPr/>
            <p:nvPr/>
          </p:nvSpPr>
          <p:spPr>
            <a:xfrm>
              <a:off x="5021691" y="3693985"/>
              <a:ext cx="1036" cy="3283"/>
            </a:xfrm>
            <a:custGeom>
              <a:avLst/>
              <a:pathLst>
                <a:path w="1036" h="3283">
                  <a:moveTo>
                    <a:pt x="483" y="2833"/>
                  </a:moveTo>
                  <a:lnTo>
                    <a:pt x="125" y="3283"/>
                  </a:lnTo>
                  <a:lnTo>
                    <a:pt x="0" y="1996"/>
                  </a:lnTo>
                  <a:lnTo>
                    <a:pt x="194" y="274"/>
                  </a:lnTo>
                  <a:lnTo>
                    <a:pt x="425" y="0"/>
                  </a:lnTo>
                  <a:lnTo>
                    <a:pt x="690" y="92"/>
                  </a:lnTo>
                  <a:lnTo>
                    <a:pt x="1036" y="712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1"/>
            <p:cNvSpPr/>
            <p:nvPr/>
          </p:nvSpPr>
          <p:spPr>
            <a:xfrm>
              <a:off x="4592294" y="3693659"/>
              <a:ext cx="3830" cy="10434"/>
            </a:xfrm>
            <a:custGeom>
              <a:avLst/>
              <a:pathLst>
                <a:path w="3830" h="10434">
                  <a:moveTo>
                    <a:pt x="3771" y="9646"/>
                  </a:moveTo>
                  <a:lnTo>
                    <a:pt x="3830" y="10434"/>
                  </a:lnTo>
                  <a:lnTo>
                    <a:pt x="1823" y="7834"/>
                  </a:lnTo>
                  <a:lnTo>
                    <a:pt x="859" y="7118"/>
                  </a:lnTo>
                  <a:lnTo>
                    <a:pt x="0" y="4282"/>
                  </a:lnTo>
                  <a:lnTo>
                    <a:pt x="265" y="2920"/>
                  </a:lnTo>
                  <a:lnTo>
                    <a:pt x="301" y="1021"/>
                  </a:lnTo>
                  <a:lnTo>
                    <a:pt x="429" y="271"/>
                  </a:lnTo>
                  <a:lnTo>
                    <a:pt x="1044" y="0"/>
                  </a:lnTo>
                  <a:lnTo>
                    <a:pt x="1838" y="1382"/>
                  </a:lnTo>
                  <a:lnTo>
                    <a:pt x="2435" y="4761"/>
                  </a:lnTo>
                  <a:lnTo>
                    <a:pt x="3434" y="7912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2"/>
            <p:cNvSpPr/>
            <p:nvPr/>
          </p:nvSpPr>
          <p:spPr>
            <a:xfrm>
              <a:off x="4917146" y="3692424"/>
              <a:ext cx="2502" cy="14615"/>
            </a:xfrm>
            <a:custGeom>
              <a:avLst/>
              <a:pathLst>
                <a:path w="2502" h="14615">
                  <a:moveTo>
                    <a:pt x="2371" y="14079"/>
                  </a:moveTo>
                  <a:lnTo>
                    <a:pt x="2159" y="14615"/>
                  </a:lnTo>
                  <a:lnTo>
                    <a:pt x="1419" y="13020"/>
                  </a:lnTo>
                  <a:lnTo>
                    <a:pt x="921" y="8509"/>
                  </a:lnTo>
                  <a:lnTo>
                    <a:pt x="497" y="7309"/>
                  </a:lnTo>
                  <a:lnTo>
                    <a:pt x="0" y="3024"/>
                  </a:lnTo>
                  <a:lnTo>
                    <a:pt x="127" y="1806"/>
                  </a:lnTo>
                  <a:lnTo>
                    <a:pt x="738" y="0"/>
                  </a:lnTo>
                  <a:lnTo>
                    <a:pt x="1232" y="28"/>
                  </a:lnTo>
                  <a:lnTo>
                    <a:pt x="1601" y="1093"/>
                  </a:lnTo>
                  <a:lnTo>
                    <a:pt x="1395" y="5710"/>
                  </a:lnTo>
                  <a:lnTo>
                    <a:pt x="2502" y="11554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3"/>
            <p:cNvSpPr/>
            <p:nvPr/>
          </p:nvSpPr>
          <p:spPr>
            <a:xfrm>
              <a:off x="4891409" y="3689573"/>
              <a:ext cx="1095" cy="3468"/>
            </a:xfrm>
            <a:custGeom>
              <a:avLst/>
              <a:pathLst>
                <a:path w="1095" h="3468">
                  <a:moveTo>
                    <a:pt x="876" y="2279"/>
                  </a:moveTo>
                  <a:lnTo>
                    <a:pt x="1095" y="3468"/>
                  </a:lnTo>
                  <a:lnTo>
                    <a:pt x="324" y="3428"/>
                  </a:lnTo>
                  <a:lnTo>
                    <a:pt x="0" y="1191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4"/>
            <p:cNvSpPr/>
            <p:nvPr/>
          </p:nvSpPr>
          <p:spPr>
            <a:xfrm>
              <a:off x="4911276" y="3686955"/>
              <a:ext cx="11655" cy="4441"/>
            </a:xfrm>
            <a:custGeom>
              <a:avLst/>
              <a:pathLst>
                <a:path w="11655" h="4441">
                  <a:moveTo>
                    <a:pt x="7860" y="0"/>
                  </a:moveTo>
                  <a:lnTo>
                    <a:pt x="11655" y="978"/>
                  </a:lnTo>
                  <a:lnTo>
                    <a:pt x="11116" y="2043"/>
                  </a:lnTo>
                  <a:lnTo>
                    <a:pt x="7024" y="3748"/>
                  </a:lnTo>
                  <a:lnTo>
                    <a:pt x="5573" y="3439"/>
                  </a:lnTo>
                  <a:lnTo>
                    <a:pt x="1135" y="4441"/>
                  </a:lnTo>
                  <a:lnTo>
                    <a:pt x="560" y="4383"/>
                  </a:lnTo>
                  <a:lnTo>
                    <a:pt x="478" y="2732"/>
                  </a:lnTo>
                  <a:lnTo>
                    <a:pt x="0" y="1575"/>
                  </a:lnTo>
                  <a:lnTo>
                    <a:pt x="709" y="568"/>
                  </a:lnTo>
                  <a:lnTo>
                    <a:pt x="1649" y="328"/>
                  </a:lnTo>
                  <a:lnTo>
                    <a:pt x="4110" y="709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5"/>
            <p:cNvSpPr/>
            <p:nvPr/>
          </p:nvSpPr>
          <p:spPr>
            <a:xfrm>
              <a:off x="4882693" y="3686450"/>
              <a:ext cx="1007" cy="3731"/>
            </a:xfrm>
            <a:custGeom>
              <a:avLst/>
              <a:pathLst>
                <a:path w="1007" h="3731">
                  <a:moveTo>
                    <a:pt x="1007" y="1295"/>
                  </a:moveTo>
                  <a:lnTo>
                    <a:pt x="97" y="3731"/>
                  </a:lnTo>
                  <a:lnTo>
                    <a:pt x="0" y="2429"/>
                  </a:lnTo>
                  <a:lnTo>
                    <a:pt x="184" y="1246"/>
                  </a:lnTo>
                  <a:lnTo>
                    <a:pt x="438" y="415"/>
                  </a:lnTo>
                  <a:lnTo>
                    <a:pt x="821" y="0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6"/>
            <p:cNvSpPr/>
            <p:nvPr/>
          </p:nvSpPr>
          <p:spPr>
            <a:xfrm>
              <a:off x="4964960" y="3684023"/>
              <a:ext cx="8481" cy="11031"/>
            </a:xfrm>
            <a:custGeom>
              <a:avLst/>
              <a:pathLst>
                <a:path w="8481" h="11031">
                  <a:moveTo>
                    <a:pt x="7596" y="0"/>
                  </a:moveTo>
                  <a:lnTo>
                    <a:pt x="7746" y="1751"/>
                  </a:lnTo>
                  <a:lnTo>
                    <a:pt x="8481" y="3370"/>
                  </a:lnTo>
                  <a:lnTo>
                    <a:pt x="8225" y="5889"/>
                  </a:lnTo>
                  <a:lnTo>
                    <a:pt x="7932" y="6267"/>
                  </a:lnTo>
                  <a:lnTo>
                    <a:pt x="8090" y="7419"/>
                  </a:lnTo>
                  <a:lnTo>
                    <a:pt x="8405" y="8296"/>
                  </a:lnTo>
                  <a:lnTo>
                    <a:pt x="7835" y="8905"/>
                  </a:lnTo>
                  <a:lnTo>
                    <a:pt x="7419" y="8607"/>
                  </a:lnTo>
                  <a:lnTo>
                    <a:pt x="6743" y="9421"/>
                  </a:lnTo>
                  <a:lnTo>
                    <a:pt x="6297" y="10555"/>
                  </a:lnTo>
                  <a:lnTo>
                    <a:pt x="4883" y="11031"/>
                  </a:lnTo>
                  <a:lnTo>
                    <a:pt x="4388" y="9981"/>
                  </a:lnTo>
                  <a:lnTo>
                    <a:pt x="1836" y="8743"/>
                  </a:lnTo>
                  <a:lnTo>
                    <a:pt x="205" y="6025"/>
                  </a:lnTo>
                  <a:lnTo>
                    <a:pt x="0" y="5211"/>
                  </a:lnTo>
                  <a:lnTo>
                    <a:pt x="3158" y="2019"/>
                  </a:lnTo>
                  <a:lnTo>
                    <a:pt x="4541" y="1180"/>
                  </a:lnTo>
                  <a:lnTo>
                    <a:pt x="5699" y="1232"/>
                  </a:lnTo>
                  <a:lnTo>
                    <a:pt x="7160" y="43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7"/>
            <p:cNvSpPr/>
            <p:nvPr/>
          </p:nvSpPr>
          <p:spPr>
            <a:xfrm>
              <a:off x="4898226" y="3682410"/>
              <a:ext cx="12222" cy="10962"/>
            </a:xfrm>
            <a:custGeom>
              <a:avLst/>
              <a:pathLst>
                <a:path w="12222" h="10962">
                  <a:moveTo>
                    <a:pt x="7895" y="2054"/>
                  </a:moveTo>
                  <a:lnTo>
                    <a:pt x="9048" y="3104"/>
                  </a:lnTo>
                  <a:lnTo>
                    <a:pt x="9454" y="3099"/>
                  </a:lnTo>
                  <a:lnTo>
                    <a:pt x="9835" y="1872"/>
                  </a:lnTo>
                  <a:lnTo>
                    <a:pt x="10070" y="1673"/>
                  </a:lnTo>
                  <a:lnTo>
                    <a:pt x="10590" y="2273"/>
                  </a:lnTo>
                  <a:lnTo>
                    <a:pt x="10710" y="4264"/>
                  </a:lnTo>
                  <a:lnTo>
                    <a:pt x="11457" y="3987"/>
                  </a:lnTo>
                  <a:lnTo>
                    <a:pt x="12039" y="4668"/>
                  </a:lnTo>
                  <a:lnTo>
                    <a:pt x="12222" y="5145"/>
                  </a:lnTo>
                  <a:lnTo>
                    <a:pt x="12147" y="7127"/>
                  </a:lnTo>
                  <a:lnTo>
                    <a:pt x="9934" y="7476"/>
                  </a:lnTo>
                  <a:lnTo>
                    <a:pt x="8354" y="9075"/>
                  </a:lnTo>
                  <a:lnTo>
                    <a:pt x="6229" y="7638"/>
                  </a:lnTo>
                  <a:lnTo>
                    <a:pt x="3818" y="10114"/>
                  </a:lnTo>
                  <a:lnTo>
                    <a:pt x="2355" y="10962"/>
                  </a:lnTo>
                  <a:lnTo>
                    <a:pt x="1086" y="10910"/>
                  </a:lnTo>
                  <a:lnTo>
                    <a:pt x="0" y="6587"/>
                  </a:lnTo>
                  <a:lnTo>
                    <a:pt x="631" y="1523"/>
                  </a:lnTo>
                  <a:lnTo>
                    <a:pt x="1084" y="689"/>
                  </a:lnTo>
                  <a:lnTo>
                    <a:pt x="1891" y="248"/>
                  </a:lnTo>
                  <a:lnTo>
                    <a:pt x="4124" y="0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8"/>
            <p:cNvSpPr/>
            <p:nvPr/>
          </p:nvSpPr>
          <p:spPr>
            <a:xfrm>
              <a:off x="5035692" y="3681106"/>
              <a:ext cx="17557" cy="8919"/>
            </a:xfrm>
            <a:custGeom>
              <a:avLst/>
              <a:pathLst>
                <a:path w="17557" h="8919">
                  <a:moveTo>
                    <a:pt x="55" y="0"/>
                  </a:moveTo>
                  <a:lnTo>
                    <a:pt x="4928" y="1483"/>
                  </a:lnTo>
                  <a:lnTo>
                    <a:pt x="6249" y="1292"/>
                  </a:lnTo>
                  <a:lnTo>
                    <a:pt x="9030" y="1867"/>
                  </a:lnTo>
                  <a:lnTo>
                    <a:pt x="11351" y="3835"/>
                  </a:lnTo>
                  <a:lnTo>
                    <a:pt x="15410" y="4201"/>
                  </a:lnTo>
                  <a:lnTo>
                    <a:pt x="16621" y="4787"/>
                  </a:lnTo>
                  <a:lnTo>
                    <a:pt x="17557" y="6143"/>
                  </a:lnTo>
                  <a:lnTo>
                    <a:pt x="15287" y="7266"/>
                  </a:lnTo>
                  <a:lnTo>
                    <a:pt x="14217" y="8310"/>
                  </a:lnTo>
                  <a:lnTo>
                    <a:pt x="12230" y="8824"/>
                  </a:lnTo>
                  <a:lnTo>
                    <a:pt x="10567" y="8293"/>
                  </a:lnTo>
                  <a:lnTo>
                    <a:pt x="9358" y="8919"/>
                  </a:lnTo>
                  <a:lnTo>
                    <a:pt x="8919" y="7900"/>
                  </a:lnTo>
                  <a:lnTo>
                    <a:pt x="7150" y="6864"/>
                  </a:lnTo>
                  <a:lnTo>
                    <a:pt x="4886" y="4738"/>
                  </a:lnTo>
                  <a:lnTo>
                    <a:pt x="220" y="2262"/>
                  </a:lnTo>
                  <a:lnTo>
                    <a:pt x="0" y="721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69"/>
            <p:cNvSpPr/>
            <p:nvPr/>
          </p:nvSpPr>
          <p:spPr>
            <a:xfrm>
              <a:off x="4706639" y="3679571"/>
              <a:ext cx="1889" cy="3598"/>
            </a:xfrm>
            <a:custGeom>
              <a:avLst/>
              <a:pathLst>
                <a:path w="1889" h="3598">
                  <a:moveTo>
                    <a:pt x="1843" y="2357"/>
                  </a:moveTo>
                  <a:lnTo>
                    <a:pt x="421" y="3598"/>
                  </a:lnTo>
                  <a:lnTo>
                    <a:pt x="0" y="825"/>
                  </a:lnTo>
                  <a:lnTo>
                    <a:pt x="907" y="0"/>
                  </a:lnTo>
                  <a:lnTo>
                    <a:pt x="1889" y="715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0"/>
            <p:cNvSpPr/>
            <p:nvPr/>
          </p:nvSpPr>
          <p:spPr>
            <a:xfrm>
              <a:off x="4661348" y="3678541"/>
              <a:ext cx="20793" cy="46297"/>
            </a:xfrm>
            <a:custGeom>
              <a:avLst/>
              <a:pathLst>
                <a:path w="20793" h="46297">
                  <a:moveTo>
                    <a:pt x="11257" y="4859"/>
                  </a:moveTo>
                  <a:lnTo>
                    <a:pt x="11681" y="6893"/>
                  </a:lnTo>
                  <a:lnTo>
                    <a:pt x="12262" y="8723"/>
                  </a:lnTo>
                  <a:lnTo>
                    <a:pt x="12689" y="10697"/>
                  </a:lnTo>
                  <a:lnTo>
                    <a:pt x="13270" y="20202"/>
                  </a:lnTo>
                  <a:lnTo>
                    <a:pt x="15209" y="28363"/>
                  </a:lnTo>
                  <a:lnTo>
                    <a:pt x="20793" y="31569"/>
                  </a:lnTo>
                  <a:lnTo>
                    <a:pt x="19878" y="32887"/>
                  </a:lnTo>
                  <a:lnTo>
                    <a:pt x="19413" y="34070"/>
                  </a:lnTo>
                  <a:lnTo>
                    <a:pt x="19069" y="35430"/>
                  </a:lnTo>
                  <a:lnTo>
                    <a:pt x="18245" y="41088"/>
                  </a:lnTo>
                  <a:lnTo>
                    <a:pt x="18326" y="42289"/>
                  </a:lnTo>
                  <a:lnTo>
                    <a:pt x="18808" y="44211"/>
                  </a:lnTo>
                  <a:lnTo>
                    <a:pt x="18926" y="46297"/>
                  </a:lnTo>
                  <a:lnTo>
                    <a:pt x="18227" y="46285"/>
                  </a:lnTo>
                  <a:lnTo>
                    <a:pt x="17440" y="45818"/>
                  </a:lnTo>
                  <a:lnTo>
                    <a:pt x="16815" y="45033"/>
                  </a:lnTo>
                  <a:lnTo>
                    <a:pt x="16230" y="44006"/>
                  </a:lnTo>
                  <a:lnTo>
                    <a:pt x="15597" y="43189"/>
                  </a:lnTo>
                  <a:lnTo>
                    <a:pt x="14908" y="42661"/>
                  </a:lnTo>
                  <a:lnTo>
                    <a:pt x="13779" y="41045"/>
                  </a:lnTo>
                  <a:lnTo>
                    <a:pt x="12246" y="39902"/>
                  </a:lnTo>
                  <a:lnTo>
                    <a:pt x="10678" y="39002"/>
                  </a:lnTo>
                  <a:lnTo>
                    <a:pt x="9918" y="36598"/>
                  </a:lnTo>
                  <a:lnTo>
                    <a:pt x="9558" y="33635"/>
                  </a:lnTo>
                  <a:lnTo>
                    <a:pt x="9941" y="29208"/>
                  </a:lnTo>
                  <a:lnTo>
                    <a:pt x="9553" y="27982"/>
                  </a:lnTo>
                  <a:lnTo>
                    <a:pt x="8995" y="26902"/>
                  </a:lnTo>
                  <a:lnTo>
                    <a:pt x="8310" y="23711"/>
                  </a:lnTo>
                  <a:lnTo>
                    <a:pt x="8051" y="19986"/>
                  </a:lnTo>
                  <a:lnTo>
                    <a:pt x="7056" y="18546"/>
                  </a:lnTo>
                  <a:lnTo>
                    <a:pt x="5745" y="17674"/>
                  </a:lnTo>
                  <a:lnTo>
                    <a:pt x="5174" y="16961"/>
                  </a:lnTo>
                  <a:lnTo>
                    <a:pt x="2584" y="18323"/>
                  </a:lnTo>
                  <a:lnTo>
                    <a:pt x="1964" y="18003"/>
                  </a:lnTo>
                  <a:lnTo>
                    <a:pt x="1409" y="16973"/>
                  </a:lnTo>
                  <a:lnTo>
                    <a:pt x="0" y="15885"/>
                  </a:lnTo>
                  <a:lnTo>
                    <a:pt x="53" y="13819"/>
                  </a:lnTo>
                  <a:lnTo>
                    <a:pt x="710" y="12171"/>
                  </a:lnTo>
                  <a:lnTo>
                    <a:pt x="2255" y="10506"/>
                  </a:lnTo>
                  <a:lnTo>
                    <a:pt x="2978" y="9107"/>
                  </a:lnTo>
                  <a:lnTo>
                    <a:pt x="3123" y="7263"/>
                  </a:lnTo>
                  <a:lnTo>
                    <a:pt x="2848" y="5912"/>
                  </a:lnTo>
                  <a:lnTo>
                    <a:pt x="2958" y="4501"/>
                  </a:lnTo>
                  <a:lnTo>
                    <a:pt x="3446" y="3133"/>
                  </a:lnTo>
                  <a:lnTo>
                    <a:pt x="4024" y="2060"/>
                  </a:lnTo>
                  <a:lnTo>
                    <a:pt x="5578" y="643"/>
                  </a:lnTo>
                  <a:lnTo>
                    <a:pt x="6256" y="3116"/>
                  </a:lnTo>
                  <a:lnTo>
                    <a:pt x="6591" y="5182"/>
                  </a:lnTo>
                  <a:lnTo>
                    <a:pt x="7002" y="6680"/>
                  </a:lnTo>
                  <a:lnTo>
                    <a:pt x="7664" y="4542"/>
                  </a:lnTo>
                  <a:lnTo>
                    <a:pt x="7243" y="854"/>
                  </a:lnTo>
                  <a:lnTo>
                    <a:pt x="8424" y="31"/>
                  </a:lnTo>
                  <a:lnTo>
                    <a:pt x="9583" y="0"/>
                  </a:lnTo>
                  <a:lnTo>
                    <a:pt x="10458" y="1009"/>
                  </a:lnTo>
                  <a:lnTo>
                    <a:pt x="11031" y="2605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1"/>
            <p:cNvSpPr/>
            <p:nvPr/>
          </p:nvSpPr>
          <p:spPr>
            <a:xfrm>
              <a:off x="4887773" y="3678477"/>
              <a:ext cx="1652" cy="6146"/>
            </a:xfrm>
            <a:custGeom>
              <a:avLst/>
              <a:pathLst>
                <a:path w="1652" h="6146">
                  <a:moveTo>
                    <a:pt x="1419" y="5953"/>
                  </a:moveTo>
                  <a:lnTo>
                    <a:pt x="568" y="6146"/>
                  </a:lnTo>
                  <a:lnTo>
                    <a:pt x="0" y="5277"/>
                  </a:lnTo>
                  <a:lnTo>
                    <a:pt x="50" y="946"/>
                  </a:lnTo>
                  <a:lnTo>
                    <a:pt x="567" y="0"/>
                  </a:lnTo>
                  <a:lnTo>
                    <a:pt x="814" y="158"/>
                  </a:lnTo>
                  <a:lnTo>
                    <a:pt x="972" y="1448"/>
                  </a:lnTo>
                  <a:lnTo>
                    <a:pt x="1227" y="2602"/>
                  </a:lnTo>
                  <a:lnTo>
                    <a:pt x="1652" y="3682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2"/>
            <p:cNvSpPr/>
            <p:nvPr/>
          </p:nvSpPr>
          <p:spPr>
            <a:xfrm>
              <a:off x="4936017" y="3673442"/>
              <a:ext cx="9388" cy="11704"/>
            </a:xfrm>
            <a:custGeom>
              <a:avLst/>
              <a:pathLst>
                <a:path w="9388" h="11704">
                  <a:moveTo>
                    <a:pt x="9388" y="9695"/>
                  </a:moveTo>
                  <a:lnTo>
                    <a:pt x="8632" y="10896"/>
                  </a:lnTo>
                  <a:lnTo>
                    <a:pt x="8255" y="11228"/>
                  </a:lnTo>
                  <a:lnTo>
                    <a:pt x="6436" y="10422"/>
                  </a:lnTo>
                  <a:lnTo>
                    <a:pt x="4304" y="10590"/>
                  </a:lnTo>
                  <a:lnTo>
                    <a:pt x="2090" y="11704"/>
                  </a:lnTo>
                  <a:lnTo>
                    <a:pt x="807" y="10763"/>
                  </a:lnTo>
                  <a:lnTo>
                    <a:pt x="0" y="9231"/>
                  </a:lnTo>
                  <a:lnTo>
                    <a:pt x="34" y="7606"/>
                  </a:lnTo>
                  <a:lnTo>
                    <a:pt x="796" y="3583"/>
                  </a:lnTo>
                  <a:lnTo>
                    <a:pt x="2463" y="542"/>
                  </a:lnTo>
                  <a:lnTo>
                    <a:pt x="3140" y="0"/>
                  </a:lnTo>
                  <a:lnTo>
                    <a:pt x="4328" y="822"/>
                  </a:lnTo>
                  <a:lnTo>
                    <a:pt x="6328" y="3151"/>
                  </a:lnTo>
                  <a:lnTo>
                    <a:pt x="7905" y="5886"/>
                  </a:lnTo>
                  <a:lnTo>
                    <a:pt x="9335" y="8016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3"/>
            <p:cNvSpPr/>
            <p:nvPr/>
          </p:nvSpPr>
          <p:spPr>
            <a:xfrm>
              <a:off x="4879484" y="3668274"/>
              <a:ext cx="9087" cy="13548"/>
            </a:xfrm>
            <a:custGeom>
              <a:avLst/>
              <a:pathLst>
                <a:path w="9087" h="13548">
                  <a:moveTo>
                    <a:pt x="4954" y="406"/>
                  </a:moveTo>
                  <a:lnTo>
                    <a:pt x="5225" y="2250"/>
                  </a:lnTo>
                  <a:lnTo>
                    <a:pt x="4778" y="3846"/>
                  </a:lnTo>
                  <a:lnTo>
                    <a:pt x="5268" y="6850"/>
                  </a:lnTo>
                  <a:lnTo>
                    <a:pt x="6512" y="2851"/>
                  </a:lnTo>
                  <a:lnTo>
                    <a:pt x="7699" y="2343"/>
                  </a:lnTo>
                  <a:lnTo>
                    <a:pt x="8372" y="3006"/>
                  </a:lnTo>
                  <a:lnTo>
                    <a:pt x="8835" y="3797"/>
                  </a:lnTo>
                  <a:lnTo>
                    <a:pt x="9087" y="5315"/>
                  </a:lnTo>
                  <a:lnTo>
                    <a:pt x="8651" y="8564"/>
                  </a:lnTo>
                  <a:lnTo>
                    <a:pt x="7871" y="10085"/>
                  </a:lnTo>
                  <a:lnTo>
                    <a:pt x="6862" y="10330"/>
                  </a:lnTo>
                  <a:lnTo>
                    <a:pt x="6389" y="8437"/>
                  </a:lnTo>
                  <a:lnTo>
                    <a:pt x="5726" y="8264"/>
                  </a:lnTo>
                  <a:lnTo>
                    <a:pt x="5263" y="12393"/>
                  </a:lnTo>
                  <a:lnTo>
                    <a:pt x="5055" y="13025"/>
                  </a:lnTo>
                  <a:lnTo>
                    <a:pt x="4468" y="13548"/>
                  </a:lnTo>
                  <a:lnTo>
                    <a:pt x="3942" y="12408"/>
                  </a:lnTo>
                  <a:lnTo>
                    <a:pt x="3851" y="11776"/>
                  </a:lnTo>
                  <a:lnTo>
                    <a:pt x="4591" y="9906"/>
                  </a:lnTo>
                  <a:lnTo>
                    <a:pt x="4189" y="4342"/>
                  </a:lnTo>
                  <a:lnTo>
                    <a:pt x="3631" y="5387"/>
                  </a:lnTo>
                  <a:lnTo>
                    <a:pt x="2141" y="10434"/>
                  </a:lnTo>
                  <a:lnTo>
                    <a:pt x="982" y="12696"/>
                  </a:lnTo>
                  <a:lnTo>
                    <a:pt x="587" y="11545"/>
                  </a:lnTo>
                  <a:lnTo>
                    <a:pt x="0" y="8114"/>
                  </a:lnTo>
                  <a:lnTo>
                    <a:pt x="263" y="3708"/>
                  </a:lnTo>
                  <a:lnTo>
                    <a:pt x="1199" y="730"/>
                  </a:lnTo>
                  <a:lnTo>
                    <a:pt x="1994" y="934"/>
                  </a:lnTo>
                  <a:lnTo>
                    <a:pt x="4287" y="0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4"/>
            <p:cNvSpPr/>
            <p:nvPr/>
          </p:nvSpPr>
          <p:spPr>
            <a:xfrm>
              <a:off x="4714344" y="3663001"/>
              <a:ext cx="4102" cy="8974"/>
            </a:xfrm>
            <a:custGeom>
              <a:avLst/>
              <a:pathLst>
                <a:path w="4102" h="8974">
                  <a:moveTo>
                    <a:pt x="3481" y="5955"/>
                  </a:moveTo>
                  <a:lnTo>
                    <a:pt x="1020" y="8974"/>
                  </a:lnTo>
                  <a:lnTo>
                    <a:pt x="438" y="8818"/>
                  </a:lnTo>
                  <a:lnTo>
                    <a:pt x="0" y="7745"/>
                  </a:lnTo>
                  <a:lnTo>
                    <a:pt x="273" y="1921"/>
                  </a:lnTo>
                  <a:lnTo>
                    <a:pt x="590" y="184"/>
                  </a:lnTo>
                  <a:lnTo>
                    <a:pt x="2301" y="0"/>
                  </a:lnTo>
                  <a:lnTo>
                    <a:pt x="3348" y="833"/>
                  </a:lnTo>
                  <a:lnTo>
                    <a:pt x="3889" y="1780"/>
                  </a:lnTo>
                  <a:lnTo>
                    <a:pt x="4102" y="3725"/>
                  </a:lnTo>
                  <a:lnTo>
                    <a:pt x="3981" y="4902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5"/>
            <p:cNvSpPr/>
            <p:nvPr/>
          </p:nvSpPr>
          <p:spPr>
            <a:xfrm>
              <a:off x="5027538" y="3661801"/>
              <a:ext cx="2312" cy="5785"/>
            </a:xfrm>
            <a:custGeom>
              <a:avLst/>
              <a:pathLst>
                <a:path w="2312" h="5785">
                  <a:moveTo>
                    <a:pt x="1930" y="5246"/>
                  </a:moveTo>
                  <a:lnTo>
                    <a:pt x="1338" y="5785"/>
                  </a:lnTo>
                  <a:lnTo>
                    <a:pt x="651" y="5191"/>
                  </a:lnTo>
                  <a:lnTo>
                    <a:pt x="0" y="2928"/>
                  </a:lnTo>
                  <a:lnTo>
                    <a:pt x="234" y="1191"/>
                  </a:lnTo>
                  <a:lnTo>
                    <a:pt x="991" y="0"/>
                  </a:lnTo>
                  <a:lnTo>
                    <a:pt x="1627" y="1194"/>
                  </a:lnTo>
                  <a:lnTo>
                    <a:pt x="1824" y="2721"/>
                  </a:lnTo>
                  <a:lnTo>
                    <a:pt x="2312" y="2825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6"/>
            <p:cNvSpPr/>
            <p:nvPr/>
          </p:nvSpPr>
          <p:spPr>
            <a:xfrm>
              <a:off x="4580748" y="3661126"/>
              <a:ext cx="8264" cy="25644"/>
            </a:xfrm>
            <a:custGeom>
              <a:avLst/>
              <a:pathLst>
                <a:path w="8264" h="25644">
                  <a:moveTo>
                    <a:pt x="6936" y="25480"/>
                  </a:moveTo>
                  <a:lnTo>
                    <a:pt x="5799" y="25644"/>
                  </a:lnTo>
                  <a:lnTo>
                    <a:pt x="3363" y="22104"/>
                  </a:lnTo>
                  <a:lnTo>
                    <a:pt x="2788" y="20516"/>
                  </a:lnTo>
                  <a:lnTo>
                    <a:pt x="2647" y="18398"/>
                  </a:lnTo>
                  <a:lnTo>
                    <a:pt x="310" y="10215"/>
                  </a:lnTo>
                  <a:lnTo>
                    <a:pt x="0" y="8339"/>
                  </a:lnTo>
                  <a:lnTo>
                    <a:pt x="917" y="1621"/>
                  </a:lnTo>
                  <a:lnTo>
                    <a:pt x="3298" y="0"/>
                  </a:lnTo>
                  <a:lnTo>
                    <a:pt x="4082" y="1134"/>
                  </a:lnTo>
                  <a:lnTo>
                    <a:pt x="4356" y="4155"/>
                  </a:lnTo>
                  <a:lnTo>
                    <a:pt x="5716" y="9606"/>
                  </a:lnTo>
                  <a:lnTo>
                    <a:pt x="6166" y="12543"/>
                  </a:lnTo>
                  <a:lnTo>
                    <a:pt x="6504" y="13845"/>
                  </a:lnTo>
                  <a:lnTo>
                    <a:pt x="6647" y="14858"/>
                  </a:lnTo>
                  <a:lnTo>
                    <a:pt x="6526" y="15565"/>
                  </a:lnTo>
                  <a:lnTo>
                    <a:pt x="7509" y="19019"/>
                  </a:lnTo>
                  <a:lnTo>
                    <a:pt x="8212" y="21042"/>
                  </a:lnTo>
                  <a:lnTo>
                    <a:pt x="8264" y="24314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7"/>
            <p:cNvSpPr/>
            <p:nvPr/>
          </p:nvSpPr>
          <p:spPr>
            <a:xfrm>
              <a:off x="4976440" y="3660370"/>
              <a:ext cx="5009" cy="13398"/>
            </a:xfrm>
            <a:custGeom>
              <a:avLst/>
              <a:pathLst>
                <a:path w="5009" h="13398">
                  <a:moveTo>
                    <a:pt x="4119" y="12572"/>
                  </a:moveTo>
                  <a:lnTo>
                    <a:pt x="3685" y="13398"/>
                  </a:lnTo>
                  <a:lnTo>
                    <a:pt x="2185" y="12624"/>
                  </a:lnTo>
                  <a:lnTo>
                    <a:pt x="1411" y="10798"/>
                  </a:lnTo>
                  <a:lnTo>
                    <a:pt x="880" y="8348"/>
                  </a:lnTo>
                  <a:lnTo>
                    <a:pt x="544" y="6334"/>
                  </a:lnTo>
                  <a:lnTo>
                    <a:pt x="449" y="4732"/>
                  </a:lnTo>
                  <a:lnTo>
                    <a:pt x="0" y="2776"/>
                  </a:lnTo>
                  <a:lnTo>
                    <a:pt x="61" y="2060"/>
                  </a:lnTo>
                  <a:lnTo>
                    <a:pt x="2828" y="0"/>
                  </a:lnTo>
                  <a:lnTo>
                    <a:pt x="3350" y="747"/>
                  </a:lnTo>
                  <a:lnTo>
                    <a:pt x="4504" y="813"/>
                  </a:lnTo>
                  <a:lnTo>
                    <a:pt x="5009" y="2311"/>
                  </a:lnTo>
                  <a:lnTo>
                    <a:pt x="4667" y="8809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8"/>
            <p:cNvSpPr/>
            <p:nvPr/>
          </p:nvSpPr>
          <p:spPr>
            <a:xfrm>
              <a:off x="4973163" y="3656676"/>
              <a:ext cx="6204" cy="4694"/>
            </a:xfrm>
            <a:custGeom>
              <a:avLst/>
              <a:pathLst>
                <a:path w="6204" h="4694">
                  <a:moveTo>
                    <a:pt x="6204" y="366"/>
                  </a:moveTo>
                  <a:lnTo>
                    <a:pt x="5890" y="1872"/>
                  </a:lnTo>
                  <a:lnTo>
                    <a:pt x="5306" y="2891"/>
                  </a:lnTo>
                  <a:lnTo>
                    <a:pt x="0" y="4694"/>
                  </a:lnTo>
                  <a:lnTo>
                    <a:pt x="451" y="3615"/>
                  </a:lnTo>
                  <a:lnTo>
                    <a:pt x="677" y="2545"/>
                  </a:lnTo>
                  <a:lnTo>
                    <a:pt x="1009" y="1993"/>
                  </a:lnTo>
                  <a:lnTo>
                    <a:pt x="1536" y="2135"/>
                  </a:lnTo>
                  <a:lnTo>
                    <a:pt x="1797" y="1809"/>
                  </a:lnTo>
                  <a:lnTo>
                    <a:pt x="2061" y="1679"/>
                  </a:lnTo>
                  <a:lnTo>
                    <a:pt x="2360" y="1820"/>
                  </a:lnTo>
                  <a:lnTo>
                    <a:pt x="2875" y="1376"/>
                  </a:lnTo>
                  <a:lnTo>
                    <a:pt x="3958" y="1696"/>
                  </a:lnTo>
                  <a:lnTo>
                    <a:pt x="5072" y="1442"/>
                  </a:lnTo>
                  <a:lnTo>
                    <a:pt x="4992" y="0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79"/>
            <p:cNvSpPr/>
            <p:nvPr/>
          </p:nvSpPr>
          <p:spPr>
            <a:xfrm>
              <a:off x="5034622" y="3653317"/>
              <a:ext cx="12244" cy="16707"/>
            </a:xfrm>
            <a:custGeom>
              <a:avLst/>
              <a:pathLst>
                <a:path w="12244" h="16707">
                  <a:moveTo>
                    <a:pt x="0" y="0"/>
                  </a:moveTo>
                  <a:lnTo>
                    <a:pt x="2624" y="1154"/>
                  </a:lnTo>
                  <a:lnTo>
                    <a:pt x="3581" y="1090"/>
                  </a:lnTo>
                  <a:lnTo>
                    <a:pt x="4516" y="2397"/>
                  </a:lnTo>
                  <a:lnTo>
                    <a:pt x="5653" y="1780"/>
                  </a:lnTo>
                  <a:lnTo>
                    <a:pt x="6300" y="2198"/>
                  </a:lnTo>
                  <a:lnTo>
                    <a:pt x="8461" y="6688"/>
                  </a:lnTo>
                  <a:lnTo>
                    <a:pt x="9522" y="9661"/>
                  </a:lnTo>
                  <a:lnTo>
                    <a:pt x="11100" y="12212"/>
                  </a:lnTo>
                  <a:lnTo>
                    <a:pt x="12244" y="13080"/>
                  </a:lnTo>
                  <a:lnTo>
                    <a:pt x="11381" y="15418"/>
                  </a:lnTo>
                  <a:lnTo>
                    <a:pt x="9646" y="16647"/>
                  </a:lnTo>
                  <a:lnTo>
                    <a:pt x="8975" y="16707"/>
                  </a:lnTo>
                  <a:lnTo>
                    <a:pt x="7644" y="15317"/>
                  </a:lnTo>
                  <a:lnTo>
                    <a:pt x="6565" y="15573"/>
                  </a:lnTo>
                  <a:lnTo>
                    <a:pt x="5624" y="13830"/>
                  </a:lnTo>
                  <a:lnTo>
                    <a:pt x="5461" y="11138"/>
                  </a:lnTo>
                  <a:lnTo>
                    <a:pt x="4492" y="5072"/>
                  </a:lnTo>
                  <a:lnTo>
                    <a:pt x="3241" y="6813"/>
                  </a:lnTo>
                  <a:lnTo>
                    <a:pt x="1737" y="4016"/>
                  </a:lnTo>
                  <a:lnTo>
                    <a:pt x="1334" y="3950"/>
                  </a:lnTo>
                  <a:lnTo>
                    <a:pt x="1238" y="4423"/>
                  </a:lnTo>
                  <a:lnTo>
                    <a:pt x="600" y="3471"/>
                  </a:lnTo>
                  <a:lnTo>
                    <a:pt x="57" y="1581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0"/>
            <p:cNvSpPr/>
            <p:nvPr/>
          </p:nvSpPr>
          <p:spPr>
            <a:xfrm>
              <a:off x="4933108" y="3652371"/>
              <a:ext cx="1787" cy="5384"/>
            </a:xfrm>
            <a:custGeom>
              <a:avLst/>
              <a:pathLst>
                <a:path w="1787" h="5384">
                  <a:moveTo>
                    <a:pt x="1776" y="4775"/>
                  </a:moveTo>
                  <a:lnTo>
                    <a:pt x="1636" y="5384"/>
                  </a:lnTo>
                  <a:lnTo>
                    <a:pt x="347" y="4608"/>
                  </a:lnTo>
                  <a:lnTo>
                    <a:pt x="0" y="4184"/>
                  </a:lnTo>
                  <a:lnTo>
                    <a:pt x="649" y="0"/>
                  </a:lnTo>
                  <a:lnTo>
                    <a:pt x="1255" y="121"/>
                  </a:lnTo>
                  <a:lnTo>
                    <a:pt x="1787" y="4109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1"/>
            <p:cNvSpPr/>
            <p:nvPr/>
          </p:nvSpPr>
          <p:spPr>
            <a:xfrm>
              <a:off x="4973940" y="3646400"/>
              <a:ext cx="2700" cy="3330"/>
            </a:xfrm>
            <a:custGeom>
              <a:avLst/>
              <a:pathLst>
                <a:path w="2700" h="3330">
                  <a:moveTo>
                    <a:pt x="1989" y="3292"/>
                  </a:moveTo>
                  <a:lnTo>
                    <a:pt x="1280" y="3330"/>
                  </a:lnTo>
                  <a:lnTo>
                    <a:pt x="0" y="2045"/>
                  </a:lnTo>
                  <a:lnTo>
                    <a:pt x="746" y="929"/>
                  </a:lnTo>
                  <a:lnTo>
                    <a:pt x="1218" y="698"/>
                  </a:lnTo>
                  <a:lnTo>
                    <a:pt x="1629" y="28"/>
                  </a:lnTo>
                  <a:lnTo>
                    <a:pt x="1857" y="0"/>
                  </a:lnTo>
                  <a:lnTo>
                    <a:pt x="2363" y="568"/>
                  </a:lnTo>
                  <a:lnTo>
                    <a:pt x="2700" y="1532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2"/>
            <p:cNvSpPr/>
            <p:nvPr/>
          </p:nvSpPr>
          <p:spPr>
            <a:xfrm>
              <a:off x="4865225" y="3646092"/>
              <a:ext cx="3104" cy="3526"/>
            </a:xfrm>
            <a:custGeom>
              <a:avLst/>
              <a:pathLst>
                <a:path w="3104" h="3526">
                  <a:moveTo>
                    <a:pt x="2580" y="0"/>
                  </a:moveTo>
                  <a:lnTo>
                    <a:pt x="3104" y="1312"/>
                  </a:lnTo>
                  <a:lnTo>
                    <a:pt x="2788" y="2830"/>
                  </a:lnTo>
                  <a:lnTo>
                    <a:pt x="2364" y="2452"/>
                  </a:lnTo>
                  <a:lnTo>
                    <a:pt x="1243" y="2481"/>
                  </a:lnTo>
                  <a:lnTo>
                    <a:pt x="820" y="2597"/>
                  </a:lnTo>
                  <a:lnTo>
                    <a:pt x="316" y="3491"/>
                  </a:lnTo>
                  <a:lnTo>
                    <a:pt x="0" y="3526"/>
                  </a:lnTo>
                  <a:lnTo>
                    <a:pt x="210" y="2126"/>
                  </a:lnTo>
                  <a:lnTo>
                    <a:pt x="1160" y="5"/>
                  </a:lnTo>
                  <a:lnTo>
                    <a:pt x="1753" y="320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3"/>
            <p:cNvSpPr/>
            <p:nvPr/>
          </p:nvSpPr>
          <p:spPr>
            <a:xfrm>
              <a:off x="4980486" y="3644337"/>
              <a:ext cx="123154" cy="259183"/>
            </a:xfrm>
            <a:custGeom>
              <a:avLst/>
              <a:pathLst>
                <a:path w="123154" h="259183">
                  <a:moveTo>
                    <a:pt x="123121" y="66848"/>
                  </a:moveTo>
                  <a:lnTo>
                    <a:pt x="123122" y="72571"/>
                  </a:lnTo>
                  <a:lnTo>
                    <a:pt x="123123" y="78576"/>
                  </a:lnTo>
                  <a:lnTo>
                    <a:pt x="123124" y="84584"/>
                  </a:lnTo>
                  <a:lnTo>
                    <a:pt x="123125" y="90592"/>
                  </a:lnTo>
                  <a:lnTo>
                    <a:pt x="123127" y="96599"/>
                  </a:lnTo>
                  <a:lnTo>
                    <a:pt x="123128" y="102605"/>
                  </a:lnTo>
                  <a:lnTo>
                    <a:pt x="123128" y="108612"/>
                  </a:lnTo>
                  <a:lnTo>
                    <a:pt x="123130" y="114620"/>
                  </a:lnTo>
                  <a:lnTo>
                    <a:pt x="123130" y="120628"/>
                  </a:lnTo>
                  <a:lnTo>
                    <a:pt x="123131" y="126633"/>
                  </a:lnTo>
                  <a:lnTo>
                    <a:pt x="123133" y="132641"/>
                  </a:lnTo>
                  <a:lnTo>
                    <a:pt x="123134" y="138649"/>
                  </a:lnTo>
                  <a:lnTo>
                    <a:pt x="123135" y="144657"/>
                  </a:lnTo>
                  <a:lnTo>
                    <a:pt x="123135" y="150662"/>
                  </a:lnTo>
                  <a:lnTo>
                    <a:pt x="123136" y="156670"/>
                  </a:lnTo>
                  <a:lnTo>
                    <a:pt x="123137" y="162678"/>
                  </a:lnTo>
                  <a:lnTo>
                    <a:pt x="123139" y="168686"/>
                  </a:lnTo>
                  <a:lnTo>
                    <a:pt x="123140" y="174691"/>
                  </a:lnTo>
                  <a:lnTo>
                    <a:pt x="123140" y="177253"/>
                  </a:lnTo>
                  <a:lnTo>
                    <a:pt x="122758" y="180390"/>
                  </a:lnTo>
                  <a:lnTo>
                    <a:pt x="121901" y="185097"/>
                  </a:lnTo>
                  <a:lnTo>
                    <a:pt x="121749" y="188894"/>
                  </a:lnTo>
                  <a:lnTo>
                    <a:pt x="122455" y="191849"/>
                  </a:lnTo>
                  <a:lnTo>
                    <a:pt x="123142" y="193779"/>
                  </a:lnTo>
                  <a:lnTo>
                    <a:pt x="123142" y="198720"/>
                  </a:lnTo>
                  <a:lnTo>
                    <a:pt x="123143" y="204728"/>
                  </a:lnTo>
                  <a:lnTo>
                    <a:pt x="123145" y="210736"/>
                  </a:lnTo>
                  <a:lnTo>
                    <a:pt x="123146" y="216743"/>
                  </a:lnTo>
                  <a:lnTo>
                    <a:pt x="123147" y="222749"/>
                  </a:lnTo>
                  <a:lnTo>
                    <a:pt x="123147" y="228756"/>
                  </a:lnTo>
                  <a:lnTo>
                    <a:pt x="123148" y="234764"/>
                  </a:lnTo>
                  <a:lnTo>
                    <a:pt x="123150" y="240772"/>
                  </a:lnTo>
                  <a:lnTo>
                    <a:pt x="123151" y="246777"/>
                  </a:lnTo>
                  <a:lnTo>
                    <a:pt x="123152" y="252785"/>
                  </a:lnTo>
                  <a:lnTo>
                    <a:pt x="123152" y="258793"/>
                  </a:lnTo>
                  <a:lnTo>
                    <a:pt x="123154" y="259183"/>
                  </a:lnTo>
                  <a:lnTo>
                    <a:pt x="122518" y="258187"/>
                  </a:lnTo>
                  <a:lnTo>
                    <a:pt x="120814" y="254898"/>
                  </a:lnTo>
                  <a:lnTo>
                    <a:pt x="119271" y="251146"/>
                  </a:lnTo>
                  <a:lnTo>
                    <a:pt x="118279" y="247646"/>
                  </a:lnTo>
                  <a:lnTo>
                    <a:pt x="117152" y="244457"/>
                  </a:lnTo>
                  <a:lnTo>
                    <a:pt x="112363" y="235007"/>
                  </a:lnTo>
                  <a:lnTo>
                    <a:pt x="111145" y="231902"/>
                  </a:lnTo>
                  <a:lnTo>
                    <a:pt x="110903" y="231045"/>
                  </a:lnTo>
                  <a:lnTo>
                    <a:pt x="111017" y="230243"/>
                  </a:lnTo>
                  <a:lnTo>
                    <a:pt x="111570" y="228606"/>
                  </a:lnTo>
                  <a:lnTo>
                    <a:pt x="112552" y="223871"/>
                  </a:lnTo>
                  <a:lnTo>
                    <a:pt x="111526" y="226797"/>
                  </a:lnTo>
                  <a:lnTo>
                    <a:pt x="110304" y="229114"/>
                  </a:lnTo>
                  <a:lnTo>
                    <a:pt x="108527" y="229267"/>
                  </a:lnTo>
                  <a:lnTo>
                    <a:pt x="106782" y="229830"/>
                  </a:lnTo>
                  <a:lnTo>
                    <a:pt x="105168" y="231229"/>
                  </a:lnTo>
                  <a:lnTo>
                    <a:pt x="103528" y="231711"/>
                  </a:lnTo>
                  <a:lnTo>
                    <a:pt x="102707" y="231025"/>
                  </a:lnTo>
                  <a:lnTo>
                    <a:pt x="102213" y="229285"/>
                  </a:lnTo>
                  <a:lnTo>
                    <a:pt x="101956" y="227501"/>
                  </a:lnTo>
                  <a:lnTo>
                    <a:pt x="101839" y="225605"/>
                  </a:lnTo>
                  <a:lnTo>
                    <a:pt x="101150" y="228670"/>
                  </a:lnTo>
                  <a:lnTo>
                    <a:pt x="99795" y="230346"/>
                  </a:lnTo>
                  <a:lnTo>
                    <a:pt x="97948" y="233878"/>
                  </a:lnTo>
                  <a:lnTo>
                    <a:pt x="97419" y="233151"/>
                  </a:lnTo>
                  <a:lnTo>
                    <a:pt x="97100" y="231807"/>
                  </a:lnTo>
                  <a:lnTo>
                    <a:pt x="96993" y="230413"/>
                  </a:lnTo>
                  <a:lnTo>
                    <a:pt x="97350" y="228924"/>
                  </a:lnTo>
                  <a:lnTo>
                    <a:pt x="97602" y="227342"/>
                  </a:lnTo>
                  <a:lnTo>
                    <a:pt x="97978" y="223556"/>
                  </a:lnTo>
                  <a:lnTo>
                    <a:pt x="98806" y="221326"/>
                  </a:lnTo>
                  <a:lnTo>
                    <a:pt x="99333" y="217006"/>
                  </a:lnTo>
                  <a:lnTo>
                    <a:pt x="99677" y="215465"/>
                  </a:lnTo>
                  <a:lnTo>
                    <a:pt x="99855" y="213927"/>
                  </a:lnTo>
                  <a:lnTo>
                    <a:pt x="99372" y="212187"/>
                  </a:lnTo>
                  <a:lnTo>
                    <a:pt x="98559" y="211593"/>
                  </a:lnTo>
                  <a:lnTo>
                    <a:pt x="98002" y="210536"/>
                  </a:lnTo>
                  <a:lnTo>
                    <a:pt x="97356" y="207605"/>
                  </a:lnTo>
                  <a:lnTo>
                    <a:pt x="96956" y="206612"/>
                  </a:lnTo>
                  <a:lnTo>
                    <a:pt x="96222" y="205409"/>
                  </a:lnTo>
                  <a:lnTo>
                    <a:pt x="95658" y="204006"/>
                  </a:lnTo>
                  <a:lnTo>
                    <a:pt x="96281" y="202950"/>
                  </a:lnTo>
                  <a:lnTo>
                    <a:pt x="97101" y="202526"/>
                  </a:lnTo>
                  <a:lnTo>
                    <a:pt x="97773" y="202592"/>
                  </a:lnTo>
                  <a:lnTo>
                    <a:pt x="98991" y="203250"/>
                  </a:lnTo>
                  <a:lnTo>
                    <a:pt x="99540" y="203288"/>
                  </a:lnTo>
                  <a:lnTo>
                    <a:pt x="100951" y="202203"/>
                  </a:lnTo>
                  <a:lnTo>
                    <a:pt x="100158" y="202537"/>
                  </a:lnTo>
                  <a:lnTo>
                    <a:pt x="99373" y="202503"/>
                  </a:lnTo>
                  <a:lnTo>
                    <a:pt x="96865" y="200604"/>
                  </a:lnTo>
                  <a:lnTo>
                    <a:pt x="95314" y="198639"/>
                  </a:lnTo>
                  <a:lnTo>
                    <a:pt x="93850" y="194700"/>
                  </a:lnTo>
                  <a:lnTo>
                    <a:pt x="93835" y="193938"/>
                  </a:lnTo>
                  <a:lnTo>
                    <a:pt x="94867" y="193223"/>
                  </a:lnTo>
                  <a:lnTo>
                    <a:pt x="97097" y="192391"/>
                  </a:lnTo>
                  <a:lnTo>
                    <a:pt x="96406" y="190383"/>
                  </a:lnTo>
                  <a:lnTo>
                    <a:pt x="95396" y="188631"/>
                  </a:lnTo>
                  <a:lnTo>
                    <a:pt x="95044" y="185515"/>
                  </a:lnTo>
                  <a:lnTo>
                    <a:pt x="94353" y="183587"/>
                  </a:lnTo>
                  <a:lnTo>
                    <a:pt x="92865" y="180436"/>
                  </a:lnTo>
                  <a:lnTo>
                    <a:pt x="91842" y="177173"/>
                  </a:lnTo>
                  <a:lnTo>
                    <a:pt x="90974" y="170530"/>
                  </a:lnTo>
                  <a:lnTo>
                    <a:pt x="90085" y="165520"/>
                  </a:lnTo>
                  <a:lnTo>
                    <a:pt x="90302" y="163702"/>
                  </a:lnTo>
                  <a:lnTo>
                    <a:pt x="91051" y="162407"/>
                  </a:lnTo>
                  <a:lnTo>
                    <a:pt x="89919" y="162257"/>
                  </a:lnTo>
                  <a:lnTo>
                    <a:pt x="88892" y="161325"/>
                  </a:lnTo>
                  <a:lnTo>
                    <a:pt x="89434" y="158883"/>
                  </a:lnTo>
                  <a:lnTo>
                    <a:pt x="90620" y="157443"/>
                  </a:lnTo>
                  <a:lnTo>
                    <a:pt x="89540" y="157813"/>
                  </a:lnTo>
                  <a:lnTo>
                    <a:pt x="88484" y="158517"/>
                  </a:lnTo>
                  <a:lnTo>
                    <a:pt x="88001" y="158650"/>
                  </a:lnTo>
                  <a:lnTo>
                    <a:pt x="87504" y="158433"/>
                  </a:lnTo>
                  <a:lnTo>
                    <a:pt x="87242" y="157452"/>
                  </a:lnTo>
                  <a:lnTo>
                    <a:pt x="87207" y="156061"/>
                  </a:lnTo>
                  <a:lnTo>
                    <a:pt x="87361" y="153605"/>
                  </a:lnTo>
                  <a:lnTo>
                    <a:pt x="87180" y="151225"/>
                  </a:lnTo>
                  <a:lnTo>
                    <a:pt x="86243" y="150114"/>
                  </a:lnTo>
                  <a:lnTo>
                    <a:pt x="85470" y="148414"/>
                  </a:lnTo>
                  <a:lnTo>
                    <a:pt x="85032" y="147785"/>
                  </a:lnTo>
                  <a:lnTo>
                    <a:pt x="84459" y="147834"/>
                  </a:lnTo>
                  <a:lnTo>
                    <a:pt x="83902" y="146697"/>
                  </a:lnTo>
                  <a:lnTo>
                    <a:pt x="83456" y="145047"/>
                  </a:lnTo>
                  <a:lnTo>
                    <a:pt x="77873" y="137902"/>
                  </a:lnTo>
                  <a:lnTo>
                    <a:pt x="77542" y="135864"/>
                  </a:lnTo>
                  <a:lnTo>
                    <a:pt x="77025" y="136759"/>
                  </a:lnTo>
                  <a:lnTo>
                    <a:pt x="76506" y="137195"/>
                  </a:lnTo>
                  <a:lnTo>
                    <a:pt x="75863" y="136023"/>
                  </a:lnTo>
                  <a:lnTo>
                    <a:pt x="75191" y="135244"/>
                  </a:lnTo>
                  <a:lnTo>
                    <a:pt x="74455" y="135371"/>
                  </a:lnTo>
                  <a:lnTo>
                    <a:pt x="73776" y="134739"/>
                  </a:lnTo>
                  <a:lnTo>
                    <a:pt x="73065" y="134378"/>
                  </a:lnTo>
                  <a:lnTo>
                    <a:pt x="72323" y="134321"/>
                  </a:lnTo>
                  <a:lnTo>
                    <a:pt x="69386" y="132122"/>
                  </a:lnTo>
                  <a:lnTo>
                    <a:pt x="66608" y="128650"/>
                  </a:lnTo>
                  <a:lnTo>
                    <a:pt x="64348" y="127156"/>
                  </a:lnTo>
                  <a:lnTo>
                    <a:pt x="62952" y="125208"/>
                  </a:lnTo>
                  <a:lnTo>
                    <a:pt x="61498" y="123615"/>
                  </a:lnTo>
                  <a:lnTo>
                    <a:pt x="58252" y="122065"/>
                  </a:lnTo>
                  <a:lnTo>
                    <a:pt x="54965" y="121021"/>
                  </a:lnTo>
                  <a:lnTo>
                    <a:pt x="53776" y="120983"/>
                  </a:lnTo>
                  <a:lnTo>
                    <a:pt x="52780" y="121318"/>
                  </a:lnTo>
                  <a:lnTo>
                    <a:pt x="51823" y="121246"/>
                  </a:lnTo>
                  <a:lnTo>
                    <a:pt x="46376" y="113703"/>
                  </a:lnTo>
                  <a:lnTo>
                    <a:pt x="45457" y="110266"/>
                  </a:lnTo>
                  <a:lnTo>
                    <a:pt x="45546" y="108257"/>
                  </a:lnTo>
                  <a:lnTo>
                    <a:pt x="45788" y="106592"/>
                  </a:lnTo>
                  <a:lnTo>
                    <a:pt x="48009" y="106111"/>
                  </a:lnTo>
                  <a:lnTo>
                    <a:pt x="46445" y="105629"/>
                  </a:lnTo>
                  <a:lnTo>
                    <a:pt x="45801" y="105857"/>
                  </a:lnTo>
                  <a:lnTo>
                    <a:pt x="44516" y="107222"/>
                  </a:lnTo>
                  <a:lnTo>
                    <a:pt x="43818" y="107317"/>
                  </a:lnTo>
                  <a:lnTo>
                    <a:pt x="42835" y="106411"/>
                  </a:lnTo>
                  <a:lnTo>
                    <a:pt x="41895" y="105268"/>
                  </a:lnTo>
                  <a:lnTo>
                    <a:pt x="40355" y="106327"/>
                  </a:lnTo>
                  <a:lnTo>
                    <a:pt x="39567" y="104590"/>
                  </a:lnTo>
                  <a:lnTo>
                    <a:pt x="39297" y="102760"/>
                  </a:lnTo>
                  <a:lnTo>
                    <a:pt x="38885" y="101924"/>
                  </a:lnTo>
                  <a:lnTo>
                    <a:pt x="38304" y="102010"/>
                  </a:lnTo>
                  <a:lnTo>
                    <a:pt x="37525" y="102668"/>
                  </a:lnTo>
                  <a:lnTo>
                    <a:pt x="36747" y="102550"/>
                  </a:lnTo>
                  <a:lnTo>
                    <a:pt x="36245" y="101297"/>
                  </a:lnTo>
                  <a:lnTo>
                    <a:pt x="35885" y="99658"/>
                  </a:lnTo>
                  <a:lnTo>
                    <a:pt x="35351" y="98484"/>
                  </a:lnTo>
                  <a:lnTo>
                    <a:pt x="34707" y="97586"/>
                  </a:lnTo>
                  <a:lnTo>
                    <a:pt x="33652" y="95457"/>
                  </a:lnTo>
                  <a:lnTo>
                    <a:pt x="33100" y="92548"/>
                  </a:lnTo>
                  <a:lnTo>
                    <a:pt x="33163" y="87515"/>
                  </a:lnTo>
                  <a:lnTo>
                    <a:pt x="33333" y="85712"/>
                  </a:lnTo>
                  <a:lnTo>
                    <a:pt x="34375" y="82780"/>
                  </a:lnTo>
                  <a:lnTo>
                    <a:pt x="35114" y="79998"/>
                  </a:lnTo>
                  <a:lnTo>
                    <a:pt x="34199" y="79690"/>
                  </a:lnTo>
                  <a:lnTo>
                    <a:pt x="33373" y="80965"/>
                  </a:lnTo>
                  <a:lnTo>
                    <a:pt x="33022" y="82275"/>
                  </a:lnTo>
                  <a:lnTo>
                    <a:pt x="32883" y="83862"/>
                  </a:lnTo>
                  <a:lnTo>
                    <a:pt x="32789" y="89146"/>
                  </a:lnTo>
                  <a:lnTo>
                    <a:pt x="32126" y="90675"/>
                  </a:lnTo>
                  <a:lnTo>
                    <a:pt x="31124" y="90551"/>
                  </a:lnTo>
                  <a:lnTo>
                    <a:pt x="31421" y="93639"/>
                  </a:lnTo>
                  <a:lnTo>
                    <a:pt x="31013" y="96568"/>
                  </a:lnTo>
                  <a:lnTo>
                    <a:pt x="29852" y="100013"/>
                  </a:lnTo>
                  <a:lnTo>
                    <a:pt x="29755" y="101580"/>
                  </a:lnTo>
                  <a:lnTo>
                    <a:pt x="29941" y="103277"/>
                  </a:lnTo>
                  <a:lnTo>
                    <a:pt x="29677" y="104945"/>
                  </a:lnTo>
                  <a:lnTo>
                    <a:pt x="27799" y="109770"/>
                  </a:lnTo>
                  <a:lnTo>
                    <a:pt x="27174" y="110000"/>
                  </a:lnTo>
                  <a:lnTo>
                    <a:pt x="25781" y="109969"/>
                  </a:lnTo>
                  <a:lnTo>
                    <a:pt x="24342" y="110733"/>
                  </a:lnTo>
                  <a:lnTo>
                    <a:pt x="23674" y="109611"/>
                  </a:lnTo>
                  <a:lnTo>
                    <a:pt x="23127" y="108148"/>
                  </a:lnTo>
                  <a:lnTo>
                    <a:pt x="22720" y="106419"/>
                  </a:lnTo>
                  <a:lnTo>
                    <a:pt x="22150" y="102850"/>
                  </a:lnTo>
                  <a:lnTo>
                    <a:pt x="21693" y="99171"/>
                  </a:lnTo>
                  <a:lnTo>
                    <a:pt x="23122" y="94660"/>
                  </a:lnTo>
                  <a:lnTo>
                    <a:pt x="22629" y="90583"/>
                  </a:lnTo>
                  <a:lnTo>
                    <a:pt x="21662" y="87085"/>
                  </a:lnTo>
                  <a:lnTo>
                    <a:pt x="19220" y="82240"/>
                  </a:lnTo>
                  <a:lnTo>
                    <a:pt x="16687" y="77644"/>
                  </a:lnTo>
                  <a:lnTo>
                    <a:pt x="15536" y="76709"/>
                  </a:lnTo>
                  <a:lnTo>
                    <a:pt x="13649" y="76299"/>
                  </a:lnTo>
                  <a:lnTo>
                    <a:pt x="13055" y="75855"/>
                  </a:lnTo>
                  <a:lnTo>
                    <a:pt x="12468" y="74126"/>
                  </a:lnTo>
                  <a:lnTo>
                    <a:pt x="12034" y="72132"/>
                  </a:lnTo>
                  <a:lnTo>
                    <a:pt x="13215" y="71275"/>
                  </a:lnTo>
                  <a:lnTo>
                    <a:pt x="15236" y="68935"/>
                  </a:lnTo>
                  <a:lnTo>
                    <a:pt x="16380" y="69047"/>
                  </a:lnTo>
                  <a:lnTo>
                    <a:pt x="19491" y="70317"/>
                  </a:lnTo>
                  <a:lnTo>
                    <a:pt x="20447" y="71471"/>
                  </a:lnTo>
                  <a:lnTo>
                    <a:pt x="21336" y="72146"/>
                  </a:lnTo>
                  <a:lnTo>
                    <a:pt x="23462" y="68280"/>
                  </a:lnTo>
                  <a:lnTo>
                    <a:pt x="25147" y="63233"/>
                  </a:lnTo>
                  <a:lnTo>
                    <a:pt x="26196" y="62136"/>
                  </a:lnTo>
                  <a:lnTo>
                    <a:pt x="27087" y="61767"/>
                  </a:lnTo>
                  <a:lnTo>
                    <a:pt x="27999" y="62254"/>
                  </a:lnTo>
                  <a:lnTo>
                    <a:pt x="29807" y="64018"/>
                  </a:lnTo>
                  <a:lnTo>
                    <a:pt x="31228" y="64837"/>
                  </a:lnTo>
                  <a:lnTo>
                    <a:pt x="32241" y="64999"/>
                  </a:lnTo>
                  <a:lnTo>
                    <a:pt x="32770" y="66577"/>
                  </a:lnTo>
                  <a:lnTo>
                    <a:pt x="33369" y="67287"/>
                  </a:lnTo>
                  <a:lnTo>
                    <a:pt x="33503" y="64906"/>
                  </a:lnTo>
                  <a:lnTo>
                    <a:pt x="34026" y="62148"/>
                  </a:lnTo>
                  <a:lnTo>
                    <a:pt x="35029" y="61291"/>
                  </a:lnTo>
                  <a:lnTo>
                    <a:pt x="35560" y="61094"/>
                  </a:lnTo>
                  <a:lnTo>
                    <a:pt x="35896" y="60382"/>
                  </a:lnTo>
                  <a:lnTo>
                    <a:pt x="35822" y="57828"/>
                  </a:lnTo>
                  <a:lnTo>
                    <a:pt x="34491" y="57508"/>
                  </a:lnTo>
                  <a:lnTo>
                    <a:pt x="35215" y="55320"/>
                  </a:lnTo>
                  <a:lnTo>
                    <a:pt x="35866" y="54255"/>
                  </a:lnTo>
                  <a:lnTo>
                    <a:pt x="36089" y="53188"/>
                  </a:lnTo>
                  <a:lnTo>
                    <a:pt x="36102" y="51846"/>
                  </a:lnTo>
                  <a:lnTo>
                    <a:pt x="33495" y="54420"/>
                  </a:lnTo>
                  <a:lnTo>
                    <a:pt x="30749" y="55496"/>
                  </a:lnTo>
                  <a:lnTo>
                    <a:pt x="29126" y="55205"/>
                  </a:lnTo>
                  <a:lnTo>
                    <a:pt x="27505" y="55167"/>
                  </a:lnTo>
                  <a:lnTo>
                    <a:pt x="24271" y="56884"/>
                  </a:lnTo>
                  <a:lnTo>
                    <a:pt x="23043" y="56815"/>
                  </a:lnTo>
                  <a:lnTo>
                    <a:pt x="20177" y="56120"/>
                  </a:lnTo>
                  <a:lnTo>
                    <a:pt x="18592" y="55286"/>
                  </a:lnTo>
                  <a:lnTo>
                    <a:pt x="17367" y="55935"/>
                  </a:lnTo>
                  <a:lnTo>
                    <a:pt x="16186" y="55990"/>
                  </a:lnTo>
                  <a:lnTo>
                    <a:pt x="14950" y="54025"/>
                  </a:lnTo>
                  <a:lnTo>
                    <a:pt x="13897" y="51560"/>
                  </a:lnTo>
                  <a:lnTo>
                    <a:pt x="13376" y="49812"/>
                  </a:lnTo>
                  <a:lnTo>
                    <a:pt x="12679" y="48545"/>
                  </a:lnTo>
                  <a:lnTo>
                    <a:pt x="12371" y="46836"/>
                  </a:lnTo>
                  <a:lnTo>
                    <a:pt x="11602" y="40407"/>
                  </a:lnTo>
                  <a:lnTo>
                    <a:pt x="11531" y="35819"/>
                  </a:lnTo>
                  <a:lnTo>
                    <a:pt x="10290" y="35727"/>
                  </a:lnTo>
                  <a:lnTo>
                    <a:pt x="9076" y="35274"/>
                  </a:lnTo>
                  <a:lnTo>
                    <a:pt x="3675" y="30908"/>
                  </a:lnTo>
                  <a:lnTo>
                    <a:pt x="3022" y="31978"/>
                  </a:lnTo>
                  <a:lnTo>
                    <a:pt x="2261" y="32529"/>
                  </a:lnTo>
                  <a:lnTo>
                    <a:pt x="1504" y="32734"/>
                  </a:lnTo>
                  <a:lnTo>
                    <a:pt x="750" y="32509"/>
                  </a:lnTo>
                  <a:lnTo>
                    <a:pt x="0" y="31831"/>
                  </a:lnTo>
                  <a:lnTo>
                    <a:pt x="62" y="30628"/>
                  </a:lnTo>
                  <a:lnTo>
                    <a:pt x="620" y="27676"/>
                  </a:lnTo>
                  <a:lnTo>
                    <a:pt x="1167" y="26588"/>
                  </a:lnTo>
                  <a:lnTo>
                    <a:pt x="1924" y="25748"/>
                  </a:lnTo>
                  <a:lnTo>
                    <a:pt x="2405" y="24181"/>
                  </a:lnTo>
                  <a:lnTo>
                    <a:pt x="3186" y="19486"/>
                  </a:lnTo>
                  <a:lnTo>
                    <a:pt x="3246" y="17882"/>
                  </a:lnTo>
                  <a:lnTo>
                    <a:pt x="3161" y="16243"/>
                  </a:lnTo>
                  <a:lnTo>
                    <a:pt x="3224" y="15011"/>
                  </a:lnTo>
                  <a:lnTo>
                    <a:pt x="3708" y="14364"/>
                  </a:lnTo>
                  <a:lnTo>
                    <a:pt x="5745" y="12835"/>
                  </a:lnTo>
                  <a:lnTo>
                    <a:pt x="9975" y="10529"/>
                  </a:lnTo>
                  <a:lnTo>
                    <a:pt x="11044" y="9150"/>
                  </a:lnTo>
                  <a:lnTo>
                    <a:pt x="11926" y="6942"/>
                  </a:lnTo>
                  <a:lnTo>
                    <a:pt x="12958" y="5601"/>
                  </a:lnTo>
                  <a:lnTo>
                    <a:pt x="13432" y="4244"/>
                  </a:lnTo>
                  <a:lnTo>
                    <a:pt x="13975" y="3151"/>
                  </a:lnTo>
                  <a:lnTo>
                    <a:pt x="17249" y="236"/>
                  </a:lnTo>
                  <a:lnTo>
                    <a:pt x="18659" y="0"/>
                  </a:lnTo>
                  <a:lnTo>
                    <a:pt x="20104" y="337"/>
                  </a:lnTo>
                  <a:lnTo>
                    <a:pt x="22958" y="2066"/>
                  </a:lnTo>
                  <a:lnTo>
                    <a:pt x="25682" y="4856"/>
                  </a:lnTo>
                  <a:lnTo>
                    <a:pt x="28042" y="8518"/>
                  </a:lnTo>
                  <a:lnTo>
                    <a:pt x="30562" y="11190"/>
                  </a:lnTo>
                  <a:lnTo>
                    <a:pt x="33659" y="11640"/>
                  </a:lnTo>
                  <a:lnTo>
                    <a:pt x="35222" y="11346"/>
                  </a:lnTo>
                  <a:lnTo>
                    <a:pt x="36755" y="11727"/>
                  </a:lnTo>
                  <a:lnTo>
                    <a:pt x="37377" y="12477"/>
                  </a:lnTo>
                  <a:lnTo>
                    <a:pt x="38446" y="14754"/>
                  </a:lnTo>
                  <a:lnTo>
                    <a:pt x="38140" y="16249"/>
                  </a:lnTo>
                  <a:lnTo>
                    <a:pt x="37958" y="19336"/>
                  </a:lnTo>
                  <a:lnTo>
                    <a:pt x="38504" y="22308"/>
                  </a:lnTo>
                  <a:lnTo>
                    <a:pt x="39393" y="25284"/>
                  </a:lnTo>
                  <a:lnTo>
                    <a:pt x="40120" y="28458"/>
                  </a:lnTo>
                  <a:lnTo>
                    <a:pt x="40273" y="30007"/>
                  </a:lnTo>
                  <a:lnTo>
                    <a:pt x="39997" y="33291"/>
                  </a:lnTo>
                  <a:lnTo>
                    <a:pt x="39747" y="34916"/>
                  </a:lnTo>
                  <a:lnTo>
                    <a:pt x="38864" y="37625"/>
                  </a:lnTo>
                  <a:lnTo>
                    <a:pt x="38376" y="40586"/>
                  </a:lnTo>
                  <a:lnTo>
                    <a:pt x="38689" y="44236"/>
                  </a:lnTo>
                  <a:lnTo>
                    <a:pt x="38864" y="47907"/>
                  </a:lnTo>
                  <a:lnTo>
                    <a:pt x="38831" y="51280"/>
                  </a:lnTo>
                  <a:lnTo>
                    <a:pt x="38991" y="54599"/>
                  </a:lnTo>
                  <a:lnTo>
                    <a:pt x="39474" y="57964"/>
                  </a:lnTo>
                  <a:lnTo>
                    <a:pt x="41538" y="67180"/>
                  </a:lnTo>
                  <a:lnTo>
                    <a:pt x="42745" y="73425"/>
                  </a:lnTo>
                  <a:lnTo>
                    <a:pt x="43131" y="69936"/>
                  </a:lnTo>
                  <a:lnTo>
                    <a:pt x="43033" y="66058"/>
                  </a:lnTo>
                  <a:lnTo>
                    <a:pt x="43461" y="64658"/>
                  </a:lnTo>
                  <a:lnTo>
                    <a:pt x="44065" y="63914"/>
                  </a:lnTo>
                  <a:lnTo>
                    <a:pt x="44812" y="64690"/>
                  </a:lnTo>
                  <a:lnTo>
                    <a:pt x="45025" y="66260"/>
                  </a:lnTo>
                  <a:lnTo>
                    <a:pt x="45078" y="69688"/>
                  </a:lnTo>
                  <a:lnTo>
                    <a:pt x="45734" y="76417"/>
                  </a:lnTo>
                  <a:lnTo>
                    <a:pt x="46569" y="76726"/>
                  </a:lnTo>
                  <a:lnTo>
                    <a:pt x="47476" y="75696"/>
                  </a:lnTo>
                  <a:lnTo>
                    <a:pt x="47625" y="77753"/>
                  </a:lnTo>
                  <a:lnTo>
                    <a:pt x="47592" y="81559"/>
                  </a:lnTo>
                  <a:lnTo>
                    <a:pt x="48013" y="84581"/>
                  </a:lnTo>
                  <a:lnTo>
                    <a:pt x="48388" y="85764"/>
                  </a:lnTo>
                  <a:lnTo>
                    <a:pt x="49871" y="88222"/>
                  </a:lnTo>
                  <a:lnTo>
                    <a:pt x="50547" y="88678"/>
                  </a:lnTo>
                  <a:lnTo>
                    <a:pt x="52514" y="89270"/>
                  </a:lnTo>
                  <a:lnTo>
                    <a:pt x="53995" y="89458"/>
                  </a:lnTo>
                  <a:lnTo>
                    <a:pt x="55414" y="88577"/>
                  </a:lnTo>
                  <a:lnTo>
                    <a:pt x="56329" y="86321"/>
                  </a:lnTo>
                  <a:lnTo>
                    <a:pt x="57156" y="83877"/>
                  </a:lnTo>
                  <a:lnTo>
                    <a:pt x="60012" y="78241"/>
                  </a:lnTo>
                  <a:lnTo>
                    <a:pt x="60838" y="75546"/>
                  </a:lnTo>
                  <a:lnTo>
                    <a:pt x="61635" y="71414"/>
                  </a:lnTo>
                  <a:lnTo>
                    <a:pt x="61909" y="70528"/>
                  </a:lnTo>
                  <a:lnTo>
                    <a:pt x="64751" y="66061"/>
                  </a:lnTo>
                  <a:lnTo>
                    <a:pt x="65075" y="64476"/>
                  </a:lnTo>
                  <a:lnTo>
                    <a:pt x="65483" y="61409"/>
                  </a:lnTo>
                  <a:lnTo>
                    <a:pt x="66098" y="58440"/>
                  </a:lnTo>
                  <a:lnTo>
                    <a:pt x="66561" y="56907"/>
                  </a:lnTo>
                  <a:lnTo>
                    <a:pt x="69305" y="55459"/>
                  </a:lnTo>
                  <a:lnTo>
                    <a:pt x="72155" y="54671"/>
                  </a:lnTo>
                  <a:lnTo>
                    <a:pt x="74978" y="51935"/>
                  </a:lnTo>
                  <a:lnTo>
                    <a:pt x="76200" y="49584"/>
                  </a:lnTo>
                  <a:lnTo>
                    <a:pt x="76258" y="48037"/>
                  </a:lnTo>
                  <a:lnTo>
                    <a:pt x="75638" y="45322"/>
                  </a:lnTo>
                  <a:lnTo>
                    <a:pt x="75612" y="44130"/>
                  </a:lnTo>
                  <a:lnTo>
                    <a:pt x="76267" y="42984"/>
                  </a:lnTo>
                  <a:lnTo>
                    <a:pt x="78785" y="39542"/>
                  </a:lnTo>
                  <a:lnTo>
                    <a:pt x="81698" y="36001"/>
                  </a:lnTo>
                  <a:lnTo>
                    <a:pt x="84038" y="33560"/>
                  </a:lnTo>
                  <a:lnTo>
                    <a:pt x="85332" y="33577"/>
                  </a:lnTo>
                  <a:lnTo>
                    <a:pt x="86525" y="35727"/>
                  </a:lnTo>
                  <a:lnTo>
                    <a:pt x="87798" y="37481"/>
                  </a:lnTo>
                  <a:lnTo>
                    <a:pt x="94447" y="42658"/>
                  </a:lnTo>
                  <a:lnTo>
                    <a:pt x="95513" y="44265"/>
                  </a:lnTo>
                  <a:lnTo>
                    <a:pt x="96442" y="46401"/>
                  </a:lnTo>
                  <a:lnTo>
                    <a:pt x="97771" y="47881"/>
                  </a:lnTo>
                  <a:lnTo>
                    <a:pt x="99256" y="48597"/>
                  </a:lnTo>
                  <a:lnTo>
                    <a:pt x="100605" y="49979"/>
                  </a:lnTo>
                  <a:lnTo>
                    <a:pt x="101886" y="51762"/>
                  </a:lnTo>
                  <a:lnTo>
                    <a:pt x="104714" y="55089"/>
                  </a:lnTo>
                  <a:lnTo>
                    <a:pt x="108512" y="59121"/>
                  </a:lnTo>
                  <a:lnTo>
                    <a:pt x="109484" y="59363"/>
                  </a:lnTo>
                  <a:lnTo>
                    <a:pt x="113016" y="59173"/>
                  </a:lnTo>
                  <a:lnTo>
                    <a:pt x="113626" y="59932"/>
                  </a:lnTo>
                  <a:lnTo>
                    <a:pt x="114206" y="61005"/>
                  </a:lnTo>
                  <a:lnTo>
                    <a:pt x="114744" y="61253"/>
                  </a:lnTo>
                  <a:lnTo>
                    <a:pt x="118791" y="62003"/>
                  </a:lnTo>
                  <a:lnTo>
                    <a:pt x="119414" y="62780"/>
                  </a:lnTo>
                  <a:lnTo>
                    <a:pt x="119999" y="63844"/>
                  </a:lnTo>
                  <a:lnTo>
                    <a:pt x="120332" y="66771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4"/>
            <p:cNvSpPr/>
            <p:nvPr/>
          </p:nvSpPr>
          <p:spPr>
            <a:xfrm>
              <a:off x="4650535" y="3643959"/>
              <a:ext cx="4109" cy="9571"/>
            </a:xfrm>
            <a:custGeom>
              <a:avLst/>
              <a:pathLst>
                <a:path w="4109" h="9571">
                  <a:moveTo>
                    <a:pt x="2678" y="0"/>
                  </a:moveTo>
                  <a:lnTo>
                    <a:pt x="3833" y="2871"/>
                  </a:lnTo>
                  <a:lnTo>
                    <a:pt x="4109" y="3898"/>
                  </a:lnTo>
                  <a:lnTo>
                    <a:pt x="3539" y="5491"/>
                  </a:lnTo>
                  <a:lnTo>
                    <a:pt x="3077" y="7742"/>
                  </a:lnTo>
                  <a:lnTo>
                    <a:pt x="2816" y="8221"/>
                  </a:lnTo>
                  <a:lnTo>
                    <a:pt x="1934" y="7358"/>
                  </a:lnTo>
                  <a:lnTo>
                    <a:pt x="1308" y="9571"/>
                  </a:lnTo>
                  <a:lnTo>
                    <a:pt x="896" y="6039"/>
                  </a:lnTo>
                  <a:lnTo>
                    <a:pt x="0" y="3800"/>
                  </a:lnTo>
                  <a:lnTo>
                    <a:pt x="557" y="1509"/>
                  </a:lnTo>
                  <a:lnTo>
                    <a:pt x="760" y="1344"/>
                  </a:lnTo>
                  <a:lnTo>
                    <a:pt x="1031" y="1416"/>
                  </a:lnTo>
                  <a:lnTo>
                    <a:pt x="1313" y="2014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5"/>
            <p:cNvSpPr/>
            <p:nvPr/>
          </p:nvSpPr>
          <p:spPr>
            <a:xfrm>
              <a:off x="4934843" y="3643131"/>
              <a:ext cx="7195" cy="17051"/>
            </a:xfrm>
            <a:custGeom>
              <a:avLst/>
              <a:pathLst>
                <a:path w="7195" h="17051">
                  <a:moveTo>
                    <a:pt x="3330" y="363"/>
                  </a:moveTo>
                  <a:lnTo>
                    <a:pt x="4755" y="4778"/>
                  </a:lnTo>
                  <a:lnTo>
                    <a:pt x="3799" y="8968"/>
                  </a:lnTo>
                  <a:lnTo>
                    <a:pt x="4461" y="11311"/>
                  </a:lnTo>
                  <a:lnTo>
                    <a:pt x="6259" y="11458"/>
                  </a:lnTo>
                  <a:lnTo>
                    <a:pt x="6673" y="12336"/>
                  </a:lnTo>
                  <a:lnTo>
                    <a:pt x="6986" y="13392"/>
                  </a:lnTo>
                  <a:lnTo>
                    <a:pt x="7195" y="14835"/>
                  </a:lnTo>
                  <a:lnTo>
                    <a:pt x="6727" y="15989"/>
                  </a:lnTo>
                  <a:lnTo>
                    <a:pt x="5726" y="17051"/>
                  </a:lnTo>
                  <a:lnTo>
                    <a:pt x="4571" y="15524"/>
                  </a:lnTo>
                  <a:lnTo>
                    <a:pt x="4267" y="14105"/>
                  </a:lnTo>
                  <a:lnTo>
                    <a:pt x="4032" y="13574"/>
                  </a:lnTo>
                  <a:lnTo>
                    <a:pt x="2477" y="14650"/>
                  </a:lnTo>
                  <a:lnTo>
                    <a:pt x="2043" y="14754"/>
                  </a:lnTo>
                  <a:lnTo>
                    <a:pt x="1742" y="12777"/>
                  </a:lnTo>
                  <a:lnTo>
                    <a:pt x="2117" y="9938"/>
                  </a:lnTo>
                  <a:lnTo>
                    <a:pt x="1030" y="8656"/>
                  </a:lnTo>
                  <a:lnTo>
                    <a:pt x="36" y="5722"/>
                  </a:lnTo>
                  <a:lnTo>
                    <a:pt x="0" y="4539"/>
                  </a:lnTo>
                  <a:lnTo>
                    <a:pt x="400" y="2490"/>
                  </a:lnTo>
                  <a:lnTo>
                    <a:pt x="345" y="862"/>
                  </a:lnTo>
                  <a:lnTo>
                    <a:pt x="914" y="738"/>
                  </a:lnTo>
                  <a:lnTo>
                    <a:pt x="1951" y="2946"/>
                  </a:lnTo>
                  <a:lnTo>
                    <a:pt x="2401" y="865"/>
                  </a:lnTo>
                  <a:lnTo>
                    <a:pt x="2841" y="0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6"/>
            <p:cNvSpPr/>
            <p:nvPr/>
          </p:nvSpPr>
          <p:spPr>
            <a:xfrm>
              <a:off x="4932466" y="3641627"/>
              <a:ext cx="2290" cy="7843"/>
            </a:xfrm>
            <a:custGeom>
              <a:avLst/>
              <a:pathLst>
                <a:path w="2290" h="7843">
                  <a:moveTo>
                    <a:pt x="1795" y="7078"/>
                  </a:moveTo>
                  <a:lnTo>
                    <a:pt x="1022" y="7843"/>
                  </a:lnTo>
                  <a:lnTo>
                    <a:pt x="181" y="7823"/>
                  </a:lnTo>
                  <a:lnTo>
                    <a:pt x="0" y="4671"/>
                  </a:lnTo>
                  <a:lnTo>
                    <a:pt x="272" y="675"/>
                  </a:lnTo>
                  <a:lnTo>
                    <a:pt x="1051" y="0"/>
                  </a:lnTo>
                  <a:lnTo>
                    <a:pt x="2290" y="845"/>
                  </a:lnTo>
                  <a:lnTo>
                    <a:pt x="1833" y="1858"/>
                  </a:lnTo>
                  <a:lnTo>
                    <a:pt x="2173" y="3996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7"/>
            <p:cNvSpPr/>
            <p:nvPr/>
          </p:nvSpPr>
          <p:spPr>
            <a:xfrm>
              <a:off x="4640715" y="3640794"/>
              <a:ext cx="3738" cy="4591"/>
            </a:xfrm>
            <a:custGeom>
              <a:avLst/>
              <a:pathLst>
                <a:path w="3738" h="4591">
                  <a:moveTo>
                    <a:pt x="3395" y="3557"/>
                  </a:moveTo>
                  <a:lnTo>
                    <a:pt x="1789" y="4591"/>
                  </a:lnTo>
                  <a:lnTo>
                    <a:pt x="0" y="3843"/>
                  </a:lnTo>
                  <a:lnTo>
                    <a:pt x="218" y="2066"/>
                  </a:lnTo>
                  <a:lnTo>
                    <a:pt x="1080" y="0"/>
                  </a:lnTo>
                  <a:lnTo>
                    <a:pt x="1846" y="89"/>
                  </a:lnTo>
                  <a:lnTo>
                    <a:pt x="3240" y="1451"/>
                  </a:lnTo>
                  <a:lnTo>
                    <a:pt x="3738" y="2666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8"/>
            <p:cNvSpPr/>
            <p:nvPr/>
          </p:nvSpPr>
          <p:spPr>
            <a:xfrm>
              <a:off x="4971117" y="3634191"/>
              <a:ext cx="13612" cy="12994"/>
            </a:xfrm>
            <a:custGeom>
              <a:avLst/>
              <a:pathLst>
                <a:path w="13612" h="12994">
                  <a:moveTo>
                    <a:pt x="7115" y="0"/>
                  </a:moveTo>
                  <a:lnTo>
                    <a:pt x="9253" y="1255"/>
                  </a:lnTo>
                  <a:lnTo>
                    <a:pt x="9738" y="1059"/>
                  </a:lnTo>
                  <a:lnTo>
                    <a:pt x="12836" y="4305"/>
                  </a:lnTo>
                  <a:lnTo>
                    <a:pt x="13330" y="5915"/>
                  </a:lnTo>
                  <a:lnTo>
                    <a:pt x="13155" y="7003"/>
                  </a:lnTo>
                  <a:lnTo>
                    <a:pt x="13612" y="8457"/>
                  </a:lnTo>
                  <a:lnTo>
                    <a:pt x="12597" y="10685"/>
                  </a:lnTo>
                  <a:lnTo>
                    <a:pt x="12108" y="10933"/>
                  </a:lnTo>
                  <a:lnTo>
                    <a:pt x="11613" y="10102"/>
                  </a:lnTo>
                  <a:lnTo>
                    <a:pt x="10625" y="9632"/>
                  </a:lnTo>
                  <a:lnTo>
                    <a:pt x="9486" y="10538"/>
                  </a:lnTo>
                  <a:lnTo>
                    <a:pt x="8759" y="9854"/>
                  </a:lnTo>
                  <a:lnTo>
                    <a:pt x="8144" y="7811"/>
                  </a:lnTo>
                  <a:lnTo>
                    <a:pt x="7055" y="6570"/>
                  </a:lnTo>
                  <a:lnTo>
                    <a:pt x="5514" y="2262"/>
                  </a:lnTo>
                  <a:lnTo>
                    <a:pt x="4757" y="2418"/>
                  </a:lnTo>
                  <a:lnTo>
                    <a:pt x="4956" y="4103"/>
                  </a:lnTo>
                  <a:lnTo>
                    <a:pt x="5610" y="5214"/>
                  </a:lnTo>
                  <a:lnTo>
                    <a:pt x="6474" y="8489"/>
                  </a:lnTo>
                  <a:lnTo>
                    <a:pt x="6971" y="8807"/>
                  </a:lnTo>
                  <a:lnTo>
                    <a:pt x="7484" y="8694"/>
                  </a:lnTo>
                  <a:lnTo>
                    <a:pt x="8176" y="10056"/>
                  </a:lnTo>
                  <a:lnTo>
                    <a:pt x="8139" y="12171"/>
                  </a:lnTo>
                  <a:lnTo>
                    <a:pt x="6337" y="12994"/>
                  </a:lnTo>
                  <a:lnTo>
                    <a:pt x="5715" y="11450"/>
                  </a:lnTo>
                  <a:lnTo>
                    <a:pt x="5578" y="8642"/>
                  </a:lnTo>
                  <a:lnTo>
                    <a:pt x="4564" y="9588"/>
                  </a:lnTo>
                  <a:lnTo>
                    <a:pt x="4174" y="10570"/>
                  </a:lnTo>
                  <a:lnTo>
                    <a:pt x="3876" y="10705"/>
                  </a:lnTo>
                  <a:lnTo>
                    <a:pt x="3203" y="7779"/>
                  </a:lnTo>
                  <a:lnTo>
                    <a:pt x="1282" y="7629"/>
                  </a:lnTo>
                  <a:lnTo>
                    <a:pt x="0" y="6074"/>
                  </a:lnTo>
                  <a:lnTo>
                    <a:pt x="630" y="4449"/>
                  </a:lnTo>
                  <a:lnTo>
                    <a:pt x="719" y="2876"/>
                  </a:lnTo>
                  <a:lnTo>
                    <a:pt x="1553" y="2031"/>
                  </a:lnTo>
                  <a:lnTo>
                    <a:pt x="2397" y="2788"/>
                  </a:lnTo>
                  <a:lnTo>
                    <a:pt x="3245" y="1654"/>
                  </a:lnTo>
                  <a:lnTo>
                    <a:pt x="3846" y="1944"/>
                  </a:lnTo>
                  <a:lnTo>
                    <a:pt x="4290" y="1220"/>
                  </a:lnTo>
                  <a:lnTo>
                    <a:pt x="5993" y="760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89"/>
            <p:cNvSpPr/>
            <p:nvPr/>
          </p:nvSpPr>
          <p:spPr>
            <a:xfrm>
              <a:off x="4577144" y="3633861"/>
              <a:ext cx="2893" cy="17254"/>
            </a:xfrm>
            <a:custGeom>
              <a:avLst/>
              <a:pathLst>
                <a:path w="2893" h="17254">
                  <a:moveTo>
                    <a:pt x="1846" y="15884"/>
                  </a:moveTo>
                  <a:lnTo>
                    <a:pt x="1111" y="17254"/>
                  </a:lnTo>
                  <a:lnTo>
                    <a:pt x="0" y="15924"/>
                  </a:lnTo>
                  <a:lnTo>
                    <a:pt x="373" y="14034"/>
                  </a:lnTo>
                  <a:lnTo>
                    <a:pt x="556" y="11417"/>
                  </a:lnTo>
                  <a:lnTo>
                    <a:pt x="1223" y="9339"/>
                  </a:lnTo>
                  <a:lnTo>
                    <a:pt x="1449" y="6901"/>
                  </a:lnTo>
                  <a:lnTo>
                    <a:pt x="164" y="232"/>
                  </a:lnTo>
                  <a:lnTo>
                    <a:pt x="800" y="0"/>
                  </a:lnTo>
                  <a:lnTo>
                    <a:pt x="1305" y="727"/>
                  </a:lnTo>
                  <a:lnTo>
                    <a:pt x="2155" y="5163"/>
                  </a:lnTo>
                  <a:lnTo>
                    <a:pt x="2893" y="7821"/>
                  </a:lnTo>
                  <a:lnTo>
                    <a:pt x="2596" y="11428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0"/>
            <p:cNvSpPr/>
            <p:nvPr/>
          </p:nvSpPr>
          <p:spPr>
            <a:xfrm>
              <a:off x="4652878" y="3633546"/>
              <a:ext cx="6889" cy="10078"/>
            </a:xfrm>
            <a:custGeom>
              <a:avLst/>
              <a:pathLst>
                <a:path w="6889" h="10078">
                  <a:moveTo>
                    <a:pt x="4091" y="5723"/>
                  </a:moveTo>
                  <a:lnTo>
                    <a:pt x="4447" y="6211"/>
                  </a:lnTo>
                  <a:lnTo>
                    <a:pt x="4887" y="4679"/>
                  </a:lnTo>
                  <a:lnTo>
                    <a:pt x="5700" y="6779"/>
                  </a:lnTo>
                  <a:lnTo>
                    <a:pt x="6202" y="7830"/>
                  </a:lnTo>
                  <a:lnTo>
                    <a:pt x="6889" y="8880"/>
                  </a:lnTo>
                  <a:lnTo>
                    <a:pt x="6213" y="8929"/>
                  </a:lnTo>
                  <a:lnTo>
                    <a:pt x="5940" y="9890"/>
                  </a:lnTo>
                  <a:lnTo>
                    <a:pt x="5765" y="10078"/>
                  </a:lnTo>
                  <a:lnTo>
                    <a:pt x="3148" y="6690"/>
                  </a:lnTo>
                  <a:lnTo>
                    <a:pt x="1475" y="7781"/>
                  </a:lnTo>
                  <a:lnTo>
                    <a:pt x="326" y="6791"/>
                  </a:lnTo>
                  <a:lnTo>
                    <a:pt x="0" y="6113"/>
                  </a:lnTo>
                  <a:lnTo>
                    <a:pt x="617" y="4257"/>
                  </a:lnTo>
                  <a:lnTo>
                    <a:pt x="1179" y="0"/>
                  </a:lnTo>
                  <a:lnTo>
                    <a:pt x="2326" y="1069"/>
                  </a:lnTo>
                  <a:lnTo>
                    <a:pt x="2607" y="2380"/>
                  </a:lnTo>
                  <a:lnTo>
                    <a:pt x="2537" y="2770"/>
                  </a:lnTo>
                  <a:lnTo>
                    <a:pt x="3287" y="3568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1"/>
            <p:cNvSpPr/>
            <p:nvPr/>
          </p:nvSpPr>
          <p:spPr>
            <a:xfrm>
              <a:off x="4959668" y="3632728"/>
              <a:ext cx="2963" cy="6951"/>
            </a:xfrm>
            <a:custGeom>
              <a:avLst/>
              <a:pathLst>
                <a:path w="2963" h="6951">
                  <a:moveTo>
                    <a:pt x="2963" y="6867"/>
                  </a:moveTo>
                  <a:lnTo>
                    <a:pt x="2429" y="6951"/>
                  </a:lnTo>
                  <a:lnTo>
                    <a:pt x="1979" y="5225"/>
                  </a:lnTo>
                  <a:lnTo>
                    <a:pt x="756" y="3304"/>
                  </a:lnTo>
                  <a:lnTo>
                    <a:pt x="0" y="0"/>
                  </a:lnTo>
                  <a:lnTo>
                    <a:pt x="2877" y="5456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2"/>
            <p:cNvSpPr/>
            <p:nvPr/>
          </p:nvSpPr>
          <p:spPr>
            <a:xfrm>
              <a:off x="4936074" y="3629857"/>
              <a:ext cx="698" cy="5295"/>
            </a:xfrm>
            <a:custGeom>
              <a:avLst/>
              <a:pathLst>
                <a:path w="698" h="5295">
                  <a:moveTo>
                    <a:pt x="698" y="4386"/>
                  </a:moveTo>
                  <a:lnTo>
                    <a:pt x="639" y="5295"/>
                  </a:lnTo>
                  <a:lnTo>
                    <a:pt x="260" y="4025"/>
                  </a:lnTo>
                  <a:lnTo>
                    <a:pt x="0" y="3722"/>
                  </a:lnTo>
                  <a:lnTo>
                    <a:pt x="280" y="536"/>
                  </a:lnTo>
                  <a:lnTo>
                    <a:pt x="426" y="0"/>
                  </a:lnTo>
                  <a:lnTo>
                    <a:pt x="649" y="2174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3"/>
            <p:cNvSpPr/>
            <p:nvPr/>
          </p:nvSpPr>
          <p:spPr>
            <a:xfrm>
              <a:off x="4653522" y="3627212"/>
              <a:ext cx="2454" cy="5833"/>
            </a:xfrm>
            <a:custGeom>
              <a:avLst/>
              <a:pathLst>
                <a:path w="2454" h="5833">
                  <a:moveTo>
                    <a:pt x="2345" y="5098"/>
                  </a:moveTo>
                  <a:lnTo>
                    <a:pt x="2454" y="5833"/>
                  </a:lnTo>
                  <a:lnTo>
                    <a:pt x="1871" y="5005"/>
                  </a:lnTo>
                  <a:lnTo>
                    <a:pt x="1519" y="4504"/>
                  </a:lnTo>
                  <a:lnTo>
                    <a:pt x="1287" y="4044"/>
                  </a:lnTo>
                  <a:lnTo>
                    <a:pt x="0" y="0"/>
                  </a:lnTo>
                  <a:lnTo>
                    <a:pt x="550" y="259"/>
                  </a:lnTo>
                  <a:lnTo>
                    <a:pt x="1982" y="3811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4"/>
            <p:cNvSpPr/>
            <p:nvPr/>
          </p:nvSpPr>
          <p:spPr>
            <a:xfrm>
              <a:off x="4636744" y="3613393"/>
              <a:ext cx="1919" cy="4833"/>
            </a:xfrm>
            <a:custGeom>
              <a:avLst/>
              <a:pathLst>
                <a:path w="1919" h="4833">
                  <a:moveTo>
                    <a:pt x="1788" y="4663"/>
                  </a:moveTo>
                  <a:lnTo>
                    <a:pt x="402" y="4833"/>
                  </a:lnTo>
                  <a:lnTo>
                    <a:pt x="0" y="4452"/>
                  </a:lnTo>
                  <a:lnTo>
                    <a:pt x="169" y="1673"/>
                  </a:lnTo>
                  <a:lnTo>
                    <a:pt x="590" y="0"/>
                  </a:lnTo>
                  <a:lnTo>
                    <a:pt x="1217" y="33"/>
                  </a:lnTo>
                  <a:lnTo>
                    <a:pt x="1919" y="2535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5"/>
            <p:cNvSpPr/>
            <p:nvPr/>
          </p:nvSpPr>
          <p:spPr>
            <a:xfrm>
              <a:off x="4935655" y="3612074"/>
              <a:ext cx="1024" cy="3350"/>
            </a:xfrm>
            <a:custGeom>
              <a:avLst/>
              <a:pathLst>
                <a:path w="1024" h="3350">
                  <a:moveTo>
                    <a:pt x="701" y="3022"/>
                  </a:moveTo>
                  <a:lnTo>
                    <a:pt x="260" y="3350"/>
                  </a:lnTo>
                  <a:lnTo>
                    <a:pt x="132" y="3236"/>
                  </a:lnTo>
                  <a:lnTo>
                    <a:pt x="0" y="2045"/>
                  </a:lnTo>
                  <a:lnTo>
                    <a:pt x="243" y="24"/>
                  </a:lnTo>
                  <a:lnTo>
                    <a:pt x="763" y="0"/>
                  </a:lnTo>
                  <a:lnTo>
                    <a:pt x="983" y="323"/>
                  </a:lnTo>
                  <a:lnTo>
                    <a:pt x="1024" y="1804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6"/>
            <p:cNvSpPr/>
            <p:nvPr/>
          </p:nvSpPr>
          <p:spPr>
            <a:xfrm>
              <a:off x="4934712" y="3608598"/>
              <a:ext cx="1064" cy="3060"/>
            </a:xfrm>
            <a:custGeom>
              <a:avLst/>
              <a:pathLst>
                <a:path w="1064" h="3060">
                  <a:moveTo>
                    <a:pt x="1064" y="2089"/>
                  </a:moveTo>
                  <a:lnTo>
                    <a:pt x="641" y="3060"/>
                  </a:lnTo>
                  <a:lnTo>
                    <a:pt x="242" y="2735"/>
                  </a:lnTo>
                  <a:lnTo>
                    <a:pt x="0" y="1480"/>
                  </a:lnTo>
                  <a:lnTo>
                    <a:pt x="78" y="577"/>
                  </a:lnTo>
                  <a:lnTo>
                    <a:pt x="412" y="0"/>
                  </a:lnTo>
                  <a:lnTo>
                    <a:pt x="831" y="429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7"/>
            <p:cNvSpPr/>
            <p:nvPr/>
          </p:nvSpPr>
          <p:spPr>
            <a:xfrm>
              <a:off x="4639272" y="3608375"/>
              <a:ext cx="1888" cy="6462"/>
            </a:xfrm>
            <a:custGeom>
              <a:avLst/>
              <a:pathLst>
                <a:path w="1888" h="6462">
                  <a:moveTo>
                    <a:pt x="1305" y="6061"/>
                  </a:moveTo>
                  <a:lnTo>
                    <a:pt x="1051" y="6462"/>
                  </a:lnTo>
                  <a:lnTo>
                    <a:pt x="0" y="2709"/>
                  </a:lnTo>
                  <a:lnTo>
                    <a:pt x="262" y="545"/>
                  </a:lnTo>
                  <a:lnTo>
                    <a:pt x="514" y="0"/>
                  </a:lnTo>
                  <a:lnTo>
                    <a:pt x="1094" y="1317"/>
                  </a:lnTo>
                  <a:lnTo>
                    <a:pt x="1553" y="2702"/>
                  </a:lnTo>
                  <a:lnTo>
                    <a:pt x="1888" y="4340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8"/>
            <p:cNvSpPr/>
            <p:nvPr/>
          </p:nvSpPr>
          <p:spPr>
            <a:xfrm>
              <a:off x="4644154" y="3607731"/>
              <a:ext cx="1159" cy="3520"/>
            </a:xfrm>
            <a:custGeom>
              <a:avLst/>
              <a:pathLst>
                <a:path w="1159" h="3520">
                  <a:moveTo>
                    <a:pt x="1092" y="2669"/>
                  </a:moveTo>
                  <a:lnTo>
                    <a:pt x="1159" y="3520"/>
                  </a:lnTo>
                  <a:lnTo>
                    <a:pt x="28" y="1813"/>
                  </a:lnTo>
                  <a:lnTo>
                    <a:pt x="0" y="577"/>
                  </a:lnTo>
                  <a:lnTo>
                    <a:pt x="146" y="0"/>
                  </a:lnTo>
                  <a:lnTo>
                    <a:pt x="821" y="1330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799"/>
            <p:cNvSpPr/>
            <p:nvPr/>
          </p:nvSpPr>
          <p:spPr>
            <a:xfrm>
              <a:off x="4648573" y="3606176"/>
              <a:ext cx="1742" cy="4110"/>
            </a:xfrm>
            <a:custGeom>
              <a:avLst/>
              <a:pathLst>
                <a:path w="1742" h="4110">
                  <a:moveTo>
                    <a:pt x="1742" y="3250"/>
                  </a:moveTo>
                  <a:lnTo>
                    <a:pt x="970" y="4110"/>
                  </a:lnTo>
                  <a:lnTo>
                    <a:pt x="0" y="1411"/>
                  </a:lnTo>
                  <a:lnTo>
                    <a:pt x="36" y="783"/>
                  </a:lnTo>
                  <a:lnTo>
                    <a:pt x="125" y="308"/>
                  </a:lnTo>
                  <a:lnTo>
                    <a:pt x="303" y="0"/>
                  </a:lnTo>
                  <a:lnTo>
                    <a:pt x="892" y="1396"/>
                  </a:lnTo>
                  <a:lnTo>
                    <a:pt x="1590" y="1894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0"/>
            <p:cNvSpPr/>
            <p:nvPr/>
          </p:nvSpPr>
          <p:spPr>
            <a:xfrm>
              <a:off x="4628283" y="3600673"/>
              <a:ext cx="7078" cy="12473"/>
            </a:xfrm>
            <a:custGeom>
              <a:avLst/>
              <a:pathLst>
                <a:path w="7078" h="12473">
                  <a:moveTo>
                    <a:pt x="7078" y="11334"/>
                  </a:moveTo>
                  <a:lnTo>
                    <a:pt x="6847" y="12473"/>
                  </a:lnTo>
                  <a:lnTo>
                    <a:pt x="6386" y="11633"/>
                  </a:lnTo>
                  <a:lnTo>
                    <a:pt x="3977" y="10360"/>
                  </a:lnTo>
                  <a:lnTo>
                    <a:pt x="3166" y="10219"/>
                  </a:lnTo>
                  <a:lnTo>
                    <a:pt x="1082" y="8824"/>
                  </a:lnTo>
                  <a:lnTo>
                    <a:pt x="450" y="8084"/>
                  </a:lnTo>
                  <a:lnTo>
                    <a:pt x="0" y="7113"/>
                  </a:lnTo>
                  <a:lnTo>
                    <a:pt x="154" y="5315"/>
                  </a:lnTo>
                  <a:lnTo>
                    <a:pt x="462" y="4236"/>
                  </a:lnTo>
                  <a:lnTo>
                    <a:pt x="650" y="1224"/>
                  </a:lnTo>
                  <a:lnTo>
                    <a:pt x="1176" y="0"/>
                  </a:lnTo>
                  <a:lnTo>
                    <a:pt x="2212" y="2240"/>
                  </a:lnTo>
                  <a:lnTo>
                    <a:pt x="3359" y="4166"/>
                  </a:lnTo>
                  <a:lnTo>
                    <a:pt x="4024" y="5048"/>
                  </a:lnTo>
                  <a:lnTo>
                    <a:pt x="6049" y="7017"/>
                  </a:lnTo>
                  <a:lnTo>
                    <a:pt x="6768" y="8006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1"/>
            <p:cNvSpPr/>
            <p:nvPr/>
          </p:nvSpPr>
          <p:spPr>
            <a:xfrm>
              <a:off x="4638914" y="3600572"/>
              <a:ext cx="1409" cy="4145"/>
            </a:xfrm>
            <a:custGeom>
              <a:avLst/>
              <a:pathLst>
                <a:path w="1409" h="4145">
                  <a:moveTo>
                    <a:pt x="1338" y="2520"/>
                  </a:moveTo>
                  <a:lnTo>
                    <a:pt x="1409" y="4145"/>
                  </a:lnTo>
                  <a:lnTo>
                    <a:pt x="590" y="3747"/>
                  </a:lnTo>
                  <a:lnTo>
                    <a:pt x="0" y="1842"/>
                  </a:lnTo>
                  <a:lnTo>
                    <a:pt x="488" y="484"/>
                  </a:lnTo>
                  <a:lnTo>
                    <a:pt x="796" y="0"/>
                  </a:lnTo>
                  <a:lnTo>
                    <a:pt x="1103" y="1804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2"/>
            <p:cNvSpPr/>
            <p:nvPr/>
          </p:nvSpPr>
          <p:spPr>
            <a:xfrm>
              <a:off x="4631343" y="3599631"/>
              <a:ext cx="5732" cy="9568"/>
            </a:xfrm>
            <a:custGeom>
              <a:avLst/>
              <a:pathLst>
                <a:path w="5732" h="9568">
                  <a:moveTo>
                    <a:pt x="5732" y="8726"/>
                  </a:moveTo>
                  <a:lnTo>
                    <a:pt x="5372" y="9568"/>
                  </a:lnTo>
                  <a:lnTo>
                    <a:pt x="4749" y="9376"/>
                  </a:lnTo>
                  <a:lnTo>
                    <a:pt x="4091" y="8375"/>
                  </a:lnTo>
                  <a:lnTo>
                    <a:pt x="3234" y="6583"/>
                  </a:lnTo>
                  <a:lnTo>
                    <a:pt x="2276" y="4984"/>
                  </a:lnTo>
                  <a:lnTo>
                    <a:pt x="1062" y="3974"/>
                  </a:lnTo>
                  <a:lnTo>
                    <a:pt x="303" y="3670"/>
                  </a:lnTo>
                  <a:lnTo>
                    <a:pt x="0" y="3302"/>
                  </a:lnTo>
                  <a:lnTo>
                    <a:pt x="292" y="196"/>
                  </a:lnTo>
                  <a:lnTo>
                    <a:pt x="1089" y="0"/>
                  </a:lnTo>
                  <a:lnTo>
                    <a:pt x="3671" y="2887"/>
                  </a:lnTo>
                  <a:lnTo>
                    <a:pt x="4512" y="4454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3"/>
            <p:cNvSpPr/>
            <p:nvPr/>
          </p:nvSpPr>
          <p:spPr>
            <a:xfrm>
              <a:off x="4646525" y="3599185"/>
              <a:ext cx="2561" cy="5644"/>
            </a:xfrm>
            <a:custGeom>
              <a:avLst/>
              <a:pathLst>
                <a:path w="2561" h="5644">
                  <a:moveTo>
                    <a:pt x="1142" y="0"/>
                  </a:moveTo>
                  <a:lnTo>
                    <a:pt x="1923" y="1286"/>
                  </a:lnTo>
                  <a:lnTo>
                    <a:pt x="2561" y="442"/>
                  </a:lnTo>
                  <a:lnTo>
                    <a:pt x="2536" y="1546"/>
                  </a:lnTo>
                  <a:lnTo>
                    <a:pt x="2407" y="2605"/>
                  </a:lnTo>
                  <a:lnTo>
                    <a:pt x="1652" y="5644"/>
                  </a:lnTo>
                  <a:lnTo>
                    <a:pt x="386" y="4944"/>
                  </a:lnTo>
                  <a:lnTo>
                    <a:pt x="93" y="3961"/>
                  </a:lnTo>
                  <a:lnTo>
                    <a:pt x="0" y="3226"/>
                  </a:lnTo>
                  <a:lnTo>
                    <a:pt x="181" y="2764"/>
                  </a:lnTo>
                  <a:lnTo>
                    <a:pt x="285" y="1274"/>
                  </a:lnTo>
                  <a:lnTo>
                    <a:pt x="833" y="1279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4"/>
            <p:cNvSpPr/>
            <p:nvPr/>
          </p:nvSpPr>
          <p:spPr>
            <a:xfrm>
              <a:off x="4650376" y="3598135"/>
              <a:ext cx="5166" cy="11352"/>
            </a:xfrm>
            <a:custGeom>
              <a:avLst/>
              <a:pathLst>
                <a:path w="5166" h="11352">
                  <a:moveTo>
                    <a:pt x="4209" y="0"/>
                  </a:moveTo>
                  <a:lnTo>
                    <a:pt x="4279" y="2217"/>
                  </a:lnTo>
                  <a:lnTo>
                    <a:pt x="4984" y="3295"/>
                  </a:lnTo>
                  <a:lnTo>
                    <a:pt x="5166" y="4922"/>
                  </a:lnTo>
                  <a:lnTo>
                    <a:pt x="5041" y="7537"/>
                  </a:lnTo>
                  <a:lnTo>
                    <a:pt x="4379" y="10552"/>
                  </a:lnTo>
                  <a:lnTo>
                    <a:pt x="4083" y="11352"/>
                  </a:lnTo>
                  <a:lnTo>
                    <a:pt x="3209" y="10740"/>
                  </a:lnTo>
                  <a:lnTo>
                    <a:pt x="2917" y="9731"/>
                  </a:lnTo>
                  <a:lnTo>
                    <a:pt x="2800" y="8942"/>
                  </a:lnTo>
                  <a:lnTo>
                    <a:pt x="2922" y="8379"/>
                  </a:lnTo>
                  <a:lnTo>
                    <a:pt x="2275" y="7671"/>
                  </a:lnTo>
                  <a:lnTo>
                    <a:pt x="2692" y="6517"/>
                  </a:lnTo>
                  <a:lnTo>
                    <a:pt x="2406" y="4895"/>
                  </a:lnTo>
                  <a:lnTo>
                    <a:pt x="613" y="5909"/>
                  </a:lnTo>
                  <a:lnTo>
                    <a:pt x="95" y="5945"/>
                  </a:lnTo>
                  <a:lnTo>
                    <a:pt x="0" y="4099"/>
                  </a:lnTo>
                  <a:lnTo>
                    <a:pt x="73" y="3353"/>
                  </a:lnTo>
                  <a:lnTo>
                    <a:pt x="1450" y="1022"/>
                  </a:lnTo>
                  <a:lnTo>
                    <a:pt x="2272" y="593"/>
                  </a:lnTo>
                  <a:lnTo>
                    <a:pt x="3157" y="1060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5"/>
            <p:cNvSpPr/>
            <p:nvPr/>
          </p:nvSpPr>
          <p:spPr>
            <a:xfrm>
              <a:off x="4625503" y="3592788"/>
              <a:ext cx="2717" cy="12921"/>
            </a:xfrm>
            <a:custGeom>
              <a:avLst/>
              <a:pathLst>
                <a:path w="2717" h="12921">
                  <a:moveTo>
                    <a:pt x="2449" y="12024"/>
                  </a:moveTo>
                  <a:lnTo>
                    <a:pt x="1878" y="12921"/>
                  </a:lnTo>
                  <a:lnTo>
                    <a:pt x="1192" y="11525"/>
                  </a:lnTo>
                  <a:lnTo>
                    <a:pt x="628" y="9496"/>
                  </a:lnTo>
                  <a:lnTo>
                    <a:pt x="331" y="7384"/>
                  </a:lnTo>
                  <a:lnTo>
                    <a:pt x="68" y="3933"/>
                  </a:lnTo>
                  <a:lnTo>
                    <a:pt x="0" y="1454"/>
                  </a:lnTo>
                  <a:lnTo>
                    <a:pt x="342" y="0"/>
                  </a:lnTo>
                  <a:lnTo>
                    <a:pt x="590" y="53"/>
                  </a:lnTo>
                  <a:lnTo>
                    <a:pt x="1603" y="1519"/>
                  </a:lnTo>
                  <a:lnTo>
                    <a:pt x="2273" y="4026"/>
                  </a:lnTo>
                  <a:lnTo>
                    <a:pt x="2643" y="4811"/>
                  </a:lnTo>
                  <a:lnTo>
                    <a:pt x="2717" y="7116"/>
                  </a:lnTo>
                  <a:lnTo>
                    <a:pt x="2471" y="9744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6"/>
            <p:cNvSpPr/>
            <p:nvPr/>
          </p:nvSpPr>
          <p:spPr>
            <a:xfrm>
              <a:off x="4561960" y="3588572"/>
              <a:ext cx="10522" cy="28818"/>
            </a:xfrm>
            <a:custGeom>
              <a:avLst/>
              <a:pathLst>
                <a:path w="10522" h="28818">
                  <a:moveTo>
                    <a:pt x="4964" y="2206"/>
                  </a:moveTo>
                  <a:lnTo>
                    <a:pt x="7640" y="10519"/>
                  </a:lnTo>
                  <a:lnTo>
                    <a:pt x="8726" y="11637"/>
                  </a:lnTo>
                  <a:lnTo>
                    <a:pt x="10168" y="15409"/>
                  </a:lnTo>
                  <a:lnTo>
                    <a:pt x="10522" y="16719"/>
                  </a:lnTo>
                  <a:lnTo>
                    <a:pt x="10153" y="19369"/>
                  </a:lnTo>
                  <a:lnTo>
                    <a:pt x="9838" y="26931"/>
                  </a:lnTo>
                  <a:lnTo>
                    <a:pt x="9146" y="28818"/>
                  </a:lnTo>
                  <a:lnTo>
                    <a:pt x="7462" y="27884"/>
                  </a:lnTo>
                  <a:lnTo>
                    <a:pt x="7444" y="26555"/>
                  </a:lnTo>
                  <a:lnTo>
                    <a:pt x="6474" y="20857"/>
                  </a:lnTo>
                  <a:lnTo>
                    <a:pt x="4714" y="17680"/>
                  </a:lnTo>
                  <a:lnTo>
                    <a:pt x="4024" y="17515"/>
                  </a:lnTo>
                  <a:lnTo>
                    <a:pt x="3574" y="14266"/>
                  </a:lnTo>
                  <a:lnTo>
                    <a:pt x="2686" y="10412"/>
                  </a:lnTo>
                  <a:lnTo>
                    <a:pt x="0" y="3376"/>
                  </a:lnTo>
                  <a:lnTo>
                    <a:pt x="2036" y="3431"/>
                  </a:lnTo>
                  <a:lnTo>
                    <a:pt x="3025" y="1716"/>
                  </a:lnTo>
                  <a:lnTo>
                    <a:pt x="3252" y="349"/>
                  </a:lnTo>
                  <a:lnTo>
                    <a:pt x="3415" y="0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7"/>
            <p:cNvSpPr/>
            <p:nvPr/>
          </p:nvSpPr>
          <p:spPr>
            <a:xfrm>
              <a:off x="4622909" y="3586041"/>
              <a:ext cx="5936" cy="8701"/>
            </a:xfrm>
            <a:custGeom>
              <a:avLst/>
              <a:pathLst>
                <a:path w="5936" h="8701">
                  <a:moveTo>
                    <a:pt x="5843" y="4911"/>
                  </a:moveTo>
                  <a:lnTo>
                    <a:pt x="5936" y="8701"/>
                  </a:lnTo>
                  <a:lnTo>
                    <a:pt x="5020" y="7710"/>
                  </a:lnTo>
                  <a:lnTo>
                    <a:pt x="4300" y="6202"/>
                  </a:lnTo>
                  <a:lnTo>
                    <a:pt x="3157" y="5090"/>
                  </a:lnTo>
                  <a:lnTo>
                    <a:pt x="1764" y="4726"/>
                  </a:lnTo>
                  <a:lnTo>
                    <a:pt x="744" y="3747"/>
                  </a:lnTo>
                  <a:lnTo>
                    <a:pt x="31" y="1985"/>
                  </a:lnTo>
                  <a:lnTo>
                    <a:pt x="0" y="1174"/>
                  </a:lnTo>
                  <a:lnTo>
                    <a:pt x="69" y="515"/>
                  </a:lnTo>
                  <a:lnTo>
                    <a:pt x="293" y="0"/>
                  </a:lnTo>
                  <a:lnTo>
                    <a:pt x="5567" y="3407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8"/>
            <p:cNvSpPr/>
            <p:nvPr/>
          </p:nvSpPr>
          <p:spPr>
            <a:xfrm>
              <a:off x="4829785" y="3583806"/>
              <a:ext cx="79597" cy="218497"/>
            </a:xfrm>
            <a:custGeom>
              <a:avLst/>
              <a:pathLst>
                <a:path w="79597" h="218497">
                  <a:moveTo>
                    <a:pt x="75341" y="20853"/>
                  </a:moveTo>
                  <a:lnTo>
                    <a:pt x="72988" y="25868"/>
                  </a:lnTo>
                  <a:lnTo>
                    <a:pt x="72268" y="28292"/>
                  </a:lnTo>
                  <a:lnTo>
                    <a:pt x="71641" y="30900"/>
                  </a:lnTo>
                  <a:lnTo>
                    <a:pt x="70716" y="33801"/>
                  </a:lnTo>
                  <a:lnTo>
                    <a:pt x="69648" y="36357"/>
                  </a:lnTo>
                  <a:lnTo>
                    <a:pt x="69116" y="37115"/>
                  </a:lnTo>
                  <a:lnTo>
                    <a:pt x="67803" y="38490"/>
                  </a:lnTo>
                  <a:lnTo>
                    <a:pt x="67048" y="39024"/>
                  </a:lnTo>
                  <a:lnTo>
                    <a:pt x="65624" y="39195"/>
                  </a:lnTo>
                  <a:lnTo>
                    <a:pt x="61335" y="41235"/>
                  </a:lnTo>
                  <a:lnTo>
                    <a:pt x="59926" y="41473"/>
                  </a:lnTo>
                  <a:lnTo>
                    <a:pt x="58523" y="41388"/>
                  </a:lnTo>
                  <a:lnTo>
                    <a:pt x="55864" y="40879"/>
                  </a:lnTo>
                  <a:lnTo>
                    <a:pt x="55308" y="40612"/>
                  </a:lnTo>
                  <a:lnTo>
                    <a:pt x="54248" y="37985"/>
                  </a:lnTo>
                  <a:lnTo>
                    <a:pt x="53051" y="35907"/>
                  </a:lnTo>
                  <a:lnTo>
                    <a:pt x="51994" y="35681"/>
                  </a:lnTo>
                  <a:lnTo>
                    <a:pt x="50917" y="35903"/>
                  </a:lnTo>
                  <a:lnTo>
                    <a:pt x="43158" y="36048"/>
                  </a:lnTo>
                  <a:lnTo>
                    <a:pt x="40445" y="36434"/>
                  </a:lnTo>
                  <a:lnTo>
                    <a:pt x="37743" y="37363"/>
                  </a:lnTo>
                  <a:lnTo>
                    <a:pt x="36272" y="36940"/>
                  </a:lnTo>
                  <a:lnTo>
                    <a:pt x="34814" y="35898"/>
                  </a:lnTo>
                  <a:lnTo>
                    <a:pt x="33717" y="35535"/>
                  </a:lnTo>
                  <a:lnTo>
                    <a:pt x="32607" y="35642"/>
                  </a:lnTo>
                  <a:lnTo>
                    <a:pt x="27513" y="37211"/>
                  </a:lnTo>
                  <a:lnTo>
                    <a:pt x="26232" y="37061"/>
                  </a:lnTo>
                  <a:lnTo>
                    <a:pt x="23656" y="35054"/>
                  </a:lnTo>
                  <a:lnTo>
                    <a:pt x="22158" y="34652"/>
                  </a:lnTo>
                  <a:lnTo>
                    <a:pt x="20689" y="35184"/>
                  </a:lnTo>
                  <a:lnTo>
                    <a:pt x="19320" y="36989"/>
                  </a:lnTo>
                  <a:lnTo>
                    <a:pt x="18802" y="38200"/>
                  </a:lnTo>
                  <a:lnTo>
                    <a:pt x="17386" y="42329"/>
                  </a:lnTo>
                  <a:lnTo>
                    <a:pt x="16585" y="45342"/>
                  </a:lnTo>
                  <a:lnTo>
                    <a:pt x="15980" y="49089"/>
                  </a:lnTo>
                  <a:lnTo>
                    <a:pt x="15458" y="52921"/>
                  </a:lnTo>
                  <a:lnTo>
                    <a:pt x="15177" y="56060"/>
                  </a:lnTo>
                  <a:lnTo>
                    <a:pt x="15163" y="59339"/>
                  </a:lnTo>
                  <a:lnTo>
                    <a:pt x="15405" y="63029"/>
                  </a:lnTo>
                  <a:lnTo>
                    <a:pt x="15789" y="66680"/>
                  </a:lnTo>
                  <a:lnTo>
                    <a:pt x="16216" y="69467"/>
                  </a:lnTo>
                  <a:lnTo>
                    <a:pt x="17983" y="75919"/>
                  </a:lnTo>
                  <a:lnTo>
                    <a:pt x="18343" y="76834"/>
                  </a:lnTo>
                  <a:lnTo>
                    <a:pt x="20262" y="78649"/>
                  </a:lnTo>
                  <a:lnTo>
                    <a:pt x="21400" y="80978"/>
                  </a:lnTo>
                  <a:lnTo>
                    <a:pt x="22480" y="87451"/>
                  </a:lnTo>
                  <a:lnTo>
                    <a:pt x="23249" y="90749"/>
                  </a:lnTo>
                  <a:lnTo>
                    <a:pt x="24004" y="90789"/>
                  </a:lnTo>
                  <a:lnTo>
                    <a:pt x="24848" y="90558"/>
                  </a:lnTo>
                  <a:lnTo>
                    <a:pt x="26314" y="90977"/>
                  </a:lnTo>
                  <a:lnTo>
                    <a:pt x="27769" y="91825"/>
                  </a:lnTo>
                  <a:lnTo>
                    <a:pt x="29186" y="89843"/>
                  </a:lnTo>
                  <a:lnTo>
                    <a:pt x="29977" y="86091"/>
                  </a:lnTo>
                  <a:lnTo>
                    <a:pt x="30769" y="83304"/>
                  </a:lnTo>
                  <a:lnTo>
                    <a:pt x="32676" y="77997"/>
                  </a:lnTo>
                  <a:lnTo>
                    <a:pt x="33762" y="75544"/>
                  </a:lnTo>
                  <a:lnTo>
                    <a:pt x="34456" y="74745"/>
                  </a:lnTo>
                  <a:lnTo>
                    <a:pt x="35161" y="75094"/>
                  </a:lnTo>
                  <a:lnTo>
                    <a:pt x="35759" y="76499"/>
                  </a:lnTo>
                  <a:lnTo>
                    <a:pt x="36456" y="77616"/>
                  </a:lnTo>
                  <a:lnTo>
                    <a:pt x="37881" y="78216"/>
                  </a:lnTo>
                  <a:lnTo>
                    <a:pt x="39318" y="77841"/>
                  </a:lnTo>
                  <a:lnTo>
                    <a:pt x="40849" y="76119"/>
                  </a:lnTo>
                  <a:lnTo>
                    <a:pt x="41397" y="75062"/>
                  </a:lnTo>
                  <a:lnTo>
                    <a:pt x="41851" y="73718"/>
                  </a:lnTo>
                  <a:lnTo>
                    <a:pt x="43148" y="72633"/>
                  </a:lnTo>
                  <a:lnTo>
                    <a:pt x="46229" y="72621"/>
                  </a:lnTo>
                  <a:lnTo>
                    <a:pt x="47822" y="73011"/>
                  </a:lnTo>
                  <a:lnTo>
                    <a:pt x="50660" y="72578"/>
                  </a:lnTo>
                  <a:lnTo>
                    <a:pt x="50621" y="71600"/>
                  </a:lnTo>
                  <a:lnTo>
                    <a:pt x="50072" y="70564"/>
                  </a:lnTo>
                  <a:lnTo>
                    <a:pt x="49929" y="69733"/>
                  </a:lnTo>
                  <a:lnTo>
                    <a:pt x="50457" y="69196"/>
                  </a:lnTo>
                  <a:lnTo>
                    <a:pt x="52285" y="67987"/>
                  </a:lnTo>
                  <a:lnTo>
                    <a:pt x="54149" y="67127"/>
                  </a:lnTo>
                  <a:lnTo>
                    <a:pt x="55506" y="67742"/>
                  </a:lnTo>
                  <a:lnTo>
                    <a:pt x="56718" y="69427"/>
                  </a:lnTo>
                  <a:lnTo>
                    <a:pt x="57183" y="71167"/>
                  </a:lnTo>
                  <a:lnTo>
                    <a:pt x="57391" y="73259"/>
                  </a:lnTo>
                  <a:lnTo>
                    <a:pt x="56923" y="78678"/>
                  </a:lnTo>
                  <a:lnTo>
                    <a:pt x="56696" y="79933"/>
                  </a:lnTo>
                  <a:lnTo>
                    <a:pt x="55730" y="80583"/>
                  </a:lnTo>
                  <a:lnTo>
                    <a:pt x="54819" y="79864"/>
                  </a:lnTo>
                  <a:lnTo>
                    <a:pt x="53918" y="77065"/>
                  </a:lnTo>
                  <a:lnTo>
                    <a:pt x="52642" y="76041"/>
                  </a:lnTo>
                  <a:lnTo>
                    <a:pt x="50834" y="76886"/>
                  </a:lnTo>
                  <a:lnTo>
                    <a:pt x="50213" y="77688"/>
                  </a:lnTo>
                  <a:lnTo>
                    <a:pt x="49656" y="78808"/>
                  </a:lnTo>
                  <a:lnTo>
                    <a:pt x="48635" y="81711"/>
                  </a:lnTo>
                  <a:lnTo>
                    <a:pt x="47784" y="84989"/>
                  </a:lnTo>
                  <a:lnTo>
                    <a:pt x="45945" y="90091"/>
                  </a:lnTo>
                  <a:lnTo>
                    <a:pt x="43817" y="94523"/>
                  </a:lnTo>
                  <a:lnTo>
                    <a:pt x="42786" y="96220"/>
                  </a:lnTo>
                  <a:lnTo>
                    <a:pt x="41638" y="97363"/>
                  </a:lnTo>
                  <a:lnTo>
                    <a:pt x="37948" y="100297"/>
                  </a:lnTo>
                  <a:lnTo>
                    <a:pt x="36977" y="102476"/>
                  </a:lnTo>
                  <a:lnTo>
                    <a:pt x="36222" y="105307"/>
                  </a:lnTo>
                  <a:lnTo>
                    <a:pt x="35386" y="106271"/>
                  </a:lnTo>
                  <a:lnTo>
                    <a:pt x="34420" y="106577"/>
                  </a:lnTo>
                  <a:lnTo>
                    <a:pt x="33694" y="106046"/>
                  </a:lnTo>
                  <a:lnTo>
                    <a:pt x="32224" y="104450"/>
                  </a:lnTo>
                  <a:lnTo>
                    <a:pt x="31740" y="105763"/>
                  </a:lnTo>
                  <a:lnTo>
                    <a:pt x="31658" y="107766"/>
                  </a:lnTo>
                  <a:lnTo>
                    <a:pt x="32382" y="108478"/>
                  </a:lnTo>
                  <a:lnTo>
                    <a:pt x="33547" y="110692"/>
                  </a:lnTo>
                  <a:lnTo>
                    <a:pt x="34449" y="113820"/>
                  </a:lnTo>
                  <a:lnTo>
                    <a:pt x="35027" y="114492"/>
                  </a:lnTo>
                  <a:lnTo>
                    <a:pt x="36312" y="115508"/>
                  </a:lnTo>
                  <a:lnTo>
                    <a:pt x="36851" y="116480"/>
                  </a:lnTo>
                  <a:lnTo>
                    <a:pt x="37820" y="119158"/>
                  </a:lnTo>
                  <a:lnTo>
                    <a:pt x="39346" y="125388"/>
                  </a:lnTo>
                  <a:lnTo>
                    <a:pt x="39865" y="128759"/>
                  </a:lnTo>
                  <a:lnTo>
                    <a:pt x="40713" y="131509"/>
                  </a:lnTo>
                  <a:lnTo>
                    <a:pt x="43292" y="136180"/>
                  </a:lnTo>
                  <a:lnTo>
                    <a:pt x="43436" y="137499"/>
                  </a:lnTo>
                  <a:lnTo>
                    <a:pt x="43277" y="139034"/>
                  </a:lnTo>
                  <a:lnTo>
                    <a:pt x="43476" y="140434"/>
                  </a:lnTo>
                  <a:lnTo>
                    <a:pt x="44398" y="143118"/>
                  </a:lnTo>
                  <a:lnTo>
                    <a:pt x="44617" y="144846"/>
                  </a:lnTo>
                  <a:lnTo>
                    <a:pt x="43608" y="147039"/>
                  </a:lnTo>
                  <a:lnTo>
                    <a:pt x="43553" y="150219"/>
                  </a:lnTo>
                  <a:lnTo>
                    <a:pt x="42935" y="154496"/>
                  </a:lnTo>
                  <a:lnTo>
                    <a:pt x="42795" y="155939"/>
                  </a:lnTo>
                  <a:lnTo>
                    <a:pt x="42814" y="157243"/>
                  </a:lnTo>
                  <a:lnTo>
                    <a:pt x="43248" y="158461"/>
                  </a:lnTo>
                  <a:lnTo>
                    <a:pt x="43754" y="159424"/>
                  </a:lnTo>
                  <a:lnTo>
                    <a:pt x="44448" y="159932"/>
                  </a:lnTo>
                  <a:lnTo>
                    <a:pt x="45055" y="160772"/>
                  </a:lnTo>
                  <a:lnTo>
                    <a:pt x="46223" y="164105"/>
                  </a:lnTo>
                  <a:lnTo>
                    <a:pt x="46833" y="164982"/>
                  </a:lnTo>
                  <a:lnTo>
                    <a:pt x="47220" y="166197"/>
                  </a:lnTo>
                  <a:lnTo>
                    <a:pt x="47180" y="168006"/>
                  </a:lnTo>
                  <a:lnTo>
                    <a:pt x="47713" y="169065"/>
                  </a:lnTo>
                  <a:lnTo>
                    <a:pt x="48203" y="170955"/>
                  </a:lnTo>
                  <a:lnTo>
                    <a:pt x="48953" y="171414"/>
                  </a:lnTo>
                  <a:lnTo>
                    <a:pt x="49303" y="170872"/>
                  </a:lnTo>
                  <a:lnTo>
                    <a:pt x="49543" y="170061"/>
                  </a:lnTo>
                  <a:lnTo>
                    <a:pt x="50156" y="170367"/>
                  </a:lnTo>
                  <a:lnTo>
                    <a:pt x="50519" y="171683"/>
                  </a:lnTo>
                  <a:lnTo>
                    <a:pt x="50729" y="173374"/>
                  </a:lnTo>
                  <a:lnTo>
                    <a:pt x="50796" y="175238"/>
                  </a:lnTo>
                  <a:lnTo>
                    <a:pt x="50766" y="178776"/>
                  </a:lnTo>
                  <a:lnTo>
                    <a:pt x="50457" y="180042"/>
                  </a:lnTo>
                  <a:lnTo>
                    <a:pt x="49782" y="179982"/>
                  </a:lnTo>
                  <a:lnTo>
                    <a:pt x="48574" y="178527"/>
                  </a:lnTo>
                  <a:lnTo>
                    <a:pt x="48516" y="179578"/>
                  </a:lnTo>
                  <a:lnTo>
                    <a:pt x="48598" y="180596"/>
                  </a:lnTo>
                  <a:lnTo>
                    <a:pt x="47984" y="180934"/>
                  </a:lnTo>
                  <a:lnTo>
                    <a:pt x="47279" y="180793"/>
                  </a:lnTo>
                  <a:lnTo>
                    <a:pt x="45510" y="180931"/>
                  </a:lnTo>
                  <a:lnTo>
                    <a:pt x="42249" y="183127"/>
                  </a:lnTo>
                  <a:lnTo>
                    <a:pt x="41103" y="184423"/>
                  </a:lnTo>
                  <a:lnTo>
                    <a:pt x="40362" y="186783"/>
                  </a:lnTo>
                  <a:lnTo>
                    <a:pt x="40310" y="188414"/>
                  </a:lnTo>
                  <a:lnTo>
                    <a:pt x="40597" y="191853"/>
                  </a:lnTo>
                  <a:lnTo>
                    <a:pt x="40163" y="193057"/>
                  </a:lnTo>
                  <a:lnTo>
                    <a:pt x="38669" y="193515"/>
                  </a:lnTo>
                  <a:lnTo>
                    <a:pt x="36584" y="192592"/>
                  </a:lnTo>
                  <a:lnTo>
                    <a:pt x="35321" y="191674"/>
                  </a:lnTo>
                  <a:lnTo>
                    <a:pt x="34617" y="190904"/>
                  </a:lnTo>
                  <a:lnTo>
                    <a:pt x="33700" y="188590"/>
                  </a:lnTo>
                  <a:lnTo>
                    <a:pt x="33357" y="185629"/>
                  </a:lnTo>
                  <a:lnTo>
                    <a:pt x="34032" y="176819"/>
                  </a:lnTo>
                  <a:lnTo>
                    <a:pt x="34223" y="175688"/>
                  </a:lnTo>
                  <a:lnTo>
                    <a:pt x="34552" y="174681"/>
                  </a:lnTo>
                  <a:lnTo>
                    <a:pt x="34899" y="173079"/>
                  </a:lnTo>
                  <a:lnTo>
                    <a:pt x="34980" y="171198"/>
                  </a:lnTo>
                  <a:lnTo>
                    <a:pt x="33985" y="168898"/>
                  </a:lnTo>
                  <a:lnTo>
                    <a:pt x="32484" y="167995"/>
                  </a:lnTo>
                  <a:lnTo>
                    <a:pt x="31212" y="166079"/>
                  </a:lnTo>
                  <a:lnTo>
                    <a:pt x="26295" y="155333"/>
                  </a:lnTo>
                  <a:lnTo>
                    <a:pt x="26018" y="154294"/>
                  </a:lnTo>
                  <a:lnTo>
                    <a:pt x="26007" y="152513"/>
                  </a:lnTo>
                  <a:lnTo>
                    <a:pt x="26205" y="150848"/>
                  </a:lnTo>
                  <a:lnTo>
                    <a:pt x="27821" y="144973"/>
                  </a:lnTo>
                  <a:lnTo>
                    <a:pt x="28023" y="143848"/>
                  </a:lnTo>
                  <a:lnTo>
                    <a:pt x="28221" y="139210"/>
                  </a:lnTo>
                  <a:lnTo>
                    <a:pt x="28177" y="135393"/>
                  </a:lnTo>
                  <a:lnTo>
                    <a:pt x="27997" y="131572"/>
                  </a:lnTo>
                  <a:lnTo>
                    <a:pt x="27231" y="129168"/>
                  </a:lnTo>
                  <a:lnTo>
                    <a:pt x="25865" y="128438"/>
                  </a:lnTo>
                  <a:lnTo>
                    <a:pt x="24454" y="128320"/>
                  </a:lnTo>
                  <a:lnTo>
                    <a:pt x="23079" y="129088"/>
                  </a:lnTo>
                  <a:lnTo>
                    <a:pt x="21726" y="131009"/>
                  </a:lnTo>
                  <a:lnTo>
                    <a:pt x="19226" y="135058"/>
                  </a:lnTo>
                  <a:lnTo>
                    <a:pt x="18235" y="137413"/>
                  </a:lnTo>
                  <a:lnTo>
                    <a:pt x="18149" y="140471"/>
                  </a:lnTo>
                  <a:lnTo>
                    <a:pt x="18721" y="143470"/>
                  </a:lnTo>
                  <a:lnTo>
                    <a:pt x="19461" y="146205"/>
                  </a:lnTo>
                  <a:lnTo>
                    <a:pt x="19855" y="149198"/>
                  </a:lnTo>
                  <a:lnTo>
                    <a:pt x="20401" y="159811"/>
                  </a:lnTo>
                  <a:lnTo>
                    <a:pt x="20383" y="161009"/>
                  </a:lnTo>
                  <a:lnTo>
                    <a:pt x="19740" y="164096"/>
                  </a:lnTo>
                  <a:lnTo>
                    <a:pt x="19486" y="170993"/>
                  </a:lnTo>
                  <a:lnTo>
                    <a:pt x="19759" y="180726"/>
                  </a:lnTo>
                  <a:lnTo>
                    <a:pt x="20197" y="186702"/>
                  </a:lnTo>
                  <a:lnTo>
                    <a:pt x="20011" y="189949"/>
                  </a:lnTo>
                  <a:lnTo>
                    <a:pt x="18841" y="196921"/>
                  </a:lnTo>
                  <a:lnTo>
                    <a:pt x="18486" y="200747"/>
                  </a:lnTo>
                  <a:lnTo>
                    <a:pt x="18460" y="202325"/>
                  </a:lnTo>
                  <a:lnTo>
                    <a:pt x="19837" y="209609"/>
                  </a:lnTo>
                  <a:lnTo>
                    <a:pt x="20154" y="212489"/>
                  </a:lnTo>
                  <a:lnTo>
                    <a:pt x="20324" y="215472"/>
                  </a:lnTo>
                  <a:lnTo>
                    <a:pt x="18859" y="214012"/>
                  </a:lnTo>
                  <a:lnTo>
                    <a:pt x="18178" y="214087"/>
                  </a:lnTo>
                  <a:lnTo>
                    <a:pt x="17491" y="214537"/>
                  </a:lnTo>
                  <a:lnTo>
                    <a:pt x="15964" y="215014"/>
                  </a:lnTo>
                  <a:lnTo>
                    <a:pt x="14416" y="215077"/>
                  </a:lnTo>
                  <a:lnTo>
                    <a:pt x="13873" y="215628"/>
                  </a:lnTo>
                  <a:lnTo>
                    <a:pt x="12773" y="217564"/>
                  </a:lnTo>
                  <a:lnTo>
                    <a:pt x="12107" y="218346"/>
                  </a:lnTo>
                  <a:lnTo>
                    <a:pt x="11525" y="218497"/>
                  </a:lnTo>
                  <a:lnTo>
                    <a:pt x="9552" y="216064"/>
                  </a:lnTo>
                  <a:lnTo>
                    <a:pt x="8388" y="213424"/>
                  </a:lnTo>
                  <a:lnTo>
                    <a:pt x="7315" y="210561"/>
                  </a:lnTo>
                  <a:lnTo>
                    <a:pt x="7120" y="207292"/>
                  </a:lnTo>
                  <a:lnTo>
                    <a:pt x="7494" y="203936"/>
                  </a:lnTo>
                  <a:lnTo>
                    <a:pt x="8024" y="200349"/>
                  </a:lnTo>
                  <a:lnTo>
                    <a:pt x="9084" y="194384"/>
                  </a:lnTo>
                  <a:lnTo>
                    <a:pt x="9035" y="190382"/>
                  </a:lnTo>
                  <a:lnTo>
                    <a:pt x="9398" y="187101"/>
                  </a:lnTo>
                  <a:lnTo>
                    <a:pt x="10004" y="183918"/>
                  </a:lnTo>
                  <a:lnTo>
                    <a:pt x="10222" y="180974"/>
                  </a:lnTo>
                  <a:lnTo>
                    <a:pt x="10369" y="169475"/>
                  </a:lnTo>
                  <a:lnTo>
                    <a:pt x="10218" y="168454"/>
                  </a:lnTo>
                  <a:lnTo>
                    <a:pt x="8765" y="161620"/>
                  </a:lnTo>
                  <a:lnTo>
                    <a:pt x="8598" y="160475"/>
                  </a:lnTo>
                  <a:lnTo>
                    <a:pt x="8588" y="158631"/>
                  </a:lnTo>
                  <a:lnTo>
                    <a:pt x="8745" y="156871"/>
                  </a:lnTo>
                  <a:lnTo>
                    <a:pt x="8776" y="155283"/>
                  </a:lnTo>
                  <a:lnTo>
                    <a:pt x="8442" y="154069"/>
                  </a:lnTo>
                  <a:lnTo>
                    <a:pt x="7854" y="152958"/>
                  </a:lnTo>
                  <a:lnTo>
                    <a:pt x="7142" y="152473"/>
                  </a:lnTo>
                  <a:lnTo>
                    <a:pt x="5636" y="152955"/>
                  </a:lnTo>
                  <a:lnTo>
                    <a:pt x="2607" y="154796"/>
                  </a:lnTo>
                  <a:lnTo>
                    <a:pt x="1713" y="153174"/>
                  </a:lnTo>
                  <a:lnTo>
                    <a:pt x="1041" y="150672"/>
                  </a:lnTo>
                  <a:lnTo>
                    <a:pt x="610" y="147189"/>
                  </a:lnTo>
                  <a:lnTo>
                    <a:pt x="360" y="143539"/>
                  </a:lnTo>
                  <a:lnTo>
                    <a:pt x="475" y="140111"/>
                  </a:lnTo>
                  <a:lnTo>
                    <a:pt x="923" y="136798"/>
                  </a:lnTo>
                  <a:lnTo>
                    <a:pt x="562" y="134481"/>
                  </a:lnTo>
                  <a:lnTo>
                    <a:pt x="4" y="131959"/>
                  </a:lnTo>
                  <a:lnTo>
                    <a:pt x="0" y="130660"/>
                  </a:lnTo>
                  <a:lnTo>
                    <a:pt x="316" y="129523"/>
                  </a:lnTo>
                  <a:lnTo>
                    <a:pt x="864" y="128574"/>
                  </a:lnTo>
                  <a:lnTo>
                    <a:pt x="1532" y="128020"/>
                  </a:lnTo>
                  <a:lnTo>
                    <a:pt x="2158" y="127016"/>
                  </a:lnTo>
                  <a:lnTo>
                    <a:pt x="3811" y="123631"/>
                  </a:lnTo>
                  <a:lnTo>
                    <a:pt x="4344" y="120659"/>
                  </a:lnTo>
                  <a:lnTo>
                    <a:pt x="4379" y="117000"/>
                  </a:lnTo>
                  <a:lnTo>
                    <a:pt x="4799" y="113499"/>
                  </a:lnTo>
                  <a:lnTo>
                    <a:pt x="5645" y="110276"/>
                  </a:lnTo>
                  <a:lnTo>
                    <a:pt x="6645" y="107284"/>
                  </a:lnTo>
                  <a:lnTo>
                    <a:pt x="6971" y="104199"/>
                  </a:lnTo>
                  <a:lnTo>
                    <a:pt x="6478" y="99305"/>
                  </a:lnTo>
                  <a:lnTo>
                    <a:pt x="6673" y="97077"/>
                  </a:lnTo>
                  <a:lnTo>
                    <a:pt x="6503" y="94460"/>
                  </a:lnTo>
                  <a:lnTo>
                    <a:pt x="6486" y="91874"/>
                  </a:lnTo>
                  <a:lnTo>
                    <a:pt x="7106" y="87006"/>
                  </a:lnTo>
                  <a:lnTo>
                    <a:pt x="8945" y="77056"/>
                  </a:lnTo>
                  <a:lnTo>
                    <a:pt x="10738" y="71773"/>
                  </a:lnTo>
                  <a:lnTo>
                    <a:pt x="11451" y="70379"/>
                  </a:lnTo>
                  <a:lnTo>
                    <a:pt x="12381" y="72838"/>
                  </a:lnTo>
                  <a:lnTo>
                    <a:pt x="13092" y="75732"/>
                  </a:lnTo>
                  <a:lnTo>
                    <a:pt x="13103" y="73112"/>
                  </a:lnTo>
                  <a:lnTo>
                    <a:pt x="12914" y="70544"/>
                  </a:lnTo>
                  <a:lnTo>
                    <a:pt x="12196" y="64553"/>
                  </a:lnTo>
                  <a:lnTo>
                    <a:pt x="11581" y="52878"/>
                  </a:lnTo>
                  <a:lnTo>
                    <a:pt x="11754" y="51771"/>
                  </a:lnTo>
                  <a:lnTo>
                    <a:pt x="12379" y="51947"/>
                  </a:lnTo>
                  <a:lnTo>
                    <a:pt x="13018" y="50917"/>
                  </a:lnTo>
                  <a:lnTo>
                    <a:pt x="13355" y="49079"/>
                  </a:lnTo>
                  <a:lnTo>
                    <a:pt x="12690" y="44740"/>
                  </a:lnTo>
                  <a:lnTo>
                    <a:pt x="12660" y="43211"/>
                  </a:lnTo>
                  <a:lnTo>
                    <a:pt x="13943" y="37112"/>
                  </a:lnTo>
                  <a:lnTo>
                    <a:pt x="14989" y="34891"/>
                  </a:lnTo>
                  <a:lnTo>
                    <a:pt x="15447" y="33521"/>
                  </a:lnTo>
                  <a:lnTo>
                    <a:pt x="15710" y="29800"/>
                  </a:lnTo>
                  <a:lnTo>
                    <a:pt x="16255" y="28393"/>
                  </a:lnTo>
                  <a:lnTo>
                    <a:pt x="16945" y="27387"/>
                  </a:lnTo>
                  <a:lnTo>
                    <a:pt x="17849" y="24815"/>
                  </a:lnTo>
                  <a:lnTo>
                    <a:pt x="18339" y="21577"/>
                  </a:lnTo>
                  <a:lnTo>
                    <a:pt x="18639" y="21330"/>
                  </a:lnTo>
                  <a:lnTo>
                    <a:pt x="18992" y="21212"/>
                  </a:lnTo>
                  <a:lnTo>
                    <a:pt x="19536" y="24037"/>
                  </a:lnTo>
                  <a:lnTo>
                    <a:pt x="20147" y="25185"/>
                  </a:lnTo>
                  <a:lnTo>
                    <a:pt x="21388" y="26106"/>
                  </a:lnTo>
                  <a:lnTo>
                    <a:pt x="22449" y="25017"/>
                  </a:lnTo>
                  <a:lnTo>
                    <a:pt x="22744" y="23598"/>
                  </a:lnTo>
                  <a:lnTo>
                    <a:pt x="23144" y="22379"/>
                  </a:lnTo>
                  <a:lnTo>
                    <a:pt x="23787" y="21108"/>
                  </a:lnTo>
                  <a:lnTo>
                    <a:pt x="24328" y="19661"/>
                  </a:lnTo>
                  <a:lnTo>
                    <a:pt x="24930" y="16303"/>
                  </a:lnTo>
                  <a:lnTo>
                    <a:pt x="25724" y="13243"/>
                  </a:lnTo>
                  <a:lnTo>
                    <a:pt x="26269" y="12175"/>
                  </a:lnTo>
                  <a:lnTo>
                    <a:pt x="26926" y="11500"/>
                  </a:lnTo>
                  <a:lnTo>
                    <a:pt x="27657" y="11088"/>
                  </a:lnTo>
                  <a:lnTo>
                    <a:pt x="28362" y="11033"/>
                  </a:lnTo>
                  <a:lnTo>
                    <a:pt x="29925" y="12958"/>
                  </a:lnTo>
                  <a:lnTo>
                    <a:pt x="30830" y="13333"/>
                  </a:lnTo>
                  <a:lnTo>
                    <a:pt x="31755" y="13193"/>
                  </a:lnTo>
                  <a:lnTo>
                    <a:pt x="32340" y="13516"/>
                  </a:lnTo>
                  <a:lnTo>
                    <a:pt x="32783" y="14379"/>
                  </a:lnTo>
                  <a:lnTo>
                    <a:pt x="33187" y="16119"/>
                  </a:lnTo>
                  <a:lnTo>
                    <a:pt x="33687" y="17619"/>
                  </a:lnTo>
                  <a:lnTo>
                    <a:pt x="34149" y="18359"/>
                  </a:lnTo>
                  <a:lnTo>
                    <a:pt x="34656" y="18706"/>
                  </a:lnTo>
                  <a:lnTo>
                    <a:pt x="38056" y="18098"/>
                  </a:lnTo>
                  <a:lnTo>
                    <a:pt x="41028" y="19794"/>
                  </a:lnTo>
                  <a:lnTo>
                    <a:pt x="45081" y="20180"/>
                  </a:lnTo>
                  <a:lnTo>
                    <a:pt x="46471" y="21173"/>
                  </a:lnTo>
                  <a:lnTo>
                    <a:pt x="47805" y="22470"/>
                  </a:lnTo>
                  <a:lnTo>
                    <a:pt x="49440" y="24766"/>
                  </a:lnTo>
                  <a:lnTo>
                    <a:pt x="50037" y="25273"/>
                  </a:lnTo>
                  <a:lnTo>
                    <a:pt x="50706" y="25146"/>
                  </a:lnTo>
                  <a:lnTo>
                    <a:pt x="51540" y="22989"/>
                  </a:lnTo>
                  <a:lnTo>
                    <a:pt x="52191" y="22518"/>
                  </a:lnTo>
                  <a:lnTo>
                    <a:pt x="52853" y="22434"/>
                  </a:lnTo>
                  <a:lnTo>
                    <a:pt x="55465" y="22839"/>
                  </a:lnTo>
                  <a:lnTo>
                    <a:pt x="62481" y="25496"/>
                  </a:lnTo>
                  <a:lnTo>
                    <a:pt x="63518" y="25133"/>
                  </a:lnTo>
                  <a:lnTo>
                    <a:pt x="67749" y="20056"/>
                  </a:lnTo>
                  <a:lnTo>
                    <a:pt x="69442" y="15244"/>
                  </a:lnTo>
                  <a:lnTo>
                    <a:pt x="70958" y="13904"/>
                  </a:lnTo>
                  <a:lnTo>
                    <a:pt x="71473" y="11730"/>
                  </a:lnTo>
                  <a:lnTo>
                    <a:pt x="71779" y="9118"/>
                  </a:lnTo>
                  <a:lnTo>
                    <a:pt x="72316" y="8417"/>
                  </a:lnTo>
                  <a:lnTo>
                    <a:pt x="73587" y="7671"/>
                  </a:lnTo>
                  <a:lnTo>
                    <a:pt x="74093" y="6898"/>
                  </a:lnTo>
                  <a:lnTo>
                    <a:pt x="74993" y="3693"/>
                  </a:lnTo>
                  <a:lnTo>
                    <a:pt x="76059" y="852"/>
                  </a:lnTo>
                  <a:lnTo>
                    <a:pt x="76580" y="0"/>
                  </a:lnTo>
                  <a:lnTo>
                    <a:pt x="78081" y="453"/>
                  </a:lnTo>
                  <a:lnTo>
                    <a:pt x="78747" y="1695"/>
                  </a:lnTo>
                  <a:lnTo>
                    <a:pt x="79597" y="5872"/>
                  </a:lnTo>
                  <a:lnTo>
                    <a:pt x="79448" y="6569"/>
                  </a:lnTo>
                  <a:lnTo>
                    <a:pt x="78451" y="8646"/>
                  </a:lnTo>
                  <a:lnTo>
                    <a:pt x="78162" y="9518"/>
                  </a:lnTo>
                  <a:lnTo>
                    <a:pt x="77058" y="15389"/>
                  </a:lnTo>
                  <a:lnTo>
                    <a:pt x="76303" y="18273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09"/>
            <p:cNvSpPr/>
            <p:nvPr/>
          </p:nvSpPr>
          <p:spPr>
            <a:xfrm>
              <a:off x="4615320" y="3571228"/>
              <a:ext cx="4567" cy="12144"/>
            </a:xfrm>
            <a:custGeom>
              <a:avLst/>
              <a:pathLst>
                <a:path w="4567" h="12144">
                  <a:moveTo>
                    <a:pt x="3759" y="1426"/>
                  </a:moveTo>
                  <a:lnTo>
                    <a:pt x="4428" y="3846"/>
                  </a:lnTo>
                  <a:lnTo>
                    <a:pt x="4567" y="5414"/>
                  </a:lnTo>
                  <a:lnTo>
                    <a:pt x="4080" y="7214"/>
                  </a:lnTo>
                  <a:lnTo>
                    <a:pt x="3899" y="9974"/>
                  </a:lnTo>
                  <a:lnTo>
                    <a:pt x="2459" y="12144"/>
                  </a:lnTo>
                  <a:lnTo>
                    <a:pt x="1201" y="11627"/>
                  </a:lnTo>
                  <a:lnTo>
                    <a:pt x="794" y="10854"/>
                  </a:lnTo>
                  <a:lnTo>
                    <a:pt x="0" y="6660"/>
                  </a:lnTo>
                  <a:lnTo>
                    <a:pt x="77" y="3103"/>
                  </a:lnTo>
                  <a:lnTo>
                    <a:pt x="578" y="1740"/>
                  </a:lnTo>
                  <a:lnTo>
                    <a:pt x="1743" y="1949"/>
                  </a:lnTo>
                  <a:lnTo>
                    <a:pt x="2928" y="0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0"/>
            <p:cNvSpPr/>
            <p:nvPr/>
          </p:nvSpPr>
          <p:spPr>
            <a:xfrm>
              <a:off x="4936364" y="3569091"/>
              <a:ext cx="18254" cy="91356"/>
            </a:xfrm>
            <a:custGeom>
              <a:avLst/>
              <a:pathLst>
                <a:path w="18254" h="91356">
                  <a:moveTo>
                    <a:pt x="3855" y="39917"/>
                  </a:moveTo>
                  <a:lnTo>
                    <a:pt x="4751" y="40573"/>
                  </a:lnTo>
                  <a:lnTo>
                    <a:pt x="5685" y="40390"/>
                  </a:lnTo>
                  <a:lnTo>
                    <a:pt x="6149" y="39070"/>
                  </a:lnTo>
                  <a:lnTo>
                    <a:pt x="6278" y="37359"/>
                  </a:lnTo>
                  <a:lnTo>
                    <a:pt x="6749" y="34171"/>
                  </a:lnTo>
                  <a:lnTo>
                    <a:pt x="7835" y="32013"/>
                  </a:lnTo>
                  <a:lnTo>
                    <a:pt x="8596" y="31675"/>
                  </a:lnTo>
                  <a:lnTo>
                    <a:pt x="9136" y="30766"/>
                  </a:lnTo>
                  <a:lnTo>
                    <a:pt x="9042" y="28400"/>
                  </a:lnTo>
                  <a:lnTo>
                    <a:pt x="9095" y="26074"/>
                  </a:lnTo>
                  <a:lnTo>
                    <a:pt x="9898" y="23591"/>
                  </a:lnTo>
                  <a:lnTo>
                    <a:pt x="12386" y="20137"/>
                  </a:lnTo>
                  <a:lnTo>
                    <a:pt x="13807" y="18905"/>
                  </a:lnTo>
                  <a:lnTo>
                    <a:pt x="15647" y="18511"/>
                  </a:lnTo>
                  <a:lnTo>
                    <a:pt x="15854" y="19835"/>
                  </a:lnTo>
                  <a:lnTo>
                    <a:pt x="15644" y="21727"/>
                  </a:lnTo>
                  <a:lnTo>
                    <a:pt x="15999" y="24577"/>
                  </a:lnTo>
                  <a:lnTo>
                    <a:pt x="15823" y="32286"/>
                  </a:lnTo>
                  <a:lnTo>
                    <a:pt x="15405" y="33378"/>
                  </a:lnTo>
                  <a:lnTo>
                    <a:pt x="13502" y="36043"/>
                  </a:lnTo>
                  <a:lnTo>
                    <a:pt x="11422" y="38174"/>
                  </a:lnTo>
                  <a:lnTo>
                    <a:pt x="10840" y="39070"/>
                  </a:lnTo>
                  <a:lnTo>
                    <a:pt x="10327" y="41192"/>
                  </a:lnTo>
                  <a:lnTo>
                    <a:pt x="10369" y="43296"/>
                  </a:lnTo>
                  <a:lnTo>
                    <a:pt x="12063" y="46102"/>
                  </a:lnTo>
                  <a:lnTo>
                    <a:pt x="14695" y="48728"/>
                  </a:lnTo>
                  <a:lnTo>
                    <a:pt x="15239" y="49960"/>
                  </a:lnTo>
                  <a:lnTo>
                    <a:pt x="15590" y="52022"/>
                  </a:lnTo>
                  <a:lnTo>
                    <a:pt x="15687" y="54331"/>
                  </a:lnTo>
                  <a:lnTo>
                    <a:pt x="16324" y="55427"/>
                  </a:lnTo>
                  <a:lnTo>
                    <a:pt x="17215" y="55955"/>
                  </a:lnTo>
                  <a:lnTo>
                    <a:pt x="17805" y="57049"/>
                  </a:lnTo>
                  <a:lnTo>
                    <a:pt x="18254" y="58588"/>
                  </a:lnTo>
                  <a:lnTo>
                    <a:pt x="13822" y="54994"/>
                  </a:lnTo>
                  <a:lnTo>
                    <a:pt x="12662" y="53409"/>
                  </a:lnTo>
                  <a:lnTo>
                    <a:pt x="11260" y="53220"/>
                  </a:lnTo>
                  <a:lnTo>
                    <a:pt x="9875" y="52738"/>
                  </a:lnTo>
                  <a:lnTo>
                    <a:pt x="8462" y="51360"/>
                  </a:lnTo>
                  <a:lnTo>
                    <a:pt x="6944" y="51035"/>
                  </a:lnTo>
                  <a:lnTo>
                    <a:pt x="6220" y="52034"/>
                  </a:lnTo>
                  <a:lnTo>
                    <a:pt x="5936" y="53978"/>
                  </a:lnTo>
                  <a:lnTo>
                    <a:pt x="5763" y="56163"/>
                  </a:lnTo>
                  <a:lnTo>
                    <a:pt x="6100" y="58883"/>
                  </a:lnTo>
                  <a:lnTo>
                    <a:pt x="6069" y="60530"/>
                  </a:lnTo>
                  <a:lnTo>
                    <a:pt x="5783" y="63516"/>
                  </a:lnTo>
                  <a:lnTo>
                    <a:pt x="6879" y="72317"/>
                  </a:lnTo>
                  <a:lnTo>
                    <a:pt x="8257" y="79317"/>
                  </a:lnTo>
                  <a:lnTo>
                    <a:pt x="10281" y="86598"/>
                  </a:lnTo>
                  <a:lnTo>
                    <a:pt x="11281" y="89100"/>
                  </a:lnTo>
                  <a:lnTo>
                    <a:pt x="12403" y="91356"/>
                  </a:lnTo>
                  <a:lnTo>
                    <a:pt x="10585" y="90687"/>
                  </a:lnTo>
                  <a:lnTo>
                    <a:pt x="10033" y="88254"/>
                  </a:lnTo>
                  <a:lnTo>
                    <a:pt x="7725" y="85842"/>
                  </a:lnTo>
                  <a:lnTo>
                    <a:pt x="7287" y="84402"/>
                  </a:lnTo>
                  <a:lnTo>
                    <a:pt x="5783" y="77494"/>
                  </a:lnTo>
                  <a:lnTo>
                    <a:pt x="5343" y="76204"/>
                  </a:lnTo>
                  <a:lnTo>
                    <a:pt x="3955" y="73855"/>
                  </a:lnTo>
                  <a:lnTo>
                    <a:pt x="3347" y="72126"/>
                  </a:lnTo>
                  <a:lnTo>
                    <a:pt x="3140" y="69792"/>
                  </a:lnTo>
                  <a:lnTo>
                    <a:pt x="3295" y="67340"/>
                  </a:lnTo>
                  <a:lnTo>
                    <a:pt x="3221" y="63948"/>
                  </a:lnTo>
                  <a:lnTo>
                    <a:pt x="3271" y="60575"/>
                  </a:lnTo>
                  <a:lnTo>
                    <a:pt x="3558" y="56466"/>
                  </a:lnTo>
                  <a:lnTo>
                    <a:pt x="3064" y="55027"/>
                  </a:lnTo>
                  <a:lnTo>
                    <a:pt x="2417" y="53664"/>
                  </a:lnTo>
                  <a:lnTo>
                    <a:pt x="1666" y="50510"/>
                  </a:lnTo>
                  <a:lnTo>
                    <a:pt x="1441" y="46927"/>
                  </a:lnTo>
                  <a:lnTo>
                    <a:pt x="1499" y="44866"/>
                  </a:lnTo>
                  <a:lnTo>
                    <a:pt x="1810" y="43038"/>
                  </a:lnTo>
                  <a:lnTo>
                    <a:pt x="2225" y="41456"/>
                  </a:lnTo>
                  <a:lnTo>
                    <a:pt x="2316" y="39914"/>
                  </a:lnTo>
                  <a:lnTo>
                    <a:pt x="1235" y="37675"/>
                  </a:lnTo>
                  <a:lnTo>
                    <a:pt x="101" y="31293"/>
                  </a:lnTo>
                  <a:lnTo>
                    <a:pt x="0" y="27985"/>
                  </a:lnTo>
                  <a:lnTo>
                    <a:pt x="1441" y="21616"/>
                  </a:lnTo>
                  <a:lnTo>
                    <a:pt x="1411" y="18525"/>
                  </a:lnTo>
                  <a:lnTo>
                    <a:pt x="1697" y="16689"/>
                  </a:lnTo>
                  <a:lnTo>
                    <a:pt x="1855" y="14741"/>
                  </a:lnTo>
                  <a:lnTo>
                    <a:pt x="2609" y="10499"/>
                  </a:lnTo>
                  <a:lnTo>
                    <a:pt x="3839" y="6882"/>
                  </a:lnTo>
                  <a:lnTo>
                    <a:pt x="5917" y="1822"/>
                  </a:lnTo>
                  <a:lnTo>
                    <a:pt x="6712" y="718"/>
                  </a:lnTo>
                  <a:lnTo>
                    <a:pt x="7602" y="0"/>
                  </a:lnTo>
                  <a:lnTo>
                    <a:pt x="7681" y="1239"/>
                  </a:lnTo>
                  <a:lnTo>
                    <a:pt x="7538" y="2338"/>
                  </a:lnTo>
                  <a:lnTo>
                    <a:pt x="6002" y="7486"/>
                  </a:lnTo>
                  <a:lnTo>
                    <a:pt x="5797" y="8649"/>
                  </a:lnTo>
                  <a:lnTo>
                    <a:pt x="5756" y="10816"/>
                  </a:lnTo>
                  <a:lnTo>
                    <a:pt x="6492" y="12096"/>
                  </a:lnTo>
                  <a:lnTo>
                    <a:pt x="7288" y="14709"/>
                  </a:lnTo>
                  <a:lnTo>
                    <a:pt x="7446" y="18188"/>
                  </a:lnTo>
                  <a:lnTo>
                    <a:pt x="7472" y="21893"/>
                  </a:lnTo>
                  <a:lnTo>
                    <a:pt x="7297" y="25627"/>
                  </a:lnTo>
                  <a:lnTo>
                    <a:pt x="7001" y="26872"/>
                  </a:lnTo>
                  <a:lnTo>
                    <a:pt x="5738" y="30619"/>
                  </a:lnTo>
                  <a:lnTo>
                    <a:pt x="2869" y="35020"/>
                  </a:lnTo>
                  <a:lnTo>
                    <a:pt x="2624" y="36103"/>
                  </a:lnTo>
                  <a:lnTo>
                    <a:pt x="2641" y="37317"/>
                  </a:lnTo>
                  <a:lnTo>
                    <a:pt x="3172" y="38781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1"/>
            <p:cNvSpPr/>
            <p:nvPr/>
          </p:nvSpPr>
          <p:spPr>
            <a:xfrm>
              <a:off x="4562319" y="3568110"/>
              <a:ext cx="2787" cy="5287"/>
            </a:xfrm>
            <a:custGeom>
              <a:avLst/>
              <a:pathLst>
                <a:path w="2787" h="5287">
                  <a:moveTo>
                    <a:pt x="2787" y="4627"/>
                  </a:moveTo>
                  <a:lnTo>
                    <a:pt x="2714" y="5287"/>
                  </a:lnTo>
                  <a:lnTo>
                    <a:pt x="1441" y="2178"/>
                  </a:lnTo>
                  <a:lnTo>
                    <a:pt x="0" y="453"/>
                  </a:lnTo>
                  <a:lnTo>
                    <a:pt x="596" y="0"/>
                  </a:lnTo>
                  <a:lnTo>
                    <a:pt x="1783" y="479"/>
                  </a:lnTo>
                  <a:lnTo>
                    <a:pt x="2259" y="927"/>
                  </a:lnTo>
                  <a:lnTo>
                    <a:pt x="2719" y="2472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2"/>
            <p:cNvSpPr/>
            <p:nvPr/>
          </p:nvSpPr>
          <p:spPr>
            <a:xfrm>
              <a:off x="4946207" y="3557313"/>
              <a:ext cx="5806" cy="16632"/>
            </a:xfrm>
            <a:custGeom>
              <a:avLst/>
              <a:pathLst>
                <a:path w="5806" h="16632">
                  <a:moveTo>
                    <a:pt x="2911" y="16129"/>
                  </a:moveTo>
                  <a:lnTo>
                    <a:pt x="961" y="16632"/>
                  </a:lnTo>
                  <a:lnTo>
                    <a:pt x="518" y="15220"/>
                  </a:lnTo>
                  <a:lnTo>
                    <a:pt x="0" y="8869"/>
                  </a:lnTo>
                  <a:lnTo>
                    <a:pt x="1387" y="3790"/>
                  </a:lnTo>
                  <a:lnTo>
                    <a:pt x="3135" y="800"/>
                  </a:lnTo>
                  <a:lnTo>
                    <a:pt x="4327" y="44"/>
                  </a:lnTo>
                  <a:lnTo>
                    <a:pt x="4740" y="0"/>
                  </a:lnTo>
                  <a:lnTo>
                    <a:pt x="5806" y="3661"/>
                  </a:lnTo>
                  <a:lnTo>
                    <a:pt x="5001" y="11027"/>
                  </a:lnTo>
                  <a:lnTo>
                    <a:pt x="4067" y="14790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3"/>
            <p:cNvSpPr/>
            <p:nvPr/>
          </p:nvSpPr>
          <p:spPr>
            <a:xfrm>
              <a:off x="4910941" y="3551174"/>
              <a:ext cx="1066" cy="5195"/>
            </a:xfrm>
            <a:custGeom>
              <a:avLst/>
              <a:pathLst>
                <a:path w="1066" h="5195">
                  <a:moveTo>
                    <a:pt x="584" y="4543"/>
                  </a:moveTo>
                  <a:lnTo>
                    <a:pt x="459" y="5195"/>
                  </a:lnTo>
                  <a:lnTo>
                    <a:pt x="0" y="1729"/>
                  </a:lnTo>
                  <a:lnTo>
                    <a:pt x="379" y="0"/>
                  </a:lnTo>
                  <a:lnTo>
                    <a:pt x="927" y="634"/>
                  </a:lnTo>
                  <a:lnTo>
                    <a:pt x="1066" y="1252"/>
                  </a:lnTo>
                  <a:lnTo>
                    <a:pt x="541" y="2905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g814"/>
            <p:cNvSpPr/>
            <p:nvPr/>
          </p:nvSpPr>
          <p:spPr>
            <a:xfrm>
              <a:off x="4545153" y="3547904"/>
              <a:ext cx="9211" cy="16705"/>
            </a:xfrm>
            <a:custGeom>
              <a:avLst/>
              <a:pathLst>
                <a:path w="9211" h="16705">
                  <a:moveTo>
                    <a:pt x="9211" y="16429"/>
                  </a:moveTo>
                  <a:lnTo>
                    <a:pt x="8437" y="16705"/>
                  </a:lnTo>
                  <a:lnTo>
                    <a:pt x="7693" y="16073"/>
                  </a:lnTo>
                  <a:lnTo>
                    <a:pt x="7073" y="14373"/>
                  </a:lnTo>
                  <a:lnTo>
                    <a:pt x="3761" y="9463"/>
                  </a:lnTo>
                  <a:lnTo>
                    <a:pt x="2730" y="9384"/>
                  </a:lnTo>
                  <a:lnTo>
                    <a:pt x="2006" y="8128"/>
                  </a:lnTo>
                  <a:lnTo>
                    <a:pt x="1127" y="7694"/>
                  </a:lnTo>
                  <a:lnTo>
                    <a:pt x="195" y="4417"/>
                  </a:lnTo>
                  <a:lnTo>
                    <a:pt x="0" y="2660"/>
                  </a:lnTo>
                  <a:lnTo>
                    <a:pt x="678" y="1803"/>
                  </a:lnTo>
                  <a:lnTo>
                    <a:pt x="1099" y="0"/>
                  </a:lnTo>
                  <a:lnTo>
                    <a:pt x="2204" y="796"/>
                  </a:lnTo>
                  <a:lnTo>
                    <a:pt x="3463" y="3977"/>
                  </a:lnTo>
                  <a:lnTo>
                    <a:pt x="4743" y="5165"/>
                  </a:lnTo>
                  <a:lnTo>
                    <a:pt x="5091" y="5765"/>
                  </a:lnTo>
                  <a:lnTo>
                    <a:pt x="5710" y="7525"/>
                  </a:lnTo>
                  <a:lnTo>
                    <a:pt x="8639" y="11844"/>
                  </a:lnTo>
                  <a:lnTo>
                    <a:pt x="8957" y="13308"/>
                  </a:lnTo>
                  <a:lnTo>
                    <a:pt x="9158" y="14780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g815"/>
            <p:cNvSpPr/>
            <p:nvPr/>
          </p:nvSpPr>
          <p:spPr>
            <a:xfrm>
              <a:off x="4706427" y="3545453"/>
              <a:ext cx="1245" cy="4312"/>
            </a:xfrm>
            <a:custGeom>
              <a:avLst/>
              <a:pathLst>
                <a:path w="1245" h="4312">
                  <a:moveTo>
                    <a:pt x="1245" y="2764"/>
                  </a:moveTo>
                  <a:lnTo>
                    <a:pt x="645" y="4312"/>
                  </a:lnTo>
                  <a:lnTo>
                    <a:pt x="0" y="3348"/>
                  </a:lnTo>
                  <a:lnTo>
                    <a:pt x="994" y="209"/>
                  </a:lnTo>
                  <a:lnTo>
                    <a:pt x="1224" y="0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g816"/>
            <p:cNvSpPr/>
            <p:nvPr/>
          </p:nvSpPr>
          <p:spPr>
            <a:xfrm>
              <a:off x="4668243" y="3543576"/>
              <a:ext cx="1783" cy="6007"/>
            </a:xfrm>
            <a:custGeom>
              <a:avLst/>
              <a:pathLst>
                <a:path w="1783" h="6007">
                  <a:moveTo>
                    <a:pt x="841" y="5893"/>
                  </a:moveTo>
                  <a:lnTo>
                    <a:pt x="325" y="6007"/>
                  </a:lnTo>
                  <a:lnTo>
                    <a:pt x="172" y="5130"/>
                  </a:lnTo>
                  <a:lnTo>
                    <a:pt x="194" y="3617"/>
                  </a:lnTo>
                  <a:lnTo>
                    <a:pt x="148" y="2410"/>
                  </a:lnTo>
                  <a:lnTo>
                    <a:pt x="0" y="1512"/>
                  </a:lnTo>
                  <a:lnTo>
                    <a:pt x="0" y="0"/>
                  </a:lnTo>
                  <a:lnTo>
                    <a:pt x="474" y="754"/>
                  </a:lnTo>
                  <a:lnTo>
                    <a:pt x="841" y="1461"/>
                  </a:lnTo>
                  <a:lnTo>
                    <a:pt x="1262" y="1966"/>
                  </a:lnTo>
                  <a:lnTo>
                    <a:pt x="1603" y="2308"/>
                  </a:lnTo>
                  <a:lnTo>
                    <a:pt x="1783" y="2540"/>
                  </a:lnTo>
                  <a:lnTo>
                    <a:pt x="1446" y="4684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g817"/>
            <p:cNvSpPr/>
            <p:nvPr/>
          </p:nvSpPr>
          <p:spPr>
            <a:xfrm>
              <a:off x="4674521" y="3538639"/>
              <a:ext cx="1039" cy="4176"/>
            </a:xfrm>
            <a:custGeom>
              <a:avLst/>
              <a:pathLst>
                <a:path w="1039" h="4176">
                  <a:moveTo>
                    <a:pt x="1039" y="2141"/>
                  </a:moveTo>
                  <a:lnTo>
                    <a:pt x="1020" y="4176"/>
                  </a:lnTo>
                  <a:lnTo>
                    <a:pt x="167" y="2985"/>
                  </a:lnTo>
                  <a:lnTo>
                    <a:pt x="0" y="730"/>
                  </a:lnTo>
                  <a:lnTo>
                    <a:pt x="280" y="0"/>
                  </a:lnTo>
                  <a:lnTo>
                    <a:pt x="866" y="392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g818"/>
            <p:cNvSpPr/>
            <p:nvPr/>
          </p:nvSpPr>
          <p:spPr>
            <a:xfrm>
              <a:off x="4814412" y="3532537"/>
              <a:ext cx="1768" cy="5564"/>
            </a:xfrm>
            <a:custGeom>
              <a:avLst/>
              <a:pathLst>
                <a:path w="1768" h="5564">
                  <a:moveTo>
                    <a:pt x="1491" y="4596"/>
                  </a:moveTo>
                  <a:lnTo>
                    <a:pt x="1336" y="5564"/>
                  </a:lnTo>
                  <a:lnTo>
                    <a:pt x="282" y="3187"/>
                  </a:lnTo>
                  <a:lnTo>
                    <a:pt x="0" y="1468"/>
                  </a:lnTo>
                  <a:lnTo>
                    <a:pt x="127" y="121"/>
                  </a:lnTo>
                  <a:lnTo>
                    <a:pt x="1224" y="0"/>
                  </a:lnTo>
                  <a:lnTo>
                    <a:pt x="1768" y="844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g819"/>
            <p:cNvSpPr/>
            <p:nvPr/>
          </p:nvSpPr>
          <p:spPr>
            <a:xfrm>
              <a:off x="4912116" y="3523756"/>
              <a:ext cx="2502" cy="9687"/>
            </a:xfrm>
            <a:custGeom>
              <a:avLst/>
              <a:pathLst>
                <a:path w="2502" h="9687">
                  <a:moveTo>
                    <a:pt x="2502" y="8782"/>
                  </a:moveTo>
                  <a:lnTo>
                    <a:pt x="2195" y="9687"/>
                  </a:lnTo>
                  <a:lnTo>
                    <a:pt x="694" y="8040"/>
                  </a:lnTo>
                  <a:lnTo>
                    <a:pt x="768" y="5426"/>
                  </a:lnTo>
                  <a:lnTo>
                    <a:pt x="566" y="4138"/>
                  </a:lnTo>
                  <a:lnTo>
                    <a:pt x="163" y="2781"/>
                  </a:lnTo>
                  <a:lnTo>
                    <a:pt x="0" y="1450"/>
                  </a:lnTo>
                  <a:lnTo>
                    <a:pt x="167" y="0"/>
                  </a:lnTo>
                  <a:lnTo>
                    <a:pt x="1088" y="1856"/>
                  </a:lnTo>
                  <a:lnTo>
                    <a:pt x="1608" y="4791"/>
                  </a:lnTo>
                  <a:lnTo>
                    <a:pt x="2323" y="7586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g820"/>
            <p:cNvSpPr/>
            <p:nvPr/>
          </p:nvSpPr>
          <p:spPr>
            <a:xfrm>
              <a:off x="4928432" y="3520072"/>
              <a:ext cx="990" cy="2983"/>
            </a:xfrm>
            <a:custGeom>
              <a:avLst/>
              <a:pathLst>
                <a:path w="990" h="2983">
                  <a:moveTo>
                    <a:pt x="917" y="2643"/>
                  </a:moveTo>
                  <a:lnTo>
                    <a:pt x="715" y="2983"/>
                  </a:lnTo>
                  <a:lnTo>
                    <a:pt x="272" y="2187"/>
                  </a:lnTo>
                  <a:lnTo>
                    <a:pt x="0" y="1314"/>
                  </a:lnTo>
                  <a:lnTo>
                    <a:pt x="16" y="435"/>
                  </a:lnTo>
                  <a:lnTo>
                    <a:pt x="332" y="0"/>
                  </a:lnTo>
                  <a:lnTo>
                    <a:pt x="980" y="1344"/>
                  </a:lnTo>
                  <a:lnTo>
                    <a:pt x="990" y="2089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g821"/>
            <p:cNvSpPr/>
            <p:nvPr/>
          </p:nvSpPr>
          <p:spPr>
            <a:xfrm>
              <a:off x="4926704" y="3514634"/>
              <a:ext cx="1260" cy="6188"/>
            </a:xfrm>
            <a:custGeom>
              <a:avLst/>
              <a:pathLst>
                <a:path w="1260" h="6188">
                  <a:moveTo>
                    <a:pt x="1009" y="4943"/>
                  </a:moveTo>
                  <a:lnTo>
                    <a:pt x="1040" y="6188"/>
                  </a:lnTo>
                  <a:lnTo>
                    <a:pt x="292" y="3354"/>
                  </a:lnTo>
                  <a:lnTo>
                    <a:pt x="0" y="0"/>
                  </a:lnTo>
                  <a:lnTo>
                    <a:pt x="592" y="1197"/>
                  </a:lnTo>
                  <a:lnTo>
                    <a:pt x="1260" y="3670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pg822"/>
            <p:cNvSpPr/>
            <p:nvPr/>
          </p:nvSpPr>
          <p:spPr>
            <a:xfrm>
              <a:off x="4815493" y="3510374"/>
              <a:ext cx="3674" cy="5381"/>
            </a:xfrm>
            <a:custGeom>
              <a:avLst/>
              <a:pathLst>
                <a:path w="3674" h="5381">
                  <a:moveTo>
                    <a:pt x="3204" y="0"/>
                  </a:moveTo>
                  <a:lnTo>
                    <a:pt x="3612" y="2825"/>
                  </a:lnTo>
                  <a:lnTo>
                    <a:pt x="3674" y="3895"/>
                  </a:lnTo>
                  <a:lnTo>
                    <a:pt x="1378" y="5381"/>
                  </a:lnTo>
                  <a:lnTo>
                    <a:pt x="0" y="1910"/>
                  </a:lnTo>
                  <a:lnTo>
                    <a:pt x="295" y="506"/>
                  </a:lnTo>
                  <a:lnTo>
                    <a:pt x="1484" y="567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pg823"/>
            <p:cNvSpPr/>
            <p:nvPr/>
          </p:nvSpPr>
          <p:spPr>
            <a:xfrm>
              <a:off x="4696750" y="3509458"/>
              <a:ext cx="4892" cy="16667"/>
            </a:xfrm>
            <a:custGeom>
              <a:avLst/>
              <a:pathLst>
                <a:path w="4892" h="16667">
                  <a:moveTo>
                    <a:pt x="3870" y="15586"/>
                  </a:moveTo>
                  <a:lnTo>
                    <a:pt x="2187" y="16667"/>
                  </a:lnTo>
                  <a:lnTo>
                    <a:pt x="1209" y="15146"/>
                  </a:lnTo>
                  <a:lnTo>
                    <a:pt x="2267" y="13272"/>
                  </a:lnTo>
                  <a:lnTo>
                    <a:pt x="2641" y="13148"/>
                  </a:lnTo>
                  <a:lnTo>
                    <a:pt x="2884" y="12781"/>
                  </a:lnTo>
                  <a:lnTo>
                    <a:pt x="2972" y="12020"/>
                  </a:lnTo>
                  <a:lnTo>
                    <a:pt x="1062" y="10786"/>
                  </a:lnTo>
                  <a:lnTo>
                    <a:pt x="520" y="9697"/>
                  </a:lnTo>
                  <a:lnTo>
                    <a:pt x="0" y="6922"/>
                  </a:lnTo>
                  <a:lnTo>
                    <a:pt x="14" y="5158"/>
                  </a:lnTo>
                  <a:lnTo>
                    <a:pt x="2463" y="491"/>
                  </a:lnTo>
                  <a:lnTo>
                    <a:pt x="3035" y="0"/>
                  </a:lnTo>
                  <a:lnTo>
                    <a:pt x="3124" y="1931"/>
                  </a:lnTo>
                  <a:lnTo>
                    <a:pt x="4819" y="6824"/>
                  </a:lnTo>
                  <a:lnTo>
                    <a:pt x="4892" y="10081"/>
                  </a:lnTo>
                  <a:lnTo>
                    <a:pt x="4827" y="11256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pg824"/>
            <p:cNvSpPr/>
            <p:nvPr/>
          </p:nvSpPr>
          <p:spPr>
            <a:xfrm>
              <a:off x="4707899" y="3504917"/>
              <a:ext cx="124374" cy="252364"/>
            </a:xfrm>
            <a:custGeom>
              <a:avLst/>
              <a:pathLst>
                <a:path w="124374" h="252364">
                  <a:moveTo>
                    <a:pt x="106968" y="5915"/>
                  </a:moveTo>
                  <a:lnTo>
                    <a:pt x="106867" y="6160"/>
                  </a:lnTo>
                  <a:lnTo>
                    <a:pt x="106018" y="7015"/>
                  </a:lnTo>
                  <a:lnTo>
                    <a:pt x="105622" y="8708"/>
                  </a:lnTo>
                  <a:lnTo>
                    <a:pt x="106782" y="11301"/>
                  </a:lnTo>
                  <a:lnTo>
                    <a:pt x="106864" y="13027"/>
                  </a:lnTo>
                  <a:lnTo>
                    <a:pt x="107766" y="14562"/>
                  </a:lnTo>
                  <a:lnTo>
                    <a:pt x="108866" y="16963"/>
                  </a:lnTo>
                  <a:lnTo>
                    <a:pt x="108909" y="17745"/>
                  </a:lnTo>
                  <a:lnTo>
                    <a:pt x="109283" y="18820"/>
                  </a:lnTo>
                  <a:lnTo>
                    <a:pt x="109471" y="20138"/>
                  </a:lnTo>
                  <a:lnTo>
                    <a:pt x="108696" y="21451"/>
                  </a:lnTo>
                  <a:lnTo>
                    <a:pt x="107653" y="21702"/>
                  </a:lnTo>
                  <a:lnTo>
                    <a:pt x="106881" y="20463"/>
                  </a:lnTo>
                  <a:lnTo>
                    <a:pt x="106169" y="18924"/>
                  </a:lnTo>
                  <a:lnTo>
                    <a:pt x="105987" y="20838"/>
                  </a:lnTo>
                  <a:lnTo>
                    <a:pt x="105437" y="21933"/>
                  </a:lnTo>
                  <a:lnTo>
                    <a:pt x="103432" y="21614"/>
                  </a:lnTo>
                  <a:lnTo>
                    <a:pt x="101997" y="21625"/>
                  </a:lnTo>
                  <a:lnTo>
                    <a:pt x="100570" y="22106"/>
                  </a:lnTo>
                  <a:lnTo>
                    <a:pt x="101285" y="22402"/>
                  </a:lnTo>
                  <a:lnTo>
                    <a:pt x="101933" y="23013"/>
                  </a:lnTo>
                  <a:lnTo>
                    <a:pt x="104153" y="27899"/>
                  </a:lnTo>
                  <a:lnTo>
                    <a:pt x="104627" y="29709"/>
                  </a:lnTo>
                  <a:lnTo>
                    <a:pt x="103852" y="33309"/>
                  </a:lnTo>
                  <a:lnTo>
                    <a:pt x="104229" y="34780"/>
                  </a:lnTo>
                  <a:lnTo>
                    <a:pt x="105088" y="35624"/>
                  </a:lnTo>
                  <a:lnTo>
                    <a:pt x="106134" y="37415"/>
                  </a:lnTo>
                  <a:lnTo>
                    <a:pt x="106879" y="37595"/>
                  </a:lnTo>
                  <a:lnTo>
                    <a:pt x="107415" y="38604"/>
                  </a:lnTo>
                  <a:lnTo>
                    <a:pt x="107437" y="40361"/>
                  </a:lnTo>
                  <a:lnTo>
                    <a:pt x="107751" y="41958"/>
                  </a:lnTo>
                  <a:lnTo>
                    <a:pt x="106903" y="42595"/>
                  </a:lnTo>
                  <a:lnTo>
                    <a:pt x="107743" y="43019"/>
                  </a:lnTo>
                  <a:lnTo>
                    <a:pt x="108489" y="43835"/>
                  </a:lnTo>
                  <a:lnTo>
                    <a:pt x="108080" y="44664"/>
                  </a:lnTo>
                  <a:lnTo>
                    <a:pt x="107763" y="45668"/>
                  </a:lnTo>
                  <a:lnTo>
                    <a:pt x="108108" y="46210"/>
                  </a:lnTo>
                  <a:lnTo>
                    <a:pt x="109131" y="47137"/>
                  </a:lnTo>
                  <a:lnTo>
                    <a:pt x="109578" y="47988"/>
                  </a:lnTo>
                  <a:lnTo>
                    <a:pt x="109812" y="50288"/>
                  </a:lnTo>
                  <a:lnTo>
                    <a:pt x="110810" y="54046"/>
                  </a:lnTo>
                  <a:lnTo>
                    <a:pt x="112641" y="58896"/>
                  </a:lnTo>
                  <a:lnTo>
                    <a:pt x="113041" y="60663"/>
                  </a:lnTo>
                  <a:lnTo>
                    <a:pt x="113038" y="62291"/>
                  </a:lnTo>
                  <a:lnTo>
                    <a:pt x="112733" y="63689"/>
                  </a:lnTo>
                  <a:lnTo>
                    <a:pt x="111689" y="65328"/>
                  </a:lnTo>
                  <a:lnTo>
                    <a:pt x="110853" y="67483"/>
                  </a:lnTo>
                  <a:lnTo>
                    <a:pt x="110752" y="68262"/>
                  </a:lnTo>
                  <a:lnTo>
                    <a:pt x="109619" y="69261"/>
                  </a:lnTo>
                  <a:lnTo>
                    <a:pt x="110137" y="69995"/>
                  </a:lnTo>
                  <a:lnTo>
                    <a:pt x="110549" y="70988"/>
                  </a:lnTo>
                  <a:lnTo>
                    <a:pt x="111336" y="73990"/>
                  </a:lnTo>
                  <a:lnTo>
                    <a:pt x="113211" y="78864"/>
                  </a:lnTo>
                  <a:lnTo>
                    <a:pt x="114155" y="80682"/>
                  </a:lnTo>
                  <a:lnTo>
                    <a:pt x="118040" y="87298"/>
                  </a:lnTo>
                  <a:lnTo>
                    <a:pt x="120104" y="90177"/>
                  </a:lnTo>
                  <a:lnTo>
                    <a:pt x="122740" y="96771"/>
                  </a:lnTo>
                  <a:lnTo>
                    <a:pt x="124109" y="98295"/>
                  </a:lnTo>
                  <a:lnTo>
                    <a:pt x="124374" y="100132"/>
                  </a:lnTo>
                  <a:lnTo>
                    <a:pt x="123231" y="102946"/>
                  </a:lnTo>
                  <a:lnTo>
                    <a:pt x="121566" y="104355"/>
                  </a:lnTo>
                  <a:lnTo>
                    <a:pt x="118819" y="105114"/>
                  </a:lnTo>
                  <a:lnTo>
                    <a:pt x="116064" y="104122"/>
                  </a:lnTo>
                  <a:lnTo>
                    <a:pt x="114639" y="103316"/>
                  </a:lnTo>
                  <a:lnTo>
                    <a:pt x="113398" y="101697"/>
                  </a:lnTo>
                  <a:lnTo>
                    <a:pt x="112421" y="98446"/>
                  </a:lnTo>
                  <a:lnTo>
                    <a:pt x="111129" y="96687"/>
                  </a:lnTo>
                  <a:lnTo>
                    <a:pt x="111627" y="98658"/>
                  </a:lnTo>
                  <a:lnTo>
                    <a:pt x="111940" y="100673"/>
                  </a:lnTo>
                  <a:lnTo>
                    <a:pt x="111778" y="102867"/>
                  </a:lnTo>
                  <a:lnTo>
                    <a:pt x="111270" y="104587"/>
                  </a:lnTo>
                  <a:lnTo>
                    <a:pt x="110400" y="105848"/>
                  </a:lnTo>
                  <a:lnTo>
                    <a:pt x="109467" y="106872"/>
                  </a:lnTo>
                  <a:lnTo>
                    <a:pt x="109074" y="107592"/>
                  </a:lnTo>
                  <a:lnTo>
                    <a:pt x="106708" y="119076"/>
                  </a:lnTo>
                  <a:lnTo>
                    <a:pt x="106323" y="122182"/>
                  </a:lnTo>
                  <a:lnTo>
                    <a:pt x="105603" y="135077"/>
                  </a:lnTo>
                  <a:lnTo>
                    <a:pt x="105592" y="138718"/>
                  </a:lnTo>
                  <a:lnTo>
                    <a:pt x="106653" y="145534"/>
                  </a:lnTo>
                  <a:lnTo>
                    <a:pt x="106751" y="149107"/>
                  </a:lnTo>
                  <a:lnTo>
                    <a:pt x="106961" y="150651"/>
                  </a:lnTo>
                  <a:lnTo>
                    <a:pt x="106821" y="151932"/>
                  </a:lnTo>
                  <a:lnTo>
                    <a:pt x="106318" y="152694"/>
                  </a:lnTo>
                  <a:lnTo>
                    <a:pt x="104287" y="154777"/>
                  </a:lnTo>
                  <a:lnTo>
                    <a:pt x="102850" y="156506"/>
                  </a:lnTo>
                  <a:lnTo>
                    <a:pt x="101687" y="158967"/>
                  </a:lnTo>
                  <a:lnTo>
                    <a:pt x="100746" y="162032"/>
                  </a:lnTo>
                  <a:lnTo>
                    <a:pt x="99920" y="164248"/>
                  </a:lnTo>
                  <a:lnTo>
                    <a:pt x="98818" y="165310"/>
                  </a:lnTo>
                  <a:lnTo>
                    <a:pt x="98022" y="165151"/>
                  </a:lnTo>
                  <a:lnTo>
                    <a:pt x="97376" y="164132"/>
                  </a:lnTo>
                  <a:lnTo>
                    <a:pt x="96925" y="162164"/>
                  </a:lnTo>
                  <a:lnTo>
                    <a:pt x="96670" y="160009"/>
                  </a:lnTo>
                  <a:lnTo>
                    <a:pt x="96501" y="161602"/>
                  </a:lnTo>
                  <a:lnTo>
                    <a:pt x="96532" y="163157"/>
                  </a:lnTo>
                  <a:lnTo>
                    <a:pt x="96909" y="164822"/>
                  </a:lnTo>
                  <a:lnTo>
                    <a:pt x="97054" y="166579"/>
                  </a:lnTo>
                  <a:lnTo>
                    <a:pt x="96837" y="168374"/>
                  </a:lnTo>
                  <a:lnTo>
                    <a:pt x="96366" y="169805"/>
                  </a:lnTo>
                  <a:lnTo>
                    <a:pt x="95087" y="171367"/>
                  </a:lnTo>
                  <a:lnTo>
                    <a:pt x="94382" y="172706"/>
                  </a:lnTo>
                  <a:lnTo>
                    <a:pt x="94267" y="175046"/>
                  </a:lnTo>
                  <a:lnTo>
                    <a:pt x="93927" y="176373"/>
                  </a:lnTo>
                  <a:lnTo>
                    <a:pt x="93438" y="177401"/>
                  </a:lnTo>
                  <a:lnTo>
                    <a:pt x="91638" y="179755"/>
                  </a:lnTo>
                  <a:lnTo>
                    <a:pt x="91237" y="180696"/>
                  </a:lnTo>
                  <a:lnTo>
                    <a:pt x="90939" y="181893"/>
                  </a:lnTo>
                  <a:lnTo>
                    <a:pt x="91899" y="181709"/>
                  </a:lnTo>
                  <a:lnTo>
                    <a:pt x="92776" y="181893"/>
                  </a:lnTo>
                  <a:lnTo>
                    <a:pt x="92841" y="184237"/>
                  </a:lnTo>
                  <a:lnTo>
                    <a:pt x="93117" y="185980"/>
                  </a:lnTo>
                  <a:lnTo>
                    <a:pt x="92766" y="189803"/>
                  </a:lnTo>
                  <a:lnTo>
                    <a:pt x="91414" y="192383"/>
                  </a:lnTo>
                  <a:lnTo>
                    <a:pt x="92089" y="192925"/>
                  </a:lnTo>
                  <a:lnTo>
                    <a:pt x="92700" y="193768"/>
                  </a:lnTo>
                  <a:lnTo>
                    <a:pt x="94057" y="194394"/>
                  </a:lnTo>
                  <a:lnTo>
                    <a:pt x="94517" y="197107"/>
                  </a:lnTo>
                  <a:lnTo>
                    <a:pt x="94317" y="200390"/>
                  </a:lnTo>
                  <a:lnTo>
                    <a:pt x="94071" y="203337"/>
                  </a:lnTo>
                  <a:lnTo>
                    <a:pt x="93098" y="204156"/>
                  </a:lnTo>
                  <a:lnTo>
                    <a:pt x="92492" y="203611"/>
                  </a:lnTo>
                  <a:lnTo>
                    <a:pt x="91890" y="203663"/>
                  </a:lnTo>
                  <a:lnTo>
                    <a:pt x="91449" y="204557"/>
                  </a:lnTo>
                  <a:lnTo>
                    <a:pt x="91331" y="206078"/>
                  </a:lnTo>
                  <a:lnTo>
                    <a:pt x="92174" y="205331"/>
                  </a:lnTo>
                  <a:lnTo>
                    <a:pt x="92126" y="209137"/>
                  </a:lnTo>
                  <a:lnTo>
                    <a:pt x="91899" y="212856"/>
                  </a:lnTo>
                  <a:lnTo>
                    <a:pt x="91620" y="214908"/>
                  </a:lnTo>
                  <a:lnTo>
                    <a:pt x="91105" y="216582"/>
                  </a:lnTo>
                  <a:lnTo>
                    <a:pt x="90326" y="217119"/>
                  </a:lnTo>
                  <a:lnTo>
                    <a:pt x="89592" y="215866"/>
                  </a:lnTo>
                  <a:lnTo>
                    <a:pt x="89442" y="217321"/>
                  </a:lnTo>
                  <a:lnTo>
                    <a:pt x="89666" y="218547"/>
                  </a:lnTo>
                  <a:lnTo>
                    <a:pt x="90714" y="221534"/>
                  </a:lnTo>
                  <a:lnTo>
                    <a:pt x="90071" y="222189"/>
                  </a:lnTo>
                  <a:lnTo>
                    <a:pt x="89602" y="223207"/>
                  </a:lnTo>
                  <a:lnTo>
                    <a:pt x="89391" y="224691"/>
                  </a:lnTo>
                  <a:lnTo>
                    <a:pt x="88250" y="228090"/>
                  </a:lnTo>
                  <a:lnTo>
                    <a:pt x="87746" y="230589"/>
                  </a:lnTo>
                  <a:lnTo>
                    <a:pt x="87533" y="233264"/>
                  </a:lnTo>
                  <a:lnTo>
                    <a:pt x="86999" y="235382"/>
                  </a:lnTo>
                  <a:lnTo>
                    <a:pt x="78386" y="244596"/>
                  </a:lnTo>
                  <a:lnTo>
                    <a:pt x="71419" y="252364"/>
                  </a:lnTo>
                  <a:lnTo>
                    <a:pt x="70913" y="251836"/>
                  </a:lnTo>
                  <a:lnTo>
                    <a:pt x="70576" y="250650"/>
                  </a:lnTo>
                  <a:lnTo>
                    <a:pt x="70338" y="238582"/>
                  </a:lnTo>
                  <a:lnTo>
                    <a:pt x="69476" y="232410"/>
                  </a:lnTo>
                  <a:lnTo>
                    <a:pt x="69346" y="228930"/>
                  </a:lnTo>
                  <a:lnTo>
                    <a:pt x="68364" y="232037"/>
                  </a:lnTo>
                  <a:lnTo>
                    <a:pt x="67761" y="231723"/>
                  </a:lnTo>
                  <a:lnTo>
                    <a:pt x="67109" y="230932"/>
                  </a:lnTo>
                  <a:lnTo>
                    <a:pt x="66619" y="229916"/>
                  </a:lnTo>
                  <a:lnTo>
                    <a:pt x="66583" y="228578"/>
                  </a:lnTo>
                  <a:lnTo>
                    <a:pt x="67109" y="224748"/>
                  </a:lnTo>
                  <a:lnTo>
                    <a:pt x="66472" y="226849"/>
                  </a:lnTo>
                  <a:lnTo>
                    <a:pt x="65777" y="228471"/>
                  </a:lnTo>
                  <a:lnTo>
                    <a:pt x="65056" y="228272"/>
                  </a:lnTo>
                  <a:lnTo>
                    <a:pt x="64435" y="227469"/>
                  </a:lnTo>
                  <a:lnTo>
                    <a:pt x="64205" y="226226"/>
                  </a:lnTo>
                  <a:lnTo>
                    <a:pt x="63875" y="226041"/>
                  </a:lnTo>
                  <a:lnTo>
                    <a:pt x="62352" y="229452"/>
                  </a:lnTo>
                  <a:lnTo>
                    <a:pt x="60341" y="231281"/>
                  </a:lnTo>
                  <a:lnTo>
                    <a:pt x="59221" y="231253"/>
                  </a:lnTo>
                  <a:lnTo>
                    <a:pt x="58339" y="230208"/>
                  </a:lnTo>
                  <a:lnTo>
                    <a:pt x="58385" y="227611"/>
                  </a:lnTo>
                  <a:lnTo>
                    <a:pt x="58296" y="225071"/>
                  </a:lnTo>
                  <a:lnTo>
                    <a:pt x="58049" y="223582"/>
                  </a:lnTo>
                  <a:lnTo>
                    <a:pt x="57509" y="223051"/>
                  </a:lnTo>
                  <a:lnTo>
                    <a:pt x="57011" y="223239"/>
                  </a:lnTo>
                  <a:lnTo>
                    <a:pt x="55567" y="224564"/>
                  </a:lnTo>
                  <a:lnTo>
                    <a:pt x="55052" y="224408"/>
                  </a:lnTo>
                  <a:lnTo>
                    <a:pt x="54755" y="225083"/>
                  </a:lnTo>
                  <a:lnTo>
                    <a:pt x="50940" y="215835"/>
                  </a:lnTo>
                  <a:lnTo>
                    <a:pt x="50169" y="223329"/>
                  </a:lnTo>
                  <a:lnTo>
                    <a:pt x="47534" y="227319"/>
                  </a:lnTo>
                  <a:lnTo>
                    <a:pt x="45588" y="229634"/>
                  </a:lnTo>
                  <a:lnTo>
                    <a:pt x="43659" y="228765"/>
                  </a:lnTo>
                  <a:lnTo>
                    <a:pt x="41697" y="227285"/>
                  </a:lnTo>
                  <a:lnTo>
                    <a:pt x="39744" y="229071"/>
                  </a:lnTo>
                  <a:lnTo>
                    <a:pt x="37624" y="233451"/>
                  </a:lnTo>
                  <a:lnTo>
                    <a:pt x="37038" y="234127"/>
                  </a:lnTo>
                  <a:lnTo>
                    <a:pt x="36430" y="234106"/>
                  </a:lnTo>
                  <a:lnTo>
                    <a:pt x="35985" y="233535"/>
                  </a:lnTo>
                  <a:lnTo>
                    <a:pt x="36137" y="230214"/>
                  </a:lnTo>
                  <a:lnTo>
                    <a:pt x="36156" y="226892"/>
                  </a:lnTo>
                  <a:lnTo>
                    <a:pt x="35997" y="219491"/>
                  </a:lnTo>
                  <a:lnTo>
                    <a:pt x="35828" y="218036"/>
                  </a:lnTo>
                  <a:lnTo>
                    <a:pt x="35221" y="216002"/>
                  </a:lnTo>
                  <a:lnTo>
                    <a:pt x="34414" y="214533"/>
                  </a:lnTo>
                  <a:lnTo>
                    <a:pt x="33964" y="215607"/>
                  </a:lnTo>
                  <a:lnTo>
                    <a:pt x="33559" y="217075"/>
                  </a:lnTo>
                  <a:lnTo>
                    <a:pt x="31948" y="217012"/>
                  </a:lnTo>
                  <a:lnTo>
                    <a:pt x="30377" y="215840"/>
                  </a:lnTo>
                  <a:lnTo>
                    <a:pt x="29039" y="216513"/>
                  </a:lnTo>
                  <a:lnTo>
                    <a:pt x="26388" y="219447"/>
                  </a:lnTo>
                  <a:lnTo>
                    <a:pt x="24978" y="219900"/>
                  </a:lnTo>
                  <a:lnTo>
                    <a:pt x="24221" y="219240"/>
                  </a:lnTo>
                  <a:lnTo>
                    <a:pt x="23739" y="217655"/>
                  </a:lnTo>
                  <a:lnTo>
                    <a:pt x="24015" y="216210"/>
                  </a:lnTo>
                  <a:lnTo>
                    <a:pt x="24598" y="215099"/>
                  </a:lnTo>
                  <a:lnTo>
                    <a:pt x="23510" y="215982"/>
                  </a:lnTo>
                  <a:lnTo>
                    <a:pt x="22581" y="217465"/>
                  </a:lnTo>
                  <a:lnTo>
                    <a:pt x="22178" y="218417"/>
                  </a:lnTo>
                  <a:lnTo>
                    <a:pt x="21746" y="217941"/>
                  </a:lnTo>
                  <a:lnTo>
                    <a:pt x="20584" y="214591"/>
                  </a:lnTo>
                  <a:lnTo>
                    <a:pt x="18160" y="215843"/>
                  </a:lnTo>
                  <a:lnTo>
                    <a:pt x="17832" y="216227"/>
                  </a:lnTo>
                  <a:lnTo>
                    <a:pt x="17234" y="217367"/>
                  </a:lnTo>
                  <a:lnTo>
                    <a:pt x="16661" y="216798"/>
                  </a:lnTo>
                  <a:lnTo>
                    <a:pt x="16371" y="215586"/>
                  </a:lnTo>
                  <a:lnTo>
                    <a:pt x="16269" y="208600"/>
                  </a:lnTo>
                  <a:lnTo>
                    <a:pt x="15036" y="195162"/>
                  </a:lnTo>
                  <a:lnTo>
                    <a:pt x="14693" y="188291"/>
                  </a:lnTo>
                  <a:lnTo>
                    <a:pt x="14427" y="186666"/>
                  </a:lnTo>
                  <a:lnTo>
                    <a:pt x="13006" y="184196"/>
                  </a:lnTo>
                  <a:lnTo>
                    <a:pt x="13054" y="180653"/>
                  </a:lnTo>
                  <a:lnTo>
                    <a:pt x="13790" y="177689"/>
                  </a:lnTo>
                  <a:lnTo>
                    <a:pt x="13947" y="174235"/>
                  </a:lnTo>
                  <a:lnTo>
                    <a:pt x="13739" y="170487"/>
                  </a:lnTo>
                  <a:lnTo>
                    <a:pt x="13295" y="166822"/>
                  </a:lnTo>
                  <a:lnTo>
                    <a:pt x="12737" y="164054"/>
                  </a:lnTo>
                  <a:lnTo>
                    <a:pt x="11939" y="161688"/>
                  </a:lnTo>
                  <a:lnTo>
                    <a:pt x="10878" y="159036"/>
                  </a:lnTo>
                  <a:lnTo>
                    <a:pt x="9574" y="157054"/>
                  </a:lnTo>
                  <a:lnTo>
                    <a:pt x="6761" y="154823"/>
                  </a:lnTo>
                  <a:lnTo>
                    <a:pt x="5277" y="155019"/>
                  </a:lnTo>
                  <a:lnTo>
                    <a:pt x="4726" y="154145"/>
                  </a:lnTo>
                  <a:lnTo>
                    <a:pt x="4355" y="153011"/>
                  </a:lnTo>
                  <a:lnTo>
                    <a:pt x="4505" y="150783"/>
                  </a:lnTo>
                  <a:lnTo>
                    <a:pt x="5008" y="149251"/>
                  </a:lnTo>
                  <a:lnTo>
                    <a:pt x="5681" y="148873"/>
                  </a:lnTo>
                  <a:lnTo>
                    <a:pt x="5761" y="148010"/>
                  </a:lnTo>
                  <a:lnTo>
                    <a:pt x="4333" y="146215"/>
                  </a:lnTo>
                  <a:lnTo>
                    <a:pt x="3142" y="143777"/>
                  </a:lnTo>
                  <a:lnTo>
                    <a:pt x="2769" y="142314"/>
                  </a:lnTo>
                  <a:lnTo>
                    <a:pt x="2656" y="140704"/>
                  </a:lnTo>
                  <a:lnTo>
                    <a:pt x="2664" y="136984"/>
                  </a:lnTo>
                  <a:lnTo>
                    <a:pt x="3007" y="134635"/>
                  </a:lnTo>
                  <a:lnTo>
                    <a:pt x="3194" y="133363"/>
                  </a:lnTo>
                  <a:lnTo>
                    <a:pt x="3563" y="129431"/>
                  </a:lnTo>
                  <a:lnTo>
                    <a:pt x="4339" y="128232"/>
                  </a:lnTo>
                  <a:lnTo>
                    <a:pt x="4212" y="127505"/>
                  </a:lnTo>
                  <a:lnTo>
                    <a:pt x="3879" y="126971"/>
                  </a:lnTo>
                  <a:lnTo>
                    <a:pt x="3392" y="125681"/>
                  </a:lnTo>
                  <a:lnTo>
                    <a:pt x="2994" y="124198"/>
                  </a:lnTo>
                  <a:lnTo>
                    <a:pt x="2084" y="121682"/>
                  </a:lnTo>
                  <a:lnTo>
                    <a:pt x="477" y="118643"/>
                  </a:lnTo>
                  <a:lnTo>
                    <a:pt x="208" y="113408"/>
                  </a:lnTo>
                  <a:lnTo>
                    <a:pt x="0" y="105692"/>
                  </a:lnTo>
                  <a:lnTo>
                    <a:pt x="135" y="102185"/>
                  </a:lnTo>
                  <a:lnTo>
                    <a:pt x="650" y="95626"/>
                  </a:lnTo>
                  <a:lnTo>
                    <a:pt x="1542" y="93561"/>
                  </a:lnTo>
                  <a:lnTo>
                    <a:pt x="2253" y="92987"/>
                  </a:lnTo>
                  <a:lnTo>
                    <a:pt x="2784" y="92102"/>
                  </a:lnTo>
                  <a:lnTo>
                    <a:pt x="2347" y="91975"/>
                  </a:lnTo>
                  <a:lnTo>
                    <a:pt x="1969" y="92300"/>
                  </a:lnTo>
                  <a:lnTo>
                    <a:pt x="1288" y="92522"/>
                  </a:lnTo>
                  <a:lnTo>
                    <a:pt x="1846" y="86647"/>
                  </a:lnTo>
                  <a:lnTo>
                    <a:pt x="2098" y="84950"/>
                  </a:lnTo>
                  <a:lnTo>
                    <a:pt x="3218" y="81665"/>
                  </a:lnTo>
                  <a:lnTo>
                    <a:pt x="4532" y="78758"/>
                  </a:lnTo>
                  <a:lnTo>
                    <a:pt x="5087" y="75341"/>
                  </a:lnTo>
                  <a:lnTo>
                    <a:pt x="5832" y="72338"/>
                  </a:lnTo>
                  <a:lnTo>
                    <a:pt x="8922" y="69241"/>
                  </a:lnTo>
                  <a:lnTo>
                    <a:pt x="7812" y="73122"/>
                  </a:lnTo>
                  <a:lnTo>
                    <a:pt x="7935" y="74536"/>
                  </a:lnTo>
                  <a:lnTo>
                    <a:pt x="8205" y="75778"/>
                  </a:lnTo>
                  <a:lnTo>
                    <a:pt x="9007" y="76654"/>
                  </a:lnTo>
                  <a:lnTo>
                    <a:pt x="9231" y="81434"/>
                  </a:lnTo>
                  <a:lnTo>
                    <a:pt x="10240" y="84151"/>
                  </a:lnTo>
                  <a:lnTo>
                    <a:pt x="11256" y="86632"/>
                  </a:lnTo>
                  <a:lnTo>
                    <a:pt x="12002" y="87847"/>
                  </a:lnTo>
                  <a:lnTo>
                    <a:pt x="12821" y="89615"/>
                  </a:lnTo>
                  <a:lnTo>
                    <a:pt x="13399" y="91254"/>
                  </a:lnTo>
                  <a:lnTo>
                    <a:pt x="14005" y="92637"/>
                  </a:lnTo>
                  <a:lnTo>
                    <a:pt x="14917" y="93985"/>
                  </a:lnTo>
                  <a:lnTo>
                    <a:pt x="17391" y="99722"/>
                  </a:lnTo>
                  <a:lnTo>
                    <a:pt x="18425" y="101404"/>
                  </a:lnTo>
                  <a:lnTo>
                    <a:pt x="19195" y="103088"/>
                  </a:lnTo>
                  <a:lnTo>
                    <a:pt x="19742" y="103682"/>
                  </a:lnTo>
                  <a:lnTo>
                    <a:pt x="21087" y="103205"/>
                  </a:lnTo>
                  <a:lnTo>
                    <a:pt x="25077" y="99091"/>
                  </a:lnTo>
                  <a:lnTo>
                    <a:pt x="25793" y="98824"/>
                  </a:lnTo>
                  <a:lnTo>
                    <a:pt x="27092" y="98110"/>
                  </a:lnTo>
                  <a:lnTo>
                    <a:pt x="29379" y="98327"/>
                  </a:lnTo>
                  <a:lnTo>
                    <a:pt x="31803" y="99729"/>
                  </a:lnTo>
                  <a:lnTo>
                    <a:pt x="32587" y="99771"/>
                  </a:lnTo>
                  <a:lnTo>
                    <a:pt x="33336" y="98935"/>
                  </a:lnTo>
                  <a:lnTo>
                    <a:pt x="34371" y="99184"/>
                  </a:lnTo>
                  <a:lnTo>
                    <a:pt x="35339" y="99619"/>
                  </a:lnTo>
                  <a:lnTo>
                    <a:pt x="35824" y="99259"/>
                  </a:lnTo>
                  <a:lnTo>
                    <a:pt x="37232" y="96256"/>
                  </a:lnTo>
                  <a:lnTo>
                    <a:pt x="39150" y="95367"/>
                  </a:lnTo>
                  <a:lnTo>
                    <a:pt x="39768" y="92405"/>
                  </a:lnTo>
                  <a:lnTo>
                    <a:pt x="40246" y="89610"/>
                  </a:lnTo>
                  <a:lnTo>
                    <a:pt x="40473" y="86630"/>
                  </a:lnTo>
                  <a:lnTo>
                    <a:pt x="41274" y="85431"/>
                  </a:lnTo>
                  <a:lnTo>
                    <a:pt x="42396" y="84393"/>
                  </a:lnTo>
                  <a:lnTo>
                    <a:pt x="44057" y="83083"/>
                  </a:lnTo>
                  <a:lnTo>
                    <a:pt x="49817" y="82849"/>
                  </a:lnTo>
                  <a:lnTo>
                    <a:pt x="50376" y="83424"/>
                  </a:lnTo>
                  <a:lnTo>
                    <a:pt x="50496" y="84940"/>
                  </a:lnTo>
                  <a:lnTo>
                    <a:pt x="50376" y="86096"/>
                  </a:lnTo>
                  <a:lnTo>
                    <a:pt x="50601" y="86783"/>
                  </a:lnTo>
                  <a:lnTo>
                    <a:pt x="51368" y="86845"/>
                  </a:lnTo>
                  <a:lnTo>
                    <a:pt x="52079" y="87544"/>
                  </a:lnTo>
                  <a:lnTo>
                    <a:pt x="54950" y="89937"/>
                  </a:lnTo>
                  <a:lnTo>
                    <a:pt x="56175" y="90675"/>
                  </a:lnTo>
                  <a:lnTo>
                    <a:pt x="56853" y="90491"/>
                  </a:lnTo>
                  <a:lnTo>
                    <a:pt x="58199" y="92632"/>
                  </a:lnTo>
                  <a:lnTo>
                    <a:pt x="58932" y="91903"/>
                  </a:lnTo>
                  <a:lnTo>
                    <a:pt x="59903" y="90403"/>
                  </a:lnTo>
                  <a:lnTo>
                    <a:pt x="60827" y="88378"/>
                  </a:lnTo>
                  <a:lnTo>
                    <a:pt x="61655" y="86771"/>
                  </a:lnTo>
                  <a:lnTo>
                    <a:pt x="62860" y="86151"/>
                  </a:lnTo>
                  <a:lnTo>
                    <a:pt x="64415" y="86237"/>
                  </a:lnTo>
                  <a:lnTo>
                    <a:pt x="66250" y="85689"/>
                  </a:lnTo>
                  <a:lnTo>
                    <a:pt x="67637" y="84827"/>
                  </a:lnTo>
                  <a:lnTo>
                    <a:pt x="69184" y="86247"/>
                  </a:lnTo>
                  <a:lnTo>
                    <a:pt x="69597" y="85800"/>
                  </a:lnTo>
                  <a:lnTo>
                    <a:pt x="69863" y="84410"/>
                  </a:lnTo>
                  <a:lnTo>
                    <a:pt x="70662" y="81370"/>
                  </a:lnTo>
                  <a:lnTo>
                    <a:pt x="71016" y="79325"/>
                  </a:lnTo>
                  <a:lnTo>
                    <a:pt x="71327" y="75401"/>
                  </a:lnTo>
                  <a:lnTo>
                    <a:pt x="71542" y="74464"/>
                  </a:lnTo>
                  <a:lnTo>
                    <a:pt x="72128" y="73925"/>
                  </a:lnTo>
                  <a:lnTo>
                    <a:pt x="72732" y="73188"/>
                  </a:lnTo>
                  <a:lnTo>
                    <a:pt x="72889" y="72011"/>
                  </a:lnTo>
                  <a:lnTo>
                    <a:pt x="73109" y="70645"/>
                  </a:lnTo>
                  <a:lnTo>
                    <a:pt x="72927" y="69495"/>
                  </a:lnTo>
                  <a:lnTo>
                    <a:pt x="72584" y="68529"/>
                  </a:lnTo>
                  <a:lnTo>
                    <a:pt x="72223" y="65256"/>
                  </a:lnTo>
                  <a:lnTo>
                    <a:pt x="72342" y="63762"/>
                  </a:lnTo>
                  <a:lnTo>
                    <a:pt x="72565" y="62653"/>
                  </a:lnTo>
                  <a:lnTo>
                    <a:pt x="73180" y="62094"/>
                  </a:lnTo>
                  <a:lnTo>
                    <a:pt x="74819" y="59688"/>
                  </a:lnTo>
                  <a:lnTo>
                    <a:pt x="76268" y="56871"/>
                  </a:lnTo>
                  <a:lnTo>
                    <a:pt x="77061" y="55489"/>
                  </a:lnTo>
                  <a:lnTo>
                    <a:pt x="77410" y="54595"/>
                  </a:lnTo>
                  <a:lnTo>
                    <a:pt x="77432" y="53303"/>
                  </a:lnTo>
                  <a:lnTo>
                    <a:pt x="76803" y="51958"/>
                  </a:lnTo>
                  <a:lnTo>
                    <a:pt x="76197" y="51314"/>
                  </a:lnTo>
                  <a:lnTo>
                    <a:pt x="76151" y="49754"/>
                  </a:lnTo>
                  <a:lnTo>
                    <a:pt x="76174" y="48678"/>
                  </a:lnTo>
                  <a:lnTo>
                    <a:pt x="76356" y="47662"/>
                  </a:lnTo>
                  <a:lnTo>
                    <a:pt x="76268" y="46675"/>
                  </a:lnTo>
                  <a:lnTo>
                    <a:pt x="76265" y="45200"/>
                  </a:lnTo>
                  <a:lnTo>
                    <a:pt x="76651" y="43612"/>
                  </a:lnTo>
                  <a:lnTo>
                    <a:pt x="77544" y="41260"/>
                  </a:lnTo>
                  <a:lnTo>
                    <a:pt x="78248" y="39739"/>
                  </a:lnTo>
                  <a:lnTo>
                    <a:pt x="79027" y="40684"/>
                  </a:lnTo>
                  <a:lnTo>
                    <a:pt x="79941" y="40247"/>
                  </a:lnTo>
                  <a:lnTo>
                    <a:pt x="80807" y="39491"/>
                  </a:lnTo>
                  <a:lnTo>
                    <a:pt x="81286" y="36719"/>
                  </a:lnTo>
                  <a:lnTo>
                    <a:pt x="81359" y="35389"/>
                  </a:lnTo>
                  <a:lnTo>
                    <a:pt x="81244" y="34340"/>
                  </a:lnTo>
                  <a:lnTo>
                    <a:pt x="81546" y="30388"/>
                  </a:lnTo>
                  <a:lnTo>
                    <a:pt x="81616" y="29818"/>
                  </a:lnTo>
                  <a:lnTo>
                    <a:pt x="82186" y="27334"/>
                  </a:lnTo>
                  <a:lnTo>
                    <a:pt x="82243" y="25663"/>
                  </a:lnTo>
                  <a:lnTo>
                    <a:pt x="81920" y="21780"/>
                  </a:lnTo>
                  <a:lnTo>
                    <a:pt x="82122" y="18844"/>
                  </a:lnTo>
                  <a:lnTo>
                    <a:pt x="82215" y="12766"/>
                  </a:lnTo>
                  <a:lnTo>
                    <a:pt x="82556" y="11679"/>
                  </a:lnTo>
                  <a:lnTo>
                    <a:pt x="82944" y="8534"/>
                  </a:lnTo>
                  <a:lnTo>
                    <a:pt x="83576" y="5253"/>
                  </a:lnTo>
                  <a:lnTo>
                    <a:pt x="84855" y="3458"/>
                  </a:lnTo>
                  <a:lnTo>
                    <a:pt x="85526" y="1108"/>
                  </a:lnTo>
                  <a:lnTo>
                    <a:pt x="85822" y="672"/>
                  </a:lnTo>
                  <a:lnTo>
                    <a:pt x="86259" y="653"/>
                  </a:lnTo>
                  <a:lnTo>
                    <a:pt x="87806" y="2367"/>
                  </a:lnTo>
                  <a:lnTo>
                    <a:pt x="89199" y="461"/>
                  </a:lnTo>
                  <a:lnTo>
                    <a:pt x="90455" y="243"/>
                  </a:lnTo>
                  <a:lnTo>
                    <a:pt x="91492" y="504"/>
                  </a:lnTo>
                  <a:lnTo>
                    <a:pt x="92077" y="1284"/>
                  </a:lnTo>
                  <a:lnTo>
                    <a:pt x="92655" y="1849"/>
                  </a:lnTo>
                  <a:lnTo>
                    <a:pt x="93892" y="0"/>
                  </a:lnTo>
                  <a:lnTo>
                    <a:pt x="94365" y="323"/>
                  </a:lnTo>
                  <a:lnTo>
                    <a:pt x="94809" y="956"/>
                  </a:lnTo>
                  <a:lnTo>
                    <a:pt x="95421" y="936"/>
                  </a:lnTo>
                  <a:lnTo>
                    <a:pt x="96151" y="467"/>
                  </a:lnTo>
                  <a:lnTo>
                    <a:pt x="97949" y="906"/>
                  </a:lnTo>
                  <a:lnTo>
                    <a:pt x="101121" y="996"/>
                  </a:lnTo>
                  <a:lnTo>
                    <a:pt x="103305" y="2112"/>
                  </a:lnTo>
                  <a:lnTo>
                    <a:pt x="105444" y="5257"/>
                  </a:lnTo>
                  <a:lnTo>
                    <a:pt x="106510" y="5892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" name="pg825"/>
            <p:cNvSpPr/>
            <p:nvPr/>
          </p:nvSpPr>
          <p:spPr>
            <a:xfrm>
              <a:off x="4927531" y="3499684"/>
              <a:ext cx="2672" cy="15817"/>
            </a:xfrm>
            <a:custGeom>
              <a:avLst/>
              <a:pathLst>
                <a:path w="2672" h="15817">
                  <a:moveTo>
                    <a:pt x="1383" y="15200"/>
                  </a:moveTo>
                  <a:lnTo>
                    <a:pt x="885" y="15817"/>
                  </a:lnTo>
                  <a:lnTo>
                    <a:pt x="83" y="15591"/>
                  </a:lnTo>
                  <a:lnTo>
                    <a:pt x="0" y="14092"/>
                  </a:lnTo>
                  <a:lnTo>
                    <a:pt x="809" y="11396"/>
                  </a:lnTo>
                  <a:lnTo>
                    <a:pt x="1345" y="8551"/>
                  </a:lnTo>
                  <a:lnTo>
                    <a:pt x="774" y="7840"/>
                  </a:lnTo>
                  <a:lnTo>
                    <a:pt x="216" y="6019"/>
                  </a:lnTo>
                  <a:lnTo>
                    <a:pt x="197" y="3902"/>
                  </a:lnTo>
                  <a:lnTo>
                    <a:pt x="652" y="0"/>
                  </a:lnTo>
                  <a:lnTo>
                    <a:pt x="1332" y="315"/>
                  </a:lnTo>
                  <a:lnTo>
                    <a:pt x="1982" y="2011"/>
                  </a:lnTo>
                  <a:lnTo>
                    <a:pt x="2248" y="5182"/>
                  </a:lnTo>
                  <a:lnTo>
                    <a:pt x="2672" y="7590"/>
                  </a:lnTo>
                  <a:lnTo>
                    <a:pt x="1766" y="10871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" name="pg826"/>
            <p:cNvSpPr/>
            <p:nvPr/>
          </p:nvSpPr>
          <p:spPr>
            <a:xfrm>
              <a:off x="4538853" y="3467744"/>
              <a:ext cx="133908" cy="340899"/>
            </a:xfrm>
            <a:custGeom>
              <a:avLst/>
              <a:pathLst>
                <a:path w="133908" h="340899">
                  <a:moveTo>
                    <a:pt x="15868" y="11803"/>
                  </a:moveTo>
                  <a:lnTo>
                    <a:pt x="17381" y="12073"/>
                  </a:lnTo>
                  <a:lnTo>
                    <a:pt x="20188" y="10470"/>
                  </a:lnTo>
                  <a:lnTo>
                    <a:pt x="21732" y="10627"/>
                  </a:lnTo>
                  <a:lnTo>
                    <a:pt x="23187" y="11786"/>
                  </a:lnTo>
                  <a:lnTo>
                    <a:pt x="24479" y="12454"/>
                  </a:lnTo>
                  <a:lnTo>
                    <a:pt x="27697" y="11606"/>
                  </a:lnTo>
                  <a:lnTo>
                    <a:pt x="28301" y="11834"/>
                  </a:lnTo>
                  <a:lnTo>
                    <a:pt x="28881" y="12497"/>
                  </a:lnTo>
                  <a:lnTo>
                    <a:pt x="29379" y="13546"/>
                  </a:lnTo>
                  <a:lnTo>
                    <a:pt x="30850" y="17394"/>
                  </a:lnTo>
                  <a:lnTo>
                    <a:pt x="33339" y="22127"/>
                  </a:lnTo>
                  <a:lnTo>
                    <a:pt x="34057" y="25155"/>
                  </a:lnTo>
                  <a:lnTo>
                    <a:pt x="34467" y="28560"/>
                  </a:lnTo>
                  <a:lnTo>
                    <a:pt x="34724" y="29360"/>
                  </a:lnTo>
                  <a:lnTo>
                    <a:pt x="37535" y="35880"/>
                  </a:lnTo>
                  <a:lnTo>
                    <a:pt x="37842" y="38605"/>
                  </a:lnTo>
                  <a:lnTo>
                    <a:pt x="37446" y="42381"/>
                  </a:lnTo>
                  <a:lnTo>
                    <a:pt x="38261" y="45385"/>
                  </a:lnTo>
                  <a:lnTo>
                    <a:pt x="40988" y="48201"/>
                  </a:lnTo>
                  <a:lnTo>
                    <a:pt x="42597" y="50253"/>
                  </a:lnTo>
                  <a:lnTo>
                    <a:pt x="42941" y="51511"/>
                  </a:lnTo>
                  <a:lnTo>
                    <a:pt x="43178" y="53012"/>
                  </a:lnTo>
                  <a:lnTo>
                    <a:pt x="44069" y="55238"/>
                  </a:lnTo>
                  <a:lnTo>
                    <a:pt x="45188" y="56688"/>
                  </a:lnTo>
                  <a:lnTo>
                    <a:pt x="48674" y="60503"/>
                  </a:lnTo>
                  <a:lnTo>
                    <a:pt x="53244" y="68483"/>
                  </a:lnTo>
                  <a:lnTo>
                    <a:pt x="55846" y="72269"/>
                  </a:lnTo>
                  <a:lnTo>
                    <a:pt x="57997" y="78027"/>
                  </a:lnTo>
                  <a:lnTo>
                    <a:pt x="58772" y="80783"/>
                  </a:lnTo>
                  <a:lnTo>
                    <a:pt x="59411" y="83758"/>
                  </a:lnTo>
                  <a:lnTo>
                    <a:pt x="60719" y="88091"/>
                  </a:lnTo>
                  <a:lnTo>
                    <a:pt x="62940" y="93440"/>
                  </a:lnTo>
                  <a:lnTo>
                    <a:pt x="63501" y="95069"/>
                  </a:lnTo>
                  <a:lnTo>
                    <a:pt x="64099" y="97428"/>
                  </a:lnTo>
                  <a:lnTo>
                    <a:pt x="64788" y="99621"/>
                  </a:lnTo>
                  <a:lnTo>
                    <a:pt x="65613" y="101638"/>
                  </a:lnTo>
                  <a:lnTo>
                    <a:pt x="66597" y="103180"/>
                  </a:lnTo>
                  <a:lnTo>
                    <a:pt x="67605" y="103679"/>
                  </a:lnTo>
                  <a:lnTo>
                    <a:pt x="69228" y="107545"/>
                  </a:lnTo>
                  <a:lnTo>
                    <a:pt x="70105" y="108757"/>
                  </a:lnTo>
                  <a:lnTo>
                    <a:pt x="69967" y="105733"/>
                  </a:lnTo>
                  <a:lnTo>
                    <a:pt x="69229" y="103085"/>
                  </a:lnTo>
                  <a:lnTo>
                    <a:pt x="69240" y="101488"/>
                  </a:lnTo>
                  <a:lnTo>
                    <a:pt x="69369" y="100059"/>
                  </a:lnTo>
                  <a:lnTo>
                    <a:pt x="69971" y="98856"/>
                  </a:lnTo>
                  <a:lnTo>
                    <a:pt x="70698" y="98518"/>
                  </a:lnTo>
                  <a:lnTo>
                    <a:pt x="72059" y="99619"/>
                  </a:lnTo>
                  <a:lnTo>
                    <a:pt x="74267" y="104206"/>
                  </a:lnTo>
                  <a:lnTo>
                    <a:pt x="75200" y="106878"/>
                  </a:lnTo>
                  <a:lnTo>
                    <a:pt x="75901" y="110566"/>
                  </a:lnTo>
                  <a:lnTo>
                    <a:pt x="76487" y="114395"/>
                  </a:lnTo>
                  <a:lnTo>
                    <a:pt x="77370" y="116297"/>
                  </a:lnTo>
                  <a:lnTo>
                    <a:pt x="78584" y="116962"/>
                  </a:lnTo>
                  <a:lnTo>
                    <a:pt x="79932" y="117238"/>
                  </a:lnTo>
                  <a:lnTo>
                    <a:pt x="81172" y="118415"/>
                  </a:lnTo>
                  <a:lnTo>
                    <a:pt x="84074" y="123712"/>
                  </a:lnTo>
                  <a:lnTo>
                    <a:pt x="85038" y="126200"/>
                  </a:lnTo>
                  <a:lnTo>
                    <a:pt x="85768" y="129127"/>
                  </a:lnTo>
                  <a:lnTo>
                    <a:pt x="86271" y="132589"/>
                  </a:lnTo>
                  <a:lnTo>
                    <a:pt x="86584" y="136224"/>
                  </a:lnTo>
                  <a:lnTo>
                    <a:pt x="86778" y="137062"/>
                  </a:lnTo>
                  <a:lnTo>
                    <a:pt x="88640" y="141445"/>
                  </a:lnTo>
                  <a:lnTo>
                    <a:pt x="89619" y="143298"/>
                  </a:lnTo>
                  <a:lnTo>
                    <a:pt x="90818" y="144198"/>
                  </a:lnTo>
                  <a:lnTo>
                    <a:pt x="94310" y="145184"/>
                  </a:lnTo>
                  <a:lnTo>
                    <a:pt x="95543" y="146699"/>
                  </a:lnTo>
                  <a:lnTo>
                    <a:pt x="96561" y="149219"/>
                  </a:lnTo>
                  <a:lnTo>
                    <a:pt x="96989" y="151788"/>
                  </a:lnTo>
                  <a:lnTo>
                    <a:pt x="96261" y="154053"/>
                  </a:lnTo>
                  <a:lnTo>
                    <a:pt x="93531" y="157527"/>
                  </a:lnTo>
                  <a:lnTo>
                    <a:pt x="90615" y="159929"/>
                  </a:lnTo>
                  <a:lnTo>
                    <a:pt x="93448" y="159101"/>
                  </a:lnTo>
                  <a:lnTo>
                    <a:pt x="94884" y="158093"/>
                  </a:lnTo>
                  <a:lnTo>
                    <a:pt x="96203" y="156516"/>
                  </a:lnTo>
                  <a:lnTo>
                    <a:pt x="97509" y="154512"/>
                  </a:lnTo>
                  <a:lnTo>
                    <a:pt x="99581" y="151712"/>
                  </a:lnTo>
                  <a:lnTo>
                    <a:pt x="100351" y="151145"/>
                  </a:lnTo>
                  <a:lnTo>
                    <a:pt x="101256" y="151346"/>
                  </a:lnTo>
                  <a:lnTo>
                    <a:pt x="102078" y="152137"/>
                  </a:lnTo>
                  <a:lnTo>
                    <a:pt x="103309" y="154888"/>
                  </a:lnTo>
                  <a:lnTo>
                    <a:pt x="104469" y="157788"/>
                  </a:lnTo>
                  <a:lnTo>
                    <a:pt x="105334" y="161172"/>
                  </a:lnTo>
                  <a:lnTo>
                    <a:pt x="105876" y="164937"/>
                  </a:lnTo>
                  <a:lnTo>
                    <a:pt x="104886" y="166904"/>
                  </a:lnTo>
                  <a:lnTo>
                    <a:pt x="103442" y="168357"/>
                  </a:lnTo>
                  <a:lnTo>
                    <a:pt x="101456" y="171993"/>
                  </a:lnTo>
                  <a:lnTo>
                    <a:pt x="101247" y="173430"/>
                  </a:lnTo>
                  <a:lnTo>
                    <a:pt x="101652" y="174353"/>
                  </a:lnTo>
                  <a:lnTo>
                    <a:pt x="101168" y="177028"/>
                  </a:lnTo>
                  <a:lnTo>
                    <a:pt x="102281" y="178679"/>
                  </a:lnTo>
                  <a:lnTo>
                    <a:pt x="102451" y="180081"/>
                  </a:lnTo>
                  <a:lnTo>
                    <a:pt x="101488" y="182093"/>
                  </a:lnTo>
                  <a:lnTo>
                    <a:pt x="101580" y="183333"/>
                  </a:lnTo>
                  <a:lnTo>
                    <a:pt x="102742" y="188626"/>
                  </a:lnTo>
                  <a:lnTo>
                    <a:pt x="103295" y="189838"/>
                  </a:lnTo>
                  <a:lnTo>
                    <a:pt x="105066" y="192527"/>
                  </a:lnTo>
                  <a:lnTo>
                    <a:pt x="107768" y="195257"/>
                  </a:lnTo>
                  <a:lnTo>
                    <a:pt x="109262" y="196506"/>
                  </a:lnTo>
                  <a:lnTo>
                    <a:pt x="110958" y="197479"/>
                  </a:lnTo>
                  <a:lnTo>
                    <a:pt x="111686" y="197453"/>
                  </a:lnTo>
                  <a:lnTo>
                    <a:pt x="112957" y="197009"/>
                  </a:lnTo>
                  <a:lnTo>
                    <a:pt x="113213" y="198068"/>
                  </a:lnTo>
                  <a:lnTo>
                    <a:pt x="113761" y="203282"/>
                  </a:lnTo>
                  <a:lnTo>
                    <a:pt x="114022" y="206583"/>
                  </a:lnTo>
                  <a:lnTo>
                    <a:pt x="114410" y="213607"/>
                  </a:lnTo>
                  <a:lnTo>
                    <a:pt x="114907" y="216521"/>
                  </a:lnTo>
                  <a:lnTo>
                    <a:pt x="114874" y="220088"/>
                  </a:lnTo>
                  <a:lnTo>
                    <a:pt x="115526" y="223112"/>
                  </a:lnTo>
                  <a:lnTo>
                    <a:pt x="116854" y="225045"/>
                  </a:lnTo>
                  <a:lnTo>
                    <a:pt x="118269" y="226630"/>
                  </a:lnTo>
                  <a:lnTo>
                    <a:pt x="118938" y="228171"/>
                  </a:lnTo>
                  <a:lnTo>
                    <a:pt x="118929" y="230499"/>
                  </a:lnTo>
                  <a:lnTo>
                    <a:pt x="118702" y="232343"/>
                  </a:lnTo>
                  <a:lnTo>
                    <a:pt x="118223" y="233777"/>
                  </a:lnTo>
                  <a:lnTo>
                    <a:pt x="116757" y="236816"/>
                  </a:lnTo>
                  <a:lnTo>
                    <a:pt x="116495" y="238126"/>
                  </a:lnTo>
                  <a:lnTo>
                    <a:pt x="116289" y="241479"/>
                  </a:lnTo>
                  <a:lnTo>
                    <a:pt x="116538" y="243012"/>
                  </a:lnTo>
                  <a:lnTo>
                    <a:pt x="117125" y="243098"/>
                  </a:lnTo>
                  <a:lnTo>
                    <a:pt x="117587" y="242293"/>
                  </a:lnTo>
                  <a:lnTo>
                    <a:pt x="119347" y="237800"/>
                  </a:lnTo>
                  <a:lnTo>
                    <a:pt x="119823" y="237012"/>
                  </a:lnTo>
                  <a:lnTo>
                    <a:pt x="120487" y="236383"/>
                  </a:lnTo>
                  <a:lnTo>
                    <a:pt x="121167" y="235988"/>
                  </a:lnTo>
                  <a:lnTo>
                    <a:pt x="124383" y="235950"/>
                  </a:lnTo>
                  <a:lnTo>
                    <a:pt x="125746" y="236657"/>
                  </a:lnTo>
                  <a:lnTo>
                    <a:pt x="126960" y="238120"/>
                  </a:lnTo>
                  <a:lnTo>
                    <a:pt x="128030" y="239961"/>
                  </a:lnTo>
                  <a:lnTo>
                    <a:pt x="131943" y="251657"/>
                  </a:lnTo>
                  <a:lnTo>
                    <a:pt x="133735" y="258112"/>
                  </a:lnTo>
                  <a:lnTo>
                    <a:pt x="133876" y="259719"/>
                  </a:lnTo>
                  <a:lnTo>
                    <a:pt x="133908" y="261390"/>
                  </a:lnTo>
                  <a:lnTo>
                    <a:pt x="133603" y="262683"/>
                  </a:lnTo>
                  <a:lnTo>
                    <a:pt x="131972" y="267089"/>
                  </a:lnTo>
                  <a:lnTo>
                    <a:pt x="131769" y="268307"/>
                  </a:lnTo>
                  <a:lnTo>
                    <a:pt x="131259" y="273106"/>
                  </a:lnTo>
                  <a:lnTo>
                    <a:pt x="131356" y="276560"/>
                  </a:lnTo>
                  <a:lnTo>
                    <a:pt x="131898" y="278012"/>
                  </a:lnTo>
                  <a:lnTo>
                    <a:pt x="132330" y="279587"/>
                  </a:lnTo>
                  <a:lnTo>
                    <a:pt x="132296" y="281016"/>
                  </a:lnTo>
                  <a:lnTo>
                    <a:pt x="131221" y="288120"/>
                  </a:lnTo>
                  <a:lnTo>
                    <a:pt x="131108" y="289335"/>
                  </a:lnTo>
                  <a:lnTo>
                    <a:pt x="131787" y="300889"/>
                  </a:lnTo>
                  <a:lnTo>
                    <a:pt x="131837" y="304017"/>
                  </a:lnTo>
                  <a:lnTo>
                    <a:pt x="131698" y="307973"/>
                  </a:lnTo>
                  <a:lnTo>
                    <a:pt x="131796" y="314353"/>
                  </a:lnTo>
                  <a:lnTo>
                    <a:pt x="130918" y="334062"/>
                  </a:lnTo>
                  <a:lnTo>
                    <a:pt x="130753" y="335240"/>
                  </a:lnTo>
                  <a:lnTo>
                    <a:pt x="130082" y="338249"/>
                  </a:lnTo>
                  <a:lnTo>
                    <a:pt x="129196" y="338229"/>
                  </a:lnTo>
                  <a:lnTo>
                    <a:pt x="128481" y="337698"/>
                  </a:lnTo>
                  <a:lnTo>
                    <a:pt x="127979" y="336547"/>
                  </a:lnTo>
                  <a:lnTo>
                    <a:pt x="127703" y="335119"/>
                  </a:lnTo>
                  <a:lnTo>
                    <a:pt x="127297" y="333950"/>
                  </a:lnTo>
                  <a:lnTo>
                    <a:pt x="125159" y="330308"/>
                  </a:lnTo>
                  <a:lnTo>
                    <a:pt x="124599" y="330914"/>
                  </a:lnTo>
                  <a:lnTo>
                    <a:pt x="122429" y="335430"/>
                  </a:lnTo>
                  <a:lnTo>
                    <a:pt x="121852" y="336100"/>
                  </a:lnTo>
                  <a:lnTo>
                    <a:pt x="121127" y="335549"/>
                  </a:lnTo>
                  <a:lnTo>
                    <a:pt x="119987" y="334198"/>
                  </a:lnTo>
                  <a:lnTo>
                    <a:pt x="116400" y="329448"/>
                  </a:lnTo>
                  <a:lnTo>
                    <a:pt x="116179" y="330966"/>
                  </a:lnTo>
                  <a:lnTo>
                    <a:pt x="116136" y="333026"/>
                  </a:lnTo>
                  <a:lnTo>
                    <a:pt x="116849" y="338189"/>
                  </a:lnTo>
                  <a:lnTo>
                    <a:pt x="116948" y="340448"/>
                  </a:lnTo>
                  <a:lnTo>
                    <a:pt x="116295" y="340899"/>
                  </a:lnTo>
                  <a:lnTo>
                    <a:pt x="115931" y="340800"/>
                  </a:lnTo>
                  <a:lnTo>
                    <a:pt x="114442" y="337802"/>
                  </a:lnTo>
                  <a:lnTo>
                    <a:pt x="113068" y="334481"/>
                  </a:lnTo>
                  <a:lnTo>
                    <a:pt x="111506" y="329994"/>
                  </a:lnTo>
                  <a:lnTo>
                    <a:pt x="110365" y="327858"/>
                  </a:lnTo>
                  <a:lnTo>
                    <a:pt x="109332" y="325475"/>
                  </a:lnTo>
                  <a:lnTo>
                    <a:pt x="106428" y="316422"/>
                  </a:lnTo>
                  <a:lnTo>
                    <a:pt x="105674" y="315040"/>
                  </a:lnTo>
                  <a:lnTo>
                    <a:pt x="101174" y="308646"/>
                  </a:lnTo>
                  <a:lnTo>
                    <a:pt x="100267" y="307134"/>
                  </a:lnTo>
                  <a:lnTo>
                    <a:pt x="99116" y="304487"/>
                  </a:lnTo>
                  <a:lnTo>
                    <a:pt x="97879" y="302138"/>
                  </a:lnTo>
                  <a:lnTo>
                    <a:pt x="95168" y="298430"/>
                  </a:lnTo>
                  <a:lnTo>
                    <a:pt x="90463" y="289017"/>
                  </a:lnTo>
                  <a:lnTo>
                    <a:pt x="88418" y="283613"/>
                  </a:lnTo>
                  <a:lnTo>
                    <a:pt x="86144" y="274904"/>
                  </a:lnTo>
                  <a:lnTo>
                    <a:pt x="85402" y="272679"/>
                  </a:lnTo>
                  <a:lnTo>
                    <a:pt x="81581" y="266143"/>
                  </a:lnTo>
                  <a:lnTo>
                    <a:pt x="79497" y="262184"/>
                  </a:lnTo>
                  <a:lnTo>
                    <a:pt x="78628" y="259907"/>
                  </a:lnTo>
                  <a:lnTo>
                    <a:pt x="76600" y="251983"/>
                  </a:lnTo>
                  <a:lnTo>
                    <a:pt x="76007" y="249314"/>
                  </a:lnTo>
                  <a:lnTo>
                    <a:pt x="75260" y="246956"/>
                  </a:lnTo>
                  <a:lnTo>
                    <a:pt x="74034" y="245043"/>
                  </a:lnTo>
                  <a:lnTo>
                    <a:pt x="72951" y="242792"/>
                  </a:lnTo>
                  <a:lnTo>
                    <a:pt x="70803" y="235624"/>
                  </a:lnTo>
                  <a:lnTo>
                    <a:pt x="70126" y="232767"/>
                  </a:lnTo>
                  <a:lnTo>
                    <a:pt x="69613" y="229677"/>
                  </a:lnTo>
                  <a:lnTo>
                    <a:pt x="69703" y="223479"/>
                  </a:lnTo>
                  <a:lnTo>
                    <a:pt x="65152" y="204713"/>
                  </a:lnTo>
                  <a:lnTo>
                    <a:pt x="64010" y="198867"/>
                  </a:lnTo>
                  <a:lnTo>
                    <a:pt x="62952" y="190752"/>
                  </a:lnTo>
                  <a:lnTo>
                    <a:pt x="62716" y="189930"/>
                  </a:lnTo>
                  <a:lnTo>
                    <a:pt x="60233" y="182664"/>
                  </a:lnTo>
                  <a:lnTo>
                    <a:pt x="59355" y="180338"/>
                  </a:lnTo>
                  <a:lnTo>
                    <a:pt x="58293" y="178151"/>
                  </a:lnTo>
                  <a:lnTo>
                    <a:pt x="57422" y="175597"/>
                  </a:lnTo>
                  <a:lnTo>
                    <a:pt x="55709" y="167299"/>
                  </a:lnTo>
                  <a:lnTo>
                    <a:pt x="55074" y="164994"/>
                  </a:lnTo>
                  <a:lnTo>
                    <a:pt x="54184" y="163298"/>
                  </a:lnTo>
                  <a:lnTo>
                    <a:pt x="50937" y="160162"/>
                  </a:lnTo>
                  <a:lnTo>
                    <a:pt x="49726" y="158413"/>
                  </a:lnTo>
                  <a:lnTo>
                    <a:pt x="48773" y="155931"/>
                  </a:lnTo>
                  <a:lnTo>
                    <a:pt x="48187" y="152764"/>
                  </a:lnTo>
                  <a:lnTo>
                    <a:pt x="47544" y="146044"/>
                  </a:lnTo>
                  <a:lnTo>
                    <a:pt x="46014" y="135833"/>
                  </a:lnTo>
                  <a:lnTo>
                    <a:pt x="44296" y="122161"/>
                  </a:lnTo>
                  <a:lnTo>
                    <a:pt x="43138" y="116034"/>
                  </a:lnTo>
                  <a:lnTo>
                    <a:pt x="41815" y="111228"/>
                  </a:lnTo>
                  <a:lnTo>
                    <a:pt x="41432" y="110119"/>
                  </a:lnTo>
                  <a:lnTo>
                    <a:pt x="35537" y="101463"/>
                  </a:lnTo>
                  <a:lnTo>
                    <a:pt x="34532" y="100189"/>
                  </a:lnTo>
                  <a:lnTo>
                    <a:pt x="33464" y="99420"/>
                  </a:lnTo>
                  <a:lnTo>
                    <a:pt x="31940" y="98869"/>
                  </a:lnTo>
                  <a:lnTo>
                    <a:pt x="30777" y="96633"/>
                  </a:lnTo>
                  <a:lnTo>
                    <a:pt x="30298" y="92622"/>
                  </a:lnTo>
                  <a:lnTo>
                    <a:pt x="30034" y="87240"/>
                  </a:lnTo>
                  <a:lnTo>
                    <a:pt x="29740" y="84028"/>
                  </a:lnTo>
                  <a:lnTo>
                    <a:pt x="29420" y="82212"/>
                  </a:lnTo>
                  <a:lnTo>
                    <a:pt x="26958" y="78408"/>
                  </a:lnTo>
                  <a:lnTo>
                    <a:pt x="25994" y="75402"/>
                  </a:lnTo>
                  <a:lnTo>
                    <a:pt x="25189" y="72093"/>
                  </a:lnTo>
                  <a:lnTo>
                    <a:pt x="24454" y="69531"/>
                  </a:lnTo>
                  <a:lnTo>
                    <a:pt x="21746" y="60683"/>
                  </a:lnTo>
                  <a:lnTo>
                    <a:pt x="20820" y="58362"/>
                  </a:lnTo>
                  <a:lnTo>
                    <a:pt x="19673" y="56741"/>
                  </a:lnTo>
                  <a:lnTo>
                    <a:pt x="16273" y="55026"/>
                  </a:lnTo>
                  <a:lnTo>
                    <a:pt x="15277" y="53557"/>
                  </a:lnTo>
                  <a:lnTo>
                    <a:pt x="13625" y="48533"/>
                  </a:lnTo>
                  <a:lnTo>
                    <a:pt x="12629" y="45979"/>
                  </a:lnTo>
                  <a:lnTo>
                    <a:pt x="9641" y="40350"/>
                  </a:lnTo>
                  <a:lnTo>
                    <a:pt x="4590" y="28569"/>
                  </a:lnTo>
                  <a:lnTo>
                    <a:pt x="3554" y="25631"/>
                  </a:lnTo>
                  <a:lnTo>
                    <a:pt x="2780" y="22568"/>
                  </a:lnTo>
                  <a:lnTo>
                    <a:pt x="2154" y="19284"/>
                  </a:lnTo>
                  <a:lnTo>
                    <a:pt x="0" y="10187"/>
                  </a:lnTo>
                  <a:lnTo>
                    <a:pt x="173" y="8349"/>
                  </a:lnTo>
                  <a:lnTo>
                    <a:pt x="498" y="6442"/>
                  </a:lnTo>
                  <a:lnTo>
                    <a:pt x="448" y="4860"/>
                  </a:lnTo>
                  <a:lnTo>
                    <a:pt x="212" y="3301"/>
                  </a:lnTo>
                  <a:lnTo>
                    <a:pt x="261" y="1891"/>
                  </a:lnTo>
                  <a:lnTo>
                    <a:pt x="900" y="1061"/>
                  </a:lnTo>
                  <a:lnTo>
                    <a:pt x="2337" y="0"/>
                  </a:lnTo>
                  <a:lnTo>
                    <a:pt x="3829" y="124"/>
                  </a:lnTo>
                  <a:lnTo>
                    <a:pt x="5210" y="582"/>
                  </a:lnTo>
                  <a:lnTo>
                    <a:pt x="6548" y="1463"/>
                  </a:lnTo>
                  <a:lnTo>
                    <a:pt x="7831" y="3377"/>
                  </a:lnTo>
                  <a:lnTo>
                    <a:pt x="10127" y="8203"/>
                  </a:lnTo>
                  <a:lnTo>
                    <a:pt x="11434" y="9884"/>
                  </a:lnTo>
                  <a:lnTo>
                    <a:pt x="12885" y="10691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" name="pg827"/>
            <p:cNvSpPr/>
            <p:nvPr/>
          </p:nvSpPr>
          <p:spPr>
            <a:xfrm>
              <a:off x="4538989" y="3459523"/>
              <a:ext cx="1830" cy="3631"/>
            </a:xfrm>
            <a:custGeom>
              <a:avLst/>
              <a:pathLst>
                <a:path w="1830" h="3631">
                  <a:moveTo>
                    <a:pt x="1782" y="2796"/>
                  </a:moveTo>
                  <a:lnTo>
                    <a:pt x="1541" y="3631"/>
                  </a:lnTo>
                  <a:lnTo>
                    <a:pt x="808" y="3205"/>
                  </a:lnTo>
                  <a:lnTo>
                    <a:pt x="0" y="517"/>
                  </a:lnTo>
                  <a:lnTo>
                    <a:pt x="300" y="0"/>
                  </a:lnTo>
                  <a:lnTo>
                    <a:pt x="800" y="274"/>
                  </a:lnTo>
                  <a:lnTo>
                    <a:pt x="1746" y="894"/>
                  </a:lnTo>
                  <a:lnTo>
                    <a:pt x="1830" y="1901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" name="pg828"/>
            <p:cNvSpPr/>
            <p:nvPr/>
          </p:nvSpPr>
          <p:spPr>
            <a:xfrm>
              <a:off x="3304970" y="2026390"/>
              <a:ext cx="5520" cy="10297"/>
            </a:xfrm>
            <a:custGeom>
              <a:avLst/>
              <a:pathLst>
                <a:path w="5520" h="10297">
                  <a:moveTo>
                    <a:pt x="4606" y="6554"/>
                  </a:moveTo>
                  <a:lnTo>
                    <a:pt x="2111" y="10297"/>
                  </a:lnTo>
                  <a:lnTo>
                    <a:pt x="1101" y="9625"/>
                  </a:lnTo>
                  <a:lnTo>
                    <a:pt x="241" y="9979"/>
                  </a:lnTo>
                  <a:lnTo>
                    <a:pt x="0" y="9873"/>
                  </a:lnTo>
                  <a:lnTo>
                    <a:pt x="491" y="8521"/>
                  </a:lnTo>
                  <a:lnTo>
                    <a:pt x="1068" y="5386"/>
                  </a:lnTo>
                  <a:lnTo>
                    <a:pt x="2104" y="4143"/>
                  </a:lnTo>
                  <a:lnTo>
                    <a:pt x="3414" y="900"/>
                  </a:lnTo>
                  <a:lnTo>
                    <a:pt x="4450" y="0"/>
                  </a:lnTo>
                  <a:lnTo>
                    <a:pt x="4809" y="125"/>
                  </a:lnTo>
                  <a:lnTo>
                    <a:pt x="5036" y="431"/>
                  </a:lnTo>
                  <a:lnTo>
                    <a:pt x="5520" y="4080"/>
                  </a:lnTo>
                  <a:lnTo>
                    <a:pt x="4850" y="5371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" name="pg829"/>
            <p:cNvSpPr/>
            <p:nvPr/>
          </p:nvSpPr>
          <p:spPr>
            <a:xfrm>
              <a:off x="4519723" y="3420235"/>
              <a:ext cx="3371" cy="14418"/>
            </a:xfrm>
            <a:custGeom>
              <a:avLst/>
              <a:pathLst>
                <a:path w="3371" h="14418">
                  <a:moveTo>
                    <a:pt x="2883" y="11984"/>
                  </a:moveTo>
                  <a:lnTo>
                    <a:pt x="2128" y="14418"/>
                  </a:lnTo>
                  <a:lnTo>
                    <a:pt x="653" y="6971"/>
                  </a:lnTo>
                  <a:lnTo>
                    <a:pt x="20" y="6517"/>
                  </a:lnTo>
                  <a:lnTo>
                    <a:pt x="0" y="2966"/>
                  </a:lnTo>
                  <a:lnTo>
                    <a:pt x="343" y="1566"/>
                  </a:lnTo>
                  <a:lnTo>
                    <a:pt x="2049" y="0"/>
                  </a:lnTo>
                  <a:lnTo>
                    <a:pt x="2500" y="880"/>
                  </a:lnTo>
                  <a:lnTo>
                    <a:pt x="3371" y="7775"/>
                  </a:lnTo>
                  <a:close/>
                </a:path>
              </a:pathLst>
            </a:custGeom>
            <a:solidFill>
              <a:srgbClr val="E9F2E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" name="pg830"/>
            <p:cNvSpPr/>
            <p:nvPr/>
          </p:nvSpPr>
          <p:spPr>
            <a:xfrm>
              <a:off x="4518994" y="3415094"/>
              <a:ext cx="1682" cy="4394"/>
            </a:xfrm>
            <a:custGeom>
              <a:avLst/>
              <a:pathLst>
                <a:path w="1682" h="4394">
                  <a:moveTo>
                    <a:pt x="1682" y="1598"/>
                  </a:moveTo>
                  <a:lnTo>
                    <a:pt x="508" y="4394"/>
                  </a:lnTo>
                  <a:lnTo>
                    <a:pt x="0" y="2713"/>
                  </a:lnTo>
                  <a:lnTo>
                    <a:pt x="209" y="1551"/>
                  </a:lnTo>
                  <a:lnTo>
                    <a:pt x="708" y="906"/>
                  </a:lnTo>
                  <a:lnTo>
                    <a:pt x="1174" y="0"/>
                  </a:lnTo>
                  <a:close/>
                </a:path>
              </a:pathLst>
            </a:custGeom>
            <a:solidFill>
              <a:srgbClr val="E9F2E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" name="pg831"/>
            <p:cNvSpPr/>
            <p:nvPr/>
          </p:nvSpPr>
          <p:spPr>
            <a:xfrm>
              <a:off x="4515441" y="3397148"/>
              <a:ext cx="1702" cy="4176"/>
            </a:xfrm>
            <a:custGeom>
              <a:avLst/>
              <a:pathLst>
                <a:path w="1702" h="4176">
                  <a:moveTo>
                    <a:pt x="1643" y="4139"/>
                  </a:moveTo>
                  <a:lnTo>
                    <a:pt x="686" y="4176"/>
                  </a:lnTo>
                  <a:lnTo>
                    <a:pt x="402" y="2913"/>
                  </a:lnTo>
                  <a:lnTo>
                    <a:pt x="0" y="1592"/>
                  </a:lnTo>
                  <a:lnTo>
                    <a:pt x="309" y="324"/>
                  </a:lnTo>
                  <a:lnTo>
                    <a:pt x="815" y="0"/>
                  </a:lnTo>
                  <a:lnTo>
                    <a:pt x="1534" y="2054"/>
                  </a:lnTo>
                  <a:lnTo>
                    <a:pt x="1702" y="3510"/>
                  </a:lnTo>
                  <a:close/>
                </a:path>
              </a:pathLst>
            </a:custGeom>
            <a:solidFill>
              <a:srgbClr val="E9F2E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" name="pg832"/>
            <p:cNvSpPr/>
            <p:nvPr/>
          </p:nvSpPr>
          <p:spPr>
            <a:xfrm>
              <a:off x="4517256" y="3391039"/>
              <a:ext cx="992" cy="6064"/>
            </a:xfrm>
            <a:custGeom>
              <a:avLst/>
              <a:pathLst>
                <a:path w="992" h="6064">
                  <a:moveTo>
                    <a:pt x="992" y="4964"/>
                  </a:moveTo>
                  <a:lnTo>
                    <a:pt x="414" y="6064"/>
                  </a:lnTo>
                  <a:lnTo>
                    <a:pt x="268" y="5915"/>
                  </a:lnTo>
                  <a:lnTo>
                    <a:pt x="189" y="5081"/>
                  </a:lnTo>
                  <a:lnTo>
                    <a:pt x="163" y="4491"/>
                  </a:lnTo>
                  <a:lnTo>
                    <a:pt x="59" y="3429"/>
                  </a:lnTo>
                  <a:lnTo>
                    <a:pt x="0" y="1559"/>
                  </a:lnTo>
                  <a:lnTo>
                    <a:pt x="463" y="0"/>
                  </a:lnTo>
                  <a:lnTo>
                    <a:pt x="927" y="321"/>
                  </a:lnTo>
                  <a:lnTo>
                    <a:pt x="680" y="1917"/>
                  </a:lnTo>
                  <a:close/>
                </a:path>
              </a:pathLst>
            </a:custGeom>
            <a:solidFill>
              <a:srgbClr val="E9F2E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" name="pg833"/>
            <p:cNvSpPr/>
            <p:nvPr/>
          </p:nvSpPr>
          <p:spPr>
            <a:xfrm>
              <a:off x="4265116" y="3388325"/>
              <a:ext cx="742" cy="1907"/>
            </a:xfrm>
            <a:custGeom>
              <a:avLst/>
              <a:pathLst>
                <a:path w="742" h="1907">
                  <a:moveTo>
                    <a:pt x="542" y="1400"/>
                  </a:moveTo>
                  <a:lnTo>
                    <a:pt x="368" y="1767"/>
                  </a:lnTo>
                  <a:lnTo>
                    <a:pt x="190" y="1907"/>
                  </a:lnTo>
                  <a:lnTo>
                    <a:pt x="62" y="1861"/>
                  </a:lnTo>
                  <a:lnTo>
                    <a:pt x="0" y="1494"/>
                  </a:lnTo>
                  <a:lnTo>
                    <a:pt x="32" y="1217"/>
                  </a:lnTo>
                  <a:lnTo>
                    <a:pt x="191" y="1526"/>
                  </a:lnTo>
                  <a:lnTo>
                    <a:pt x="400" y="1239"/>
                  </a:lnTo>
                  <a:lnTo>
                    <a:pt x="638" y="300"/>
                  </a:lnTo>
                  <a:lnTo>
                    <a:pt x="691" y="0"/>
                  </a:lnTo>
                  <a:lnTo>
                    <a:pt x="742" y="161"/>
                  </a:lnTo>
                  <a:lnTo>
                    <a:pt x="695" y="692"/>
                  </a:lnTo>
                  <a:close/>
                </a:path>
              </a:pathLst>
            </a:custGeom>
            <a:solidFill>
              <a:srgbClr val="E9F2E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" name="pg834"/>
            <p:cNvSpPr/>
            <p:nvPr/>
          </p:nvSpPr>
          <p:spPr>
            <a:xfrm>
              <a:off x="4512417" y="3387354"/>
              <a:ext cx="1312" cy="4057"/>
            </a:xfrm>
            <a:custGeom>
              <a:avLst/>
              <a:pathLst>
                <a:path w="1312" h="4057">
                  <a:moveTo>
                    <a:pt x="943" y="2950"/>
                  </a:moveTo>
                  <a:lnTo>
                    <a:pt x="1312" y="4057"/>
                  </a:lnTo>
                  <a:lnTo>
                    <a:pt x="629" y="3866"/>
                  </a:lnTo>
                  <a:lnTo>
                    <a:pt x="0" y="2198"/>
                  </a:lnTo>
                  <a:lnTo>
                    <a:pt x="164" y="634"/>
                  </a:lnTo>
                  <a:lnTo>
                    <a:pt x="403" y="0"/>
                  </a:lnTo>
                  <a:close/>
                </a:path>
              </a:pathLst>
            </a:custGeom>
            <a:solidFill>
              <a:srgbClr val="E9F2E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" name="pg835"/>
            <p:cNvSpPr/>
            <p:nvPr/>
          </p:nvSpPr>
          <p:spPr>
            <a:xfrm>
              <a:off x="4508086" y="3360922"/>
              <a:ext cx="1184" cy="3337"/>
            </a:xfrm>
            <a:custGeom>
              <a:avLst/>
              <a:pathLst>
                <a:path w="1184" h="3337">
                  <a:moveTo>
                    <a:pt x="915" y="3168"/>
                  </a:moveTo>
                  <a:lnTo>
                    <a:pt x="373" y="3337"/>
                  </a:lnTo>
                  <a:lnTo>
                    <a:pt x="40" y="2328"/>
                  </a:lnTo>
                  <a:lnTo>
                    <a:pt x="0" y="1152"/>
                  </a:lnTo>
                  <a:lnTo>
                    <a:pt x="312" y="390"/>
                  </a:lnTo>
                  <a:lnTo>
                    <a:pt x="602" y="0"/>
                  </a:lnTo>
                  <a:lnTo>
                    <a:pt x="894" y="99"/>
                  </a:lnTo>
                  <a:lnTo>
                    <a:pt x="1184" y="2083"/>
                  </a:lnTo>
                  <a:close/>
                </a:path>
              </a:pathLst>
            </a:custGeom>
            <a:solidFill>
              <a:srgbClr val="E9F2E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" name="pg836"/>
            <p:cNvSpPr/>
            <p:nvPr/>
          </p:nvSpPr>
          <p:spPr>
            <a:xfrm>
              <a:off x="4503638" y="3312060"/>
              <a:ext cx="2733" cy="11131"/>
            </a:xfrm>
            <a:custGeom>
              <a:avLst/>
              <a:pathLst>
                <a:path w="2733" h="11131">
                  <a:moveTo>
                    <a:pt x="1850" y="10122"/>
                  </a:moveTo>
                  <a:lnTo>
                    <a:pt x="1478" y="11131"/>
                  </a:lnTo>
                  <a:lnTo>
                    <a:pt x="206" y="10343"/>
                  </a:lnTo>
                  <a:lnTo>
                    <a:pt x="300" y="7294"/>
                  </a:lnTo>
                  <a:lnTo>
                    <a:pt x="0" y="4324"/>
                  </a:lnTo>
                  <a:lnTo>
                    <a:pt x="220" y="3071"/>
                  </a:lnTo>
                  <a:lnTo>
                    <a:pt x="1172" y="943"/>
                  </a:lnTo>
                  <a:lnTo>
                    <a:pt x="1943" y="0"/>
                  </a:lnTo>
                  <a:lnTo>
                    <a:pt x="2482" y="2885"/>
                  </a:lnTo>
                  <a:lnTo>
                    <a:pt x="2733" y="5709"/>
                  </a:lnTo>
                  <a:close/>
                </a:path>
              </a:pathLst>
            </a:custGeom>
            <a:solidFill>
              <a:srgbClr val="E9F2E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" name="pg837"/>
            <p:cNvSpPr/>
            <p:nvPr/>
          </p:nvSpPr>
          <p:spPr>
            <a:xfrm>
              <a:off x="4262019" y="3301334"/>
              <a:ext cx="289" cy="1901"/>
            </a:xfrm>
            <a:custGeom>
              <a:avLst/>
              <a:pathLst>
                <a:path w="289" h="1901">
                  <a:moveTo>
                    <a:pt x="97" y="1712"/>
                  </a:moveTo>
                  <a:lnTo>
                    <a:pt x="7" y="1901"/>
                  </a:lnTo>
                  <a:lnTo>
                    <a:pt x="0" y="1364"/>
                  </a:lnTo>
                  <a:lnTo>
                    <a:pt x="115" y="506"/>
                  </a:lnTo>
                  <a:lnTo>
                    <a:pt x="289" y="0"/>
                  </a:lnTo>
                  <a:lnTo>
                    <a:pt x="251" y="558"/>
                  </a:lnTo>
                  <a:lnTo>
                    <a:pt x="190" y="1315"/>
                  </a:lnTo>
                  <a:close/>
                </a:path>
              </a:pathLst>
            </a:custGeom>
            <a:solidFill>
              <a:srgbClr val="E9F2E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" name="pg838"/>
            <p:cNvSpPr/>
            <p:nvPr/>
          </p:nvSpPr>
          <p:spPr>
            <a:xfrm>
              <a:off x="4506635" y="3293986"/>
              <a:ext cx="1202" cy="4367"/>
            </a:xfrm>
            <a:custGeom>
              <a:avLst/>
              <a:pathLst>
                <a:path w="1202" h="4367">
                  <a:moveTo>
                    <a:pt x="1202" y="3781"/>
                  </a:moveTo>
                  <a:lnTo>
                    <a:pt x="602" y="4367"/>
                  </a:lnTo>
                  <a:lnTo>
                    <a:pt x="0" y="3625"/>
                  </a:lnTo>
                  <a:lnTo>
                    <a:pt x="471" y="2434"/>
                  </a:lnTo>
                  <a:lnTo>
                    <a:pt x="549" y="0"/>
                  </a:lnTo>
                  <a:lnTo>
                    <a:pt x="1164" y="1350"/>
                  </a:lnTo>
                  <a:lnTo>
                    <a:pt x="1129" y="2892"/>
                  </a:lnTo>
                  <a:close/>
                </a:path>
              </a:pathLst>
            </a:custGeom>
            <a:solidFill>
              <a:srgbClr val="E9F2E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" name="pg839"/>
            <p:cNvSpPr/>
            <p:nvPr/>
          </p:nvSpPr>
          <p:spPr>
            <a:xfrm>
              <a:off x="4511073" y="3278394"/>
              <a:ext cx="1317" cy="4060"/>
            </a:xfrm>
            <a:custGeom>
              <a:avLst/>
              <a:pathLst>
                <a:path w="1317" h="4060">
                  <a:moveTo>
                    <a:pt x="765" y="0"/>
                  </a:moveTo>
                  <a:lnTo>
                    <a:pt x="1317" y="4060"/>
                  </a:lnTo>
                  <a:lnTo>
                    <a:pt x="325" y="2285"/>
                  </a:lnTo>
                  <a:lnTo>
                    <a:pt x="0" y="1015"/>
                  </a:lnTo>
                  <a:lnTo>
                    <a:pt x="498" y="148"/>
                  </a:lnTo>
                  <a:close/>
                </a:path>
              </a:pathLst>
            </a:custGeom>
            <a:solidFill>
              <a:srgbClr val="E9F2E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" name="pg840"/>
            <p:cNvSpPr/>
            <p:nvPr/>
          </p:nvSpPr>
          <p:spPr>
            <a:xfrm>
              <a:off x="4507671" y="3251068"/>
              <a:ext cx="631" cy="4775"/>
            </a:xfrm>
            <a:custGeom>
              <a:avLst/>
              <a:pathLst>
                <a:path w="631" h="4775">
                  <a:moveTo>
                    <a:pt x="467" y="2856"/>
                  </a:moveTo>
                  <a:lnTo>
                    <a:pt x="74" y="4775"/>
                  </a:lnTo>
                  <a:lnTo>
                    <a:pt x="0" y="659"/>
                  </a:lnTo>
                  <a:lnTo>
                    <a:pt x="181" y="141"/>
                  </a:lnTo>
                  <a:lnTo>
                    <a:pt x="382" y="0"/>
                  </a:lnTo>
                  <a:lnTo>
                    <a:pt x="631" y="385"/>
                  </a:lnTo>
                  <a:close/>
                </a:path>
              </a:pathLst>
            </a:custGeom>
            <a:solidFill>
              <a:srgbClr val="E9F2E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" name="pg841"/>
            <p:cNvSpPr/>
            <p:nvPr/>
          </p:nvSpPr>
          <p:spPr>
            <a:xfrm>
              <a:off x="4505872" y="3233815"/>
              <a:ext cx="6697" cy="60070"/>
            </a:xfrm>
            <a:custGeom>
              <a:avLst/>
              <a:pathLst>
                <a:path w="6697" h="60070">
                  <a:moveTo>
                    <a:pt x="2330" y="59375"/>
                  </a:moveTo>
                  <a:lnTo>
                    <a:pt x="2059" y="60070"/>
                  </a:lnTo>
                  <a:lnTo>
                    <a:pt x="1659" y="59297"/>
                  </a:lnTo>
                  <a:lnTo>
                    <a:pt x="514" y="53993"/>
                  </a:lnTo>
                  <a:lnTo>
                    <a:pt x="318" y="50588"/>
                  </a:lnTo>
                  <a:lnTo>
                    <a:pt x="0" y="49408"/>
                  </a:lnTo>
                  <a:lnTo>
                    <a:pt x="402" y="47719"/>
                  </a:lnTo>
                  <a:lnTo>
                    <a:pt x="908" y="47158"/>
                  </a:lnTo>
                  <a:lnTo>
                    <a:pt x="1208" y="45257"/>
                  </a:lnTo>
                  <a:lnTo>
                    <a:pt x="1317" y="42351"/>
                  </a:lnTo>
                  <a:lnTo>
                    <a:pt x="1759" y="39982"/>
                  </a:lnTo>
                  <a:lnTo>
                    <a:pt x="1984" y="39322"/>
                  </a:lnTo>
                  <a:lnTo>
                    <a:pt x="2904" y="39296"/>
                  </a:lnTo>
                  <a:lnTo>
                    <a:pt x="3139" y="38995"/>
                  </a:lnTo>
                  <a:lnTo>
                    <a:pt x="3007" y="36727"/>
                  </a:lnTo>
                  <a:lnTo>
                    <a:pt x="2470" y="35740"/>
                  </a:lnTo>
                  <a:lnTo>
                    <a:pt x="2283" y="35108"/>
                  </a:lnTo>
                  <a:lnTo>
                    <a:pt x="2305" y="29673"/>
                  </a:lnTo>
                  <a:lnTo>
                    <a:pt x="2445" y="27475"/>
                  </a:lnTo>
                  <a:lnTo>
                    <a:pt x="2780" y="25895"/>
                  </a:lnTo>
                  <a:lnTo>
                    <a:pt x="2543" y="22629"/>
                  </a:lnTo>
                  <a:lnTo>
                    <a:pt x="2705" y="21410"/>
                  </a:lnTo>
                  <a:lnTo>
                    <a:pt x="3370" y="19695"/>
                  </a:lnTo>
                  <a:lnTo>
                    <a:pt x="3664" y="16039"/>
                  </a:lnTo>
                  <a:lnTo>
                    <a:pt x="3394" y="14947"/>
                  </a:lnTo>
                  <a:lnTo>
                    <a:pt x="4026" y="9304"/>
                  </a:lnTo>
                  <a:lnTo>
                    <a:pt x="3991" y="5536"/>
                  </a:lnTo>
                  <a:lnTo>
                    <a:pt x="4821" y="1761"/>
                  </a:lnTo>
                  <a:lnTo>
                    <a:pt x="6114" y="47"/>
                  </a:lnTo>
                  <a:lnTo>
                    <a:pt x="6520" y="0"/>
                  </a:lnTo>
                  <a:lnTo>
                    <a:pt x="6574" y="3220"/>
                  </a:lnTo>
                  <a:lnTo>
                    <a:pt x="6697" y="4277"/>
                  </a:lnTo>
                  <a:lnTo>
                    <a:pt x="5949" y="6183"/>
                  </a:lnTo>
                  <a:lnTo>
                    <a:pt x="6662" y="8668"/>
                  </a:lnTo>
                  <a:lnTo>
                    <a:pt x="6567" y="9570"/>
                  </a:lnTo>
                  <a:lnTo>
                    <a:pt x="6281" y="11541"/>
                  </a:lnTo>
                  <a:lnTo>
                    <a:pt x="5809" y="13477"/>
                  </a:lnTo>
                  <a:lnTo>
                    <a:pt x="5151" y="14270"/>
                  </a:lnTo>
                  <a:lnTo>
                    <a:pt x="4640" y="16850"/>
                  </a:lnTo>
                  <a:lnTo>
                    <a:pt x="4347" y="17823"/>
                  </a:lnTo>
                  <a:lnTo>
                    <a:pt x="5320" y="20535"/>
                  </a:lnTo>
                  <a:lnTo>
                    <a:pt x="5631" y="29753"/>
                  </a:lnTo>
                  <a:lnTo>
                    <a:pt x="4920" y="32278"/>
                  </a:lnTo>
                  <a:lnTo>
                    <a:pt x="4069" y="32782"/>
                  </a:lnTo>
                  <a:lnTo>
                    <a:pt x="4264" y="38931"/>
                  </a:lnTo>
                  <a:lnTo>
                    <a:pt x="4112" y="40305"/>
                  </a:lnTo>
                  <a:lnTo>
                    <a:pt x="3269" y="43325"/>
                  </a:lnTo>
                  <a:lnTo>
                    <a:pt x="3113" y="44642"/>
                  </a:lnTo>
                  <a:lnTo>
                    <a:pt x="2637" y="45880"/>
                  </a:lnTo>
                  <a:lnTo>
                    <a:pt x="2839" y="47427"/>
                  </a:lnTo>
                  <a:lnTo>
                    <a:pt x="3244" y="48103"/>
                  </a:lnTo>
                  <a:lnTo>
                    <a:pt x="3253" y="49370"/>
                  </a:lnTo>
                  <a:lnTo>
                    <a:pt x="2876" y="52621"/>
                  </a:lnTo>
                  <a:lnTo>
                    <a:pt x="2847" y="56329"/>
                  </a:lnTo>
                  <a:close/>
                </a:path>
              </a:pathLst>
            </a:custGeom>
            <a:solidFill>
              <a:srgbClr val="E9F2E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" name="pg842"/>
            <p:cNvSpPr/>
            <p:nvPr/>
          </p:nvSpPr>
          <p:spPr>
            <a:xfrm>
              <a:off x="4205165" y="2585292"/>
              <a:ext cx="360057" cy="810070"/>
            </a:xfrm>
            <a:custGeom>
              <a:avLst/>
              <a:pathLst>
                <a:path w="360057" h="810070">
                  <a:moveTo>
                    <a:pt x="118925" y="0"/>
                  </a:moveTo>
                  <a:lnTo>
                    <a:pt x="119028" y="243"/>
                  </a:lnTo>
                  <a:lnTo>
                    <a:pt x="119529" y="945"/>
                  </a:lnTo>
                  <a:lnTo>
                    <a:pt x="120064" y="1292"/>
                  </a:lnTo>
                  <a:lnTo>
                    <a:pt x="120694" y="624"/>
                  </a:lnTo>
                  <a:lnTo>
                    <a:pt x="121478" y="75"/>
                  </a:lnTo>
                  <a:lnTo>
                    <a:pt x="121888" y="383"/>
                  </a:lnTo>
                  <a:lnTo>
                    <a:pt x="121947" y="1281"/>
                  </a:lnTo>
                  <a:lnTo>
                    <a:pt x="121474" y="5491"/>
                  </a:lnTo>
                  <a:lnTo>
                    <a:pt x="121512" y="7143"/>
                  </a:lnTo>
                  <a:lnTo>
                    <a:pt x="122296" y="10574"/>
                  </a:lnTo>
                  <a:lnTo>
                    <a:pt x="123317" y="16142"/>
                  </a:lnTo>
                  <a:lnTo>
                    <a:pt x="124275" y="21362"/>
                  </a:lnTo>
                  <a:lnTo>
                    <a:pt x="124841" y="24787"/>
                  </a:lnTo>
                  <a:lnTo>
                    <a:pt x="125396" y="26191"/>
                  </a:lnTo>
                  <a:lnTo>
                    <a:pt x="127725" y="27622"/>
                  </a:lnTo>
                  <a:lnTo>
                    <a:pt x="129639" y="28798"/>
                  </a:lnTo>
                  <a:lnTo>
                    <a:pt x="130777" y="30726"/>
                  </a:lnTo>
                  <a:lnTo>
                    <a:pt x="132033" y="32576"/>
                  </a:lnTo>
                  <a:lnTo>
                    <a:pt x="132916" y="33710"/>
                  </a:lnTo>
                  <a:lnTo>
                    <a:pt x="133332" y="35167"/>
                  </a:lnTo>
                  <a:lnTo>
                    <a:pt x="133417" y="36483"/>
                  </a:lnTo>
                  <a:lnTo>
                    <a:pt x="133338" y="37366"/>
                  </a:lnTo>
                  <a:lnTo>
                    <a:pt x="132859" y="38526"/>
                  </a:lnTo>
                  <a:lnTo>
                    <a:pt x="130653" y="41518"/>
                  </a:lnTo>
                  <a:lnTo>
                    <a:pt x="130391" y="42468"/>
                  </a:lnTo>
                  <a:lnTo>
                    <a:pt x="130328" y="43714"/>
                  </a:lnTo>
                  <a:lnTo>
                    <a:pt x="130761" y="47431"/>
                  </a:lnTo>
                  <a:lnTo>
                    <a:pt x="131033" y="49760"/>
                  </a:lnTo>
                  <a:lnTo>
                    <a:pt x="131109" y="54442"/>
                  </a:lnTo>
                  <a:lnTo>
                    <a:pt x="131256" y="58893"/>
                  </a:lnTo>
                  <a:lnTo>
                    <a:pt x="132036" y="60920"/>
                  </a:lnTo>
                  <a:lnTo>
                    <a:pt x="132673" y="62230"/>
                  </a:lnTo>
                  <a:lnTo>
                    <a:pt x="133065" y="63419"/>
                  </a:lnTo>
                  <a:lnTo>
                    <a:pt x="133856" y="65046"/>
                  </a:lnTo>
                  <a:lnTo>
                    <a:pt x="134522" y="66260"/>
                  </a:lnTo>
                  <a:lnTo>
                    <a:pt x="135089" y="66973"/>
                  </a:lnTo>
                  <a:lnTo>
                    <a:pt x="135128" y="67189"/>
                  </a:lnTo>
                  <a:lnTo>
                    <a:pt x="135369" y="68578"/>
                  </a:lnTo>
                  <a:lnTo>
                    <a:pt x="135202" y="70464"/>
                  </a:lnTo>
                  <a:lnTo>
                    <a:pt x="134970" y="72106"/>
                  </a:lnTo>
                  <a:lnTo>
                    <a:pt x="135041" y="72989"/>
                  </a:lnTo>
                  <a:lnTo>
                    <a:pt x="135496" y="73615"/>
                  </a:lnTo>
                  <a:lnTo>
                    <a:pt x="136197" y="75253"/>
                  </a:lnTo>
                  <a:lnTo>
                    <a:pt x="136287" y="77652"/>
                  </a:lnTo>
                  <a:lnTo>
                    <a:pt x="136238" y="79302"/>
                  </a:lnTo>
                  <a:lnTo>
                    <a:pt x="136514" y="80786"/>
                  </a:lnTo>
                  <a:lnTo>
                    <a:pt x="136587" y="82432"/>
                  </a:lnTo>
                  <a:lnTo>
                    <a:pt x="136373" y="86542"/>
                  </a:lnTo>
                  <a:lnTo>
                    <a:pt x="136404" y="88210"/>
                  </a:lnTo>
                  <a:lnTo>
                    <a:pt x="136408" y="88401"/>
                  </a:lnTo>
                  <a:lnTo>
                    <a:pt x="135798" y="88515"/>
                  </a:lnTo>
                  <a:lnTo>
                    <a:pt x="135272" y="89149"/>
                  </a:lnTo>
                  <a:lnTo>
                    <a:pt x="134528" y="91737"/>
                  </a:lnTo>
                  <a:lnTo>
                    <a:pt x="133672" y="92418"/>
                  </a:lnTo>
                  <a:lnTo>
                    <a:pt x="132701" y="92623"/>
                  </a:lnTo>
                  <a:lnTo>
                    <a:pt x="131701" y="91035"/>
                  </a:lnTo>
                  <a:lnTo>
                    <a:pt x="130879" y="89377"/>
                  </a:lnTo>
                  <a:lnTo>
                    <a:pt x="130659" y="88455"/>
                  </a:lnTo>
                  <a:lnTo>
                    <a:pt x="130452" y="86708"/>
                  </a:lnTo>
                  <a:lnTo>
                    <a:pt x="130010" y="85566"/>
                  </a:lnTo>
                  <a:lnTo>
                    <a:pt x="129154" y="86100"/>
                  </a:lnTo>
                  <a:lnTo>
                    <a:pt x="127856" y="86341"/>
                  </a:lnTo>
                  <a:lnTo>
                    <a:pt x="126451" y="86728"/>
                  </a:lnTo>
                  <a:lnTo>
                    <a:pt x="126195" y="87111"/>
                  </a:lnTo>
                  <a:lnTo>
                    <a:pt x="126169" y="87846"/>
                  </a:lnTo>
                  <a:lnTo>
                    <a:pt x="126513" y="89417"/>
                  </a:lnTo>
                  <a:lnTo>
                    <a:pt x="126807" y="91466"/>
                  </a:lnTo>
                  <a:lnTo>
                    <a:pt x="126979" y="94333"/>
                  </a:lnTo>
                  <a:lnTo>
                    <a:pt x="127360" y="96227"/>
                  </a:lnTo>
                  <a:lnTo>
                    <a:pt x="127480" y="96832"/>
                  </a:lnTo>
                  <a:lnTo>
                    <a:pt x="129724" y="102527"/>
                  </a:lnTo>
                  <a:lnTo>
                    <a:pt x="130315" y="103687"/>
                  </a:lnTo>
                  <a:lnTo>
                    <a:pt x="130436" y="104450"/>
                  </a:lnTo>
                  <a:lnTo>
                    <a:pt x="130242" y="106528"/>
                  </a:lnTo>
                  <a:lnTo>
                    <a:pt x="129839" y="108954"/>
                  </a:lnTo>
                  <a:lnTo>
                    <a:pt x="129918" y="110879"/>
                  </a:lnTo>
                  <a:lnTo>
                    <a:pt x="130664" y="113007"/>
                  </a:lnTo>
                  <a:lnTo>
                    <a:pt x="131269" y="114493"/>
                  </a:lnTo>
                  <a:lnTo>
                    <a:pt x="130679" y="116496"/>
                  </a:lnTo>
                  <a:lnTo>
                    <a:pt x="130329" y="118815"/>
                  </a:lnTo>
                  <a:lnTo>
                    <a:pt x="130722" y="119856"/>
                  </a:lnTo>
                  <a:lnTo>
                    <a:pt x="130537" y="123189"/>
                  </a:lnTo>
                  <a:lnTo>
                    <a:pt x="130712" y="123818"/>
                  </a:lnTo>
                  <a:lnTo>
                    <a:pt x="131129" y="124080"/>
                  </a:lnTo>
                  <a:lnTo>
                    <a:pt x="131783" y="123847"/>
                  </a:lnTo>
                  <a:lnTo>
                    <a:pt x="132461" y="122966"/>
                  </a:lnTo>
                  <a:lnTo>
                    <a:pt x="133035" y="122793"/>
                  </a:lnTo>
                  <a:lnTo>
                    <a:pt x="133379" y="123047"/>
                  </a:lnTo>
                  <a:lnTo>
                    <a:pt x="133838" y="120520"/>
                  </a:lnTo>
                  <a:lnTo>
                    <a:pt x="134241" y="120162"/>
                  </a:lnTo>
                  <a:lnTo>
                    <a:pt x="135023" y="120859"/>
                  </a:lnTo>
                  <a:lnTo>
                    <a:pt x="136571" y="125613"/>
                  </a:lnTo>
                  <a:lnTo>
                    <a:pt x="137881" y="129633"/>
                  </a:lnTo>
                  <a:lnTo>
                    <a:pt x="138262" y="130395"/>
                  </a:lnTo>
                  <a:lnTo>
                    <a:pt x="138495" y="130859"/>
                  </a:lnTo>
                  <a:lnTo>
                    <a:pt x="139787" y="132943"/>
                  </a:lnTo>
                  <a:lnTo>
                    <a:pt x="140678" y="134262"/>
                  </a:lnTo>
                  <a:lnTo>
                    <a:pt x="141898" y="133784"/>
                  </a:lnTo>
                  <a:lnTo>
                    <a:pt x="143506" y="133695"/>
                  </a:lnTo>
                  <a:lnTo>
                    <a:pt x="144460" y="134984"/>
                  </a:lnTo>
                  <a:lnTo>
                    <a:pt x="145012" y="135883"/>
                  </a:lnTo>
                  <a:lnTo>
                    <a:pt x="145109" y="136043"/>
                  </a:lnTo>
                  <a:lnTo>
                    <a:pt x="147046" y="139200"/>
                  </a:lnTo>
                  <a:lnTo>
                    <a:pt x="147885" y="138967"/>
                  </a:lnTo>
                  <a:lnTo>
                    <a:pt x="148439" y="139871"/>
                  </a:lnTo>
                  <a:lnTo>
                    <a:pt x="148597" y="142102"/>
                  </a:lnTo>
                  <a:lnTo>
                    <a:pt x="148339" y="144419"/>
                  </a:lnTo>
                  <a:lnTo>
                    <a:pt x="148400" y="145510"/>
                  </a:lnTo>
                  <a:lnTo>
                    <a:pt x="149261" y="145719"/>
                  </a:lnTo>
                  <a:lnTo>
                    <a:pt x="151095" y="147251"/>
                  </a:lnTo>
                  <a:lnTo>
                    <a:pt x="152717" y="148609"/>
                  </a:lnTo>
                  <a:lnTo>
                    <a:pt x="153554" y="149042"/>
                  </a:lnTo>
                  <a:lnTo>
                    <a:pt x="154458" y="150048"/>
                  </a:lnTo>
                  <a:lnTo>
                    <a:pt x="155256" y="151656"/>
                  </a:lnTo>
                  <a:lnTo>
                    <a:pt x="156820" y="153719"/>
                  </a:lnTo>
                  <a:lnTo>
                    <a:pt x="158201" y="155299"/>
                  </a:lnTo>
                  <a:lnTo>
                    <a:pt x="158507" y="157445"/>
                  </a:lnTo>
                  <a:lnTo>
                    <a:pt x="157962" y="156986"/>
                  </a:lnTo>
                  <a:lnTo>
                    <a:pt x="157241" y="157226"/>
                  </a:lnTo>
                  <a:lnTo>
                    <a:pt x="156507" y="158176"/>
                  </a:lnTo>
                  <a:lnTo>
                    <a:pt x="156158" y="158780"/>
                  </a:lnTo>
                  <a:lnTo>
                    <a:pt x="154482" y="162473"/>
                  </a:lnTo>
                  <a:lnTo>
                    <a:pt x="153604" y="163610"/>
                  </a:lnTo>
                  <a:lnTo>
                    <a:pt x="152816" y="165266"/>
                  </a:lnTo>
                  <a:lnTo>
                    <a:pt x="151000" y="170276"/>
                  </a:lnTo>
                  <a:lnTo>
                    <a:pt x="149951" y="174951"/>
                  </a:lnTo>
                  <a:lnTo>
                    <a:pt x="149186" y="179345"/>
                  </a:lnTo>
                  <a:lnTo>
                    <a:pt x="149199" y="182458"/>
                  </a:lnTo>
                  <a:lnTo>
                    <a:pt x="148916" y="186104"/>
                  </a:lnTo>
                  <a:lnTo>
                    <a:pt x="148133" y="188181"/>
                  </a:lnTo>
                  <a:lnTo>
                    <a:pt x="147651" y="188888"/>
                  </a:lnTo>
                  <a:lnTo>
                    <a:pt x="147084" y="192026"/>
                  </a:lnTo>
                  <a:lnTo>
                    <a:pt x="146678" y="195687"/>
                  </a:lnTo>
                  <a:lnTo>
                    <a:pt x="146913" y="196873"/>
                  </a:lnTo>
                  <a:lnTo>
                    <a:pt x="147887" y="198472"/>
                  </a:lnTo>
                  <a:lnTo>
                    <a:pt x="148837" y="200030"/>
                  </a:lnTo>
                  <a:lnTo>
                    <a:pt x="150049" y="201712"/>
                  </a:lnTo>
                  <a:lnTo>
                    <a:pt x="151206" y="203319"/>
                  </a:lnTo>
                  <a:lnTo>
                    <a:pt x="151953" y="203530"/>
                  </a:lnTo>
                  <a:lnTo>
                    <a:pt x="152159" y="202617"/>
                  </a:lnTo>
                  <a:lnTo>
                    <a:pt x="152431" y="201748"/>
                  </a:lnTo>
                  <a:lnTo>
                    <a:pt x="153284" y="202209"/>
                  </a:lnTo>
                  <a:lnTo>
                    <a:pt x="154324" y="203786"/>
                  </a:lnTo>
                  <a:lnTo>
                    <a:pt x="155002" y="205036"/>
                  </a:lnTo>
                  <a:lnTo>
                    <a:pt x="155305" y="205456"/>
                  </a:lnTo>
                  <a:lnTo>
                    <a:pt x="157098" y="207558"/>
                  </a:lnTo>
                  <a:lnTo>
                    <a:pt x="158585" y="209301"/>
                  </a:lnTo>
                  <a:lnTo>
                    <a:pt x="160465" y="211505"/>
                  </a:lnTo>
                  <a:lnTo>
                    <a:pt x="160926" y="212852"/>
                  </a:lnTo>
                  <a:lnTo>
                    <a:pt x="161329" y="214286"/>
                  </a:lnTo>
                  <a:lnTo>
                    <a:pt x="162216" y="216192"/>
                  </a:lnTo>
                  <a:lnTo>
                    <a:pt x="164378" y="219566"/>
                  </a:lnTo>
                  <a:lnTo>
                    <a:pt x="166223" y="221981"/>
                  </a:lnTo>
                  <a:lnTo>
                    <a:pt x="167725" y="223950"/>
                  </a:lnTo>
                  <a:lnTo>
                    <a:pt x="168902" y="225331"/>
                  </a:lnTo>
                  <a:lnTo>
                    <a:pt x="169448" y="225113"/>
                  </a:lnTo>
                  <a:lnTo>
                    <a:pt x="170044" y="224380"/>
                  </a:lnTo>
                  <a:lnTo>
                    <a:pt x="170569" y="223952"/>
                  </a:lnTo>
                  <a:lnTo>
                    <a:pt x="171177" y="224341"/>
                  </a:lnTo>
                  <a:lnTo>
                    <a:pt x="172101" y="225395"/>
                  </a:lnTo>
                  <a:lnTo>
                    <a:pt x="174271" y="228598"/>
                  </a:lnTo>
                  <a:lnTo>
                    <a:pt x="176290" y="231101"/>
                  </a:lnTo>
                  <a:lnTo>
                    <a:pt x="178493" y="230651"/>
                  </a:lnTo>
                  <a:lnTo>
                    <a:pt x="179079" y="231053"/>
                  </a:lnTo>
                  <a:lnTo>
                    <a:pt x="179492" y="233322"/>
                  </a:lnTo>
                  <a:lnTo>
                    <a:pt x="179770" y="235617"/>
                  </a:lnTo>
                  <a:lnTo>
                    <a:pt x="182231" y="237134"/>
                  </a:lnTo>
                  <a:lnTo>
                    <a:pt x="183851" y="237817"/>
                  </a:lnTo>
                  <a:lnTo>
                    <a:pt x="185699" y="239065"/>
                  </a:lnTo>
                  <a:lnTo>
                    <a:pt x="186636" y="239990"/>
                  </a:lnTo>
                  <a:lnTo>
                    <a:pt x="187619" y="238830"/>
                  </a:lnTo>
                  <a:lnTo>
                    <a:pt x="187799" y="237809"/>
                  </a:lnTo>
                  <a:lnTo>
                    <a:pt x="188578" y="237203"/>
                  </a:lnTo>
                  <a:lnTo>
                    <a:pt x="189868" y="237468"/>
                  </a:lnTo>
                  <a:lnTo>
                    <a:pt x="192278" y="239253"/>
                  </a:lnTo>
                  <a:lnTo>
                    <a:pt x="193288" y="239788"/>
                  </a:lnTo>
                  <a:lnTo>
                    <a:pt x="194131" y="238096"/>
                  </a:lnTo>
                  <a:lnTo>
                    <a:pt x="195706" y="237311"/>
                  </a:lnTo>
                  <a:lnTo>
                    <a:pt x="196523" y="236434"/>
                  </a:lnTo>
                  <a:lnTo>
                    <a:pt x="198236" y="238311"/>
                  </a:lnTo>
                  <a:lnTo>
                    <a:pt x="201334" y="240664"/>
                  </a:lnTo>
                  <a:lnTo>
                    <a:pt x="202929" y="242127"/>
                  </a:lnTo>
                  <a:lnTo>
                    <a:pt x="203306" y="243570"/>
                  </a:lnTo>
                  <a:lnTo>
                    <a:pt x="203480" y="244935"/>
                  </a:lnTo>
                  <a:lnTo>
                    <a:pt x="203468" y="248243"/>
                  </a:lnTo>
                  <a:lnTo>
                    <a:pt x="203857" y="249741"/>
                  </a:lnTo>
                  <a:lnTo>
                    <a:pt x="206965" y="253113"/>
                  </a:lnTo>
                  <a:lnTo>
                    <a:pt x="207988" y="254543"/>
                  </a:lnTo>
                  <a:lnTo>
                    <a:pt x="208817" y="255003"/>
                  </a:lnTo>
                  <a:lnTo>
                    <a:pt x="209287" y="255061"/>
                  </a:lnTo>
                  <a:lnTo>
                    <a:pt x="209610" y="255485"/>
                  </a:lnTo>
                  <a:lnTo>
                    <a:pt x="209888" y="257408"/>
                  </a:lnTo>
                  <a:lnTo>
                    <a:pt x="210107" y="257851"/>
                  </a:lnTo>
                  <a:lnTo>
                    <a:pt x="210704" y="258330"/>
                  </a:lnTo>
                  <a:lnTo>
                    <a:pt x="211355" y="258606"/>
                  </a:lnTo>
                  <a:lnTo>
                    <a:pt x="213372" y="256945"/>
                  </a:lnTo>
                  <a:lnTo>
                    <a:pt x="214755" y="255685"/>
                  </a:lnTo>
                  <a:lnTo>
                    <a:pt x="215741" y="256006"/>
                  </a:lnTo>
                  <a:lnTo>
                    <a:pt x="216376" y="257405"/>
                  </a:lnTo>
                  <a:lnTo>
                    <a:pt x="216469" y="259444"/>
                  </a:lnTo>
                  <a:lnTo>
                    <a:pt x="216838" y="261598"/>
                  </a:lnTo>
                  <a:lnTo>
                    <a:pt x="217544" y="262650"/>
                  </a:lnTo>
                  <a:lnTo>
                    <a:pt x="218299" y="262767"/>
                  </a:lnTo>
                  <a:lnTo>
                    <a:pt x="220170" y="261314"/>
                  </a:lnTo>
                  <a:lnTo>
                    <a:pt x="221676" y="262426"/>
                  </a:lnTo>
                  <a:lnTo>
                    <a:pt x="223061" y="262832"/>
                  </a:lnTo>
                  <a:lnTo>
                    <a:pt x="224598" y="263529"/>
                  </a:lnTo>
                  <a:lnTo>
                    <a:pt x="225194" y="264064"/>
                  </a:lnTo>
                  <a:lnTo>
                    <a:pt x="226788" y="265846"/>
                  </a:lnTo>
                  <a:lnTo>
                    <a:pt x="228734" y="267646"/>
                  </a:lnTo>
                  <a:lnTo>
                    <a:pt x="229489" y="267443"/>
                  </a:lnTo>
                  <a:lnTo>
                    <a:pt x="232622" y="264090"/>
                  </a:lnTo>
                  <a:lnTo>
                    <a:pt x="232887" y="264498"/>
                  </a:lnTo>
                  <a:lnTo>
                    <a:pt x="233524" y="267701"/>
                  </a:lnTo>
                  <a:lnTo>
                    <a:pt x="234478" y="268853"/>
                  </a:lnTo>
                  <a:lnTo>
                    <a:pt x="235966" y="269855"/>
                  </a:lnTo>
                  <a:lnTo>
                    <a:pt x="237523" y="268004"/>
                  </a:lnTo>
                  <a:lnTo>
                    <a:pt x="238751" y="268535"/>
                  </a:lnTo>
                  <a:lnTo>
                    <a:pt x="240236" y="268708"/>
                  </a:lnTo>
                  <a:lnTo>
                    <a:pt x="241660" y="267817"/>
                  </a:lnTo>
                  <a:lnTo>
                    <a:pt x="242899" y="267592"/>
                  </a:lnTo>
                  <a:lnTo>
                    <a:pt x="244699" y="269203"/>
                  </a:lnTo>
                  <a:lnTo>
                    <a:pt x="245092" y="268829"/>
                  </a:lnTo>
                  <a:lnTo>
                    <a:pt x="245437" y="267795"/>
                  </a:lnTo>
                  <a:lnTo>
                    <a:pt x="246136" y="263174"/>
                  </a:lnTo>
                  <a:lnTo>
                    <a:pt x="246752" y="259085"/>
                  </a:lnTo>
                  <a:lnTo>
                    <a:pt x="246699" y="256646"/>
                  </a:lnTo>
                  <a:lnTo>
                    <a:pt x="246129" y="253067"/>
                  </a:lnTo>
                  <a:lnTo>
                    <a:pt x="244675" y="248409"/>
                  </a:lnTo>
                  <a:lnTo>
                    <a:pt x="244567" y="246995"/>
                  </a:lnTo>
                  <a:lnTo>
                    <a:pt x="245057" y="238871"/>
                  </a:lnTo>
                  <a:lnTo>
                    <a:pt x="245597" y="234187"/>
                  </a:lnTo>
                  <a:lnTo>
                    <a:pt x="246062" y="231970"/>
                  </a:lnTo>
                  <a:lnTo>
                    <a:pt x="246573" y="228814"/>
                  </a:lnTo>
                  <a:lnTo>
                    <a:pt x="246663" y="227353"/>
                  </a:lnTo>
                  <a:lnTo>
                    <a:pt x="246614" y="226034"/>
                  </a:lnTo>
                  <a:lnTo>
                    <a:pt x="246114" y="225227"/>
                  </a:lnTo>
                  <a:lnTo>
                    <a:pt x="245980" y="224225"/>
                  </a:lnTo>
                  <a:lnTo>
                    <a:pt x="246104" y="223383"/>
                  </a:lnTo>
                  <a:lnTo>
                    <a:pt x="246501" y="222913"/>
                  </a:lnTo>
                  <a:lnTo>
                    <a:pt x="248155" y="222324"/>
                  </a:lnTo>
                  <a:lnTo>
                    <a:pt x="250016" y="221059"/>
                  </a:lnTo>
                  <a:lnTo>
                    <a:pt x="250758" y="220385"/>
                  </a:lnTo>
                  <a:lnTo>
                    <a:pt x="251320" y="219709"/>
                  </a:lnTo>
                  <a:lnTo>
                    <a:pt x="251891" y="218645"/>
                  </a:lnTo>
                  <a:lnTo>
                    <a:pt x="252423" y="218690"/>
                  </a:lnTo>
                  <a:lnTo>
                    <a:pt x="254091" y="220231"/>
                  </a:lnTo>
                  <a:lnTo>
                    <a:pt x="254677" y="221199"/>
                  </a:lnTo>
                  <a:lnTo>
                    <a:pt x="254984" y="224144"/>
                  </a:lnTo>
                  <a:lnTo>
                    <a:pt x="255234" y="225285"/>
                  </a:lnTo>
                  <a:lnTo>
                    <a:pt x="255000" y="228277"/>
                  </a:lnTo>
                  <a:lnTo>
                    <a:pt x="254002" y="235532"/>
                  </a:lnTo>
                  <a:lnTo>
                    <a:pt x="254197" y="238250"/>
                  </a:lnTo>
                  <a:lnTo>
                    <a:pt x="255032" y="240231"/>
                  </a:lnTo>
                  <a:lnTo>
                    <a:pt x="255759" y="241613"/>
                  </a:lnTo>
                  <a:lnTo>
                    <a:pt x="255639" y="242163"/>
                  </a:lnTo>
                  <a:lnTo>
                    <a:pt x="254142" y="244508"/>
                  </a:lnTo>
                  <a:lnTo>
                    <a:pt x="253876" y="245764"/>
                  </a:lnTo>
                  <a:lnTo>
                    <a:pt x="254207" y="246987"/>
                  </a:lnTo>
                  <a:lnTo>
                    <a:pt x="254799" y="248027"/>
                  </a:lnTo>
                  <a:lnTo>
                    <a:pt x="255065" y="249015"/>
                  </a:lnTo>
                  <a:lnTo>
                    <a:pt x="255342" y="252091"/>
                  </a:lnTo>
                  <a:lnTo>
                    <a:pt x="256101" y="252956"/>
                  </a:lnTo>
                  <a:lnTo>
                    <a:pt x="257604" y="254941"/>
                  </a:lnTo>
                  <a:lnTo>
                    <a:pt x="258928" y="256385"/>
                  </a:lnTo>
                  <a:lnTo>
                    <a:pt x="261197" y="255426"/>
                  </a:lnTo>
                  <a:lnTo>
                    <a:pt x="261840" y="256078"/>
                  </a:lnTo>
                  <a:lnTo>
                    <a:pt x="262956" y="256762"/>
                  </a:lnTo>
                  <a:lnTo>
                    <a:pt x="263826" y="256974"/>
                  </a:lnTo>
                  <a:lnTo>
                    <a:pt x="264332" y="257485"/>
                  </a:lnTo>
                  <a:lnTo>
                    <a:pt x="264616" y="257979"/>
                  </a:lnTo>
                  <a:lnTo>
                    <a:pt x="264579" y="258603"/>
                  </a:lnTo>
                  <a:lnTo>
                    <a:pt x="264626" y="259243"/>
                  </a:lnTo>
                  <a:lnTo>
                    <a:pt x="265872" y="259406"/>
                  </a:lnTo>
                  <a:lnTo>
                    <a:pt x="266525" y="259771"/>
                  </a:lnTo>
                  <a:lnTo>
                    <a:pt x="268738" y="259111"/>
                  </a:lnTo>
                  <a:lnTo>
                    <a:pt x="270956" y="258204"/>
                  </a:lnTo>
                  <a:lnTo>
                    <a:pt x="271982" y="255459"/>
                  </a:lnTo>
                  <a:lnTo>
                    <a:pt x="272430" y="255263"/>
                  </a:lnTo>
                  <a:lnTo>
                    <a:pt x="273707" y="254193"/>
                  </a:lnTo>
                  <a:lnTo>
                    <a:pt x="274963" y="255362"/>
                  </a:lnTo>
                  <a:lnTo>
                    <a:pt x="276348" y="256964"/>
                  </a:lnTo>
                  <a:lnTo>
                    <a:pt x="277094" y="257447"/>
                  </a:lnTo>
                  <a:lnTo>
                    <a:pt x="278566" y="257700"/>
                  </a:lnTo>
                  <a:lnTo>
                    <a:pt x="279999" y="257521"/>
                  </a:lnTo>
                  <a:lnTo>
                    <a:pt x="283431" y="256762"/>
                  </a:lnTo>
                  <a:lnTo>
                    <a:pt x="285314" y="257160"/>
                  </a:lnTo>
                  <a:lnTo>
                    <a:pt x="287045" y="254880"/>
                  </a:lnTo>
                  <a:lnTo>
                    <a:pt x="287404" y="254886"/>
                  </a:lnTo>
                  <a:lnTo>
                    <a:pt x="288166" y="256646"/>
                  </a:lnTo>
                  <a:lnTo>
                    <a:pt x="290066" y="256804"/>
                  </a:lnTo>
                  <a:lnTo>
                    <a:pt x="291079" y="255954"/>
                  </a:lnTo>
                  <a:lnTo>
                    <a:pt x="292170" y="255297"/>
                  </a:lnTo>
                  <a:lnTo>
                    <a:pt x="292868" y="255088"/>
                  </a:lnTo>
                  <a:lnTo>
                    <a:pt x="293424" y="255065"/>
                  </a:lnTo>
                  <a:lnTo>
                    <a:pt x="294098" y="255238"/>
                  </a:lnTo>
                  <a:lnTo>
                    <a:pt x="294732" y="254651"/>
                  </a:lnTo>
                  <a:lnTo>
                    <a:pt x="295025" y="253469"/>
                  </a:lnTo>
                  <a:lnTo>
                    <a:pt x="294960" y="251686"/>
                  </a:lnTo>
                  <a:lnTo>
                    <a:pt x="294499" y="249747"/>
                  </a:lnTo>
                  <a:lnTo>
                    <a:pt x="294102" y="248610"/>
                  </a:lnTo>
                  <a:lnTo>
                    <a:pt x="294023" y="248001"/>
                  </a:lnTo>
                  <a:lnTo>
                    <a:pt x="294150" y="246598"/>
                  </a:lnTo>
                  <a:lnTo>
                    <a:pt x="294503" y="244620"/>
                  </a:lnTo>
                  <a:lnTo>
                    <a:pt x="295148" y="242365"/>
                  </a:lnTo>
                  <a:lnTo>
                    <a:pt x="294673" y="240176"/>
                  </a:lnTo>
                  <a:lnTo>
                    <a:pt x="294005" y="237650"/>
                  </a:lnTo>
                  <a:lnTo>
                    <a:pt x="293514" y="237411"/>
                  </a:lnTo>
                  <a:lnTo>
                    <a:pt x="292283" y="237992"/>
                  </a:lnTo>
                  <a:lnTo>
                    <a:pt x="290948" y="237877"/>
                  </a:lnTo>
                  <a:lnTo>
                    <a:pt x="289900" y="236367"/>
                  </a:lnTo>
                  <a:lnTo>
                    <a:pt x="289118" y="234474"/>
                  </a:lnTo>
                  <a:lnTo>
                    <a:pt x="288927" y="232886"/>
                  </a:lnTo>
                  <a:lnTo>
                    <a:pt x="289154" y="230948"/>
                  </a:lnTo>
                  <a:lnTo>
                    <a:pt x="289502" y="229166"/>
                  </a:lnTo>
                  <a:lnTo>
                    <a:pt x="289577" y="228497"/>
                  </a:lnTo>
                  <a:lnTo>
                    <a:pt x="290572" y="228501"/>
                  </a:lnTo>
                  <a:lnTo>
                    <a:pt x="291956" y="228896"/>
                  </a:lnTo>
                  <a:lnTo>
                    <a:pt x="293000" y="229391"/>
                  </a:lnTo>
                  <a:lnTo>
                    <a:pt x="293843" y="229371"/>
                  </a:lnTo>
                  <a:lnTo>
                    <a:pt x="295368" y="227089"/>
                  </a:lnTo>
                  <a:lnTo>
                    <a:pt x="296064" y="226952"/>
                  </a:lnTo>
                  <a:lnTo>
                    <a:pt x="296861" y="226517"/>
                  </a:lnTo>
                  <a:lnTo>
                    <a:pt x="297210" y="226087"/>
                  </a:lnTo>
                  <a:lnTo>
                    <a:pt x="297452" y="226421"/>
                  </a:lnTo>
                  <a:lnTo>
                    <a:pt x="298327" y="226700"/>
                  </a:lnTo>
                  <a:lnTo>
                    <a:pt x="299238" y="226586"/>
                  </a:lnTo>
                  <a:lnTo>
                    <a:pt x="300050" y="225956"/>
                  </a:lnTo>
                  <a:lnTo>
                    <a:pt x="300864" y="224973"/>
                  </a:lnTo>
                  <a:lnTo>
                    <a:pt x="302317" y="222913"/>
                  </a:lnTo>
                  <a:lnTo>
                    <a:pt x="302606" y="221730"/>
                  </a:lnTo>
                  <a:lnTo>
                    <a:pt x="302602" y="220643"/>
                  </a:lnTo>
                  <a:lnTo>
                    <a:pt x="302332" y="219931"/>
                  </a:lnTo>
                  <a:lnTo>
                    <a:pt x="302059" y="219586"/>
                  </a:lnTo>
                  <a:lnTo>
                    <a:pt x="302171" y="218645"/>
                  </a:lnTo>
                  <a:lnTo>
                    <a:pt x="302779" y="217057"/>
                  </a:lnTo>
                  <a:lnTo>
                    <a:pt x="305000" y="214663"/>
                  </a:lnTo>
                  <a:lnTo>
                    <a:pt x="306890" y="211722"/>
                  </a:lnTo>
                  <a:lnTo>
                    <a:pt x="307930" y="209516"/>
                  </a:lnTo>
                  <a:lnTo>
                    <a:pt x="308406" y="206844"/>
                  </a:lnTo>
                  <a:lnTo>
                    <a:pt x="309007" y="203946"/>
                  </a:lnTo>
                  <a:lnTo>
                    <a:pt x="309567" y="202803"/>
                  </a:lnTo>
                  <a:lnTo>
                    <a:pt x="310907" y="202077"/>
                  </a:lnTo>
                  <a:lnTo>
                    <a:pt x="314664" y="201008"/>
                  </a:lnTo>
                  <a:lnTo>
                    <a:pt x="315846" y="199839"/>
                  </a:lnTo>
                  <a:lnTo>
                    <a:pt x="317592" y="197669"/>
                  </a:lnTo>
                  <a:lnTo>
                    <a:pt x="318473" y="195968"/>
                  </a:lnTo>
                  <a:lnTo>
                    <a:pt x="318962" y="194588"/>
                  </a:lnTo>
                  <a:lnTo>
                    <a:pt x="319016" y="193051"/>
                  </a:lnTo>
                  <a:lnTo>
                    <a:pt x="320174" y="192568"/>
                  </a:lnTo>
                  <a:lnTo>
                    <a:pt x="321185" y="190085"/>
                  </a:lnTo>
                  <a:lnTo>
                    <a:pt x="322417" y="187581"/>
                  </a:lnTo>
                  <a:lnTo>
                    <a:pt x="324574" y="185466"/>
                  </a:lnTo>
                  <a:lnTo>
                    <a:pt x="326487" y="182624"/>
                  </a:lnTo>
                  <a:lnTo>
                    <a:pt x="327153" y="183078"/>
                  </a:lnTo>
                  <a:lnTo>
                    <a:pt x="327848" y="184420"/>
                  </a:lnTo>
                  <a:lnTo>
                    <a:pt x="328215" y="185907"/>
                  </a:lnTo>
                  <a:lnTo>
                    <a:pt x="328293" y="186658"/>
                  </a:lnTo>
                  <a:lnTo>
                    <a:pt x="330737" y="187599"/>
                  </a:lnTo>
                  <a:lnTo>
                    <a:pt x="331124" y="187447"/>
                  </a:lnTo>
                  <a:lnTo>
                    <a:pt x="332924" y="188780"/>
                  </a:lnTo>
                  <a:lnTo>
                    <a:pt x="334582" y="190390"/>
                  </a:lnTo>
                  <a:lnTo>
                    <a:pt x="335495" y="190794"/>
                  </a:lnTo>
                  <a:lnTo>
                    <a:pt x="335941" y="190750"/>
                  </a:lnTo>
                  <a:lnTo>
                    <a:pt x="336323" y="190250"/>
                  </a:lnTo>
                  <a:lnTo>
                    <a:pt x="336772" y="188832"/>
                  </a:lnTo>
                  <a:lnTo>
                    <a:pt x="337231" y="187806"/>
                  </a:lnTo>
                  <a:lnTo>
                    <a:pt x="337518" y="187388"/>
                  </a:lnTo>
                  <a:lnTo>
                    <a:pt x="337503" y="185757"/>
                  </a:lnTo>
                  <a:lnTo>
                    <a:pt x="339904" y="182582"/>
                  </a:lnTo>
                  <a:lnTo>
                    <a:pt x="342059" y="180304"/>
                  </a:lnTo>
                  <a:lnTo>
                    <a:pt x="343914" y="178641"/>
                  </a:lnTo>
                  <a:lnTo>
                    <a:pt x="344460" y="179322"/>
                  </a:lnTo>
                  <a:lnTo>
                    <a:pt x="345064" y="180585"/>
                  </a:lnTo>
                  <a:lnTo>
                    <a:pt x="345881" y="183804"/>
                  </a:lnTo>
                  <a:lnTo>
                    <a:pt x="346377" y="184592"/>
                  </a:lnTo>
                  <a:lnTo>
                    <a:pt x="347639" y="184143"/>
                  </a:lnTo>
                  <a:lnTo>
                    <a:pt x="347869" y="184495"/>
                  </a:lnTo>
                  <a:lnTo>
                    <a:pt x="347670" y="185655"/>
                  </a:lnTo>
                  <a:lnTo>
                    <a:pt x="346816" y="187091"/>
                  </a:lnTo>
                  <a:lnTo>
                    <a:pt x="345710" y="188378"/>
                  </a:lnTo>
                  <a:lnTo>
                    <a:pt x="344988" y="189429"/>
                  </a:lnTo>
                  <a:lnTo>
                    <a:pt x="345223" y="192934"/>
                  </a:lnTo>
                  <a:lnTo>
                    <a:pt x="345170" y="194142"/>
                  </a:lnTo>
                  <a:lnTo>
                    <a:pt x="345479" y="194523"/>
                  </a:lnTo>
                  <a:lnTo>
                    <a:pt x="347758" y="191044"/>
                  </a:lnTo>
                  <a:lnTo>
                    <a:pt x="348855" y="190357"/>
                  </a:lnTo>
                  <a:lnTo>
                    <a:pt x="349242" y="191197"/>
                  </a:lnTo>
                  <a:lnTo>
                    <a:pt x="349366" y="193057"/>
                  </a:lnTo>
                  <a:lnTo>
                    <a:pt x="350265" y="196890"/>
                  </a:lnTo>
                  <a:lnTo>
                    <a:pt x="350646" y="198838"/>
                  </a:lnTo>
                  <a:lnTo>
                    <a:pt x="348360" y="203481"/>
                  </a:lnTo>
                  <a:lnTo>
                    <a:pt x="347517" y="205879"/>
                  </a:lnTo>
                  <a:lnTo>
                    <a:pt x="347549" y="206723"/>
                  </a:lnTo>
                  <a:lnTo>
                    <a:pt x="347503" y="207558"/>
                  </a:lnTo>
                  <a:lnTo>
                    <a:pt x="346920" y="208752"/>
                  </a:lnTo>
                  <a:lnTo>
                    <a:pt x="346951" y="209228"/>
                  </a:lnTo>
                  <a:lnTo>
                    <a:pt x="347424" y="209982"/>
                  </a:lnTo>
                  <a:lnTo>
                    <a:pt x="347999" y="210551"/>
                  </a:lnTo>
                  <a:lnTo>
                    <a:pt x="348279" y="210532"/>
                  </a:lnTo>
                  <a:lnTo>
                    <a:pt x="348756" y="209407"/>
                  </a:lnTo>
                  <a:lnTo>
                    <a:pt x="350914" y="207814"/>
                  </a:lnTo>
                  <a:lnTo>
                    <a:pt x="351534" y="208114"/>
                  </a:lnTo>
                  <a:lnTo>
                    <a:pt x="353051" y="210558"/>
                  </a:lnTo>
                  <a:lnTo>
                    <a:pt x="353757" y="210695"/>
                  </a:lnTo>
                  <a:lnTo>
                    <a:pt x="355581" y="211425"/>
                  </a:lnTo>
                  <a:lnTo>
                    <a:pt x="356748" y="210502"/>
                  </a:lnTo>
                  <a:lnTo>
                    <a:pt x="357608" y="211347"/>
                  </a:lnTo>
                  <a:lnTo>
                    <a:pt x="359389" y="214406"/>
                  </a:lnTo>
                  <a:lnTo>
                    <a:pt x="359797" y="214963"/>
                  </a:lnTo>
                  <a:lnTo>
                    <a:pt x="359646" y="216817"/>
                  </a:lnTo>
                  <a:lnTo>
                    <a:pt x="359553" y="218863"/>
                  </a:lnTo>
                  <a:lnTo>
                    <a:pt x="360003" y="220492"/>
                  </a:lnTo>
                  <a:lnTo>
                    <a:pt x="360057" y="221926"/>
                  </a:lnTo>
                  <a:lnTo>
                    <a:pt x="359953" y="223243"/>
                  </a:lnTo>
                  <a:lnTo>
                    <a:pt x="359596" y="224150"/>
                  </a:lnTo>
                  <a:lnTo>
                    <a:pt x="358607" y="224653"/>
                  </a:lnTo>
                  <a:lnTo>
                    <a:pt x="357765" y="226224"/>
                  </a:lnTo>
                  <a:lnTo>
                    <a:pt x="356431" y="228495"/>
                  </a:lnTo>
                  <a:lnTo>
                    <a:pt x="355359" y="230319"/>
                  </a:lnTo>
                  <a:lnTo>
                    <a:pt x="354580" y="231928"/>
                  </a:lnTo>
                  <a:lnTo>
                    <a:pt x="354298" y="233616"/>
                  </a:lnTo>
                  <a:lnTo>
                    <a:pt x="354381" y="235740"/>
                  </a:lnTo>
                  <a:lnTo>
                    <a:pt x="354608" y="237963"/>
                  </a:lnTo>
                  <a:lnTo>
                    <a:pt x="357097" y="246127"/>
                  </a:lnTo>
                  <a:lnTo>
                    <a:pt x="357077" y="247542"/>
                  </a:lnTo>
                  <a:lnTo>
                    <a:pt x="356288" y="247937"/>
                  </a:lnTo>
                  <a:lnTo>
                    <a:pt x="355243" y="247014"/>
                  </a:lnTo>
                  <a:lnTo>
                    <a:pt x="354340" y="245698"/>
                  </a:lnTo>
                  <a:lnTo>
                    <a:pt x="353323" y="242201"/>
                  </a:lnTo>
                  <a:lnTo>
                    <a:pt x="352506" y="241158"/>
                  </a:lnTo>
                  <a:lnTo>
                    <a:pt x="351693" y="240928"/>
                  </a:lnTo>
                  <a:lnTo>
                    <a:pt x="346862" y="242727"/>
                  </a:lnTo>
                  <a:lnTo>
                    <a:pt x="345833" y="243232"/>
                  </a:lnTo>
                  <a:lnTo>
                    <a:pt x="344236" y="244538"/>
                  </a:lnTo>
                  <a:lnTo>
                    <a:pt x="343119" y="247168"/>
                  </a:lnTo>
                  <a:lnTo>
                    <a:pt x="342309" y="249575"/>
                  </a:lnTo>
                  <a:lnTo>
                    <a:pt x="341470" y="250545"/>
                  </a:lnTo>
                  <a:lnTo>
                    <a:pt x="340250" y="252417"/>
                  </a:lnTo>
                  <a:lnTo>
                    <a:pt x="336862" y="258161"/>
                  </a:lnTo>
                  <a:lnTo>
                    <a:pt x="334903" y="260637"/>
                  </a:lnTo>
                  <a:lnTo>
                    <a:pt x="333624" y="261549"/>
                  </a:lnTo>
                  <a:lnTo>
                    <a:pt x="332726" y="262853"/>
                  </a:lnTo>
                  <a:lnTo>
                    <a:pt x="332242" y="264974"/>
                  </a:lnTo>
                  <a:lnTo>
                    <a:pt x="331876" y="266496"/>
                  </a:lnTo>
                  <a:lnTo>
                    <a:pt x="331766" y="270241"/>
                  </a:lnTo>
                  <a:lnTo>
                    <a:pt x="331989" y="274855"/>
                  </a:lnTo>
                  <a:lnTo>
                    <a:pt x="332476" y="277801"/>
                  </a:lnTo>
                  <a:lnTo>
                    <a:pt x="332734" y="278421"/>
                  </a:lnTo>
                  <a:lnTo>
                    <a:pt x="332772" y="279283"/>
                  </a:lnTo>
                  <a:lnTo>
                    <a:pt x="332285" y="280877"/>
                  </a:lnTo>
                  <a:lnTo>
                    <a:pt x="331641" y="282236"/>
                  </a:lnTo>
                  <a:lnTo>
                    <a:pt x="331326" y="283075"/>
                  </a:lnTo>
                  <a:lnTo>
                    <a:pt x="331039" y="287285"/>
                  </a:lnTo>
                  <a:lnTo>
                    <a:pt x="330468" y="289359"/>
                  </a:lnTo>
                  <a:lnTo>
                    <a:pt x="329424" y="292404"/>
                  </a:lnTo>
                  <a:lnTo>
                    <a:pt x="328495" y="294705"/>
                  </a:lnTo>
                  <a:lnTo>
                    <a:pt x="327038" y="296491"/>
                  </a:lnTo>
                  <a:lnTo>
                    <a:pt x="326484" y="297936"/>
                  </a:lnTo>
                  <a:lnTo>
                    <a:pt x="325954" y="300600"/>
                  </a:lnTo>
                  <a:lnTo>
                    <a:pt x="325639" y="302857"/>
                  </a:lnTo>
                  <a:lnTo>
                    <a:pt x="325622" y="303677"/>
                  </a:lnTo>
                  <a:lnTo>
                    <a:pt x="325789" y="304392"/>
                  </a:lnTo>
                  <a:lnTo>
                    <a:pt x="326395" y="305187"/>
                  </a:lnTo>
                  <a:lnTo>
                    <a:pt x="327131" y="305956"/>
                  </a:lnTo>
                  <a:lnTo>
                    <a:pt x="327482" y="307160"/>
                  </a:lnTo>
                  <a:lnTo>
                    <a:pt x="327530" y="308611"/>
                  </a:lnTo>
                  <a:lnTo>
                    <a:pt x="326983" y="312090"/>
                  </a:lnTo>
                  <a:lnTo>
                    <a:pt x="326006" y="316929"/>
                  </a:lnTo>
                  <a:lnTo>
                    <a:pt x="324884" y="320758"/>
                  </a:lnTo>
                  <a:lnTo>
                    <a:pt x="323727" y="324410"/>
                  </a:lnTo>
                  <a:lnTo>
                    <a:pt x="323453" y="325602"/>
                  </a:lnTo>
                  <a:lnTo>
                    <a:pt x="322415" y="330089"/>
                  </a:lnTo>
                  <a:lnTo>
                    <a:pt x="321510" y="336256"/>
                  </a:lnTo>
                  <a:lnTo>
                    <a:pt x="320900" y="340408"/>
                  </a:lnTo>
                  <a:lnTo>
                    <a:pt x="320373" y="343250"/>
                  </a:lnTo>
                  <a:lnTo>
                    <a:pt x="319721" y="343380"/>
                  </a:lnTo>
                  <a:lnTo>
                    <a:pt x="318932" y="342468"/>
                  </a:lnTo>
                  <a:lnTo>
                    <a:pt x="317015" y="341258"/>
                  </a:lnTo>
                  <a:lnTo>
                    <a:pt x="315786" y="340282"/>
                  </a:lnTo>
                  <a:lnTo>
                    <a:pt x="314891" y="339407"/>
                  </a:lnTo>
                  <a:lnTo>
                    <a:pt x="314273" y="339441"/>
                  </a:lnTo>
                  <a:lnTo>
                    <a:pt x="313419" y="340011"/>
                  </a:lnTo>
                  <a:lnTo>
                    <a:pt x="312551" y="340402"/>
                  </a:lnTo>
                  <a:lnTo>
                    <a:pt x="312038" y="339972"/>
                  </a:lnTo>
                  <a:lnTo>
                    <a:pt x="310846" y="337410"/>
                  </a:lnTo>
                  <a:lnTo>
                    <a:pt x="310485" y="337703"/>
                  </a:lnTo>
                  <a:lnTo>
                    <a:pt x="310251" y="338954"/>
                  </a:lnTo>
                  <a:lnTo>
                    <a:pt x="311056" y="346273"/>
                  </a:lnTo>
                  <a:lnTo>
                    <a:pt x="311579" y="348994"/>
                  </a:lnTo>
                  <a:lnTo>
                    <a:pt x="311494" y="353546"/>
                  </a:lnTo>
                  <a:lnTo>
                    <a:pt x="311287" y="359127"/>
                  </a:lnTo>
                  <a:lnTo>
                    <a:pt x="310975" y="365233"/>
                  </a:lnTo>
                  <a:lnTo>
                    <a:pt x="310770" y="366639"/>
                  </a:lnTo>
                  <a:lnTo>
                    <a:pt x="310259" y="368252"/>
                  </a:lnTo>
                  <a:lnTo>
                    <a:pt x="309587" y="368692"/>
                  </a:lnTo>
                  <a:lnTo>
                    <a:pt x="308975" y="368055"/>
                  </a:lnTo>
                  <a:lnTo>
                    <a:pt x="308484" y="368203"/>
                  </a:lnTo>
                  <a:lnTo>
                    <a:pt x="308321" y="369228"/>
                  </a:lnTo>
                  <a:lnTo>
                    <a:pt x="308464" y="371869"/>
                  </a:lnTo>
                  <a:lnTo>
                    <a:pt x="307868" y="374890"/>
                  </a:lnTo>
                  <a:lnTo>
                    <a:pt x="307430" y="377476"/>
                  </a:lnTo>
                  <a:lnTo>
                    <a:pt x="307547" y="379986"/>
                  </a:lnTo>
                  <a:lnTo>
                    <a:pt x="307755" y="382531"/>
                  </a:lnTo>
                  <a:lnTo>
                    <a:pt x="308458" y="388054"/>
                  </a:lnTo>
                  <a:lnTo>
                    <a:pt x="308462" y="390073"/>
                  </a:lnTo>
                  <a:lnTo>
                    <a:pt x="308324" y="391884"/>
                  </a:lnTo>
                  <a:lnTo>
                    <a:pt x="307958" y="392635"/>
                  </a:lnTo>
                  <a:lnTo>
                    <a:pt x="307330" y="392510"/>
                  </a:lnTo>
                  <a:lnTo>
                    <a:pt x="306989" y="393262"/>
                  </a:lnTo>
                  <a:lnTo>
                    <a:pt x="306730" y="394393"/>
                  </a:lnTo>
                  <a:lnTo>
                    <a:pt x="306021" y="398587"/>
                  </a:lnTo>
                  <a:lnTo>
                    <a:pt x="305341" y="399026"/>
                  </a:lnTo>
                  <a:lnTo>
                    <a:pt x="304660" y="398398"/>
                  </a:lnTo>
                  <a:lnTo>
                    <a:pt x="303637" y="395602"/>
                  </a:lnTo>
                  <a:lnTo>
                    <a:pt x="303016" y="394785"/>
                  </a:lnTo>
                  <a:lnTo>
                    <a:pt x="302620" y="394828"/>
                  </a:lnTo>
                  <a:lnTo>
                    <a:pt x="302444" y="395566"/>
                  </a:lnTo>
                  <a:lnTo>
                    <a:pt x="302172" y="397241"/>
                  </a:lnTo>
                  <a:lnTo>
                    <a:pt x="301897" y="398363"/>
                  </a:lnTo>
                  <a:lnTo>
                    <a:pt x="301213" y="399346"/>
                  </a:lnTo>
                  <a:lnTo>
                    <a:pt x="301044" y="397278"/>
                  </a:lnTo>
                  <a:lnTo>
                    <a:pt x="300681" y="386574"/>
                  </a:lnTo>
                  <a:lnTo>
                    <a:pt x="300407" y="383165"/>
                  </a:lnTo>
                  <a:lnTo>
                    <a:pt x="300182" y="378445"/>
                  </a:lnTo>
                  <a:lnTo>
                    <a:pt x="299850" y="376997"/>
                  </a:lnTo>
                  <a:lnTo>
                    <a:pt x="299431" y="374414"/>
                  </a:lnTo>
                  <a:lnTo>
                    <a:pt x="298970" y="372192"/>
                  </a:lnTo>
                  <a:lnTo>
                    <a:pt x="298581" y="371247"/>
                  </a:lnTo>
                  <a:lnTo>
                    <a:pt x="298329" y="367086"/>
                  </a:lnTo>
                  <a:lnTo>
                    <a:pt x="298237" y="361987"/>
                  </a:lnTo>
                  <a:lnTo>
                    <a:pt x="298242" y="359580"/>
                  </a:lnTo>
                  <a:lnTo>
                    <a:pt x="297689" y="354597"/>
                  </a:lnTo>
                  <a:lnTo>
                    <a:pt x="297155" y="348950"/>
                  </a:lnTo>
                  <a:lnTo>
                    <a:pt x="296428" y="349188"/>
                  </a:lnTo>
                  <a:lnTo>
                    <a:pt x="295998" y="347818"/>
                  </a:lnTo>
                  <a:lnTo>
                    <a:pt x="295686" y="347844"/>
                  </a:lnTo>
                  <a:lnTo>
                    <a:pt x="294662" y="349121"/>
                  </a:lnTo>
                  <a:lnTo>
                    <a:pt x="293853" y="348701"/>
                  </a:lnTo>
                  <a:lnTo>
                    <a:pt x="293250" y="348879"/>
                  </a:lnTo>
                  <a:lnTo>
                    <a:pt x="293248" y="351472"/>
                  </a:lnTo>
                  <a:lnTo>
                    <a:pt x="293352" y="354236"/>
                  </a:lnTo>
                  <a:lnTo>
                    <a:pt x="293121" y="355230"/>
                  </a:lnTo>
                  <a:lnTo>
                    <a:pt x="291528" y="358481"/>
                  </a:lnTo>
                  <a:lnTo>
                    <a:pt x="291086" y="360660"/>
                  </a:lnTo>
                  <a:lnTo>
                    <a:pt x="291131" y="362949"/>
                  </a:lnTo>
                  <a:lnTo>
                    <a:pt x="291328" y="366014"/>
                  </a:lnTo>
                  <a:lnTo>
                    <a:pt x="291046" y="367568"/>
                  </a:lnTo>
                  <a:lnTo>
                    <a:pt x="290354" y="369006"/>
                  </a:lnTo>
                  <a:lnTo>
                    <a:pt x="289424" y="369749"/>
                  </a:lnTo>
                  <a:lnTo>
                    <a:pt x="288609" y="369399"/>
                  </a:lnTo>
                  <a:lnTo>
                    <a:pt x="288087" y="368154"/>
                  </a:lnTo>
                  <a:lnTo>
                    <a:pt x="287596" y="364975"/>
                  </a:lnTo>
                  <a:lnTo>
                    <a:pt x="287162" y="363242"/>
                  </a:lnTo>
                  <a:lnTo>
                    <a:pt x="286707" y="362830"/>
                  </a:lnTo>
                  <a:lnTo>
                    <a:pt x="286352" y="363298"/>
                  </a:lnTo>
                  <a:lnTo>
                    <a:pt x="286305" y="365294"/>
                  </a:lnTo>
                  <a:lnTo>
                    <a:pt x="286328" y="366946"/>
                  </a:lnTo>
                  <a:lnTo>
                    <a:pt x="286213" y="367129"/>
                  </a:lnTo>
                  <a:lnTo>
                    <a:pt x="285960" y="366874"/>
                  </a:lnTo>
                  <a:lnTo>
                    <a:pt x="285669" y="366064"/>
                  </a:lnTo>
                  <a:lnTo>
                    <a:pt x="284911" y="358109"/>
                  </a:lnTo>
                  <a:lnTo>
                    <a:pt x="283821" y="351979"/>
                  </a:lnTo>
                  <a:lnTo>
                    <a:pt x="283759" y="349628"/>
                  </a:lnTo>
                  <a:lnTo>
                    <a:pt x="284154" y="346606"/>
                  </a:lnTo>
                  <a:lnTo>
                    <a:pt x="284642" y="341950"/>
                  </a:lnTo>
                  <a:lnTo>
                    <a:pt x="285930" y="339045"/>
                  </a:lnTo>
                  <a:lnTo>
                    <a:pt x="286100" y="337812"/>
                  </a:lnTo>
                  <a:lnTo>
                    <a:pt x="286309" y="336837"/>
                  </a:lnTo>
                  <a:lnTo>
                    <a:pt x="286624" y="336642"/>
                  </a:lnTo>
                  <a:lnTo>
                    <a:pt x="288274" y="336918"/>
                  </a:lnTo>
                  <a:lnTo>
                    <a:pt x="288830" y="336450"/>
                  </a:lnTo>
                  <a:lnTo>
                    <a:pt x="289320" y="335084"/>
                  </a:lnTo>
                  <a:lnTo>
                    <a:pt x="290031" y="333983"/>
                  </a:lnTo>
                  <a:lnTo>
                    <a:pt x="290744" y="333540"/>
                  </a:lnTo>
                  <a:lnTo>
                    <a:pt x="291311" y="333376"/>
                  </a:lnTo>
                  <a:lnTo>
                    <a:pt x="292221" y="334420"/>
                  </a:lnTo>
                  <a:lnTo>
                    <a:pt x="292600" y="333829"/>
                  </a:lnTo>
                  <a:lnTo>
                    <a:pt x="292872" y="331897"/>
                  </a:lnTo>
                  <a:lnTo>
                    <a:pt x="293268" y="329981"/>
                  </a:lnTo>
                  <a:lnTo>
                    <a:pt x="293522" y="329059"/>
                  </a:lnTo>
                  <a:lnTo>
                    <a:pt x="294132" y="328640"/>
                  </a:lnTo>
                  <a:lnTo>
                    <a:pt x="294910" y="328538"/>
                  </a:lnTo>
                  <a:lnTo>
                    <a:pt x="295168" y="328189"/>
                  </a:lnTo>
                  <a:lnTo>
                    <a:pt x="295377" y="327542"/>
                  </a:lnTo>
                  <a:lnTo>
                    <a:pt x="295568" y="325004"/>
                  </a:lnTo>
                  <a:lnTo>
                    <a:pt x="296562" y="319337"/>
                  </a:lnTo>
                  <a:lnTo>
                    <a:pt x="296915" y="316818"/>
                  </a:lnTo>
                  <a:lnTo>
                    <a:pt x="296964" y="316368"/>
                  </a:lnTo>
                  <a:lnTo>
                    <a:pt x="296936" y="313557"/>
                  </a:lnTo>
                  <a:lnTo>
                    <a:pt x="297219" y="313152"/>
                  </a:lnTo>
                  <a:lnTo>
                    <a:pt x="298869" y="314519"/>
                  </a:lnTo>
                  <a:lnTo>
                    <a:pt x="299587" y="314501"/>
                  </a:lnTo>
                  <a:lnTo>
                    <a:pt x="299980" y="313937"/>
                  </a:lnTo>
                  <a:lnTo>
                    <a:pt x="300109" y="312908"/>
                  </a:lnTo>
                  <a:lnTo>
                    <a:pt x="299898" y="311702"/>
                  </a:lnTo>
                  <a:lnTo>
                    <a:pt x="298727" y="309604"/>
                  </a:lnTo>
                  <a:lnTo>
                    <a:pt x="296644" y="306773"/>
                  </a:lnTo>
                  <a:lnTo>
                    <a:pt x="294732" y="305043"/>
                  </a:lnTo>
                  <a:lnTo>
                    <a:pt x="291200" y="305304"/>
                  </a:lnTo>
                  <a:lnTo>
                    <a:pt x="287698" y="305851"/>
                  </a:lnTo>
                  <a:lnTo>
                    <a:pt x="286674" y="305571"/>
                  </a:lnTo>
                  <a:lnTo>
                    <a:pt x="285396" y="304792"/>
                  </a:lnTo>
                  <a:lnTo>
                    <a:pt x="282251" y="304907"/>
                  </a:lnTo>
                  <a:lnTo>
                    <a:pt x="278449" y="305339"/>
                  </a:lnTo>
                  <a:lnTo>
                    <a:pt x="277004" y="305095"/>
                  </a:lnTo>
                  <a:lnTo>
                    <a:pt x="276291" y="305128"/>
                  </a:lnTo>
                  <a:lnTo>
                    <a:pt x="274860" y="305391"/>
                  </a:lnTo>
                  <a:lnTo>
                    <a:pt x="272529" y="304586"/>
                  </a:lnTo>
                  <a:lnTo>
                    <a:pt x="270915" y="303551"/>
                  </a:lnTo>
                  <a:lnTo>
                    <a:pt x="269486" y="302417"/>
                  </a:lnTo>
                  <a:lnTo>
                    <a:pt x="267789" y="301388"/>
                  </a:lnTo>
                  <a:lnTo>
                    <a:pt x="267382" y="301400"/>
                  </a:lnTo>
                  <a:lnTo>
                    <a:pt x="267145" y="301028"/>
                  </a:lnTo>
                  <a:lnTo>
                    <a:pt x="266982" y="300119"/>
                  </a:lnTo>
                  <a:lnTo>
                    <a:pt x="266925" y="298946"/>
                  </a:lnTo>
                  <a:lnTo>
                    <a:pt x="267278" y="293499"/>
                  </a:lnTo>
                  <a:lnTo>
                    <a:pt x="266966" y="285242"/>
                  </a:lnTo>
                  <a:lnTo>
                    <a:pt x="267254" y="282233"/>
                  </a:lnTo>
                  <a:lnTo>
                    <a:pt x="265859" y="275442"/>
                  </a:lnTo>
                  <a:lnTo>
                    <a:pt x="265378" y="274184"/>
                  </a:lnTo>
                  <a:lnTo>
                    <a:pt x="264738" y="274129"/>
                  </a:lnTo>
                  <a:lnTo>
                    <a:pt x="264327" y="275005"/>
                  </a:lnTo>
                  <a:lnTo>
                    <a:pt x="264167" y="276592"/>
                  </a:lnTo>
                  <a:lnTo>
                    <a:pt x="264397" y="278362"/>
                  </a:lnTo>
                  <a:lnTo>
                    <a:pt x="263885" y="280346"/>
                  </a:lnTo>
                  <a:lnTo>
                    <a:pt x="262861" y="280988"/>
                  </a:lnTo>
                  <a:lnTo>
                    <a:pt x="261662" y="280322"/>
                  </a:lnTo>
                  <a:lnTo>
                    <a:pt x="260669" y="279391"/>
                  </a:lnTo>
                  <a:lnTo>
                    <a:pt x="259400" y="277371"/>
                  </a:lnTo>
                  <a:lnTo>
                    <a:pt x="258436" y="274526"/>
                  </a:lnTo>
                  <a:lnTo>
                    <a:pt x="258357" y="271391"/>
                  </a:lnTo>
                  <a:lnTo>
                    <a:pt x="257923" y="269365"/>
                  </a:lnTo>
                  <a:lnTo>
                    <a:pt x="257329" y="268379"/>
                  </a:lnTo>
                  <a:lnTo>
                    <a:pt x="256894" y="268105"/>
                  </a:lnTo>
                  <a:lnTo>
                    <a:pt x="256506" y="268324"/>
                  </a:lnTo>
                  <a:lnTo>
                    <a:pt x="256163" y="269418"/>
                  </a:lnTo>
                  <a:lnTo>
                    <a:pt x="256460" y="270515"/>
                  </a:lnTo>
                  <a:lnTo>
                    <a:pt x="256871" y="272047"/>
                  </a:lnTo>
                  <a:lnTo>
                    <a:pt x="256734" y="273089"/>
                  </a:lnTo>
                  <a:lnTo>
                    <a:pt x="256368" y="273252"/>
                  </a:lnTo>
                  <a:lnTo>
                    <a:pt x="255822" y="272804"/>
                  </a:lnTo>
                  <a:lnTo>
                    <a:pt x="254977" y="273050"/>
                  </a:lnTo>
                  <a:lnTo>
                    <a:pt x="254161" y="272246"/>
                  </a:lnTo>
                  <a:lnTo>
                    <a:pt x="253671" y="272174"/>
                  </a:lnTo>
                  <a:lnTo>
                    <a:pt x="253185" y="271882"/>
                  </a:lnTo>
                  <a:lnTo>
                    <a:pt x="253159" y="270072"/>
                  </a:lnTo>
                  <a:lnTo>
                    <a:pt x="252411" y="267776"/>
                  </a:lnTo>
                  <a:lnTo>
                    <a:pt x="251155" y="265202"/>
                  </a:lnTo>
                  <a:lnTo>
                    <a:pt x="249919" y="263614"/>
                  </a:lnTo>
                  <a:lnTo>
                    <a:pt x="249324" y="263833"/>
                  </a:lnTo>
                  <a:lnTo>
                    <a:pt x="249028" y="265586"/>
                  </a:lnTo>
                  <a:lnTo>
                    <a:pt x="249096" y="266242"/>
                  </a:lnTo>
                  <a:lnTo>
                    <a:pt x="249525" y="266569"/>
                  </a:lnTo>
                  <a:lnTo>
                    <a:pt x="250148" y="267586"/>
                  </a:lnTo>
                  <a:lnTo>
                    <a:pt x="250286" y="268652"/>
                  </a:lnTo>
                  <a:lnTo>
                    <a:pt x="250194" y="269584"/>
                  </a:lnTo>
                  <a:lnTo>
                    <a:pt x="249424" y="271282"/>
                  </a:lnTo>
                  <a:lnTo>
                    <a:pt x="248881" y="272892"/>
                  </a:lnTo>
                  <a:lnTo>
                    <a:pt x="247661" y="275240"/>
                  </a:lnTo>
                  <a:lnTo>
                    <a:pt x="246620" y="277926"/>
                  </a:lnTo>
                  <a:lnTo>
                    <a:pt x="246351" y="279964"/>
                  </a:lnTo>
                  <a:lnTo>
                    <a:pt x="245961" y="281792"/>
                  </a:lnTo>
                  <a:lnTo>
                    <a:pt x="245803" y="283805"/>
                  </a:lnTo>
                  <a:lnTo>
                    <a:pt x="246075" y="285197"/>
                  </a:lnTo>
                  <a:lnTo>
                    <a:pt x="246579" y="286074"/>
                  </a:lnTo>
                  <a:lnTo>
                    <a:pt x="247880" y="286713"/>
                  </a:lnTo>
                  <a:lnTo>
                    <a:pt x="249240" y="289420"/>
                  </a:lnTo>
                  <a:lnTo>
                    <a:pt x="250341" y="293078"/>
                  </a:lnTo>
                  <a:lnTo>
                    <a:pt x="250959" y="294183"/>
                  </a:lnTo>
                  <a:lnTo>
                    <a:pt x="252082" y="295415"/>
                  </a:lnTo>
                  <a:lnTo>
                    <a:pt x="254250" y="295558"/>
                  </a:lnTo>
                  <a:lnTo>
                    <a:pt x="254575" y="296569"/>
                  </a:lnTo>
                  <a:lnTo>
                    <a:pt x="254882" y="299250"/>
                  </a:lnTo>
                  <a:lnTo>
                    <a:pt x="255307" y="300195"/>
                  </a:lnTo>
                  <a:lnTo>
                    <a:pt x="256410" y="301459"/>
                  </a:lnTo>
                  <a:lnTo>
                    <a:pt x="256503" y="302390"/>
                  </a:lnTo>
                  <a:lnTo>
                    <a:pt x="256233" y="303462"/>
                  </a:lnTo>
                  <a:lnTo>
                    <a:pt x="255743" y="304307"/>
                  </a:lnTo>
                  <a:lnTo>
                    <a:pt x="254844" y="304844"/>
                  </a:lnTo>
                  <a:lnTo>
                    <a:pt x="253984" y="305059"/>
                  </a:lnTo>
                  <a:lnTo>
                    <a:pt x="253120" y="304718"/>
                  </a:lnTo>
                  <a:lnTo>
                    <a:pt x="251840" y="304499"/>
                  </a:lnTo>
                  <a:lnTo>
                    <a:pt x="250389" y="304483"/>
                  </a:lnTo>
                  <a:lnTo>
                    <a:pt x="249361" y="311188"/>
                  </a:lnTo>
                  <a:lnTo>
                    <a:pt x="248626" y="313543"/>
                  </a:lnTo>
                  <a:lnTo>
                    <a:pt x="248208" y="313540"/>
                  </a:lnTo>
                  <a:lnTo>
                    <a:pt x="247090" y="312397"/>
                  </a:lnTo>
                  <a:lnTo>
                    <a:pt x="246608" y="312573"/>
                  </a:lnTo>
                  <a:lnTo>
                    <a:pt x="245316" y="318530"/>
                  </a:lnTo>
                  <a:lnTo>
                    <a:pt x="245133" y="319966"/>
                  </a:lnTo>
                  <a:lnTo>
                    <a:pt x="245049" y="321048"/>
                  </a:lnTo>
                  <a:lnTo>
                    <a:pt x="245735" y="323351"/>
                  </a:lnTo>
                  <a:lnTo>
                    <a:pt x="246555" y="325245"/>
                  </a:lnTo>
                  <a:lnTo>
                    <a:pt x="247536" y="325988"/>
                  </a:lnTo>
                  <a:lnTo>
                    <a:pt x="248302" y="325424"/>
                  </a:lnTo>
                  <a:lnTo>
                    <a:pt x="248924" y="326189"/>
                  </a:lnTo>
                  <a:lnTo>
                    <a:pt x="249658" y="328098"/>
                  </a:lnTo>
                  <a:lnTo>
                    <a:pt x="250911" y="329357"/>
                  </a:lnTo>
                  <a:lnTo>
                    <a:pt x="252685" y="329968"/>
                  </a:lnTo>
                  <a:lnTo>
                    <a:pt x="253688" y="331477"/>
                  </a:lnTo>
                  <a:lnTo>
                    <a:pt x="253812" y="332777"/>
                  </a:lnTo>
                  <a:lnTo>
                    <a:pt x="253725" y="334097"/>
                  </a:lnTo>
                  <a:lnTo>
                    <a:pt x="253567" y="337543"/>
                  </a:lnTo>
                  <a:lnTo>
                    <a:pt x="253395" y="339525"/>
                  </a:lnTo>
                  <a:lnTo>
                    <a:pt x="252442" y="344731"/>
                  </a:lnTo>
                  <a:lnTo>
                    <a:pt x="251761" y="349221"/>
                  </a:lnTo>
                  <a:lnTo>
                    <a:pt x="252114" y="351355"/>
                  </a:lnTo>
                  <a:lnTo>
                    <a:pt x="252366" y="352225"/>
                  </a:lnTo>
                  <a:lnTo>
                    <a:pt x="252604" y="352897"/>
                  </a:lnTo>
                  <a:lnTo>
                    <a:pt x="253368" y="354581"/>
                  </a:lnTo>
                  <a:lnTo>
                    <a:pt x="253901" y="356247"/>
                  </a:lnTo>
                  <a:lnTo>
                    <a:pt x="253447" y="360496"/>
                  </a:lnTo>
                  <a:lnTo>
                    <a:pt x="253699" y="361615"/>
                  </a:lnTo>
                  <a:lnTo>
                    <a:pt x="254725" y="362362"/>
                  </a:lnTo>
                  <a:lnTo>
                    <a:pt x="255829" y="362932"/>
                  </a:lnTo>
                  <a:lnTo>
                    <a:pt x="256212" y="363635"/>
                  </a:lnTo>
                  <a:lnTo>
                    <a:pt x="255255" y="367952"/>
                  </a:lnTo>
                  <a:lnTo>
                    <a:pt x="255458" y="370955"/>
                  </a:lnTo>
                  <a:lnTo>
                    <a:pt x="255861" y="373773"/>
                  </a:lnTo>
                  <a:lnTo>
                    <a:pt x="256154" y="378382"/>
                  </a:lnTo>
                  <a:lnTo>
                    <a:pt x="256198" y="378866"/>
                  </a:lnTo>
                  <a:lnTo>
                    <a:pt x="256121" y="380022"/>
                  </a:lnTo>
                  <a:lnTo>
                    <a:pt x="256747" y="383600"/>
                  </a:lnTo>
                  <a:lnTo>
                    <a:pt x="257716" y="390584"/>
                  </a:lnTo>
                  <a:lnTo>
                    <a:pt x="257788" y="393195"/>
                  </a:lnTo>
                  <a:lnTo>
                    <a:pt x="257734" y="395945"/>
                  </a:lnTo>
                  <a:lnTo>
                    <a:pt x="257444" y="400554"/>
                  </a:lnTo>
                  <a:lnTo>
                    <a:pt x="256474" y="400532"/>
                  </a:lnTo>
                  <a:lnTo>
                    <a:pt x="257341" y="403614"/>
                  </a:lnTo>
                  <a:lnTo>
                    <a:pt x="257617" y="405829"/>
                  </a:lnTo>
                  <a:lnTo>
                    <a:pt x="257737" y="408919"/>
                  </a:lnTo>
                  <a:lnTo>
                    <a:pt x="256693" y="409296"/>
                  </a:lnTo>
                  <a:lnTo>
                    <a:pt x="255957" y="408949"/>
                  </a:lnTo>
                  <a:lnTo>
                    <a:pt x="255341" y="406243"/>
                  </a:lnTo>
                  <a:lnTo>
                    <a:pt x="255055" y="408704"/>
                  </a:lnTo>
                  <a:lnTo>
                    <a:pt x="253953" y="410979"/>
                  </a:lnTo>
                  <a:lnTo>
                    <a:pt x="253557" y="409868"/>
                  </a:lnTo>
                  <a:lnTo>
                    <a:pt x="253332" y="408674"/>
                  </a:lnTo>
                  <a:lnTo>
                    <a:pt x="253289" y="406573"/>
                  </a:lnTo>
                  <a:lnTo>
                    <a:pt x="253894" y="398538"/>
                  </a:lnTo>
                  <a:lnTo>
                    <a:pt x="253771" y="397632"/>
                  </a:lnTo>
                  <a:lnTo>
                    <a:pt x="253500" y="397039"/>
                  </a:lnTo>
                  <a:lnTo>
                    <a:pt x="252898" y="396720"/>
                  </a:lnTo>
                  <a:lnTo>
                    <a:pt x="252677" y="395094"/>
                  </a:lnTo>
                  <a:lnTo>
                    <a:pt x="251753" y="403659"/>
                  </a:lnTo>
                  <a:lnTo>
                    <a:pt x="252161" y="407156"/>
                  </a:lnTo>
                  <a:lnTo>
                    <a:pt x="251974" y="408753"/>
                  </a:lnTo>
                  <a:lnTo>
                    <a:pt x="250263" y="410096"/>
                  </a:lnTo>
                  <a:lnTo>
                    <a:pt x="248529" y="406873"/>
                  </a:lnTo>
                  <a:lnTo>
                    <a:pt x="248307" y="405843"/>
                  </a:lnTo>
                  <a:lnTo>
                    <a:pt x="248205" y="407655"/>
                  </a:lnTo>
                  <a:lnTo>
                    <a:pt x="247890" y="409858"/>
                  </a:lnTo>
                  <a:lnTo>
                    <a:pt x="246266" y="409460"/>
                  </a:lnTo>
                  <a:lnTo>
                    <a:pt x="245461" y="407736"/>
                  </a:lnTo>
                  <a:lnTo>
                    <a:pt x="245986" y="404798"/>
                  </a:lnTo>
                  <a:lnTo>
                    <a:pt x="246993" y="397726"/>
                  </a:lnTo>
                  <a:lnTo>
                    <a:pt x="247181" y="394575"/>
                  </a:lnTo>
                  <a:lnTo>
                    <a:pt x="245834" y="392265"/>
                  </a:lnTo>
                  <a:lnTo>
                    <a:pt x="244691" y="390848"/>
                  </a:lnTo>
                  <a:lnTo>
                    <a:pt x="244036" y="387637"/>
                  </a:lnTo>
                  <a:lnTo>
                    <a:pt x="244286" y="391162"/>
                  </a:lnTo>
                  <a:lnTo>
                    <a:pt x="244892" y="392415"/>
                  </a:lnTo>
                  <a:lnTo>
                    <a:pt x="245784" y="393299"/>
                  </a:lnTo>
                  <a:lnTo>
                    <a:pt x="246725" y="395101"/>
                  </a:lnTo>
                  <a:lnTo>
                    <a:pt x="246044" y="397299"/>
                  </a:lnTo>
                  <a:lnTo>
                    <a:pt x="245386" y="398666"/>
                  </a:lnTo>
                  <a:lnTo>
                    <a:pt x="244123" y="403856"/>
                  </a:lnTo>
                  <a:lnTo>
                    <a:pt x="242584" y="406755"/>
                  </a:lnTo>
                  <a:lnTo>
                    <a:pt x="240789" y="408936"/>
                  </a:lnTo>
                  <a:lnTo>
                    <a:pt x="234896" y="412147"/>
                  </a:lnTo>
                  <a:lnTo>
                    <a:pt x="233662" y="413450"/>
                  </a:lnTo>
                  <a:lnTo>
                    <a:pt x="231853" y="417452"/>
                  </a:lnTo>
                  <a:lnTo>
                    <a:pt x="230687" y="421252"/>
                  </a:lnTo>
                  <a:lnTo>
                    <a:pt x="230473" y="425105"/>
                  </a:lnTo>
                  <a:lnTo>
                    <a:pt x="231134" y="429264"/>
                  </a:lnTo>
                  <a:lnTo>
                    <a:pt x="231671" y="435780"/>
                  </a:lnTo>
                  <a:lnTo>
                    <a:pt x="232117" y="437108"/>
                  </a:lnTo>
                  <a:lnTo>
                    <a:pt x="231488" y="439482"/>
                  </a:lnTo>
                  <a:lnTo>
                    <a:pt x="230395" y="442007"/>
                  </a:lnTo>
                  <a:lnTo>
                    <a:pt x="229489" y="445411"/>
                  </a:lnTo>
                  <a:lnTo>
                    <a:pt x="229572" y="447279"/>
                  </a:lnTo>
                  <a:lnTo>
                    <a:pt x="229339" y="448540"/>
                  </a:lnTo>
                  <a:lnTo>
                    <a:pt x="226234" y="452725"/>
                  </a:lnTo>
                  <a:lnTo>
                    <a:pt x="225581" y="455169"/>
                  </a:lnTo>
                  <a:lnTo>
                    <a:pt x="224726" y="457597"/>
                  </a:lnTo>
                  <a:lnTo>
                    <a:pt x="223703" y="456208"/>
                  </a:lnTo>
                  <a:lnTo>
                    <a:pt x="223106" y="456229"/>
                  </a:lnTo>
                  <a:lnTo>
                    <a:pt x="223929" y="458157"/>
                  </a:lnTo>
                  <a:lnTo>
                    <a:pt x="223818" y="459431"/>
                  </a:lnTo>
                  <a:lnTo>
                    <a:pt x="223529" y="460177"/>
                  </a:lnTo>
                  <a:lnTo>
                    <a:pt x="222748" y="460875"/>
                  </a:lnTo>
                  <a:lnTo>
                    <a:pt x="218265" y="463950"/>
                  </a:lnTo>
                  <a:lnTo>
                    <a:pt x="214835" y="466870"/>
                  </a:lnTo>
                  <a:lnTo>
                    <a:pt x="213871" y="466752"/>
                  </a:lnTo>
                  <a:lnTo>
                    <a:pt x="214047" y="465866"/>
                  </a:lnTo>
                  <a:lnTo>
                    <a:pt x="214647" y="465081"/>
                  </a:lnTo>
                  <a:lnTo>
                    <a:pt x="214589" y="461729"/>
                  </a:lnTo>
                  <a:lnTo>
                    <a:pt x="213960" y="461115"/>
                  </a:lnTo>
                  <a:lnTo>
                    <a:pt x="213416" y="460872"/>
                  </a:lnTo>
                  <a:lnTo>
                    <a:pt x="210808" y="464957"/>
                  </a:lnTo>
                  <a:lnTo>
                    <a:pt x="209749" y="468998"/>
                  </a:lnTo>
                  <a:lnTo>
                    <a:pt x="209970" y="469767"/>
                  </a:lnTo>
                  <a:lnTo>
                    <a:pt x="210560" y="469577"/>
                  </a:lnTo>
                  <a:lnTo>
                    <a:pt x="212317" y="467284"/>
                  </a:lnTo>
                  <a:lnTo>
                    <a:pt x="213131" y="467935"/>
                  </a:lnTo>
                  <a:lnTo>
                    <a:pt x="213189" y="468831"/>
                  </a:lnTo>
                  <a:lnTo>
                    <a:pt x="210524" y="472324"/>
                  </a:lnTo>
                  <a:lnTo>
                    <a:pt x="204914" y="483640"/>
                  </a:lnTo>
                  <a:lnTo>
                    <a:pt x="204653" y="485865"/>
                  </a:lnTo>
                  <a:lnTo>
                    <a:pt x="203925" y="488388"/>
                  </a:lnTo>
                  <a:lnTo>
                    <a:pt x="202920" y="490763"/>
                  </a:lnTo>
                  <a:lnTo>
                    <a:pt x="201111" y="496513"/>
                  </a:lnTo>
                  <a:lnTo>
                    <a:pt x="197643" y="505057"/>
                  </a:lnTo>
                  <a:lnTo>
                    <a:pt x="196685" y="508246"/>
                  </a:lnTo>
                  <a:lnTo>
                    <a:pt x="191134" y="514830"/>
                  </a:lnTo>
                  <a:lnTo>
                    <a:pt x="190122" y="516787"/>
                  </a:lnTo>
                  <a:lnTo>
                    <a:pt x="187848" y="523198"/>
                  </a:lnTo>
                  <a:lnTo>
                    <a:pt x="185508" y="528448"/>
                  </a:lnTo>
                  <a:lnTo>
                    <a:pt x="182775" y="532797"/>
                  </a:lnTo>
                  <a:lnTo>
                    <a:pt x="178040" y="538349"/>
                  </a:lnTo>
                  <a:lnTo>
                    <a:pt x="175157" y="543601"/>
                  </a:lnTo>
                  <a:lnTo>
                    <a:pt x="174256" y="547091"/>
                  </a:lnTo>
                  <a:lnTo>
                    <a:pt x="174199" y="548332"/>
                  </a:lnTo>
                  <a:lnTo>
                    <a:pt x="174512" y="550032"/>
                  </a:lnTo>
                  <a:lnTo>
                    <a:pt x="175039" y="551609"/>
                  </a:lnTo>
                  <a:lnTo>
                    <a:pt x="175160" y="552861"/>
                  </a:lnTo>
                  <a:lnTo>
                    <a:pt x="174900" y="555115"/>
                  </a:lnTo>
                  <a:lnTo>
                    <a:pt x="174757" y="556361"/>
                  </a:lnTo>
                  <a:lnTo>
                    <a:pt x="173914" y="559449"/>
                  </a:lnTo>
                  <a:lnTo>
                    <a:pt x="172467" y="561651"/>
                  </a:lnTo>
                  <a:lnTo>
                    <a:pt x="167782" y="566256"/>
                  </a:lnTo>
                  <a:lnTo>
                    <a:pt x="167163" y="566109"/>
                  </a:lnTo>
                  <a:lnTo>
                    <a:pt x="163339" y="565200"/>
                  </a:lnTo>
                  <a:lnTo>
                    <a:pt x="161911" y="566033"/>
                  </a:lnTo>
                  <a:lnTo>
                    <a:pt x="161325" y="568193"/>
                  </a:lnTo>
                  <a:lnTo>
                    <a:pt x="160011" y="577122"/>
                  </a:lnTo>
                  <a:lnTo>
                    <a:pt x="158752" y="579496"/>
                  </a:lnTo>
                  <a:lnTo>
                    <a:pt x="158300" y="581644"/>
                  </a:lnTo>
                  <a:lnTo>
                    <a:pt x="158118" y="583133"/>
                  </a:lnTo>
                  <a:lnTo>
                    <a:pt x="157366" y="583094"/>
                  </a:lnTo>
                  <a:lnTo>
                    <a:pt x="156712" y="582427"/>
                  </a:lnTo>
                  <a:lnTo>
                    <a:pt x="156233" y="582909"/>
                  </a:lnTo>
                  <a:lnTo>
                    <a:pt x="155688" y="579913"/>
                  </a:lnTo>
                  <a:lnTo>
                    <a:pt x="154775" y="579299"/>
                  </a:lnTo>
                  <a:lnTo>
                    <a:pt x="154019" y="579094"/>
                  </a:lnTo>
                  <a:lnTo>
                    <a:pt x="150790" y="582116"/>
                  </a:lnTo>
                  <a:lnTo>
                    <a:pt x="149662" y="584540"/>
                  </a:lnTo>
                  <a:lnTo>
                    <a:pt x="147288" y="595978"/>
                  </a:lnTo>
                  <a:lnTo>
                    <a:pt x="146700" y="603354"/>
                  </a:lnTo>
                  <a:lnTo>
                    <a:pt x="147258" y="611503"/>
                  </a:lnTo>
                  <a:lnTo>
                    <a:pt x="148082" y="618016"/>
                  </a:lnTo>
                  <a:lnTo>
                    <a:pt x="148246" y="620957"/>
                  </a:lnTo>
                  <a:lnTo>
                    <a:pt x="148140" y="624766"/>
                  </a:lnTo>
                  <a:lnTo>
                    <a:pt x="147722" y="626623"/>
                  </a:lnTo>
                  <a:lnTo>
                    <a:pt x="147419" y="628820"/>
                  </a:lnTo>
                  <a:lnTo>
                    <a:pt x="147813" y="633349"/>
                  </a:lnTo>
                  <a:lnTo>
                    <a:pt x="148810" y="639280"/>
                  </a:lnTo>
                  <a:lnTo>
                    <a:pt x="149053" y="641784"/>
                  </a:lnTo>
                  <a:lnTo>
                    <a:pt x="149074" y="644374"/>
                  </a:lnTo>
                  <a:lnTo>
                    <a:pt x="149823" y="650307"/>
                  </a:lnTo>
                  <a:lnTo>
                    <a:pt x="149319" y="649236"/>
                  </a:lnTo>
                  <a:lnTo>
                    <a:pt x="148921" y="646740"/>
                  </a:lnTo>
                  <a:lnTo>
                    <a:pt x="147969" y="643548"/>
                  </a:lnTo>
                  <a:lnTo>
                    <a:pt x="146807" y="646725"/>
                  </a:lnTo>
                  <a:lnTo>
                    <a:pt x="147451" y="649017"/>
                  </a:lnTo>
                  <a:lnTo>
                    <a:pt x="149623" y="651735"/>
                  </a:lnTo>
                  <a:lnTo>
                    <a:pt x="150266" y="653963"/>
                  </a:lnTo>
                  <a:lnTo>
                    <a:pt x="148868" y="673790"/>
                  </a:lnTo>
                  <a:lnTo>
                    <a:pt x="147806" y="680832"/>
                  </a:lnTo>
                  <a:lnTo>
                    <a:pt x="146503" y="685448"/>
                  </a:lnTo>
                  <a:lnTo>
                    <a:pt x="145815" y="687231"/>
                  </a:lnTo>
                  <a:lnTo>
                    <a:pt x="144295" y="694520"/>
                  </a:lnTo>
                  <a:lnTo>
                    <a:pt x="143220" y="703342"/>
                  </a:lnTo>
                  <a:lnTo>
                    <a:pt x="143006" y="706738"/>
                  </a:lnTo>
                  <a:lnTo>
                    <a:pt x="143491" y="710539"/>
                  </a:lnTo>
                  <a:lnTo>
                    <a:pt x="142943" y="712787"/>
                  </a:lnTo>
                  <a:lnTo>
                    <a:pt x="142255" y="714502"/>
                  </a:lnTo>
                  <a:lnTo>
                    <a:pt x="143561" y="713730"/>
                  </a:lnTo>
                  <a:lnTo>
                    <a:pt x="144008" y="715793"/>
                  </a:lnTo>
                  <a:lnTo>
                    <a:pt x="144173" y="717920"/>
                  </a:lnTo>
                  <a:lnTo>
                    <a:pt x="144192" y="730568"/>
                  </a:lnTo>
                  <a:lnTo>
                    <a:pt x="144044" y="743755"/>
                  </a:lnTo>
                  <a:lnTo>
                    <a:pt x="143041" y="744294"/>
                  </a:lnTo>
                  <a:lnTo>
                    <a:pt x="141936" y="744431"/>
                  </a:lnTo>
                  <a:lnTo>
                    <a:pt x="140964" y="744057"/>
                  </a:lnTo>
                  <a:lnTo>
                    <a:pt x="140261" y="743546"/>
                  </a:lnTo>
                  <a:lnTo>
                    <a:pt x="138520" y="744246"/>
                  </a:lnTo>
                  <a:lnTo>
                    <a:pt x="137582" y="745702"/>
                  </a:lnTo>
                  <a:lnTo>
                    <a:pt x="136831" y="748121"/>
                  </a:lnTo>
                  <a:lnTo>
                    <a:pt x="136882" y="752246"/>
                  </a:lnTo>
                  <a:lnTo>
                    <a:pt x="133655" y="762651"/>
                  </a:lnTo>
                  <a:lnTo>
                    <a:pt x="132960" y="766118"/>
                  </a:lnTo>
                  <a:lnTo>
                    <a:pt x="132703" y="769454"/>
                  </a:lnTo>
                  <a:lnTo>
                    <a:pt x="133123" y="771199"/>
                  </a:lnTo>
                  <a:lnTo>
                    <a:pt x="133947" y="772986"/>
                  </a:lnTo>
                  <a:lnTo>
                    <a:pt x="135022" y="773707"/>
                  </a:lnTo>
                  <a:lnTo>
                    <a:pt x="137100" y="774426"/>
                  </a:lnTo>
                  <a:lnTo>
                    <a:pt x="138098" y="775385"/>
                  </a:lnTo>
                  <a:lnTo>
                    <a:pt x="138778" y="777151"/>
                  </a:lnTo>
                  <a:lnTo>
                    <a:pt x="136328" y="775271"/>
                  </a:lnTo>
                  <a:lnTo>
                    <a:pt x="133449" y="774900"/>
                  </a:lnTo>
                  <a:lnTo>
                    <a:pt x="126562" y="779732"/>
                  </a:lnTo>
                  <a:lnTo>
                    <a:pt x="124749" y="783126"/>
                  </a:lnTo>
                  <a:lnTo>
                    <a:pt x="123736" y="786060"/>
                  </a:lnTo>
                  <a:lnTo>
                    <a:pt x="123040" y="792783"/>
                  </a:lnTo>
                  <a:lnTo>
                    <a:pt x="122920" y="797275"/>
                  </a:lnTo>
                  <a:lnTo>
                    <a:pt x="122103" y="801021"/>
                  </a:lnTo>
                  <a:lnTo>
                    <a:pt x="118527" y="806775"/>
                  </a:lnTo>
                  <a:lnTo>
                    <a:pt x="116267" y="808547"/>
                  </a:lnTo>
                  <a:lnTo>
                    <a:pt x="115408" y="810070"/>
                  </a:lnTo>
                  <a:lnTo>
                    <a:pt x="112741" y="808091"/>
                  </a:lnTo>
                  <a:lnTo>
                    <a:pt x="109835" y="803050"/>
                  </a:lnTo>
                  <a:lnTo>
                    <a:pt x="108613" y="800350"/>
                  </a:lnTo>
                  <a:lnTo>
                    <a:pt x="104299" y="787355"/>
                  </a:lnTo>
                  <a:lnTo>
                    <a:pt x="103511" y="785708"/>
                  </a:lnTo>
                  <a:lnTo>
                    <a:pt x="102641" y="780154"/>
                  </a:lnTo>
                  <a:lnTo>
                    <a:pt x="102503" y="778083"/>
                  </a:lnTo>
                  <a:lnTo>
                    <a:pt x="102263" y="777258"/>
                  </a:lnTo>
                  <a:lnTo>
                    <a:pt x="101852" y="776695"/>
                  </a:lnTo>
                  <a:lnTo>
                    <a:pt x="101656" y="775838"/>
                  </a:lnTo>
                  <a:lnTo>
                    <a:pt x="100687" y="769477"/>
                  </a:lnTo>
                  <a:lnTo>
                    <a:pt x="100289" y="762847"/>
                  </a:lnTo>
                  <a:lnTo>
                    <a:pt x="99672" y="755441"/>
                  </a:lnTo>
                  <a:lnTo>
                    <a:pt x="100194" y="755950"/>
                  </a:lnTo>
                  <a:lnTo>
                    <a:pt x="100915" y="758388"/>
                  </a:lnTo>
                  <a:lnTo>
                    <a:pt x="101275" y="761934"/>
                  </a:lnTo>
                  <a:lnTo>
                    <a:pt x="101316" y="766882"/>
                  </a:lnTo>
                  <a:lnTo>
                    <a:pt x="101858" y="767457"/>
                  </a:lnTo>
                  <a:lnTo>
                    <a:pt x="102343" y="766991"/>
                  </a:lnTo>
                  <a:lnTo>
                    <a:pt x="100957" y="755588"/>
                  </a:lnTo>
                  <a:lnTo>
                    <a:pt x="99751" y="752756"/>
                  </a:lnTo>
                  <a:lnTo>
                    <a:pt x="99430" y="752570"/>
                  </a:lnTo>
                  <a:lnTo>
                    <a:pt x="99095" y="750742"/>
                  </a:lnTo>
                  <a:lnTo>
                    <a:pt x="99059" y="748447"/>
                  </a:lnTo>
                  <a:lnTo>
                    <a:pt x="99167" y="747358"/>
                  </a:lnTo>
                  <a:lnTo>
                    <a:pt x="98203" y="743624"/>
                  </a:lnTo>
                  <a:lnTo>
                    <a:pt x="97867" y="741401"/>
                  </a:lnTo>
                  <a:lnTo>
                    <a:pt x="95726" y="730118"/>
                  </a:lnTo>
                  <a:lnTo>
                    <a:pt x="94764" y="722037"/>
                  </a:lnTo>
                  <a:lnTo>
                    <a:pt x="93274" y="713048"/>
                  </a:lnTo>
                  <a:lnTo>
                    <a:pt x="92314" y="709897"/>
                  </a:lnTo>
                  <a:lnTo>
                    <a:pt x="90814" y="702961"/>
                  </a:lnTo>
                  <a:lnTo>
                    <a:pt x="89557" y="699738"/>
                  </a:lnTo>
                  <a:lnTo>
                    <a:pt x="88224" y="695416"/>
                  </a:lnTo>
                  <a:lnTo>
                    <a:pt x="87177" y="693499"/>
                  </a:lnTo>
                  <a:lnTo>
                    <a:pt x="86769" y="692489"/>
                  </a:lnTo>
                  <a:lnTo>
                    <a:pt x="83669" y="677507"/>
                  </a:lnTo>
                  <a:lnTo>
                    <a:pt x="82716" y="669232"/>
                  </a:lnTo>
                  <a:lnTo>
                    <a:pt x="81910" y="665323"/>
                  </a:lnTo>
                  <a:lnTo>
                    <a:pt x="81510" y="662354"/>
                  </a:lnTo>
                  <a:lnTo>
                    <a:pt x="80422" y="649660"/>
                  </a:lnTo>
                  <a:lnTo>
                    <a:pt x="80413" y="647391"/>
                  </a:lnTo>
                  <a:lnTo>
                    <a:pt x="80281" y="644912"/>
                  </a:lnTo>
                  <a:lnTo>
                    <a:pt x="79511" y="639533"/>
                  </a:lnTo>
                  <a:lnTo>
                    <a:pt x="78154" y="633721"/>
                  </a:lnTo>
                  <a:lnTo>
                    <a:pt x="77761" y="630101"/>
                  </a:lnTo>
                  <a:lnTo>
                    <a:pt x="77764" y="628693"/>
                  </a:lnTo>
                  <a:lnTo>
                    <a:pt x="76903" y="623052"/>
                  </a:lnTo>
                  <a:lnTo>
                    <a:pt x="76718" y="620472"/>
                  </a:lnTo>
                  <a:lnTo>
                    <a:pt x="76136" y="618087"/>
                  </a:lnTo>
                  <a:lnTo>
                    <a:pt x="75462" y="615898"/>
                  </a:lnTo>
                  <a:lnTo>
                    <a:pt x="74754" y="614144"/>
                  </a:lnTo>
                  <a:lnTo>
                    <a:pt x="73097" y="608431"/>
                  </a:lnTo>
                  <a:lnTo>
                    <a:pt x="72503" y="607038"/>
                  </a:lnTo>
                  <a:lnTo>
                    <a:pt x="71375" y="603333"/>
                  </a:lnTo>
                  <a:lnTo>
                    <a:pt x="70574" y="596486"/>
                  </a:lnTo>
                  <a:lnTo>
                    <a:pt x="69544" y="593811"/>
                  </a:lnTo>
                  <a:lnTo>
                    <a:pt x="71162" y="593811"/>
                  </a:lnTo>
                  <a:lnTo>
                    <a:pt x="70175" y="591285"/>
                  </a:lnTo>
                  <a:lnTo>
                    <a:pt x="69705" y="589627"/>
                  </a:lnTo>
                  <a:lnTo>
                    <a:pt x="69186" y="588608"/>
                  </a:lnTo>
                  <a:lnTo>
                    <a:pt x="69939" y="586058"/>
                  </a:lnTo>
                  <a:lnTo>
                    <a:pt x="68705" y="586130"/>
                  </a:lnTo>
                  <a:lnTo>
                    <a:pt x="68052" y="584594"/>
                  </a:lnTo>
                  <a:lnTo>
                    <a:pt x="67161" y="579801"/>
                  </a:lnTo>
                  <a:lnTo>
                    <a:pt x="65537" y="574389"/>
                  </a:lnTo>
                  <a:lnTo>
                    <a:pt x="65261" y="571498"/>
                  </a:lnTo>
                  <a:lnTo>
                    <a:pt x="63828" y="562404"/>
                  </a:lnTo>
                  <a:lnTo>
                    <a:pt x="62613" y="540577"/>
                  </a:lnTo>
                  <a:lnTo>
                    <a:pt x="61501" y="530858"/>
                  </a:lnTo>
                  <a:lnTo>
                    <a:pt x="61588" y="528066"/>
                  </a:lnTo>
                  <a:lnTo>
                    <a:pt x="60244" y="519650"/>
                  </a:lnTo>
                  <a:lnTo>
                    <a:pt x="59587" y="514007"/>
                  </a:lnTo>
                  <a:lnTo>
                    <a:pt x="59317" y="509233"/>
                  </a:lnTo>
                  <a:lnTo>
                    <a:pt x="58961" y="506090"/>
                  </a:lnTo>
                  <a:lnTo>
                    <a:pt x="58640" y="499870"/>
                  </a:lnTo>
                  <a:lnTo>
                    <a:pt x="58126" y="497900"/>
                  </a:lnTo>
                  <a:lnTo>
                    <a:pt x="58069" y="496711"/>
                  </a:lnTo>
                  <a:lnTo>
                    <a:pt x="58412" y="493877"/>
                  </a:lnTo>
                  <a:lnTo>
                    <a:pt x="59376" y="489497"/>
                  </a:lnTo>
                  <a:lnTo>
                    <a:pt x="59731" y="486722"/>
                  </a:lnTo>
                  <a:lnTo>
                    <a:pt x="59317" y="482815"/>
                  </a:lnTo>
                  <a:lnTo>
                    <a:pt x="58437" y="486917"/>
                  </a:lnTo>
                  <a:lnTo>
                    <a:pt x="57622" y="488067"/>
                  </a:lnTo>
                  <a:lnTo>
                    <a:pt x="57231" y="485002"/>
                  </a:lnTo>
                  <a:lnTo>
                    <a:pt x="57228" y="480881"/>
                  </a:lnTo>
                  <a:lnTo>
                    <a:pt x="57127" y="479896"/>
                  </a:lnTo>
                  <a:lnTo>
                    <a:pt x="57337" y="478512"/>
                  </a:lnTo>
                  <a:lnTo>
                    <a:pt x="59504" y="479147"/>
                  </a:lnTo>
                  <a:lnTo>
                    <a:pt x="57045" y="476619"/>
                  </a:lnTo>
                  <a:lnTo>
                    <a:pt x="56749" y="475136"/>
                  </a:lnTo>
                  <a:lnTo>
                    <a:pt x="56657" y="474032"/>
                  </a:lnTo>
                  <a:lnTo>
                    <a:pt x="57187" y="471985"/>
                  </a:lnTo>
                  <a:lnTo>
                    <a:pt x="56288" y="470258"/>
                  </a:lnTo>
                  <a:lnTo>
                    <a:pt x="55929" y="464973"/>
                  </a:lnTo>
                  <a:lnTo>
                    <a:pt x="55664" y="463767"/>
                  </a:lnTo>
                  <a:lnTo>
                    <a:pt x="55562" y="462791"/>
                  </a:lnTo>
                  <a:lnTo>
                    <a:pt x="56071" y="455491"/>
                  </a:lnTo>
                  <a:lnTo>
                    <a:pt x="58195" y="441155"/>
                  </a:lnTo>
                  <a:lnTo>
                    <a:pt x="58351" y="437917"/>
                  </a:lnTo>
                  <a:lnTo>
                    <a:pt x="58168" y="433314"/>
                  </a:lnTo>
                  <a:lnTo>
                    <a:pt x="57694" y="429651"/>
                  </a:lnTo>
                  <a:lnTo>
                    <a:pt x="57494" y="425777"/>
                  </a:lnTo>
                  <a:lnTo>
                    <a:pt x="57365" y="424784"/>
                  </a:lnTo>
                  <a:lnTo>
                    <a:pt x="56596" y="424431"/>
                  </a:lnTo>
                  <a:lnTo>
                    <a:pt x="55866" y="422998"/>
                  </a:lnTo>
                  <a:lnTo>
                    <a:pt x="55020" y="417256"/>
                  </a:lnTo>
                  <a:lnTo>
                    <a:pt x="55794" y="415371"/>
                  </a:lnTo>
                  <a:lnTo>
                    <a:pt x="56389" y="414335"/>
                  </a:lnTo>
                  <a:lnTo>
                    <a:pt x="55570" y="414775"/>
                  </a:lnTo>
                  <a:lnTo>
                    <a:pt x="54890" y="414601"/>
                  </a:lnTo>
                  <a:lnTo>
                    <a:pt x="56177" y="411958"/>
                  </a:lnTo>
                  <a:lnTo>
                    <a:pt x="57324" y="409929"/>
                  </a:lnTo>
                  <a:lnTo>
                    <a:pt x="59939" y="407574"/>
                  </a:lnTo>
                  <a:lnTo>
                    <a:pt x="61050" y="406072"/>
                  </a:lnTo>
                  <a:lnTo>
                    <a:pt x="59404" y="407424"/>
                  </a:lnTo>
                  <a:lnTo>
                    <a:pt x="57685" y="407939"/>
                  </a:lnTo>
                  <a:lnTo>
                    <a:pt x="54023" y="407664"/>
                  </a:lnTo>
                  <a:lnTo>
                    <a:pt x="54633" y="402315"/>
                  </a:lnTo>
                  <a:lnTo>
                    <a:pt x="55270" y="400531"/>
                  </a:lnTo>
                  <a:lnTo>
                    <a:pt x="55963" y="399528"/>
                  </a:lnTo>
                  <a:lnTo>
                    <a:pt x="54942" y="399829"/>
                  </a:lnTo>
                  <a:lnTo>
                    <a:pt x="53767" y="399401"/>
                  </a:lnTo>
                  <a:lnTo>
                    <a:pt x="54147" y="393971"/>
                  </a:lnTo>
                  <a:lnTo>
                    <a:pt x="55071" y="392800"/>
                  </a:lnTo>
                  <a:lnTo>
                    <a:pt x="56069" y="392576"/>
                  </a:lnTo>
                  <a:lnTo>
                    <a:pt x="57307" y="391804"/>
                  </a:lnTo>
                  <a:lnTo>
                    <a:pt x="55984" y="390908"/>
                  </a:lnTo>
                  <a:lnTo>
                    <a:pt x="54604" y="390480"/>
                  </a:lnTo>
                  <a:lnTo>
                    <a:pt x="52949" y="391367"/>
                  </a:lnTo>
                  <a:lnTo>
                    <a:pt x="51427" y="390714"/>
                  </a:lnTo>
                  <a:lnTo>
                    <a:pt x="49578" y="390728"/>
                  </a:lnTo>
                  <a:lnTo>
                    <a:pt x="50316" y="391454"/>
                  </a:lnTo>
                  <a:lnTo>
                    <a:pt x="51104" y="393107"/>
                  </a:lnTo>
                  <a:lnTo>
                    <a:pt x="50708" y="396046"/>
                  </a:lnTo>
                  <a:lnTo>
                    <a:pt x="50337" y="397881"/>
                  </a:lnTo>
                  <a:lnTo>
                    <a:pt x="49318" y="399147"/>
                  </a:lnTo>
                  <a:lnTo>
                    <a:pt x="48488" y="401063"/>
                  </a:lnTo>
                  <a:lnTo>
                    <a:pt x="48255" y="402747"/>
                  </a:lnTo>
                  <a:lnTo>
                    <a:pt x="47781" y="403927"/>
                  </a:lnTo>
                  <a:lnTo>
                    <a:pt x="48592" y="404768"/>
                  </a:lnTo>
                  <a:lnTo>
                    <a:pt x="49431" y="405367"/>
                  </a:lnTo>
                  <a:lnTo>
                    <a:pt x="49918" y="406729"/>
                  </a:lnTo>
                  <a:lnTo>
                    <a:pt x="50489" y="408708"/>
                  </a:lnTo>
                  <a:lnTo>
                    <a:pt x="50457" y="412556"/>
                  </a:lnTo>
                  <a:lnTo>
                    <a:pt x="48267" y="421626"/>
                  </a:lnTo>
                  <a:lnTo>
                    <a:pt x="47510" y="423646"/>
                  </a:lnTo>
                  <a:lnTo>
                    <a:pt x="42030" y="429117"/>
                  </a:lnTo>
                  <a:lnTo>
                    <a:pt x="39875" y="432095"/>
                  </a:lnTo>
                  <a:lnTo>
                    <a:pt x="35286" y="435963"/>
                  </a:lnTo>
                  <a:lnTo>
                    <a:pt x="33498" y="436683"/>
                  </a:lnTo>
                  <a:lnTo>
                    <a:pt x="31519" y="435917"/>
                  </a:lnTo>
                  <a:lnTo>
                    <a:pt x="28628" y="432970"/>
                  </a:lnTo>
                  <a:lnTo>
                    <a:pt x="24214" y="425450"/>
                  </a:lnTo>
                  <a:lnTo>
                    <a:pt x="23067" y="422964"/>
                  </a:lnTo>
                  <a:lnTo>
                    <a:pt x="19538" y="413304"/>
                  </a:lnTo>
                  <a:lnTo>
                    <a:pt x="16991" y="408196"/>
                  </a:lnTo>
                  <a:lnTo>
                    <a:pt x="15059" y="403439"/>
                  </a:lnTo>
                  <a:lnTo>
                    <a:pt x="12668" y="398949"/>
                  </a:lnTo>
                  <a:lnTo>
                    <a:pt x="10411" y="392884"/>
                  </a:lnTo>
                  <a:lnTo>
                    <a:pt x="9932" y="390121"/>
                  </a:lnTo>
                  <a:lnTo>
                    <a:pt x="10099" y="387310"/>
                  </a:lnTo>
                  <a:lnTo>
                    <a:pt x="10940" y="385776"/>
                  </a:lnTo>
                  <a:lnTo>
                    <a:pt x="11924" y="386398"/>
                  </a:lnTo>
                  <a:lnTo>
                    <a:pt x="12700" y="388767"/>
                  </a:lnTo>
                  <a:lnTo>
                    <a:pt x="13250" y="389828"/>
                  </a:lnTo>
                  <a:lnTo>
                    <a:pt x="13715" y="390262"/>
                  </a:lnTo>
                  <a:lnTo>
                    <a:pt x="17080" y="386630"/>
                  </a:lnTo>
                  <a:lnTo>
                    <a:pt x="18387" y="386775"/>
                  </a:lnTo>
                  <a:lnTo>
                    <a:pt x="19280" y="384952"/>
                  </a:lnTo>
                  <a:lnTo>
                    <a:pt x="20410" y="385349"/>
                  </a:lnTo>
                  <a:lnTo>
                    <a:pt x="22715" y="382514"/>
                  </a:lnTo>
                  <a:lnTo>
                    <a:pt x="23681" y="382342"/>
                  </a:lnTo>
                  <a:lnTo>
                    <a:pt x="24830" y="381774"/>
                  </a:lnTo>
                  <a:lnTo>
                    <a:pt x="26687" y="374593"/>
                  </a:lnTo>
                  <a:lnTo>
                    <a:pt x="28077" y="370026"/>
                  </a:lnTo>
                  <a:lnTo>
                    <a:pt x="28979" y="369075"/>
                  </a:lnTo>
                  <a:lnTo>
                    <a:pt x="28928" y="367963"/>
                  </a:lnTo>
                  <a:lnTo>
                    <a:pt x="28680" y="366504"/>
                  </a:lnTo>
                  <a:lnTo>
                    <a:pt x="28005" y="366871"/>
                  </a:lnTo>
                  <a:lnTo>
                    <a:pt x="27533" y="368259"/>
                  </a:lnTo>
                  <a:lnTo>
                    <a:pt x="27183" y="369933"/>
                  </a:lnTo>
                  <a:lnTo>
                    <a:pt x="26831" y="370929"/>
                  </a:lnTo>
                  <a:lnTo>
                    <a:pt x="25742" y="370009"/>
                  </a:lnTo>
                  <a:lnTo>
                    <a:pt x="25008" y="370163"/>
                  </a:lnTo>
                  <a:lnTo>
                    <a:pt x="24102" y="370715"/>
                  </a:lnTo>
                  <a:lnTo>
                    <a:pt x="20789" y="373391"/>
                  </a:lnTo>
                  <a:lnTo>
                    <a:pt x="19430" y="375792"/>
                  </a:lnTo>
                  <a:lnTo>
                    <a:pt x="18504" y="376268"/>
                  </a:lnTo>
                  <a:lnTo>
                    <a:pt x="13214" y="373625"/>
                  </a:lnTo>
                  <a:lnTo>
                    <a:pt x="8046" y="367562"/>
                  </a:lnTo>
                  <a:lnTo>
                    <a:pt x="5869" y="363536"/>
                  </a:lnTo>
                  <a:lnTo>
                    <a:pt x="4493" y="358391"/>
                  </a:lnTo>
                  <a:lnTo>
                    <a:pt x="3115" y="352262"/>
                  </a:lnTo>
                  <a:lnTo>
                    <a:pt x="3563" y="350548"/>
                  </a:lnTo>
                  <a:lnTo>
                    <a:pt x="5702" y="346865"/>
                  </a:lnTo>
                  <a:lnTo>
                    <a:pt x="7548" y="343970"/>
                  </a:lnTo>
                  <a:lnTo>
                    <a:pt x="5890" y="345259"/>
                  </a:lnTo>
                  <a:lnTo>
                    <a:pt x="4094" y="347046"/>
                  </a:lnTo>
                  <a:lnTo>
                    <a:pt x="3206" y="348300"/>
                  </a:lnTo>
                  <a:lnTo>
                    <a:pt x="2200" y="350922"/>
                  </a:lnTo>
                  <a:lnTo>
                    <a:pt x="862" y="351509"/>
                  </a:lnTo>
                  <a:lnTo>
                    <a:pt x="332" y="347611"/>
                  </a:lnTo>
                  <a:lnTo>
                    <a:pt x="0" y="343816"/>
                  </a:lnTo>
                  <a:lnTo>
                    <a:pt x="853" y="342539"/>
                  </a:lnTo>
                  <a:lnTo>
                    <a:pt x="1449" y="341728"/>
                  </a:lnTo>
                  <a:lnTo>
                    <a:pt x="2667" y="341051"/>
                  </a:lnTo>
                  <a:lnTo>
                    <a:pt x="3993" y="340568"/>
                  </a:lnTo>
                  <a:lnTo>
                    <a:pt x="5202" y="340587"/>
                  </a:lnTo>
                  <a:lnTo>
                    <a:pt x="6898" y="340643"/>
                  </a:lnTo>
                  <a:lnTo>
                    <a:pt x="6948" y="331751"/>
                  </a:lnTo>
                  <a:lnTo>
                    <a:pt x="7090" y="330972"/>
                  </a:lnTo>
                  <a:lnTo>
                    <a:pt x="7329" y="330522"/>
                  </a:lnTo>
                  <a:lnTo>
                    <a:pt x="7602" y="330330"/>
                  </a:lnTo>
                  <a:lnTo>
                    <a:pt x="7835" y="330467"/>
                  </a:lnTo>
                  <a:lnTo>
                    <a:pt x="8184" y="331799"/>
                  </a:lnTo>
                  <a:lnTo>
                    <a:pt x="8618" y="331725"/>
                  </a:lnTo>
                  <a:lnTo>
                    <a:pt x="9078" y="330959"/>
                  </a:lnTo>
                  <a:lnTo>
                    <a:pt x="10112" y="331530"/>
                  </a:lnTo>
                  <a:lnTo>
                    <a:pt x="10939" y="331139"/>
                  </a:lnTo>
                  <a:lnTo>
                    <a:pt x="11778" y="331662"/>
                  </a:lnTo>
                  <a:lnTo>
                    <a:pt x="13203" y="331673"/>
                  </a:lnTo>
                  <a:lnTo>
                    <a:pt x="15775" y="331462"/>
                  </a:lnTo>
                  <a:lnTo>
                    <a:pt x="17203" y="331530"/>
                  </a:lnTo>
                  <a:lnTo>
                    <a:pt x="18128" y="332946"/>
                  </a:lnTo>
                  <a:lnTo>
                    <a:pt x="19141" y="334500"/>
                  </a:lnTo>
                  <a:lnTo>
                    <a:pt x="20238" y="334717"/>
                  </a:lnTo>
                  <a:lnTo>
                    <a:pt x="21825" y="334536"/>
                  </a:lnTo>
                  <a:lnTo>
                    <a:pt x="22903" y="333940"/>
                  </a:lnTo>
                  <a:lnTo>
                    <a:pt x="23446" y="332491"/>
                  </a:lnTo>
                  <a:lnTo>
                    <a:pt x="23855" y="331105"/>
                  </a:lnTo>
                  <a:lnTo>
                    <a:pt x="26210" y="329072"/>
                  </a:lnTo>
                  <a:lnTo>
                    <a:pt x="28680" y="327421"/>
                  </a:lnTo>
                  <a:lnTo>
                    <a:pt x="29390" y="327239"/>
                  </a:lnTo>
                  <a:lnTo>
                    <a:pt x="29615" y="328200"/>
                  </a:lnTo>
                  <a:lnTo>
                    <a:pt x="29502" y="329816"/>
                  </a:lnTo>
                  <a:lnTo>
                    <a:pt x="29791" y="331354"/>
                  </a:lnTo>
                  <a:lnTo>
                    <a:pt x="30780" y="332328"/>
                  </a:lnTo>
                  <a:lnTo>
                    <a:pt x="31482" y="332568"/>
                  </a:lnTo>
                  <a:lnTo>
                    <a:pt x="32111" y="332348"/>
                  </a:lnTo>
                  <a:lnTo>
                    <a:pt x="32577" y="331859"/>
                  </a:lnTo>
                  <a:lnTo>
                    <a:pt x="33579" y="329443"/>
                  </a:lnTo>
                  <a:lnTo>
                    <a:pt x="34095" y="328893"/>
                  </a:lnTo>
                  <a:lnTo>
                    <a:pt x="34770" y="328932"/>
                  </a:lnTo>
                  <a:lnTo>
                    <a:pt x="35526" y="327778"/>
                  </a:lnTo>
                  <a:lnTo>
                    <a:pt x="35542" y="326894"/>
                  </a:lnTo>
                  <a:lnTo>
                    <a:pt x="35060" y="326470"/>
                  </a:lnTo>
                  <a:lnTo>
                    <a:pt x="34652" y="325198"/>
                  </a:lnTo>
                  <a:lnTo>
                    <a:pt x="34727" y="324162"/>
                  </a:lnTo>
                  <a:lnTo>
                    <a:pt x="34610" y="322702"/>
                  </a:lnTo>
                  <a:lnTo>
                    <a:pt x="34691" y="321317"/>
                  </a:lnTo>
                  <a:lnTo>
                    <a:pt x="35011" y="320278"/>
                  </a:lnTo>
                  <a:lnTo>
                    <a:pt x="35573" y="319278"/>
                  </a:lnTo>
                  <a:lnTo>
                    <a:pt x="35238" y="317212"/>
                  </a:lnTo>
                  <a:lnTo>
                    <a:pt x="34376" y="313254"/>
                  </a:lnTo>
                  <a:lnTo>
                    <a:pt x="33474" y="308190"/>
                  </a:lnTo>
                  <a:lnTo>
                    <a:pt x="32521" y="303968"/>
                  </a:lnTo>
                  <a:lnTo>
                    <a:pt x="31312" y="300269"/>
                  </a:lnTo>
                  <a:lnTo>
                    <a:pt x="30689" y="297555"/>
                  </a:lnTo>
                  <a:lnTo>
                    <a:pt x="30753" y="291560"/>
                  </a:lnTo>
                  <a:lnTo>
                    <a:pt x="30644" y="290343"/>
                  </a:lnTo>
                  <a:lnTo>
                    <a:pt x="30230" y="289606"/>
                  </a:lnTo>
                  <a:lnTo>
                    <a:pt x="29670" y="289191"/>
                  </a:lnTo>
                  <a:lnTo>
                    <a:pt x="28885" y="289801"/>
                  </a:lnTo>
                  <a:lnTo>
                    <a:pt x="28177" y="289918"/>
                  </a:lnTo>
                  <a:lnTo>
                    <a:pt x="26655" y="289788"/>
                  </a:lnTo>
                  <a:lnTo>
                    <a:pt x="25908" y="289173"/>
                  </a:lnTo>
                  <a:lnTo>
                    <a:pt x="23879" y="283160"/>
                  </a:lnTo>
                  <a:lnTo>
                    <a:pt x="23613" y="280796"/>
                  </a:lnTo>
                  <a:lnTo>
                    <a:pt x="23602" y="278375"/>
                  </a:lnTo>
                  <a:lnTo>
                    <a:pt x="24279" y="274155"/>
                  </a:lnTo>
                  <a:lnTo>
                    <a:pt x="24484" y="270232"/>
                  </a:lnTo>
                  <a:lnTo>
                    <a:pt x="24578" y="266571"/>
                  </a:lnTo>
                  <a:lnTo>
                    <a:pt x="24465" y="265537"/>
                  </a:lnTo>
                  <a:lnTo>
                    <a:pt x="24057" y="264308"/>
                  </a:lnTo>
                  <a:lnTo>
                    <a:pt x="23375" y="263400"/>
                  </a:lnTo>
                  <a:lnTo>
                    <a:pt x="21550" y="263182"/>
                  </a:lnTo>
                  <a:lnTo>
                    <a:pt x="19384" y="261973"/>
                  </a:lnTo>
                  <a:lnTo>
                    <a:pt x="17714" y="259844"/>
                  </a:lnTo>
                  <a:lnTo>
                    <a:pt x="16558" y="258557"/>
                  </a:lnTo>
                  <a:lnTo>
                    <a:pt x="16241" y="257720"/>
                  </a:lnTo>
                  <a:lnTo>
                    <a:pt x="16103" y="256731"/>
                  </a:lnTo>
                  <a:lnTo>
                    <a:pt x="16405" y="252308"/>
                  </a:lnTo>
                  <a:lnTo>
                    <a:pt x="16929" y="247320"/>
                  </a:lnTo>
                  <a:lnTo>
                    <a:pt x="17311" y="245793"/>
                  </a:lnTo>
                  <a:lnTo>
                    <a:pt x="17973" y="244213"/>
                  </a:lnTo>
                  <a:lnTo>
                    <a:pt x="18463" y="243137"/>
                  </a:lnTo>
                  <a:lnTo>
                    <a:pt x="19247" y="241713"/>
                  </a:lnTo>
                  <a:lnTo>
                    <a:pt x="21363" y="236957"/>
                  </a:lnTo>
                  <a:lnTo>
                    <a:pt x="23257" y="230424"/>
                  </a:lnTo>
                  <a:lnTo>
                    <a:pt x="24426" y="225865"/>
                  </a:lnTo>
                  <a:lnTo>
                    <a:pt x="25036" y="224510"/>
                  </a:lnTo>
                  <a:lnTo>
                    <a:pt x="25658" y="223350"/>
                  </a:lnTo>
                  <a:lnTo>
                    <a:pt x="26572" y="221946"/>
                  </a:lnTo>
                  <a:lnTo>
                    <a:pt x="27624" y="220664"/>
                  </a:lnTo>
                  <a:lnTo>
                    <a:pt x="28672" y="220720"/>
                  </a:lnTo>
                  <a:lnTo>
                    <a:pt x="29667" y="221883"/>
                  </a:lnTo>
                  <a:lnTo>
                    <a:pt x="30406" y="223252"/>
                  </a:lnTo>
                  <a:lnTo>
                    <a:pt x="30653" y="226269"/>
                  </a:lnTo>
                  <a:lnTo>
                    <a:pt x="31177" y="228230"/>
                  </a:lnTo>
                  <a:lnTo>
                    <a:pt x="31742" y="229412"/>
                  </a:lnTo>
                  <a:lnTo>
                    <a:pt x="32489" y="229984"/>
                  </a:lnTo>
                  <a:lnTo>
                    <a:pt x="33439" y="229841"/>
                  </a:lnTo>
                  <a:lnTo>
                    <a:pt x="37262" y="226379"/>
                  </a:lnTo>
                  <a:lnTo>
                    <a:pt x="38563" y="225680"/>
                  </a:lnTo>
                  <a:lnTo>
                    <a:pt x="41683" y="225249"/>
                  </a:lnTo>
                  <a:lnTo>
                    <a:pt x="43826" y="223913"/>
                  </a:lnTo>
                  <a:lnTo>
                    <a:pt x="45722" y="222512"/>
                  </a:lnTo>
                  <a:lnTo>
                    <a:pt x="45951" y="220001"/>
                  </a:lnTo>
                  <a:lnTo>
                    <a:pt x="46681" y="216165"/>
                  </a:lnTo>
                  <a:lnTo>
                    <a:pt x="48908" y="211170"/>
                  </a:lnTo>
                  <a:lnTo>
                    <a:pt x="49534" y="208941"/>
                  </a:lnTo>
                  <a:lnTo>
                    <a:pt x="50208" y="204684"/>
                  </a:lnTo>
                  <a:lnTo>
                    <a:pt x="50925" y="200800"/>
                  </a:lnTo>
                  <a:lnTo>
                    <a:pt x="51541" y="199186"/>
                  </a:lnTo>
                  <a:lnTo>
                    <a:pt x="55042" y="194924"/>
                  </a:lnTo>
                  <a:lnTo>
                    <a:pt x="58469" y="191005"/>
                  </a:lnTo>
                  <a:lnTo>
                    <a:pt x="59029" y="189230"/>
                  </a:lnTo>
                  <a:lnTo>
                    <a:pt x="61245" y="181101"/>
                  </a:lnTo>
                  <a:lnTo>
                    <a:pt x="62514" y="175584"/>
                  </a:lnTo>
                  <a:lnTo>
                    <a:pt x="62843" y="173809"/>
                  </a:lnTo>
                  <a:lnTo>
                    <a:pt x="63577" y="169013"/>
                  </a:lnTo>
                  <a:lnTo>
                    <a:pt x="64371" y="164245"/>
                  </a:lnTo>
                  <a:lnTo>
                    <a:pt x="65431" y="163143"/>
                  </a:lnTo>
                  <a:lnTo>
                    <a:pt x="67782" y="161325"/>
                  </a:lnTo>
                  <a:lnTo>
                    <a:pt x="69647" y="159547"/>
                  </a:lnTo>
                  <a:lnTo>
                    <a:pt x="70602" y="157518"/>
                  </a:lnTo>
                  <a:lnTo>
                    <a:pt x="71180" y="155744"/>
                  </a:lnTo>
                  <a:lnTo>
                    <a:pt x="71072" y="153984"/>
                  </a:lnTo>
                  <a:lnTo>
                    <a:pt x="70555" y="151900"/>
                  </a:lnTo>
                  <a:lnTo>
                    <a:pt x="70664" y="150662"/>
                  </a:lnTo>
                  <a:lnTo>
                    <a:pt x="70759" y="149442"/>
                  </a:lnTo>
                  <a:lnTo>
                    <a:pt x="72113" y="146950"/>
                  </a:lnTo>
                  <a:lnTo>
                    <a:pt x="74663" y="139583"/>
                  </a:lnTo>
                  <a:lnTo>
                    <a:pt x="76189" y="135902"/>
                  </a:lnTo>
                  <a:lnTo>
                    <a:pt x="76696" y="135906"/>
                  </a:lnTo>
                  <a:lnTo>
                    <a:pt x="78292" y="133949"/>
                  </a:lnTo>
                  <a:lnTo>
                    <a:pt x="79811" y="131732"/>
                  </a:lnTo>
                  <a:lnTo>
                    <a:pt x="79724" y="130725"/>
                  </a:lnTo>
                  <a:lnTo>
                    <a:pt x="79533" y="129422"/>
                  </a:lnTo>
                  <a:lnTo>
                    <a:pt x="78662" y="128837"/>
                  </a:lnTo>
                  <a:lnTo>
                    <a:pt x="78390" y="127273"/>
                  </a:lnTo>
                  <a:lnTo>
                    <a:pt x="78603" y="125033"/>
                  </a:lnTo>
                  <a:lnTo>
                    <a:pt x="79331" y="119005"/>
                  </a:lnTo>
                  <a:lnTo>
                    <a:pt x="79182" y="117275"/>
                  </a:lnTo>
                  <a:lnTo>
                    <a:pt x="78295" y="111690"/>
                  </a:lnTo>
                  <a:lnTo>
                    <a:pt x="78492" y="110148"/>
                  </a:lnTo>
                  <a:lnTo>
                    <a:pt x="78857" y="108569"/>
                  </a:lnTo>
                  <a:lnTo>
                    <a:pt x="79847" y="106466"/>
                  </a:lnTo>
                  <a:lnTo>
                    <a:pt x="81127" y="104720"/>
                  </a:lnTo>
                  <a:lnTo>
                    <a:pt x="85224" y="100567"/>
                  </a:lnTo>
                  <a:lnTo>
                    <a:pt x="86054" y="100111"/>
                  </a:lnTo>
                  <a:lnTo>
                    <a:pt x="87477" y="99061"/>
                  </a:lnTo>
                  <a:lnTo>
                    <a:pt x="88349" y="96846"/>
                  </a:lnTo>
                  <a:lnTo>
                    <a:pt x="88457" y="94958"/>
                  </a:lnTo>
                  <a:lnTo>
                    <a:pt x="88076" y="93785"/>
                  </a:lnTo>
                  <a:lnTo>
                    <a:pt x="87225" y="92212"/>
                  </a:lnTo>
                  <a:lnTo>
                    <a:pt x="85626" y="90786"/>
                  </a:lnTo>
                  <a:lnTo>
                    <a:pt x="84185" y="89550"/>
                  </a:lnTo>
                  <a:lnTo>
                    <a:pt x="81736" y="89680"/>
                  </a:lnTo>
                  <a:lnTo>
                    <a:pt x="80464" y="88616"/>
                  </a:lnTo>
                  <a:lnTo>
                    <a:pt x="80119" y="87873"/>
                  </a:lnTo>
                  <a:lnTo>
                    <a:pt x="79941" y="85250"/>
                  </a:lnTo>
                  <a:lnTo>
                    <a:pt x="80187" y="80819"/>
                  </a:lnTo>
                  <a:lnTo>
                    <a:pt x="79806" y="80428"/>
                  </a:lnTo>
                  <a:lnTo>
                    <a:pt x="79261" y="80951"/>
                  </a:lnTo>
                  <a:lnTo>
                    <a:pt x="77967" y="80425"/>
                  </a:lnTo>
                  <a:lnTo>
                    <a:pt x="76377" y="80493"/>
                  </a:lnTo>
                  <a:lnTo>
                    <a:pt x="75771" y="79260"/>
                  </a:lnTo>
                  <a:lnTo>
                    <a:pt x="76074" y="77771"/>
                  </a:lnTo>
                  <a:lnTo>
                    <a:pt x="75985" y="75787"/>
                  </a:lnTo>
                  <a:lnTo>
                    <a:pt x="75748" y="73901"/>
                  </a:lnTo>
                  <a:lnTo>
                    <a:pt x="75501" y="73507"/>
                  </a:lnTo>
                  <a:lnTo>
                    <a:pt x="74742" y="73058"/>
                  </a:lnTo>
                  <a:lnTo>
                    <a:pt x="73560" y="71429"/>
                  </a:lnTo>
                  <a:lnTo>
                    <a:pt x="72608" y="69421"/>
                  </a:lnTo>
                  <a:lnTo>
                    <a:pt x="72049" y="68060"/>
                  </a:lnTo>
                  <a:lnTo>
                    <a:pt x="71876" y="67123"/>
                  </a:lnTo>
                  <a:lnTo>
                    <a:pt x="71931" y="66502"/>
                  </a:lnTo>
                  <a:lnTo>
                    <a:pt x="72624" y="64756"/>
                  </a:lnTo>
                  <a:lnTo>
                    <a:pt x="73455" y="62308"/>
                  </a:lnTo>
                  <a:lnTo>
                    <a:pt x="73761" y="60203"/>
                  </a:lnTo>
                  <a:lnTo>
                    <a:pt x="73853" y="58678"/>
                  </a:lnTo>
                  <a:lnTo>
                    <a:pt x="73622" y="57552"/>
                  </a:lnTo>
                  <a:lnTo>
                    <a:pt x="72862" y="56174"/>
                  </a:lnTo>
                  <a:lnTo>
                    <a:pt x="72051" y="54971"/>
                  </a:lnTo>
                  <a:lnTo>
                    <a:pt x="71725" y="53925"/>
                  </a:lnTo>
                  <a:lnTo>
                    <a:pt x="71712" y="52345"/>
                  </a:lnTo>
                  <a:lnTo>
                    <a:pt x="72014" y="50369"/>
                  </a:lnTo>
                  <a:lnTo>
                    <a:pt x="72969" y="48877"/>
                  </a:lnTo>
                  <a:lnTo>
                    <a:pt x="74663" y="47461"/>
                  </a:lnTo>
                  <a:lnTo>
                    <a:pt x="75098" y="45702"/>
                  </a:lnTo>
                  <a:lnTo>
                    <a:pt x="75043" y="44399"/>
                  </a:lnTo>
                  <a:lnTo>
                    <a:pt x="74581" y="44009"/>
                  </a:lnTo>
                  <a:lnTo>
                    <a:pt x="73391" y="44000"/>
                  </a:lnTo>
                  <a:lnTo>
                    <a:pt x="71384" y="43554"/>
                  </a:lnTo>
                  <a:lnTo>
                    <a:pt x="71044" y="42837"/>
                  </a:lnTo>
                  <a:lnTo>
                    <a:pt x="70818" y="41873"/>
                  </a:lnTo>
                  <a:lnTo>
                    <a:pt x="70816" y="40918"/>
                  </a:lnTo>
                  <a:lnTo>
                    <a:pt x="71240" y="39832"/>
                  </a:lnTo>
                  <a:lnTo>
                    <a:pt x="71749" y="38457"/>
                  </a:lnTo>
                  <a:lnTo>
                    <a:pt x="71661" y="37118"/>
                  </a:lnTo>
                  <a:lnTo>
                    <a:pt x="71072" y="35604"/>
                  </a:lnTo>
                  <a:lnTo>
                    <a:pt x="69657" y="34496"/>
                  </a:lnTo>
                  <a:lnTo>
                    <a:pt x="69466" y="32933"/>
                  </a:lnTo>
                  <a:lnTo>
                    <a:pt x="69683" y="31629"/>
                  </a:lnTo>
                  <a:lnTo>
                    <a:pt x="70152" y="29769"/>
                  </a:lnTo>
                  <a:lnTo>
                    <a:pt x="70559" y="28477"/>
                  </a:lnTo>
                  <a:lnTo>
                    <a:pt x="71523" y="24800"/>
                  </a:lnTo>
                  <a:lnTo>
                    <a:pt x="72691" y="23997"/>
                  </a:lnTo>
                  <a:lnTo>
                    <a:pt x="74124" y="22808"/>
                  </a:lnTo>
                  <a:lnTo>
                    <a:pt x="75709" y="21493"/>
                  </a:lnTo>
                  <a:lnTo>
                    <a:pt x="78147" y="22479"/>
                  </a:lnTo>
                  <a:lnTo>
                    <a:pt x="79333" y="22959"/>
                  </a:lnTo>
                  <a:lnTo>
                    <a:pt x="81735" y="24083"/>
                  </a:lnTo>
                  <a:lnTo>
                    <a:pt x="83748" y="25025"/>
                  </a:lnTo>
                  <a:lnTo>
                    <a:pt x="85803" y="25292"/>
                  </a:lnTo>
                  <a:lnTo>
                    <a:pt x="86655" y="25227"/>
                  </a:lnTo>
                  <a:lnTo>
                    <a:pt x="87600" y="26340"/>
                  </a:lnTo>
                  <a:lnTo>
                    <a:pt x="89926" y="28250"/>
                  </a:lnTo>
                  <a:lnTo>
                    <a:pt x="91814" y="29254"/>
                  </a:lnTo>
                  <a:lnTo>
                    <a:pt x="93093" y="29244"/>
                  </a:lnTo>
                  <a:lnTo>
                    <a:pt x="94980" y="27555"/>
                  </a:lnTo>
                  <a:lnTo>
                    <a:pt x="95920" y="26009"/>
                  </a:lnTo>
                  <a:lnTo>
                    <a:pt x="97188" y="24314"/>
                  </a:lnTo>
                  <a:lnTo>
                    <a:pt x="98810" y="24379"/>
                  </a:lnTo>
                  <a:lnTo>
                    <a:pt x="102318" y="21767"/>
                  </a:lnTo>
                  <a:lnTo>
                    <a:pt x="102974" y="22218"/>
                  </a:lnTo>
                  <a:lnTo>
                    <a:pt x="104017" y="22366"/>
                  </a:lnTo>
                  <a:lnTo>
                    <a:pt x="105274" y="20857"/>
                  </a:lnTo>
                  <a:lnTo>
                    <a:pt x="105924" y="19065"/>
                  </a:lnTo>
                  <a:lnTo>
                    <a:pt x="106029" y="18171"/>
                  </a:lnTo>
                  <a:lnTo>
                    <a:pt x="106343" y="17510"/>
                  </a:lnTo>
                  <a:lnTo>
                    <a:pt x="107685" y="16371"/>
                  </a:lnTo>
                  <a:lnTo>
                    <a:pt x="109032" y="14797"/>
                  </a:lnTo>
                  <a:lnTo>
                    <a:pt x="109400" y="12718"/>
                  </a:lnTo>
                  <a:lnTo>
                    <a:pt x="109621" y="11313"/>
                  </a:lnTo>
                  <a:lnTo>
                    <a:pt x="111101" y="9492"/>
                  </a:lnTo>
                  <a:lnTo>
                    <a:pt x="112636" y="7600"/>
                  </a:lnTo>
                  <a:lnTo>
                    <a:pt x="114246" y="5619"/>
                  </a:lnTo>
                  <a:lnTo>
                    <a:pt x="116074" y="3368"/>
                  </a:lnTo>
                  <a:lnTo>
                    <a:pt x="117622" y="1463"/>
                  </a:lnTo>
                  <a:close/>
                </a:path>
              </a:pathLst>
            </a:custGeom>
            <a:solidFill>
              <a:srgbClr val="E9F2E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" name="pg843"/>
            <p:cNvSpPr/>
            <p:nvPr/>
          </p:nvSpPr>
          <p:spPr>
            <a:xfrm>
              <a:off x="4559662" y="3993431"/>
              <a:ext cx="398" cy="963"/>
            </a:xfrm>
            <a:custGeom>
              <a:avLst/>
              <a:pathLst>
                <a:path w="398" h="963">
                  <a:moveTo>
                    <a:pt x="312" y="963"/>
                  </a:moveTo>
                  <a:lnTo>
                    <a:pt x="12" y="917"/>
                  </a:lnTo>
                  <a:lnTo>
                    <a:pt x="0" y="758"/>
                  </a:lnTo>
                  <a:lnTo>
                    <a:pt x="141" y="738"/>
                  </a:lnTo>
                  <a:lnTo>
                    <a:pt x="251" y="600"/>
                  </a:lnTo>
                  <a:lnTo>
                    <a:pt x="320" y="349"/>
                  </a:lnTo>
                  <a:lnTo>
                    <a:pt x="339" y="0"/>
                  </a:lnTo>
                  <a:lnTo>
                    <a:pt x="398" y="346"/>
                  </a:lnTo>
                  <a:lnTo>
                    <a:pt x="386" y="683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" name="pg844"/>
            <p:cNvSpPr/>
            <p:nvPr/>
          </p:nvSpPr>
          <p:spPr>
            <a:xfrm>
              <a:off x="4558857" y="3992387"/>
              <a:ext cx="566" cy="2103"/>
            </a:xfrm>
            <a:custGeom>
              <a:avLst/>
              <a:pathLst>
                <a:path w="566" h="2103">
                  <a:moveTo>
                    <a:pt x="156" y="1644"/>
                  </a:moveTo>
                  <a:lnTo>
                    <a:pt x="298" y="1791"/>
                  </a:lnTo>
                  <a:lnTo>
                    <a:pt x="489" y="1633"/>
                  </a:lnTo>
                  <a:lnTo>
                    <a:pt x="566" y="1817"/>
                  </a:lnTo>
                  <a:lnTo>
                    <a:pt x="268" y="2103"/>
                  </a:lnTo>
                  <a:lnTo>
                    <a:pt x="87" y="1581"/>
                  </a:lnTo>
                  <a:lnTo>
                    <a:pt x="0" y="724"/>
                  </a:lnTo>
                  <a:lnTo>
                    <a:pt x="60" y="0"/>
                  </a:lnTo>
                  <a:lnTo>
                    <a:pt x="60" y="291"/>
                  </a:lnTo>
                  <a:lnTo>
                    <a:pt x="79" y="530"/>
                  </a:lnTo>
                  <a:lnTo>
                    <a:pt x="144" y="1007"/>
                  </a:lnTo>
                  <a:lnTo>
                    <a:pt x="97" y="1333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" name="pg845"/>
            <p:cNvSpPr/>
            <p:nvPr/>
          </p:nvSpPr>
          <p:spPr>
            <a:xfrm>
              <a:off x="4666909" y="3942286"/>
              <a:ext cx="1743" cy="3944"/>
            </a:xfrm>
            <a:custGeom>
              <a:avLst/>
              <a:pathLst>
                <a:path w="1743" h="3944">
                  <a:moveTo>
                    <a:pt x="1743" y="1841"/>
                  </a:moveTo>
                  <a:lnTo>
                    <a:pt x="1391" y="3944"/>
                  </a:lnTo>
                  <a:lnTo>
                    <a:pt x="743" y="2787"/>
                  </a:lnTo>
                  <a:lnTo>
                    <a:pt x="0" y="2418"/>
                  </a:lnTo>
                  <a:lnTo>
                    <a:pt x="143" y="857"/>
                  </a:lnTo>
                  <a:lnTo>
                    <a:pt x="757" y="637"/>
                  </a:lnTo>
                  <a:lnTo>
                    <a:pt x="1058" y="554"/>
                  </a:lnTo>
                  <a:lnTo>
                    <a:pt x="1497" y="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" name="pg846"/>
            <p:cNvSpPr/>
            <p:nvPr/>
          </p:nvSpPr>
          <p:spPr>
            <a:xfrm>
              <a:off x="4256803" y="3847426"/>
              <a:ext cx="1836" cy="6351"/>
            </a:xfrm>
            <a:custGeom>
              <a:avLst/>
              <a:pathLst>
                <a:path w="1836" h="6351">
                  <a:moveTo>
                    <a:pt x="1755" y="4640"/>
                  </a:moveTo>
                  <a:lnTo>
                    <a:pt x="1468" y="5814"/>
                  </a:lnTo>
                  <a:lnTo>
                    <a:pt x="979" y="6351"/>
                  </a:lnTo>
                  <a:lnTo>
                    <a:pt x="714" y="3370"/>
                  </a:lnTo>
                  <a:lnTo>
                    <a:pt x="0" y="1269"/>
                  </a:lnTo>
                  <a:lnTo>
                    <a:pt x="285" y="1269"/>
                  </a:lnTo>
                  <a:lnTo>
                    <a:pt x="959" y="2346"/>
                  </a:lnTo>
                  <a:lnTo>
                    <a:pt x="1203" y="5179"/>
                  </a:lnTo>
                  <a:lnTo>
                    <a:pt x="1449" y="4348"/>
                  </a:lnTo>
                  <a:lnTo>
                    <a:pt x="1388" y="3468"/>
                  </a:lnTo>
                  <a:lnTo>
                    <a:pt x="1530" y="2637"/>
                  </a:lnTo>
                  <a:lnTo>
                    <a:pt x="1427" y="1708"/>
                  </a:lnTo>
                  <a:lnTo>
                    <a:pt x="1061" y="291"/>
                  </a:lnTo>
                  <a:lnTo>
                    <a:pt x="1183" y="0"/>
                  </a:lnTo>
                  <a:lnTo>
                    <a:pt x="1775" y="1220"/>
                  </a:lnTo>
                  <a:lnTo>
                    <a:pt x="1836" y="2198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" name="pg847"/>
            <p:cNvSpPr/>
            <p:nvPr/>
          </p:nvSpPr>
          <p:spPr>
            <a:xfrm>
              <a:off x="3237343" y="2037924"/>
              <a:ext cx="3918" cy="3908"/>
            </a:xfrm>
            <a:custGeom>
              <a:avLst/>
              <a:pathLst>
                <a:path w="3918" h="3908">
                  <a:moveTo>
                    <a:pt x="3918" y="3064"/>
                  </a:moveTo>
                  <a:lnTo>
                    <a:pt x="3865" y="3908"/>
                  </a:lnTo>
                  <a:lnTo>
                    <a:pt x="2951" y="2845"/>
                  </a:lnTo>
                  <a:lnTo>
                    <a:pt x="2507" y="1688"/>
                  </a:lnTo>
                  <a:lnTo>
                    <a:pt x="0" y="1157"/>
                  </a:lnTo>
                  <a:lnTo>
                    <a:pt x="1044" y="0"/>
                  </a:lnTo>
                  <a:lnTo>
                    <a:pt x="1554" y="343"/>
                  </a:lnTo>
                  <a:lnTo>
                    <a:pt x="3323" y="390"/>
                  </a:lnTo>
                  <a:lnTo>
                    <a:pt x="3820" y="875"/>
                  </a:lnTo>
                  <a:close/>
                </a:path>
              </a:pathLst>
            </a:custGeom>
            <a:solidFill>
              <a:srgbClr val="EFF6E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" name="pg848"/>
            <p:cNvSpPr/>
            <p:nvPr/>
          </p:nvSpPr>
          <p:spPr>
            <a:xfrm>
              <a:off x="3235807" y="1998063"/>
              <a:ext cx="53836" cy="115007"/>
            </a:xfrm>
            <a:custGeom>
              <a:avLst/>
              <a:pathLst>
                <a:path w="53836" h="115007">
                  <a:moveTo>
                    <a:pt x="51484" y="37737"/>
                  </a:moveTo>
                  <a:lnTo>
                    <a:pt x="52006" y="38777"/>
                  </a:lnTo>
                  <a:lnTo>
                    <a:pt x="52238" y="39849"/>
                  </a:lnTo>
                  <a:lnTo>
                    <a:pt x="51328" y="40251"/>
                  </a:lnTo>
                  <a:lnTo>
                    <a:pt x="50378" y="40032"/>
                  </a:lnTo>
                  <a:lnTo>
                    <a:pt x="49915" y="40736"/>
                  </a:lnTo>
                  <a:lnTo>
                    <a:pt x="49885" y="42092"/>
                  </a:lnTo>
                  <a:lnTo>
                    <a:pt x="50206" y="43840"/>
                  </a:lnTo>
                  <a:lnTo>
                    <a:pt x="50841" y="45079"/>
                  </a:lnTo>
                  <a:lnTo>
                    <a:pt x="51348" y="47872"/>
                  </a:lnTo>
                  <a:lnTo>
                    <a:pt x="51769" y="50970"/>
                  </a:lnTo>
                  <a:lnTo>
                    <a:pt x="52424" y="52841"/>
                  </a:lnTo>
                  <a:lnTo>
                    <a:pt x="52558" y="55165"/>
                  </a:lnTo>
                  <a:lnTo>
                    <a:pt x="52462" y="56306"/>
                  </a:lnTo>
                  <a:lnTo>
                    <a:pt x="52581" y="58357"/>
                  </a:lnTo>
                  <a:lnTo>
                    <a:pt x="52303" y="59080"/>
                  </a:lnTo>
                  <a:lnTo>
                    <a:pt x="52512" y="61006"/>
                  </a:lnTo>
                  <a:lnTo>
                    <a:pt x="53282" y="64993"/>
                  </a:lnTo>
                  <a:lnTo>
                    <a:pt x="53619" y="67213"/>
                  </a:lnTo>
                  <a:lnTo>
                    <a:pt x="53836" y="72061"/>
                  </a:lnTo>
                  <a:lnTo>
                    <a:pt x="53292" y="73878"/>
                  </a:lnTo>
                  <a:lnTo>
                    <a:pt x="52562" y="75602"/>
                  </a:lnTo>
                  <a:lnTo>
                    <a:pt x="52085" y="77645"/>
                  </a:lnTo>
                  <a:lnTo>
                    <a:pt x="51716" y="79851"/>
                  </a:lnTo>
                  <a:lnTo>
                    <a:pt x="51494" y="83408"/>
                  </a:lnTo>
                  <a:lnTo>
                    <a:pt x="49912" y="87577"/>
                  </a:lnTo>
                  <a:lnTo>
                    <a:pt x="49239" y="88613"/>
                  </a:lnTo>
                  <a:lnTo>
                    <a:pt x="48459" y="89251"/>
                  </a:lnTo>
                  <a:lnTo>
                    <a:pt x="50164" y="92167"/>
                  </a:lnTo>
                  <a:lnTo>
                    <a:pt x="48770" y="93467"/>
                  </a:lnTo>
                  <a:lnTo>
                    <a:pt x="47251" y="93877"/>
                  </a:lnTo>
                  <a:lnTo>
                    <a:pt x="45569" y="93147"/>
                  </a:lnTo>
                  <a:lnTo>
                    <a:pt x="44522" y="93236"/>
                  </a:lnTo>
                  <a:lnTo>
                    <a:pt x="43565" y="94180"/>
                  </a:lnTo>
                  <a:lnTo>
                    <a:pt x="43189" y="94751"/>
                  </a:lnTo>
                  <a:lnTo>
                    <a:pt x="42888" y="94476"/>
                  </a:lnTo>
                  <a:lnTo>
                    <a:pt x="42257" y="92083"/>
                  </a:lnTo>
                  <a:lnTo>
                    <a:pt x="41794" y="94554"/>
                  </a:lnTo>
                  <a:lnTo>
                    <a:pt x="40825" y="95340"/>
                  </a:lnTo>
                  <a:lnTo>
                    <a:pt x="39166" y="95173"/>
                  </a:lnTo>
                  <a:lnTo>
                    <a:pt x="36394" y="95831"/>
                  </a:lnTo>
                  <a:lnTo>
                    <a:pt x="35328" y="96535"/>
                  </a:lnTo>
                  <a:lnTo>
                    <a:pt x="34885" y="97635"/>
                  </a:lnTo>
                  <a:lnTo>
                    <a:pt x="34556" y="98908"/>
                  </a:lnTo>
                  <a:lnTo>
                    <a:pt x="34123" y="99660"/>
                  </a:lnTo>
                  <a:lnTo>
                    <a:pt x="33634" y="100055"/>
                  </a:lnTo>
                  <a:lnTo>
                    <a:pt x="31494" y="100993"/>
                  </a:lnTo>
                  <a:lnTo>
                    <a:pt x="31072" y="101368"/>
                  </a:lnTo>
                  <a:lnTo>
                    <a:pt x="30081" y="103423"/>
                  </a:lnTo>
                  <a:lnTo>
                    <a:pt x="28781" y="104610"/>
                  </a:lnTo>
                  <a:lnTo>
                    <a:pt x="27705" y="104966"/>
                  </a:lnTo>
                  <a:lnTo>
                    <a:pt x="26749" y="103770"/>
                  </a:lnTo>
                  <a:lnTo>
                    <a:pt x="26357" y="103052"/>
                  </a:lnTo>
                  <a:lnTo>
                    <a:pt x="25913" y="102687"/>
                  </a:lnTo>
                  <a:lnTo>
                    <a:pt x="24445" y="102743"/>
                  </a:lnTo>
                  <a:lnTo>
                    <a:pt x="24909" y="103112"/>
                  </a:lnTo>
                  <a:lnTo>
                    <a:pt x="25208" y="103956"/>
                  </a:lnTo>
                  <a:lnTo>
                    <a:pt x="25353" y="105574"/>
                  </a:lnTo>
                  <a:lnTo>
                    <a:pt x="25186" y="107160"/>
                  </a:lnTo>
                  <a:lnTo>
                    <a:pt x="24462" y="107965"/>
                  </a:lnTo>
                  <a:lnTo>
                    <a:pt x="23598" y="108113"/>
                  </a:lnTo>
                  <a:lnTo>
                    <a:pt x="22235" y="109758"/>
                  </a:lnTo>
                  <a:lnTo>
                    <a:pt x="20431" y="110207"/>
                  </a:lnTo>
                  <a:lnTo>
                    <a:pt x="19457" y="111722"/>
                  </a:lnTo>
                  <a:lnTo>
                    <a:pt x="13496" y="114283"/>
                  </a:lnTo>
                  <a:lnTo>
                    <a:pt x="13158" y="114313"/>
                  </a:lnTo>
                  <a:lnTo>
                    <a:pt x="12335" y="113661"/>
                  </a:lnTo>
                  <a:lnTo>
                    <a:pt x="11443" y="113372"/>
                  </a:lnTo>
                  <a:lnTo>
                    <a:pt x="10555" y="113576"/>
                  </a:lnTo>
                  <a:lnTo>
                    <a:pt x="8057" y="115007"/>
                  </a:lnTo>
                  <a:lnTo>
                    <a:pt x="6847" y="114723"/>
                  </a:lnTo>
                  <a:lnTo>
                    <a:pt x="8389" y="111166"/>
                  </a:lnTo>
                  <a:lnTo>
                    <a:pt x="10462" y="109371"/>
                  </a:lnTo>
                  <a:lnTo>
                    <a:pt x="10678" y="108879"/>
                  </a:lnTo>
                  <a:lnTo>
                    <a:pt x="10000" y="108639"/>
                  </a:lnTo>
                  <a:lnTo>
                    <a:pt x="6061" y="109885"/>
                  </a:lnTo>
                  <a:lnTo>
                    <a:pt x="4693" y="110947"/>
                  </a:lnTo>
                  <a:lnTo>
                    <a:pt x="3325" y="111256"/>
                  </a:lnTo>
                  <a:lnTo>
                    <a:pt x="3958" y="109634"/>
                  </a:lnTo>
                  <a:lnTo>
                    <a:pt x="5723" y="107413"/>
                  </a:lnTo>
                  <a:lnTo>
                    <a:pt x="6669" y="106367"/>
                  </a:lnTo>
                  <a:lnTo>
                    <a:pt x="7247" y="105953"/>
                  </a:lnTo>
                  <a:lnTo>
                    <a:pt x="7906" y="104649"/>
                  </a:lnTo>
                  <a:lnTo>
                    <a:pt x="9765" y="103167"/>
                  </a:lnTo>
                  <a:lnTo>
                    <a:pt x="3776" y="106223"/>
                  </a:lnTo>
                  <a:lnTo>
                    <a:pt x="2202" y="105851"/>
                  </a:lnTo>
                  <a:lnTo>
                    <a:pt x="1832" y="104998"/>
                  </a:lnTo>
                  <a:lnTo>
                    <a:pt x="606" y="105398"/>
                  </a:lnTo>
                  <a:lnTo>
                    <a:pt x="142" y="103335"/>
                  </a:lnTo>
                  <a:lnTo>
                    <a:pt x="1957" y="100209"/>
                  </a:lnTo>
                  <a:lnTo>
                    <a:pt x="3015" y="98865"/>
                  </a:lnTo>
                  <a:lnTo>
                    <a:pt x="4271" y="98139"/>
                  </a:lnTo>
                  <a:lnTo>
                    <a:pt x="5481" y="97097"/>
                  </a:lnTo>
                  <a:lnTo>
                    <a:pt x="5930" y="95823"/>
                  </a:lnTo>
                  <a:lnTo>
                    <a:pt x="5360" y="95418"/>
                  </a:lnTo>
                  <a:lnTo>
                    <a:pt x="1736" y="95741"/>
                  </a:lnTo>
                  <a:lnTo>
                    <a:pt x="0" y="95470"/>
                  </a:lnTo>
                  <a:lnTo>
                    <a:pt x="93" y="94460"/>
                  </a:lnTo>
                  <a:lnTo>
                    <a:pt x="413" y="93342"/>
                  </a:lnTo>
                  <a:lnTo>
                    <a:pt x="2212" y="91428"/>
                  </a:lnTo>
                  <a:lnTo>
                    <a:pt x="3185" y="91121"/>
                  </a:lnTo>
                  <a:lnTo>
                    <a:pt x="4053" y="91303"/>
                  </a:lnTo>
                  <a:lnTo>
                    <a:pt x="4900" y="91793"/>
                  </a:lnTo>
                  <a:lnTo>
                    <a:pt x="5589" y="92434"/>
                  </a:lnTo>
                  <a:lnTo>
                    <a:pt x="7627" y="92066"/>
                  </a:lnTo>
                  <a:lnTo>
                    <a:pt x="6776" y="90844"/>
                  </a:lnTo>
                  <a:lnTo>
                    <a:pt x="6626" y="88361"/>
                  </a:lnTo>
                  <a:lnTo>
                    <a:pt x="5974" y="87527"/>
                  </a:lnTo>
                  <a:lnTo>
                    <a:pt x="6808" y="86376"/>
                  </a:lnTo>
                  <a:lnTo>
                    <a:pt x="7763" y="85676"/>
                  </a:lnTo>
                  <a:lnTo>
                    <a:pt x="9353" y="83295"/>
                  </a:lnTo>
                  <a:lnTo>
                    <a:pt x="9920" y="82933"/>
                  </a:lnTo>
                  <a:lnTo>
                    <a:pt x="13067" y="82355"/>
                  </a:lnTo>
                  <a:lnTo>
                    <a:pt x="16462" y="81102"/>
                  </a:lnTo>
                  <a:lnTo>
                    <a:pt x="19827" y="79374"/>
                  </a:lnTo>
                  <a:lnTo>
                    <a:pt x="18101" y="78408"/>
                  </a:lnTo>
                  <a:lnTo>
                    <a:pt x="17275" y="77134"/>
                  </a:lnTo>
                  <a:lnTo>
                    <a:pt x="15947" y="79710"/>
                  </a:lnTo>
                  <a:lnTo>
                    <a:pt x="14990" y="80695"/>
                  </a:lnTo>
                  <a:lnTo>
                    <a:pt x="12290" y="81222"/>
                  </a:lnTo>
                  <a:lnTo>
                    <a:pt x="11436" y="80932"/>
                  </a:lnTo>
                  <a:lnTo>
                    <a:pt x="10232" y="80133"/>
                  </a:lnTo>
                  <a:lnTo>
                    <a:pt x="9857" y="80437"/>
                  </a:lnTo>
                  <a:lnTo>
                    <a:pt x="9510" y="81054"/>
                  </a:lnTo>
                  <a:lnTo>
                    <a:pt x="7723" y="82318"/>
                  </a:lnTo>
                  <a:lnTo>
                    <a:pt x="5844" y="82621"/>
                  </a:lnTo>
                  <a:lnTo>
                    <a:pt x="8028" y="80303"/>
                  </a:lnTo>
                  <a:lnTo>
                    <a:pt x="10800" y="76374"/>
                  </a:lnTo>
                  <a:lnTo>
                    <a:pt x="11418" y="75132"/>
                  </a:lnTo>
                  <a:lnTo>
                    <a:pt x="12297" y="72973"/>
                  </a:lnTo>
                  <a:lnTo>
                    <a:pt x="12025" y="72012"/>
                  </a:lnTo>
                  <a:lnTo>
                    <a:pt x="11454" y="71466"/>
                  </a:lnTo>
                  <a:lnTo>
                    <a:pt x="13462" y="67024"/>
                  </a:lnTo>
                  <a:lnTo>
                    <a:pt x="14170" y="66218"/>
                  </a:lnTo>
                  <a:lnTo>
                    <a:pt x="15457" y="66088"/>
                  </a:lnTo>
                  <a:lnTo>
                    <a:pt x="16400" y="65384"/>
                  </a:lnTo>
                  <a:lnTo>
                    <a:pt x="16816" y="65381"/>
                  </a:lnTo>
                  <a:lnTo>
                    <a:pt x="17190" y="65119"/>
                  </a:lnTo>
                  <a:lnTo>
                    <a:pt x="18017" y="63788"/>
                  </a:lnTo>
                  <a:lnTo>
                    <a:pt x="16741" y="62941"/>
                  </a:lnTo>
                  <a:lnTo>
                    <a:pt x="15423" y="62506"/>
                  </a:lnTo>
                  <a:lnTo>
                    <a:pt x="11346" y="62967"/>
                  </a:lnTo>
                  <a:lnTo>
                    <a:pt x="10809" y="62868"/>
                  </a:lnTo>
                  <a:lnTo>
                    <a:pt x="10304" y="62459"/>
                  </a:lnTo>
                  <a:lnTo>
                    <a:pt x="9976" y="61871"/>
                  </a:lnTo>
                  <a:lnTo>
                    <a:pt x="9729" y="60362"/>
                  </a:lnTo>
                  <a:lnTo>
                    <a:pt x="9430" y="60024"/>
                  </a:lnTo>
                  <a:lnTo>
                    <a:pt x="8510" y="60024"/>
                  </a:lnTo>
                  <a:lnTo>
                    <a:pt x="7603" y="60486"/>
                  </a:lnTo>
                  <a:lnTo>
                    <a:pt x="6970" y="60441"/>
                  </a:lnTo>
                  <a:lnTo>
                    <a:pt x="6348" y="59780"/>
                  </a:lnTo>
                  <a:lnTo>
                    <a:pt x="7340" y="58236"/>
                  </a:lnTo>
                  <a:lnTo>
                    <a:pt x="6061" y="57873"/>
                  </a:lnTo>
                  <a:lnTo>
                    <a:pt x="4767" y="58176"/>
                  </a:lnTo>
                  <a:lnTo>
                    <a:pt x="3689" y="57708"/>
                  </a:lnTo>
                  <a:lnTo>
                    <a:pt x="3655" y="56740"/>
                  </a:lnTo>
                  <a:lnTo>
                    <a:pt x="4144" y="55773"/>
                  </a:lnTo>
                  <a:lnTo>
                    <a:pt x="3504" y="54857"/>
                  </a:lnTo>
                  <a:lnTo>
                    <a:pt x="3371" y="53699"/>
                  </a:lnTo>
                  <a:lnTo>
                    <a:pt x="4053" y="53129"/>
                  </a:lnTo>
                  <a:lnTo>
                    <a:pt x="4798" y="53318"/>
                  </a:lnTo>
                  <a:lnTo>
                    <a:pt x="6317" y="52461"/>
                  </a:lnTo>
                  <a:lnTo>
                    <a:pt x="8262" y="52045"/>
                  </a:lnTo>
                  <a:lnTo>
                    <a:pt x="6594" y="51200"/>
                  </a:lnTo>
                  <a:lnTo>
                    <a:pt x="5929" y="50475"/>
                  </a:lnTo>
                  <a:lnTo>
                    <a:pt x="5897" y="49367"/>
                  </a:lnTo>
                  <a:lnTo>
                    <a:pt x="6029" y="48419"/>
                  </a:lnTo>
                  <a:lnTo>
                    <a:pt x="7961" y="46815"/>
                  </a:lnTo>
                  <a:lnTo>
                    <a:pt x="10020" y="46108"/>
                  </a:lnTo>
                  <a:lnTo>
                    <a:pt x="9868" y="45052"/>
                  </a:lnTo>
                  <a:lnTo>
                    <a:pt x="10012" y="43909"/>
                  </a:lnTo>
                  <a:lnTo>
                    <a:pt x="7931" y="43579"/>
                  </a:lnTo>
                  <a:lnTo>
                    <a:pt x="5875" y="44385"/>
                  </a:lnTo>
                  <a:lnTo>
                    <a:pt x="6095" y="42202"/>
                  </a:lnTo>
                  <a:lnTo>
                    <a:pt x="6588" y="40231"/>
                  </a:lnTo>
                  <a:lnTo>
                    <a:pt x="6685" y="38931"/>
                  </a:lnTo>
                  <a:lnTo>
                    <a:pt x="6586" y="37540"/>
                  </a:lnTo>
                  <a:lnTo>
                    <a:pt x="5624" y="38135"/>
                  </a:lnTo>
                  <a:lnTo>
                    <a:pt x="5511" y="36174"/>
                  </a:lnTo>
                  <a:lnTo>
                    <a:pt x="5098" y="34829"/>
                  </a:lnTo>
                  <a:lnTo>
                    <a:pt x="3671" y="35756"/>
                  </a:lnTo>
                  <a:lnTo>
                    <a:pt x="3708" y="33981"/>
                  </a:lnTo>
                  <a:lnTo>
                    <a:pt x="4119" y="32740"/>
                  </a:lnTo>
                  <a:lnTo>
                    <a:pt x="4865" y="32202"/>
                  </a:lnTo>
                  <a:lnTo>
                    <a:pt x="5605" y="32436"/>
                  </a:lnTo>
                  <a:lnTo>
                    <a:pt x="6980" y="32413"/>
                  </a:lnTo>
                  <a:lnTo>
                    <a:pt x="8305" y="31481"/>
                  </a:lnTo>
                  <a:lnTo>
                    <a:pt x="10216" y="31241"/>
                  </a:lnTo>
                  <a:lnTo>
                    <a:pt x="13261" y="31534"/>
                  </a:lnTo>
                  <a:lnTo>
                    <a:pt x="15354" y="34164"/>
                  </a:lnTo>
                  <a:lnTo>
                    <a:pt x="15895" y="33694"/>
                  </a:lnTo>
                  <a:lnTo>
                    <a:pt x="16732" y="32032"/>
                  </a:lnTo>
                  <a:lnTo>
                    <a:pt x="17125" y="31848"/>
                  </a:lnTo>
                  <a:lnTo>
                    <a:pt x="20279" y="32573"/>
                  </a:lnTo>
                  <a:lnTo>
                    <a:pt x="22238" y="33529"/>
                  </a:lnTo>
                  <a:lnTo>
                    <a:pt x="22762" y="33231"/>
                  </a:lnTo>
                  <a:lnTo>
                    <a:pt x="22480" y="31387"/>
                  </a:lnTo>
                  <a:lnTo>
                    <a:pt x="21805" y="30108"/>
                  </a:lnTo>
                  <a:lnTo>
                    <a:pt x="22653" y="28433"/>
                  </a:lnTo>
                  <a:lnTo>
                    <a:pt x="23683" y="27299"/>
                  </a:lnTo>
                  <a:lnTo>
                    <a:pt x="24371" y="26734"/>
                  </a:lnTo>
                  <a:lnTo>
                    <a:pt x="25959" y="26031"/>
                  </a:lnTo>
                  <a:lnTo>
                    <a:pt x="26652" y="25369"/>
                  </a:lnTo>
                  <a:lnTo>
                    <a:pt x="27113" y="23216"/>
                  </a:lnTo>
                  <a:lnTo>
                    <a:pt x="27848" y="21423"/>
                  </a:lnTo>
                  <a:lnTo>
                    <a:pt x="23861" y="22355"/>
                  </a:lnTo>
                  <a:lnTo>
                    <a:pt x="20068" y="20229"/>
                  </a:lnTo>
                  <a:lnTo>
                    <a:pt x="20669" y="18727"/>
                  </a:lnTo>
                  <a:lnTo>
                    <a:pt x="21470" y="17875"/>
                  </a:lnTo>
                  <a:lnTo>
                    <a:pt x="22852" y="17223"/>
                  </a:lnTo>
                  <a:lnTo>
                    <a:pt x="22983" y="16439"/>
                  </a:lnTo>
                  <a:lnTo>
                    <a:pt x="23683" y="15787"/>
                  </a:lnTo>
                  <a:lnTo>
                    <a:pt x="24839" y="14076"/>
                  </a:lnTo>
                  <a:lnTo>
                    <a:pt x="24414" y="11841"/>
                  </a:lnTo>
                  <a:lnTo>
                    <a:pt x="24642" y="10206"/>
                  </a:lnTo>
                  <a:lnTo>
                    <a:pt x="25474" y="9141"/>
                  </a:lnTo>
                  <a:lnTo>
                    <a:pt x="25735" y="7612"/>
                  </a:lnTo>
                  <a:lnTo>
                    <a:pt x="26106" y="6486"/>
                  </a:lnTo>
                  <a:lnTo>
                    <a:pt x="27795" y="6084"/>
                  </a:lnTo>
                  <a:lnTo>
                    <a:pt x="29419" y="5038"/>
                  </a:lnTo>
                  <a:lnTo>
                    <a:pt x="30005" y="5139"/>
                  </a:lnTo>
                  <a:lnTo>
                    <a:pt x="31923" y="4898"/>
                  </a:lnTo>
                  <a:lnTo>
                    <a:pt x="32573" y="5319"/>
                  </a:lnTo>
                  <a:lnTo>
                    <a:pt x="32425" y="3471"/>
                  </a:lnTo>
                  <a:lnTo>
                    <a:pt x="33603" y="3230"/>
                  </a:lnTo>
                  <a:lnTo>
                    <a:pt x="34063" y="3599"/>
                  </a:lnTo>
                  <a:lnTo>
                    <a:pt x="34265" y="4909"/>
                  </a:lnTo>
                  <a:lnTo>
                    <a:pt x="34800" y="5745"/>
                  </a:lnTo>
                  <a:lnTo>
                    <a:pt x="34966" y="7198"/>
                  </a:lnTo>
                  <a:lnTo>
                    <a:pt x="34607" y="8320"/>
                  </a:lnTo>
                  <a:lnTo>
                    <a:pt x="34008" y="9185"/>
                  </a:lnTo>
                  <a:lnTo>
                    <a:pt x="34556" y="10069"/>
                  </a:lnTo>
                  <a:lnTo>
                    <a:pt x="33706" y="11668"/>
                  </a:lnTo>
                  <a:lnTo>
                    <a:pt x="34623" y="10987"/>
                  </a:lnTo>
                  <a:lnTo>
                    <a:pt x="35931" y="9421"/>
                  </a:lnTo>
                  <a:lnTo>
                    <a:pt x="35863" y="8141"/>
                  </a:lnTo>
                  <a:lnTo>
                    <a:pt x="35640" y="6533"/>
                  </a:lnTo>
                  <a:lnTo>
                    <a:pt x="35276" y="5081"/>
                  </a:lnTo>
                  <a:lnTo>
                    <a:pt x="35444" y="3483"/>
                  </a:lnTo>
                  <a:lnTo>
                    <a:pt x="36179" y="2483"/>
                  </a:lnTo>
                  <a:lnTo>
                    <a:pt x="38111" y="1981"/>
                  </a:lnTo>
                  <a:lnTo>
                    <a:pt x="37318" y="165"/>
                  </a:lnTo>
                  <a:lnTo>
                    <a:pt x="38024" y="0"/>
                  </a:lnTo>
                  <a:lnTo>
                    <a:pt x="38790" y="378"/>
                  </a:lnTo>
                  <a:lnTo>
                    <a:pt x="39918" y="1792"/>
                  </a:lnTo>
                  <a:lnTo>
                    <a:pt x="41091" y="2901"/>
                  </a:lnTo>
                  <a:lnTo>
                    <a:pt x="42307" y="3780"/>
                  </a:lnTo>
                  <a:lnTo>
                    <a:pt x="41138" y="5540"/>
                  </a:lnTo>
                  <a:lnTo>
                    <a:pt x="39701" y="6761"/>
                  </a:lnTo>
                  <a:lnTo>
                    <a:pt x="39136" y="8091"/>
                  </a:lnTo>
                  <a:lnTo>
                    <a:pt x="37183" y="9991"/>
                  </a:lnTo>
                  <a:lnTo>
                    <a:pt x="36881" y="10711"/>
                  </a:lnTo>
                  <a:lnTo>
                    <a:pt x="36331" y="13613"/>
                  </a:lnTo>
                  <a:lnTo>
                    <a:pt x="36266" y="14441"/>
                  </a:lnTo>
                  <a:lnTo>
                    <a:pt x="35637" y="15967"/>
                  </a:lnTo>
                  <a:lnTo>
                    <a:pt x="35043" y="17666"/>
                  </a:lnTo>
                  <a:lnTo>
                    <a:pt x="34351" y="18323"/>
                  </a:lnTo>
                  <a:lnTo>
                    <a:pt x="33320" y="18846"/>
                  </a:lnTo>
                  <a:lnTo>
                    <a:pt x="32734" y="19365"/>
                  </a:lnTo>
                  <a:lnTo>
                    <a:pt x="31996" y="19104"/>
                  </a:lnTo>
                  <a:lnTo>
                    <a:pt x="31062" y="19146"/>
                  </a:lnTo>
                  <a:lnTo>
                    <a:pt x="30598" y="19723"/>
                  </a:lnTo>
                  <a:lnTo>
                    <a:pt x="30621" y="20166"/>
                  </a:lnTo>
                  <a:lnTo>
                    <a:pt x="30900" y="20677"/>
                  </a:lnTo>
                  <a:lnTo>
                    <a:pt x="31718" y="21456"/>
                  </a:lnTo>
                  <a:lnTo>
                    <a:pt x="32625" y="22161"/>
                  </a:lnTo>
                  <a:lnTo>
                    <a:pt x="32525" y="22779"/>
                  </a:lnTo>
                  <a:lnTo>
                    <a:pt x="32039" y="23479"/>
                  </a:lnTo>
                  <a:lnTo>
                    <a:pt x="28947" y="25216"/>
                  </a:lnTo>
                  <a:lnTo>
                    <a:pt x="28027" y="26265"/>
                  </a:lnTo>
                  <a:lnTo>
                    <a:pt x="27707" y="26957"/>
                  </a:lnTo>
                  <a:lnTo>
                    <a:pt x="28035" y="28117"/>
                  </a:lnTo>
                  <a:lnTo>
                    <a:pt x="30501" y="31595"/>
                  </a:lnTo>
                  <a:lnTo>
                    <a:pt x="30920" y="31972"/>
                  </a:lnTo>
                  <a:lnTo>
                    <a:pt x="31285" y="33997"/>
                  </a:lnTo>
                  <a:lnTo>
                    <a:pt x="33459" y="34842"/>
                  </a:lnTo>
                  <a:lnTo>
                    <a:pt x="34350" y="36108"/>
                  </a:lnTo>
                  <a:lnTo>
                    <a:pt x="35116" y="36411"/>
                  </a:lnTo>
                  <a:lnTo>
                    <a:pt x="36782" y="36301"/>
                  </a:lnTo>
                  <a:lnTo>
                    <a:pt x="37452" y="36776"/>
                  </a:lnTo>
                  <a:lnTo>
                    <a:pt x="37830" y="36415"/>
                  </a:lnTo>
                  <a:lnTo>
                    <a:pt x="38049" y="35748"/>
                  </a:lnTo>
                  <a:lnTo>
                    <a:pt x="39452" y="34031"/>
                  </a:lnTo>
                  <a:lnTo>
                    <a:pt x="39916" y="33281"/>
                  </a:lnTo>
                  <a:lnTo>
                    <a:pt x="39637" y="32235"/>
                  </a:lnTo>
                  <a:lnTo>
                    <a:pt x="39334" y="31440"/>
                  </a:lnTo>
                  <a:lnTo>
                    <a:pt x="40187" y="29857"/>
                  </a:lnTo>
                  <a:lnTo>
                    <a:pt x="41221" y="28295"/>
                  </a:lnTo>
                  <a:lnTo>
                    <a:pt x="41739" y="28341"/>
                  </a:lnTo>
                  <a:lnTo>
                    <a:pt x="42622" y="29298"/>
                  </a:lnTo>
                  <a:lnTo>
                    <a:pt x="43349" y="30634"/>
                  </a:lnTo>
                  <a:lnTo>
                    <a:pt x="43448" y="31670"/>
                  </a:lnTo>
                  <a:lnTo>
                    <a:pt x="43582" y="32420"/>
                  </a:lnTo>
                  <a:lnTo>
                    <a:pt x="44270" y="34024"/>
                  </a:lnTo>
                  <a:lnTo>
                    <a:pt x="44714" y="34578"/>
                  </a:lnTo>
                  <a:lnTo>
                    <a:pt x="45912" y="34900"/>
                  </a:lnTo>
                  <a:lnTo>
                    <a:pt x="46192" y="35529"/>
                  </a:lnTo>
                  <a:lnTo>
                    <a:pt x="45978" y="37853"/>
                  </a:lnTo>
                  <a:lnTo>
                    <a:pt x="46156" y="38625"/>
                  </a:lnTo>
                  <a:lnTo>
                    <a:pt x="47410" y="38666"/>
                  </a:lnTo>
                  <a:lnTo>
                    <a:pt x="48741" y="38478"/>
                  </a:lnTo>
                  <a:lnTo>
                    <a:pt x="49206" y="38566"/>
                  </a:lnTo>
                  <a:lnTo>
                    <a:pt x="49687" y="38080"/>
                  </a:lnTo>
                  <a:lnTo>
                    <a:pt x="50427" y="37555"/>
                  </a:lnTo>
                  <a:close/>
                </a:path>
              </a:pathLst>
            </a:custGeom>
            <a:solidFill>
              <a:srgbClr val="EFF6E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" name="pg849"/>
            <p:cNvSpPr/>
            <p:nvPr/>
          </p:nvSpPr>
          <p:spPr>
            <a:xfrm>
              <a:off x="4046351" y="2836149"/>
              <a:ext cx="12147" cy="12415"/>
            </a:xfrm>
            <a:custGeom>
              <a:avLst/>
              <a:pathLst>
                <a:path w="12147" h="12415">
                  <a:moveTo>
                    <a:pt x="11019" y="2426"/>
                  </a:moveTo>
                  <a:lnTo>
                    <a:pt x="9870" y="5971"/>
                  </a:lnTo>
                  <a:lnTo>
                    <a:pt x="8135" y="8928"/>
                  </a:lnTo>
                  <a:lnTo>
                    <a:pt x="7393" y="8007"/>
                  </a:lnTo>
                  <a:lnTo>
                    <a:pt x="6819" y="8051"/>
                  </a:lnTo>
                  <a:lnTo>
                    <a:pt x="5580" y="9183"/>
                  </a:lnTo>
                  <a:lnTo>
                    <a:pt x="4684" y="9379"/>
                  </a:lnTo>
                  <a:lnTo>
                    <a:pt x="3062" y="11398"/>
                  </a:lnTo>
                  <a:lnTo>
                    <a:pt x="1588" y="12415"/>
                  </a:lnTo>
                  <a:lnTo>
                    <a:pt x="560" y="12337"/>
                  </a:lnTo>
                  <a:lnTo>
                    <a:pt x="203" y="12134"/>
                  </a:lnTo>
                  <a:lnTo>
                    <a:pt x="0" y="10757"/>
                  </a:lnTo>
                  <a:lnTo>
                    <a:pt x="18" y="10215"/>
                  </a:lnTo>
                  <a:lnTo>
                    <a:pt x="641" y="10499"/>
                  </a:lnTo>
                  <a:lnTo>
                    <a:pt x="2921" y="8665"/>
                  </a:lnTo>
                  <a:lnTo>
                    <a:pt x="5769" y="5653"/>
                  </a:lnTo>
                  <a:lnTo>
                    <a:pt x="6040" y="4316"/>
                  </a:lnTo>
                  <a:lnTo>
                    <a:pt x="5583" y="2136"/>
                  </a:lnTo>
                  <a:lnTo>
                    <a:pt x="5708" y="1643"/>
                  </a:lnTo>
                  <a:lnTo>
                    <a:pt x="7553" y="2761"/>
                  </a:lnTo>
                  <a:lnTo>
                    <a:pt x="9614" y="588"/>
                  </a:lnTo>
                  <a:lnTo>
                    <a:pt x="11339" y="0"/>
                  </a:lnTo>
                  <a:lnTo>
                    <a:pt x="12147" y="1512"/>
                  </a:lnTo>
                  <a:close/>
                </a:path>
              </a:pathLst>
            </a:custGeom>
            <a:solidFill>
              <a:srgbClr val="FFFBF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" name="pg850"/>
            <p:cNvSpPr/>
            <p:nvPr/>
          </p:nvSpPr>
          <p:spPr>
            <a:xfrm>
              <a:off x="3907259" y="2458947"/>
              <a:ext cx="237935" cy="433379"/>
            </a:xfrm>
            <a:custGeom>
              <a:avLst/>
              <a:pathLst>
                <a:path w="237935" h="433379">
                  <a:moveTo>
                    <a:pt x="25805" y="26321"/>
                  </a:moveTo>
                  <a:lnTo>
                    <a:pt x="26492" y="26579"/>
                  </a:lnTo>
                  <a:lnTo>
                    <a:pt x="28314" y="25291"/>
                  </a:lnTo>
                  <a:lnTo>
                    <a:pt x="30447" y="25467"/>
                  </a:lnTo>
                  <a:lnTo>
                    <a:pt x="31238" y="25535"/>
                  </a:lnTo>
                  <a:lnTo>
                    <a:pt x="34057" y="20127"/>
                  </a:lnTo>
                  <a:lnTo>
                    <a:pt x="34912" y="18323"/>
                  </a:lnTo>
                  <a:lnTo>
                    <a:pt x="36595" y="17386"/>
                  </a:lnTo>
                  <a:lnTo>
                    <a:pt x="37540" y="15237"/>
                  </a:lnTo>
                  <a:lnTo>
                    <a:pt x="39057" y="12634"/>
                  </a:lnTo>
                  <a:lnTo>
                    <a:pt x="40909" y="10184"/>
                  </a:lnTo>
                  <a:lnTo>
                    <a:pt x="42608" y="7984"/>
                  </a:lnTo>
                  <a:lnTo>
                    <a:pt x="43912" y="6654"/>
                  </a:lnTo>
                  <a:lnTo>
                    <a:pt x="46269" y="3545"/>
                  </a:lnTo>
                  <a:lnTo>
                    <a:pt x="47743" y="2467"/>
                  </a:lnTo>
                  <a:lnTo>
                    <a:pt x="49021" y="2500"/>
                  </a:lnTo>
                  <a:lnTo>
                    <a:pt x="50936" y="6146"/>
                  </a:lnTo>
                  <a:lnTo>
                    <a:pt x="52549" y="9462"/>
                  </a:lnTo>
                  <a:lnTo>
                    <a:pt x="53047" y="10917"/>
                  </a:lnTo>
                  <a:lnTo>
                    <a:pt x="52246" y="12220"/>
                  </a:lnTo>
                  <a:lnTo>
                    <a:pt x="50751" y="13480"/>
                  </a:lnTo>
                  <a:lnTo>
                    <a:pt x="50465" y="14403"/>
                  </a:lnTo>
                  <a:lnTo>
                    <a:pt x="50360" y="15585"/>
                  </a:lnTo>
                  <a:lnTo>
                    <a:pt x="50419" y="16716"/>
                  </a:lnTo>
                  <a:lnTo>
                    <a:pt x="50620" y="17638"/>
                  </a:lnTo>
                  <a:lnTo>
                    <a:pt x="52455" y="19781"/>
                  </a:lnTo>
                  <a:lnTo>
                    <a:pt x="52663" y="20958"/>
                  </a:lnTo>
                  <a:lnTo>
                    <a:pt x="52676" y="22153"/>
                  </a:lnTo>
                  <a:lnTo>
                    <a:pt x="52467" y="22899"/>
                  </a:lnTo>
                  <a:lnTo>
                    <a:pt x="52058" y="23331"/>
                  </a:lnTo>
                  <a:lnTo>
                    <a:pt x="50782" y="23932"/>
                  </a:lnTo>
                  <a:lnTo>
                    <a:pt x="49690" y="24630"/>
                  </a:lnTo>
                  <a:lnTo>
                    <a:pt x="49311" y="25315"/>
                  </a:lnTo>
                  <a:lnTo>
                    <a:pt x="48982" y="26129"/>
                  </a:lnTo>
                  <a:lnTo>
                    <a:pt x="49029" y="27031"/>
                  </a:lnTo>
                  <a:lnTo>
                    <a:pt x="49359" y="28057"/>
                  </a:lnTo>
                  <a:lnTo>
                    <a:pt x="51598" y="30862"/>
                  </a:lnTo>
                  <a:lnTo>
                    <a:pt x="51851" y="31893"/>
                  </a:lnTo>
                  <a:lnTo>
                    <a:pt x="52297" y="33280"/>
                  </a:lnTo>
                  <a:lnTo>
                    <a:pt x="52843" y="34131"/>
                  </a:lnTo>
                  <a:lnTo>
                    <a:pt x="53776" y="34363"/>
                  </a:lnTo>
                  <a:lnTo>
                    <a:pt x="54222" y="34936"/>
                  </a:lnTo>
                  <a:lnTo>
                    <a:pt x="56385" y="40111"/>
                  </a:lnTo>
                  <a:lnTo>
                    <a:pt x="56915" y="40477"/>
                  </a:lnTo>
                  <a:lnTo>
                    <a:pt x="59442" y="39338"/>
                  </a:lnTo>
                  <a:lnTo>
                    <a:pt x="59792" y="39390"/>
                  </a:lnTo>
                  <a:lnTo>
                    <a:pt x="59816" y="40660"/>
                  </a:lnTo>
                  <a:lnTo>
                    <a:pt x="60195" y="48014"/>
                  </a:lnTo>
                  <a:lnTo>
                    <a:pt x="60488" y="51811"/>
                  </a:lnTo>
                  <a:lnTo>
                    <a:pt x="60918" y="55505"/>
                  </a:lnTo>
                  <a:lnTo>
                    <a:pt x="61601" y="58875"/>
                  </a:lnTo>
                  <a:lnTo>
                    <a:pt x="62411" y="62081"/>
                  </a:lnTo>
                  <a:lnTo>
                    <a:pt x="63524" y="64061"/>
                  </a:lnTo>
                  <a:lnTo>
                    <a:pt x="66008" y="66443"/>
                  </a:lnTo>
                  <a:lnTo>
                    <a:pt x="67213" y="67131"/>
                  </a:lnTo>
                  <a:lnTo>
                    <a:pt x="70382" y="67609"/>
                  </a:lnTo>
                  <a:lnTo>
                    <a:pt x="73513" y="68662"/>
                  </a:lnTo>
                  <a:lnTo>
                    <a:pt x="75362" y="69777"/>
                  </a:lnTo>
                  <a:lnTo>
                    <a:pt x="75927" y="70564"/>
                  </a:lnTo>
                  <a:lnTo>
                    <a:pt x="76393" y="71773"/>
                  </a:lnTo>
                  <a:lnTo>
                    <a:pt x="77921" y="77400"/>
                  </a:lnTo>
                  <a:lnTo>
                    <a:pt x="80331" y="81404"/>
                  </a:lnTo>
                  <a:lnTo>
                    <a:pt x="85196" y="87416"/>
                  </a:lnTo>
                  <a:lnTo>
                    <a:pt x="87554" y="89414"/>
                  </a:lnTo>
                  <a:lnTo>
                    <a:pt x="95495" y="93199"/>
                  </a:lnTo>
                  <a:lnTo>
                    <a:pt x="100778" y="92985"/>
                  </a:lnTo>
                  <a:lnTo>
                    <a:pt x="115388" y="85686"/>
                  </a:lnTo>
                  <a:lnTo>
                    <a:pt x="120244" y="83866"/>
                  </a:lnTo>
                  <a:lnTo>
                    <a:pt x="122067" y="83866"/>
                  </a:lnTo>
                  <a:lnTo>
                    <a:pt x="120981" y="85318"/>
                  </a:lnTo>
                  <a:lnTo>
                    <a:pt x="119156" y="86148"/>
                  </a:lnTo>
                  <a:lnTo>
                    <a:pt x="120257" y="87172"/>
                  </a:lnTo>
                  <a:lnTo>
                    <a:pt x="121954" y="87342"/>
                  </a:lnTo>
                  <a:lnTo>
                    <a:pt x="122742" y="87176"/>
                  </a:lnTo>
                  <a:lnTo>
                    <a:pt x="123311" y="86250"/>
                  </a:lnTo>
                  <a:lnTo>
                    <a:pt x="123405" y="84724"/>
                  </a:lnTo>
                  <a:lnTo>
                    <a:pt x="123323" y="83211"/>
                  </a:lnTo>
                  <a:lnTo>
                    <a:pt x="122518" y="76438"/>
                  </a:lnTo>
                  <a:lnTo>
                    <a:pt x="122052" y="71656"/>
                  </a:lnTo>
                  <a:lnTo>
                    <a:pt x="125475" y="71983"/>
                  </a:lnTo>
                  <a:lnTo>
                    <a:pt x="126810" y="71359"/>
                  </a:lnTo>
                  <a:lnTo>
                    <a:pt x="128771" y="69764"/>
                  </a:lnTo>
                  <a:lnTo>
                    <a:pt x="130254" y="68799"/>
                  </a:lnTo>
                  <a:lnTo>
                    <a:pt x="131004" y="68666"/>
                  </a:lnTo>
                  <a:lnTo>
                    <a:pt x="131742" y="67915"/>
                  </a:lnTo>
                  <a:lnTo>
                    <a:pt x="132307" y="66977"/>
                  </a:lnTo>
                  <a:lnTo>
                    <a:pt x="133583" y="60454"/>
                  </a:lnTo>
                  <a:lnTo>
                    <a:pt x="134218" y="58821"/>
                  </a:lnTo>
                  <a:lnTo>
                    <a:pt x="136383" y="55140"/>
                  </a:lnTo>
                  <a:lnTo>
                    <a:pt x="138224" y="52810"/>
                  </a:lnTo>
                  <a:lnTo>
                    <a:pt x="140150" y="50748"/>
                  </a:lnTo>
                  <a:lnTo>
                    <a:pt x="142588" y="49311"/>
                  </a:lnTo>
                  <a:lnTo>
                    <a:pt x="145832" y="49462"/>
                  </a:lnTo>
                  <a:lnTo>
                    <a:pt x="148411" y="49967"/>
                  </a:lnTo>
                  <a:lnTo>
                    <a:pt x="149903" y="49943"/>
                  </a:lnTo>
                  <a:lnTo>
                    <a:pt x="150614" y="50090"/>
                  </a:lnTo>
                  <a:lnTo>
                    <a:pt x="151148" y="49882"/>
                  </a:lnTo>
                  <a:lnTo>
                    <a:pt x="151455" y="49457"/>
                  </a:lnTo>
                  <a:lnTo>
                    <a:pt x="151790" y="46611"/>
                  </a:lnTo>
                  <a:lnTo>
                    <a:pt x="152318" y="45684"/>
                  </a:lnTo>
                  <a:lnTo>
                    <a:pt x="153228" y="44889"/>
                  </a:lnTo>
                  <a:lnTo>
                    <a:pt x="154504" y="44883"/>
                  </a:lnTo>
                  <a:lnTo>
                    <a:pt x="156057" y="44675"/>
                  </a:lnTo>
                  <a:lnTo>
                    <a:pt x="157349" y="44870"/>
                  </a:lnTo>
                  <a:lnTo>
                    <a:pt x="158978" y="45964"/>
                  </a:lnTo>
                  <a:lnTo>
                    <a:pt x="161105" y="46054"/>
                  </a:lnTo>
                  <a:lnTo>
                    <a:pt x="162519" y="45864"/>
                  </a:lnTo>
                  <a:lnTo>
                    <a:pt x="163341" y="46952"/>
                  </a:lnTo>
                  <a:lnTo>
                    <a:pt x="163932" y="48406"/>
                  </a:lnTo>
                  <a:lnTo>
                    <a:pt x="164220" y="49620"/>
                  </a:lnTo>
                  <a:lnTo>
                    <a:pt x="164285" y="51286"/>
                  </a:lnTo>
                  <a:lnTo>
                    <a:pt x="164273" y="52556"/>
                  </a:lnTo>
                  <a:lnTo>
                    <a:pt x="164495" y="53046"/>
                  </a:lnTo>
                  <a:lnTo>
                    <a:pt x="165360" y="53804"/>
                  </a:lnTo>
                  <a:lnTo>
                    <a:pt x="166559" y="54372"/>
                  </a:lnTo>
                  <a:lnTo>
                    <a:pt x="168898" y="55058"/>
                  </a:lnTo>
                  <a:lnTo>
                    <a:pt x="171090" y="56371"/>
                  </a:lnTo>
                  <a:lnTo>
                    <a:pt x="172230" y="57268"/>
                  </a:lnTo>
                  <a:lnTo>
                    <a:pt x="173813" y="58669"/>
                  </a:lnTo>
                  <a:lnTo>
                    <a:pt x="175699" y="62133"/>
                  </a:lnTo>
                  <a:lnTo>
                    <a:pt x="176396" y="62683"/>
                  </a:lnTo>
                  <a:lnTo>
                    <a:pt x="177242" y="63034"/>
                  </a:lnTo>
                  <a:lnTo>
                    <a:pt x="177847" y="62940"/>
                  </a:lnTo>
                  <a:lnTo>
                    <a:pt x="179263" y="61473"/>
                  </a:lnTo>
                  <a:lnTo>
                    <a:pt x="180493" y="62555"/>
                  </a:lnTo>
                  <a:lnTo>
                    <a:pt x="181118" y="62416"/>
                  </a:lnTo>
                  <a:lnTo>
                    <a:pt x="182532" y="61611"/>
                  </a:lnTo>
                  <a:lnTo>
                    <a:pt x="184035" y="62611"/>
                  </a:lnTo>
                  <a:lnTo>
                    <a:pt x="187782" y="66420"/>
                  </a:lnTo>
                  <a:lnTo>
                    <a:pt x="188193" y="66332"/>
                  </a:lnTo>
                  <a:lnTo>
                    <a:pt x="188534" y="66719"/>
                  </a:lnTo>
                  <a:lnTo>
                    <a:pt x="188845" y="67590"/>
                  </a:lnTo>
                  <a:lnTo>
                    <a:pt x="189064" y="68666"/>
                  </a:lnTo>
                  <a:lnTo>
                    <a:pt x="189343" y="71946"/>
                  </a:lnTo>
                  <a:lnTo>
                    <a:pt x="190424" y="74337"/>
                  </a:lnTo>
                  <a:lnTo>
                    <a:pt x="191747" y="76521"/>
                  </a:lnTo>
                  <a:lnTo>
                    <a:pt x="193290" y="77716"/>
                  </a:lnTo>
                  <a:lnTo>
                    <a:pt x="196516" y="80578"/>
                  </a:lnTo>
                  <a:lnTo>
                    <a:pt x="197925" y="82904"/>
                  </a:lnTo>
                  <a:lnTo>
                    <a:pt x="199350" y="86848"/>
                  </a:lnTo>
                  <a:lnTo>
                    <a:pt x="201107" y="92044"/>
                  </a:lnTo>
                  <a:lnTo>
                    <a:pt x="201361" y="92515"/>
                  </a:lnTo>
                  <a:lnTo>
                    <a:pt x="205885" y="92358"/>
                  </a:lnTo>
                  <a:lnTo>
                    <a:pt x="210966" y="92369"/>
                  </a:lnTo>
                  <a:lnTo>
                    <a:pt x="211586" y="94447"/>
                  </a:lnTo>
                  <a:lnTo>
                    <a:pt x="211468" y="98570"/>
                  </a:lnTo>
                  <a:lnTo>
                    <a:pt x="211650" y="102796"/>
                  </a:lnTo>
                  <a:lnTo>
                    <a:pt x="212106" y="105727"/>
                  </a:lnTo>
                  <a:lnTo>
                    <a:pt x="212111" y="108428"/>
                  </a:lnTo>
                  <a:lnTo>
                    <a:pt x="211743" y="109796"/>
                  </a:lnTo>
                  <a:lnTo>
                    <a:pt x="211457" y="111360"/>
                  </a:lnTo>
                  <a:lnTo>
                    <a:pt x="211377" y="112044"/>
                  </a:lnTo>
                  <a:lnTo>
                    <a:pt x="212030" y="113020"/>
                  </a:lnTo>
                  <a:lnTo>
                    <a:pt x="212601" y="115268"/>
                  </a:lnTo>
                  <a:lnTo>
                    <a:pt x="212682" y="118395"/>
                  </a:lnTo>
                  <a:lnTo>
                    <a:pt x="212396" y="120057"/>
                  </a:lnTo>
                  <a:lnTo>
                    <a:pt x="212437" y="121425"/>
                  </a:lnTo>
                  <a:lnTo>
                    <a:pt x="212723" y="122598"/>
                  </a:lnTo>
                  <a:lnTo>
                    <a:pt x="212967" y="124553"/>
                  </a:lnTo>
                  <a:lnTo>
                    <a:pt x="212926" y="125724"/>
                  </a:lnTo>
                  <a:lnTo>
                    <a:pt x="212519" y="126897"/>
                  </a:lnTo>
                  <a:lnTo>
                    <a:pt x="212275" y="128363"/>
                  </a:lnTo>
                  <a:lnTo>
                    <a:pt x="211948" y="130220"/>
                  </a:lnTo>
                  <a:lnTo>
                    <a:pt x="211825" y="131686"/>
                  </a:lnTo>
                  <a:lnTo>
                    <a:pt x="211213" y="132370"/>
                  </a:lnTo>
                  <a:lnTo>
                    <a:pt x="210724" y="132859"/>
                  </a:lnTo>
                  <a:lnTo>
                    <a:pt x="210806" y="134716"/>
                  </a:lnTo>
                  <a:lnTo>
                    <a:pt x="211050" y="136280"/>
                  </a:lnTo>
                  <a:lnTo>
                    <a:pt x="211336" y="138136"/>
                  </a:lnTo>
                  <a:lnTo>
                    <a:pt x="211009" y="139407"/>
                  </a:lnTo>
                  <a:lnTo>
                    <a:pt x="210806" y="140873"/>
                  </a:lnTo>
                  <a:lnTo>
                    <a:pt x="210356" y="143219"/>
                  </a:lnTo>
                  <a:lnTo>
                    <a:pt x="210478" y="145172"/>
                  </a:lnTo>
                  <a:lnTo>
                    <a:pt x="209989" y="146834"/>
                  </a:lnTo>
                  <a:lnTo>
                    <a:pt x="209376" y="148300"/>
                  </a:lnTo>
                  <a:lnTo>
                    <a:pt x="208969" y="149473"/>
                  </a:lnTo>
                  <a:lnTo>
                    <a:pt x="208887" y="151134"/>
                  </a:lnTo>
                  <a:lnTo>
                    <a:pt x="208438" y="151721"/>
                  </a:lnTo>
                  <a:lnTo>
                    <a:pt x="207581" y="153089"/>
                  </a:lnTo>
                  <a:lnTo>
                    <a:pt x="207051" y="154066"/>
                  </a:lnTo>
                  <a:lnTo>
                    <a:pt x="206274" y="154359"/>
                  </a:lnTo>
                  <a:lnTo>
                    <a:pt x="206112" y="155141"/>
                  </a:lnTo>
                  <a:lnTo>
                    <a:pt x="206234" y="155923"/>
                  </a:lnTo>
                  <a:lnTo>
                    <a:pt x="206560" y="156412"/>
                  </a:lnTo>
                  <a:lnTo>
                    <a:pt x="207070" y="158103"/>
                  </a:lnTo>
                  <a:lnTo>
                    <a:pt x="208126" y="161016"/>
                  </a:lnTo>
                  <a:lnTo>
                    <a:pt x="205080" y="161378"/>
                  </a:lnTo>
                  <a:lnTo>
                    <a:pt x="204186" y="163965"/>
                  </a:lnTo>
                  <a:lnTo>
                    <a:pt x="203144" y="167654"/>
                  </a:lnTo>
                  <a:lnTo>
                    <a:pt x="203654" y="175124"/>
                  </a:lnTo>
                  <a:lnTo>
                    <a:pt x="203146" y="178967"/>
                  </a:lnTo>
                  <a:lnTo>
                    <a:pt x="203453" y="181124"/>
                  </a:lnTo>
                  <a:lnTo>
                    <a:pt x="204231" y="182619"/>
                  </a:lnTo>
                  <a:lnTo>
                    <a:pt x="205227" y="183444"/>
                  </a:lnTo>
                  <a:lnTo>
                    <a:pt x="207101" y="183495"/>
                  </a:lnTo>
                  <a:lnTo>
                    <a:pt x="208341" y="184078"/>
                  </a:lnTo>
                  <a:lnTo>
                    <a:pt x="208465" y="185075"/>
                  </a:lnTo>
                  <a:lnTo>
                    <a:pt x="207753" y="186522"/>
                  </a:lnTo>
                  <a:lnTo>
                    <a:pt x="206613" y="189253"/>
                  </a:lnTo>
                  <a:lnTo>
                    <a:pt x="206011" y="190444"/>
                  </a:lnTo>
                  <a:lnTo>
                    <a:pt x="204067" y="195931"/>
                  </a:lnTo>
                  <a:lnTo>
                    <a:pt x="204084" y="198267"/>
                  </a:lnTo>
                  <a:lnTo>
                    <a:pt x="204264" y="200155"/>
                  </a:lnTo>
                  <a:lnTo>
                    <a:pt x="205103" y="206080"/>
                  </a:lnTo>
                  <a:lnTo>
                    <a:pt x="205917" y="211823"/>
                  </a:lnTo>
                  <a:lnTo>
                    <a:pt x="207383" y="222183"/>
                  </a:lnTo>
                  <a:lnTo>
                    <a:pt x="207358" y="224590"/>
                  </a:lnTo>
                  <a:lnTo>
                    <a:pt x="206897" y="229934"/>
                  </a:lnTo>
                  <a:lnTo>
                    <a:pt x="206867" y="233182"/>
                  </a:lnTo>
                  <a:lnTo>
                    <a:pt x="207075" y="237399"/>
                  </a:lnTo>
                  <a:lnTo>
                    <a:pt x="206918" y="239582"/>
                  </a:lnTo>
                  <a:lnTo>
                    <a:pt x="207277" y="244470"/>
                  </a:lnTo>
                  <a:lnTo>
                    <a:pt x="207689" y="244822"/>
                  </a:lnTo>
                  <a:lnTo>
                    <a:pt x="210856" y="245772"/>
                  </a:lnTo>
                  <a:lnTo>
                    <a:pt x="213765" y="246643"/>
                  </a:lnTo>
                  <a:lnTo>
                    <a:pt x="217636" y="247802"/>
                  </a:lnTo>
                  <a:lnTo>
                    <a:pt x="218807" y="250671"/>
                  </a:lnTo>
                  <a:lnTo>
                    <a:pt x="219537" y="256958"/>
                  </a:lnTo>
                  <a:lnTo>
                    <a:pt x="219495" y="261664"/>
                  </a:lnTo>
                  <a:lnTo>
                    <a:pt x="219166" y="264068"/>
                  </a:lnTo>
                  <a:lnTo>
                    <a:pt x="216393" y="270940"/>
                  </a:lnTo>
                  <a:lnTo>
                    <a:pt x="213582" y="277903"/>
                  </a:lnTo>
                  <a:lnTo>
                    <a:pt x="210774" y="284856"/>
                  </a:lnTo>
                  <a:lnTo>
                    <a:pt x="207557" y="292827"/>
                  </a:lnTo>
                  <a:lnTo>
                    <a:pt x="209911" y="298596"/>
                  </a:lnTo>
                  <a:lnTo>
                    <a:pt x="211367" y="302163"/>
                  </a:lnTo>
                  <a:lnTo>
                    <a:pt x="213418" y="307190"/>
                  </a:lnTo>
                  <a:lnTo>
                    <a:pt x="213678" y="308396"/>
                  </a:lnTo>
                  <a:lnTo>
                    <a:pt x="213659" y="310370"/>
                  </a:lnTo>
                  <a:lnTo>
                    <a:pt x="215766" y="318021"/>
                  </a:lnTo>
                  <a:lnTo>
                    <a:pt x="216508" y="322015"/>
                  </a:lnTo>
                  <a:lnTo>
                    <a:pt x="217178" y="324358"/>
                  </a:lnTo>
                  <a:lnTo>
                    <a:pt x="218843" y="328020"/>
                  </a:lnTo>
                  <a:lnTo>
                    <a:pt x="220470" y="331600"/>
                  </a:lnTo>
                  <a:lnTo>
                    <a:pt x="222237" y="333240"/>
                  </a:lnTo>
                  <a:lnTo>
                    <a:pt x="223441" y="333601"/>
                  </a:lnTo>
                  <a:lnTo>
                    <a:pt x="226186" y="335494"/>
                  </a:lnTo>
                  <a:lnTo>
                    <a:pt x="227183" y="336997"/>
                  </a:lnTo>
                  <a:lnTo>
                    <a:pt x="228796" y="340800"/>
                  </a:lnTo>
                  <a:lnTo>
                    <a:pt x="230684" y="340280"/>
                  </a:lnTo>
                  <a:lnTo>
                    <a:pt x="231077" y="340277"/>
                  </a:lnTo>
                  <a:lnTo>
                    <a:pt x="231183" y="340552"/>
                  </a:lnTo>
                  <a:lnTo>
                    <a:pt x="231239" y="341779"/>
                  </a:lnTo>
                  <a:lnTo>
                    <a:pt x="230958" y="347688"/>
                  </a:lnTo>
                  <a:lnTo>
                    <a:pt x="231483" y="353643"/>
                  </a:lnTo>
                  <a:lnTo>
                    <a:pt x="231849" y="362612"/>
                  </a:lnTo>
                  <a:lnTo>
                    <a:pt x="231712" y="364163"/>
                  </a:lnTo>
                  <a:lnTo>
                    <a:pt x="231260" y="366757"/>
                  </a:lnTo>
                  <a:lnTo>
                    <a:pt x="231239" y="368428"/>
                  </a:lnTo>
                  <a:lnTo>
                    <a:pt x="231118" y="369449"/>
                  </a:lnTo>
                  <a:lnTo>
                    <a:pt x="231245" y="369905"/>
                  </a:lnTo>
                  <a:lnTo>
                    <a:pt x="231845" y="370518"/>
                  </a:lnTo>
                  <a:lnTo>
                    <a:pt x="233126" y="370844"/>
                  </a:lnTo>
                  <a:lnTo>
                    <a:pt x="236227" y="369837"/>
                  </a:lnTo>
                  <a:lnTo>
                    <a:pt x="236589" y="370090"/>
                  </a:lnTo>
                  <a:lnTo>
                    <a:pt x="237331" y="371155"/>
                  </a:lnTo>
                  <a:lnTo>
                    <a:pt x="237890" y="372822"/>
                  </a:lnTo>
                  <a:lnTo>
                    <a:pt x="237935" y="373617"/>
                  </a:lnTo>
                  <a:lnTo>
                    <a:pt x="237157" y="375003"/>
                  </a:lnTo>
                  <a:lnTo>
                    <a:pt x="237025" y="377353"/>
                  </a:lnTo>
                  <a:lnTo>
                    <a:pt x="237259" y="380866"/>
                  </a:lnTo>
                  <a:lnTo>
                    <a:pt x="237151" y="381295"/>
                  </a:lnTo>
                  <a:lnTo>
                    <a:pt x="236466" y="382097"/>
                  </a:lnTo>
                  <a:lnTo>
                    <a:pt x="236243" y="387180"/>
                  </a:lnTo>
                  <a:lnTo>
                    <a:pt x="236117" y="387647"/>
                  </a:lnTo>
                  <a:lnTo>
                    <a:pt x="235316" y="388163"/>
                  </a:lnTo>
                  <a:lnTo>
                    <a:pt x="231536" y="387821"/>
                  </a:lnTo>
                  <a:lnTo>
                    <a:pt x="231104" y="387961"/>
                  </a:lnTo>
                  <a:lnTo>
                    <a:pt x="229683" y="389305"/>
                  </a:lnTo>
                  <a:lnTo>
                    <a:pt x="227250" y="390269"/>
                  </a:lnTo>
                  <a:lnTo>
                    <a:pt x="226581" y="390813"/>
                  </a:lnTo>
                  <a:lnTo>
                    <a:pt x="225683" y="392342"/>
                  </a:lnTo>
                  <a:lnTo>
                    <a:pt x="225034" y="394215"/>
                  </a:lnTo>
                  <a:lnTo>
                    <a:pt x="224910" y="395937"/>
                  </a:lnTo>
                  <a:lnTo>
                    <a:pt x="224783" y="396297"/>
                  </a:lnTo>
                  <a:lnTo>
                    <a:pt x="223384" y="395944"/>
                  </a:lnTo>
                  <a:lnTo>
                    <a:pt x="222928" y="397443"/>
                  </a:lnTo>
                  <a:lnTo>
                    <a:pt x="220223" y="399684"/>
                  </a:lnTo>
                  <a:lnTo>
                    <a:pt x="219884" y="400171"/>
                  </a:lnTo>
                  <a:lnTo>
                    <a:pt x="219484" y="401963"/>
                  </a:lnTo>
                  <a:lnTo>
                    <a:pt x="219124" y="406970"/>
                  </a:lnTo>
                  <a:lnTo>
                    <a:pt x="218799" y="411476"/>
                  </a:lnTo>
                  <a:lnTo>
                    <a:pt x="218593" y="412134"/>
                  </a:lnTo>
                  <a:lnTo>
                    <a:pt x="217741" y="413673"/>
                  </a:lnTo>
                  <a:lnTo>
                    <a:pt x="217656" y="414197"/>
                  </a:lnTo>
                  <a:lnTo>
                    <a:pt x="217774" y="415937"/>
                  </a:lnTo>
                  <a:lnTo>
                    <a:pt x="217389" y="419121"/>
                  </a:lnTo>
                  <a:lnTo>
                    <a:pt x="217084" y="427941"/>
                  </a:lnTo>
                  <a:lnTo>
                    <a:pt x="216744" y="430417"/>
                  </a:lnTo>
                  <a:lnTo>
                    <a:pt x="216068" y="430619"/>
                  </a:lnTo>
                  <a:lnTo>
                    <a:pt x="215540" y="431856"/>
                  </a:lnTo>
                  <a:lnTo>
                    <a:pt x="214576" y="433379"/>
                  </a:lnTo>
                  <a:lnTo>
                    <a:pt x="212488" y="432201"/>
                  </a:lnTo>
                  <a:lnTo>
                    <a:pt x="210830" y="430963"/>
                  </a:lnTo>
                  <a:lnTo>
                    <a:pt x="205342" y="428057"/>
                  </a:lnTo>
                  <a:lnTo>
                    <a:pt x="204740" y="426650"/>
                  </a:lnTo>
                  <a:lnTo>
                    <a:pt x="204399" y="424177"/>
                  </a:lnTo>
                  <a:lnTo>
                    <a:pt x="203450" y="423481"/>
                  </a:lnTo>
                  <a:lnTo>
                    <a:pt x="202088" y="427190"/>
                  </a:lnTo>
                  <a:lnTo>
                    <a:pt x="197455" y="425046"/>
                  </a:lnTo>
                  <a:lnTo>
                    <a:pt x="195880" y="425705"/>
                  </a:lnTo>
                  <a:lnTo>
                    <a:pt x="194908" y="424551"/>
                  </a:lnTo>
                  <a:lnTo>
                    <a:pt x="192411" y="424480"/>
                  </a:lnTo>
                  <a:lnTo>
                    <a:pt x="190438" y="422168"/>
                  </a:lnTo>
                  <a:lnTo>
                    <a:pt x="187614" y="423757"/>
                  </a:lnTo>
                  <a:lnTo>
                    <a:pt x="185379" y="424066"/>
                  </a:lnTo>
                  <a:lnTo>
                    <a:pt x="182316" y="420009"/>
                  </a:lnTo>
                  <a:lnTo>
                    <a:pt x="179021" y="418890"/>
                  </a:lnTo>
                  <a:lnTo>
                    <a:pt x="176348" y="419232"/>
                  </a:lnTo>
                  <a:lnTo>
                    <a:pt x="174974" y="418915"/>
                  </a:lnTo>
                  <a:lnTo>
                    <a:pt x="172746" y="417461"/>
                  </a:lnTo>
                  <a:lnTo>
                    <a:pt x="171688" y="415959"/>
                  </a:lnTo>
                  <a:lnTo>
                    <a:pt x="169954" y="417100"/>
                  </a:lnTo>
                  <a:lnTo>
                    <a:pt x="169170" y="414976"/>
                  </a:lnTo>
                  <a:lnTo>
                    <a:pt x="164259" y="413007"/>
                  </a:lnTo>
                  <a:lnTo>
                    <a:pt x="163350" y="409245"/>
                  </a:lnTo>
                  <a:lnTo>
                    <a:pt x="162667" y="405748"/>
                  </a:lnTo>
                  <a:lnTo>
                    <a:pt x="162615" y="402154"/>
                  </a:lnTo>
                  <a:lnTo>
                    <a:pt x="161417" y="395872"/>
                  </a:lnTo>
                  <a:lnTo>
                    <a:pt x="161018" y="386751"/>
                  </a:lnTo>
                  <a:lnTo>
                    <a:pt x="160575" y="383188"/>
                  </a:lnTo>
                  <a:lnTo>
                    <a:pt x="159911" y="380091"/>
                  </a:lnTo>
                  <a:lnTo>
                    <a:pt x="159025" y="377458"/>
                  </a:lnTo>
                  <a:lnTo>
                    <a:pt x="157821" y="374639"/>
                  </a:lnTo>
                  <a:lnTo>
                    <a:pt x="156775" y="373525"/>
                  </a:lnTo>
                  <a:lnTo>
                    <a:pt x="152185" y="371381"/>
                  </a:lnTo>
                  <a:lnTo>
                    <a:pt x="151300" y="371665"/>
                  </a:lnTo>
                  <a:lnTo>
                    <a:pt x="149247" y="373069"/>
                  </a:lnTo>
                  <a:lnTo>
                    <a:pt x="147064" y="376187"/>
                  </a:lnTo>
                  <a:lnTo>
                    <a:pt x="143475" y="377962"/>
                  </a:lnTo>
                  <a:lnTo>
                    <a:pt x="142751" y="379304"/>
                  </a:lnTo>
                  <a:lnTo>
                    <a:pt x="141850" y="382323"/>
                  </a:lnTo>
                  <a:lnTo>
                    <a:pt x="140683" y="384078"/>
                  </a:lnTo>
                  <a:lnTo>
                    <a:pt x="139080" y="383623"/>
                  </a:lnTo>
                  <a:lnTo>
                    <a:pt x="137358" y="385413"/>
                  </a:lnTo>
                  <a:lnTo>
                    <a:pt x="134165" y="390398"/>
                  </a:lnTo>
                  <a:lnTo>
                    <a:pt x="132480" y="391923"/>
                  </a:lnTo>
                  <a:lnTo>
                    <a:pt x="131069" y="391809"/>
                  </a:lnTo>
                  <a:lnTo>
                    <a:pt x="129553" y="389438"/>
                  </a:lnTo>
                  <a:lnTo>
                    <a:pt x="126160" y="386262"/>
                  </a:lnTo>
                  <a:lnTo>
                    <a:pt x="123966" y="385206"/>
                  </a:lnTo>
                  <a:lnTo>
                    <a:pt x="120921" y="385935"/>
                  </a:lnTo>
                  <a:lnTo>
                    <a:pt x="119480" y="385407"/>
                  </a:lnTo>
                  <a:lnTo>
                    <a:pt x="117029" y="381678"/>
                  </a:lnTo>
                  <a:lnTo>
                    <a:pt x="116385" y="378975"/>
                  </a:lnTo>
                  <a:lnTo>
                    <a:pt x="114988" y="377165"/>
                  </a:lnTo>
                  <a:lnTo>
                    <a:pt x="110555" y="373104"/>
                  </a:lnTo>
                  <a:lnTo>
                    <a:pt x="106965" y="367742"/>
                  </a:lnTo>
                  <a:lnTo>
                    <a:pt x="106306" y="365715"/>
                  </a:lnTo>
                  <a:lnTo>
                    <a:pt x="105868" y="362720"/>
                  </a:lnTo>
                  <a:lnTo>
                    <a:pt x="104304" y="359081"/>
                  </a:lnTo>
                  <a:lnTo>
                    <a:pt x="100799" y="356103"/>
                  </a:lnTo>
                  <a:lnTo>
                    <a:pt x="98811" y="352937"/>
                  </a:lnTo>
                  <a:lnTo>
                    <a:pt x="96481" y="352233"/>
                  </a:lnTo>
                  <a:lnTo>
                    <a:pt x="94314" y="352330"/>
                  </a:lnTo>
                  <a:lnTo>
                    <a:pt x="93360" y="351762"/>
                  </a:lnTo>
                  <a:lnTo>
                    <a:pt x="92490" y="350408"/>
                  </a:lnTo>
                  <a:lnTo>
                    <a:pt x="89533" y="343868"/>
                  </a:lnTo>
                  <a:lnTo>
                    <a:pt x="89498" y="341282"/>
                  </a:lnTo>
                  <a:lnTo>
                    <a:pt x="87676" y="334891"/>
                  </a:lnTo>
                  <a:lnTo>
                    <a:pt x="87249" y="332617"/>
                  </a:lnTo>
                  <a:lnTo>
                    <a:pt x="86857" y="326293"/>
                  </a:lnTo>
                  <a:lnTo>
                    <a:pt x="86353" y="324639"/>
                  </a:lnTo>
                  <a:lnTo>
                    <a:pt x="84450" y="322037"/>
                  </a:lnTo>
                  <a:lnTo>
                    <a:pt x="84154" y="320333"/>
                  </a:lnTo>
                  <a:lnTo>
                    <a:pt x="84559" y="318070"/>
                  </a:lnTo>
                  <a:lnTo>
                    <a:pt x="84559" y="316347"/>
                  </a:lnTo>
                  <a:lnTo>
                    <a:pt x="83568" y="314730"/>
                  </a:lnTo>
                  <a:lnTo>
                    <a:pt x="82083" y="313869"/>
                  </a:lnTo>
                  <a:lnTo>
                    <a:pt x="81724" y="311930"/>
                  </a:lnTo>
                  <a:lnTo>
                    <a:pt x="81994" y="308158"/>
                  </a:lnTo>
                  <a:lnTo>
                    <a:pt x="81768" y="305787"/>
                  </a:lnTo>
                  <a:lnTo>
                    <a:pt x="80459" y="302007"/>
                  </a:lnTo>
                  <a:lnTo>
                    <a:pt x="78526" y="298135"/>
                  </a:lnTo>
                  <a:lnTo>
                    <a:pt x="76592" y="292407"/>
                  </a:lnTo>
                  <a:lnTo>
                    <a:pt x="75836" y="290978"/>
                  </a:lnTo>
                  <a:lnTo>
                    <a:pt x="75342" y="287230"/>
                  </a:lnTo>
                  <a:lnTo>
                    <a:pt x="74635" y="282784"/>
                  </a:lnTo>
                  <a:lnTo>
                    <a:pt x="73543" y="282464"/>
                  </a:lnTo>
                  <a:lnTo>
                    <a:pt x="68259" y="287795"/>
                  </a:lnTo>
                  <a:lnTo>
                    <a:pt x="66718" y="284796"/>
                  </a:lnTo>
                  <a:lnTo>
                    <a:pt x="62082" y="279581"/>
                  </a:lnTo>
                  <a:lnTo>
                    <a:pt x="61759" y="278798"/>
                  </a:lnTo>
                  <a:lnTo>
                    <a:pt x="61436" y="277602"/>
                  </a:lnTo>
                  <a:lnTo>
                    <a:pt x="62017" y="276912"/>
                  </a:lnTo>
                  <a:lnTo>
                    <a:pt x="62599" y="276631"/>
                  </a:lnTo>
                  <a:lnTo>
                    <a:pt x="63760" y="277559"/>
                  </a:lnTo>
                  <a:lnTo>
                    <a:pt x="64463" y="276462"/>
                  </a:lnTo>
                  <a:lnTo>
                    <a:pt x="64182" y="274695"/>
                  </a:lnTo>
                  <a:lnTo>
                    <a:pt x="63021" y="273598"/>
                  </a:lnTo>
                  <a:lnTo>
                    <a:pt x="61436" y="273683"/>
                  </a:lnTo>
                  <a:lnTo>
                    <a:pt x="61870" y="275339"/>
                  </a:lnTo>
                  <a:lnTo>
                    <a:pt x="60385" y="276912"/>
                  </a:lnTo>
                  <a:lnTo>
                    <a:pt x="60069" y="278970"/>
                  </a:lnTo>
                  <a:lnTo>
                    <a:pt x="60285" y="281516"/>
                  </a:lnTo>
                  <a:lnTo>
                    <a:pt x="60414" y="285079"/>
                  </a:lnTo>
                  <a:lnTo>
                    <a:pt x="59809" y="286807"/>
                  </a:lnTo>
                  <a:lnTo>
                    <a:pt x="59344" y="287602"/>
                  </a:lnTo>
                  <a:lnTo>
                    <a:pt x="57351" y="287814"/>
                  </a:lnTo>
                  <a:lnTo>
                    <a:pt x="56420" y="289388"/>
                  </a:lnTo>
                  <a:lnTo>
                    <a:pt x="55815" y="289763"/>
                  </a:lnTo>
                  <a:lnTo>
                    <a:pt x="54977" y="288538"/>
                  </a:lnTo>
                  <a:lnTo>
                    <a:pt x="54434" y="287540"/>
                  </a:lnTo>
                  <a:lnTo>
                    <a:pt x="53991" y="285412"/>
                  </a:lnTo>
                  <a:lnTo>
                    <a:pt x="53855" y="283927"/>
                  </a:lnTo>
                  <a:lnTo>
                    <a:pt x="54025" y="283086"/>
                  </a:lnTo>
                  <a:lnTo>
                    <a:pt x="53793" y="281850"/>
                  </a:lnTo>
                  <a:lnTo>
                    <a:pt x="53157" y="280216"/>
                  </a:lnTo>
                  <a:lnTo>
                    <a:pt x="52514" y="279319"/>
                  </a:lnTo>
                  <a:lnTo>
                    <a:pt x="51863" y="279156"/>
                  </a:lnTo>
                  <a:lnTo>
                    <a:pt x="51323" y="278160"/>
                  </a:lnTo>
                  <a:lnTo>
                    <a:pt x="50893" y="276334"/>
                  </a:lnTo>
                  <a:lnTo>
                    <a:pt x="49888" y="275127"/>
                  </a:lnTo>
                  <a:lnTo>
                    <a:pt x="49256" y="274892"/>
                  </a:lnTo>
                  <a:lnTo>
                    <a:pt x="49238" y="269254"/>
                  </a:lnTo>
                  <a:lnTo>
                    <a:pt x="49220" y="264313"/>
                  </a:lnTo>
                  <a:lnTo>
                    <a:pt x="49203" y="259404"/>
                  </a:lnTo>
                  <a:lnTo>
                    <a:pt x="47052" y="259207"/>
                  </a:lnTo>
                  <a:lnTo>
                    <a:pt x="45117" y="259031"/>
                  </a:lnTo>
                  <a:lnTo>
                    <a:pt x="45117" y="254921"/>
                  </a:lnTo>
                  <a:lnTo>
                    <a:pt x="45117" y="247265"/>
                  </a:lnTo>
                  <a:lnTo>
                    <a:pt x="46035" y="241332"/>
                  </a:lnTo>
                  <a:lnTo>
                    <a:pt x="46974" y="235627"/>
                  </a:lnTo>
                  <a:lnTo>
                    <a:pt x="45550" y="231431"/>
                  </a:lnTo>
                  <a:lnTo>
                    <a:pt x="44031" y="226953"/>
                  </a:lnTo>
                  <a:lnTo>
                    <a:pt x="43049" y="225096"/>
                  </a:lnTo>
                  <a:lnTo>
                    <a:pt x="41892" y="219504"/>
                  </a:lnTo>
                  <a:lnTo>
                    <a:pt x="41314" y="217032"/>
                  </a:lnTo>
                  <a:lnTo>
                    <a:pt x="40802" y="216093"/>
                  </a:lnTo>
                  <a:lnTo>
                    <a:pt x="40251" y="215546"/>
                  </a:lnTo>
                  <a:lnTo>
                    <a:pt x="38230" y="215765"/>
                  </a:lnTo>
                  <a:lnTo>
                    <a:pt x="36344" y="212757"/>
                  </a:lnTo>
                  <a:lnTo>
                    <a:pt x="34129" y="209223"/>
                  </a:lnTo>
                  <a:lnTo>
                    <a:pt x="31425" y="204911"/>
                  </a:lnTo>
                  <a:lnTo>
                    <a:pt x="29045" y="202094"/>
                  </a:lnTo>
                  <a:lnTo>
                    <a:pt x="28073" y="201474"/>
                  </a:lnTo>
                  <a:lnTo>
                    <a:pt x="25784" y="201255"/>
                  </a:lnTo>
                  <a:lnTo>
                    <a:pt x="25541" y="200717"/>
                  </a:lnTo>
                  <a:lnTo>
                    <a:pt x="25385" y="199170"/>
                  </a:lnTo>
                  <a:lnTo>
                    <a:pt x="25389" y="197447"/>
                  </a:lnTo>
                  <a:lnTo>
                    <a:pt x="26134" y="194850"/>
                  </a:lnTo>
                  <a:lnTo>
                    <a:pt x="26193" y="193218"/>
                  </a:lnTo>
                  <a:lnTo>
                    <a:pt x="24638" y="187720"/>
                  </a:lnTo>
                  <a:lnTo>
                    <a:pt x="24159" y="186112"/>
                  </a:lnTo>
                  <a:lnTo>
                    <a:pt x="22828" y="185466"/>
                  </a:lnTo>
                  <a:lnTo>
                    <a:pt x="23093" y="183880"/>
                  </a:lnTo>
                  <a:lnTo>
                    <a:pt x="23093" y="182820"/>
                  </a:lnTo>
                  <a:lnTo>
                    <a:pt x="22904" y="181986"/>
                  </a:lnTo>
                  <a:lnTo>
                    <a:pt x="22597" y="181585"/>
                  </a:lnTo>
                  <a:lnTo>
                    <a:pt x="22206" y="181541"/>
                  </a:lnTo>
                  <a:lnTo>
                    <a:pt x="21163" y="182191"/>
                  </a:lnTo>
                  <a:lnTo>
                    <a:pt x="20366" y="179713"/>
                  </a:lnTo>
                  <a:lnTo>
                    <a:pt x="17892" y="172657"/>
                  </a:lnTo>
                  <a:lnTo>
                    <a:pt x="17099" y="171800"/>
                  </a:lnTo>
                  <a:lnTo>
                    <a:pt x="16952" y="171316"/>
                  </a:lnTo>
                  <a:lnTo>
                    <a:pt x="17557" y="169153"/>
                  </a:lnTo>
                  <a:lnTo>
                    <a:pt x="18576" y="165947"/>
                  </a:lnTo>
                  <a:lnTo>
                    <a:pt x="18750" y="164086"/>
                  </a:lnTo>
                  <a:lnTo>
                    <a:pt x="18554" y="162043"/>
                  </a:lnTo>
                  <a:lnTo>
                    <a:pt x="17452" y="158188"/>
                  </a:lnTo>
                  <a:lnTo>
                    <a:pt x="17721" y="156556"/>
                  </a:lnTo>
                  <a:lnTo>
                    <a:pt x="18195" y="154679"/>
                  </a:lnTo>
                  <a:lnTo>
                    <a:pt x="18232" y="153269"/>
                  </a:lnTo>
                  <a:lnTo>
                    <a:pt x="18973" y="153478"/>
                  </a:lnTo>
                  <a:lnTo>
                    <a:pt x="19919" y="153499"/>
                  </a:lnTo>
                  <a:lnTo>
                    <a:pt x="20216" y="152350"/>
                  </a:lnTo>
                  <a:lnTo>
                    <a:pt x="20197" y="148329"/>
                  </a:lnTo>
                  <a:lnTo>
                    <a:pt x="20420" y="146862"/>
                  </a:lnTo>
                  <a:lnTo>
                    <a:pt x="23416" y="140063"/>
                  </a:lnTo>
                  <a:lnTo>
                    <a:pt x="24908" y="138537"/>
                  </a:lnTo>
                  <a:lnTo>
                    <a:pt x="26043" y="137134"/>
                  </a:lnTo>
                  <a:lnTo>
                    <a:pt x="26301" y="135093"/>
                  </a:lnTo>
                  <a:lnTo>
                    <a:pt x="26067" y="134042"/>
                  </a:lnTo>
                  <a:lnTo>
                    <a:pt x="25846" y="132506"/>
                  </a:lnTo>
                  <a:lnTo>
                    <a:pt x="25776" y="131400"/>
                  </a:lnTo>
                  <a:lnTo>
                    <a:pt x="24524" y="128353"/>
                  </a:lnTo>
                  <a:lnTo>
                    <a:pt x="24089" y="126817"/>
                  </a:lnTo>
                  <a:lnTo>
                    <a:pt x="24036" y="125417"/>
                  </a:lnTo>
                  <a:lnTo>
                    <a:pt x="24331" y="122937"/>
                  </a:lnTo>
                  <a:lnTo>
                    <a:pt x="24854" y="121015"/>
                  </a:lnTo>
                  <a:lnTo>
                    <a:pt x="26625" y="119885"/>
                  </a:lnTo>
                  <a:lnTo>
                    <a:pt x="27632" y="118917"/>
                  </a:lnTo>
                  <a:lnTo>
                    <a:pt x="27766" y="118057"/>
                  </a:lnTo>
                  <a:lnTo>
                    <a:pt x="26459" y="116659"/>
                  </a:lnTo>
                  <a:lnTo>
                    <a:pt x="23669" y="116220"/>
                  </a:lnTo>
                  <a:lnTo>
                    <a:pt x="21633" y="116622"/>
                  </a:lnTo>
                  <a:lnTo>
                    <a:pt x="20980" y="116183"/>
                  </a:lnTo>
                  <a:lnTo>
                    <a:pt x="20012" y="113473"/>
                  </a:lnTo>
                  <a:lnTo>
                    <a:pt x="18983" y="112030"/>
                  </a:lnTo>
                  <a:lnTo>
                    <a:pt x="18022" y="111104"/>
                  </a:lnTo>
                  <a:lnTo>
                    <a:pt x="17084" y="111274"/>
                  </a:lnTo>
                  <a:lnTo>
                    <a:pt x="16515" y="110904"/>
                  </a:lnTo>
                  <a:lnTo>
                    <a:pt x="16382" y="109742"/>
                  </a:lnTo>
                  <a:lnTo>
                    <a:pt x="15028" y="100839"/>
                  </a:lnTo>
                  <a:lnTo>
                    <a:pt x="14601" y="99621"/>
                  </a:lnTo>
                  <a:lnTo>
                    <a:pt x="13969" y="99319"/>
                  </a:lnTo>
                  <a:lnTo>
                    <a:pt x="13440" y="99263"/>
                  </a:lnTo>
                  <a:lnTo>
                    <a:pt x="13086" y="98650"/>
                  </a:lnTo>
                  <a:lnTo>
                    <a:pt x="12708" y="97420"/>
                  </a:lnTo>
                  <a:lnTo>
                    <a:pt x="12436" y="95812"/>
                  </a:lnTo>
                  <a:lnTo>
                    <a:pt x="12415" y="93699"/>
                  </a:lnTo>
                  <a:lnTo>
                    <a:pt x="12472" y="91887"/>
                  </a:lnTo>
                  <a:lnTo>
                    <a:pt x="12290" y="90720"/>
                  </a:lnTo>
                  <a:lnTo>
                    <a:pt x="11824" y="89559"/>
                  </a:lnTo>
                  <a:lnTo>
                    <a:pt x="11162" y="88725"/>
                  </a:lnTo>
                  <a:lnTo>
                    <a:pt x="10582" y="87738"/>
                  </a:lnTo>
                  <a:lnTo>
                    <a:pt x="9565" y="79920"/>
                  </a:lnTo>
                  <a:lnTo>
                    <a:pt x="9158" y="77818"/>
                  </a:lnTo>
                  <a:lnTo>
                    <a:pt x="9154" y="77599"/>
                  </a:lnTo>
                  <a:lnTo>
                    <a:pt x="9174" y="77188"/>
                  </a:lnTo>
                  <a:lnTo>
                    <a:pt x="9070" y="75393"/>
                  </a:lnTo>
                  <a:lnTo>
                    <a:pt x="9545" y="73836"/>
                  </a:lnTo>
                  <a:lnTo>
                    <a:pt x="9512" y="73227"/>
                  </a:lnTo>
                  <a:lnTo>
                    <a:pt x="8537" y="71255"/>
                  </a:lnTo>
                  <a:lnTo>
                    <a:pt x="7167" y="69287"/>
                  </a:lnTo>
                  <a:lnTo>
                    <a:pt x="6796" y="68942"/>
                  </a:lnTo>
                  <a:lnTo>
                    <a:pt x="6785" y="66844"/>
                  </a:lnTo>
                  <a:lnTo>
                    <a:pt x="6835" y="65254"/>
                  </a:lnTo>
                  <a:lnTo>
                    <a:pt x="6712" y="63823"/>
                  </a:lnTo>
                  <a:lnTo>
                    <a:pt x="6451" y="63005"/>
                  </a:lnTo>
                  <a:lnTo>
                    <a:pt x="6442" y="62360"/>
                  </a:lnTo>
                  <a:lnTo>
                    <a:pt x="6992" y="60817"/>
                  </a:lnTo>
                  <a:lnTo>
                    <a:pt x="6638" y="59805"/>
                  </a:lnTo>
                  <a:lnTo>
                    <a:pt x="4621" y="57304"/>
                  </a:lnTo>
                  <a:lnTo>
                    <a:pt x="3862" y="56047"/>
                  </a:lnTo>
                  <a:lnTo>
                    <a:pt x="2464" y="55799"/>
                  </a:lnTo>
                  <a:lnTo>
                    <a:pt x="2320" y="54976"/>
                  </a:lnTo>
                  <a:lnTo>
                    <a:pt x="2537" y="53228"/>
                  </a:lnTo>
                  <a:lnTo>
                    <a:pt x="3019" y="51112"/>
                  </a:lnTo>
                  <a:lnTo>
                    <a:pt x="3777" y="49030"/>
                  </a:lnTo>
                  <a:lnTo>
                    <a:pt x="4018" y="47930"/>
                  </a:lnTo>
                  <a:lnTo>
                    <a:pt x="4312" y="46062"/>
                  </a:lnTo>
                  <a:lnTo>
                    <a:pt x="4412" y="44736"/>
                  </a:lnTo>
                  <a:lnTo>
                    <a:pt x="5261" y="42869"/>
                  </a:lnTo>
                  <a:lnTo>
                    <a:pt x="5264" y="42382"/>
                  </a:lnTo>
                  <a:lnTo>
                    <a:pt x="5029" y="41716"/>
                  </a:lnTo>
                  <a:lnTo>
                    <a:pt x="4350" y="41338"/>
                  </a:lnTo>
                  <a:lnTo>
                    <a:pt x="3657" y="41186"/>
                  </a:lnTo>
                  <a:lnTo>
                    <a:pt x="3397" y="40845"/>
                  </a:lnTo>
                  <a:lnTo>
                    <a:pt x="3301" y="39845"/>
                  </a:lnTo>
                  <a:lnTo>
                    <a:pt x="3388" y="35776"/>
                  </a:lnTo>
                  <a:lnTo>
                    <a:pt x="3170" y="33327"/>
                  </a:lnTo>
                  <a:lnTo>
                    <a:pt x="2884" y="31556"/>
                  </a:lnTo>
                  <a:lnTo>
                    <a:pt x="3065" y="27555"/>
                  </a:lnTo>
                  <a:lnTo>
                    <a:pt x="2581" y="26751"/>
                  </a:lnTo>
                  <a:lnTo>
                    <a:pt x="1820" y="24649"/>
                  </a:lnTo>
                  <a:lnTo>
                    <a:pt x="1496" y="22875"/>
                  </a:lnTo>
                  <a:lnTo>
                    <a:pt x="1672" y="22215"/>
                  </a:lnTo>
                  <a:lnTo>
                    <a:pt x="1834" y="21047"/>
                  </a:lnTo>
                  <a:lnTo>
                    <a:pt x="1941" y="19517"/>
                  </a:lnTo>
                  <a:lnTo>
                    <a:pt x="1909" y="18430"/>
                  </a:lnTo>
                  <a:lnTo>
                    <a:pt x="1209" y="17373"/>
                  </a:lnTo>
                  <a:lnTo>
                    <a:pt x="689" y="16259"/>
                  </a:lnTo>
                  <a:lnTo>
                    <a:pt x="630" y="15028"/>
                  </a:lnTo>
                  <a:lnTo>
                    <a:pt x="422" y="13525"/>
                  </a:lnTo>
                  <a:lnTo>
                    <a:pt x="130" y="12337"/>
                  </a:lnTo>
                  <a:lnTo>
                    <a:pt x="0" y="11557"/>
                  </a:lnTo>
                  <a:lnTo>
                    <a:pt x="255" y="11098"/>
                  </a:lnTo>
                  <a:lnTo>
                    <a:pt x="1243" y="10735"/>
                  </a:lnTo>
                  <a:lnTo>
                    <a:pt x="2680" y="10985"/>
                  </a:lnTo>
                  <a:lnTo>
                    <a:pt x="3852" y="11007"/>
                  </a:lnTo>
                  <a:lnTo>
                    <a:pt x="4517" y="10236"/>
                  </a:lnTo>
                  <a:lnTo>
                    <a:pt x="5339" y="3008"/>
                  </a:lnTo>
                  <a:lnTo>
                    <a:pt x="6089" y="1102"/>
                  </a:lnTo>
                  <a:lnTo>
                    <a:pt x="6957" y="0"/>
                  </a:lnTo>
                  <a:lnTo>
                    <a:pt x="8659" y="2565"/>
                  </a:lnTo>
                  <a:lnTo>
                    <a:pt x="9364" y="3471"/>
                  </a:lnTo>
                  <a:lnTo>
                    <a:pt x="9797" y="3490"/>
                  </a:lnTo>
                  <a:lnTo>
                    <a:pt x="10056" y="4120"/>
                  </a:lnTo>
                  <a:lnTo>
                    <a:pt x="12055" y="10195"/>
                  </a:lnTo>
                  <a:lnTo>
                    <a:pt x="12937" y="11987"/>
                  </a:lnTo>
                  <a:lnTo>
                    <a:pt x="13448" y="13503"/>
                  </a:lnTo>
                  <a:lnTo>
                    <a:pt x="13795" y="15195"/>
                  </a:lnTo>
                  <a:lnTo>
                    <a:pt x="14405" y="16338"/>
                  </a:lnTo>
                  <a:lnTo>
                    <a:pt x="15211" y="16957"/>
                  </a:lnTo>
                  <a:lnTo>
                    <a:pt x="16193" y="18598"/>
                  </a:lnTo>
                  <a:lnTo>
                    <a:pt x="16856" y="19876"/>
                  </a:lnTo>
                  <a:lnTo>
                    <a:pt x="17972" y="22525"/>
                  </a:lnTo>
                  <a:lnTo>
                    <a:pt x="19148" y="23513"/>
                  </a:lnTo>
                  <a:lnTo>
                    <a:pt x="23428" y="25431"/>
                  </a:lnTo>
                  <a:close/>
                </a:path>
              </a:pathLst>
            </a:custGeom>
            <a:solidFill>
              <a:srgbClr val="FFFBF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" name="pg851"/>
            <p:cNvSpPr/>
            <p:nvPr/>
          </p:nvSpPr>
          <p:spPr>
            <a:xfrm>
              <a:off x="3842479" y="2529767"/>
              <a:ext cx="120596" cy="245499"/>
            </a:xfrm>
            <a:custGeom>
              <a:avLst/>
              <a:pathLst>
                <a:path w="120596" h="245499">
                  <a:moveTo>
                    <a:pt x="73935" y="6779"/>
                  </a:moveTo>
                  <a:lnTo>
                    <a:pt x="73938" y="6999"/>
                  </a:lnTo>
                  <a:lnTo>
                    <a:pt x="74346" y="9101"/>
                  </a:lnTo>
                  <a:lnTo>
                    <a:pt x="75363" y="16918"/>
                  </a:lnTo>
                  <a:lnTo>
                    <a:pt x="75942" y="17905"/>
                  </a:lnTo>
                  <a:lnTo>
                    <a:pt x="76604" y="18739"/>
                  </a:lnTo>
                  <a:lnTo>
                    <a:pt x="77070" y="19900"/>
                  </a:lnTo>
                  <a:lnTo>
                    <a:pt x="77252" y="21068"/>
                  </a:lnTo>
                  <a:lnTo>
                    <a:pt x="77196" y="22880"/>
                  </a:lnTo>
                  <a:lnTo>
                    <a:pt x="77216" y="24992"/>
                  </a:lnTo>
                  <a:lnTo>
                    <a:pt x="77489" y="26601"/>
                  </a:lnTo>
                  <a:lnTo>
                    <a:pt x="77867" y="27830"/>
                  </a:lnTo>
                  <a:lnTo>
                    <a:pt x="78220" y="28443"/>
                  </a:lnTo>
                  <a:lnTo>
                    <a:pt x="78749" y="28500"/>
                  </a:lnTo>
                  <a:lnTo>
                    <a:pt x="79382" y="28801"/>
                  </a:lnTo>
                  <a:lnTo>
                    <a:pt x="79808" y="30019"/>
                  </a:lnTo>
                  <a:lnTo>
                    <a:pt x="81163" y="38923"/>
                  </a:lnTo>
                  <a:lnTo>
                    <a:pt x="81295" y="40084"/>
                  </a:lnTo>
                  <a:lnTo>
                    <a:pt x="81864" y="40455"/>
                  </a:lnTo>
                  <a:lnTo>
                    <a:pt x="82803" y="40285"/>
                  </a:lnTo>
                  <a:lnTo>
                    <a:pt x="83763" y="41211"/>
                  </a:lnTo>
                  <a:lnTo>
                    <a:pt x="84792" y="42654"/>
                  </a:lnTo>
                  <a:lnTo>
                    <a:pt x="85760" y="45363"/>
                  </a:lnTo>
                  <a:lnTo>
                    <a:pt x="86413" y="45802"/>
                  </a:lnTo>
                  <a:lnTo>
                    <a:pt x="88450" y="45401"/>
                  </a:lnTo>
                  <a:lnTo>
                    <a:pt x="91239" y="45839"/>
                  </a:lnTo>
                  <a:lnTo>
                    <a:pt x="92547" y="47238"/>
                  </a:lnTo>
                  <a:lnTo>
                    <a:pt x="92412" y="48098"/>
                  </a:lnTo>
                  <a:lnTo>
                    <a:pt x="91406" y="49066"/>
                  </a:lnTo>
                  <a:lnTo>
                    <a:pt x="89634" y="50195"/>
                  </a:lnTo>
                  <a:lnTo>
                    <a:pt x="89111" y="52117"/>
                  </a:lnTo>
                  <a:lnTo>
                    <a:pt x="88816" y="54597"/>
                  </a:lnTo>
                  <a:lnTo>
                    <a:pt x="88869" y="55997"/>
                  </a:lnTo>
                  <a:lnTo>
                    <a:pt x="89304" y="57534"/>
                  </a:lnTo>
                  <a:lnTo>
                    <a:pt x="90556" y="60581"/>
                  </a:lnTo>
                  <a:lnTo>
                    <a:pt x="90626" y="61686"/>
                  </a:lnTo>
                  <a:lnTo>
                    <a:pt x="90848" y="63223"/>
                  </a:lnTo>
                  <a:lnTo>
                    <a:pt x="91082" y="64273"/>
                  </a:lnTo>
                  <a:lnTo>
                    <a:pt x="90824" y="66315"/>
                  </a:lnTo>
                  <a:lnTo>
                    <a:pt x="89689" y="67717"/>
                  </a:lnTo>
                  <a:lnTo>
                    <a:pt x="88197" y="69244"/>
                  </a:lnTo>
                  <a:lnTo>
                    <a:pt x="85201" y="76042"/>
                  </a:lnTo>
                  <a:lnTo>
                    <a:pt x="84978" y="77509"/>
                  </a:lnTo>
                  <a:lnTo>
                    <a:pt x="84996" y="81531"/>
                  </a:lnTo>
                  <a:lnTo>
                    <a:pt x="84700" y="82679"/>
                  </a:lnTo>
                  <a:lnTo>
                    <a:pt x="83754" y="82659"/>
                  </a:lnTo>
                  <a:lnTo>
                    <a:pt x="83012" y="82450"/>
                  </a:lnTo>
                  <a:lnTo>
                    <a:pt x="82975" y="83859"/>
                  </a:lnTo>
                  <a:lnTo>
                    <a:pt x="82502" y="85736"/>
                  </a:lnTo>
                  <a:lnTo>
                    <a:pt x="82233" y="87368"/>
                  </a:lnTo>
                  <a:lnTo>
                    <a:pt x="83334" y="91224"/>
                  </a:lnTo>
                  <a:lnTo>
                    <a:pt x="83531" y="93266"/>
                  </a:lnTo>
                  <a:lnTo>
                    <a:pt x="83356" y="95128"/>
                  </a:lnTo>
                  <a:lnTo>
                    <a:pt x="82338" y="98334"/>
                  </a:lnTo>
                  <a:lnTo>
                    <a:pt x="81733" y="100497"/>
                  </a:lnTo>
                  <a:lnTo>
                    <a:pt x="81880" y="100980"/>
                  </a:lnTo>
                  <a:lnTo>
                    <a:pt x="82673" y="101837"/>
                  </a:lnTo>
                  <a:lnTo>
                    <a:pt x="85147" y="108894"/>
                  </a:lnTo>
                  <a:lnTo>
                    <a:pt x="85943" y="111371"/>
                  </a:lnTo>
                  <a:lnTo>
                    <a:pt x="86987" y="110722"/>
                  </a:lnTo>
                  <a:lnTo>
                    <a:pt x="87377" y="110765"/>
                  </a:lnTo>
                  <a:lnTo>
                    <a:pt x="87684" y="111166"/>
                  </a:lnTo>
                  <a:lnTo>
                    <a:pt x="87874" y="112000"/>
                  </a:lnTo>
                  <a:lnTo>
                    <a:pt x="87874" y="113061"/>
                  </a:lnTo>
                  <a:lnTo>
                    <a:pt x="87609" y="114646"/>
                  </a:lnTo>
                  <a:lnTo>
                    <a:pt x="88939" y="115293"/>
                  </a:lnTo>
                  <a:lnTo>
                    <a:pt x="89419" y="116900"/>
                  </a:lnTo>
                  <a:lnTo>
                    <a:pt x="90973" y="122399"/>
                  </a:lnTo>
                  <a:lnTo>
                    <a:pt x="90914" y="124031"/>
                  </a:lnTo>
                  <a:lnTo>
                    <a:pt x="90169" y="126628"/>
                  </a:lnTo>
                  <a:lnTo>
                    <a:pt x="90166" y="128350"/>
                  </a:lnTo>
                  <a:lnTo>
                    <a:pt x="90321" y="129897"/>
                  </a:lnTo>
                  <a:lnTo>
                    <a:pt x="90565" y="130435"/>
                  </a:lnTo>
                  <a:lnTo>
                    <a:pt x="92853" y="130655"/>
                  </a:lnTo>
                  <a:lnTo>
                    <a:pt x="93825" y="131275"/>
                  </a:lnTo>
                  <a:lnTo>
                    <a:pt x="96205" y="134091"/>
                  </a:lnTo>
                  <a:lnTo>
                    <a:pt x="98910" y="138404"/>
                  </a:lnTo>
                  <a:lnTo>
                    <a:pt x="101125" y="141937"/>
                  </a:lnTo>
                  <a:lnTo>
                    <a:pt x="103010" y="144946"/>
                  </a:lnTo>
                  <a:lnTo>
                    <a:pt x="105031" y="144726"/>
                  </a:lnTo>
                  <a:lnTo>
                    <a:pt x="105582" y="145273"/>
                  </a:lnTo>
                  <a:lnTo>
                    <a:pt x="106094" y="146212"/>
                  </a:lnTo>
                  <a:lnTo>
                    <a:pt x="106673" y="148684"/>
                  </a:lnTo>
                  <a:lnTo>
                    <a:pt x="107829" y="154276"/>
                  </a:lnTo>
                  <a:lnTo>
                    <a:pt x="108812" y="156133"/>
                  </a:lnTo>
                  <a:lnTo>
                    <a:pt x="110330" y="160612"/>
                  </a:lnTo>
                  <a:lnTo>
                    <a:pt x="111754" y="164808"/>
                  </a:lnTo>
                  <a:lnTo>
                    <a:pt x="110816" y="170513"/>
                  </a:lnTo>
                  <a:lnTo>
                    <a:pt x="109897" y="176445"/>
                  </a:lnTo>
                  <a:lnTo>
                    <a:pt x="109897" y="184101"/>
                  </a:lnTo>
                  <a:lnTo>
                    <a:pt x="109897" y="188212"/>
                  </a:lnTo>
                  <a:lnTo>
                    <a:pt x="111833" y="188388"/>
                  </a:lnTo>
                  <a:lnTo>
                    <a:pt x="113984" y="188584"/>
                  </a:lnTo>
                  <a:lnTo>
                    <a:pt x="114001" y="193494"/>
                  </a:lnTo>
                  <a:lnTo>
                    <a:pt x="114019" y="198434"/>
                  </a:lnTo>
                  <a:lnTo>
                    <a:pt x="114037" y="204073"/>
                  </a:lnTo>
                  <a:lnTo>
                    <a:pt x="114668" y="204308"/>
                  </a:lnTo>
                  <a:lnTo>
                    <a:pt x="115673" y="205514"/>
                  </a:lnTo>
                  <a:lnTo>
                    <a:pt x="116103" y="207341"/>
                  </a:lnTo>
                  <a:lnTo>
                    <a:pt x="116643" y="208336"/>
                  </a:lnTo>
                  <a:lnTo>
                    <a:pt x="117294" y="208499"/>
                  </a:lnTo>
                  <a:lnTo>
                    <a:pt x="117938" y="209397"/>
                  </a:lnTo>
                  <a:lnTo>
                    <a:pt x="118574" y="211030"/>
                  </a:lnTo>
                  <a:lnTo>
                    <a:pt x="118805" y="212266"/>
                  </a:lnTo>
                  <a:lnTo>
                    <a:pt x="118635" y="213108"/>
                  </a:lnTo>
                  <a:lnTo>
                    <a:pt x="118771" y="214592"/>
                  </a:lnTo>
                  <a:lnTo>
                    <a:pt x="119215" y="216720"/>
                  </a:lnTo>
                  <a:lnTo>
                    <a:pt x="119757" y="217719"/>
                  </a:lnTo>
                  <a:lnTo>
                    <a:pt x="120596" y="218944"/>
                  </a:lnTo>
                  <a:lnTo>
                    <a:pt x="119457" y="219649"/>
                  </a:lnTo>
                  <a:lnTo>
                    <a:pt x="118228" y="219110"/>
                  </a:lnTo>
                  <a:lnTo>
                    <a:pt x="115601" y="216622"/>
                  </a:lnTo>
                  <a:lnTo>
                    <a:pt x="114750" y="216554"/>
                  </a:lnTo>
                  <a:lnTo>
                    <a:pt x="113637" y="217497"/>
                  </a:lnTo>
                  <a:lnTo>
                    <a:pt x="113590" y="218339"/>
                  </a:lnTo>
                  <a:lnTo>
                    <a:pt x="110816" y="215568"/>
                  </a:lnTo>
                  <a:lnTo>
                    <a:pt x="109814" y="215006"/>
                  </a:lnTo>
                  <a:lnTo>
                    <a:pt x="109456" y="214956"/>
                  </a:lnTo>
                  <a:lnTo>
                    <a:pt x="107866" y="214980"/>
                  </a:lnTo>
                  <a:lnTo>
                    <a:pt x="105601" y="215477"/>
                  </a:lnTo>
                  <a:lnTo>
                    <a:pt x="104267" y="216605"/>
                  </a:lnTo>
                  <a:lnTo>
                    <a:pt x="103342" y="217802"/>
                  </a:lnTo>
                  <a:lnTo>
                    <a:pt x="102924" y="218974"/>
                  </a:lnTo>
                  <a:lnTo>
                    <a:pt x="102772" y="219605"/>
                  </a:lnTo>
                  <a:lnTo>
                    <a:pt x="102051" y="223062"/>
                  </a:lnTo>
                  <a:lnTo>
                    <a:pt x="101216" y="227498"/>
                  </a:lnTo>
                  <a:lnTo>
                    <a:pt x="100351" y="231498"/>
                  </a:lnTo>
                  <a:lnTo>
                    <a:pt x="98666" y="237113"/>
                  </a:lnTo>
                  <a:lnTo>
                    <a:pt x="97734" y="239708"/>
                  </a:lnTo>
                  <a:lnTo>
                    <a:pt x="95731" y="244537"/>
                  </a:lnTo>
                  <a:lnTo>
                    <a:pt x="93571" y="245499"/>
                  </a:lnTo>
                  <a:lnTo>
                    <a:pt x="88552" y="244548"/>
                  </a:lnTo>
                  <a:lnTo>
                    <a:pt x="82990" y="243493"/>
                  </a:lnTo>
                  <a:lnTo>
                    <a:pt x="77454" y="242443"/>
                  </a:lnTo>
                  <a:lnTo>
                    <a:pt x="73335" y="241660"/>
                  </a:lnTo>
                  <a:lnTo>
                    <a:pt x="73018" y="241401"/>
                  </a:lnTo>
                  <a:lnTo>
                    <a:pt x="68945" y="234519"/>
                  </a:lnTo>
                  <a:lnTo>
                    <a:pt x="65722" y="229080"/>
                  </a:lnTo>
                  <a:lnTo>
                    <a:pt x="61701" y="222287"/>
                  </a:lnTo>
                  <a:lnTo>
                    <a:pt x="57593" y="215350"/>
                  </a:lnTo>
                  <a:lnTo>
                    <a:pt x="53426" y="208310"/>
                  </a:lnTo>
                  <a:lnTo>
                    <a:pt x="50398" y="203198"/>
                  </a:lnTo>
                  <a:lnTo>
                    <a:pt x="46721" y="196622"/>
                  </a:lnTo>
                  <a:lnTo>
                    <a:pt x="43374" y="190634"/>
                  </a:lnTo>
                  <a:lnTo>
                    <a:pt x="40732" y="185907"/>
                  </a:lnTo>
                  <a:lnTo>
                    <a:pt x="37342" y="181771"/>
                  </a:lnTo>
                  <a:lnTo>
                    <a:pt x="34693" y="178539"/>
                  </a:lnTo>
                  <a:lnTo>
                    <a:pt x="30836" y="173832"/>
                  </a:lnTo>
                  <a:lnTo>
                    <a:pt x="27751" y="170070"/>
                  </a:lnTo>
                  <a:lnTo>
                    <a:pt x="25109" y="166846"/>
                  </a:lnTo>
                  <a:lnTo>
                    <a:pt x="21043" y="161884"/>
                  </a:lnTo>
                  <a:lnTo>
                    <a:pt x="19691" y="160537"/>
                  </a:lnTo>
                  <a:lnTo>
                    <a:pt x="15477" y="158880"/>
                  </a:lnTo>
                  <a:lnTo>
                    <a:pt x="11483" y="157477"/>
                  </a:lnTo>
                  <a:lnTo>
                    <a:pt x="7343" y="156022"/>
                  </a:lnTo>
                  <a:lnTo>
                    <a:pt x="4588" y="155054"/>
                  </a:lnTo>
                  <a:lnTo>
                    <a:pt x="6407" y="151528"/>
                  </a:lnTo>
                  <a:lnTo>
                    <a:pt x="5848" y="148362"/>
                  </a:lnTo>
                  <a:lnTo>
                    <a:pt x="4522" y="148947"/>
                  </a:lnTo>
                  <a:lnTo>
                    <a:pt x="3305" y="149701"/>
                  </a:lnTo>
                  <a:lnTo>
                    <a:pt x="2567" y="144770"/>
                  </a:lnTo>
                  <a:lnTo>
                    <a:pt x="3507" y="144161"/>
                  </a:lnTo>
                  <a:lnTo>
                    <a:pt x="2639" y="137733"/>
                  </a:lnTo>
                  <a:lnTo>
                    <a:pt x="1743" y="131115"/>
                  </a:lnTo>
                  <a:lnTo>
                    <a:pt x="882" y="124726"/>
                  </a:lnTo>
                  <a:lnTo>
                    <a:pt x="0" y="118186"/>
                  </a:lnTo>
                  <a:lnTo>
                    <a:pt x="3494" y="113996"/>
                  </a:lnTo>
                  <a:lnTo>
                    <a:pt x="6106" y="110863"/>
                  </a:lnTo>
                  <a:lnTo>
                    <a:pt x="9759" y="106480"/>
                  </a:lnTo>
                  <a:lnTo>
                    <a:pt x="13283" y="102254"/>
                  </a:lnTo>
                  <a:lnTo>
                    <a:pt x="16639" y="98227"/>
                  </a:lnTo>
                  <a:lnTo>
                    <a:pt x="20335" y="93792"/>
                  </a:lnTo>
                  <a:lnTo>
                    <a:pt x="23642" y="89824"/>
                  </a:lnTo>
                  <a:lnTo>
                    <a:pt x="26672" y="88212"/>
                  </a:lnTo>
                  <a:lnTo>
                    <a:pt x="27313" y="86957"/>
                  </a:lnTo>
                  <a:lnTo>
                    <a:pt x="28696" y="81542"/>
                  </a:lnTo>
                  <a:lnTo>
                    <a:pt x="29877" y="76912"/>
                  </a:lnTo>
                  <a:lnTo>
                    <a:pt x="29932" y="75839"/>
                  </a:lnTo>
                  <a:lnTo>
                    <a:pt x="29937" y="69277"/>
                  </a:lnTo>
                  <a:lnTo>
                    <a:pt x="30144" y="61571"/>
                  </a:lnTo>
                  <a:lnTo>
                    <a:pt x="30538" y="57454"/>
                  </a:lnTo>
                  <a:lnTo>
                    <a:pt x="31217" y="53815"/>
                  </a:lnTo>
                  <a:lnTo>
                    <a:pt x="31843" y="51162"/>
                  </a:lnTo>
                  <a:lnTo>
                    <a:pt x="31908" y="48675"/>
                  </a:lnTo>
                  <a:lnTo>
                    <a:pt x="31825" y="46153"/>
                  </a:lnTo>
                  <a:lnTo>
                    <a:pt x="31178" y="42341"/>
                  </a:lnTo>
                  <a:lnTo>
                    <a:pt x="30504" y="38369"/>
                  </a:lnTo>
                  <a:lnTo>
                    <a:pt x="30580" y="34538"/>
                  </a:lnTo>
                  <a:lnTo>
                    <a:pt x="30704" y="32486"/>
                  </a:lnTo>
                  <a:lnTo>
                    <a:pt x="31126" y="29209"/>
                  </a:lnTo>
                  <a:lnTo>
                    <a:pt x="31844" y="26815"/>
                  </a:lnTo>
                  <a:lnTo>
                    <a:pt x="32617" y="25330"/>
                  </a:lnTo>
                  <a:lnTo>
                    <a:pt x="35497" y="23800"/>
                  </a:lnTo>
                  <a:lnTo>
                    <a:pt x="37205" y="22891"/>
                  </a:lnTo>
                  <a:lnTo>
                    <a:pt x="39493" y="18647"/>
                  </a:lnTo>
                  <a:lnTo>
                    <a:pt x="40850" y="16129"/>
                  </a:lnTo>
                  <a:lnTo>
                    <a:pt x="42742" y="12137"/>
                  </a:lnTo>
                  <a:lnTo>
                    <a:pt x="44134" y="9198"/>
                  </a:lnTo>
                  <a:lnTo>
                    <a:pt x="44244" y="8180"/>
                  </a:lnTo>
                  <a:lnTo>
                    <a:pt x="44243" y="7779"/>
                  </a:lnTo>
                  <a:lnTo>
                    <a:pt x="45439" y="7185"/>
                  </a:lnTo>
                  <a:lnTo>
                    <a:pt x="47655" y="3622"/>
                  </a:lnTo>
                  <a:lnTo>
                    <a:pt x="48959" y="294"/>
                  </a:lnTo>
                  <a:lnTo>
                    <a:pt x="49372" y="0"/>
                  </a:lnTo>
                  <a:lnTo>
                    <a:pt x="50539" y="1092"/>
                  </a:lnTo>
                  <a:lnTo>
                    <a:pt x="51371" y="1392"/>
                  </a:lnTo>
                  <a:lnTo>
                    <a:pt x="53294" y="132"/>
                  </a:lnTo>
                  <a:lnTo>
                    <a:pt x="54438" y="797"/>
                  </a:lnTo>
                  <a:lnTo>
                    <a:pt x="55400" y="1636"/>
                  </a:lnTo>
                  <a:lnTo>
                    <a:pt x="55938" y="1691"/>
                  </a:lnTo>
                  <a:lnTo>
                    <a:pt x="58518" y="3762"/>
                  </a:lnTo>
                  <a:lnTo>
                    <a:pt x="59162" y="4019"/>
                  </a:lnTo>
                  <a:lnTo>
                    <a:pt x="60492" y="4273"/>
                  </a:lnTo>
                  <a:lnTo>
                    <a:pt x="62475" y="4383"/>
                  </a:lnTo>
                  <a:lnTo>
                    <a:pt x="63753" y="3031"/>
                  </a:lnTo>
                  <a:lnTo>
                    <a:pt x="64656" y="1724"/>
                  </a:lnTo>
                  <a:lnTo>
                    <a:pt x="65291" y="1755"/>
                  </a:lnTo>
                  <a:lnTo>
                    <a:pt x="65905" y="2068"/>
                  </a:lnTo>
                  <a:lnTo>
                    <a:pt x="66421" y="2627"/>
                  </a:lnTo>
                  <a:lnTo>
                    <a:pt x="66860" y="3605"/>
                  </a:lnTo>
                  <a:lnTo>
                    <a:pt x="67065" y="5000"/>
                  </a:lnTo>
                  <a:lnTo>
                    <a:pt x="66982" y="9457"/>
                  </a:lnTo>
                  <a:lnTo>
                    <a:pt x="67177" y="10637"/>
                  </a:lnTo>
                  <a:lnTo>
                    <a:pt x="67525" y="11481"/>
                  </a:lnTo>
                  <a:lnTo>
                    <a:pt x="67971" y="11637"/>
                  </a:lnTo>
                  <a:lnTo>
                    <a:pt x="68511" y="10671"/>
                  </a:lnTo>
                  <a:lnTo>
                    <a:pt x="69453" y="9260"/>
                  </a:lnTo>
                  <a:lnTo>
                    <a:pt x="70614" y="7722"/>
                  </a:lnTo>
                  <a:lnTo>
                    <a:pt x="71478" y="6312"/>
                  </a:lnTo>
                  <a:lnTo>
                    <a:pt x="71971" y="5787"/>
                  </a:lnTo>
                  <a:lnTo>
                    <a:pt x="72753" y="5859"/>
                  </a:lnTo>
                  <a:lnTo>
                    <a:pt x="73513" y="6104"/>
                  </a:lnTo>
                  <a:close/>
                </a:path>
              </a:pathLst>
            </a:custGeom>
            <a:solidFill>
              <a:srgbClr val="FBFDF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" name="pg852"/>
            <p:cNvSpPr/>
            <p:nvPr/>
          </p:nvSpPr>
          <p:spPr>
            <a:xfrm>
              <a:off x="3061995" y="1668288"/>
              <a:ext cx="134745" cy="92174"/>
            </a:xfrm>
            <a:custGeom>
              <a:avLst/>
              <a:pathLst>
                <a:path w="134745" h="92174">
                  <a:moveTo>
                    <a:pt x="110226" y="8792"/>
                  </a:moveTo>
                  <a:lnTo>
                    <a:pt x="111641" y="8902"/>
                  </a:lnTo>
                  <a:lnTo>
                    <a:pt x="113955" y="7887"/>
                  </a:lnTo>
                  <a:lnTo>
                    <a:pt x="114924" y="7221"/>
                  </a:lnTo>
                  <a:lnTo>
                    <a:pt x="117298" y="4915"/>
                  </a:lnTo>
                  <a:lnTo>
                    <a:pt x="118703" y="4273"/>
                  </a:lnTo>
                  <a:lnTo>
                    <a:pt x="120868" y="4431"/>
                  </a:lnTo>
                  <a:lnTo>
                    <a:pt x="121915" y="4270"/>
                  </a:lnTo>
                  <a:lnTo>
                    <a:pt x="121939" y="4494"/>
                  </a:lnTo>
                  <a:lnTo>
                    <a:pt x="120609" y="5430"/>
                  </a:lnTo>
                  <a:lnTo>
                    <a:pt x="119541" y="5751"/>
                  </a:lnTo>
                  <a:lnTo>
                    <a:pt x="118011" y="7145"/>
                  </a:lnTo>
                  <a:lnTo>
                    <a:pt x="116558" y="10288"/>
                  </a:lnTo>
                  <a:lnTo>
                    <a:pt x="115479" y="11832"/>
                  </a:lnTo>
                  <a:lnTo>
                    <a:pt x="115491" y="12518"/>
                  </a:lnTo>
                  <a:lnTo>
                    <a:pt x="116801" y="13734"/>
                  </a:lnTo>
                  <a:lnTo>
                    <a:pt x="118235" y="14425"/>
                  </a:lnTo>
                  <a:lnTo>
                    <a:pt x="119554" y="13799"/>
                  </a:lnTo>
                  <a:lnTo>
                    <a:pt x="120131" y="14042"/>
                  </a:lnTo>
                  <a:lnTo>
                    <a:pt x="120652" y="14947"/>
                  </a:lnTo>
                  <a:lnTo>
                    <a:pt x="120946" y="15843"/>
                  </a:lnTo>
                  <a:lnTo>
                    <a:pt x="121012" y="16731"/>
                  </a:lnTo>
                  <a:lnTo>
                    <a:pt x="120775" y="18589"/>
                  </a:lnTo>
                  <a:lnTo>
                    <a:pt x="119981" y="20456"/>
                  </a:lnTo>
                  <a:lnTo>
                    <a:pt x="118911" y="22019"/>
                  </a:lnTo>
                  <a:lnTo>
                    <a:pt x="119061" y="22510"/>
                  </a:lnTo>
                  <a:lnTo>
                    <a:pt x="119920" y="22764"/>
                  </a:lnTo>
                  <a:lnTo>
                    <a:pt x="124008" y="21752"/>
                  </a:lnTo>
                  <a:lnTo>
                    <a:pt x="124432" y="21827"/>
                  </a:lnTo>
                  <a:lnTo>
                    <a:pt x="124667" y="22330"/>
                  </a:lnTo>
                  <a:lnTo>
                    <a:pt x="124713" y="23265"/>
                  </a:lnTo>
                  <a:lnTo>
                    <a:pt x="124938" y="24111"/>
                  </a:lnTo>
                  <a:lnTo>
                    <a:pt x="125341" y="24868"/>
                  </a:lnTo>
                  <a:lnTo>
                    <a:pt x="125216" y="25643"/>
                  </a:lnTo>
                  <a:lnTo>
                    <a:pt x="123426" y="28093"/>
                  </a:lnTo>
                  <a:lnTo>
                    <a:pt x="125537" y="26550"/>
                  </a:lnTo>
                  <a:lnTo>
                    <a:pt x="127207" y="26115"/>
                  </a:lnTo>
                  <a:lnTo>
                    <a:pt x="130064" y="26889"/>
                  </a:lnTo>
                  <a:lnTo>
                    <a:pt x="131233" y="27780"/>
                  </a:lnTo>
                  <a:lnTo>
                    <a:pt x="131917" y="29344"/>
                  </a:lnTo>
                  <a:lnTo>
                    <a:pt x="132906" y="28826"/>
                  </a:lnTo>
                  <a:lnTo>
                    <a:pt x="133336" y="28856"/>
                  </a:lnTo>
                  <a:lnTo>
                    <a:pt x="133983" y="29748"/>
                  </a:lnTo>
                  <a:lnTo>
                    <a:pt x="134006" y="30699"/>
                  </a:lnTo>
                  <a:lnTo>
                    <a:pt x="133532" y="32053"/>
                  </a:lnTo>
                  <a:lnTo>
                    <a:pt x="133367" y="33304"/>
                  </a:lnTo>
                  <a:lnTo>
                    <a:pt x="132871" y="33818"/>
                  </a:lnTo>
                  <a:lnTo>
                    <a:pt x="131942" y="34190"/>
                  </a:lnTo>
                  <a:lnTo>
                    <a:pt x="131676" y="34610"/>
                  </a:lnTo>
                  <a:lnTo>
                    <a:pt x="132086" y="35564"/>
                  </a:lnTo>
                  <a:lnTo>
                    <a:pt x="132687" y="36496"/>
                  </a:lnTo>
                  <a:lnTo>
                    <a:pt x="133544" y="36539"/>
                  </a:lnTo>
                  <a:lnTo>
                    <a:pt x="133696" y="36968"/>
                  </a:lnTo>
                  <a:lnTo>
                    <a:pt x="133715" y="37486"/>
                  </a:lnTo>
                  <a:lnTo>
                    <a:pt x="133600" y="38092"/>
                  </a:lnTo>
                  <a:lnTo>
                    <a:pt x="133320" y="38509"/>
                  </a:lnTo>
                  <a:lnTo>
                    <a:pt x="132878" y="38736"/>
                  </a:lnTo>
                  <a:lnTo>
                    <a:pt x="132292" y="39405"/>
                  </a:lnTo>
                  <a:lnTo>
                    <a:pt x="134440" y="40868"/>
                  </a:lnTo>
                  <a:lnTo>
                    <a:pt x="134714" y="41410"/>
                  </a:lnTo>
                  <a:lnTo>
                    <a:pt x="134745" y="42208"/>
                  </a:lnTo>
                  <a:lnTo>
                    <a:pt x="134578" y="43081"/>
                  </a:lnTo>
                  <a:lnTo>
                    <a:pt x="134212" y="44032"/>
                  </a:lnTo>
                  <a:lnTo>
                    <a:pt x="133564" y="44596"/>
                  </a:lnTo>
                  <a:lnTo>
                    <a:pt x="132016" y="44688"/>
                  </a:lnTo>
                  <a:lnTo>
                    <a:pt x="131069" y="45304"/>
                  </a:lnTo>
                  <a:lnTo>
                    <a:pt x="131392" y="46334"/>
                  </a:lnTo>
                  <a:lnTo>
                    <a:pt x="131367" y="47634"/>
                  </a:lnTo>
                  <a:lnTo>
                    <a:pt x="131082" y="49167"/>
                  </a:lnTo>
                  <a:lnTo>
                    <a:pt x="129864" y="51487"/>
                  </a:lnTo>
                  <a:lnTo>
                    <a:pt x="128719" y="52720"/>
                  </a:lnTo>
                  <a:lnTo>
                    <a:pt x="127600" y="53521"/>
                  </a:lnTo>
                  <a:lnTo>
                    <a:pt x="125603" y="53238"/>
                  </a:lnTo>
                  <a:lnTo>
                    <a:pt x="124515" y="52622"/>
                  </a:lnTo>
                  <a:lnTo>
                    <a:pt x="124636" y="54625"/>
                  </a:lnTo>
                  <a:lnTo>
                    <a:pt x="123525" y="55859"/>
                  </a:lnTo>
                  <a:lnTo>
                    <a:pt x="123735" y="56889"/>
                  </a:lnTo>
                  <a:lnTo>
                    <a:pt x="124122" y="57412"/>
                  </a:lnTo>
                  <a:lnTo>
                    <a:pt x="123930" y="58736"/>
                  </a:lnTo>
                  <a:lnTo>
                    <a:pt x="123401" y="60046"/>
                  </a:lnTo>
                  <a:lnTo>
                    <a:pt x="122517" y="61465"/>
                  </a:lnTo>
                  <a:lnTo>
                    <a:pt x="121515" y="62351"/>
                  </a:lnTo>
                  <a:lnTo>
                    <a:pt x="119525" y="63419"/>
                  </a:lnTo>
                  <a:lnTo>
                    <a:pt x="117824" y="65196"/>
                  </a:lnTo>
                  <a:lnTo>
                    <a:pt x="116661" y="65899"/>
                  </a:lnTo>
                  <a:lnTo>
                    <a:pt x="113770" y="65869"/>
                  </a:lnTo>
                  <a:lnTo>
                    <a:pt x="110820" y="67013"/>
                  </a:lnTo>
                  <a:lnTo>
                    <a:pt x="106650" y="69423"/>
                  </a:lnTo>
                  <a:lnTo>
                    <a:pt x="103842" y="71356"/>
                  </a:lnTo>
                  <a:lnTo>
                    <a:pt x="101675" y="73543"/>
                  </a:lnTo>
                  <a:lnTo>
                    <a:pt x="98812" y="77114"/>
                  </a:lnTo>
                  <a:lnTo>
                    <a:pt x="96686" y="78618"/>
                  </a:lnTo>
                  <a:lnTo>
                    <a:pt x="95460" y="79023"/>
                  </a:lnTo>
                  <a:lnTo>
                    <a:pt x="93074" y="79343"/>
                  </a:lnTo>
                  <a:lnTo>
                    <a:pt x="91074" y="80313"/>
                  </a:lnTo>
                  <a:lnTo>
                    <a:pt x="84431" y="82131"/>
                  </a:lnTo>
                  <a:lnTo>
                    <a:pt x="82182" y="83124"/>
                  </a:lnTo>
                  <a:lnTo>
                    <a:pt x="81892" y="84028"/>
                  </a:lnTo>
                  <a:lnTo>
                    <a:pt x="80959" y="85387"/>
                  </a:lnTo>
                  <a:lnTo>
                    <a:pt x="80901" y="85879"/>
                  </a:lnTo>
                  <a:lnTo>
                    <a:pt x="81310" y="86259"/>
                  </a:lnTo>
                  <a:lnTo>
                    <a:pt x="81386" y="86752"/>
                  </a:lnTo>
                  <a:lnTo>
                    <a:pt x="80563" y="88361"/>
                  </a:lnTo>
                  <a:lnTo>
                    <a:pt x="78921" y="89526"/>
                  </a:lnTo>
                  <a:lnTo>
                    <a:pt x="78145" y="89507"/>
                  </a:lnTo>
                  <a:lnTo>
                    <a:pt x="77205" y="88505"/>
                  </a:lnTo>
                  <a:lnTo>
                    <a:pt x="76796" y="88540"/>
                  </a:lnTo>
                  <a:lnTo>
                    <a:pt x="76635" y="88693"/>
                  </a:lnTo>
                  <a:lnTo>
                    <a:pt x="76626" y="89007"/>
                  </a:lnTo>
                  <a:lnTo>
                    <a:pt x="77166" y="90209"/>
                  </a:lnTo>
                  <a:lnTo>
                    <a:pt x="76171" y="90769"/>
                  </a:lnTo>
                  <a:lnTo>
                    <a:pt x="71843" y="92174"/>
                  </a:lnTo>
                  <a:lnTo>
                    <a:pt x="64481" y="91131"/>
                  </a:lnTo>
                  <a:lnTo>
                    <a:pt x="61564" y="90052"/>
                  </a:lnTo>
                  <a:lnTo>
                    <a:pt x="57965" y="88337"/>
                  </a:lnTo>
                  <a:lnTo>
                    <a:pt x="55822" y="87879"/>
                  </a:lnTo>
                  <a:lnTo>
                    <a:pt x="52784" y="87768"/>
                  </a:lnTo>
                  <a:lnTo>
                    <a:pt x="50287" y="85366"/>
                  </a:lnTo>
                  <a:lnTo>
                    <a:pt x="49132" y="83881"/>
                  </a:lnTo>
                  <a:lnTo>
                    <a:pt x="49039" y="83265"/>
                  </a:lnTo>
                  <a:lnTo>
                    <a:pt x="49170" y="82562"/>
                  </a:lnTo>
                  <a:lnTo>
                    <a:pt x="49429" y="82083"/>
                  </a:lnTo>
                  <a:lnTo>
                    <a:pt x="49818" y="81824"/>
                  </a:lnTo>
                  <a:lnTo>
                    <a:pt x="50642" y="81798"/>
                  </a:lnTo>
                  <a:lnTo>
                    <a:pt x="50749" y="81589"/>
                  </a:lnTo>
                  <a:lnTo>
                    <a:pt x="50120" y="80400"/>
                  </a:lnTo>
                  <a:lnTo>
                    <a:pt x="49519" y="80785"/>
                  </a:lnTo>
                  <a:lnTo>
                    <a:pt x="47911" y="82463"/>
                  </a:lnTo>
                  <a:lnTo>
                    <a:pt x="47196" y="82402"/>
                  </a:lnTo>
                  <a:lnTo>
                    <a:pt x="46257" y="81564"/>
                  </a:lnTo>
                  <a:lnTo>
                    <a:pt x="46221" y="80749"/>
                  </a:lnTo>
                  <a:lnTo>
                    <a:pt x="44385" y="80437"/>
                  </a:lnTo>
                  <a:lnTo>
                    <a:pt x="42789" y="79419"/>
                  </a:lnTo>
                  <a:lnTo>
                    <a:pt x="41204" y="77954"/>
                  </a:lnTo>
                  <a:lnTo>
                    <a:pt x="40967" y="77396"/>
                  </a:lnTo>
                  <a:lnTo>
                    <a:pt x="41728" y="76580"/>
                  </a:lnTo>
                  <a:lnTo>
                    <a:pt x="41581" y="76420"/>
                  </a:lnTo>
                  <a:lnTo>
                    <a:pt x="41008" y="76282"/>
                  </a:lnTo>
                  <a:lnTo>
                    <a:pt x="39850" y="76550"/>
                  </a:lnTo>
                  <a:lnTo>
                    <a:pt x="38106" y="78401"/>
                  </a:lnTo>
                  <a:lnTo>
                    <a:pt x="37353" y="78827"/>
                  </a:lnTo>
                  <a:lnTo>
                    <a:pt x="25952" y="79260"/>
                  </a:lnTo>
                  <a:lnTo>
                    <a:pt x="23060" y="79452"/>
                  </a:lnTo>
                  <a:lnTo>
                    <a:pt x="22501" y="79733"/>
                  </a:lnTo>
                  <a:lnTo>
                    <a:pt x="21997" y="78528"/>
                  </a:lnTo>
                  <a:lnTo>
                    <a:pt x="21548" y="75840"/>
                  </a:lnTo>
                  <a:lnTo>
                    <a:pt x="21381" y="74070"/>
                  </a:lnTo>
                  <a:lnTo>
                    <a:pt x="21496" y="73213"/>
                  </a:lnTo>
                  <a:lnTo>
                    <a:pt x="21897" y="72184"/>
                  </a:lnTo>
                  <a:lnTo>
                    <a:pt x="22517" y="72359"/>
                  </a:lnTo>
                  <a:lnTo>
                    <a:pt x="23107" y="73177"/>
                  </a:lnTo>
                  <a:lnTo>
                    <a:pt x="23641" y="74337"/>
                  </a:lnTo>
                  <a:lnTo>
                    <a:pt x="24255" y="74895"/>
                  </a:lnTo>
                  <a:lnTo>
                    <a:pt x="28234" y="73484"/>
                  </a:lnTo>
                  <a:lnTo>
                    <a:pt x="29850" y="72535"/>
                  </a:lnTo>
                  <a:lnTo>
                    <a:pt x="30537" y="71633"/>
                  </a:lnTo>
                  <a:lnTo>
                    <a:pt x="31346" y="70099"/>
                  </a:lnTo>
                  <a:lnTo>
                    <a:pt x="32204" y="69314"/>
                  </a:lnTo>
                  <a:lnTo>
                    <a:pt x="32613" y="68573"/>
                  </a:lnTo>
                  <a:lnTo>
                    <a:pt x="33417" y="66225"/>
                  </a:lnTo>
                  <a:lnTo>
                    <a:pt x="33973" y="65134"/>
                  </a:lnTo>
                  <a:lnTo>
                    <a:pt x="34638" y="64329"/>
                  </a:lnTo>
                  <a:lnTo>
                    <a:pt x="35411" y="63810"/>
                  </a:lnTo>
                  <a:lnTo>
                    <a:pt x="37171" y="63439"/>
                  </a:lnTo>
                  <a:lnTo>
                    <a:pt x="36013" y="62887"/>
                  </a:lnTo>
                  <a:lnTo>
                    <a:pt x="34909" y="62887"/>
                  </a:lnTo>
                  <a:lnTo>
                    <a:pt x="31151" y="65367"/>
                  </a:lnTo>
                  <a:lnTo>
                    <a:pt x="29890" y="65367"/>
                  </a:lnTo>
                  <a:lnTo>
                    <a:pt x="29943" y="64980"/>
                  </a:lnTo>
                  <a:lnTo>
                    <a:pt x="30475" y="64280"/>
                  </a:lnTo>
                  <a:lnTo>
                    <a:pt x="31767" y="63071"/>
                  </a:lnTo>
                  <a:lnTo>
                    <a:pt x="30880" y="62980"/>
                  </a:lnTo>
                  <a:lnTo>
                    <a:pt x="30541" y="62433"/>
                  </a:lnTo>
                  <a:lnTo>
                    <a:pt x="30502" y="61281"/>
                  </a:lnTo>
                  <a:lnTo>
                    <a:pt x="31162" y="59425"/>
                  </a:lnTo>
                  <a:lnTo>
                    <a:pt x="34221" y="56978"/>
                  </a:lnTo>
                  <a:lnTo>
                    <a:pt x="35279" y="56618"/>
                  </a:lnTo>
                  <a:lnTo>
                    <a:pt x="35601" y="56134"/>
                  </a:lnTo>
                  <a:lnTo>
                    <a:pt x="35199" y="55739"/>
                  </a:lnTo>
                  <a:lnTo>
                    <a:pt x="34560" y="55504"/>
                  </a:lnTo>
                  <a:lnTo>
                    <a:pt x="31482" y="58020"/>
                  </a:lnTo>
                  <a:lnTo>
                    <a:pt x="29241" y="58891"/>
                  </a:lnTo>
                  <a:lnTo>
                    <a:pt x="28575" y="58721"/>
                  </a:lnTo>
                  <a:lnTo>
                    <a:pt x="27416" y="57744"/>
                  </a:lnTo>
                  <a:lnTo>
                    <a:pt x="27042" y="57310"/>
                  </a:lnTo>
                  <a:lnTo>
                    <a:pt x="26542" y="56192"/>
                  </a:lnTo>
                  <a:lnTo>
                    <a:pt x="26599" y="55518"/>
                  </a:lnTo>
                  <a:lnTo>
                    <a:pt x="27666" y="53546"/>
                  </a:lnTo>
                  <a:lnTo>
                    <a:pt x="27494" y="53163"/>
                  </a:lnTo>
                  <a:lnTo>
                    <a:pt x="26760" y="52969"/>
                  </a:lnTo>
                  <a:lnTo>
                    <a:pt x="24786" y="51152"/>
                  </a:lnTo>
                  <a:lnTo>
                    <a:pt x="21660" y="51334"/>
                  </a:lnTo>
                  <a:lnTo>
                    <a:pt x="13928" y="50284"/>
                  </a:lnTo>
                  <a:lnTo>
                    <a:pt x="12330" y="50729"/>
                  </a:lnTo>
                  <a:lnTo>
                    <a:pt x="9695" y="52287"/>
                  </a:lnTo>
                  <a:lnTo>
                    <a:pt x="8103" y="52801"/>
                  </a:lnTo>
                  <a:lnTo>
                    <a:pt x="7368" y="52462"/>
                  </a:lnTo>
                  <a:lnTo>
                    <a:pt x="6699" y="51638"/>
                  </a:lnTo>
                  <a:lnTo>
                    <a:pt x="6092" y="50527"/>
                  </a:lnTo>
                  <a:lnTo>
                    <a:pt x="5546" y="49129"/>
                  </a:lnTo>
                  <a:lnTo>
                    <a:pt x="5783" y="48154"/>
                  </a:lnTo>
                  <a:lnTo>
                    <a:pt x="6802" y="47599"/>
                  </a:lnTo>
                  <a:lnTo>
                    <a:pt x="7550" y="47334"/>
                  </a:lnTo>
                  <a:lnTo>
                    <a:pt x="9655" y="47672"/>
                  </a:lnTo>
                  <a:lnTo>
                    <a:pt x="12221" y="46694"/>
                  </a:lnTo>
                  <a:lnTo>
                    <a:pt x="13857" y="46489"/>
                  </a:lnTo>
                  <a:lnTo>
                    <a:pt x="14327" y="46334"/>
                  </a:lnTo>
                  <a:lnTo>
                    <a:pt x="15290" y="45293"/>
                  </a:lnTo>
                  <a:lnTo>
                    <a:pt x="15766" y="45030"/>
                  </a:lnTo>
                  <a:lnTo>
                    <a:pt x="16508" y="45395"/>
                  </a:lnTo>
                  <a:lnTo>
                    <a:pt x="16866" y="46102"/>
                  </a:lnTo>
                  <a:lnTo>
                    <a:pt x="19449" y="45004"/>
                  </a:lnTo>
                  <a:lnTo>
                    <a:pt x="20335" y="44453"/>
                  </a:lnTo>
                  <a:lnTo>
                    <a:pt x="20436" y="44115"/>
                  </a:lnTo>
                  <a:lnTo>
                    <a:pt x="20824" y="43720"/>
                  </a:lnTo>
                  <a:lnTo>
                    <a:pt x="22109" y="44315"/>
                  </a:lnTo>
                  <a:lnTo>
                    <a:pt x="23149" y="44333"/>
                  </a:lnTo>
                  <a:lnTo>
                    <a:pt x="24447" y="43925"/>
                  </a:lnTo>
                  <a:lnTo>
                    <a:pt x="26743" y="43745"/>
                  </a:lnTo>
                  <a:lnTo>
                    <a:pt x="31880" y="43652"/>
                  </a:lnTo>
                  <a:lnTo>
                    <a:pt x="32649" y="42756"/>
                  </a:lnTo>
                  <a:lnTo>
                    <a:pt x="33012" y="41964"/>
                  </a:lnTo>
                  <a:lnTo>
                    <a:pt x="33465" y="39960"/>
                  </a:lnTo>
                  <a:lnTo>
                    <a:pt x="33264" y="39548"/>
                  </a:lnTo>
                  <a:lnTo>
                    <a:pt x="30055" y="41393"/>
                  </a:lnTo>
                  <a:lnTo>
                    <a:pt x="29323" y="41364"/>
                  </a:lnTo>
                  <a:lnTo>
                    <a:pt x="25609" y="40386"/>
                  </a:lnTo>
                  <a:lnTo>
                    <a:pt x="24267" y="39279"/>
                  </a:lnTo>
                  <a:lnTo>
                    <a:pt x="24707" y="38390"/>
                  </a:lnTo>
                  <a:lnTo>
                    <a:pt x="26675" y="36477"/>
                  </a:lnTo>
                  <a:lnTo>
                    <a:pt x="28706" y="34942"/>
                  </a:lnTo>
                  <a:lnTo>
                    <a:pt x="31697" y="33283"/>
                  </a:lnTo>
                  <a:lnTo>
                    <a:pt x="32397" y="32638"/>
                  </a:lnTo>
                  <a:lnTo>
                    <a:pt x="32469" y="31874"/>
                  </a:lnTo>
                  <a:lnTo>
                    <a:pt x="30478" y="30513"/>
                  </a:lnTo>
                  <a:lnTo>
                    <a:pt x="26705" y="30889"/>
                  </a:lnTo>
                  <a:lnTo>
                    <a:pt x="25740" y="29273"/>
                  </a:lnTo>
                  <a:lnTo>
                    <a:pt x="22607" y="28317"/>
                  </a:lnTo>
                  <a:lnTo>
                    <a:pt x="20521" y="28918"/>
                  </a:lnTo>
                  <a:lnTo>
                    <a:pt x="19412" y="27941"/>
                  </a:lnTo>
                  <a:lnTo>
                    <a:pt x="16703" y="29292"/>
                  </a:lnTo>
                  <a:lnTo>
                    <a:pt x="10749" y="31247"/>
                  </a:lnTo>
                  <a:lnTo>
                    <a:pt x="8381" y="32602"/>
                  </a:lnTo>
                  <a:lnTo>
                    <a:pt x="7105" y="33051"/>
                  </a:lnTo>
                  <a:lnTo>
                    <a:pt x="5635" y="31944"/>
                  </a:lnTo>
                  <a:lnTo>
                    <a:pt x="3106" y="30697"/>
                  </a:lnTo>
                  <a:lnTo>
                    <a:pt x="257" y="30309"/>
                  </a:lnTo>
                  <a:lnTo>
                    <a:pt x="0" y="29575"/>
                  </a:lnTo>
                  <a:lnTo>
                    <a:pt x="1661" y="27328"/>
                  </a:lnTo>
                  <a:lnTo>
                    <a:pt x="2798" y="26921"/>
                  </a:lnTo>
                  <a:lnTo>
                    <a:pt x="3943" y="27128"/>
                  </a:lnTo>
                  <a:lnTo>
                    <a:pt x="6128" y="28695"/>
                  </a:lnTo>
                  <a:lnTo>
                    <a:pt x="7637" y="29185"/>
                  </a:lnTo>
                  <a:lnTo>
                    <a:pt x="5746" y="26885"/>
                  </a:lnTo>
                  <a:lnTo>
                    <a:pt x="5795" y="26001"/>
                  </a:lnTo>
                  <a:lnTo>
                    <a:pt x="5652" y="24678"/>
                  </a:lnTo>
                  <a:lnTo>
                    <a:pt x="5067" y="24109"/>
                  </a:lnTo>
                  <a:lnTo>
                    <a:pt x="4488" y="22645"/>
                  </a:lnTo>
                  <a:lnTo>
                    <a:pt x="4726" y="22150"/>
                  </a:lnTo>
                  <a:lnTo>
                    <a:pt x="5469" y="21977"/>
                  </a:lnTo>
                  <a:lnTo>
                    <a:pt x="6991" y="22471"/>
                  </a:lnTo>
                  <a:lnTo>
                    <a:pt x="10609" y="25012"/>
                  </a:lnTo>
                  <a:lnTo>
                    <a:pt x="12385" y="24562"/>
                  </a:lnTo>
                  <a:lnTo>
                    <a:pt x="13360" y="23626"/>
                  </a:lnTo>
                  <a:lnTo>
                    <a:pt x="14688" y="22932"/>
                  </a:lnTo>
                  <a:lnTo>
                    <a:pt x="14311" y="22570"/>
                  </a:lnTo>
                  <a:lnTo>
                    <a:pt x="11184" y="22526"/>
                  </a:lnTo>
                  <a:lnTo>
                    <a:pt x="9513" y="22010"/>
                  </a:lnTo>
                  <a:lnTo>
                    <a:pt x="8668" y="21267"/>
                  </a:lnTo>
                  <a:lnTo>
                    <a:pt x="7935" y="20000"/>
                  </a:lnTo>
                  <a:lnTo>
                    <a:pt x="8193" y="19419"/>
                  </a:lnTo>
                  <a:lnTo>
                    <a:pt x="9062" y="18955"/>
                  </a:lnTo>
                  <a:lnTo>
                    <a:pt x="11731" y="19090"/>
                  </a:lnTo>
                  <a:lnTo>
                    <a:pt x="9973" y="16895"/>
                  </a:lnTo>
                  <a:lnTo>
                    <a:pt x="8750" y="15634"/>
                  </a:lnTo>
                  <a:lnTo>
                    <a:pt x="8617" y="15025"/>
                  </a:lnTo>
                  <a:lnTo>
                    <a:pt x="8701" y="14260"/>
                  </a:lnTo>
                  <a:lnTo>
                    <a:pt x="8866" y="13748"/>
                  </a:lnTo>
                  <a:lnTo>
                    <a:pt x="9113" y="13493"/>
                  </a:lnTo>
                  <a:lnTo>
                    <a:pt x="12177" y="14774"/>
                  </a:lnTo>
                  <a:lnTo>
                    <a:pt x="12848" y="14829"/>
                  </a:lnTo>
                  <a:lnTo>
                    <a:pt x="12228" y="14001"/>
                  </a:lnTo>
                  <a:lnTo>
                    <a:pt x="10885" y="12784"/>
                  </a:lnTo>
                  <a:lnTo>
                    <a:pt x="10823" y="12328"/>
                  </a:lnTo>
                  <a:lnTo>
                    <a:pt x="11390" y="11952"/>
                  </a:lnTo>
                  <a:lnTo>
                    <a:pt x="11669" y="11259"/>
                  </a:lnTo>
                  <a:lnTo>
                    <a:pt x="11695" y="10687"/>
                  </a:lnTo>
                  <a:lnTo>
                    <a:pt x="12625" y="10196"/>
                  </a:lnTo>
                  <a:lnTo>
                    <a:pt x="13562" y="10174"/>
                  </a:lnTo>
                  <a:lnTo>
                    <a:pt x="14507" y="10622"/>
                  </a:lnTo>
                  <a:lnTo>
                    <a:pt x="17437" y="12996"/>
                  </a:lnTo>
                  <a:lnTo>
                    <a:pt x="17857" y="13663"/>
                  </a:lnTo>
                  <a:lnTo>
                    <a:pt x="17996" y="14542"/>
                  </a:lnTo>
                  <a:lnTo>
                    <a:pt x="17852" y="15631"/>
                  </a:lnTo>
                  <a:lnTo>
                    <a:pt x="17975" y="16073"/>
                  </a:lnTo>
                  <a:lnTo>
                    <a:pt x="19120" y="15697"/>
                  </a:lnTo>
                  <a:lnTo>
                    <a:pt x="20032" y="16156"/>
                  </a:lnTo>
                  <a:lnTo>
                    <a:pt x="20488" y="16032"/>
                  </a:lnTo>
                  <a:lnTo>
                    <a:pt x="21623" y="14392"/>
                  </a:lnTo>
                  <a:lnTo>
                    <a:pt x="22406" y="14778"/>
                  </a:lnTo>
                  <a:lnTo>
                    <a:pt x="22879" y="15546"/>
                  </a:lnTo>
                  <a:lnTo>
                    <a:pt x="23025" y="16240"/>
                  </a:lnTo>
                  <a:lnTo>
                    <a:pt x="23095" y="17194"/>
                  </a:lnTo>
                  <a:lnTo>
                    <a:pt x="22896" y="19180"/>
                  </a:lnTo>
                  <a:lnTo>
                    <a:pt x="22947" y="19460"/>
                  </a:lnTo>
                  <a:lnTo>
                    <a:pt x="23743" y="18339"/>
                  </a:lnTo>
                  <a:lnTo>
                    <a:pt x="25098" y="18254"/>
                  </a:lnTo>
                  <a:lnTo>
                    <a:pt x="25273" y="17690"/>
                  </a:lnTo>
                  <a:lnTo>
                    <a:pt x="25314" y="15601"/>
                  </a:lnTo>
                  <a:lnTo>
                    <a:pt x="25204" y="13840"/>
                  </a:lnTo>
                  <a:lnTo>
                    <a:pt x="25054" y="13476"/>
                  </a:lnTo>
                  <a:lnTo>
                    <a:pt x="20598" y="11036"/>
                  </a:lnTo>
                  <a:lnTo>
                    <a:pt x="19823" y="10460"/>
                  </a:lnTo>
                  <a:lnTo>
                    <a:pt x="18852" y="9258"/>
                  </a:lnTo>
                  <a:lnTo>
                    <a:pt x="19048" y="8654"/>
                  </a:lnTo>
                  <a:lnTo>
                    <a:pt x="19917" y="8114"/>
                  </a:lnTo>
                  <a:lnTo>
                    <a:pt x="21226" y="7899"/>
                  </a:lnTo>
                  <a:lnTo>
                    <a:pt x="24263" y="7928"/>
                  </a:lnTo>
                  <a:lnTo>
                    <a:pt x="24571" y="7675"/>
                  </a:lnTo>
                  <a:lnTo>
                    <a:pt x="23983" y="7042"/>
                  </a:lnTo>
                  <a:lnTo>
                    <a:pt x="22576" y="6634"/>
                  </a:lnTo>
                  <a:lnTo>
                    <a:pt x="22247" y="6269"/>
                  </a:lnTo>
                  <a:lnTo>
                    <a:pt x="22081" y="5566"/>
                  </a:lnTo>
                  <a:lnTo>
                    <a:pt x="20414" y="5950"/>
                  </a:lnTo>
                  <a:lnTo>
                    <a:pt x="18554" y="5966"/>
                  </a:lnTo>
                  <a:lnTo>
                    <a:pt x="16766" y="5536"/>
                  </a:lnTo>
                  <a:lnTo>
                    <a:pt x="16729" y="4989"/>
                  </a:lnTo>
                  <a:lnTo>
                    <a:pt x="17435" y="4187"/>
                  </a:lnTo>
                  <a:lnTo>
                    <a:pt x="18896" y="2855"/>
                  </a:lnTo>
                  <a:lnTo>
                    <a:pt x="19576" y="2525"/>
                  </a:lnTo>
                  <a:lnTo>
                    <a:pt x="21618" y="2757"/>
                  </a:lnTo>
                  <a:lnTo>
                    <a:pt x="23647" y="2383"/>
                  </a:lnTo>
                  <a:lnTo>
                    <a:pt x="25291" y="2835"/>
                  </a:lnTo>
                  <a:lnTo>
                    <a:pt x="26595" y="4153"/>
                  </a:lnTo>
                  <a:lnTo>
                    <a:pt x="28449" y="6469"/>
                  </a:lnTo>
                  <a:lnTo>
                    <a:pt x="30956" y="7951"/>
                  </a:lnTo>
                  <a:lnTo>
                    <a:pt x="31186" y="8416"/>
                  </a:lnTo>
                  <a:lnTo>
                    <a:pt x="32520" y="9629"/>
                  </a:lnTo>
                  <a:lnTo>
                    <a:pt x="35173" y="12894"/>
                  </a:lnTo>
                  <a:lnTo>
                    <a:pt x="37868" y="14788"/>
                  </a:lnTo>
                  <a:lnTo>
                    <a:pt x="37993" y="15270"/>
                  </a:lnTo>
                  <a:lnTo>
                    <a:pt x="37549" y="15837"/>
                  </a:lnTo>
                  <a:lnTo>
                    <a:pt x="36513" y="16502"/>
                  </a:lnTo>
                  <a:lnTo>
                    <a:pt x="36750" y="16872"/>
                  </a:lnTo>
                  <a:lnTo>
                    <a:pt x="38104" y="17354"/>
                  </a:lnTo>
                  <a:lnTo>
                    <a:pt x="39078" y="18638"/>
                  </a:lnTo>
                  <a:lnTo>
                    <a:pt x="39144" y="19195"/>
                  </a:lnTo>
                  <a:lnTo>
                    <a:pt x="38263" y="23171"/>
                  </a:lnTo>
                  <a:lnTo>
                    <a:pt x="37794" y="24015"/>
                  </a:lnTo>
                  <a:lnTo>
                    <a:pt x="37254" y="24461"/>
                  </a:lnTo>
                  <a:lnTo>
                    <a:pt x="34764" y="23712"/>
                  </a:lnTo>
                  <a:lnTo>
                    <a:pt x="35357" y="24978"/>
                  </a:lnTo>
                  <a:lnTo>
                    <a:pt x="37135" y="26325"/>
                  </a:lnTo>
                  <a:lnTo>
                    <a:pt x="37538" y="27078"/>
                  </a:lnTo>
                  <a:lnTo>
                    <a:pt x="37273" y="27817"/>
                  </a:lnTo>
                  <a:lnTo>
                    <a:pt x="37467" y="27987"/>
                  </a:lnTo>
                  <a:lnTo>
                    <a:pt x="38118" y="27588"/>
                  </a:lnTo>
                  <a:lnTo>
                    <a:pt x="38388" y="28008"/>
                  </a:lnTo>
                  <a:lnTo>
                    <a:pt x="38275" y="29244"/>
                  </a:lnTo>
                  <a:lnTo>
                    <a:pt x="37998" y="30270"/>
                  </a:lnTo>
                  <a:lnTo>
                    <a:pt x="37556" y="31085"/>
                  </a:lnTo>
                  <a:lnTo>
                    <a:pt x="37683" y="31437"/>
                  </a:lnTo>
                  <a:lnTo>
                    <a:pt x="38379" y="31329"/>
                  </a:lnTo>
                  <a:lnTo>
                    <a:pt x="39032" y="31540"/>
                  </a:lnTo>
                  <a:lnTo>
                    <a:pt x="40051" y="32665"/>
                  </a:lnTo>
                  <a:lnTo>
                    <a:pt x="40878" y="36103"/>
                  </a:lnTo>
                  <a:lnTo>
                    <a:pt x="41288" y="37216"/>
                  </a:lnTo>
                  <a:lnTo>
                    <a:pt x="41584" y="36229"/>
                  </a:lnTo>
                  <a:lnTo>
                    <a:pt x="41956" y="33718"/>
                  </a:lnTo>
                  <a:lnTo>
                    <a:pt x="42305" y="32436"/>
                  </a:lnTo>
                  <a:lnTo>
                    <a:pt x="42632" y="32379"/>
                  </a:lnTo>
                  <a:lnTo>
                    <a:pt x="42914" y="31958"/>
                  </a:lnTo>
                  <a:lnTo>
                    <a:pt x="43150" y="31170"/>
                  </a:lnTo>
                  <a:lnTo>
                    <a:pt x="43632" y="28393"/>
                  </a:lnTo>
                  <a:lnTo>
                    <a:pt x="45303" y="26288"/>
                  </a:lnTo>
                  <a:lnTo>
                    <a:pt x="46101" y="25643"/>
                  </a:lnTo>
                  <a:lnTo>
                    <a:pt x="46850" y="25500"/>
                  </a:lnTo>
                  <a:lnTo>
                    <a:pt x="47215" y="25763"/>
                  </a:lnTo>
                  <a:lnTo>
                    <a:pt x="48465" y="27970"/>
                  </a:lnTo>
                  <a:lnTo>
                    <a:pt x="49225" y="28341"/>
                  </a:lnTo>
                  <a:lnTo>
                    <a:pt x="49616" y="28220"/>
                  </a:lnTo>
                  <a:lnTo>
                    <a:pt x="50150" y="26722"/>
                  </a:lnTo>
                  <a:lnTo>
                    <a:pt x="50828" y="23847"/>
                  </a:lnTo>
                  <a:lnTo>
                    <a:pt x="50983" y="20635"/>
                  </a:lnTo>
                  <a:lnTo>
                    <a:pt x="50614" y="17090"/>
                  </a:lnTo>
                  <a:lnTo>
                    <a:pt x="50828" y="14562"/>
                  </a:lnTo>
                  <a:lnTo>
                    <a:pt x="51624" y="13051"/>
                  </a:lnTo>
                  <a:lnTo>
                    <a:pt x="52668" y="12587"/>
                  </a:lnTo>
                  <a:lnTo>
                    <a:pt x="53961" y="13167"/>
                  </a:lnTo>
                  <a:lnTo>
                    <a:pt x="54907" y="14089"/>
                  </a:lnTo>
                  <a:lnTo>
                    <a:pt x="56774" y="17609"/>
                  </a:lnTo>
                  <a:lnTo>
                    <a:pt x="58281" y="19452"/>
                  </a:lnTo>
                  <a:lnTo>
                    <a:pt x="59574" y="21431"/>
                  </a:lnTo>
                  <a:lnTo>
                    <a:pt x="60244" y="22073"/>
                  </a:lnTo>
                  <a:lnTo>
                    <a:pt x="61526" y="22398"/>
                  </a:lnTo>
                  <a:lnTo>
                    <a:pt x="61870" y="22271"/>
                  </a:lnTo>
                  <a:lnTo>
                    <a:pt x="62099" y="21814"/>
                  </a:lnTo>
                  <a:lnTo>
                    <a:pt x="62214" y="21027"/>
                  </a:lnTo>
                  <a:lnTo>
                    <a:pt x="61938" y="15990"/>
                  </a:lnTo>
                  <a:lnTo>
                    <a:pt x="62299" y="14422"/>
                  </a:lnTo>
                  <a:lnTo>
                    <a:pt x="62843" y="13308"/>
                  </a:lnTo>
                  <a:lnTo>
                    <a:pt x="65158" y="12652"/>
                  </a:lnTo>
                  <a:lnTo>
                    <a:pt x="66418" y="11954"/>
                  </a:lnTo>
                  <a:lnTo>
                    <a:pt x="67646" y="10806"/>
                  </a:lnTo>
                  <a:lnTo>
                    <a:pt x="68663" y="10192"/>
                  </a:lnTo>
                  <a:lnTo>
                    <a:pt x="69470" y="10109"/>
                  </a:lnTo>
                  <a:lnTo>
                    <a:pt x="70314" y="10557"/>
                  </a:lnTo>
                  <a:lnTo>
                    <a:pt x="71194" y="11534"/>
                  </a:lnTo>
                  <a:lnTo>
                    <a:pt x="72567" y="13437"/>
                  </a:lnTo>
                  <a:lnTo>
                    <a:pt x="74294" y="16592"/>
                  </a:lnTo>
                  <a:lnTo>
                    <a:pt x="76491" y="18951"/>
                  </a:lnTo>
                  <a:lnTo>
                    <a:pt x="77642" y="22695"/>
                  </a:lnTo>
                  <a:lnTo>
                    <a:pt x="77888" y="23329"/>
                  </a:lnTo>
                  <a:lnTo>
                    <a:pt x="78157" y="23402"/>
                  </a:lnTo>
                  <a:lnTo>
                    <a:pt x="78447" y="22916"/>
                  </a:lnTo>
                  <a:lnTo>
                    <a:pt x="78633" y="22225"/>
                  </a:lnTo>
                  <a:lnTo>
                    <a:pt x="78686" y="20560"/>
                  </a:lnTo>
                  <a:lnTo>
                    <a:pt x="78071" y="18351"/>
                  </a:lnTo>
                  <a:lnTo>
                    <a:pt x="76017" y="12792"/>
                  </a:lnTo>
                  <a:lnTo>
                    <a:pt x="75982" y="11738"/>
                  </a:lnTo>
                  <a:lnTo>
                    <a:pt x="76241" y="10893"/>
                  </a:lnTo>
                  <a:lnTo>
                    <a:pt x="77689" y="10801"/>
                  </a:lnTo>
                  <a:lnTo>
                    <a:pt x="81056" y="11310"/>
                  </a:lnTo>
                  <a:lnTo>
                    <a:pt x="82132" y="12173"/>
                  </a:lnTo>
                  <a:lnTo>
                    <a:pt x="84421" y="15569"/>
                  </a:lnTo>
                  <a:lnTo>
                    <a:pt x="85063" y="16390"/>
                  </a:lnTo>
                  <a:lnTo>
                    <a:pt x="85456" y="16596"/>
                  </a:lnTo>
                  <a:lnTo>
                    <a:pt x="85597" y="16185"/>
                  </a:lnTo>
                  <a:lnTo>
                    <a:pt x="86485" y="15555"/>
                  </a:lnTo>
                  <a:lnTo>
                    <a:pt x="87099" y="14790"/>
                  </a:lnTo>
                  <a:lnTo>
                    <a:pt x="88123" y="12919"/>
                  </a:lnTo>
                  <a:lnTo>
                    <a:pt x="90360" y="9551"/>
                  </a:lnTo>
                  <a:lnTo>
                    <a:pt x="90824" y="9452"/>
                  </a:lnTo>
                  <a:lnTo>
                    <a:pt x="91477" y="9717"/>
                  </a:lnTo>
                  <a:lnTo>
                    <a:pt x="92624" y="10599"/>
                  </a:lnTo>
                  <a:lnTo>
                    <a:pt x="93168" y="11306"/>
                  </a:lnTo>
                  <a:lnTo>
                    <a:pt x="94247" y="11844"/>
                  </a:lnTo>
                  <a:lnTo>
                    <a:pt x="95352" y="11655"/>
                  </a:lnTo>
                  <a:lnTo>
                    <a:pt x="96879" y="10474"/>
                  </a:lnTo>
                  <a:lnTo>
                    <a:pt x="98603" y="9755"/>
                  </a:lnTo>
                  <a:lnTo>
                    <a:pt x="99194" y="8082"/>
                  </a:lnTo>
                  <a:lnTo>
                    <a:pt x="99305" y="7319"/>
                  </a:lnTo>
                  <a:lnTo>
                    <a:pt x="97916" y="2344"/>
                  </a:lnTo>
                  <a:lnTo>
                    <a:pt x="98500" y="1327"/>
                  </a:lnTo>
                  <a:lnTo>
                    <a:pt x="101511" y="93"/>
                  </a:lnTo>
                  <a:lnTo>
                    <a:pt x="104145" y="0"/>
                  </a:lnTo>
                  <a:lnTo>
                    <a:pt x="104768" y="337"/>
                  </a:lnTo>
                  <a:lnTo>
                    <a:pt x="106427" y="2754"/>
                  </a:lnTo>
                  <a:lnTo>
                    <a:pt x="107552" y="3970"/>
                  </a:lnTo>
                  <a:lnTo>
                    <a:pt x="108120" y="4948"/>
                  </a:lnTo>
                  <a:lnTo>
                    <a:pt x="108255" y="7101"/>
                  </a:lnTo>
                  <a:lnTo>
                    <a:pt x="108939" y="7898"/>
                  </a:lnTo>
                  <a:close/>
                </a:path>
              </a:pathLst>
            </a:custGeom>
            <a:solidFill>
              <a:srgbClr val="FFFEF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" name="pg853"/>
            <p:cNvSpPr/>
            <p:nvPr/>
          </p:nvSpPr>
          <p:spPr>
            <a:xfrm>
              <a:off x="3786601" y="2646194"/>
              <a:ext cx="20584" cy="116848"/>
            </a:xfrm>
            <a:custGeom>
              <a:avLst/>
              <a:pathLst>
                <a:path w="20584" h="116848">
                  <a:moveTo>
                    <a:pt x="19027" y="20590"/>
                  </a:moveTo>
                  <a:lnTo>
                    <a:pt x="18375" y="20767"/>
                  </a:lnTo>
                  <a:lnTo>
                    <a:pt x="16855" y="22151"/>
                  </a:lnTo>
                  <a:lnTo>
                    <a:pt x="16649" y="22567"/>
                  </a:lnTo>
                  <a:lnTo>
                    <a:pt x="16381" y="23369"/>
                  </a:lnTo>
                  <a:lnTo>
                    <a:pt x="16334" y="23989"/>
                  </a:lnTo>
                  <a:lnTo>
                    <a:pt x="16117" y="30619"/>
                  </a:lnTo>
                  <a:lnTo>
                    <a:pt x="15289" y="30437"/>
                  </a:lnTo>
                  <a:lnTo>
                    <a:pt x="14281" y="28990"/>
                  </a:lnTo>
                  <a:lnTo>
                    <a:pt x="14084" y="27738"/>
                  </a:lnTo>
                  <a:lnTo>
                    <a:pt x="13781" y="27311"/>
                  </a:lnTo>
                  <a:lnTo>
                    <a:pt x="13061" y="27149"/>
                  </a:lnTo>
                  <a:lnTo>
                    <a:pt x="11697" y="26514"/>
                  </a:lnTo>
                  <a:lnTo>
                    <a:pt x="10115" y="28700"/>
                  </a:lnTo>
                  <a:lnTo>
                    <a:pt x="9442" y="32313"/>
                  </a:lnTo>
                  <a:lnTo>
                    <a:pt x="9306" y="34001"/>
                  </a:lnTo>
                  <a:lnTo>
                    <a:pt x="8769" y="37550"/>
                  </a:lnTo>
                  <a:lnTo>
                    <a:pt x="8959" y="39732"/>
                  </a:lnTo>
                  <a:lnTo>
                    <a:pt x="9051" y="42554"/>
                  </a:lnTo>
                  <a:lnTo>
                    <a:pt x="9186" y="44868"/>
                  </a:lnTo>
                  <a:lnTo>
                    <a:pt x="9045" y="46254"/>
                  </a:lnTo>
                  <a:lnTo>
                    <a:pt x="8742" y="46997"/>
                  </a:lnTo>
                  <a:lnTo>
                    <a:pt x="8833" y="47526"/>
                  </a:lnTo>
                  <a:lnTo>
                    <a:pt x="9103" y="47719"/>
                  </a:lnTo>
                  <a:lnTo>
                    <a:pt x="9969" y="47095"/>
                  </a:lnTo>
                  <a:lnTo>
                    <a:pt x="10881" y="47721"/>
                  </a:lnTo>
                  <a:lnTo>
                    <a:pt x="11756" y="48916"/>
                  </a:lnTo>
                  <a:lnTo>
                    <a:pt x="11826" y="49693"/>
                  </a:lnTo>
                  <a:lnTo>
                    <a:pt x="11205" y="50152"/>
                  </a:lnTo>
                  <a:lnTo>
                    <a:pt x="9740" y="51961"/>
                  </a:lnTo>
                  <a:lnTo>
                    <a:pt x="8707" y="54058"/>
                  </a:lnTo>
                  <a:lnTo>
                    <a:pt x="8439" y="56000"/>
                  </a:lnTo>
                  <a:lnTo>
                    <a:pt x="7742" y="60128"/>
                  </a:lnTo>
                  <a:lnTo>
                    <a:pt x="7837" y="60976"/>
                  </a:lnTo>
                  <a:lnTo>
                    <a:pt x="8175" y="61474"/>
                  </a:lnTo>
                  <a:lnTo>
                    <a:pt x="10561" y="61034"/>
                  </a:lnTo>
                  <a:lnTo>
                    <a:pt x="12726" y="59362"/>
                  </a:lnTo>
                  <a:lnTo>
                    <a:pt x="14355" y="57585"/>
                  </a:lnTo>
                  <a:lnTo>
                    <a:pt x="14872" y="57692"/>
                  </a:lnTo>
                  <a:lnTo>
                    <a:pt x="14539" y="62256"/>
                  </a:lnTo>
                  <a:lnTo>
                    <a:pt x="14257" y="65043"/>
                  </a:lnTo>
                  <a:lnTo>
                    <a:pt x="14367" y="65518"/>
                  </a:lnTo>
                  <a:lnTo>
                    <a:pt x="14733" y="67942"/>
                  </a:lnTo>
                  <a:lnTo>
                    <a:pt x="14039" y="72379"/>
                  </a:lnTo>
                  <a:lnTo>
                    <a:pt x="13262" y="75986"/>
                  </a:lnTo>
                  <a:lnTo>
                    <a:pt x="12988" y="77698"/>
                  </a:lnTo>
                  <a:lnTo>
                    <a:pt x="12232" y="81503"/>
                  </a:lnTo>
                  <a:lnTo>
                    <a:pt x="11460" y="85922"/>
                  </a:lnTo>
                  <a:lnTo>
                    <a:pt x="11048" y="88967"/>
                  </a:lnTo>
                  <a:lnTo>
                    <a:pt x="11140" y="90048"/>
                  </a:lnTo>
                  <a:lnTo>
                    <a:pt x="10949" y="95633"/>
                  </a:lnTo>
                  <a:lnTo>
                    <a:pt x="11060" y="97217"/>
                  </a:lnTo>
                  <a:lnTo>
                    <a:pt x="10153" y="102058"/>
                  </a:lnTo>
                  <a:lnTo>
                    <a:pt x="9971" y="104450"/>
                  </a:lnTo>
                  <a:lnTo>
                    <a:pt x="9607" y="107696"/>
                  </a:lnTo>
                  <a:lnTo>
                    <a:pt x="8984" y="114553"/>
                  </a:lnTo>
                  <a:lnTo>
                    <a:pt x="8131" y="116848"/>
                  </a:lnTo>
                  <a:lnTo>
                    <a:pt x="7706" y="114290"/>
                  </a:lnTo>
                  <a:lnTo>
                    <a:pt x="6735" y="106956"/>
                  </a:lnTo>
                  <a:lnTo>
                    <a:pt x="6043" y="101935"/>
                  </a:lnTo>
                  <a:lnTo>
                    <a:pt x="5099" y="95747"/>
                  </a:lnTo>
                  <a:lnTo>
                    <a:pt x="3509" y="88224"/>
                  </a:lnTo>
                  <a:lnTo>
                    <a:pt x="3362" y="86412"/>
                  </a:lnTo>
                  <a:lnTo>
                    <a:pt x="3018" y="83784"/>
                  </a:lnTo>
                  <a:lnTo>
                    <a:pt x="1920" y="76942"/>
                  </a:lnTo>
                  <a:lnTo>
                    <a:pt x="1026" y="72002"/>
                  </a:lnTo>
                  <a:lnTo>
                    <a:pt x="0" y="65700"/>
                  </a:lnTo>
                  <a:lnTo>
                    <a:pt x="1271" y="63199"/>
                  </a:lnTo>
                  <a:lnTo>
                    <a:pt x="1294" y="61136"/>
                  </a:lnTo>
                  <a:lnTo>
                    <a:pt x="3458" y="56323"/>
                  </a:lnTo>
                  <a:lnTo>
                    <a:pt x="3440" y="55850"/>
                  </a:lnTo>
                  <a:lnTo>
                    <a:pt x="2863" y="54573"/>
                  </a:lnTo>
                  <a:lnTo>
                    <a:pt x="2945" y="54354"/>
                  </a:lnTo>
                  <a:lnTo>
                    <a:pt x="5344" y="45388"/>
                  </a:lnTo>
                  <a:lnTo>
                    <a:pt x="6891" y="36504"/>
                  </a:lnTo>
                  <a:lnTo>
                    <a:pt x="8348" y="24161"/>
                  </a:lnTo>
                  <a:lnTo>
                    <a:pt x="9385" y="17880"/>
                  </a:lnTo>
                  <a:lnTo>
                    <a:pt x="10263" y="13726"/>
                  </a:lnTo>
                  <a:lnTo>
                    <a:pt x="10652" y="10284"/>
                  </a:lnTo>
                  <a:lnTo>
                    <a:pt x="12068" y="10039"/>
                  </a:lnTo>
                  <a:lnTo>
                    <a:pt x="13124" y="10407"/>
                  </a:lnTo>
                  <a:lnTo>
                    <a:pt x="14387" y="10521"/>
                  </a:lnTo>
                  <a:lnTo>
                    <a:pt x="15398" y="9226"/>
                  </a:lnTo>
                  <a:lnTo>
                    <a:pt x="15883" y="5355"/>
                  </a:lnTo>
                  <a:lnTo>
                    <a:pt x="16461" y="4735"/>
                  </a:lnTo>
                  <a:lnTo>
                    <a:pt x="16752" y="5647"/>
                  </a:lnTo>
                  <a:lnTo>
                    <a:pt x="17052" y="4629"/>
                  </a:lnTo>
                  <a:lnTo>
                    <a:pt x="18375" y="2928"/>
                  </a:lnTo>
                  <a:lnTo>
                    <a:pt x="19030" y="1830"/>
                  </a:lnTo>
                  <a:lnTo>
                    <a:pt x="19687" y="474"/>
                  </a:lnTo>
                  <a:lnTo>
                    <a:pt x="20037" y="0"/>
                  </a:lnTo>
                  <a:lnTo>
                    <a:pt x="19820" y="1810"/>
                  </a:lnTo>
                  <a:lnTo>
                    <a:pt x="19642" y="2990"/>
                  </a:lnTo>
                  <a:lnTo>
                    <a:pt x="19641" y="4536"/>
                  </a:lnTo>
                  <a:lnTo>
                    <a:pt x="19910" y="5383"/>
                  </a:lnTo>
                  <a:lnTo>
                    <a:pt x="20276" y="7069"/>
                  </a:lnTo>
                  <a:lnTo>
                    <a:pt x="20500" y="8747"/>
                  </a:lnTo>
                  <a:lnTo>
                    <a:pt x="20024" y="10140"/>
                  </a:lnTo>
                  <a:lnTo>
                    <a:pt x="20070" y="11594"/>
                  </a:lnTo>
                  <a:lnTo>
                    <a:pt x="20196" y="12813"/>
                  </a:lnTo>
                  <a:lnTo>
                    <a:pt x="20584" y="14246"/>
                  </a:lnTo>
                  <a:lnTo>
                    <a:pt x="19885" y="16824"/>
                  </a:lnTo>
                  <a:lnTo>
                    <a:pt x="19202" y="19189"/>
                  </a:lnTo>
                  <a:close/>
                </a:path>
              </a:pathLst>
            </a:custGeom>
            <a:solidFill>
              <a:srgbClr val="EDF5E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" name="pg854"/>
            <p:cNvSpPr/>
            <p:nvPr/>
          </p:nvSpPr>
          <p:spPr>
            <a:xfrm>
              <a:off x="3511314" y="2545393"/>
              <a:ext cx="1417" cy="2868"/>
            </a:xfrm>
            <a:custGeom>
              <a:avLst/>
              <a:pathLst>
                <a:path w="1417" h="2868">
                  <a:moveTo>
                    <a:pt x="1417" y="2542"/>
                  </a:moveTo>
                  <a:lnTo>
                    <a:pt x="825" y="2868"/>
                  </a:lnTo>
                  <a:lnTo>
                    <a:pt x="51" y="1852"/>
                  </a:lnTo>
                  <a:lnTo>
                    <a:pt x="0" y="427"/>
                  </a:lnTo>
                  <a:lnTo>
                    <a:pt x="143" y="0"/>
                  </a:lnTo>
                  <a:lnTo>
                    <a:pt x="1083" y="653"/>
                  </a:lnTo>
                  <a:lnTo>
                    <a:pt x="1377" y="1970"/>
                  </a:lnTo>
                  <a:close/>
                </a:path>
              </a:pathLst>
            </a:custGeom>
            <a:solidFill>
              <a:srgbClr val="FFEEE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" name="pg855"/>
            <p:cNvSpPr/>
            <p:nvPr/>
          </p:nvSpPr>
          <p:spPr>
            <a:xfrm>
              <a:off x="3517473" y="2502463"/>
              <a:ext cx="39476" cy="47516"/>
            </a:xfrm>
            <a:custGeom>
              <a:avLst/>
              <a:pathLst>
                <a:path w="39476" h="47516">
                  <a:moveTo>
                    <a:pt x="38759" y="2233"/>
                  </a:moveTo>
                  <a:lnTo>
                    <a:pt x="37924" y="5592"/>
                  </a:lnTo>
                  <a:lnTo>
                    <a:pt x="37514" y="6883"/>
                  </a:lnTo>
                  <a:lnTo>
                    <a:pt x="34538" y="15102"/>
                  </a:lnTo>
                  <a:lnTo>
                    <a:pt x="34197" y="17000"/>
                  </a:lnTo>
                  <a:lnTo>
                    <a:pt x="33987" y="19064"/>
                  </a:lnTo>
                  <a:lnTo>
                    <a:pt x="33679" y="20871"/>
                  </a:lnTo>
                  <a:lnTo>
                    <a:pt x="33262" y="22575"/>
                  </a:lnTo>
                  <a:lnTo>
                    <a:pt x="32872" y="24741"/>
                  </a:lnTo>
                  <a:lnTo>
                    <a:pt x="32948" y="27197"/>
                  </a:lnTo>
                  <a:lnTo>
                    <a:pt x="33088" y="28401"/>
                  </a:lnTo>
                  <a:lnTo>
                    <a:pt x="33446" y="29191"/>
                  </a:lnTo>
                  <a:lnTo>
                    <a:pt x="34034" y="29934"/>
                  </a:lnTo>
                  <a:lnTo>
                    <a:pt x="34486" y="31072"/>
                  </a:lnTo>
                  <a:lnTo>
                    <a:pt x="33793" y="32111"/>
                  </a:lnTo>
                  <a:lnTo>
                    <a:pt x="34557" y="34193"/>
                  </a:lnTo>
                  <a:lnTo>
                    <a:pt x="35207" y="35428"/>
                  </a:lnTo>
                  <a:lnTo>
                    <a:pt x="35293" y="36662"/>
                  </a:lnTo>
                  <a:lnTo>
                    <a:pt x="35279" y="37900"/>
                  </a:lnTo>
                  <a:lnTo>
                    <a:pt x="33929" y="40218"/>
                  </a:lnTo>
                  <a:lnTo>
                    <a:pt x="33401" y="41495"/>
                  </a:lnTo>
                  <a:lnTo>
                    <a:pt x="33074" y="43042"/>
                  </a:lnTo>
                  <a:lnTo>
                    <a:pt x="32931" y="44638"/>
                  </a:lnTo>
                  <a:lnTo>
                    <a:pt x="33080" y="46079"/>
                  </a:lnTo>
                  <a:lnTo>
                    <a:pt x="33034" y="47516"/>
                  </a:lnTo>
                  <a:lnTo>
                    <a:pt x="31675" y="47337"/>
                  </a:lnTo>
                  <a:lnTo>
                    <a:pt x="30283" y="46461"/>
                  </a:lnTo>
                  <a:lnTo>
                    <a:pt x="28880" y="46849"/>
                  </a:lnTo>
                  <a:lnTo>
                    <a:pt x="26886" y="45189"/>
                  </a:lnTo>
                  <a:lnTo>
                    <a:pt x="26159" y="44889"/>
                  </a:lnTo>
                  <a:lnTo>
                    <a:pt x="25497" y="44241"/>
                  </a:lnTo>
                  <a:lnTo>
                    <a:pt x="23837" y="39094"/>
                  </a:lnTo>
                  <a:lnTo>
                    <a:pt x="22502" y="36920"/>
                  </a:lnTo>
                  <a:lnTo>
                    <a:pt x="21069" y="35229"/>
                  </a:lnTo>
                  <a:lnTo>
                    <a:pt x="19605" y="35126"/>
                  </a:lnTo>
                  <a:lnTo>
                    <a:pt x="18138" y="35318"/>
                  </a:lnTo>
                  <a:lnTo>
                    <a:pt x="16844" y="34277"/>
                  </a:lnTo>
                  <a:lnTo>
                    <a:pt x="14210" y="30782"/>
                  </a:lnTo>
                  <a:lnTo>
                    <a:pt x="11419" y="27987"/>
                  </a:lnTo>
                  <a:lnTo>
                    <a:pt x="10234" y="26166"/>
                  </a:lnTo>
                  <a:lnTo>
                    <a:pt x="9693" y="24942"/>
                  </a:lnTo>
                  <a:lnTo>
                    <a:pt x="9062" y="24129"/>
                  </a:lnTo>
                  <a:lnTo>
                    <a:pt x="7462" y="23324"/>
                  </a:lnTo>
                  <a:lnTo>
                    <a:pt x="6028" y="21434"/>
                  </a:lnTo>
                  <a:lnTo>
                    <a:pt x="5375" y="21296"/>
                  </a:lnTo>
                  <a:lnTo>
                    <a:pt x="3970" y="21526"/>
                  </a:lnTo>
                  <a:lnTo>
                    <a:pt x="3251" y="21395"/>
                  </a:lnTo>
                  <a:lnTo>
                    <a:pt x="2525" y="20730"/>
                  </a:lnTo>
                  <a:lnTo>
                    <a:pt x="1125" y="18508"/>
                  </a:lnTo>
                  <a:lnTo>
                    <a:pt x="232" y="15428"/>
                  </a:lnTo>
                  <a:lnTo>
                    <a:pt x="0" y="14069"/>
                  </a:lnTo>
                  <a:lnTo>
                    <a:pt x="632" y="10554"/>
                  </a:lnTo>
                  <a:lnTo>
                    <a:pt x="1383" y="7179"/>
                  </a:lnTo>
                  <a:lnTo>
                    <a:pt x="2049" y="6233"/>
                  </a:lnTo>
                  <a:lnTo>
                    <a:pt x="2823" y="5554"/>
                  </a:lnTo>
                  <a:lnTo>
                    <a:pt x="3292" y="4556"/>
                  </a:lnTo>
                  <a:lnTo>
                    <a:pt x="3687" y="3334"/>
                  </a:lnTo>
                  <a:lnTo>
                    <a:pt x="5122" y="6860"/>
                  </a:lnTo>
                  <a:lnTo>
                    <a:pt x="5765" y="7713"/>
                  </a:lnTo>
                  <a:lnTo>
                    <a:pt x="6415" y="7522"/>
                  </a:lnTo>
                  <a:lnTo>
                    <a:pt x="7570" y="6258"/>
                  </a:lnTo>
                  <a:lnTo>
                    <a:pt x="7666" y="4875"/>
                  </a:lnTo>
                  <a:lnTo>
                    <a:pt x="8939" y="3119"/>
                  </a:lnTo>
                  <a:lnTo>
                    <a:pt x="10557" y="3086"/>
                  </a:lnTo>
                  <a:lnTo>
                    <a:pt x="11304" y="3409"/>
                  </a:lnTo>
                  <a:lnTo>
                    <a:pt x="11697" y="4996"/>
                  </a:lnTo>
                  <a:lnTo>
                    <a:pt x="12314" y="5485"/>
                  </a:lnTo>
                  <a:lnTo>
                    <a:pt x="13027" y="5696"/>
                  </a:lnTo>
                  <a:lnTo>
                    <a:pt x="15375" y="8721"/>
                  </a:lnTo>
                  <a:lnTo>
                    <a:pt x="16033" y="9215"/>
                  </a:lnTo>
                  <a:lnTo>
                    <a:pt x="16699" y="9299"/>
                  </a:lnTo>
                  <a:lnTo>
                    <a:pt x="18522" y="8029"/>
                  </a:lnTo>
                  <a:lnTo>
                    <a:pt x="19922" y="7545"/>
                  </a:lnTo>
                  <a:lnTo>
                    <a:pt x="22855" y="8245"/>
                  </a:lnTo>
                  <a:lnTo>
                    <a:pt x="24441" y="7485"/>
                  </a:lnTo>
                  <a:lnTo>
                    <a:pt x="25548" y="7398"/>
                  </a:lnTo>
                  <a:lnTo>
                    <a:pt x="27162" y="6230"/>
                  </a:lnTo>
                  <a:lnTo>
                    <a:pt x="28402" y="4288"/>
                  </a:lnTo>
                  <a:lnTo>
                    <a:pt x="29049" y="3809"/>
                  </a:lnTo>
                  <a:lnTo>
                    <a:pt x="29743" y="3670"/>
                  </a:lnTo>
                  <a:lnTo>
                    <a:pt x="31421" y="3791"/>
                  </a:lnTo>
                  <a:lnTo>
                    <a:pt x="33110" y="4230"/>
                  </a:lnTo>
                  <a:lnTo>
                    <a:pt x="33817" y="3777"/>
                  </a:lnTo>
                  <a:lnTo>
                    <a:pt x="34409" y="2507"/>
                  </a:lnTo>
                  <a:lnTo>
                    <a:pt x="35094" y="1936"/>
                  </a:lnTo>
                  <a:lnTo>
                    <a:pt x="35849" y="2321"/>
                  </a:lnTo>
                  <a:lnTo>
                    <a:pt x="37799" y="148"/>
                  </a:lnTo>
                  <a:lnTo>
                    <a:pt x="38658" y="0"/>
                  </a:lnTo>
                  <a:lnTo>
                    <a:pt x="39476" y="836"/>
                  </a:lnTo>
                  <a:close/>
                </a:path>
              </a:pathLst>
            </a:custGeom>
            <a:solidFill>
              <a:srgbClr val="FFEEE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" name="pg856"/>
            <p:cNvSpPr/>
            <p:nvPr/>
          </p:nvSpPr>
          <p:spPr>
            <a:xfrm>
              <a:off x="3467164" y="2478232"/>
              <a:ext cx="1484" cy="4351"/>
            </a:xfrm>
            <a:custGeom>
              <a:avLst/>
              <a:pathLst>
                <a:path w="1484" h="4351">
                  <a:moveTo>
                    <a:pt x="1484" y="1429"/>
                  </a:moveTo>
                  <a:lnTo>
                    <a:pt x="776" y="4351"/>
                  </a:lnTo>
                  <a:lnTo>
                    <a:pt x="28" y="2282"/>
                  </a:lnTo>
                  <a:lnTo>
                    <a:pt x="0" y="506"/>
                  </a:lnTo>
                  <a:lnTo>
                    <a:pt x="101" y="0"/>
                  </a:lnTo>
                  <a:lnTo>
                    <a:pt x="1012" y="747"/>
                  </a:lnTo>
                  <a:close/>
                </a:path>
              </a:pathLst>
            </a:custGeom>
            <a:solidFill>
              <a:srgbClr val="FFEEE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" name="pg857"/>
            <p:cNvSpPr/>
            <p:nvPr/>
          </p:nvSpPr>
          <p:spPr>
            <a:xfrm>
              <a:off x="3534970" y="2429597"/>
              <a:ext cx="1340" cy="1916"/>
            </a:xfrm>
            <a:custGeom>
              <a:avLst/>
              <a:pathLst>
                <a:path w="1340" h="1916">
                  <a:moveTo>
                    <a:pt x="1046" y="1660"/>
                  </a:moveTo>
                  <a:lnTo>
                    <a:pt x="495" y="1916"/>
                  </a:lnTo>
                  <a:lnTo>
                    <a:pt x="174" y="1568"/>
                  </a:lnTo>
                  <a:lnTo>
                    <a:pt x="0" y="1115"/>
                  </a:lnTo>
                  <a:lnTo>
                    <a:pt x="218" y="0"/>
                  </a:lnTo>
                  <a:lnTo>
                    <a:pt x="1340" y="662"/>
                  </a:lnTo>
                  <a:lnTo>
                    <a:pt x="1324" y="1289"/>
                  </a:lnTo>
                  <a:close/>
                </a:path>
              </a:pathLst>
            </a:custGeom>
            <a:solidFill>
              <a:srgbClr val="FFEEE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" name="pg858"/>
            <p:cNvSpPr/>
            <p:nvPr/>
          </p:nvSpPr>
          <p:spPr>
            <a:xfrm>
              <a:off x="3465277" y="2418958"/>
              <a:ext cx="1703" cy="3774"/>
            </a:xfrm>
            <a:custGeom>
              <a:avLst/>
              <a:pathLst>
                <a:path w="1703" h="3774">
                  <a:moveTo>
                    <a:pt x="991" y="2423"/>
                  </a:moveTo>
                  <a:lnTo>
                    <a:pt x="580" y="3774"/>
                  </a:lnTo>
                  <a:lnTo>
                    <a:pt x="0" y="3676"/>
                  </a:lnTo>
                  <a:lnTo>
                    <a:pt x="226" y="2676"/>
                  </a:lnTo>
                  <a:lnTo>
                    <a:pt x="761" y="672"/>
                  </a:lnTo>
                  <a:lnTo>
                    <a:pt x="1413" y="0"/>
                  </a:lnTo>
                  <a:lnTo>
                    <a:pt x="1703" y="598"/>
                  </a:lnTo>
                  <a:lnTo>
                    <a:pt x="1397" y="1747"/>
                  </a:lnTo>
                  <a:close/>
                </a:path>
              </a:pathLst>
            </a:custGeom>
            <a:solidFill>
              <a:srgbClr val="FFEEE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" name="pg859"/>
            <p:cNvSpPr/>
            <p:nvPr/>
          </p:nvSpPr>
          <p:spPr>
            <a:xfrm>
              <a:off x="3464971" y="2414963"/>
              <a:ext cx="20044" cy="69363"/>
            </a:xfrm>
            <a:custGeom>
              <a:avLst/>
              <a:pathLst>
                <a:path w="20044" h="69363">
                  <a:moveTo>
                    <a:pt x="17907" y="11082"/>
                  </a:moveTo>
                  <a:lnTo>
                    <a:pt x="18524" y="12970"/>
                  </a:lnTo>
                  <a:lnTo>
                    <a:pt x="19910" y="20710"/>
                  </a:lnTo>
                  <a:lnTo>
                    <a:pt x="20044" y="22383"/>
                  </a:lnTo>
                  <a:lnTo>
                    <a:pt x="19767" y="24099"/>
                  </a:lnTo>
                  <a:lnTo>
                    <a:pt x="19414" y="25317"/>
                  </a:lnTo>
                  <a:lnTo>
                    <a:pt x="18042" y="29214"/>
                  </a:lnTo>
                  <a:lnTo>
                    <a:pt x="18245" y="32440"/>
                  </a:lnTo>
                  <a:lnTo>
                    <a:pt x="18755" y="34433"/>
                  </a:lnTo>
                  <a:lnTo>
                    <a:pt x="18829" y="36641"/>
                  </a:lnTo>
                  <a:lnTo>
                    <a:pt x="18573" y="39380"/>
                  </a:lnTo>
                  <a:lnTo>
                    <a:pt x="17721" y="56222"/>
                  </a:lnTo>
                  <a:lnTo>
                    <a:pt x="17309" y="59201"/>
                  </a:lnTo>
                  <a:lnTo>
                    <a:pt x="17049" y="61788"/>
                  </a:lnTo>
                  <a:lnTo>
                    <a:pt x="16109" y="62570"/>
                  </a:lnTo>
                  <a:lnTo>
                    <a:pt x="14896" y="61744"/>
                  </a:lnTo>
                  <a:lnTo>
                    <a:pt x="13367" y="60288"/>
                  </a:lnTo>
                  <a:lnTo>
                    <a:pt x="12661" y="60376"/>
                  </a:lnTo>
                  <a:lnTo>
                    <a:pt x="11950" y="60874"/>
                  </a:lnTo>
                  <a:lnTo>
                    <a:pt x="11363" y="60451"/>
                  </a:lnTo>
                  <a:lnTo>
                    <a:pt x="10803" y="59627"/>
                  </a:lnTo>
                  <a:lnTo>
                    <a:pt x="10387" y="65416"/>
                  </a:lnTo>
                  <a:lnTo>
                    <a:pt x="9695" y="67766"/>
                  </a:lnTo>
                  <a:lnTo>
                    <a:pt x="8643" y="69268"/>
                  </a:lnTo>
                  <a:lnTo>
                    <a:pt x="7654" y="69363"/>
                  </a:lnTo>
                  <a:lnTo>
                    <a:pt x="6635" y="68860"/>
                  </a:lnTo>
                  <a:lnTo>
                    <a:pt x="5771" y="68864"/>
                  </a:lnTo>
                  <a:lnTo>
                    <a:pt x="5115" y="67749"/>
                  </a:lnTo>
                  <a:lnTo>
                    <a:pt x="4596" y="65798"/>
                  </a:lnTo>
                  <a:lnTo>
                    <a:pt x="3768" y="63429"/>
                  </a:lnTo>
                  <a:lnTo>
                    <a:pt x="2928" y="60615"/>
                  </a:lnTo>
                  <a:lnTo>
                    <a:pt x="2836" y="58072"/>
                  </a:lnTo>
                  <a:lnTo>
                    <a:pt x="2693" y="52464"/>
                  </a:lnTo>
                  <a:lnTo>
                    <a:pt x="2934" y="51238"/>
                  </a:lnTo>
                  <a:lnTo>
                    <a:pt x="3285" y="50064"/>
                  </a:lnTo>
                  <a:lnTo>
                    <a:pt x="3457" y="47555"/>
                  </a:lnTo>
                  <a:lnTo>
                    <a:pt x="3335" y="45369"/>
                  </a:lnTo>
                  <a:lnTo>
                    <a:pt x="3581" y="44589"/>
                  </a:lnTo>
                  <a:lnTo>
                    <a:pt x="4070" y="45369"/>
                  </a:lnTo>
                  <a:lnTo>
                    <a:pt x="4438" y="45076"/>
                  </a:lnTo>
                  <a:lnTo>
                    <a:pt x="4415" y="43951"/>
                  </a:lnTo>
                  <a:lnTo>
                    <a:pt x="4527" y="41896"/>
                  </a:lnTo>
                  <a:lnTo>
                    <a:pt x="3887" y="40175"/>
                  </a:lnTo>
                  <a:lnTo>
                    <a:pt x="2800" y="39591"/>
                  </a:lnTo>
                  <a:lnTo>
                    <a:pt x="2695" y="37790"/>
                  </a:lnTo>
                  <a:lnTo>
                    <a:pt x="2810" y="36033"/>
                  </a:lnTo>
                  <a:lnTo>
                    <a:pt x="3383" y="34852"/>
                  </a:lnTo>
                  <a:lnTo>
                    <a:pt x="3577" y="33283"/>
                  </a:lnTo>
                  <a:lnTo>
                    <a:pt x="3583" y="28497"/>
                  </a:lnTo>
                  <a:lnTo>
                    <a:pt x="2817" y="26734"/>
                  </a:lnTo>
                  <a:lnTo>
                    <a:pt x="2523" y="24064"/>
                  </a:lnTo>
                  <a:lnTo>
                    <a:pt x="2126" y="22355"/>
                  </a:lnTo>
                  <a:lnTo>
                    <a:pt x="1414" y="20638"/>
                  </a:lnTo>
                  <a:lnTo>
                    <a:pt x="609" y="19240"/>
                  </a:lnTo>
                  <a:lnTo>
                    <a:pt x="112" y="17891"/>
                  </a:lnTo>
                  <a:lnTo>
                    <a:pt x="0" y="14361"/>
                  </a:lnTo>
                  <a:lnTo>
                    <a:pt x="283" y="11417"/>
                  </a:lnTo>
                  <a:lnTo>
                    <a:pt x="535" y="10157"/>
                  </a:lnTo>
                  <a:lnTo>
                    <a:pt x="794" y="10343"/>
                  </a:lnTo>
                  <a:lnTo>
                    <a:pt x="1595" y="11806"/>
                  </a:lnTo>
                  <a:lnTo>
                    <a:pt x="2251" y="12137"/>
                  </a:lnTo>
                  <a:lnTo>
                    <a:pt x="3548" y="12491"/>
                  </a:lnTo>
                  <a:lnTo>
                    <a:pt x="4825" y="12023"/>
                  </a:lnTo>
                  <a:lnTo>
                    <a:pt x="6392" y="10691"/>
                  </a:lnTo>
                  <a:lnTo>
                    <a:pt x="7901" y="9076"/>
                  </a:lnTo>
                  <a:lnTo>
                    <a:pt x="10085" y="4335"/>
                  </a:lnTo>
                  <a:lnTo>
                    <a:pt x="11431" y="3373"/>
                  </a:lnTo>
                  <a:lnTo>
                    <a:pt x="12120" y="2125"/>
                  </a:lnTo>
                  <a:lnTo>
                    <a:pt x="12355" y="440"/>
                  </a:lnTo>
                  <a:lnTo>
                    <a:pt x="12926" y="0"/>
                  </a:lnTo>
                  <a:lnTo>
                    <a:pt x="13600" y="1637"/>
                  </a:lnTo>
                  <a:lnTo>
                    <a:pt x="14436" y="1807"/>
                  </a:lnTo>
                  <a:lnTo>
                    <a:pt x="15724" y="3159"/>
                  </a:lnTo>
                  <a:lnTo>
                    <a:pt x="16280" y="4454"/>
                  </a:lnTo>
                  <a:lnTo>
                    <a:pt x="16756" y="6010"/>
                  </a:lnTo>
                  <a:lnTo>
                    <a:pt x="17211" y="6694"/>
                  </a:lnTo>
                  <a:lnTo>
                    <a:pt x="17701" y="7085"/>
                  </a:lnTo>
                  <a:lnTo>
                    <a:pt x="17773" y="7452"/>
                  </a:lnTo>
                  <a:lnTo>
                    <a:pt x="17385" y="7818"/>
                  </a:lnTo>
                  <a:lnTo>
                    <a:pt x="16940" y="9601"/>
                  </a:lnTo>
                  <a:lnTo>
                    <a:pt x="17191" y="10115"/>
                  </a:lnTo>
                  <a:close/>
                </a:path>
              </a:pathLst>
            </a:custGeom>
            <a:solidFill>
              <a:srgbClr val="FFEEE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" name="pg860"/>
            <p:cNvSpPr/>
            <p:nvPr/>
          </p:nvSpPr>
          <p:spPr>
            <a:xfrm>
              <a:off x="3488773" y="2367652"/>
              <a:ext cx="3979" cy="4283"/>
            </a:xfrm>
            <a:custGeom>
              <a:avLst/>
              <a:pathLst>
                <a:path w="3979" h="4283">
                  <a:moveTo>
                    <a:pt x="3521" y="0"/>
                  </a:moveTo>
                  <a:lnTo>
                    <a:pt x="3930" y="1151"/>
                  </a:lnTo>
                  <a:lnTo>
                    <a:pt x="3979" y="1819"/>
                  </a:lnTo>
                  <a:lnTo>
                    <a:pt x="3704" y="2575"/>
                  </a:lnTo>
                  <a:lnTo>
                    <a:pt x="3820" y="4283"/>
                  </a:lnTo>
                  <a:lnTo>
                    <a:pt x="2787" y="2866"/>
                  </a:lnTo>
                  <a:lnTo>
                    <a:pt x="1224" y="3582"/>
                  </a:lnTo>
                  <a:lnTo>
                    <a:pt x="265" y="3431"/>
                  </a:lnTo>
                  <a:lnTo>
                    <a:pt x="0" y="2159"/>
                  </a:lnTo>
                  <a:lnTo>
                    <a:pt x="219" y="1413"/>
                  </a:lnTo>
                  <a:lnTo>
                    <a:pt x="1708" y="1252"/>
                  </a:lnTo>
                  <a:lnTo>
                    <a:pt x="2171" y="888"/>
                  </a:lnTo>
                  <a:lnTo>
                    <a:pt x="3075" y="1059"/>
                  </a:lnTo>
                  <a:close/>
                </a:path>
              </a:pathLst>
            </a:custGeom>
            <a:solidFill>
              <a:srgbClr val="FFEEE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" name="pg861"/>
            <p:cNvSpPr/>
            <p:nvPr/>
          </p:nvSpPr>
          <p:spPr>
            <a:xfrm>
              <a:off x="3445806" y="2242838"/>
              <a:ext cx="146326" cy="270167"/>
            </a:xfrm>
            <a:custGeom>
              <a:avLst/>
              <a:pathLst>
                <a:path w="146326" h="270167">
                  <a:moveTo>
                    <a:pt x="87270" y="16602"/>
                  </a:moveTo>
                  <a:lnTo>
                    <a:pt x="87019" y="18297"/>
                  </a:lnTo>
                  <a:lnTo>
                    <a:pt x="86494" y="18722"/>
                  </a:lnTo>
                  <a:lnTo>
                    <a:pt x="85583" y="19710"/>
                  </a:lnTo>
                  <a:lnTo>
                    <a:pt x="84537" y="21066"/>
                  </a:lnTo>
                  <a:lnTo>
                    <a:pt x="83562" y="22593"/>
                  </a:lnTo>
                  <a:lnTo>
                    <a:pt x="83299" y="24245"/>
                  </a:lnTo>
                  <a:lnTo>
                    <a:pt x="83563" y="25328"/>
                  </a:lnTo>
                  <a:lnTo>
                    <a:pt x="83827" y="25702"/>
                  </a:lnTo>
                  <a:lnTo>
                    <a:pt x="84183" y="25370"/>
                  </a:lnTo>
                  <a:lnTo>
                    <a:pt x="84701" y="25575"/>
                  </a:lnTo>
                  <a:lnTo>
                    <a:pt x="85354" y="26167"/>
                  </a:lnTo>
                  <a:lnTo>
                    <a:pt x="86437" y="26744"/>
                  </a:lnTo>
                  <a:lnTo>
                    <a:pt x="86467" y="27314"/>
                  </a:lnTo>
                  <a:lnTo>
                    <a:pt x="86241" y="28042"/>
                  </a:lnTo>
                  <a:lnTo>
                    <a:pt x="85395" y="29342"/>
                  </a:lnTo>
                  <a:lnTo>
                    <a:pt x="84634" y="30807"/>
                  </a:lnTo>
                  <a:lnTo>
                    <a:pt x="84559" y="31703"/>
                  </a:lnTo>
                  <a:lnTo>
                    <a:pt x="84650" y="32356"/>
                  </a:lnTo>
                  <a:lnTo>
                    <a:pt x="84915" y="32750"/>
                  </a:lnTo>
                  <a:lnTo>
                    <a:pt x="86043" y="32573"/>
                  </a:lnTo>
                  <a:lnTo>
                    <a:pt x="86208" y="33108"/>
                  </a:lnTo>
                  <a:lnTo>
                    <a:pt x="85661" y="36877"/>
                  </a:lnTo>
                  <a:lnTo>
                    <a:pt x="85831" y="37520"/>
                  </a:lnTo>
                  <a:lnTo>
                    <a:pt x="86819" y="38122"/>
                  </a:lnTo>
                  <a:lnTo>
                    <a:pt x="87537" y="39029"/>
                  </a:lnTo>
                  <a:lnTo>
                    <a:pt x="88888" y="41419"/>
                  </a:lnTo>
                  <a:lnTo>
                    <a:pt x="89426" y="43356"/>
                  </a:lnTo>
                  <a:lnTo>
                    <a:pt x="89056" y="44006"/>
                  </a:lnTo>
                  <a:lnTo>
                    <a:pt x="88208" y="44327"/>
                  </a:lnTo>
                  <a:lnTo>
                    <a:pt x="87515" y="44161"/>
                  </a:lnTo>
                  <a:lnTo>
                    <a:pt x="88298" y="42990"/>
                  </a:lnTo>
                  <a:lnTo>
                    <a:pt x="86385" y="38744"/>
                  </a:lnTo>
                  <a:lnTo>
                    <a:pt x="85520" y="38751"/>
                  </a:lnTo>
                  <a:lnTo>
                    <a:pt x="84372" y="40546"/>
                  </a:lnTo>
                  <a:lnTo>
                    <a:pt x="81178" y="38731"/>
                  </a:lnTo>
                  <a:lnTo>
                    <a:pt x="80566" y="39464"/>
                  </a:lnTo>
                  <a:lnTo>
                    <a:pt x="80114" y="40902"/>
                  </a:lnTo>
                  <a:lnTo>
                    <a:pt x="79006" y="42687"/>
                  </a:lnTo>
                  <a:lnTo>
                    <a:pt x="77435" y="43476"/>
                  </a:lnTo>
                  <a:lnTo>
                    <a:pt x="75686" y="45441"/>
                  </a:lnTo>
                  <a:lnTo>
                    <a:pt x="73841" y="46832"/>
                  </a:lnTo>
                  <a:lnTo>
                    <a:pt x="72432" y="47883"/>
                  </a:lnTo>
                  <a:lnTo>
                    <a:pt x="71625" y="47698"/>
                  </a:lnTo>
                  <a:lnTo>
                    <a:pt x="72908" y="45423"/>
                  </a:lnTo>
                  <a:lnTo>
                    <a:pt x="72361" y="45382"/>
                  </a:lnTo>
                  <a:lnTo>
                    <a:pt x="70658" y="46987"/>
                  </a:lnTo>
                  <a:lnTo>
                    <a:pt x="69677" y="48344"/>
                  </a:lnTo>
                  <a:lnTo>
                    <a:pt x="69363" y="50625"/>
                  </a:lnTo>
                  <a:lnTo>
                    <a:pt x="69077" y="54388"/>
                  </a:lnTo>
                  <a:lnTo>
                    <a:pt x="69826" y="55387"/>
                  </a:lnTo>
                  <a:lnTo>
                    <a:pt x="71135" y="60349"/>
                  </a:lnTo>
                  <a:lnTo>
                    <a:pt x="72751" y="62471"/>
                  </a:lnTo>
                  <a:lnTo>
                    <a:pt x="72437" y="64497"/>
                  </a:lnTo>
                  <a:lnTo>
                    <a:pt x="72013" y="66098"/>
                  </a:lnTo>
                  <a:lnTo>
                    <a:pt x="71037" y="67483"/>
                  </a:lnTo>
                  <a:lnTo>
                    <a:pt x="70229" y="66456"/>
                  </a:lnTo>
                  <a:lnTo>
                    <a:pt x="69734" y="66482"/>
                  </a:lnTo>
                  <a:lnTo>
                    <a:pt x="69357" y="69724"/>
                  </a:lnTo>
                  <a:lnTo>
                    <a:pt x="70056" y="78384"/>
                  </a:lnTo>
                  <a:lnTo>
                    <a:pt x="71182" y="84458"/>
                  </a:lnTo>
                  <a:lnTo>
                    <a:pt x="72300" y="87107"/>
                  </a:lnTo>
                  <a:lnTo>
                    <a:pt x="74820" y="91229"/>
                  </a:lnTo>
                  <a:lnTo>
                    <a:pt x="77485" y="93402"/>
                  </a:lnTo>
                  <a:lnTo>
                    <a:pt x="82276" y="100349"/>
                  </a:lnTo>
                  <a:lnTo>
                    <a:pt x="84903" y="102548"/>
                  </a:lnTo>
                  <a:lnTo>
                    <a:pt x="85594" y="103742"/>
                  </a:lnTo>
                  <a:lnTo>
                    <a:pt x="87187" y="109102"/>
                  </a:lnTo>
                  <a:lnTo>
                    <a:pt x="88562" y="115293"/>
                  </a:lnTo>
                  <a:lnTo>
                    <a:pt x="90045" y="125009"/>
                  </a:lnTo>
                  <a:lnTo>
                    <a:pt x="91101" y="129796"/>
                  </a:lnTo>
                  <a:lnTo>
                    <a:pt x="93227" y="135207"/>
                  </a:lnTo>
                  <a:lnTo>
                    <a:pt x="97644" y="142953"/>
                  </a:lnTo>
                  <a:lnTo>
                    <a:pt x="101660" y="148619"/>
                  </a:lnTo>
                  <a:lnTo>
                    <a:pt x="105394" y="152121"/>
                  </a:lnTo>
                  <a:lnTo>
                    <a:pt x="108309" y="152735"/>
                  </a:lnTo>
                  <a:lnTo>
                    <a:pt x="115208" y="151961"/>
                  </a:lnTo>
                  <a:lnTo>
                    <a:pt x="116411" y="152295"/>
                  </a:lnTo>
                  <a:lnTo>
                    <a:pt x="117683" y="153239"/>
                  </a:lnTo>
                  <a:lnTo>
                    <a:pt x="117986" y="155667"/>
                  </a:lnTo>
                  <a:lnTo>
                    <a:pt x="117518" y="157308"/>
                  </a:lnTo>
                  <a:lnTo>
                    <a:pt x="116067" y="159013"/>
                  </a:lnTo>
                  <a:lnTo>
                    <a:pt x="114587" y="161375"/>
                  </a:lnTo>
                  <a:lnTo>
                    <a:pt x="114424" y="164590"/>
                  </a:lnTo>
                  <a:lnTo>
                    <a:pt x="115807" y="166855"/>
                  </a:lnTo>
                  <a:lnTo>
                    <a:pt x="122461" y="172864"/>
                  </a:lnTo>
                  <a:lnTo>
                    <a:pt x="129268" y="177884"/>
                  </a:lnTo>
                  <a:lnTo>
                    <a:pt x="131387" y="180446"/>
                  </a:lnTo>
                  <a:lnTo>
                    <a:pt x="133843" y="184431"/>
                  </a:lnTo>
                  <a:lnTo>
                    <a:pt x="139776" y="189910"/>
                  </a:lnTo>
                  <a:lnTo>
                    <a:pt x="140777" y="192576"/>
                  </a:lnTo>
                  <a:lnTo>
                    <a:pt x="144381" y="198311"/>
                  </a:lnTo>
                  <a:lnTo>
                    <a:pt x="146015" y="202738"/>
                  </a:lnTo>
                  <a:lnTo>
                    <a:pt x="146326" y="206172"/>
                  </a:lnTo>
                  <a:lnTo>
                    <a:pt x="145545" y="209658"/>
                  </a:lnTo>
                  <a:lnTo>
                    <a:pt x="145186" y="212118"/>
                  </a:lnTo>
                  <a:lnTo>
                    <a:pt x="144573" y="214548"/>
                  </a:lnTo>
                  <a:lnTo>
                    <a:pt x="143038" y="213627"/>
                  </a:lnTo>
                  <a:lnTo>
                    <a:pt x="141293" y="211132"/>
                  </a:lnTo>
                  <a:lnTo>
                    <a:pt x="138666" y="200991"/>
                  </a:lnTo>
                  <a:lnTo>
                    <a:pt x="133867" y="199963"/>
                  </a:lnTo>
                  <a:lnTo>
                    <a:pt x="132875" y="199216"/>
                  </a:lnTo>
                  <a:lnTo>
                    <a:pt x="131172" y="197477"/>
                  </a:lnTo>
                  <a:lnTo>
                    <a:pt x="131069" y="196330"/>
                  </a:lnTo>
                  <a:lnTo>
                    <a:pt x="130649" y="194896"/>
                  </a:lnTo>
                  <a:lnTo>
                    <a:pt x="130212" y="194413"/>
                  </a:lnTo>
                  <a:lnTo>
                    <a:pt x="128377" y="194097"/>
                  </a:lnTo>
                  <a:lnTo>
                    <a:pt x="127106" y="195735"/>
                  </a:lnTo>
                  <a:lnTo>
                    <a:pt x="125610" y="199623"/>
                  </a:lnTo>
                  <a:lnTo>
                    <a:pt x="123915" y="205215"/>
                  </a:lnTo>
                  <a:lnTo>
                    <a:pt x="122191" y="213416"/>
                  </a:lnTo>
                  <a:lnTo>
                    <a:pt x="122091" y="216729"/>
                  </a:lnTo>
                  <a:lnTo>
                    <a:pt x="123028" y="219939"/>
                  </a:lnTo>
                  <a:lnTo>
                    <a:pt x="125823" y="221730"/>
                  </a:lnTo>
                  <a:lnTo>
                    <a:pt x="127982" y="224588"/>
                  </a:lnTo>
                  <a:lnTo>
                    <a:pt x="129405" y="227572"/>
                  </a:lnTo>
                  <a:lnTo>
                    <a:pt x="129509" y="234783"/>
                  </a:lnTo>
                  <a:lnTo>
                    <a:pt x="130146" y="238875"/>
                  </a:lnTo>
                  <a:lnTo>
                    <a:pt x="129207" y="241202"/>
                  </a:lnTo>
                  <a:lnTo>
                    <a:pt x="127392" y="240598"/>
                  </a:lnTo>
                  <a:lnTo>
                    <a:pt x="124974" y="242078"/>
                  </a:lnTo>
                  <a:lnTo>
                    <a:pt x="123262" y="244724"/>
                  </a:lnTo>
                  <a:lnTo>
                    <a:pt x="122549" y="247246"/>
                  </a:lnTo>
                  <a:lnTo>
                    <a:pt x="122737" y="253784"/>
                  </a:lnTo>
                  <a:lnTo>
                    <a:pt x="122384" y="256280"/>
                  </a:lnTo>
                  <a:lnTo>
                    <a:pt x="119137" y="260993"/>
                  </a:lnTo>
                  <a:lnTo>
                    <a:pt x="117430" y="265815"/>
                  </a:lnTo>
                  <a:lnTo>
                    <a:pt x="117006" y="267817"/>
                  </a:lnTo>
                  <a:lnTo>
                    <a:pt x="116353" y="270086"/>
                  </a:lnTo>
                  <a:lnTo>
                    <a:pt x="112252" y="270167"/>
                  </a:lnTo>
                  <a:lnTo>
                    <a:pt x="111281" y="267356"/>
                  </a:lnTo>
                  <a:lnTo>
                    <a:pt x="111247" y="263185"/>
                  </a:lnTo>
                  <a:lnTo>
                    <a:pt x="111952" y="260617"/>
                  </a:lnTo>
                  <a:lnTo>
                    <a:pt x="113460" y="259415"/>
                  </a:lnTo>
                  <a:lnTo>
                    <a:pt x="114477" y="254081"/>
                  </a:lnTo>
                  <a:lnTo>
                    <a:pt x="114157" y="250227"/>
                  </a:lnTo>
                  <a:lnTo>
                    <a:pt x="114750" y="248519"/>
                  </a:lnTo>
                  <a:lnTo>
                    <a:pt x="115311" y="247311"/>
                  </a:lnTo>
                  <a:lnTo>
                    <a:pt x="116460" y="246607"/>
                  </a:lnTo>
                  <a:lnTo>
                    <a:pt x="118080" y="245933"/>
                  </a:lnTo>
                  <a:lnTo>
                    <a:pt x="118242" y="240559"/>
                  </a:lnTo>
                  <a:lnTo>
                    <a:pt x="116977" y="238115"/>
                  </a:lnTo>
                  <a:lnTo>
                    <a:pt x="116534" y="234698"/>
                  </a:lnTo>
                  <a:lnTo>
                    <a:pt x="115943" y="228370"/>
                  </a:lnTo>
                  <a:lnTo>
                    <a:pt x="113855" y="220306"/>
                  </a:lnTo>
                  <a:lnTo>
                    <a:pt x="112735" y="213109"/>
                  </a:lnTo>
                  <a:lnTo>
                    <a:pt x="111860" y="209560"/>
                  </a:lnTo>
                  <a:lnTo>
                    <a:pt x="110532" y="207709"/>
                  </a:lnTo>
                  <a:lnTo>
                    <a:pt x="108136" y="207729"/>
                  </a:lnTo>
                  <a:lnTo>
                    <a:pt x="106946" y="207201"/>
                  </a:lnTo>
                  <a:lnTo>
                    <a:pt x="102706" y="202207"/>
                  </a:lnTo>
                  <a:lnTo>
                    <a:pt x="102410" y="201447"/>
                  </a:lnTo>
                  <a:lnTo>
                    <a:pt x="102437" y="200122"/>
                  </a:lnTo>
                  <a:lnTo>
                    <a:pt x="103141" y="198115"/>
                  </a:lnTo>
                  <a:lnTo>
                    <a:pt x="102666" y="195401"/>
                  </a:lnTo>
                  <a:lnTo>
                    <a:pt x="102163" y="192839"/>
                  </a:lnTo>
                  <a:lnTo>
                    <a:pt x="101332" y="190654"/>
                  </a:lnTo>
                  <a:lnTo>
                    <a:pt x="100421" y="189519"/>
                  </a:lnTo>
                  <a:lnTo>
                    <a:pt x="98514" y="190217"/>
                  </a:lnTo>
                  <a:lnTo>
                    <a:pt x="97844" y="190760"/>
                  </a:lnTo>
                  <a:lnTo>
                    <a:pt x="96641" y="190574"/>
                  </a:lnTo>
                  <a:lnTo>
                    <a:pt x="95695" y="191545"/>
                  </a:lnTo>
                  <a:lnTo>
                    <a:pt x="95167" y="191575"/>
                  </a:lnTo>
                  <a:lnTo>
                    <a:pt x="96655" y="187737"/>
                  </a:lnTo>
                  <a:lnTo>
                    <a:pt x="96255" y="186832"/>
                  </a:lnTo>
                  <a:lnTo>
                    <a:pt x="94784" y="185257"/>
                  </a:lnTo>
                  <a:lnTo>
                    <a:pt x="92788" y="185019"/>
                  </a:lnTo>
                  <a:lnTo>
                    <a:pt x="92235" y="184828"/>
                  </a:lnTo>
                  <a:lnTo>
                    <a:pt x="91908" y="185809"/>
                  </a:lnTo>
                  <a:lnTo>
                    <a:pt x="91519" y="185268"/>
                  </a:lnTo>
                  <a:lnTo>
                    <a:pt x="91560" y="183553"/>
                  </a:lnTo>
                  <a:lnTo>
                    <a:pt x="89241" y="175880"/>
                  </a:lnTo>
                  <a:lnTo>
                    <a:pt x="87682" y="172758"/>
                  </a:lnTo>
                  <a:lnTo>
                    <a:pt x="86896" y="172201"/>
                  </a:lnTo>
                  <a:lnTo>
                    <a:pt x="85478" y="172860"/>
                  </a:lnTo>
                  <a:lnTo>
                    <a:pt x="83098" y="171491"/>
                  </a:lnTo>
                  <a:lnTo>
                    <a:pt x="81678" y="171185"/>
                  </a:lnTo>
                  <a:lnTo>
                    <a:pt x="80895" y="171515"/>
                  </a:lnTo>
                  <a:lnTo>
                    <a:pt x="79726" y="172515"/>
                  </a:lnTo>
                  <a:lnTo>
                    <a:pt x="79138" y="171854"/>
                  </a:lnTo>
                  <a:lnTo>
                    <a:pt x="78931" y="170829"/>
                  </a:lnTo>
                  <a:lnTo>
                    <a:pt x="76771" y="167643"/>
                  </a:lnTo>
                  <a:lnTo>
                    <a:pt x="74077" y="165842"/>
                  </a:lnTo>
                  <a:lnTo>
                    <a:pt x="68830" y="155708"/>
                  </a:lnTo>
                  <a:lnTo>
                    <a:pt x="67221" y="151919"/>
                  </a:lnTo>
                  <a:lnTo>
                    <a:pt x="63911" y="147748"/>
                  </a:lnTo>
                  <a:lnTo>
                    <a:pt x="61817" y="141675"/>
                  </a:lnTo>
                  <a:lnTo>
                    <a:pt x="60103" y="139447"/>
                  </a:lnTo>
                  <a:lnTo>
                    <a:pt x="57609" y="137664"/>
                  </a:lnTo>
                  <a:lnTo>
                    <a:pt x="57034" y="137887"/>
                  </a:lnTo>
                  <a:lnTo>
                    <a:pt x="56283" y="138555"/>
                  </a:lnTo>
                  <a:lnTo>
                    <a:pt x="55695" y="138651"/>
                  </a:lnTo>
                  <a:lnTo>
                    <a:pt x="55226" y="137861"/>
                  </a:lnTo>
                  <a:lnTo>
                    <a:pt x="55702" y="137049"/>
                  </a:lnTo>
                  <a:lnTo>
                    <a:pt x="56232" y="136680"/>
                  </a:lnTo>
                  <a:lnTo>
                    <a:pt x="56023" y="134358"/>
                  </a:lnTo>
                  <a:lnTo>
                    <a:pt x="53185" y="128343"/>
                  </a:lnTo>
                  <a:lnTo>
                    <a:pt x="51523" y="126405"/>
                  </a:lnTo>
                  <a:lnTo>
                    <a:pt x="51054" y="125212"/>
                  </a:lnTo>
                  <a:lnTo>
                    <a:pt x="50708" y="123579"/>
                  </a:lnTo>
                  <a:lnTo>
                    <a:pt x="50354" y="122504"/>
                  </a:lnTo>
                  <a:lnTo>
                    <a:pt x="49567" y="121888"/>
                  </a:lnTo>
                  <a:lnTo>
                    <a:pt x="48896" y="121993"/>
                  </a:lnTo>
                  <a:lnTo>
                    <a:pt x="47966" y="121582"/>
                  </a:lnTo>
                  <a:lnTo>
                    <a:pt x="47996" y="118698"/>
                  </a:lnTo>
                  <a:lnTo>
                    <a:pt x="48181" y="116482"/>
                  </a:lnTo>
                  <a:lnTo>
                    <a:pt x="48039" y="114600"/>
                  </a:lnTo>
                  <a:lnTo>
                    <a:pt x="47135" y="109654"/>
                  </a:lnTo>
                  <a:lnTo>
                    <a:pt x="45568" y="105461"/>
                  </a:lnTo>
                  <a:lnTo>
                    <a:pt x="44646" y="95444"/>
                  </a:lnTo>
                  <a:lnTo>
                    <a:pt x="43934" y="92625"/>
                  </a:lnTo>
                  <a:lnTo>
                    <a:pt x="42201" y="90483"/>
                  </a:lnTo>
                  <a:lnTo>
                    <a:pt x="38291" y="88084"/>
                  </a:lnTo>
                  <a:lnTo>
                    <a:pt x="32843" y="81640"/>
                  </a:lnTo>
                  <a:lnTo>
                    <a:pt x="31691" y="81529"/>
                  </a:lnTo>
                  <a:lnTo>
                    <a:pt x="28414" y="79025"/>
                  </a:lnTo>
                  <a:lnTo>
                    <a:pt x="26383" y="78595"/>
                  </a:lnTo>
                  <a:lnTo>
                    <a:pt x="23744" y="80845"/>
                  </a:lnTo>
                  <a:lnTo>
                    <a:pt x="20541" y="87039"/>
                  </a:lnTo>
                  <a:lnTo>
                    <a:pt x="17940" y="93469"/>
                  </a:lnTo>
                  <a:lnTo>
                    <a:pt x="16994" y="94715"/>
                  </a:lnTo>
                  <a:lnTo>
                    <a:pt x="13642" y="96907"/>
                  </a:lnTo>
                  <a:lnTo>
                    <a:pt x="10679" y="97954"/>
                  </a:lnTo>
                  <a:lnTo>
                    <a:pt x="10646" y="96305"/>
                  </a:lnTo>
                  <a:lnTo>
                    <a:pt x="10541" y="95066"/>
                  </a:lnTo>
                  <a:lnTo>
                    <a:pt x="11043" y="93701"/>
                  </a:lnTo>
                  <a:lnTo>
                    <a:pt x="11869" y="92095"/>
                  </a:lnTo>
                  <a:lnTo>
                    <a:pt x="12632" y="90079"/>
                  </a:lnTo>
                  <a:lnTo>
                    <a:pt x="12949" y="88616"/>
                  </a:lnTo>
                  <a:lnTo>
                    <a:pt x="12800" y="87645"/>
                  </a:lnTo>
                  <a:lnTo>
                    <a:pt x="12456" y="86203"/>
                  </a:lnTo>
                  <a:lnTo>
                    <a:pt x="11990" y="86099"/>
                  </a:lnTo>
                  <a:lnTo>
                    <a:pt x="9170" y="87309"/>
                  </a:lnTo>
                  <a:lnTo>
                    <a:pt x="8524" y="86996"/>
                  </a:lnTo>
                  <a:lnTo>
                    <a:pt x="6437" y="85113"/>
                  </a:lnTo>
                  <a:lnTo>
                    <a:pt x="4189" y="82799"/>
                  </a:lnTo>
                  <a:lnTo>
                    <a:pt x="3362" y="81153"/>
                  </a:lnTo>
                  <a:lnTo>
                    <a:pt x="3048" y="79489"/>
                  </a:lnTo>
                  <a:lnTo>
                    <a:pt x="3283" y="78421"/>
                  </a:lnTo>
                  <a:lnTo>
                    <a:pt x="3095" y="77384"/>
                  </a:lnTo>
                  <a:lnTo>
                    <a:pt x="2655" y="75983"/>
                  </a:lnTo>
                  <a:lnTo>
                    <a:pt x="3053" y="74392"/>
                  </a:lnTo>
                  <a:lnTo>
                    <a:pt x="3753" y="72409"/>
                  </a:lnTo>
                  <a:lnTo>
                    <a:pt x="4104" y="71064"/>
                  </a:lnTo>
                  <a:lnTo>
                    <a:pt x="4691" y="70715"/>
                  </a:lnTo>
                  <a:lnTo>
                    <a:pt x="4972" y="69896"/>
                  </a:lnTo>
                  <a:lnTo>
                    <a:pt x="4503" y="66628"/>
                  </a:lnTo>
                  <a:lnTo>
                    <a:pt x="4258" y="66104"/>
                  </a:lnTo>
                  <a:lnTo>
                    <a:pt x="3851" y="65699"/>
                  </a:lnTo>
                  <a:lnTo>
                    <a:pt x="3228" y="65652"/>
                  </a:lnTo>
                  <a:lnTo>
                    <a:pt x="2138" y="64977"/>
                  </a:lnTo>
                  <a:lnTo>
                    <a:pt x="1362" y="63847"/>
                  </a:lnTo>
                  <a:lnTo>
                    <a:pt x="1196" y="62322"/>
                  </a:lnTo>
                  <a:lnTo>
                    <a:pt x="785" y="60856"/>
                  </a:lnTo>
                  <a:lnTo>
                    <a:pt x="86" y="59510"/>
                  </a:lnTo>
                  <a:lnTo>
                    <a:pt x="0" y="58039"/>
                  </a:lnTo>
                  <a:lnTo>
                    <a:pt x="796" y="57261"/>
                  </a:lnTo>
                  <a:lnTo>
                    <a:pt x="1883" y="57231"/>
                  </a:lnTo>
                  <a:lnTo>
                    <a:pt x="2647" y="57516"/>
                  </a:lnTo>
                  <a:lnTo>
                    <a:pt x="4362" y="55154"/>
                  </a:lnTo>
                  <a:lnTo>
                    <a:pt x="4993" y="54947"/>
                  </a:lnTo>
                  <a:lnTo>
                    <a:pt x="5560" y="54434"/>
                  </a:lnTo>
                  <a:lnTo>
                    <a:pt x="6034" y="51211"/>
                  </a:lnTo>
                  <a:lnTo>
                    <a:pt x="6400" y="50245"/>
                  </a:lnTo>
                  <a:lnTo>
                    <a:pt x="6486" y="49678"/>
                  </a:lnTo>
                  <a:lnTo>
                    <a:pt x="6149" y="49005"/>
                  </a:lnTo>
                  <a:lnTo>
                    <a:pt x="4762" y="46736"/>
                  </a:lnTo>
                  <a:lnTo>
                    <a:pt x="4129" y="44369"/>
                  </a:lnTo>
                  <a:lnTo>
                    <a:pt x="3130" y="41716"/>
                  </a:lnTo>
                  <a:lnTo>
                    <a:pt x="2202" y="40544"/>
                  </a:lnTo>
                  <a:lnTo>
                    <a:pt x="2013" y="39633"/>
                  </a:lnTo>
                  <a:lnTo>
                    <a:pt x="1991" y="38474"/>
                  </a:lnTo>
                  <a:lnTo>
                    <a:pt x="2181" y="37455"/>
                  </a:lnTo>
                  <a:lnTo>
                    <a:pt x="3863" y="35865"/>
                  </a:lnTo>
                  <a:lnTo>
                    <a:pt x="4853" y="34169"/>
                  </a:lnTo>
                  <a:lnTo>
                    <a:pt x="5281" y="34818"/>
                  </a:lnTo>
                  <a:lnTo>
                    <a:pt x="6185" y="35509"/>
                  </a:lnTo>
                  <a:lnTo>
                    <a:pt x="8640" y="34565"/>
                  </a:lnTo>
                  <a:lnTo>
                    <a:pt x="10165" y="33617"/>
                  </a:lnTo>
                  <a:lnTo>
                    <a:pt x="11239" y="32620"/>
                  </a:lnTo>
                  <a:lnTo>
                    <a:pt x="11905" y="32796"/>
                  </a:lnTo>
                  <a:lnTo>
                    <a:pt x="14316" y="34285"/>
                  </a:lnTo>
                  <a:lnTo>
                    <a:pt x="15111" y="33528"/>
                  </a:lnTo>
                  <a:lnTo>
                    <a:pt x="16849" y="31505"/>
                  </a:lnTo>
                  <a:lnTo>
                    <a:pt x="17109" y="30442"/>
                  </a:lnTo>
                  <a:lnTo>
                    <a:pt x="18478" y="27220"/>
                  </a:lnTo>
                  <a:lnTo>
                    <a:pt x="18503" y="26432"/>
                  </a:lnTo>
                  <a:lnTo>
                    <a:pt x="17939" y="24411"/>
                  </a:lnTo>
                  <a:lnTo>
                    <a:pt x="18114" y="23966"/>
                  </a:lnTo>
                  <a:lnTo>
                    <a:pt x="19795" y="21893"/>
                  </a:lnTo>
                  <a:lnTo>
                    <a:pt x="20617" y="20055"/>
                  </a:lnTo>
                  <a:lnTo>
                    <a:pt x="21507" y="18823"/>
                  </a:lnTo>
                  <a:lnTo>
                    <a:pt x="22147" y="18795"/>
                  </a:lnTo>
                  <a:lnTo>
                    <a:pt x="22323" y="19214"/>
                  </a:lnTo>
                  <a:lnTo>
                    <a:pt x="22399" y="20074"/>
                  </a:lnTo>
                  <a:lnTo>
                    <a:pt x="22344" y="23617"/>
                  </a:lnTo>
                  <a:lnTo>
                    <a:pt x="22590" y="24709"/>
                  </a:lnTo>
                  <a:lnTo>
                    <a:pt x="23910" y="27253"/>
                  </a:lnTo>
                  <a:lnTo>
                    <a:pt x="24851" y="28702"/>
                  </a:lnTo>
                  <a:lnTo>
                    <a:pt x="27034" y="29696"/>
                  </a:lnTo>
                  <a:lnTo>
                    <a:pt x="27135" y="30172"/>
                  </a:lnTo>
                  <a:lnTo>
                    <a:pt x="26534" y="32088"/>
                  </a:lnTo>
                  <a:lnTo>
                    <a:pt x="27856" y="34378"/>
                  </a:lnTo>
                  <a:lnTo>
                    <a:pt x="28092" y="36054"/>
                  </a:lnTo>
                  <a:lnTo>
                    <a:pt x="28702" y="36998"/>
                  </a:lnTo>
                  <a:lnTo>
                    <a:pt x="29566" y="36535"/>
                  </a:lnTo>
                  <a:lnTo>
                    <a:pt x="29849" y="35652"/>
                  </a:lnTo>
                  <a:lnTo>
                    <a:pt x="29509" y="34099"/>
                  </a:lnTo>
                  <a:lnTo>
                    <a:pt x="29260" y="32475"/>
                  </a:lnTo>
                  <a:lnTo>
                    <a:pt x="29310" y="31535"/>
                  </a:lnTo>
                  <a:lnTo>
                    <a:pt x="29549" y="30455"/>
                  </a:lnTo>
                  <a:lnTo>
                    <a:pt x="30149" y="28948"/>
                  </a:lnTo>
                  <a:lnTo>
                    <a:pt x="31783" y="25497"/>
                  </a:lnTo>
                  <a:lnTo>
                    <a:pt x="32371" y="23502"/>
                  </a:lnTo>
                  <a:lnTo>
                    <a:pt x="32478" y="20414"/>
                  </a:lnTo>
                  <a:lnTo>
                    <a:pt x="32483" y="17934"/>
                  </a:lnTo>
                  <a:lnTo>
                    <a:pt x="33029" y="17332"/>
                  </a:lnTo>
                  <a:lnTo>
                    <a:pt x="34200" y="17772"/>
                  </a:lnTo>
                  <a:lnTo>
                    <a:pt x="34550" y="17723"/>
                  </a:lnTo>
                  <a:lnTo>
                    <a:pt x="34710" y="19245"/>
                  </a:lnTo>
                  <a:lnTo>
                    <a:pt x="35209" y="21669"/>
                  </a:lnTo>
                  <a:lnTo>
                    <a:pt x="35797" y="22928"/>
                  </a:lnTo>
                  <a:lnTo>
                    <a:pt x="36425" y="23226"/>
                  </a:lnTo>
                  <a:lnTo>
                    <a:pt x="37164" y="23232"/>
                  </a:lnTo>
                  <a:lnTo>
                    <a:pt x="38994" y="21750"/>
                  </a:lnTo>
                  <a:lnTo>
                    <a:pt x="40187" y="21108"/>
                  </a:lnTo>
                  <a:lnTo>
                    <a:pt x="40863" y="21284"/>
                  </a:lnTo>
                  <a:lnTo>
                    <a:pt x="41263" y="22293"/>
                  </a:lnTo>
                  <a:lnTo>
                    <a:pt x="42119" y="24940"/>
                  </a:lnTo>
                  <a:lnTo>
                    <a:pt x="42607" y="25239"/>
                  </a:lnTo>
                  <a:lnTo>
                    <a:pt x="43196" y="24936"/>
                  </a:lnTo>
                  <a:lnTo>
                    <a:pt x="43405" y="24484"/>
                  </a:lnTo>
                  <a:lnTo>
                    <a:pt x="43215" y="23466"/>
                  </a:lnTo>
                  <a:lnTo>
                    <a:pt x="42966" y="21254"/>
                  </a:lnTo>
                  <a:lnTo>
                    <a:pt x="42624" y="19543"/>
                  </a:lnTo>
                  <a:lnTo>
                    <a:pt x="42175" y="18740"/>
                  </a:lnTo>
                  <a:lnTo>
                    <a:pt x="42085" y="17697"/>
                  </a:lnTo>
                  <a:lnTo>
                    <a:pt x="42368" y="15819"/>
                  </a:lnTo>
                  <a:lnTo>
                    <a:pt x="42686" y="14249"/>
                  </a:lnTo>
                  <a:lnTo>
                    <a:pt x="43309" y="13822"/>
                  </a:lnTo>
                  <a:lnTo>
                    <a:pt x="44025" y="13623"/>
                  </a:lnTo>
                  <a:lnTo>
                    <a:pt x="44972" y="15285"/>
                  </a:lnTo>
                  <a:lnTo>
                    <a:pt x="46093" y="15810"/>
                  </a:lnTo>
                  <a:lnTo>
                    <a:pt x="46927" y="15722"/>
                  </a:lnTo>
                  <a:lnTo>
                    <a:pt x="47073" y="14752"/>
                  </a:lnTo>
                  <a:lnTo>
                    <a:pt x="47021" y="13689"/>
                  </a:lnTo>
                  <a:lnTo>
                    <a:pt x="46523" y="12324"/>
                  </a:lnTo>
                  <a:lnTo>
                    <a:pt x="46623" y="10261"/>
                  </a:lnTo>
                  <a:lnTo>
                    <a:pt x="47201" y="6417"/>
                  </a:lnTo>
                  <a:lnTo>
                    <a:pt x="47528" y="6707"/>
                  </a:lnTo>
                  <a:lnTo>
                    <a:pt x="48767" y="6749"/>
                  </a:lnTo>
                  <a:lnTo>
                    <a:pt x="50118" y="6966"/>
                  </a:lnTo>
                  <a:lnTo>
                    <a:pt x="50988" y="8534"/>
                  </a:lnTo>
                  <a:lnTo>
                    <a:pt x="51841" y="9068"/>
                  </a:lnTo>
                  <a:lnTo>
                    <a:pt x="53056" y="9238"/>
                  </a:lnTo>
                  <a:lnTo>
                    <a:pt x="53869" y="9016"/>
                  </a:lnTo>
                  <a:lnTo>
                    <a:pt x="54262" y="8426"/>
                  </a:lnTo>
                  <a:lnTo>
                    <a:pt x="54736" y="6589"/>
                  </a:lnTo>
                  <a:lnTo>
                    <a:pt x="55605" y="4312"/>
                  </a:lnTo>
                  <a:lnTo>
                    <a:pt x="56969" y="3145"/>
                  </a:lnTo>
                  <a:lnTo>
                    <a:pt x="59298" y="2927"/>
                  </a:lnTo>
                  <a:lnTo>
                    <a:pt x="60462" y="2503"/>
                  </a:lnTo>
                  <a:lnTo>
                    <a:pt x="61671" y="2527"/>
                  </a:lnTo>
                  <a:lnTo>
                    <a:pt x="62583" y="2880"/>
                  </a:lnTo>
                  <a:lnTo>
                    <a:pt x="63524" y="2838"/>
                  </a:lnTo>
                  <a:lnTo>
                    <a:pt x="65916" y="1253"/>
                  </a:lnTo>
                  <a:lnTo>
                    <a:pt x="68383" y="0"/>
                  </a:lnTo>
                  <a:lnTo>
                    <a:pt x="68725" y="210"/>
                  </a:lnTo>
                  <a:lnTo>
                    <a:pt x="68776" y="627"/>
                  </a:lnTo>
                  <a:lnTo>
                    <a:pt x="68335" y="1594"/>
                  </a:lnTo>
                  <a:lnTo>
                    <a:pt x="67906" y="2877"/>
                  </a:lnTo>
                  <a:lnTo>
                    <a:pt x="68194" y="4340"/>
                  </a:lnTo>
                  <a:lnTo>
                    <a:pt x="69599" y="7276"/>
                  </a:lnTo>
                  <a:lnTo>
                    <a:pt x="70365" y="9524"/>
                  </a:lnTo>
                  <a:lnTo>
                    <a:pt x="71084" y="11213"/>
                  </a:lnTo>
                  <a:lnTo>
                    <a:pt x="72205" y="12103"/>
                  </a:lnTo>
                  <a:lnTo>
                    <a:pt x="73679" y="12647"/>
                  </a:lnTo>
                  <a:lnTo>
                    <a:pt x="74928" y="12844"/>
                  </a:lnTo>
                  <a:lnTo>
                    <a:pt x="76233" y="13481"/>
                  </a:lnTo>
                  <a:lnTo>
                    <a:pt x="80714" y="15054"/>
                  </a:lnTo>
                  <a:lnTo>
                    <a:pt x="82970" y="15490"/>
                  </a:lnTo>
                  <a:lnTo>
                    <a:pt x="84679" y="15559"/>
                  </a:lnTo>
                  <a:close/>
                </a:path>
              </a:pathLst>
            </a:custGeom>
            <a:solidFill>
              <a:srgbClr val="FFEEE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" name="pg862"/>
            <p:cNvSpPr/>
            <p:nvPr/>
          </p:nvSpPr>
          <p:spPr>
            <a:xfrm>
              <a:off x="3516996" y="2334215"/>
              <a:ext cx="1453" cy="2826"/>
            </a:xfrm>
            <a:custGeom>
              <a:avLst/>
              <a:pathLst>
                <a:path w="1453" h="2826">
                  <a:moveTo>
                    <a:pt x="0" y="1630"/>
                  </a:moveTo>
                  <a:lnTo>
                    <a:pt x="363" y="2826"/>
                  </a:lnTo>
                  <a:lnTo>
                    <a:pt x="1090" y="2610"/>
                  </a:lnTo>
                  <a:lnTo>
                    <a:pt x="1453" y="1086"/>
                  </a:lnTo>
                  <a:lnTo>
                    <a:pt x="1318" y="0"/>
                  </a:lnTo>
                  <a:lnTo>
                    <a:pt x="545" y="216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" name="pg863"/>
            <p:cNvSpPr/>
            <p:nvPr/>
          </p:nvSpPr>
          <p:spPr>
            <a:xfrm>
              <a:off x="2397325" y="3086756"/>
              <a:ext cx="26267" cy="23854"/>
            </a:xfrm>
            <a:custGeom>
              <a:avLst/>
              <a:pathLst>
                <a:path w="26267" h="23854">
                  <a:moveTo>
                    <a:pt x="13302" y="1914"/>
                  </a:moveTo>
                  <a:lnTo>
                    <a:pt x="14807" y="2976"/>
                  </a:lnTo>
                  <a:lnTo>
                    <a:pt x="16359" y="3524"/>
                  </a:lnTo>
                  <a:lnTo>
                    <a:pt x="17030" y="3556"/>
                  </a:lnTo>
                  <a:lnTo>
                    <a:pt x="17661" y="3894"/>
                  </a:lnTo>
                  <a:lnTo>
                    <a:pt x="19080" y="6439"/>
                  </a:lnTo>
                  <a:lnTo>
                    <a:pt x="20222" y="7831"/>
                  </a:lnTo>
                  <a:lnTo>
                    <a:pt x="24551" y="10943"/>
                  </a:lnTo>
                  <a:lnTo>
                    <a:pt x="25996" y="16308"/>
                  </a:lnTo>
                  <a:lnTo>
                    <a:pt x="26267" y="17986"/>
                  </a:lnTo>
                  <a:lnTo>
                    <a:pt x="25149" y="18981"/>
                  </a:lnTo>
                  <a:lnTo>
                    <a:pt x="23741" y="19325"/>
                  </a:lnTo>
                  <a:lnTo>
                    <a:pt x="22395" y="19384"/>
                  </a:lnTo>
                  <a:lnTo>
                    <a:pt x="21151" y="18357"/>
                  </a:lnTo>
                  <a:lnTo>
                    <a:pt x="20608" y="17569"/>
                  </a:lnTo>
                  <a:lnTo>
                    <a:pt x="19314" y="17191"/>
                  </a:lnTo>
                  <a:lnTo>
                    <a:pt x="19635" y="16468"/>
                  </a:lnTo>
                  <a:lnTo>
                    <a:pt x="19061" y="16130"/>
                  </a:lnTo>
                  <a:lnTo>
                    <a:pt x="18340" y="16207"/>
                  </a:lnTo>
                  <a:lnTo>
                    <a:pt x="17809" y="18264"/>
                  </a:lnTo>
                  <a:lnTo>
                    <a:pt x="17218" y="19899"/>
                  </a:lnTo>
                  <a:lnTo>
                    <a:pt x="16085" y="19742"/>
                  </a:lnTo>
                  <a:lnTo>
                    <a:pt x="15649" y="18348"/>
                  </a:lnTo>
                  <a:lnTo>
                    <a:pt x="15054" y="18974"/>
                  </a:lnTo>
                  <a:lnTo>
                    <a:pt x="14574" y="20009"/>
                  </a:lnTo>
                  <a:lnTo>
                    <a:pt x="13999" y="23854"/>
                  </a:lnTo>
                  <a:lnTo>
                    <a:pt x="13075" y="21945"/>
                  </a:lnTo>
                  <a:lnTo>
                    <a:pt x="12069" y="20345"/>
                  </a:lnTo>
                  <a:lnTo>
                    <a:pt x="10805" y="19684"/>
                  </a:lnTo>
                  <a:lnTo>
                    <a:pt x="8252" y="19576"/>
                  </a:lnTo>
                  <a:lnTo>
                    <a:pt x="7050" y="19053"/>
                  </a:lnTo>
                  <a:lnTo>
                    <a:pt x="6047" y="15800"/>
                  </a:lnTo>
                  <a:lnTo>
                    <a:pt x="5654" y="14868"/>
                  </a:lnTo>
                  <a:lnTo>
                    <a:pt x="4646" y="14025"/>
                  </a:lnTo>
                  <a:lnTo>
                    <a:pt x="3640" y="10294"/>
                  </a:lnTo>
                  <a:lnTo>
                    <a:pt x="3280" y="9782"/>
                  </a:lnTo>
                  <a:lnTo>
                    <a:pt x="560" y="8987"/>
                  </a:lnTo>
                  <a:lnTo>
                    <a:pt x="0" y="6944"/>
                  </a:lnTo>
                  <a:lnTo>
                    <a:pt x="166" y="5096"/>
                  </a:lnTo>
                  <a:lnTo>
                    <a:pt x="1074" y="2835"/>
                  </a:lnTo>
                  <a:lnTo>
                    <a:pt x="1515" y="2190"/>
                  </a:lnTo>
                  <a:lnTo>
                    <a:pt x="3022" y="2286"/>
                  </a:lnTo>
                  <a:lnTo>
                    <a:pt x="4458" y="1607"/>
                  </a:lnTo>
                  <a:lnTo>
                    <a:pt x="5091" y="636"/>
                  </a:lnTo>
                  <a:lnTo>
                    <a:pt x="5751" y="0"/>
                  </a:lnTo>
                  <a:lnTo>
                    <a:pt x="10956" y="1630"/>
                  </a:lnTo>
                  <a:lnTo>
                    <a:pt x="12157" y="1647"/>
                  </a:lnTo>
                  <a:close/>
                </a:path>
              </a:pathLst>
            </a:custGeom>
            <a:solidFill>
              <a:srgbClr val="FFF0E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" name="pg864"/>
            <p:cNvSpPr/>
            <p:nvPr/>
          </p:nvSpPr>
          <p:spPr>
            <a:xfrm>
              <a:off x="3336431" y="2178296"/>
              <a:ext cx="2787" cy="2852"/>
            </a:xfrm>
            <a:custGeom>
              <a:avLst/>
              <a:pathLst>
                <a:path w="2787" h="2852">
                  <a:moveTo>
                    <a:pt x="2680" y="1037"/>
                  </a:moveTo>
                  <a:lnTo>
                    <a:pt x="2787" y="2527"/>
                  </a:lnTo>
                  <a:lnTo>
                    <a:pt x="2246" y="2852"/>
                  </a:lnTo>
                  <a:lnTo>
                    <a:pt x="1787" y="2333"/>
                  </a:lnTo>
                  <a:lnTo>
                    <a:pt x="865" y="2333"/>
                  </a:lnTo>
                  <a:lnTo>
                    <a:pt x="0" y="2659"/>
                  </a:lnTo>
                  <a:lnTo>
                    <a:pt x="189" y="0"/>
                  </a:lnTo>
                  <a:lnTo>
                    <a:pt x="1895" y="324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" name="pg865"/>
            <p:cNvSpPr/>
            <p:nvPr/>
          </p:nvSpPr>
          <p:spPr>
            <a:xfrm>
              <a:off x="3795307" y="2647953"/>
              <a:ext cx="53579" cy="123566"/>
            </a:xfrm>
            <a:custGeom>
              <a:avLst/>
              <a:pathLst>
                <a:path w="53579" h="123566">
                  <a:moveTo>
                    <a:pt x="51760" y="36868"/>
                  </a:moveTo>
                  <a:lnTo>
                    <a:pt x="49930" y="40326"/>
                  </a:lnTo>
                  <a:lnTo>
                    <a:pt x="49501" y="40697"/>
                  </a:lnTo>
                  <a:lnTo>
                    <a:pt x="47123" y="42128"/>
                  </a:lnTo>
                  <a:lnTo>
                    <a:pt x="42260" y="45055"/>
                  </a:lnTo>
                  <a:lnTo>
                    <a:pt x="39001" y="47014"/>
                  </a:lnTo>
                  <a:lnTo>
                    <a:pt x="34835" y="49520"/>
                  </a:lnTo>
                  <a:lnTo>
                    <a:pt x="31374" y="51602"/>
                  </a:lnTo>
                  <a:lnTo>
                    <a:pt x="27947" y="53664"/>
                  </a:lnTo>
                  <a:lnTo>
                    <a:pt x="24776" y="55573"/>
                  </a:lnTo>
                  <a:lnTo>
                    <a:pt x="26586" y="59601"/>
                  </a:lnTo>
                  <a:lnTo>
                    <a:pt x="29352" y="65758"/>
                  </a:lnTo>
                  <a:lnTo>
                    <a:pt x="31197" y="69867"/>
                  </a:lnTo>
                  <a:lnTo>
                    <a:pt x="33375" y="75150"/>
                  </a:lnTo>
                  <a:lnTo>
                    <a:pt x="35319" y="79868"/>
                  </a:lnTo>
                  <a:lnTo>
                    <a:pt x="37380" y="84871"/>
                  </a:lnTo>
                  <a:lnTo>
                    <a:pt x="35934" y="86566"/>
                  </a:lnTo>
                  <a:lnTo>
                    <a:pt x="33551" y="89358"/>
                  </a:lnTo>
                  <a:lnTo>
                    <a:pt x="33306" y="89866"/>
                  </a:lnTo>
                  <a:lnTo>
                    <a:pt x="33105" y="90388"/>
                  </a:lnTo>
                  <a:lnTo>
                    <a:pt x="32118" y="95373"/>
                  </a:lnTo>
                  <a:lnTo>
                    <a:pt x="31342" y="99299"/>
                  </a:lnTo>
                  <a:lnTo>
                    <a:pt x="31077" y="99791"/>
                  </a:lnTo>
                  <a:lnTo>
                    <a:pt x="27747" y="101232"/>
                  </a:lnTo>
                  <a:lnTo>
                    <a:pt x="24386" y="102687"/>
                  </a:lnTo>
                  <a:lnTo>
                    <a:pt x="22267" y="103604"/>
                  </a:lnTo>
                  <a:lnTo>
                    <a:pt x="21633" y="104620"/>
                  </a:lnTo>
                  <a:lnTo>
                    <a:pt x="20249" y="109511"/>
                  </a:lnTo>
                  <a:lnTo>
                    <a:pt x="18821" y="114564"/>
                  </a:lnTo>
                  <a:lnTo>
                    <a:pt x="16436" y="118693"/>
                  </a:lnTo>
                  <a:lnTo>
                    <a:pt x="13791" y="123269"/>
                  </a:lnTo>
                  <a:lnTo>
                    <a:pt x="13137" y="123566"/>
                  </a:lnTo>
                  <a:lnTo>
                    <a:pt x="11223" y="122863"/>
                  </a:lnTo>
                  <a:lnTo>
                    <a:pt x="7953" y="121663"/>
                  </a:lnTo>
                  <a:lnTo>
                    <a:pt x="4792" y="120504"/>
                  </a:lnTo>
                  <a:lnTo>
                    <a:pt x="2628" y="119711"/>
                  </a:lnTo>
                  <a:lnTo>
                    <a:pt x="0" y="118748"/>
                  </a:lnTo>
                  <a:lnTo>
                    <a:pt x="388" y="114879"/>
                  </a:lnTo>
                  <a:lnTo>
                    <a:pt x="279" y="112794"/>
                  </a:lnTo>
                  <a:lnTo>
                    <a:pt x="902" y="105937"/>
                  </a:lnTo>
                  <a:lnTo>
                    <a:pt x="1266" y="102691"/>
                  </a:lnTo>
                  <a:lnTo>
                    <a:pt x="1448" y="100299"/>
                  </a:lnTo>
                  <a:lnTo>
                    <a:pt x="2354" y="95458"/>
                  </a:lnTo>
                  <a:lnTo>
                    <a:pt x="2243" y="93874"/>
                  </a:lnTo>
                  <a:lnTo>
                    <a:pt x="2435" y="88289"/>
                  </a:lnTo>
                  <a:lnTo>
                    <a:pt x="2342" y="87208"/>
                  </a:lnTo>
                  <a:lnTo>
                    <a:pt x="2754" y="84164"/>
                  </a:lnTo>
                  <a:lnTo>
                    <a:pt x="3527" y="79744"/>
                  </a:lnTo>
                  <a:lnTo>
                    <a:pt x="4282" y="75940"/>
                  </a:lnTo>
                  <a:lnTo>
                    <a:pt x="4557" y="74227"/>
                  </a:lnTo>
                  <a:lnTo>
                    <a:pt x="5333" y="70620"/>
                  </a:lnTo>
                  <a:lnTo>
                    <a:pt x="6027" y="66183"/>
                  </a:lnTo>
                  <a:lnTo>
                    <a:pt x="5662" y="63759"/>
                  </a:lnTo>
                  <a:lnTo>
                    <a:pt x="5551" y="63285"/>
                  </a:lnTo>
                  <a:lnTo>
                    <a:pt x="5825" y="60481"/>
                  </a:lnTo>
                  <a:lnTo>
                    <a:pt x="6167" y="55933"/>
                  </a:lnTo>
                  <a:lnTo>
                    <a:pt x="6350" y="53479"/>
                  </a:lnTo>
                  <a:lnTo>
                    <a:pt x="6769" y="50229"/>
                  </a:lnTo>
                  <a:lnTo>
                    <a:pt x="7505" y="47476"/>
                  </a:lnTo>
                  <a:lnTo>
                    <a:pt x="7165" y="40993"/>
                  </a:lnTo>
                  <a:lnTo>
                    <a:pt x="7206" y="37503"/>
                  </a:lnTo>
                  <a:lnTo>
                    <a:pt x="7666" y="33518"/>
                  </a:lnTo>
                  <a:lnTo>
                    <a:pt x="7412" y="28860"/>
                  </a:lnTo>
                  <a:lnTo>
                    <a:pt x="7629" y="22230"/>
                  </a:lnTo>
                  <a:lnTo>
                    <a:pt x="7676" y="21610"/>
                  </a:lnTo>
                  <a:lnTo>
                    <a:pt x="7943" y="20808"/>
                  </a:lnTo>
                  <a:lnTo>
                    <a:pt x="8149" y="20392"/>
                  </a:lnTo>
                  <a:lnTo>
                    <a:pt x="9670" y="19009"/>
                  </a:lnTo>
                  <a:lnTo>
                    <a:pt x="10322" y="18831"/>
                  </a:lnTo>
                  <a:lnTo>
                    <a:pt x="11648" y="19456"/>
                  </a:lnTo>
                  <a:lnTo>
                    <a:pt x="12409" y="20847"/>
                  </a:lnTo>
                  <a:lnTo>
                    <a:pt x="13681" y="24774"/>
                  </a:lnTo>
                  <a:lnTo>
                    <a:pt x="15658" y="25917"/>
                  </a:lnTo>
                  <a:lnTo>
                    <a:pt x="16455" y="27029"/>
                  </a:lnTo>
                  <a:lnTo>
                    <a:pt x="17538" y="29114"/>
                  </a:lnTo>
                  <a:lnTo>
                    <a:pt x="18860" y="29870"/>
                  </a:lnTo>
                  <a:lnTo>
                    <a:pt x="23045" y="31172"/>
                  </a:lnTo>
                  <a:lnTo>
                    <a:pt x="26384" y="26791"/>
                  </a:lnTo>
                  <a:lnTo>
                    <a:pt x="29205" y="23090"/>
                  </a:lnTo>
                  <a:lnTo>
                    <a:pt x="32412" y="18886"/>
                  </a:lnTo>
                  <a:lnTo>
                    <a:pt x="34592" y="16026"/>
                  </a:lnTo>
                  <a:lnTo>
                    <a:pt x="38314" y="11150"/>
                  </a:lnTo>
                  <a:lnTo>
                    <a:pt x="40764" y="8066"/>
                  </a:lnTo>
                  <a:lnTo>
                    <a:pt x="43989" y="4006"/>
                  </a:lnTo>
                  <a:lnTo>
                    <a:pt x="47172" y="0"/>
                  </a:lnTo>
                  <a:lnTo>
                    <a:pt x="48054" y="6540"/>
                  </a:lnTo>
                  <a:lnTo>
                    <a:pt x="48915" y="12929"/>
                  </a:lnTo>
                  <a:lnTo>
                    <a:pt x="49811" y="19547"/>
                  </a:lnTo>
                  <a:lnTo>
                    <a:pt x="50679" y="25975"/>
                  </a:lnTo>
                  <a:lnTo>
                    <a:pt x="49740" y="26583"/>
                  </a:lnTo>
                  <a:lnTo>
                    <a:pt x="50477" y="31515"/>
                  </a:lnTo>
                  <a:lnTo>
                    <a:pt x="51694" y="30760"/>
                  </a:lnTo>
                  <a:lnTo>
                    <a:pt x="53020" y="30176"/>
                  </a:lnTo>
                  <a:lnTo>
                    <a:pt x="53579" y="33342"/>
                  </a:lnTo>
                  <a:close/>
                </a:path>
              </a:pathLst>
            </a:custGeom>
            <a:solidFill>
              <a:srgbClr val="FFFCF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" name="pg866"/>
            <p:cNvSpPr/>
            <p:nvPr/>
          </p:nvSpPr>
          <p:spPr>
            <a:xfrm>
              <a:off x="4890207" y="2912646"/>
              <a:ext cx="3147" cy="4384"/>
            </a:xfrm>
            <a:custGeom>
              <a:avLst/>
              <a:pathLst>
                <a:path w="3147" h="4384">
                  <a:moveTo>
                    <a:pt x="2577" y="3969"/>
                  </a:moveTo>
                  <a:lnTo>
                    <a:pt x="1799" y="4384"/>
                  </a:lnTo>
                  <a:lnTo>
                    <a:pt x="864" y="3875"/>
                  </a:lnTo>
                  <a:lnTo>
                    <a:pt x="11" y="3735"/>
                  </a:lnTo>
                  <a:lnTo>
                    <a:pt x="0" y="2856"/>
                  </a:lnTo>
                  <a:lnTo>
                    <a:pt x="895" y="1949"/>
                  </a:lnTo>
                  <a:lnTo>
                    <a:pt x="912" y="683"/>
                  </a:lnTo>
                  <a:lnTo>
                    <a:pt x="1131" y="0"/>
                  </a:lnTo>
                  <a:lnTo>
                    <a:pt x="3147" y="1549"/>
                  </a:lnTo>
                  <a:lnTo>
                    <a:pt x="3064" y="2683"/>
                  </a:lnTo>
                  <a:close/>
                </a:path>
              </a:pathLst>
            </a:custGeom>
            <a:solidFill>
              <a:srgbClr val="FFF4F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" name="pg867"/>
            <p:cNvSpPr/>
            <p:nvPr/>
          </p:nvSpPr>
          <p:spPr>
            <a:xfrm>
              <a:off x="4895204" y="2907544"/>
              <a:ext cx="2952" cy="7447"/>
            </a:xfrm>
            <a:custGeom>
              <a:avLst/>
              <a:pathLst>
                <a:path w="2952" h="7447">
                  <a:moveTo>
                    <a:pt x="2571" y="2103"/>
                  </a:moveTo>
                  <a:lnTo>
                    <a:pt x="1844" y="6768"/>
                  </a:lnTo>
                  <a:lnTo>
                    <a:pt x="1244" y="7447"/>
                  </a:lnTo>
                  <a:lnTo>
                    <a:pt x="628" y="7077"/>
                  </a:lnTo>
                  <a:lnTo>
                    <a:pt x="0" y="4469"/>
                  </a:lnTo>
                  <a:lnTo>
                    <a:pt x="439" y="3471"/>
                  </a:lnTo>
                  <a:lnTo>
                    <a:pt x="1054" y="3996"/>
                  </a:lnTo>
                  <a:lnTo>
                    <a:pt x="1551" y="3796"/>
                  </a:lnTo>
                  <a:lnTo>
                    <a:pt x="2680" y="0"/>
                  </a:lnTo>
                  <a:lnTo>
                    <a:pt x="2952" y="613"/>
                  </a:lnTo>
                  <a:close/>
                </a:path>
              </a:pathLst>
            </a:custGeom>
            <a:solidFill>
              <a:srgbClr val="FFF4F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" name="pg868"/>
            <p:cNvSpPr/>
            <p:nvPr/>
          </p:nvSpPr>
          <p:spPr>
            <a:xfrm>
              <a:off x="4909817" y="2899128"/>
              <a:ext cx="2161" cy="4575"/>
            </a:xfrm>
            <a:custGeom>
              <a:avLst/>
              <a:pathLst>
                <a:path w="2161" h="4575">
                  <a:moveTo>
                    <a:pt x="2161" y="3804"/>
                  </a:moveTo>
                  <a:lnTo>
                    <a:pt x="1115" y="4575"/>
                  </a:lnTo>
                  <a:lnTo>
                    <a:pt x="0" y="4119"/>
                  </a:lnTo>
                  <a:lnTo>
                    <a:pt x="180" y="0"/>
                  </a:lnTo>
                  <a:lnTo>
                    <a:pt x="567" y="577"/>
                  </a:lnTo>
                  <a:lnTo>
                    <a:pt x="809" y="1986"/>
                  </a:lnTo>
                  <a:lnTo>
                    <a:pt x="1639" y="2809"/>
                  </a:lnTo>
                  <a:close/>
                </a:path>
              </a:pathLst>
            </a:custGeom>
            <a:solidFill>
              <a:srgbClr val="FFF4F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" name="pg869"/>
            <p:cNvSpPr/>
            <p:nvPr/>
          </p:nvSpPr>
          <p:spPr>
            <a:xfrm>
              <a:off x="5117597" y="2844328"/>
              <a:ext cx="1172" cy="3273"/>
            </a:xfrm>
            <a:custGeom>
              <a:avLst/>
              <a:pathLst>
                <a:path w="1172" h="3273">
                  <a:moveTo>
                    <a:pt x="1000" y="3249"/>
                  </a:moveTo>
                  <a:lnTo>
                    <a:pt x="774" y="3273"/>
                  </a:lnTo>
                  <a:lnTo>
                    <a:pt x="0" y="145"/>
                  </a:lnTo>
                  <a:lnTo>
                    <a:pt x="224" y="0"/>
                  </a:lnTo>
                  <a:lnTo>
                    <a:pt x="673" y="487"/>
                  </a:lnTo>
                  <a:lnTo>
                    <a:pt x="1172" y="2295"/>
                  </a:lnTo>
                  <a:close/>
                </a:path>
              </a:pathLst>
            </a:custGeom>
            <a:solidFill>
              <a:srgbClr val="FFF4F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" name="pg870"/>
            <p:cNvSpPr/>
            <p:nvPr/>
          </p:nvSpPr>
          <p:spPr>
            <a:xfrm>
              <a:off x="4939195" y="2839736"/>
              <a:ext cx="8415" cy="23259"/>
            </a:xfrm>
            <a:custGeom>
              <a:avLst/>
              <a:pathLst>
                <a:path w="8415" h="23259">
                  <a:moveTo>
                    <a:pt x="7515" y="6769"/>
                  </a:moveTo>
                  <a:lnTo>
                    <a:pt x="6327" y="8124"/>
                  </a:lnTo>
                  <a:lnTo>
                    <a:pt x="5889" y="9740"/>
                  </a:lnTo>
                  <a:lnTo>
                    <a:pt x="4790" y="10291"/>
                  </a:lnTo>
                  <a:lnTo>
                    <a:pt x="3721" y="12569"/>
                  </a:lnTo>
                  <a:lnTo>
                    <a:pt x="2682" y="12983"/>
                  </a:lnTo>
                  <a:lnTo>
                    <a:pt x="2709" y="14813"/>
                  </a:lnTo>
                  <a:lnTo>
                    <a:pt x="3147" y="16363"/>
                  </a:lnTo>
                  <a:lnTo>
                    <a:pt x="2455" y="16634"/>
                  </a:lnTo>
                  <a:lnTo>
                    <a:pt x="1732" y="18521"/>
                  </a:lnTo>
                  <a:lnTo>
                    <a:pt x="1676" y="19892"/>
                  </a:lnTo>
                  <a:lnTo>
                    <a:pt x="1934" y="20998"/>
                  </a:lnTo>
                  <a:lnTo>
                    <a:pt x="1899" y="21551"/>
                  </a:lnTo>
                  <a:lnTo>
                    <a:pt x="983" y="23187"/>
                  </a:lnTo>
                  <a:lnTo>
                    <a:pt x="42" y="23259"/>
                  </a:lnTo>
                  <a:lnTo>
                    <a:pt x="0" y="21493"/>
                  </a:lnTo>
                  <a:lnTo>
                    <a:pt x="63" y="20173"/>
                  </a:lnTo>
                  <a:lnTo>
                    <a:pt x="954" y="16960"/>
                  </a:lnTo>
                  <a:lnTo>
                    <a:pt x="977" y="13236"/>
                  </a:lnTo>
                  <a:lnTo>
                    <a:pt x="1804" y="12805"/>
                  </a:lnTo>
                  <a:lnTo>
                    <a:pt x="2106" y="12287"/>
                  </a:lnTo>
                  <a:lnTo>
                    <a:pt x="3409" y="9638"/>
                  </a:lnTo>
                  <a:lnTo>
                    <a:pt x="3650" y="8508"/>
                  </a:lnTo>
                  <a:lnTo>
                    <a:pt x="2975" y="7411"/>
                  </a:lnTo>
                  <a:lnTo>
                    <a:pt x="3024" y="6114"/>
                  </a:lnTo>
                  <a:lnTo>
                    <a:pt x="3177" y="5563"/>
                  </a:lnTo>
                  <a:lnTo>
                    <a:pt x="4252" y="5981"/>
                  </a:lnTo>
                  <a:lnTo>
                    <a:pt x="4688" y="6944"/>
                  </a:lnTo>
                  <a:lnTo>
                    <a:pt x="4899" y="7049"/>
                  </a:lnTo>
                  <a:lnTo>
                    <a:pt x="5527" y="6326"/>
                  </a:lnTo>
                  <a:lnTo>
                    <a:pt x="5822" y="5036"/>
                  </a:lnTo>
                  <a:lnTo>
                    <a:pt x="6994" y="2511"/>
                  </a:lnTo>
                  <a:lnTo>
                    <a:pt x="7467" y="0"/>
                  </a:lnTo>
                  <a:lnTo>
                    <a:pt x="8415" y="2061"/>
                  </a:lnTo>
                  <a:lnTo>
                    <a:pt x="8159" y="4762"/>
                  </a:lnTo>
                  <a:close/>
                </a:path>
              </a:pathLst>
            </a:custGeom>
            <a:solidFill>
              <a:srgbClr val="FFF4F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" name="pg871"/>
            <p:cNvSpPr/>
            <p:nvPr/>
          </p:nvSpPr>
          <p:spPr>
            <a:xfrm>
              <a:off x="4954411" y="2809349"/>
              <a:ext cx="1648" cy="6139"/>
            </a:xfrm>
            <a:custGeom>
              <a:avLst/>
              <a:pathLst>
                <a:path w="1648" h="6139">
                  <a:moveTo>
                    <a:pt x="1423" y="5598"/>
                  </a:moveTo>
                  <a:lnTo>
                    <a:pt x="906" y="6139"/>
                  </a:lnTo>
                  <a:lnTo>
                    <a:pt x="212" y="5391"/>
                  </a:lnTo>
                  <a:lnTo>
                    <a:pt x="0" y="2004"/>
                  </a:lnTo>
                  <a:lnTo>
                    <a:pt x="306" y="362"/>
                  </a:lnTo>
                  <a:lnTo>
                    <a:pt x="849" y="0"/>
                  </a:lnTo>
                  <a:lnTo>
                    <a:pt x="1319" y="2928"/>
                  </a:lnTo>
                  <a:lnTo>
                    <a:pt x="1648" y="4138"/>
                  </a:lnTo>
                  <a:close/>
                </a:path>
              </a:pathLst>
            </a:custGeom>
            <a:solidFill>
              <a:srgbClr val="FFF4F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" name="pg872"/>
            <p:cNvSpPr/>
            <p:nvPr/>
          </p:nvSpPr>
          <p:spPr>
            <a:xfrm>
              <a:off x="4958232" y="2801009"/>
              <a:ext cx="1704" cy="3276"/>
            </a:xfrm>
            <a:custGeom>
              <a:avLst/>
              <a:pathLst>
                <a:path w="1704" h="3276">
                  <a:moveTo>
                    <a:pt x="1623" y="2586"/>
                  </a:moveTo>
                  <a:lnTo>
                    <a:pt x="1704" y="3276"/>
                  </a:lnTo>
                  <a:lnTo>
                    <a:pt x="492" y="2699"/>
                  </a:lnTo>
                  <a:lnTo>
                    <a:pt x="0" y="0"/>
                  </a:lnTo>
                  <a:lnTo>
                    <a:pt x="801" y="481"/>
                  </a:lnTo>
                  <a:lnTo>
                    <a:pt x="1047" y="1411"/>
                  </a:lnTo>
                  <a:close/>
                </a:path>
              </a:pathLst>
            </a:custGeom>
            <a:solidFill>
              <a:srgbClr val="FFF4F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" name="pg873"/>
            <p:cNvSpPr/>
            <p:nvPr/>
          </p:nvSpPr>
          <p:spPr>
            <a:xfrm>
              <a:off x="4957889" y="2791406"/>
              <a:ext cx="6786" cy="11516"/>
            </a:xfrm>
            <a:custGeom>
              <a:avLst/>
              <a:pathLst>
                <a:path w="6786" h="11516">
                  <a:moveTo>
                    <a:pt x="3552" y="9115"/>
                  </a:moveTo>
                  <a:lnTo>
                    <a:pt x="2489" y="11516"/>
                  </a:lnTo>
                  <a:lnTo>
                    <a:pt x="1360" y="9355"/>
                  </a:lnTo>
                  <a:lnTo>
                    <a:pt x="0" y="7911"/>
                  </a:lnTo>
                  <a:lnTo>
                    <a:pt x="647" y="7521"/>
                  </a:lnTo>
                  <a:lnTo>
                    <a:pt x="1026" y="6942"/>
                  </a:lnTo>
                  <a:lnTo>
                    <a:pt x="1064" y="6025"/>
                  </a:lnTo>
                  <a:lnTo>
                    <a:pt x="1947" y="4664"/>
                  </a:lnTo>
                  <a:lnTo>
                    <a:pt x="3700" y="3611"/>
                  </a:lnTo>
                  <a:lnTo>
                    <a:pt x="4257" y="3545"/>
                  </a:lnTo>
                  <a:lnTo>
                    <a:pt x="4885" y="2553"/>
                  </a:lnTo>
                  <a:lnTo>
                    <a:pt x="5090" y="1660"/>
                  </a:lnTo>
                  <a:lnTo>
                    <a:pt x="5348" y="1229"/>
                  </a:lnTo>
                  <a:lnTo>
                    <a:pt x="6477" y="0"/>
                  </a:lnTo>
                  <a:lnTo>
                    <a:pt x="6786" y="1413"/>
                  </a:lnTo>
                  <a:lnTo>
                    <a:pt x="6735" y="2522"/>
                  </a:lnTo>
                  <a:lnTo>
                    <a:pt x="5886" y="3138"/>
                  </a:lnTo>
                  <a:lnTo>
                    <a:pt x="5058" y="4618"/>
                  </a:lnTo>
                  <a:lnTo>
                    <a:pt x="4294" y="6463"/>
                  </a:lnTo>
                  <a:lnTo>
                    <a:pt x="3604" y="7244"/>
                  </a:lnTo>
                  <a:lnTo>
                    <a:pt x="3386" y="7762"/>
                  </a:lnTo>
                  <a:close/>
                </a:path>
              </a:pathLst>
            </a:custGeom>
            <a:solidFill>
              <a:srgbClr val="FFF4F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" name="pg874"/>
            <p:cNvSpPr/>
            <p:nvPr/>
          </p:nvSpPr>
          <p:spPr>
            <a:xfrm>
              <a:off x="4972986" y="2733843"/>
              <a:ext cx="3518" cy="6622"/>
            </a:xfrm>
            <a:custGeom>
              <a:avLst/>
              <a:pathLst>
                <a:path w="3518" h="6622">
                  <a:moveTo>
                    <a:pt x="2895" y="5984"/>
                  </a:moveTo>
                  <a:lnTo>
                    <a:pt x="1482" y="6622"/>
                  </a:lnTo>
                  <a:lnTo>
                    <a:pt x="709" y="5934"/>
                  </a:lnTo>
                  <a:lnTo>
                    <a:pt x="0" y="2285"/>
                  </a:lnTo>
                  <a:lnTo>
                    <a:pt x="1346" y="0"/>
                  </a:lnTo>
                  <a:lnTo>
                    <a:pt x="3152" y="2262"/>
                  </a:lnTo>
                  <a:lnTo>
                    <a:pt x="3518" y="2914"/>
                  </a:lnTo>
                  <a:close/>
                </a:path>
              </a:pathLst>
            </a:custGeom>
            <a:solidFill>
              <a:srgbClr val="FFF4F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" name="pg875"/>
            <p:cNvSpPr/>
            <p:nvPr/>
          </p:nvSpPr>
          <p:spPr>
            <a:xfrm>
              <a:off x="4978936" y="2723118"/>
              <a:ext cx="2619" cy="13064"/>
            </a:xfrm>
            <a:custGeom>
              <a:avLst/>
              <a:pathLst>
                <a:path w="2619" h="13064">
                  <a:moveTo>
                    <a:pt x="1103" y="12751"/>
                  </a:moveTo>
                  <a:lnTo>
                    <a:pt x="22" y="13064"/>
                  </a:lnTo>
                  <a:lnTo>
                    <a:pt x="0" y="11353"/>
                  </a:lnTo>
                  <a:lnTo>
                    <a:pt x="859" y="7486"/>
                  </a:lnTo>
                  <a:lnTo>
                    <a:pt x="950" y="4647"/>
                  </a:lnTo>
                  <a:lnTo>
                    <a:pt x="1750" y="1069"/>
                  </a:lnTo>
                  <a:lnTo>
                    <a:pt x="2091" y="282"/>
                  </a:lnTo>
                  <a:lnTo>
                    <a:pt x="2344" y="0"/>
                  </a:lnTo>
                  <a:lnTo>
                    <a:pt x="2619" y="1110"/>
                  </a:lnTo>
                  <a:lnTo>
                    <a:pt x="2308" y="5495"/>
                  </a:lnTo>
                  <a:lnTo>
                    <a:pt x="1508" y="8819"/>
                  </a:lnTo>
                  <a:close/>
                </a:path>
              </a:pathLst>
            </a:custGeom>
            <a:solidFill>
              <a:srgbClr val="FFF4F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" name="pg876"/>
            <p:cNvSpPr/>
            <p:nvPr/>
          </p:nvSpPr>
          <p:spPr>
            <a:xfrm>
              <a:off x="4964332" y="2694791"/>
              <a:ext cx="1318" cy="4357"/>
            </a:xfrm>
            <a:custGeom>
              <a:avLst/>
              <a:pathLst>
                <a:path w="1318" h="4357">
                  <a:moveTo>
                    <a:pt x="384" y="3840"/>
                  </a:moveTo>
                  <a:lnTo>
                    <a:pt x="0" y="4357"/>
                  </a:lnTo>
                  <a:lnTo>
                    <a:pt x="247" y="2034"/>
                  </a:lnTo>
                  <a:lnTo>
                    <a:pt x="1240" y="0"/>
                  </a:lnTo>
                  <a:lnTo>
                    <a:pt x="1318" y="1318"/>
                  </a:lnTo>
                  <a:close/>
                </a:path>
              </a:pathLst>
            </a:custGeom>
            <a:solidFill>
              <a:srgbClr val="FFF4F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" name="pg877"/>
            <p:cNvSpPr/>
            <p:nvPr/>
          </p:nvSpPr>
          <p:spPr>
            <a:xfrm>
              <a:off x="4971179" y="2672922"/>
              <a:ext cx="2711" cy="3187"/>
            </a:xfrm>
            <a:custGeom>
              <a:avLst/>
              <a:pathLst>
                <a:path w="2711" h="3187">
                  <a:moveTo>
                    <a:pt x="1719" y="3057"/>
                  </a:moveTo>
                  <a:lnTo>
                    <a:pt x="627" y="3187"/>
                  </a:lnTo>
                  <a:lnTo>
                    <a:pt x="177" y="2842"/>
                  </a:lnTo>
                  <a:lnTo>
                    <a:pt x="0" y="1903"/>
                  </a:lnTo>
                  <a:lnTo>
                    <a:pt x="1526" y="0"/>
                  </a:lnTo>
                  <a:lnTo>
                    <a:pt x="2711" y="339"/>
                  </a:lnTo>
                  <a:lnTo>
                    <a:pt x="2182" y="2053"/>
                  </a:lnTo>
                  <a:close/>
                </a:path>
              </a:pathLst>
            </a:custGeom>
            <a:solidFill>
              <a:srgbClr val="FFF4F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" name="pg878"/>
            <p:cNvSpPr/>
            <p:nvPr/>
          </p:nvSpPr>
          <p:spPr>
            <a:xfrm>
              <a:off x="4967705" y="2672508"/>
              <a:ext cx="2953" cy="10259"/>
            </a:xfrm>
            <a:custGeom>
              <a:avLst/>
              <a:pathLst>
                <a:path w="2953" h="10259">
                  <a:moveTo>
                    <a:pt x="1509" y="9205"/>
                  </a:moveTo>
                  <a:lnTo>
                    <a:pt x="534" y="10259"/>
                  </a:lnTo>
                  <a:lnTo>
                    <a:pt x="409" y="9249"/>
                  </a:lnTo>
                  <a:lnTo>
                    <a:pt x="0" y="8789"/>
                  </a:lnTo>
                  <a:lnTo>
                    <a:pt x="704" y="7368"/>
                  </a:lnTo>
                  <a:lnTo>
                    <a:pt x="680" y="6723"/>
                  </a:lnTo>
                  <a:lnTo>
                    <a:pt x="236" y="5762"/>
                  </a:lnTo>
                  <a:lnTo>
                    <a:pt x="754" y="2138"/>
                  </a:lnTo>
                  <a:lnTo>
                    <a:pt x="612" y="578"/>
                  </a:lnTo>
                  <a:lnTo>
                    <a:pt x="2562" y="0"/>
                  </a:lnTo>
                  <a:lnTo>
                    <a:pt x="2918" y="1465"/>
                  </a:lnTo>
                  <a:lnTo>
                    <a:pt x="2953" y="5928"/>
                  </a:lnTo>
                  <a:close/>
                </a:path>
              </a:pathLst>
            </a:custGeom>
            <a:solidFill>
              <a:srgbClr val="FFF4F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" name="pg879"/>
            <p:cNvSpPr/>
            <p:nvPr/>
          </p:nvSpPr>
          <p:spPr>
            <a:xfrm>
              <a:off x="4951527" y="2665337"/>
              <a:ext cx="3028" cy="5843"/>
            </a:xfrm>
            <a:custGeom>
              <a:avLst/>
              <a:pathLst>
                <a:path w="3028" h="5843">
                  <a:moveTo>
                    <a:pt x="199" y="0"/>
                  </a:moveTo>
                  <a:lnTo>
                    <a:pt x="678" y="797"/>
                  </a:lnTo>
                  <a:lnTo>
                    <a:pt x="1380" y="340"/>
                  </a:lnTo>
                  <a:lnTo>
                    <a:pt x="1936" y="233"/>
                  </a:lnTo>
                  <a:lnTo>
                    <a:pt x="2337" y="620"/>
                  </a:lnTo>
                  <a:lnTo>
                    <a:pt x="2841" y="2676"/>
                  </a:lnTo>
                  <a:lnTo>
                    <a:pt x="3028" y="3892"/>
                  </a:lnTo>
                  <a:lnTo>
                    <a:pt x="2124" y="4064"/>
                  </a:lnTo>
                  <a:lnTo>
                    <a:pt x="1743" y="4348"/>
                  </a:lnTo>
                  <a:lnTo>
                    <a:pt x="1250" y="5843"/>
                  </a:lnTo>
                  <a:lnTo>
                    <a:pt x="540" y="5293"/>
                  </a:lnTo>
                  <a:lnTo>
                    <a:pt x="101" y="4593"/>
                  </a:lnTo>
                  <a:lnTo>
                    <a:pt x="0" y="3601"/>
                  </a:lnTo>
                  <a:close/>
                </a:path>
              </a:pathLst>
            </a:custGeom>
            <a:solidFill>
              <a:srgbClr val="FFF4F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" name="pg880"/>
            <p:cNvSpPr/>
            <p:nvPr/>
          </p:nvSpPr>
          <p:spPr>
            <a:xfrm>
              <a:off x="5088744" y="2655132"/>
              <a:ext cx="1291" cy="2475"/>
            </a:xfrm>
            <a:custGeom>
              <a:avLst/>
              <a:pathLst>
                <a:path w="1291" h="2475">
                  <a:moveTo>
                    <a:pt x="890" y="2162"/>
                  </a:moveTo>
                  <a:lnTo>
                    <a:pt x="677" y="2475"/>
                  </a:lnTo>
                  <a:lnTo>
                    <a:pt x="83" y="1507"/>
                  </a:lnTo>
                  <a:lnTo>
                    <a:pt x="0" y="652"/>
                  </a:lnTo>
                  <a:lnTo>
                    <a:pt x="104" y="121"/>
                  </a:lnTo>
                  <a:lnTo>
                    <a:pt x="492" y="0"/>
                  </a:lnTo>
                  <a:lnTo>
                    <a:pt x="1291" y="1056"/>
                  </a:lnTo>
                  <a:close/>
                </a:path>
              </a:pathLst>
            </a:custGeom>
            <a:solidFill>
              <a:srgbClr val="FFF4F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" name="pg881"/>
            <p:cNvSpPr/>
            <p:nvPr/>
          </p:nvSpPr>
          <p:spPr>
            <a:xfrm>
              <a:off x="4955823" y="2655034"/>
              <a:ext cx="2278" cy="8955"/>
            </a:xfrm>
            <a:custGeom>
              <a:avLst/>
              <a:pathLst>
                <a:path w="2278" h="8955">
                  <a:moveTo>
                    <a:pt x="983" y="8636"/>
                  </a:moveTo>
                  <a:lnTo>
                    <a:pt x="674" y="8955"/>
                  </a:lnTo>
                  <a:lnTo>
                    <a:pt x="275" y="6292"/>
                  </a:lnTo>
                  <a:lnTo>
                    <a:pt x="0" y="5339"/>
                  </a:lnTo>
                  <a:lnTo>
                    <a:pt x="465" y="4830"/>
                  </a:lnTo>
                  <a:lnTo>
                    <a:pt x="1388" y="0"/>
                  </a:lnTo>
                  <a:lnTo>
                    <a:pt x="1559" y="1917"/>
                  </a:lnTo>
                  <a:lnTo>
                    <a:pt x="1918" y="3819"/>
                  </a:lnTo>
                  <a:lnTo>
                    <a:pt x="2278" y="4120"/>
                  </a:lnTo>
                  <a:lnTo>
                    <a:pt x="1928" y="5507"/>
                  </a:lnTo>
                  <a:lnTo>
                    <a:pt x="1411" y="6019"/>
                  </a:lnTo>
                  <a:close/>
                </a:path>
              </a:pathLst>
            </a:custGeom>
            <a:solidFill>
              <a:srgbClr val="FFF4F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" name="pg882"/>
            <p:cNvSpPr/>
            <p:nvPr/>
          </p:nvSpPr>
          <p:spPr>
            <a:xfrm>
              <a:off x="4960428" y="2648283"/>
              <a:ext cx="2461" cy="5472"/>
            </a:xfrm>
            <a:custGeom>
              <a:avLst/>
              <a:pathLst>
                <a:path w="2461" h="5472">
                  <a:moveTo>
                    <a:pt x="1497" y="4077"/>
                  </a:moveTo>
                  <a:lnTo>
                    <a:pt x="629" y="5472"/>
                  </a:lnTo>
                  <a:lnTo>
                    <a:pt x="0" y="5466"/>
                  </a:lnTo>
                  <a:lnTo>
                    <a:pt x="574" y="3839"/>
                  </a:lnTo>
                  <a:lnTo>
                    <a:pt x="650" y="3063"/>
                  </a:lnTo>
                  <a:lnTo>
                    <a:pt x="1129" y="880"/>
                  </a:lnTo>
                  <a:lnTo>
                    <a:pt x="2067" y="96"/>
                  </a:lnTo>
                  <a:lnTo>
                    <a:pt x="2461" y="0"/>
                  </a:lnTo>
                  <a:lnTo>
                    <a:pt x="1699" y="2266"/>
                  </a:lnTo>
                  <a:close/>
                </a:path>
              </a:pathLst>
            </a:custGeom>
            <a:solidFill>
              <a:srgbClr val="FFF4F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" name="pg883"/>
            <p:cNvSpPr/>
            <p:nvPr/>
          </p:nvSpPr>
          <p:spPr>
            <a:xfrm>
              <a:off x="4964184" y="2633587"/>
              <a:ext cx="1491" cy="4464"/>
            </a:xfrm>
            <a:custGeom>
              <a:avLst/>
              <a:pathLst>
                <a:path w="1491" h="4464">
                  <a:moveTo>
                    <a:pt x="1491" y="3237"/>
                  </a:moveTo>
                  <a:lnTo>
                    <a:pt x="638" y="4464"/>
                  </a:lnTo>
                  <a:lnTo>
                    <a:pt x="0" y="3507"/>
                  </a:lnTo>
                  <a:lnTo>
                    <a:pt x="311" y="871"/>
                  </a:lnTo>
                  <a:lnTo>
                    <a:pt x="524" y="0"/>
                  </a:lnTo>
                  <a:lnTo>
                    <a:pt x="1253" y="862"/>
                  </a:lnTo>
                  <a:close/>
                </a:path>
              </a:pathLst>
            </a:custGeom>
            <a:solidFill>
              <a:srgbClr val="FFF4F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" name="pg884"/>
            <p:cNvSpPr/>
            <p:nvPr/>
          </p:nvSpPr>
          <p:spPr>
            <a:xfrm>
              <a:off x="4963015" y="2631536"/>
              <a:ext cx="29967" cy="86065"/>
            </a:xfrm>
            <a:custGeom>
              <a:avLst/>
              <a:pathLst>
                <a:path w="29967" h="86065">
                  <a:moveTo>
                    <a:pt x="19676" y="9609"/>
                  </a:moveTo>
                  <a:lnTo>
                    <a:pt x="21336" y="10490"/>
                  </a:lnTo>
                  <a:lnTo>
                    <a:pt x="22038" y="10545"/>
                  </a:lnTo>
                  <a:lnTo>
                    <a:pt x="22688" y="10145"/>
                  </a:lnTo>
                  <a:lnTo>
                    <a:pt x="23676" y="8988"/>
                  </a:lnTo>
                  <a:lnTo>
                    <a:pt x="24715" y="8137"/>
                  </a:lnTo>
                  <a:lnTo>
                    <a:pt x="25456" y="8568"/>
                  </a:lnTo>
                  <a:lnTo>
                    <a:pt x="26113" y="9601"/>
                  </a:lnTo>
                  <a:lnTo>
                    <a:pt x="26458" y="11050"/>
                  </a:lnTo>
                  <a:lnTo>
                    <a:pt x="26290" y="12571"/>
                  </a:lnTo>
                  <a:lnTo>
                    <a:pt x="25117" y="15836"/>
                  </a:lnTo>
                  <a:lnTo>
                    <a:pt x="24153" y="19316"/>
                  </a:lnTo>
                  <a:lnTo>
                    <a:pt x="26370" y="19965"/>
                  </a:lnTo>
                  <a:lnTo>
                    <a:pt x="28585" y="19892"/>
                  </a:lnTo>
                  <a:lnTo>
                    <a:pt x="28068" y="22047"/>
                  </a:lnTo>
                  <a:lnTo>
                    <a:pt x="27983" y="23926"/>
                  </a:lnTo>
                  <a:lnTo>
                    <a:pt x="28661" y="24820"/>
                  </a:lnTo>
                  <a:lnTo>
                    <a:pt x="29235" y="26024"/>
                  </a:lnTo>
                  <a:lnTo>
                    <a:pt x="29086" y="27114"/>
                  </a:lnTo>
                  <a:lnTo>
                    <a:pt x="28756" y="28192"/>
                  </a:lnTo>
                  <a:lnTo>
                    <a:pt x="29967" y="29807"/>
                  </a:lnTo>
                  <a:lnTo>
                    <a:pt x="29887" y="30890"/>
                  </a:lnTo>
                  <a:lnTo>
                    <a:pt x="29573" y="32026"/>
                  </a:lnTo>
                  <a:lnTo>
                    <a:pt x="26555" y="39446"/>
                  </a:lnTo>
                  <a:lnTo>
                    <a:pt x="25670" y="43205"/>
                  </a:lnTo>
                  <a:lnTo>
                    <a:pt x="25053" y="47346"/>
                  </a:lnTo>
                  <a:lnTo>
                    <a:pt x="24489" y="50373"/>
                  </a:lnTo>
                  <a:lnTo>
                    <a:pt x="24075" y="53514"/>
                  </a:lnTo>
                  <a:lnTo>
                    <a:pt x="23761" y="56906"/>
                  </a:lnTo>
                  <a:lnTo>
                    <a:pt x="23200" y="60406"/>
                  </a:lnTo>
                  <a:lnTo>
                    <a:pt x="23386" y="63511"/>
                  </a:lnTo>
                  <a:lnTo>
                    <a:pt x="23197" y="66691"/>
                  </a:lnTo>
                  <a:lnTo>
                    <a:pt x="21682" y="74555"/>
                  </a:lnTo>
                  <a:lnTo>
                    <a:pt x="20602" y="74409"/>
                  </a:lnTo>
                  <a:lnTo>
                    <a:pt x="19245" y="73457"/>
                  </a:lnTo>
                  <a:lnTo>
                    <a:pt x="18395" y="73604"/>
                  </a:lnTo>
                  <a:lnTo>
                    <a:pt x="17955" y="75353"/>
                  </a:lnTo>
                  <a:lnTo>
                    <a:pt x="18736" y="78944"/>
                  </a:lnTo>
                  <a:lnTo>
                    <a:pt x="16315" y="83201"/>
                  </a:lnTo>
                  <a:lnTo>
                    <a:pt x="13643" y="86065"/>
                  </a:lnTo>
                  <a:lnTo>
                    <a:pt x="13624" y="84761"/>
                  </a:lnTo>
                  <a:lnTo>
                    <a:pt x="13875" y="83732"/>
                  </a:lnTo>
                  <a:lnTo>
                    <a:pt x="14260" y="82906"/>
                  </a:lnTo>
                  <a:lnTo>
                    <a:pt x="14540" y="81909"/>
                  </a:lnTo>
                  <a:lnTo>
                    <a:pt x="14927" y="78561"/>
                  </a:lnTo>
                  <a:lnTo>
                    <a:pt x="14735" y="75189"/>
                  </a:lnTo>
                  <a:lnTo>
                    <a:pt x="13930" y="70968"/>
                  </a:lnTo>
                  <a:lnTo>
                    <a:pt x="13871" y="69450"/>
                  </a:lnTo>
                  <a:lnTo>
                    <a:pt x="14429" y="68837"/>
                  </a:lnTo>
                  <a:lnTo>
                    <a:pt x="14804" y="68662"/>
                  </a:lnTo>
                  <a:lnTo>
                    <a:pt x="15007" y="68072"/>
                  </a:lnTo>
                  <a:lnTo>
                    <a:pt x="15015" y="66677"/>
                  </a:lnTo>
                  <a:lnTo>
                    <a:pt x="14760" y="65642"/>
                  </a:lnTo>
                  <a:lnTo>
                    <a:pt x="13999" y="65306"/>
                  </a:lnTo>
                  <a:lnTo>
                    <a:pt x="13265" y="65284"/>
                  </a:lnTo>
                  <a:lnTo>
                    <a:pt x="12751" y="66850"/>
                  </a:lnTo>
                  <a:lnTo>
                    <a:pt x="12043" y="69874"/>
                  </a:lnTo>
                  <a:lnTo>
                    <a:pt x="11698" y="72930"/>
                  </a:lnTo>
                  <a:lnTo>
                    <a:pt x="11850" y="74602"/>
                  </a:lnTo>
                  <a:lnTo>
                    <a:pt x="12165" y="76100"/>
                  </a:lnTo>
                  <a:lnTo>
                    <a:pt x="13135" y="78609"/>
                  </a:lnTo>
                  <a:lnTo>
                    <a:pt x="12850" y="80085"/>
                  </a:lnTo>
                  <a:lnTo>
                    <a:pt x="12446" y="81238"/>
                  </a:lnTo>
                  <a:lnTo>
                    <a:pt x="9014" y="78626"/>
                  </a:lnTo>
                  <a:lnTo>
                    <a:pt x="8273" y="78440"/>
                  </a:lnTo>
                  <a:lnTo>
                    <a:pt x="7658" y="77888"/>
                  </a:lnTo>
                  <a:lnTo>
                    <a:pt x="6998" y="74442"/>
                  </a:lnTo>
                  <a:lnTo>
                    <a:pt x="8396" y="73612"/>
                  </a:lnTo>
                  <a:lnTo>
                    <a:pt x="8811" y="73195"/>
                  </a:lnTo>
                  <a:lnTo>
                    <a:pt x="8965" y="72099"/>
                  </a:lnTo>
                  <a:lnTo>
                    <a:pt x="9154" y="68740"/>
                  </a:lnTo>
                  <a:lnTo>
                    <a:pt x="8500" y="65937"/>
                  </a:lnTo>
                  <a:lnTo>
                    <a:pt x="7948" y="64940"/>
                  </a:lnTo>
                  <a:lnTo>
                    <a:pt x="7500" y="63794"/>
                  </a:lnTo>
                  <a:lnTo>
                    <a:pt x="7784" y="61426"/>
                  </a:lnTo>
                  <a:lnTo>
                    <a:pt x="7597" y="58446"/>
                  </a:lnTo>
                  <a:lnTo>
                    <a:pt x="7580" y="54281"/>
                  </a:lnTo>
                  <a:lnTo>
                    <a:pt x="7823" y="53564"/>
                  </a:lnTo>
                  <a:lnTo>
                    <a:pt x="9119" y="52723"/>
                  </a:lnTo>
                  <a:lnTo>
                    <a:pt x="10055" y="50493"/>
                  </a:lnTo>
                  <a:lnTo>
                    <a:pt x="10882" y="47953"/>
                  </a:lnTo>
                  <a:lnTo>
                    <a:pt x="12096" y="43488"/>
                  </a:lnTo>
                  <a:lnTo>
                    <a:pt x="13085" y="38666"/>
                  </a:lnTo>
                  <a:lnTo>
                    <a:pt x="12132" y="38455"/>
                  </a:lnTo>
                  <a:lnTo>
                    <a:pt x="11325" y="37552"/>
                  </a:lnTo>
                  <a:lnTo>
                    <a:pt x="12208" y="35271"/>
                  </a:lnTo>
                  <a:lnTo>
                    <a:pt x="11934" y="32391"/>
                  </a:lnTo>
                  <a:lnTo>
                    <a:pt x="10616" y="28852"/>
                  </a:lnTo>
                  <a:lnTo>
                    <a:pt x="9892" y="24679"/>
                  </a:lnTo>
                  <a:lnTo>
                    <a:pt x="8727" y="22841"/>
                  </a:lnTo>
                  <a:lnTo>
                    <a:pt x="8112" y="22166"/>
                  </a:lnTo>
                  <a:lnTo>
                    <a:pt x="7364" y="23144"/>
                  </a:lnTo>
                  <a:lnTo>
                    <a:pt x="6747" y="24317"/>
                  </a:lnTo>
                  <a:lnTo>
                    <a:pt x="7318" y="27031"/>
                  </a:lnTo>
                  <a:lnTo>
                    <a:pt x="7252" y="29430"/>
                  </a:lnTo>
                  <a:lnTo>
                    <a:pt x="7341" y="31808"/>
                  </a:lnTo>
                  <a:lnTo>
                    <a:pt x="7923" y="31941"/>
                  </a:lnTo>
                  <a:lnTo>
                    <a:pt x="8637" y="31349"/>
                  </a:lnTo>
                  <a:lnTo>
                    <a:pt x="9210" y="31769"/>
                  </a:lnTo>
                  <a:lnTo>
                    <a:pt x="9544" y="33019"/>
                  </a:lnTo>
                  <a:lnTo>
                    <a:pt x="9634" y="34629"/>
                  </a:lnTo>
                  <a:lnTo>
                    <a:pt x="9382" y="36225"/>
                  </a:lnTo>
                  <a:lnTo>
                    <a:pt x="8854" y="37018"/>
                  </a:lnTo>
                  <a:lnTo>
                    <a:pt x="8211" y="36955"/>
                  </a:lnTo>
                  <a:lnTo>
                    <a:pt x="7562" y="36093"/>
                  </a:lnTo>
                  <a:lnTo>
                    <a:pt x="7058" y="34865"/>
                  </a:lnTo>
                  <a:lnTo>
                    <a:pt x="5849" y="34187"/>
                  </a:lnTo>
                  <a:lnTo>
                    <a:pt x="4574" y="35637"/>
                  </a:lnTo>
                  <a:lnTo>
                    <a:pt x="3362" y="38592"/>
                  </a:lnTo>
                  <a:lnTo>
                    <a:pt x="2325" y="40091"/>
                  </a:lnTo>
                  <a:lnTo>
                    <a:pt x="2813" y="37897"/>
                  </a:lnTo>
                  <a:lnTo>
                    <a:pt x="3044" y="35531"/>
                  </a:lnTo>
                  <a:lnTo>
                    <a:pt x="2540" y="33867"/>
                  </a:lnTo>
                  <a:lnTo>
                    <a:pt x="1356" y="31101"/>
                  </a:lnTo>
                  <a:lnTo>
                    <a:pt x="1082" y="29501"/>
                  </a:lnTo>
                  <a:lnTo>
                    <a:pt x="1014" y="27565"/>
                  </a:lnTo>
                  <a:lnTo>
                    <a:pt x="1222" y="25643"/>
                  </a:lnTo>
                  <a:lnTo>
                    <a:pt x="2439" y="27842"/>
                  </a:lnTo>
                  <a:lnTo>
                    <a:pt x="3063" y="30586"/>
                  </a:lnTo>
                  <a:lnTo>
                    <a:pt x="3957" y="31791"/>
                  </a:lnTo>
                  <a:lnTo>
                    <a:pt x="5079" y="31801"/>
                  </a:lnTo>
                  <a:lnTo>
                    <a:pt x="4217" y="27769"/>
                  </a:lnTo>
                  <a:lnTo>
                    <a:pt x="3908" y="26754"/>
                  </a:lnTo>
                  <a:lnTo>
                    <a:pt x="2698" y="24945"/>
                  </a:lnTo>
                  <a:lnTo>
                    <a:pt x="1048" y="21900"/>
                  </a:lnTo>
                  <a:lnTo>
                    <a:pt x="0" y="20433"/>
                  </a:lnTo>
                  <a:lnTo>
                    <a:pt x="371" y="17260"/>
                  </a:lnTo>
                  <a:lnTo>
                    <a:pt x="985" y="16630"/>
                  </a:lnTo>
                  <a:lnTo>
                    <a:pt x="1506" y="16782"/>
                  </a:lnTo>
                  <a:lnTo>
                    <a:pt x="3258" y="17906"/>
                  </a:lnTo>
                  <a:lnTo>
                    <a:pt x="3423" y="16327"/>
                  </a:lnTo>
                  <a:lnTo>
                    <a:pt x="3165" y="15482"/>
                  </a:lnTo>
                  <a:lnTo>
                    <a:pt x="3030" y="14501"/>
                  </a:lnTo>
                  <a:lnTo>
                    <a:pt x="4184" y="13128"/>
                  </a:lnTo>
                  <a:lnTo>
                    <a:pt x="6071" y="11997"/>
                  </a:lnTo>
                  <a:lnTo>
                    <a:pt x="6457" y="11467"/>
                  </a:lnTo>
                  <a:lnTo>
                    <a:pt x="6792" y="10330"/>
                  </a:lnTo>
                  <a:lnTo>
                    <a:pt x="7254" y="9736"/>
                  </a:lnTo>
                  <a:lnTo>
                    <a:pt x="8576" y="9753"/>
                  </a:lnTo>
                  <a:lnTo>
                    <a:pt x="9686" y="8666"/>
                  </a:lnTo>
                  <a:lnTo>
                    <a:pt x="10604" y="5719"/>
                  </a:lnTo>
                  <a:lnTo>
                    <a:pt x="10823" y="4101"/>
                  </a:lnTo>
                  <a:lnTo>
                    <a:pt x="11151" y="2752"/>
                  </a:lnTo>
                  <a:lnTo>
                    <a:pt x="13443" y="363"/>
                  </a:lnTo>
                  <a:lnTo>
                    <a:pt x="14012" y="0"/>
                  </a:lnTo>
                  <a:lnTo>
                    <a:pt x="15542" y="295"/>
                  </a:lnTo>
                  <a:lnTo>
                    <a:pt x="16943" y="1647"/>
                  </a:lnTo>
                  <a:lnTo>
                    <a:pt x="17633" y="4490"/>
                  </a:lnTo>
                  <a:lnTo>
                    <a:pt x="18238" y="7533"/>
                  </a:lnTo>
                  <a:close/>
                </a:path>
              </a:pathLst>
            </a:custGeom>
            <a:solidFill>
              <a:srgbClr val="FFF4F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" name="pg885"/>
            <p:cNvSpPr/>
            <p:nvPr/>
          </p:nvSpPr>
          <p:spPr>
            <a:xfrm>
              <a:off x="4995352" y="2630945"/>
              <a:ext cx="3014" cy="2977"/>
            </a:xfrm>
            <a:custGeom>
              <a:avLst/>
              <a:pathLst>
                <a:path w="3014" h="2977">
                  <a:moveTo>
                    <a:pt x="807" y="77"/>
                  </a:moveTo>
                  <a:lnTo>
                    <a:pt x="1406" y="1158"/>
                  </a:lnTo>
                  <a:lnTo>
                    <a:pt x="2836" y="717"/>
                  </a:lnTo>
                  <a:lnTo>
                    <a:pt x="3014" y="1022"/>
                  </a:lnTo>
                  <a:lnTo>
                    <a:pt x="2596" y="2005"/>
                  </a:lnTo>
                  <a:lnTo>
                    <a:pt x="1966" y="2977"/>
                  </a:lnTo>
                  <a:lnTo>
                    <a:pt x="823" y="2255"/>
                  </a:lnTo>
                  <a:lnTo>
                    <a:pt x="101" y="2214"/>
                  </a:lnTo>
                  <a:lnTo>
                    <a:pt x="0" y="591"/>
                  </a:lnTo>
                  <a:lnTo>
                    <a:pt x="91" y="0"/>
                  </a:lnTo>
                  <a:close/>
                </a:path>
              </a:pathLst>
            </a:custGeom>
            <a:solidFill>
              <a:srgbClr val="FFF4F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" name="pg886"/>
            <p:cNvSpPr/>
            <p:nvPr/>
          </p:nvSpPr>
          <p:spPr>
            <a:xfrm>
              <a:off x="4998564" y="2624301"/>
              <a:ext cx="1449" cy="2882"/>
            </a:xfrm>
            <a:custGeom>
              <a:avLst/>
              <a:pathLst>
                <a:path w="1449" h="2882">
                  <a:moveTo>
                    <a:pt x="1449" y="1698"/>
                  </a:moveTo>
                  <a:lnTo>
                    <a:pt x="1091" y="2882"/>
                  </a:lnTo>
                  <a:lnTo>
                    <a:pt x="0" y="2523"/>
                  </a:lnTo>
                  <a:lnTo>
                    <a:pt x="436" y="1497"/>
                  </a:lnTo>
                  <a:lnTo>
                    <a:pt x="772" y="253"/>
                  </a:lnTo>
                  <a:lnTo>
                    <a:pt x="1018" y="0"/>
                  </a:lnTo>
                  <a:lnTo>
                    <a:pt x="1224" y="1351"/>
                  </a:lnTo>
                  <a:close/>
                </a:path>
              </a:pathLst>
            </a:custGeom>
            <a:solidFill>
              <a:srgbClr val="FFF4F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" name="pg887"/>
            <p:cNvSpPr/>
            <p:nvPr/>
          </p:nvSpPr>
          <p:spPr>
            <a:xfrm>
              <a:off x="4958158" y="2619927"/>
              <a:ext cx="1859" cy="7028"/>
            </a:xfrm>
            <a:custGeom>
              <a:avLst/>
              <a:pathLst>
                <a:path w="1859" h="7028">
                  <a:moveTo>
                    <a:pt x="1148" y="5829"/>
                  </a:moveTo>
                  <a:lnTo>
                    <a:pt x="345" y="7028"/>
                  </a:lnTo>
                  <a:lnTo>
                    <a:pt x="0" y="5189"/>
                  </a:lnTo>
                  <a:lnTo>
                    <a:pt x="350" y="0"/>
                  </a:lnTo>
                  <a:lnTo>
                    <a:pt x="1859" y="1060"/>
                  </a:lnTo>
                  <a:lnTo>
                    <a:pt x="1833" y="2654"/>
                  </a:lnTo>
                  <a:close/>
                </a:path>
              </a:pathLst>
            </a:custGeom>
            <a:solidFill>
              <a:srgbClr val="FFF4F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" name="pg888"/>
            <p:cNvSpPr/>
            <p:nvPr/>
          </p:nvSpPr>
          <p:spPr>
            <a:xfrm>
              <a:off x="4993279" y="2618812"/>
              <a:ext cx="33394" cy="47467"/>
            </a:xfrm>
            <a:custGeom>
              <a:avLst/>
              <a:pathLst>
                <a:path w="33394" h="47467">
                  <a:moveTo>
                    <a:pt x="28687" y="3015"/>
                  </a:moveTo>
                  <a:lnTo>
                    <a:pt x="30394" y="4244"/>
                  </a:lnTo>
                  <a:lnTo>
                    <a:pt x="32143" y="3894"/>
                  </a:lnTo>
                  <a:lnTo>
                    <a:pt x="32116" y="9291"/>
                  </a:lnTo>
                  <a:lnTo>
                    <a:pt x="32364" y="11103"/>
                  </a:lnTo>
                  <a:lnTo>
                    <a:pt x="32857" y="12725"/>
                  </a:lnTo>
                  <a:lnTo>
                    <a:pt x="32604" y="15087"/>
                  </a:lnTo>
                  <a:lnTo>
                    <a:pt x="33394" y="15894"/>
                  </a:lnTo>
                  <a:lnTo>
                    <a:pt x="31048" y="18589"/>
                  </a:lnTo>
                  <a:lnTo>
                    <a:pt x="28929" y="22161"/>
                  </a:lnTo>
                  <a:lnTo>
                    <a:pt x="28060" y="24572"/>
                  </a:lnTo>
                  <a:lnTo>
                    <a:pt x="27271" y="27153"/>
                  </a:lnTo>
                  <a:lnTo>
                    <a:pt x="26815" y="29886"/>
                  </a:lnTo>
                  <a:lnTo>
                    <a:pt x="26518" y="32834"/>
                  </a:lnTo>
                  <a:lnTo>
                    <a:pt x="25809" y="31665"/>
                  </a:lnTo>
                  <a:lnTo>
                    <a:pt x="23767" y="26891"/>
                  </a:lnTo>
                  <a:lnTo>
                    <a:pt x="22475" y="25581"/>
                  </a:lnTo>
                  <a:lnTo>
                    <a:pt x="20398" y="24882"/>
                  </a:lnTo>
                  <a:lnTo>
                    <a:pt x="19736" y="25040"/>
                  </a:lnTo>
                  <a:lnTo>
                    <a:pt x="15465" y="29502"/>
                  </a:lnTo>
                  <a:lnTo>
                    <a:pt x="14898" y="32763"/>
                  </a:lnTo>
                  <a:lnTo>
                    <a:pt x="13734" y="37682"/>
                  </a:lnTo>
                  <a:lnTo>
                    <a:pt x="13182" y="39305"/>
                  </a:lnTo>
                  <a:lnTo>
                    <a:pt x="12568" y="39771"/>
                  </a:lnTo>
                  <a:lnTo>
                    <a:pt x="12135" y="40615"/>
                  </a:lnTo>
                  <a:lnTo>
                    <a:pt x="11656" y="44808"/>
                  </a:lnTo>
                  <a:lnTo>
                    <a:pt x="10332" y="47391"/>
                  </a:lnTo>
                  <a:lnTo>
                    <a:pt x="9522" y="47467"/>
                  </a:lnTo>
                  <a:lnTo>
                    <a:pt x="8139" y="46760"/>
                  </a:lnTo>
                  <a:lnTo>
                    <a:pt x="7517" y="47158"/>
                  </a:lnTo>
                  <a:lnTo>
                    <a:pt x="8346" y="43020"/>
                  </a:lnTo>
                  <a:lnTo>
                    <a:pt x="7025" y="42517"/>
                  </a:lnTo>
                  <a:lnTo>
                    <a:pt x="5707" y="42603"/>
                  </a:lnTo>
                  <a:lnTo>
                    <a:pt x="5676" y="39912"/>
                  </a:lnTo>
                  <a:lnTo>
                    <a:pt x="4876" y="38384"/>
                  </a:lnTo>
                  <a:lnTo>
                    <a:pt x="5468" y="36402"/>
                  </a:lnTo>
                  <a:lnTo>
                    <a:pt x="5485" y="34786"/>
                  </a:lnTo>
                  <a:lnTo>
                    <a:pt x="5832" y="33896"/>
                  </a:lnTo>
                  <a:lnTo>
                    <a:pt x="5953" y="32593"/>
                  </a:lnTo>
                  <a:lnTo>
                    <a:pt x="5908" y="31479"/>
                  </a:lnTo>
                  <a:lnTo>
                    <a:pt x="5094" y="31139"/>
                  </a:lnTo>
                  <a:lnTo>
                    <a:pt x="4597" y="30351"/>
                  </a:lnTo>
                  <a:lnTo>
                    <a:pt x="4691" y="27419"/>
                  </a:lnTo>
                  <a:lnTo>
                    <a:pt x="4223" y="27312"/>
                  </a:lnTo>
                  <a:lnTo>
                    <a:pt x="3065" y="27823"/>
                  </a:lnTo>
                  <a:lnTo>
                    <a:pt x="656" y="30088"/>
                  </a:lnTo>
                  <a:lnTo>
                    <a:pt x="0" y="30092"/>
                  </a:lnTo>
                  <a:lnTo>
                    <a:pt x="1009" y="28479"/>
                  </a:lnTo>
                  <a:lnTo>
                    <a:pt x="3150" y="26265"/>
                  </a:lnTo>
                  <a:lnTo>
                    <a:pt x="4113" y="24996"/>
                  </a:lnTo>
                  <a:lnTo>
                    <a:pt x="6212" y="21437"/>
                  </a:lnTo>
                  <a:lnTo>
                    <a:pt x="7532" y="19752"/>
                  </a:lnTo>
                  <a:lnTo>
                    <a:pt x="8222" y="16768"/>
                  </a:lnTo>
                  <a:lnTo>
                    <a:pt x="8435" y="14956"/>
                  </a:lnTo>
                  <a:lnTo>
                    <a:pt x="8881" y="13363"/>
                  </a:lnTo>
                  <a:lnTo>
                    <a:pt x="9275" y="10813"/>
                  </a:lnTo>
                  <a:lnTo>
                    <a:pt x="9956" y="9962"/>
                  </a:lnTo>
                  <a:lnTo>
                    <a:pt x="11137" y="7773"/>
                  </a:lnTo>
                  <a:lnTo>
                    <a:pt x="11815" y="7986"/>
                  </a:lnTo>
                  <a:lnTo>
                    <a:pt x="12570" y="10675"/>
                  </a:lnTo>
                  <a:lnTo>
                    <a:pt x="13587" y="12738"/>
                  </a:lnTo>
                  <a:lnTo>
                    <a:pt x="14319" y="12564"/>
                  </a:lnTo>
                  <a:lnTo>
                    <a:pt x="15624" y="11506"/>
                  </a:lnTo>
                  <a:lnTo>
                    <a:pt x="16253" y="11268"/>
                  </a:lnTo>
                  <a:lnTo>
                    <a:pt x="17762" y="11394"/>
                  </a:lnTo>
                  <a:lnTo>
                    <a:pt x="19119" y="10083"/>
                  </a:lnTo>
                  <a:lnTo>
                    <a:pt x="19671" y="8540"/>
                  </a:lnTo>
                  <a:lnTo>
                    <a:pt x="19877" y="6610"/>
                  </a:lnTo>
                  <a:lnTo>
                    <a:pt x="19373" y="3384"/>
                  </a:lnTo>
                  <a:lnTo>
                    <a:pt x="20027" y="3709"/>
                  </a:lnTo>
                  <a:lnTo>
                    <a:pt x="20652" y="3576"/>
                  </a:lnTo>
                  <a:lnTo>
                    <a:pt x="22125" y="1523"/>
                  </a:lnTo>
                  <a:lnTo>
                    <a:pt x="23639" y="305"/>
                  </a:lnTo>
                  <a:lnTo>
                    <a:pt x="25213" y="0"/>
                  </a:lnTo>
                  <a:lnTo>
                    <a:pt x="26982" y="1162"/>
                  </a:lnTo>
                  <a:close/>
                </a:path>
              </a:pathLst>
            </a:custGeom>
            <a:solidFill>
              <a:srgbClr val="FFF4F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" name="pg889"/>
            <p:cNvSpPr/>
            <p:nvPr/>
          </p:nvSpPr>
          <p:spPr>
            <a:xfrm>
              <a:off x="5019804" y="2613612"/>
              <a:ext cx="2346" cy="3289"/>
            </a:xfrm>
            <a:custGeom>
              <a:avLst/>
              <a:pathLst>
                <a:path w="2346" h="3289">
                  <a:moveTo>
                    <a:pt x="2094" y="1499"/>
                  </a:moveTo>
                  <a:lnTo>
                    <a:pt x="1864" y="2086"/>
                  </a:lnTo>
                  <a:lnTo>
                    <a:pt x="1643" y="1933"/>
                  </a:lnTo>
                  <a:lnTo>
                    <a:pt x="860" y="3289"/>
                  </a:lnTo>
                  <a:lnTo>
                    <a:pt x="690" y="1989"/>
                  </a:lnTo>
                  <a:lnTo>
                    <a:pt x="76" y="1123"/>
                  </a:lnTo>
                  <a:lnTo>
                    <a:pt x="0" y="447"/>
                  </a:lnTo>
                  <a:lnTo>
                    <a:pt x="1775" y="0"/>
                  </a:lnTo>
                  <a:lnTo>
                    <a:pt x="2346" y="354"/>
                  </a:lnTo>
                  <a:close/>
                </a:path>
              </a:pathLst>
            </a:custGeom>
            <a:solidFill>
              <a:srgbClr val="FFF4F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" name="pg890"/>
            <p:cNvSpPr/>
            <p:nvPr/>
          </p:nvSpPr>
          <p:spPr>
            <a:xfrm>
              <a:off x="5025798" y="2613301"/>
              <a:ext cx="4156" cy="10105"/>
            </a:xfrm>
            <a:custGeom>
              <a:avLst/>
              <a:pathLst>
                <a:path w="4156" h="10105">
                  <a:moveTo>
                    <a:pt x="3269" y="7587"/>
                  </a:moveTo>
                  <a:lnTo>
                    <a:pt x="1931" y="10105"/>
                  </a:lnTo>
                  <a:lnTo>
                    <a:pt x="774" y="9929"/>
                  </a:lnTo>
                  <a:lnTo>
                    <a:pt x="192" y="8804"/>
                  </a:lnTo>
                  <a:lnTo>
                    <a:pt x="0" y="7410"/>
                  </a:lnTo>
                  <a:lnTo>
                    <a:pt x="1102" y="5223"/>
                  </a:lnTo>
                  <a:lnTo>
                    <a:pt x="2053" y="2135"/>
                  </a:lnTo>
                  <a:lnTo>
                    <a:pt x="2914" y="763"/>
                  </a:lnTo>
                  <a:lnTo>
                    <a:pt x="3613" y="0"/>
                  </a:lnTo>
                  <a:lnTo>
                    <a:pt x="4156" y="25"/>
                  </a:lnTo>
                  <a:lnTo>
                    <a:pt x="2931" y="4332"/>
                  </a:lnTo>
                  <a:close/>
                </a:path>
              </a:pathLst>
            </a:custGeom>
            <a:solidFill>
              <a:srgbClr val="FFF4F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" name="pg891"/>
            <p:cNvSpPr/>
            <p:nvPr/>
          </p:nvSpPr>
          <p:spPr>
            <a:xfrm>
              <a:off x="4959148" y="2609115"/>
              <a:ext cx="2634" cy="11259"/>
            </a:xfrm>
            <a:custGeom>
              <a:avLst/>
              <a:pathLst>
                <a:path w="2634" h="11259">
                  <a:moveTo>
                    <a:pt x="1467" y="9837"/>
                  </a:moveTo>
                  <a:lnTo>
                    <a:pt x="1217" y="11259"/>
                  </a:lnTo>
                  <a:lnTo>
                    <a:pt x="379" y="10252"/>
                  </a:lnTo>
                  <a:lnTo>
                    <a:pt x="0" y="9340"/>
                  </a:lnTo>
                  <a:lnTo>
                    <a:pt x="773" y="4866"/>
                  </a:lnTo>
                  <a:lnTo>
                    <a:pt x="683" y="3169"/>
                  </a:lnTo>
                  <a:lnTo>
                    <a:pt x="730" y="2343"/>
                  </a:lnTo>
                  <a:lnTo>
                    <a:pt x="2275" y="0"/>
                  </a:lnTo>
                  <a:lnTo>
                    <a:pt x="2539" y="450"/>
                  </a:lnTo>
                  <a:lnTo>
                    <a:pt x="2634" y="1096"/>
                  </a:lnTo>
                  <a:lnTo>
                    <a:pt x="2498" y="2099"/>
                  </a:lnTo>
                  <a:lnTo>
                    <a:pt x="2575" y="4318"/>
                  </a:lnTo>
                  <a:lnTo>
                    <a:pt x="1415" y="7981"/>
                  </a:lnTo>
                  <a:close/>
                </a:path>
              </a:pathLst>
            </a:custGeom>
            <a:solidFill>
              <a:srgbClr val="FFF4F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" name="pg892"/>
            <p:cNvSpPr/>
            <p:nvPr/>
          </p:nvSpPr>
          <p:spPr>
            <a:xfrm>
              <a:off x="5083783" y="2606476"/>
              <a:ext cx="1104" cy="2846"/>
            </a:xfrm>
            <a:custGeom>
              <a:avLst/>
              <a:pathLst>
                <a:path w="1104" h="2846">
                  <a:moveTo>
                    <a:pt x="1104" y="1458"/>
                  </a:moveTo>
                  <a:lnTo>
                    <a:pt x="972" y="2846"/>
                  </a:lnTo>
                  <a:lnTo>
                    <a:pt x="314" y="2540"/>
                  </a:lnTo>
                  <a:lnTo>
                    <a:pt x="0" y="1636"/>
                  </a:lnTo>
                  <a:lnTo>
                    <a:pt x="38" y="12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rgbClr val="FFF4F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" name="pg893"/>
            <p:cNvSpPr/>
            <p:nvPr/>
          </p:nvSpPr>
          <p:spPr>
            <a:xfrm>
              <a:off x="5007560" y="2560254"/>
              <a:ext cx="2360" cy="5130"/>
            </a:xfrm>
            <a:custGeom>
              <a:avLst/>
              <a:pathLst>
                <a:path w="2360" h="5130">
                  <a:moveTo>
                    <a:pt x="2228" y="4026"/>
                  </a:moveTo>
                  <a:lnTo>
                    <a:pt x="1662" y="5130"/>
                  </a:lnTo>
                  <a:lnTo>
                    <a:pt x="608" y="4768"/>
                  </a:lnTo>
                  <a:lnTo>
                    <a:pt x="0" y="3177"/>
                  </a:lnTo>
                  <a:lnTo>
                    <a:pt x="199" y="1380"/>
                  </a:lnTo>
                  <a:lnTo>
                    <a:pt x="1305" y="0"/>
                  </a:lnTo>
                  <a:lnTo>
                    <a:pt x="2360" y="2770"/>
                  </a:lnTo>
                  <a:close/>
                </a:path>
              </a:pathLst>
            </a:custGeom>
            <a:solidFill>
              <a:srgbClr val="FFF4F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" name="pg894"/>
            <p:cNvSpPr/>
            <p:nvPr/>
          </p:nvSpPr>
          <p:spPr>
            <a:xfrm>
              <a:off x="5069694" y="2501871"/>
              <a:ext cx="4318" cy="14666"/>
            </a:xfrm>
            <a:custGeom>
              <a:avLst/>
              <a:pathLst>
                <a:path w="4318" h="14666">
                  <a:moveTo>
                    <a:pt x="1466" y="14591"/>
                  </a:moveTo>
                  <a:lnTo>
                    <a:pt x="293" y="14666"/>
                  </a:lnTo>
                  <a:lnTo>
                    <a:pt x="0" y="14376"/>
                  </a:lnTo>
                  <a:lnTo>
                    <a:pt x="710" y="13643"/>
                  </a:lnTo>
                  <a:lnTo>
                    <a:pt x="773" y="12414"/>
                  </a:lnTo>
                  <a:lnTo>
                    <a:pt x="1197" y="10235"/>
                  </a:lnTo>
                  <a:lnTo>
                    <a:pt x="1190" y="9606"/>
                  </a:lnTo>
                  <a:lnTo>
                    <a:pt x="259" y="9495"/>
                  </a:lnTo>
                  <a:lnTo>
                    <a:pt x="305" y="7016"/>
                  </a:lnTo>
                  <a:lnTo>
                    <a:pt x="1001" y="4573"/>
                  </a:lnTo>
                  <a:lnTo>
                    <a:pt x="2913" y="722"/>
                  </a:lnTo>
                  <a:lnTo>
                    <a:pt x="3435" y="0"/>
                  </a:lnTo>
                  <a:lnTo>
                    <a:pt x="3515" y="1682"/>
                  </a:lnTo>
                  <a:lnTo>
                    <a:pt x="2931" y="5661"/>
                  </a:lnTo>
                  <a:lnTo>
                    <a:pt x="2818" y="7098"/>
                  </a:lnTo>
                  <a:lnTo>
                    <a:pt x="4318" y="7398"/>
                  </a:lnTo>
                  <a:lnTo>
                    <a:pt x="3353" y="12174"/>
                  </a:lnTo>
                  <a:close/>
                </a:path>
              </a:pathLst>
            </a:custGeom>
            <a:solidFill>
              <a:srgbClr val="FFF4F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" name="pg895"/>
            <p:cNvSpPr/>
            <p:nvPr/>
          </p:nvSpPr>
          <p:spPr>
            <a:xfrm>
              <a:off x="4979170" y="2407620"/>
              <a:ext cx="137020" cy="236942"/>
            </a:xfrm>
            <a:custGeom>
              <a:avLst/>
              <a:pathLst>
                <a:path w="137020" h="236942">
                  <a:moveTo>
                    <a:pt x="127594" y="3927"/>
                  </a:moveTo>
                  <a:lnTo>
                    <a:pt x="128081" y="4484"/>
                  </a:lnTo>
                  <a:lnTo>
                    <a:pt x="130385" y="2979"/>
                  </a:lnTo>
                  <a:lnTo>
                    <a:pt x="129946" y="7517"/>
                  </a:lnTo>
                  <a:lnTo>
                    <a:pt x="129700" y="12092"/>
                  </a:lnTo>
                  <a:lnTo>
                    <a:pt x="129869" y="19685"/>
                  </a:lnTo>
                  <a:lnTo>
                    <a:pt x="130076" y="23114"/>
                  </a:lnTo>
                  <a:lnTo>
                    <a:pt x="130475" y="26429"/>
                  </a:lnTo>
                  <a:lnTo>
                    <a:pt x="131456" y="28805"/>
                  </a:lnTo>
                  <a:lnTo>
                    <a:pt x="132739" y="30492"/>
                  </a:lnTo>
                  <a:lnTo>
                    <a:pt x="134600" y="35884"/>
                  </a:lnTo>
                  <a:lnTo>
                    <a:pt x="135598" y="42501"/>
                  </a:lnTo>
                  <a:lnTo>
                    <a:pt x="136303" y="45714"/>
                  </a:lnTo>
                  <a:lnTo>
                    <a:pt x="136831" y="49084"/>
                  </a:lnTo>
                  <a:lnTo>
                    <a:pt x="136991" y="50627"/>
                  </a:lnTo>
                  <a:lnTo>
                    <a:pt x="137004" y="52173"/>
                  </a:lnTo>
                  <a:lnTo>
                    <a:pt x="136846" y="54287"/>
                  </a:lnTo>
                  <a:lnTo>
                    <a:pt x="137020" y="55995"/>
                  </a:lnTo>
                  <a:lnTo>
                    <a:pt x="136820" y="61366"/>
                  </a:lnTo>
                  <a:lnTo>
                    <a:pt x="135987" y="67574"/>
                  </a:lnTo>
                  <a:lnTo>
                    <a:pt x="135880" y="70747"/>
                  </a:lnTo>
                  <a:lnTo>
                    <a:pt x="135155" y="71376"/>
                  </a:lnTo>
                  <a:lnTo>
                    <a:pt x="134717" y="72842"/>
                  </a:lnTo>
                  <a:lnTo>
                    <a:pt x="134342" y="73521"/>
                  </a:lnTo>
                  <a:lnTo>
                    <a:pt x="133926" y="74048"/>
                  </a:lnTo>
                  <a:lnTo>
                    <a:pt x="133323" y="74179"/>
                  </a:lnTo>
                  <a:lnTo>
                    <a:pt x="132891" y="74780"/>
                  </a:lnTo>
                  <a:lnTo>
                    <a:pt x="132720" y="76462"/>
                  </a:lnTo>
                  <a:lnTo>
                    <a:pt x="132443" y="78022"/>
                  </a:lnTo>
                  <a:lnTo>
                    <a:pt x="131917" y="79459"/>
                  </a:lnTo>
                  <a:lnTo>
                    <a:pt x="131505" y="81044"/>
                  </a:lnTo>
                  <a:lnTo>
                    <a:pt x="131166" y="84910"/>
                  </a:lnTo>
                  <a:lnTo>
                    <a:pt x="131043" y="88875"/>
                  </a:lnTo>
                  <a:lnTo>
                    <a:pt x="130533" y="91643"/>
                  </a:lnTo>
                  <a:lnTo>
                    <a:pt x="129307" y="92365"/>
                  </a:lnTo>
                  <a:lnTo>
                    <a:pt x="127902" y="92316"/>
                  </a:lnTo>
                  <a:lnTo>
                    <a:pt x="126102" y="93600"/>
                  </a:lnTo>
                  <a:lnTo>
                    <a:pt x="125719" y="94350"/>
                  </a:lnTo>
                  <a:lnTo>
                    <a:pt x="124297" y="99186"/>
                  </a:lnTo>
                  <a:lnTo>
                    <a:pt x="123888" y="102023"/>
                  </a:lnTo>
                  <a:lnTo>
                    <a:pt x="123875" y="105075"/>
                  </a:lnTo>
                  <a:lnTo>
                    <a:pt x="124270" y="108827"/>
                  </a:lnTo>
                  <a:lnTo>
                    <a:pt x="124806" y="112497"/>
                  </a:lnTo>
                  <a:lnTo>
                    <a:pt x="125213" y="119328"/>
                  </a:lnTo>
                  <a:lnTo>
                    <a:pt x="124785" y="129747"/>
                  </a:lnTo>
                  <a:lnTo>
                    <a:pt x="124374" y="133074"/>
                  </a:lnTo>
                  <a:lnTo>
                    <a:pt x="123470" y="135329"/>
                  </a:lnTo>
                  <a:lnTo>
                    <a:pt x="122786" y="136375"/>
                  </a:lnTo>
                  <a:lnTo>
                    <a:pt x="122195" y="137659"/>
                  </a:lnTo>
                  <a:lnTo>
                    <a:pt x="121431" y="141057"/>
                  </a:lnTo>
                  <a:lnTo>
                    <a:pt x="120166" y="147827"/>
                  </a:lnTo>
                  <a:lnTo>
                    <a:pt x="120061" y="149525"/>
                  </a:lnTo>
                  <a:lnTo>
                    <a:pt x="120066" y="151290"/>
                  </a:lnTo>
                  <a:lnTo>
                    <a:pt x="119725" y="153588"/>
                  </a:lnTo>
                  <a:lnTo>
                    <a:pt x="119502" y="155848"/>
                  </a:lnTo>
                  <a:lnTo>
                    <a:pt x="119710" y="158475"/>
                  </a:lnTo>
                  <a:lnTo>
                    <a:pt x="120099" y="160933"/>
                  </a:lnTo>
                  <a:lnTo>
                    <a:pt x="121797" y="167243"/>
                  </a:lnTo>
                  <a:lnTo>
                    <a:pt x="122463" y="169110"/>
                  </a:lnTo>
                  <a:lnTo>
                    <a:pt x="123210" y="170811"/>
                  </a:lnTo>
                  <a:lnTo>
                    <a:pt x="120313" y="172693"/>
                  </a:lnTo>
                  <a:lnTo>
                    <a:pt x="119790" y="173557"/>
                  </a:lnTo>
                  <a:lnTo>
                    <a:pt x="118069" y="177155"/>
                  </a:lnTo>
                  <a:lnTo>
                    <a:pt x="117519" y="180568"/>
                  </a:lnTo>
                  <a:lnTo>
                    <a:pt x="117564" y="184343"/>
                  </a:lnTo>
                  <a:lnTo>
                    <a:pt x="117274" y="185698"/>
                  </a:lnTo>
                  <a:lnTo>
                    <a:pt x="116801" y="186871"/>
                  </a:lnTo>
                  <a:lnTo>
                    <a:pt x="116308" y="187652"/>
                  </a:lnTo>
                  <a:lnTo>
                    <a:pt x="114385" y="189382"/>
                  </a:lnTo>
                  <a:lnTo>
                    <a:pt x="113155" y="191102"/>
                  </a:lnTo>
                  <a:lnTo>
                    <a:pt x="111928" y="193790"/>
                  </a:lnTo>
                  <a:lnTo>
                    <a:pt x="111442" y="195199"/>
                  </a:lnTo>
                  <a:lnTo>
                    <a:pt x="110499" y="194748"/>
                  </a:lnTo>
                  <a:lnTo>
                    <a:pt x="109947" y="193505"/>
                  </a:lnTo>
                  <a:lnTo>
                    <a:pt x="110490" y="191941"/>
                  </a:lnTo>
                  <a:lnTo>
                    <a:pt x="110323" y="190100"/>
                  </a:lnTo>
                  <a:lnTo>
                    <a:pt x="110592" y="185368"/>
                  </a:lnTo>
                  <a:lnTo>
                    <a:pt x="110283" y="183466"/>
                  </a:lnTo>
                  <a:lnTo>
                    <a:pt x="111266" y="182031"/>
                  </a:lnTo>
                  <a:lnTo>
                    <a:pt x="111735" y="179734"/>
                  </a:lnTo>
                  <a:lnTo>
                    <a:pt x="112759" y="177895"/>
                  </a:lnTo>
                  <a:lnTo>
                    <a:pt x="113490" y="176264"/>
                  </a:lnTo>
                  <a:lnTo>
                    <a:pt x="113620" y="174942"/>
                  </a:lnTo>
                  <a:lnTo>
                    <a:pt x="112963" y="173518"/>
                  </a:lnTo>
                  <a:lnTo>
                    <a:pt x="112270" y="172488"/>
                  </a:lnTo>
                  <a:lnTo>
                    <a:pt x="111311" y="172483"/>
                  </a:lnTo>
                  <a:lnTo>
                    <a:pt x="110385" y="172788"/>
                  </a:lnTo>
                  <a:lnTo>
                    <a:pt x="109788" y="174146"/>
                  </a:lnTo>
                  <a:lnTo>
                    <a:pt x="109588" y="175994"/>
                  </a:lnTo>
                  <a:lnTo>
                    <a:pt x="109635" y="176857"/>
                  </a:lnTo>
                  <a:lnTo>
                    <a:pt x="109559" y="177611"/>
                  </a:lnTo>
                  <a:lnTo>
                    <a:pt x="108106" y="180143"/>
                  </a:lnTo>
                  <a:lnTo>
                    <a:pt x="108297" y="182792"/>
                  </a:lnTo>
                  <a:lnTo>
                    <a:pt x="108722" y="184137"/>
                  </a:lnTo>
                  <a:lnTo>
                    <a:pt x="109266" y="184775"/>
                  </a:lnTo>
                  <a:lnTo>
                    <a:pt x="109103" y="185687"/>
                  </a:lnTo>
                  <a:lnTo>
                    <a:pt x="108414" y="187822"/>
                  </a:lnTo>
                  <a:lnTo>
                    <a:pt x="107932" y="188033"/>
                  </a:lnTo>
                  <a:lnTo>
                    <a:pt x="107045" y="185045"/>
                  </a:lnTo>
                  <a:lnTo>
                    <a:pt x="105939" y="183411"/>
                  </a:lnTo>
                  <a:lnTo>
                    <a:pt x="104570" y="183424"/>
                  </a:lnTo>
                  <a:lnTo>
                    <a:pt x="103162" y="184017"/>
                  </a:lnTo>
                  <a:lnTo>
                    <a:pt x="102092" y="186006"/>
                  </a:lnTo>
                  <a:lnTo>
                    <a:pt x="101739" y="187656"/>
                  </a:lnTo>
                  <a:lnTo>
                    <a:pt x="101514" y="189363"/>
                  </a:lnTo>
                  <a:lnTo>
                    <a:pt x="101590" y="193518"/>
                  </a:lnTo>
                  <a:lnTo>
                    <a:pt x="101146" y="196985"/>
                  </a:lnTo>
                  <a:lnTo>
                    <a:pt x="100277" y="200033"/>
                  </a:lnTo>
                  <a:lnTo>
                    <a:pt x="99870" y="201145"/>
                  </a:lnTo>
                  <a:lnTo>
                    <a:pt x="98810" y="203213"/>
                  </a:lnTo>
                  <a:lnTo>
                    <a:pt x="98079" y="203484"/>
                  </a:lnTo>
                  <a:lnTo>
                    <a:pt x="97556" y="202545"/>
                  </a:lnTo>
                  <a:lnTo>
                    <a:pt x="97136" y="201121"/>
                  </a:lnTo>
                  <a:lnTo>
                    <a:pt x="97672" y="195905"/>
                  </a:lnTo>
                  <a:lnTo>
                    <a:pt x="97650" y="192977"/>
                  </a:lnTo>
                  <a:lnTo>
                    <a:pt x="98895" y="191487"/>
                  </a:lnTo>
                  <a:lnTo>
                    <a:pt x="97875" y="189405"/>
                  </a:lnTo>
                  <a:lnTo>
                    <a:pt x="96625" y="188567"/>
                  </a:lnTo>
                  <a:lnTo>
                    <a:pt x="94867" y="189678"/>
                  </a:lnTo>
                  <a:lnTo>
                    <a:pt x="94372" y="190928"/>
                  </a:lnTo>
                  <a:lnTo>
                    <a:pt x="94033" y="192612"/>
                  </a:lnTo>
                  <a:lnTo>
                    <a:pt x="93089" y="194739"/>
                  </a:lnTo>
                  <a:lnTo>
                    <a:pt x="92047" y="196733"/>
                  </a:lnTo>
                  <a:lnTo>
                    <a:pt x="90870" y="200132"/>
                  </a:lnTo>
                  <a:lnTo>
                    <a:pt x="90078" y="204161"/>
                  </a:lnTo>
                  <a:lnTo>
                    <a:pt x="87486" y="202843"/>
                  </a:lnTo>
                  <a:lnTo>
                    <a:pt x="86070" y="202549"/>
                  </a:lnTo>
                  <a:lnTo>
                    <a:pt x="84642" y="202651"/>
                  </a:lnTo>
                  <a:lnTo>
                    <a:pt x="82110" y="202155"/>
                  </a:lnTo>
                  <a:lnTo>
                    <a:pt x="79330" y="202977"/>
                  </a:lnTo>
                  <a:lnTo>
                    <a:pt x="76167" y="204560"/>
                  </a:lnTo>
                  <a:lnTo>
                    <a:pt x="76356" y="203419"/>
                  </a:lnTo>
                  <a:lnTo>
                    <a:pt x="78956" y="200994"/>
                  </a:lnTo>
                  <a:lnTo>
                    <a:pt x="79050" y="200282"/>
                  </a:lnTo>
                  <a:lnTo>
                    <a:pt x="78801" y="198955"/>
                  </a:lnTo>
                  <a:lnTo>
                    <a:pt x="78153" y="198890"/>
                  </a:lnTo>
                  <a:lnTo>
                    <a:pt x="76597" y="199353"/>
                  </a:lnTo>
                  <a:lnTo>
                    <a:pt x="75803" y="199150"/>
                  </a:lnTo>
                  <a:lnTo>
                    <a:pt x="75479" y="197726"/>
                  </a:lnTo>
                  <a:lnTo>
                    <a:pt x="74952" y="197111"/>
                  </a:lnTo>
                  <a:lnTo>
                    <a:pt x="74600" y="197694"/>
                  </a:lnTo>
                  <a:lnTo>
                    <a:pt x="74716" y="200461"/>
                  </a:lnTo>
                  <a:lnTo>
                    <a:pt x="74330" y="200831"/>
                  </a:lnTo>
                  <a:lnTo>
                    <a:pt x="73817" y="200119"/>
                  </a:lnTo>
                  <a:lnTo>
                    <a:pt x="73981" y="197969"/>
                  </a:lnTo>
                  <a:lnTo>
                    <a:pt x="73630" y="194818"/>
                  </a:lnTo>
                  <a:lnTo>
                    <a:pt x="73590" y="192862"/>
                  </a:lnTo>
                  <a:lnTo>
                    <a:pt x="74135" y="191182"/>
                  </a:lnTo>
                  <a:lnTo>
                    <a:pt x="73577" y="190474"/>
                  </a:lnTo>
                  <a:lnTo>
                    <a:pt x="72989" y="190747"/>
                  </a:lnTo>
                  <a:lnTo>
                    <a:pt x="72241" y="191553"/>
                  </a:lnTo>
                  <a:lnTo>
                    <a:pt x="71580" y="192702"/>
                  </a:lnTo>
                  <a:lnTo>
                    <a:pt x="70185" y="198451"/>
                  </a:lnTo>
                  <a:lnTo>
                    <a:pt x="69642" y="201737"/>
                  </a:lnTo>
                  <a:lnTo>
                    <a:pt x="70664" y="204376"/>
                  </a:lnTo>
                  <a:lnTo>
                    <a:pt x="73450" y="208065"/>
                  </a:lnTo>
                  <a:lnTo>
                    <a:pt x="73928" y="208970"/>
                  </a:lnTo>
                  <a:lnTo>
                    <a:pt x="73939" y="210539"/>
                  </a:lnTo>
                  <a:lnTo>
                    <a:pt x="73600" y="212206"/>
                  </a:lnTo>
                  <a:lnTo>
                    <a:pt x="72841" y="212939"/>
                  </a:lnTo>
                  <a:lnTo>
                    <a:pt x="69783" y="214167"/>
                  </a:lnTo>
                  <a:lnTo>
                    <a:pt x="67136" y="216556"/>
                  </a:lnTo>
                  <a:lnTo>
                    <a:pt x="66371" y="218978"/>
                  </a:lnTo>
                  <a:lnTo>
                    <a:pt x="63961" y="228335"/>
                  </a:lnTo>
                  <a:lnTo>
                    <a:pt x="62031" y="234733"/>
                  </a:lnTo>
                  <a:lnTo>
                    <a:pt x="59305" y="236942"/>
                  </a:lnTo>
                  <a:lnTo>
                    <a:pt x="56313" y="234979"/>
                  </a:lnTo>
                  <a:lnTo>
                    <a:pt x="55590" y="232752"/>
                  </a:lnTo>
                  <a:lnTo>
                    <a:pt x="55005" y="229997"/>
                  </a:lnTo>
                  <a:lnTo>
                    <a:pt x="53892" y="227507"/>
                  </a:lnTo>
                  <a:lnTo>
                    <a:pt x="52890" y="224794"/>
                  </a:lnTo>
                  <a:lnTo>
                    <a:pt x="52304" y="221576"/>
                  </a:lnTo>
                  <a:lnTo>
                    <a:pt x="52396" y="216386"/>
                  </a:lnTo>
                  <a:lnTo>
                    <a:pt x="51961" y="213260"/>
                  </a:lnTo>
                  <a:lnTo>
                    <a:pt x="52353" y="212428"/>
                  </a:lnTo>
                  <a:lnTo>
                    <a:pt x="54003" y="210529"/>
                  </a:lnTo>
                  <a:lnTo>
                    <a:pt x="54542" y="209466"/>
                  </a:lnTo>
                  <a:lnTo>
                    <a:pt x="55473" y="206994"/>
                  </a:lnTo>
                  <a:lnTo>
                    <a:pt x="55807" y="205619"/>
                  </a:lnTo>
                  <a:lnTo>
                    <a:pt x="55858" y="203536"/>
                  </a:lnTo>
                  <a:lnTo>
                    <a:pt x="55108" y="202448"/>
                  </a:lnTo>
                  <a:lnTo>
                    <a:pt x="53172" y="202488"/>
                  </a:lnTo>
                  <a:lnTo>
                    <a:pt x="51240" y="203136"/>
                  </a:lnTo>
                  <a:lnTo>
                    <a:pt x="49860" y="202226"/>
                  </a:lnTo>
                  <a:lnTo>
                    <a:pt x="48072" y="199707"/>
                  </a:lnTo>
                  <a:lnTo>
                    <a:pt x="47517" y="199170"/>
                  </a:lnTo>
                  <a:lnTo>
                    <a:pt x="45590" y="199011"/>
                  </a:lnTo>
                  <a:lnTo>
                    <a:pt x="44213" y="199479"/>
                  </a:lnTo>
                  <a:lnTo>
                    <a:pt x="42861" y="200398"/>
                  </a:lnTo>
                  <a:lnTo>
                    <a:pt x="41432" y="200688"/>
                  </a:lnTo>
                  <a:lnTo>
                    <a:pt x="40956" y="201167"/>
                  </a:lnTo>
                  <a:lnTo>
                    <a:pt x="39305" y="204256"/>
                  </a:lnTo>
                  <a:lnTo>
                    <a:pt x="37994" y="206201"/>
                  </a:lnTo>
                  <a:lnTo>
                    <a:pt x="36860" y="207166"/>
                  </a:lnTo>
                  <a:lnTo>
                    <a:pt x="34411" y="207424"/>
                  </a:lnTo>
                  <a:lnTo>
                    <a:pt x="33186" y="208050"/>
                  </a:lnTo>
                  <a:lnTo>
                    <a:pt x="31900" y="209072"/>
                  </a:lnTo>
                  <a:lnTo>
                    <a:pt x="31541" y="208982"/>
                  </a:lnTo>
                  <a:lnTo>
                    <a:pt x="30188" y="210395"/>
                  </a:lnTo>
                  <a:lnTo>
                    <a:pt x="28634" y="211617"/>
                  </a:lnTo>
                  <a:lnTo>
                    <a:pt x="27803" y="212845"/>
                  </a:lnTo>
                  <a:lnTo>
                    <a:pt x="26280" y="212043"/>
                  </a:lnTo>
                  <a:lnTo>
                    <a:pt x="23265" y="214240"/>
                  </a:lnTo>
                  <a:lnTo>
                    <a:pt x="21808" y="214510"/>
                  </a:lnTo>
                  <a:lnTo>
                    <a:pt x="20301" y="213299"/>
                  </a:lnTo>
                  <a:lnTo>
                    <a:pt x="18905" y="211340"/>
                  </a:lnTo>
                  <a:lnTo>
                    <a:pt x="17563" y="212180"/>
                  </a:lnTo>
                  <a:lnTo>
                    <a:pt x="16644" y="215074"/>
                  </a:lnTo>
                  <a:lnTo>
                    <a:pt x="16198" y="220835"/>
                  </a:lnTo>
                  <a:lnTo>
                    <a:pt x="15673" y="223430"/>
                  </a:lnTo>
                  <a:lnTo>
                    <a:pt x="15514" y="226546"/>
                  </a:lnTo>
                  <a:lnTo>
                    <a:pt x="14819" y="226053"/>
                  </a:lnTo>
                  <a:lnTo>
                    <a:pt x="10784" y="220444"/>
                  </a:lnTo>
                  <a:lnTo>
                    <a:pt x="10504" y="220244"/>
                  </a:lnTo>
                  <a:lnTo>
                    <a:pt x="7242" y="221209"/>
                  </a:lnTo>
                  <a:lnTo>
                    <a:pt x="6400" y="221675"/>
                  </a:lnTo>
                  <a:lnTo>
                    <a:pt x="5349" y="222810"/>
                  </a:lnTo>
                  <a:lnTo>
                    <a:pt x="4237" y="223318"/>
                  </a:lnTo>
                  <a:lnTo>
                    <a:pt x="3222" y="222502"/>
                  </a:lnTo>
                  <a:lnTo>
                    <a:pt x="2253" y="221172"/>
                  </a:lnTo>
                  <a:lnTo>
                    <a:pt x="1321" y="221567"/>
                  </a:lnTo>
                  <a:lnTo>
                    <a:pt x="365" y="222499"/>
                  </a:lnTo>
                  <a:lnTo>
                    <a:pt x="0" y="214045"/>
                  </a:lnTo>
                  <a:lnTo>
                    <a:pt x="185" y="212930"/>
                  </a:lnTo>
                  <a:lnTo>
                    <a:pt x="772" y="211448"/>
                  </a:lnTo>
                  <a:lnTo>
                    <a:pt x="1418" y="210181"/>
                  </a:lnTo>
                  <a:lnTo>
                    <a:pt x="2998" y="209744"/>
                  </a:lnTo>
                  <a:lnTo>
                    <a:pt x="4597" y="210155"/>
                  </a:lnTo>
                  <a:lnTo>
                    <a:pt x="5739" y="209573"/>
                  </a:lnTo>
                  <a:lnTo>
                    <a:pt x="6703" y="207899"/>
                  </a:lnTo>
                  <a:lnTo>
                    <a:pt x="7721" y="205525"/>
                  </a:lnTo>
                  <a:lnTo>
                    <a:pt x="8869" y="203595"/>
                  </a:lnTo>
                  <a:lnTo>
                    <a:pt x="10424" y="202070"/>
                  </a:lnTo>
                  <a:lnTo>
                    <a:pt x="11930" y="200320"/>
                  </a:lnTo>
                  <a:lnTo>
                    <a:pt x="13250" y="197866"/>
                  </a:lnTo>
                  <a:lnTo>
                    <a:pt x="14505" y="195188"/>
                  </a:lnTo>
                  <a:lnTo>
                    <a:pt x="15658" y="193223"/>
                  </a:lnTo>
                  <a:lnTo>
                    <a:pt x="16909" y="191573"/>
                  </a:lnTo>
                  <a:lnTo>
                    <a:pt x="18815" y="187614"/>
                  </a:lnTo>
                  <a:lnTo>
                    <a:pt x="21345" y="183166"/>
                  </a:lnTo>
                  <a:lnTo>
                    <a:pt x="22315" y="179872"/>
                  </a:lnTo>
                  <a:lnTo>
                    <a:pt x="22919" y="178965"/>
                  </a:lnTo>
                  <a:lnTo>
                    <a:pt x="25095" y="177125"/>
                  </a:lnTo>
                  <a:lnTo>
                    <a:pt x="27982" y="175720"/>
                  </a:lnTo>
                  <a:lnTo>
                    <a:pt x="29343" y="175787"/>
                  </a:lnTo>
                  <a:lnTo>
                    <a:pt x="30691" y="178674"/>
                  </a:lnTo>
                  <a:lnTo>
                    <a:pt x="31418" y="178279"/>
                  </a:lnTo>
                  <a:lnTo>
                    <a:pt x="32153" y="177533"/>
                  </a:lnTo>
                  <a:lnTo>
                    <a:pt x="33640" y="177121"/>
                  </a:lnTo>
                  <a:lnTo>
                    <a:pt x="35169" y="177598"/>
                  </a:lnTo>
                  <a:lnTo>
                    <a:pt x="36661" y="177610"/>
                  </a:lnTo>
                  <a:lnTo>
                    <a:pt x="38154" y="177245"/>
                  </a:lnTo>
                  <a:lnTo>
                    <a:pt x="41027" y="176298"/>
                  </a:lnTo>
                  <a:lnTo>
                    <a:pt x="42538" y="175155"/>
                  </a:lnTo>
                  <a:lnTo>
                    <a:pt x="44013" y="173678"/>
                  </a:lnTo>
                  <a:lnTo>
                    <a:pt x="49272" y="172635"/>
                  </a:lnTo>
                  <a:lnTo>
                    <a:pt x="52876" y="170158"/>
                  </a:lnTo>
                  <a:lnTo>
                    <a:pt x="53446" y="170334"/>
                  </a:lnTo>
                  <a:lnTo>
                    <a:pt x="54001" y="170905"/>
                  </a:lnTo>
                  <a:lnTo>
                    <a:pt x="54042" y="172740"/>
                  </a:lnTo>
                  <a:lnTo>
                    <a:pt x="53589" y="174743"/>
                  </a:lnTo>
                  <a:lnTo>
                    <a:pt x="54030" y="175955"/>
                  </a:lnTo>
                  <a:lnTo>
                    <a:pt x="54760" y="176704"/>
                  </a:lnTo>
                  <a:lnTo>
                    <a:pt x="58152" y="176935"/>
                  </a:lnTo>
                  <a:lnTo>
                    <a:pt x="59120" y="177366"/>
                  </a:lnTo>
                  <a:lnTo>
                    <a:pt x="60536" y="175995"/>
                  </a:lnTo>
                  <a:lnTo>
                    <a:pt x="61870" y="174300"/>
                  </a:lnTo>
                  <a:lnTo>
                    <a:pt x="63265" y="172065"/>
                  </a:lnTo>
                  <a:lnTo>
                    <a:pt x="64241" y="169550"/>
                  </a:lnTo>
                  <a:lnTo>
                    <a:pt x="63340" y="166403"/>
                  </a:lnTo>
                  <a:lnTo>
                    <a:pt x="63142" y="162962"/>
                  </a:lnTo>
                  <a:lnTo>
                    <a:pt x="63898" y="159231"/>
                  </a:lnTo>
                  <a:lnTo>
                    <a:pt x="64993" y="156084"/>
                  </a:lnTo>
                  <a:lnTo>
                    <a:pt x="66296" y="154183"/>
                  </a:lnTo>
                  <a:lnTo>
                    <a:pt x="67495" y="151994"/>
                  </a:lnTo>
                  <a:lnTo>
                    <a:pt x="69924" y="145782"/>
                  </a:lnTo>
                  <a:lnTo>
                    <a:pt x="71680" y="140757"/>
                  </a:lnTo>
                  <a:lnTo>
                    <a:pt x="72312" y="134582"/>
                  </a:lnTo>
                  <a:lnTo>
                    <a:pt x="71940" y="127273"/>
                  </a:lnTo>
                  <a:lnTo>
                    <a:pt x="73473" y="121843"/>
                  </a:lnTo>
                  <a:lnTo>
                    <a:pt x="74940" y="120911"/>
                  </a:lnTo>
                  <a:lnTo>
                    <a:pt x="77856" y="118435"/>
                  </a:lnTo>
                  <a:lnTo>
                    <a:pt x="79387" y="117708"/>
                  </a:lnTo>
                  <a:lnTo>
                    <a:pt x="79616" y="118790"/>
                  </a:lnTo>
                  <a:lnTo>
                    <a:pt x="79570" y="120208"/>
                  </a:lnTo>
                  <a:lnTo>
                    <a:pt x="77281" y="124768"/>
                  </a:lnTo>
                  <a:lnTo>
                    <a:pt x="75970" y="126642"/>
                  </a:lnTo>
                  <a:lnTo>
                    <a:pt x="75186" y="127223"/>
                  </a:lnTo>
                  <a:lnTo>
                    <a:pt x="74468" y="128053"/>
                  </a:lnTo>
                  <a:lnTo>
                    <a:pt x="74170" y="129657"/>
                  </a:lnTo>
                  <a:lnTo>
                    <a:pt x="75336" y="132344"/>
                  </a:lnTo>
                  <a:lnTo>
                    <a:pt x="75634" y="134328"/>
                  </a:lnTo>
                  <a:lnTo>
                    <a:pt x="75562" y="136234"/>
                  </a:lnTo>
                  <a:lnTo>
                    <a:pt x="75611" y="137945"/>
                  </a:lnTo>
                  <a:lnTo>
                    <a:pt x="76932" y="139811"/>
                  </a:lnTo>
                  <a:lnTo>
                    <a:pt x="78444" y="140428"/>
                  </a:lnTo>
                  <a:lnTo>
                    <a:pt x="79078" y="140411"/>
                  </a:lnTo>
                  <a:lnTo>
                    <a:pt x="79632" y="139920"/>
                  </a:lnTo>
                  <a:lnTo>
                    <a:pt x="81360" y="135358"/>
                  </a:lnTo>
                  <a:lnTo>
                    <a:pt x="81748" y="134566"/>
                  </a:lnTo>
                  <a:lnTo>
                    <a:pt x="86674" y="131226"/>
                  </a:lnTo>
                  <a:lnTo>
                    <a:pt x="89097" y="128670"/>
                  </a:lnTo>
                  <a:lnTo>
                    <a:pt x="90436" y="128011"/>
                  </a:lnTo>
                  <a:lnTo>
                    <a:pt x="91693" y="126681"/>
                  </a:lnTo>
                  <a:lnTo>
                    <a:pt x="94511" y="121547"/>
                  </a:lnTo>
                  <a:lnTo>
                    <a:pt x="95554" y="119183"/>
                  </a:lnTo>
                  <a:lnTo>
                    <a:pt x="96498" y="116568"/>
                  </a:lnTo>
                  <a:lnTo>
                    <a:pt x="97254" y="113531"/>
                  </a:lnTo>
                  <a:lnTo>
                    <a:pt x="97849" y="110243"/>
                  </a:lnTo>
                  <a:lnTo>
                    <a:pt x="98666" y="108197"/>
                  </a:lnTo>
                  <a:lnTo>
                    <a:pt x="103135" y="103317"/>
                  </a:lnTo>
                  <a:lnTo>
                    <a:pt x="104575" y="100660"/>
                  </a:lnTo>
                  <a:lnTo>
                    <a:pt x="105033" y="99373"/>
                  </a:lnTo>
                  <a:lnTo>
                    <a:pt x="105586" y="95644"/>
                  </a:lnTo>
                  <a:lnTo>
                    <a:pt x="105968" y="91772"/>
                  </a:lnTo>
                  <a:lnTo>
                    <a:pt x="106511" y="88736"/>
                  </a:lnTo>
                  <a:lnTo>
                    <a:pt x="107244" y="85889"/>
                  </a:lnTo>
                  <a:lnTo>
                    <a:pt x="108226" y="82989"/>
                  </a:lnTo>
                  <a:lnTo>
                    <a:pt x="109329" y="80297"/>
                  </a:lnTo>
                  <a:lnTo>
                    <a:pt x="109981" y="77535"/>
                  </a:lnTo>
                  <a:lnTo>
                    <a:pt x="110927" y="70936"/>
                  </a:lnTo>
                  <a:lnTo>
                    <a:pt x="111342" y="67283"/>
                  </a:lnTo>
                  <a:lnTo>
                    <a:pt x="111666" y="65965"/>
                  </a:lnTo>
                  <a:lnTo>
                    <a:pt x="112142" y="64857"/>
                  </a:lnTo>
                  <a:lnTo>
                    <a:pt x="112558" y="63456"/>
                  </a:lnTo>
                  <a:lnTo>
                    <a:pt x="112875" y="61888"/>
                  </a:lnTo>
                  <a:lnTo>
                    <a:pt x="113019" y="60334"/>
                  </a:lnTo>
                  <a:lnTo>
                    <a:pt x="113223" y="55586"/>
                  </a:lnTo>
                  <a:lnTo>
                    <a:pt x="113099" y="51896"/>
                  </a:lnTo>
                  <a:lnTo>
                    <a:pt x="112359" y="48770"/>
                  </a:lnTo>
                  <a:lnTo>
                    <a:pt x="111749" y="47882"/>
                  </a:lnTo>
                  <a:lnTo>
                    <a:pt x="111082" y="47830"/>
                  </a:lnTo>
                  <a:lnTo>
                    <a:pt x="110084" y="48100"/>
                  </a:lnTo>
                  <a:lnTo>
                    <a:pt x="109235" y="46826"/>
                  </a:lnTo>
                  <a:lnTo>
                    <a:pt x="109407" y="45701"/>
                  </a:lnTo>
                  <a:lnTo>
                    <a:pt x="110273" y="45492"/>
                  </a:lnTo>
                  <a:lnTo>
                    <a:pt x="110865" y="44910"/>
                  </a:lnTo>
                  <a:lnTo>
                    <a:pt x="111289" y="43845"/>
                  </a:lnTo>
                  <a:lnTo>
                    <a:pt x="112085" y="40440"/>
                  </a:lnTo>
                  <a:lnTo>
                    <a:pt x="112562" y="36794"/>
                  </a:lnTo>
                  <a:lnTo>
                    <a:pt x="112603" y="35183"/>
                  </a:lnTo>
                  <a:lnTo>
                    <a:pt x="111981" y="32245"/>
                  </a:lnTo>
                  <a:lnTo>
                    <a:pt x="111486" y="28712"/>
                  </a:lnTo>
                  <a:lnTo>
                    <a:pt x="111472" y="26804"/>
                  </a:lnTo>
                  <a:lnTo>
                    <a:pt x="112013" y="24608"/>
                  </a:lnTo>
                  <a:lnTo>
                    <a:pt x="112786" y="22824"/>
                  </a:lnTo>
                  <a:lnTo>
                    <a:pt x="113478" y="22404"/>
                  </a:lnTo>
                  <a:lnTo>
                    <a:pt x="114227" y="22280"/>
                  </a:lnTo>
                  <a:lnTo>
                    <a:pt x="114908" y="21590"/>
                  </a:lnTo>
                  <a:lnTo>
                    <a:pt x="115538" y="20589"/>
                  </a:lnTo>
                  <a:lnTo>
                    <a:pt x="115895" y="19486"/>
                  </a:lnTo>
                  <a:lnTo>
                    <a:pt x="116451" y="16485"/>
                  </a:lnTo>
                  <a:lnTo>
                    <a:pt x="116664" y="14771"/>
                  </a:lnTo>
                  <a:lnTo>
                    <a:pt x="116315" y="10184"/>
                  </a:lnTo>
                  <a:lnTo>
                    <a:pt x="116675" y="8931"/>
                  </a:lnTo>
                  <a:lnTo>
                    <a:pt x="117187" y="8149"/>
                  </a:lnTo>
                  <a:lnTo>
                    <a:pt x="117870" y="8743"/>
                  </a:lnTo>
                  <a:lnTo>
                    <a:pt x="118570" y="8861"/>
                  </a:lnTo>
                  <a:lnTo>
                    <a:pt x="119386" y="8679"/>
                  </a:lnTo>
                  <a:lnTo>
                    <a:pt x="120169" y="9164"/>
                  </a:lnTo>
                  <a:lnTo>
                    <a:pt x="120318" y="10340"/>
                  </a:lnTo>
                  <a:lnTo>
                    <a:pt x="120808" y="18093"/>
                  </a:lnTo>
                  <a:lnTo>
                    <a:pt x="121092" y="19140"/>
                  </a:lnTo>
                  <a:lnTo>
                    <a:pt x="121662" y="19952"/>
                  </a:lnTo>
                  <a:lnTo>
                    <a:pt x="122306" y="19834"/>
                  </a:lnTo>
                  <a:lnTo>
                    <a:pt x="122861" y="18628"/>
                  </a:lnTo>
                  <a:lnTo>
                    <a:pt x="123236" y="17021"/>
                  </a:lnTo>
                  <a:lnTo>
                    <a:pt x="123975" y="16689"/>
                  </a:lnTo>
                  <a:lnTo>
                    <a:pt x="126227" y="18417"/>
                  </a:lnTo>
                  <a:lnTo>
                    <a:pt x="127025" y="17184"/>
                  </a:lnTo>
                  <a:lnTo>
                    <a:pt x="127546" y="15279"/>
                  </a:lnTo>
                  <a:lnTo>
                    <a:pt x="127999" y="11904"/>
                  </a:lnTo>
                  <a:lnTo>
                    <a:pt x="127778" y="8863"/>
                  </a:lnTo>
                  <a:lnTo>
                    <a:pt x="127237" y="7740"/>
                  </a:lnTo>
                  <a:lnTo>
                    <a:pt x="126678" y="7944"/>
                  </a:lnTo>
                  <a:lnTo>
                    <a:pt x="126184" y="8778"/>
                  </a:lnTo>
                  <a:lnTo>
                    <a:pt x="125633" y="9234"/>
                  </a:lnTo>
                  <a:lnTo>
                    <a:pt x="122304" y="10837"/>
                  </a:lnTo>
                  <a:lnTo>
                    <a:pt x="122319" y="7443"/>
                  </a:lnTo>
                  <a:lnTo>
                    <a:pt x="123031" y="2367"/>
                  </a:lnTo>
                  <a:lnTo>
                    <a:pt x="123426" y="761"/>
                  </a:lnTo>
                  <a:lnTo>
                    <a:pt x="123986" y="0"/>
                  </a:lnTo>
                  <a:lnTo>
                    <a:pt x="125384" y="881"/>
                  </a:lnTo>
                  <a:lnTo>
                    <a:pt x="126071" y="1468"/>
                  </a:lnTo>
                  <a:close/>
                </a:path>
              </a:pathLst>
            </a:custGeom>
            <a:solidFill>
              <a:srgbClr val="FFF4F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" name="pg896"/>
            <p:cNvSpPr/>
            <p:nvPr/>
          </p:nvSpPr>
          <p:spPr>
            <a:xfrm>
              <a:off x="5084333" y="2386060"/>
              <a:ext cx="1812" cy="4715"/>
            </a:xfrm>
            <a:custGeom>
              <a:avLst/>
              <a:pathLst>
                <a:path w="1812" h="4715">
                  <a:moveTo>
                    <a:pt x="860" y="4556"/>
                  </a:moveTo>
                  <a:lnTo>
                    <a:pt x="578" y="4715"/>
                  </a:lnTo>
                  <a:lnTo>
                    <a:pt x="284" y="4465"/>
                  </a:lnTo>
                  <a:lnTo>
                    <a:pt x="0" y="2232"/>
                  </a:lnTo>
                  <a:lnTo>
                    <a:pt x="244" y="1053"/>
                  </a:lnTo>
                  <a:lnTo>
                    <a:pt x="1039" y="229"/>
                  </a:lnTo>
                  <a:lnTo>
                    <a:pt x="1812" y="0"/>
                  </a:lnTo>
                  <a:lnTo>
                    <a:pt x="1154" y="4102"/>
                  </a:lnTo>
                  <a:close/>
                </a:path>
              </a:pathLst>
            </a:custGeom>
            <a:solidFill>
              <a:srgbClr val="FFF4F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" name="pg897"/>
            <p:cNvSpPr/>
            <p:nvPr/>
          </p:nvSpPr>
          <p:spPr>
            <a:xfrm>
              <a:off x="5105605" y="2297039"/>
              <a:ext cx="2391" cy="4008"/>
            </a:xfrm>
            <a:custGeom>
              <a:avLst/>
              <a:pathLst>
                <a:path w="2391" h="4008">
                  <a:moveTo>
                    <a:pt x="1974" y="3797"/>
                  </a:moveTo>
                  <a:lnTo>
                    <a:pt x="1118" y="4008"/>
                  </a:lnTo>
                  <a:lnTo>
                    <a:pt x="122" y="2775"/>
                  </a:lnTo>
                  <a:lnTo>
                    <a:pt x="0" y="1230"/>
                  </a:lnTo>
                  <a:lnTo>
                    <a:pt x="720" y="0"/>
                  </a:lnTo>
                  <a:lnTo>
                    <a:pt x="1437" y="454"/>
                  </a:lnTo>
                  <a:lnTo>
                    <a:pt x="2155" y="2047"/>
                  </a:lnTo>
                  <a:lnTo>
                    <a:pt x="2391" y="2877"/>
                  </a:lnTo>
                  <a:close/>
                </a:path>
              </a:pathLst>
            </a:custGeom>
            <a:solidFill>
              <a:srgbClr val="FFF4F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" name="pg898"/>
            <p:cNvSpPr/>
            <p:nvPr/>
          </p:nvSpPr>
          <p:spPr>
            <a:xfrm>
              <a:off x="5103585" y="2290609"/>
              <a:ext cx="1247" cy="5795"/>
            </a:xfrm>
            <a:custGeom>
              <a:avLst/>
              <a:pathLst>
                <a:path w="1247" h="5795">
                  <a:moveTo>
                    <a:pt x="1247" y="3918"/>
                  </a:moveTo>
                  <a:lnTo>
                    <a:pt x="768" y="5795"/>
                  </a:lnTo>
                  <a:lnTo>
                    <a:pt x="128" y="3005"/>
                  </a:lnTo>
                  <a:lnTo>
                    <a:pt x="0" y="0"/>
                  </a:lnTo>
                  <a:lnTo>
                    <a:pt x="369" y="18"/>
                  </a:lnTo>
                  <a:lnTo>
                    <a:pt x="1049" y="470"/>
                  </a:lnTo>
                  <a:lnTo>
                    <a:pt x="1212" y="1934"/>
                  </a:lnTo>
                  <a:close/>
                </a:path>
              </a:pathLst>
            </a:custGeom>
            <a:solidFill>
              <a:srgbClr val="FFF4F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" name="pg899"/>
            <p:cNvSpPr/>
            <p:nvPr/>
          </p:nvSpPr>
          <p:spPr>
            <a:xfrm>
              <a:off x="5089385" y="2289307"/>
              <a:ext cx="74188" cy="120745"/>
            </a:xfrm>
            <a:custGeom>
              <a:avLst/>
              <a:pathLst>
                <a:path w="74188" h="120745">
                  <a:moveTo>
                    <a:pt x="49401" y="41148"/>
                  </a:moveTo>
                  <a:lnTo>
                    <a:pt x="50946" y="41298"/>
                  </a:lnTo>
                  <a:lnTo>
                    <a:pt x="51636" y="41158"/>
                  </a:lnTo>
                  <a:lnTo>
                    <a:pt x="52820" y="41603"/>
                  </a:lnTo>
                  <a:lnTo>
                    <a:pt x="57515" y="46095"/>
                  </a:lnTo>
                  <a:lnTo>
                    <a:pt x="58932" y="46666"/>
                  </a:lnTo>
                  <a:lnTo>
                    <a:pt x="60395" y="46733"/>
                  </a:lnTo>
                  <a:lnTo>
                    <a:pt x="61423" y="46371"/>
                  </a:lnTo>
                  <a:lnTo>
                    <a:pt x="62328" y="45138"/>
                  </a:lnTo>
                  <a:lnTo>
                    <a:pt x="65162" y="39695"/>
                  </a:lnTo>
                  <a:lnTo>
                    <a:pt x="68139" y="34738"/>
                  </a:lnTo>
                  <a:lnTo>
                    <a:pt x="68469" y="34930"/>
                  </a:lnTo>
                  <a:lnTo>
                    <a:pt x="68470" y="36292"/>
                  </a:lnTo>
                  <a:lnTo>
                    <a:pt x="68252" y="37814"/>
                  </a:lnTo>
                  <a:lnTo>
                    <a:pt x="66935" y="42354"/>
                  </a:lnTo>
                  <a:lnTo>
                    <a:pt x="65468" y="48464"/>
                  </a:lnTo>
                  <a:lnTo>
                    <a:pt x="65156" y="51562"/>
                  </a:lnTo>
                  <a:lnTo>
                    <a:pt x="65632" y="54577"/>
                  </a:lnTo>
                  <a:lnTo>
                    <a:pt x="66550" y="57068"/>
                  </a:lnTo>
                  <a:lnTo>
                    <a:pt x="67277" y="60475"/>
                  </a:lnTo>
                  <a:lnTo>
                    <a:pt x="68114" y="65214"/>
                  </a:lnTo>
                  <a:lnTo>
                    <a:pt x="69290" y="65814"/>
                  </a:lnTo>
                  <a:lnTo>
                    <a:pt x="69929" y="65888"/>
                  </a:lnTo>
                  <a:lnTo>
                    <a:pt x="71107" y="64468"/>
                  </a:lnTo>
                  <a:lnTo>
                    <a:pt x="72221" y="62663"/>
                  </a:lnTo>
                  <a:lnTo>
                    <a:pt x="73179" y="62443"/>
                  </a:lnTo>
                  <a:lnTo>
                    <a:pt x="74188" y="62749"/>
                  </a:lnTo>
                  <a:lnTo>
                    <a:pt x="72862" y="64005"/>
                  </a:lnTo>
                  <a:lnTo>
                    <a:pt x="71612" y="65546"/>
                  </a:lnTo>
                  <a:lnTo>
                    <a:pt x="70540" y="68460"/>
                  </a:lnTo>
                  <a:lnTo>
                    <a:pt x="70141" y="69005"/>
                  </a:lnTo>
                  <a:lnTo>
                    <a:pt x="68904" y="68827"/>
                  </a:lnTo>
                  <a:lnTo>
                    <a:pt x="68196" y="68932"/>
                  </a:lnTo>
                  <a:lnTo>
                    <a:pt x="66748" y="70150"/>
                  </a:lnTo>
                  <a:lnTo>
                    <a:pt x="65478" y="71528"/>
                  </a:lnTo>
                  <a:lnTo>
                    <a:pt x="64264" y="73219"/>
                  </a:lnTo>
                  <a:lnTo>
                    <a:pt x="62939" y="74126"/>
                  </a:lnTo>
                  <a:lnTo>
                    <a:pt x="61529" y="74340"/>
                  </a:lnTo>
                  <a:lnTo>
                    <a:pt x="59352" y="75722"/>
                  </a:lnTo>
                  <a:lnTo>
                    <a:pt x="57939" y="75820"/>
                  </a:lnTo>
                  <a:lnTo>
                    <a:pt x="55290" y="74614"/>
                  </a:lnTo>
                  <a:lnTo>
                    <a:pt x="54003" y="74933"/>
                  </a:lnTo>
                  <a:lnTo>
                    <a:pt x="51190" y="77658"/>
                  </a:lnTo>
                  <a:lnTo>
                    <a:pt x="48633" y="81596"/>
                  </a:lnTo>
                  <a:lnTo>
                    <a:pt x="46398" y="86011"/>
                  </a:lnTo>
                  <a:lnTo>
                    <a:pt x="44529" y="91325"/>
                  </a:lnTo>
                  <a:lnTo>
                    <a:pt x="43778" y="94095"/>
                  </a:lnTo>
                  <a:lnTo>
                    <a:pt x="43328" y="97191"/>
                  </a:lnTo>
                  <a:lnTo>
                    <a:pt x="43266" y="99240"/>
                  </a:lnTo>
                  <a:lnTo>
                    <a:pt x="43100" y="101211"/>
                  </a:lnTo>
                  <a:lnTo>
                    <a:pt x="42668" y="102584"/>
                  </a:lnTo>
                  <a:lnTo>
                    <a:pt x="42148" y="103697"/>
                  </a:lnTo>
                  <a:lnTo>
                    <a:pt x="40608" y="103046"/>
                  </a:lnTo>
                  <a:lnTo>
                    <a:pt x="38074" y="100205"/>
                  </a:lnTo>
                  <a:lnTo>
                    <a:pt x="33161" y="96080"/>
                  </a:lnTo>
                  <a:lnTo>
                    <a:pt x="27974" y="89763"/>
                  </a:lnTo>
                  <a:lnTo>
                    <a:pt x="25055" y="86592"/>
                  </a:lnTo>
                  <a:lnTo>
                    <a:pt x="19567" y="87541"/>
                  </a:lnTo>
                  <a:lnTo>
                    <a:pt x="14378" y="93593"/>
                  </a:lnTo>
                  <a:lnTo>
                    <a:pt x="13913" y="93078"/>
                  </a:lnTo>
                  <a:lnTo>
                    <a:pt x="11928" y="88928"/>
                  </a:lnTo>
                  <a:lnTo>
                    <a:pt x="10968" y="87285"/>
                  </a:lnTo>
                  <a:lnTo>
                    <a:pt x="9821" y="86820"/>
                  </a:lnTo>
                  <a:lnTo>
                    <a:pt x="8968" y="86873"/>
                  </a:lnTo>
                  <a:lnTo>
                    <a:pt x="8139" y="87173"/>
                  </a:lnTo>
                  <a:lnTo>
                    <a:pt x="6966" y="89308"/>
                  </a:lnTo>
                  <a:lnTo>
                    <a:pt x="6536" y="90845"/>
                  </a:lnTo>
                  <a:lnTo>
                    <a:pt x="6202" y="92590"/>
                  </a:lnTo>
                  <a:lnTo>
                    <a:pt x="6100" y="93825"/>
                  </a:lnTo>
                  <a:lnTo>
                    <a:pt x="6241" y="95034"/>
                  </a:lnTo>
                  <a:lnTo>
                    <a:pt x="7350" y="97771"/>
                  </a:lnTo>
                  <a:lnTo>
                    <a:pt x="8719" y="99808"/>
                  </a:lnTo>
                  <a:lnTo>
                    <a:pt x="9339" y="100196"/>
                  </a:lnTo>
                  <a:lnTo>
                    <a:pt x="10654" y="100054"/>
                  </a:lnTo>
                  <a:lnTo>
                    <a:pt x="11265" y="100264"/>
                  </a:lnTo>
                  <a:lnTo>
                    <a:pt x="13467" y="104359"/>
                  </a:lnTo>
                  <a:lnTo>
                    <a:pt x="15879" y="108193"/>
                  </a:lnTo>
                  <a:lnTo>
                    <a:pt x="16413" y="109462"/>
                  </a:lnTo>
                  <a:lnTo>
                    <a:pt x="15521" y="110800"/>
                  </a:lnTo>
                  <a:lnTo>
                    <a:pt x="14543" y="111462"/>
                  </a:lnTo>
                  <a:lnTo>
                    <a:pt x="13408" y="111289"/>
                  </a:lnTo>
                  <a:lnTo>
                    <a:pt x="12284" y="110782"/>
                  </a:lnTo>
                  <a:lnTo>
                    <a:pt x="10352" y="109152"/>
                  </a:lnTo>
                  <a:lnTo>
                    <a:pt x="9527" y="110541"/>
                  </a:lnTo>
                  <a:lnTo>
                    <a:pt x="8246" y="113390"/>
                  </a:lnTo>
                  <a:lnTo>
                    <a:pt x="7536" y="116486"/>
                  </a:lnTo>
                  <a:lnTo>
                    <a:pt x="6960" y="117907"/>
                  </a:lnTo>
                  <a:lnTo>
                    <a:pt x="5543" y="119777"/>
                  </a:lnTo>
                  <a:lnTo>
                    <a:pt x="4044" y="120745"/>
                  </a:lnTo>
                  <a:lnTo>
                    <a:pt x="3261" y="120425"/>
                  </a:lnTo>
                  <a:lnTo>
                    <a:pt x="2662" y="119252"/>
                  </a:lnTo>
                  <a:lnTo>
                    <a:pt x="2323" y="117846"/>
                  </a:lnTo>
                  <a:lnTo>
                    <a:pt x="2152" y="116219"/>
                  </a:lnTo>
                  <a:lnTo>
                    <a:pt x="2473" y="112693"/>
                  </a:lnTo>
                  <a:lnTo>
                    <a:pt x="3248" y="109517"/>
                  </a:lnTo>
                  <a:lnTo>
                    <a:pt x="3547" y="106275"/>
                  </a:lnTo>
                  <a:lnTo>
                    <a:pt x="2911" y="101713"/>
                  </a:lnTo>
                  <a:lnTo>
                    <a:pt x="2507" y="100761"/>
                  </a:lnTo>
                  <a:lnTo>
                    <a:pt x="915" y="98087"/>
                  </a:lnTo>
                  <a:lnTo>
                    <a:pt x="179" y="95486"/>
                  </a:lnTo>
                  <a:lnTo>
                    <a:pt x="0" y="92249"/>
                  </a:lnTo>
                  <a:lnTo>
                    <a:pt x="94" y="90460"/>
                  </a:lnTo>
                  <a:lnTo>
                    <a:pt x="484" y="86513"/>
                  </a:lnTo>
                  <a:lnTo>
                    <a:pt x="866" y="84519"/>
                  </a:lnTo>
                  <a:lnTo>
                    <a:pt x="1600" y="83862"/>
                  </a:lnTo>
                  <a:lnTo>
                    <a:pt x="2395" y="83468"/>
                  </a:lnTo>
                  <a:lnTo>
                    <a:pt x="3624" y="82044"/>
                  </a:lnTo>
                  <a:lnTo>
                    <a:pt x="4975" y="80196"/>
                  </a:lnTo>
                  <a:lnTo>
                    <a:pt x="6265" y="78088"/>
                  </a:lnTo>
                  <a:lnTo>
                    <a:pt x="7543" y="75510"/>
                  </a:lnTo>
                  <a:lnTo>
                    <a:pt x="8212" y="72679"/>
                  </a:lnTo>
                  <a:lnTo>
                    <a:pt x="7114" y="69209"/>
                  </a:lnTo>
                  <a:lnTo>
                    <a:pt x="6890" y="67147"/>
                  </a:lnTo>
                  <a:lnTo>
                    <a:pt x="7052" y="65196"/>
                  </a:lnTo>
                  <a:lnTo>
                    <a:pt x="8218" y="64160"/>
                  </a:lnTo>
                  <a:lnTo>
                    <a:pt x="9423" y="64942"/>
                  </a:lnTo>
                  <a:lnTo>
                    <a:pt x="11843" y="67801"/>
                  </a:lnTo>
                  <a:lnTo>
                    <a:pt x="12318" y="68082"/>
                  </a:lnTo>
                  <a:lnTo>
                    <a:pt x="13980" y="68215"/>
                  </a:lnTo>
                  <a:lnTo>
                    <a:pt x="16255" y="68837"/>
                  </a:lnTo>
                  <a:lnTo>
                    <a:pt x="17573" y="68685"/>
                  </a:lnTo>
                  <a:lnTo>
                    <a:pt x="18206" y="68254"/>
                  </a:lnTo>
                  <a:lnTo>
                    <a:pt x="19166" y="65890"/>
                  </a:lnTo>
                  <a:lnTo>
                    <a:pt x="19637" y="62881"/>
                  </a:lnTo>
                  <a:lnTo>
                    <a:pt x="19465" y="59010"/>
                  </a:lnTo>
                  <a:lnTo>
                    <a:pt x="19457" y="55164"/>
                  </a:lnTo>
                  <a:lnTo>
                    <a:pt x="20063" y="52032"/>
                  </a:lnTo>
                  <a:lnTo>
                    <a:pt x="21962" y="46998"/>
                  </a:lnTo>
                  <a:lnTo>
                    <a:pt x="22505" y="44030"/>
                  </a:lnTo>
                  <a:lnTo>
                    <a:pt x="22704" y="36815"/>
                  </a:lnTo>
                  <a:lnTo>
                    <a:pt x="23389" y="33636"/>
                  </a:lnTo>
                  <a:lnTo>
                    <a:pt x="23939" y="30346"/>
                  </a:lnTo>
                  <a:lnTo>
                    <a:pt x="24202" y="23437"/>
                  </a:lnTo>
                  <a:lnTo>
                    <a:pt x="23422" y="16797"/>
                  </a:lnTo>
                  <a:lnTo>
                    <a:pt x="22641" y="13542"/>
                  </a:lnTo>
                  <a:lnTo>
                    <a:pt x="21744" y="10447"/>
                  </a:lnTo>
                  <a:lnTo>
                    <a:pt x="21876" y="7492"/>
                  </a:lnTo>
                  <a:lnTo>
                    <a:pt x="22602" y="4754"/>
                  </a:lnTo>
                  <a:lnTo>
                    <a:pt x="22620" y="3928"/>
                  </a:lnTo>
                  <a:lnTo>
                    <a:pt x="22792" y="3198"/>
                  </a:lnTo>
                  <a:lnTo>
                    <a:pt x="24152" y="2677"/>
                  </a:lnTo>
                  <a:lnTo>
                    <a:pt x="24785" y="2090"/>
                  </a:lnTo>
                  <a:lnTo>
                    <a:pt x="25393" y="774"/>
                  </a:lnTo>
                  <a:lnTo>
                    <a:pt x="26121" y="0"/>
                  </a:lnTo>
                  <a:lnTo>
                    <a:pt x="26653" y="768"/>
                  </a:lnTo>
                  <a:lnTo>
                    <a:pt x="27092" y="2115"/>
                  </a:lnTo>
                  <a:lnTo>
                    <a:pt x="29006" y="5433"/>
                  </a:lnTo>
                  <a:lnTo>
                    <a:pt x="32023" y="11362"/>
                  </a:lnTo>
                  <a:lnTo>
                    <a:pt x="35578" y="20398"/>
                  </a:lnTo>
                  <a:lnTo>
                    <a:pt x="37807" y="24803"/>
                  </a:lnTo>
                  <a:lnTo>
                    <a:pt x="40156" y="28798"/>
                  </a:lnTo>
                  <a:lnTo>
                    <a:pt x="42790" y="32884"/>
                  </a:lnTo>
                  <a:lnTo>
                    <a:pt x="45546" y="36403"/>
                  </a:lnTo>
                  <a:lnTo>
                    <a:pt x="47307" y="38064"/>
                  </a:lnTo>
                  <a:lnTo>
                    <a:pt x="48596" y="40715"/>
                  </a:lnTo>
                  <a:close/>
                </a:path>
              </a:pathLst>
            </a:custGeom>
            <a:solidFill>
              <a:srgbClr val="FFF4F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" name="pg900"/>
            <p:cNvSpPr/>
            <p:nvPr/>
          </p:nvSpPr>
          <p:spPr>
            <a:xfrm>
              <a:off x="4311310" y="2580300"/>
              <a:ext cx="12741" cy="16305"/>
            </a:xfrm>
            <a:custGeom>
              <a:avLst/>
              <a:pathLst>
                <a:path w="12741" h="16305">
                  <a:moveTo>
                    <a:pt x="12741" y="4899"/>
                  </a:moveTo>
                  <a:lnTo>
                    <a:pt x="11477" y="6455"/>
                  </a:lnTo>
                  <a:lnTo>
                    <a:pt x="9929" y="8361"/>
                  </a:lnTo>
                  <a:lnTo>
                    <a:pt x="8101" y="10612"/>
                  </a:lnTo>
                  <a:lnTo>
                    <a:pt x="6491" y="12593"/>
                  </a:lnTo>
                  <a:lnTo>
                    <a:pt x="4956" y="14484"/>
                  </a:lnTo>
                  <a:lnTo>
                    <a:pt x="3476" y="16305"/>
                  </a:lnTo>
                  <a:lnTo>
                    <a:pt x="2931" y="13751"/>
                  </a:lnTo>
                  <a:lnTo>
                    <a:pt x="2616" y="12271"/>
                  </a:lnTo>
                  <a:lnTo>
                    <a:pt x="1984" y="9310"/>
                  </a:lnTo>
                  <a:lnTo>
                    <a:pt x="1423" y="6677"/>
                  </a:lnTo>
                  <a:lnTo>
                    <a:pt x="566" y="2656"/>
                  </a:lnTo>
                  <a:lnTo>
                    <a:pt x="0" y="0"/>
                  </a:lnTo>
                  <a:lnTo>
                    <a:pt x="1382" y="1431"/>
                  </a:lnTo>
                  <a:lnTo>
                    <a:pt x="3987" y="3240"/>
                  </a:lnTo>
                  <a:lnTo>
                    <a:pt x="6514" y="4537"/>
                  </a:lnTo>
                  <a:lnTo>
                    <a:pt x="8386" y="5500"/>
                  </a:lnTo>
                  <a:lnTo>
                    <a:pt x="9293" y="5563"/>
                  </a:lnTo>
                  <a:lnTo>
                    <a:pt x="9941" y="5611"/>
                  </a:lnTo>
                  <a:lnTo>
                    <a:pt x="11810" y="5352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" name="pg901"/>
            <p:cNvSpPr/>
            <p:nvPr/>
          </p:nvSpPr>
          <p:spPr>
            <a:xfrm>
              <a:off x="3980951" y="2301942"/>
              <a:ext cx="2336" cy="7548"/>
            </a:xfrm>
            <a:custGeom>
              <a:avLst/>
              <a:pathLst>
                <a:path w="2336" h="7548">
                  <a:moveTo>
                    <a:pt x="2336" y="6716"/>
                  </a:moveTo>
                  <a:lnTo>
                    <a:pt x="1895" y="7548"/>
                  </a:lnTo>
                  <a:lnTo>
                    <a:pt x="1236" y="7426"/>
                  </a:lnTo>
                  <a:lnTo>
                    <a:pt x="0" y="4283"/>
                  </a:lnTo>
                  <a:lnTo>
                    <a:pt x="344" y="1099"/>
                  </a:lnTo>
                  <a:lnTo>
                    <a:pt x="792" y="447"/>
                  </a:lnTo>
                  <a:lnTo>
                    <a:pt x="1415" y="0"/>
                  </a:lnTo>
                  <a:lnTo>
                    <a:pt x="1499" y="699"/>
                  </a:lnTo>
                  <a:lnTo>
                    <a:pt x="619" y="2125"/>
                  </a:lnTo>
                  <a:lnTo>
                    <a:pt x="539" y="3924"/>
                  </a:lnTo>
                  <a:lnTo>
                    <a:pt x="1271" y="5921"/>
                  </a:lnTo>
                  <a:close/>
                </a:path>
              </a:pathLst>
            </a:custGeom>
            <a:solidFill>
              <a:srgbClr val="FFE9E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3" name="pg902"/>
            <p:cNvSpPr/>
            <p:nvPr/>
          </p:nvSpPr>
          <p:spPr>
            <a:xfrm>
              <a:off x="3984172" y="2301910"/>
              <a:ext cx="1154" cy="3676"/>
            </a:xfrm>
            <a:custGeom>
              <a:avLst/>
              <a:pathLst>
                <a:path w="1154" h="3676">
                  <a:moveTo>
                    <a:pt x="685" y="3278"/>
                  </a:moveTo>
                  <a:lnTo>
                    <a:pt x="260" y="3676"/>
                  </a:lnTo>
                  <a:lnTo>
                    <a:pt x="0" y="1790"/>
                  </a:lnTo>
                  <a:lnTo>
                    <a:pt x="478" y="209"/>
                  </a:lnTo>
                  <a:lnTo>
                    <a:pt x="1154" y="0"/>
                  </a:lnTo>
                  <a:lnTo>
                    <a:pt x="921" y="2499"/>
                  </a:lnTo>
                  <a:close/>
                </a:path>
              </a:pathLst>
            </a:custGeom>
            <a:solidFill>
              <a:srgbClr val="FFE9E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4" name="pg903"/>
            <p:cNvSpPr/>
            <p:nvPr/>
          </p:nvSpPr>
          <p:spPr>
            <a:xfrm>
              <a:off x="4012531" y="2288760"/>
              <a:ext cx="1711" cy="3744"/>
            </a:xfrm>
            <a:custGeom>
              <a:avLst/>
              <a:pathLst>
                <a:path w="1711" h="3744">
                  <a:moveTo>
                    <a:pt x="1581" y="3433"/>
                  </a:moveTo>
                  <a:lnTo>
                    <a:pt x="1364" y="3744"/>
                  </a:lnTo>
                  <a:lnTo>
                    <a:pt x="543" y="2950"/>
                  </a:lnTo>
                  <a:lnTo>
                    <a:pt x="0" y="1597"/>
                  </a:lnTo>
                  <a:lnTo>
                    <a:pt x="673" y="0"/>
                  </a:lnTo>
                  <a:lnTo>
                    <a:pt x="1299" y="294"/>
                  </a:lnTo>
                  <a:lnTo>
                    <a:pt x="1711" y="1988"/>
                  </a:lnTo>
                  <a:close/>
                </a:path>
              </a:pathLst>
            </a:custGeom>
            <a:solidFill>
              <a:srgbClr val="FFE9E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5" name="pg904"/>
            <p:cNvSpPr/>
            <p:nvPr/>
          </p:nvSpPr>
          <p:spPr>
            <a:xfrm>
              <a:off x="3939169" y="1997360"/>
              <a:ext cx="502399" cy="436763"/>
            </a:xfrm>
            <a:custGeom>
              <a:avLst/>
              <a:pathLst>
                <a:path w="502399" h="436763">
                  <a:moveTo>
                    <a:pt x="502399" y="186271"/>
                  </a:moveTo>
                  <a:lnTo>
                    <a:pt x="501253" y="185678"/>
                  </a:lnTo>
                  <a:lnTo>
                    <a:pt x="499014" y="185558"/>
                  </a:lnTo>
                  <a:lnTo>
                    <a:pt x="497650" y="185923"/>
                  </a:lnTo>
                  <a:lnTo>
                    <a:pt x="497007" y="186130"/>
                  </a:lnTo>
                  <a:lnTo>
                    <a:pt x="496049" y="187337"/>
                  </a:lnTo>
                  <a:lnTo>
                    <a:pt x="495368" y="188545"/>
                  </a:lnTo>
                  <a:lnTo>
                    <a:pt x="495066" y="190598"/>
                  </a:lnTo>
                  <a:lnTo>
                    <a:pt x="495426" y="192921"/>
                  </a:lnTo>
                  <a:lnTo>
                    <a:pt x="494935" y="197754"/>
                  </a:lnTo>
                  <a:lnTo>
                    <a:pt x="494266" y="199575"/>
                  </a:lnTo>
                  <a:lnTo>
                    <a:pt x="492855" y="202735"/>
                  </a:lnTo>
                  <a:lnTo>
                    <a:pt x="492039" y="203422"/>
                  </a:lnTo>
                  <a:lnTo>
                    <a:pt x="490672" y="203987"/>
                  </a:lnTo>
                  <a:lnTo>
                    <a:pt x="489353" y="204924"/>
                  </a:lnTo>
                  <a:lnTo>
                    <a:pt x="486768" y="205834"/>
                  </a:lnTo>
                  <a:lnTo>
                    <a:pt x="483976" y="206297"/>
                  </a:lnTo>
                  <a:lnTo>
                    <a:pt x="482983" y="206977"/>
                  </a:lnTo>
                  <a:lnTo>
                    <a:pt x="482277" y="209141"/>
                  </a:lnTo>
                  <a:lnTo>
                    <a:pt x="481775" y="210952"/>
                  </a:lnTo>
                  <a:lnTo>
                    <a:pt x="481464" y="212327"/>
                  </a:lnTo>
                  <a:lnTo>
                    <a:pt x="480674" y="216823"/>
                  </a:lnTo>
                  <a:lnTo>
                    <a:pt x="480226" y="220848"/>
                  </a:lnTo>
                  <a:lnTo>
                    <a:pt x="480666" y="225846"/>
                  </a:lnTo>
                  <a:lnTo>
                    <a:pt x="480995" y="231401"/>
                  </a:lnTo>
                  <a:lnTo>
                    <a:pt x="480974" y="233317"/>
                  </a:lnTo>
                  <a:lnTo>
                    <a:pt x="481655" y="236161"/>
                  </a:lnTo>
                  <a:lnTo>
                    <a:pt x="482001" y="237905"/>
                  </a:lnTo>
                  <a:lnTo>
                    <a:pt x="481838" y="240380"/>
                  </a:lnTo>
                  <a:lnTo>
                    <a:pt x="480858" y="242335"/>
                  </a:lnTo>
                  <a:lnTo>
                    <a:pt x="480271" y="244926"/>
                  </a:lnTo>
                  <a:lnTo>
                    <a:pt x="479717" y="246027"/>
                  </a:lnTo>
                  <a:lnTo>
                    <a:pt x="478120" y="246523"/>
                  </a:lnTo>
                  <a:lnTo>
                    <a:pt x="476616" y="246829"/>
                  </a:lnTo>
                  <a:lnTo>
                    <a:pt x="475099" y="249050"/>
                  </a:lnTo>
                  <a:lnTo>
                    <a:pt x="473886" y="250586"/>
                  </a:lnTo>
                  <a:lnTo>
                    <a:pt x="471985" y="252538"/>
                  </a:lnTo>
                  <a:lnTo>
                    <a:pt x="471096" y="252906"/>
                  </a:lnTo>
                  <a:lnTo>
                    <a:pt x="470601" y="251912"/>
                  </a:lnTo>
                  <a:lnTo>
                    <a:pt x="470274" y="249696"/>
                  </a:lnTo>
                  <a:lnTo>
                    <a:pt x="469621" y="248721"/>
                  </a:lnTo>
                  <a:lnTo>
                    <a:pt x="468704" y="248644"/>
                  </a:lnTo>
                  <a:lnTo>
                    <a:pt x="467965" y="248620"/>
                  </a:lnTo>
                  <a:lnTo>
                    <a:pt x="465577" y="248018"/>
                  </a:lnTo>
                  <a:lnTo>
                    <a:pt x="464050" y="248060"/>
                  </a:lnTo>
                  <a:lnTo>
                    <a:pt x="462902" y="248536"/>
                  </a:lnTo>
                  <a:lnTo>
                    <a:pt x="461593" y="248776"/>
                  </a:lnTo>
                  <a:lnTo>
                    <a:pt x="459330" y="247968"/>
                  </a:lnTo>
                  <a:lnTo>
                    <a:pt x="457866" y="247282"/>
                  </a:lnTo>
                  <a:lnTo>
                    <a:pt x="456880" y="246627"/>
                  </a:lnTo>
                  <a:lnTo>
                    <a:pt x="454529" y="244694"/>
                  </a:lnTo>
                  <a:lnTo>
                    <a:pt x="451438" y="242391"/>
                  </a:lnTo>
                  <a:lnTo>
                    <a:pt x="450170" y="241717"/>
                  </a:lnTo>
                  <a:lnTo>
                    <a:pt x="449420" y="242410"/>
                  </a:lnTo>
                  <a:lnTo>
                    <a:pt x="449304" y="243724"/>
                  </a:lnTo>
                  <a:lnTo>
                    <a:pt x="449106" y="246914"/>
                  </a:lnTo>
                  <a:lnTo>
                    <a:pt x="448746" y="248908"/>
                  </a:lnTo>
                  <a:lnTo>
                    <a:pt x="446588" y="259001"/>
                  </a:lnTo>
                  <a:lnTo>
                    <a:pt x="445257" y="266027"/>
                  </a:lnTo>
                  <a:lnTo>
                    <a:pt x="443565" y="272764"/>
                  </a:lnTo>
                  <a:lnTo>
                    <a:pt x="443030" y="277282"/>
                  </a:lnTo>
                  <a:lnTo>
                    <a:pt x="442018" y="283011"/>
                  </a:lnTo>
                  <a:lnTo>
                    <a:pt x="441012" y="287159"/>
                  </a:lnTo>
                  <a:lnTo>
                    <a:pt x="440606" y="289423"/>
                  </a:lnTo>
                  <a:lnTo>
                    <a:pt x="440568" y="290345"/>
                  </a:lnTo>
                  <a:lnTo>
                    <a:pt x="440747" y="291639"/>
                  </a:lnTo>
                  <a:lnTo>
                    <a:pt x="442289" y="293056"/>
                  </a:lnTo>
                  <a:lnTo>
                    <a:pt x="443904" y="293924"/>
                  </a:lnTo>
                  <a:lnTo>
                    <a:pt x="444263" y="294466"/>
                  </a:lnTo>
                  <a:lnTo>
                    <a:pt x="444438" y="295939"/>
                  </a:lnTo>
                  <a:lnTo>
                    <a:pt x="444380" y="298341"/>
                  </a:lnTo>
                  <a:lnTo>
                    <a:pt x="444082" y="300621"/>
                  </a:lnTo>
                  <a:lnTo>
                    <a:pt x="443614" y="302410"/>
                  </a:lnTo>
                  <a:lnTo>
                    <a:pt x="443151" y="303294"/>
                  </a:lnTo>
                  <a:lnTo>
                    <a:pt x="442623" y="303350"/>
                  </a:lnTo>
                  <a:lnTo>
                    <a:pt x="441611" y="302202"/>
                  </a:lnTo>
                  <a:lnTo>
                    <a:pt x="440707" y="300919"/>
                  </a:lnTo>
                  <a:lnTo>
                    <a:pt x="440006" y="300528"/>
                  </a:lnTo>
                  <a:lnTo>
                    <a:pt x="438230" y="301244"/>
                  </a:lnTo>
                  <a:lnTo>
                    <a:pt x="436583" y="302219"/>
                  </a:lnTo>
                  <a:lnTo>
                    <a:pt x="436036" y="302250"/>
                  </a:lnTo>
                  <a:lnTo>
                    <a:pt x="435080" y="301622"/>
                  </a:lnTo>
                  <a:lnTo>
                    <a:pt x="434120" y="300323"/>
                  </a:lnTo>
                  <a:lnTo>
                    <a:pt x="433741" y="297817"/>
                  </a:lnTo>
                  <a:lnTo>
                    <a:pt x="432915" y="296679"/>
                  </a:lnTo>
                  <a:lnTo>
                    <a:pt x="431805" y="297817"/>
                  </a:lnTo>
                  <a:lnTo>
                    <a:pt x="428507" y="299727"/>
                  </a:lnTo>
                  <a:lnTo>
                    <a:pt x="424874" y="302004"/>
                  </a:lnTo>
                  <a:lnTo>
                    <a:pt x="422566" y="303182"/>
                  </a:lnTo>
                  <a:lnTo>
                    <a:pt x="421662" y="302997"/>
                  </a:lnTo>
                  <a:lnTo>
                    <a:pt x="419869" y="303264"/>
                  </a:lnTo>
                  <a:lnTo>
                    <a:pt x="418319" y="303900"/>
                  </a:lnTo>
                  <a:lnTo>
                    <a:pt x="417156" y="304783"/>
                  </a:lnTo>
                  <a:lnTo>
                    <a:pt x="414852" y="305998"/>
                  </a:lnTo>
                  <a:lnTo>
                    <a:pt x="412766" y="306812"/>
                  </a:lnTo>
                  <a:lnTo>
                    <a:pt x="411422" y="308654"/>
                  </a:lnTo>
                  <a:lnTo>
                    <a:pt x="410455" y="310436"/>
                  </a:lnTo>
                  <a:lnTo>
                    <a:pt x="410497" y="311114"/>
                  </a:lnTo>
                  <a:lnTo>
                    <a:pt x="411199" y="312168"/>
                  </a:lnTo>
                  <a:lnTo>
                    <a:pt x="412001" y="312994"/>
                  </a:lnTo>
                  <a:lnTo>
                    <a:pt x="413614" y="312801"/>
                  </a:lnTo>
                  <a:lnTo>
                    <a:pt x="415184" y="312673"/>
                  </a:lnTo>
                  <a:lnTo>
                    <a:pt x="416489" y="313789"/>
                  </a:lnTo>
                  <a:lnTo>
                    <a:pt x="417657" y="314505"/>
                  </a:lnTo>
                  <a:lnTo>
                    <a:pt x="417978" y="315434"/>
                  </a:lnTo>
                  <a:lnTo>
                    <a:pt x="417657" y="316337"/>
                  </a:lnTo>
                  <a:lnTo>
                    <a:pt x="416979" y="316549"/>
                  </a:lnTo>
                  <a:lnTo>
                    <a:pt x="416743" y="317184"/>
                  </a:lnTo>
                  <a:lnTo>
                    <a:pt x="416861" y="318030"/>
                  </a:lnTo>
                  <a:lnTo>
                    <a:pt x="416418" y="320240"/>
                  </a:lnTo>
                  <a:lnTo>
                    <a:pt x="416186" y="323598"/>
                  </a:lnTo>
                  <a:lnTo>
                    <a:pt x="416415" y="326903"/>
                  </a:lnTo>
                  <a:lnTo>
                    <a:pt x="416544" y="329953"/>
                  </a:lnTo>
                  <a:lnTo>
                    <a:pt x="416466" y="331490"/>
                  </a:lnTo>
                  <a:lnTo>
                    <a:pt x="416420" y="333677"/>
                  </a:lnTo>
                  <a:lnTo>
                    <a:pt x="416920" y="335157"/>
                  </a:lnTo>
                  <a:lnTo>
                    <a:pt x="417361" y="337977"/>
                  </a:lnTo>
                  <a:lnTo>
                    <a:pt x="418157" y="339740"/>
                  </a:lnTo>
                  <a:lnTo>
                    <a:pt x="419359" y="345856"/>
                  </a:lnTo>
                  <a:lnTo>
                    <a:pt x="420067" y="349430"/>
                  </a:lnTo>
                  <a:lnTo>
                    <a:pt x="420721" y="353481"/>
                  </a:lnTo>
                  <a:lnTo>
                    <a:pt x="420247" y="355670"/>
                  </a:lnTo>
                  <a:lnTo>
                    <a:pt x="420276" y="356938"/>
                  </a:lnTo>
                  <a:lnTo>
                    <a:pt x="421042" y="357996"/>
                  </a:lnTo>
                  <a:lnTo>
                    <a:pt x="421378" y="360062"/>
                  </a:lnTo>
                  <a:lnTo>
                    <a:pt x="421732" y="361326"/>
                  </a:lnTo>
                  <a:lnTo>
                    <a:pt x="421633" y="362586"/>
                  </a:lnTo>
                  <a:lnTo>
                    <a:pt x="421306" y="363072"/>
                  </a:lnTo>
                  <a:lnTo>
                    <a:pt x="419650" y="362310"/>
                  </a:lnTo>
                  <a:lnTo>
                    <a:pt x="418293" y="363565"/>
                  </a:lnTo>
                  <a:lnTo>
                    <a:pt x="416852" y="364826"/>
                  </a:lnTo>
                  <a:lnTo>
                    <a:pt x="416658" y="365497"/>
                  </a:lnTo>
                  <a:lnTo>
                    <a:pt x="416618" y="366230"/>
                  </a:lnTo>
                  <a:lnTo>
                    <a:pt x="416767" y="366875"/>
                  </a:lnTo>
                  <a:lnTo>
                    <a:pt x="417597" y="368005"/>
                  </a:lnTo>
                  <a:lnTo>
                    <a:pt x="418746" y="368709"/>
                  </a:lnTo>
                  <a:lnTo>
                    <a:pt x="418687" y="369839"/>
                  </a:lnTo>
                  <a:lnTo>
                    <a:pt x="417268" y="370362"/>
                  </a:lnTo>
                  <a:lnTo>
                    <a:pt x="415125" y="372091"/>
                  </a:lnTo>
                  <a:lnTo>
                    <a:pt x="414532" y="373946"/>
                  </a:lnTo>
                  <a:lnTo>
                    <a:pt x="414073" y="375984"/>
                  </a:lnTo>
                  <a:lnTo>
                    <a:pt x="414034" y="377165"/>
                  </a:lnTo>
                  <a:lnTo>
                    <a:pt x="414249" y="380332"/>
                  </a:lnTo>
                  <a:lnTo>
                    <a:pt x="414575" y="383847"/>
                  </a:lnTo>
                  <a:lnTo>
                    <a:pt x="415184" y="387548"/>
                  </a:lnTo>
                  <a:lnTo>
                    <a:pt x="415233" y="388693"/>
                  </a:lnTo>
                  <a:lnTo>
                    <a:pt x="414911" y="389509"/>
                  </a:lnTo>
                  <a:lnTo>
                    <a:pt x="414620" y="390034"/>
                  </a:lnTo>
                  <a:lnTo>
                    <a:pt x="412916" y="386697"/>
                  </a:lnTo>
                  <a:lnTo>
                    <a:pt x="411062" y="383442"/>
                  </a:lnTo>
                  <a:lnTo>
                    <a:pt x="409610" y="382693"/>
                  </a:lnTo>
                  <a:lnTo>
                    <a:pt x="407081" y="382156"/>
                  </a:lnTo>
                  <a:lnTo>
                    <a:pt x="405745" y="382129"/>
                  </a:lnTo>
                  <a:lnTo>
                    <a:pt x="404981" y="381362"/>
                  </a:lnTo>
                  <a:lnTo>
                    <a:pt x="404235" y="379480"/>
                  </a:lnTo>
                  <a:lnTo>
                    <a:pt x="403343" y="377777"/>
                  </a:lnTo>
                  <a:lnTo>
                    <a:pt x="402202" y="375969"/>
                  </a:lnTo>
                  <a:lnTo>
                    <a:pt x="401730" y="373221"/>
                  </a:lnTo>
                  <a:lnTo>
                    <a:pt x="401259" y="372727"/>
                  </a:lnTo>
                  <a:lnTo>
                    <a:pt x="400435" y="373079"/>
                  </a:lnTo>
                  <a:lnTo>
                    <a:pt x="399054" y="372994"/>
                  </a:lnTo>
                  <a:lnTo>
                    <a:pt x="398279" y="372752"/>
                  </a:lnTo>
                  <a:lnTo>
                    <a:pt x="397124" y="372281"/>
                  </a:lnTo>
                  <a:lnTo>
                    <a:pt x="395282" y="371162"/>
                  </a:lnTo>
                  <a:lnTo>
                    <a:pt x="393825" y="370100"/>
                  </a:lnTo>
                  <a:lnTo>
                    <a:pt x="391996" y="369898"/>
                  </a:lnTo>
                  <a:lnTo>
                    <a:pt x="390936" y="370109"/>
                  </a:lnTo>
                  <a:lnTo>
                    <a:pt x="387642" y="370310"/>
                  </a:lnTo>
                  <a:lnTo>
                    <a:pt x="384909" y="369197"/>
                  </a:lnTo>
                  <a:lnTo>
                    <a:pt x="382698" y="368989"/>
                  </a:lnTo>
                  <a:lnTo>
                    <a:pt x="381337" y="369054"/>
                  </a:lnTo>
                  <a:lnTo>
                    <a:pt x="380684" y="368915"/>
                  </a:lnTo>
                  <a:lnTo>
                    <a:pt x="379565" y="368924"/>
                  </a:lnTo>
                  <a:lnTo>
                    <a:pt x="377923" y="368682"/>
                  </a:lnTo>
                  <a:lnTo>
                    <a:pt x="375724" y="366967"/>
                  </a:lnTo>
                  <a:lnTo>
                    <a:pt x="374870" y="366881"/>
                  </a:lnTo>
                  <a:lnTo>
                    <a:pt x="374326" y="366943"/>
                  </a:lnTo>
                  <a:lnTo>
                    <a:pt x="370654" y="368204"/>
                  </a:lnTo>
                  <a:lnTo>
                    <a:pt x="368960" y="368497"/>
                  </a:lnTo>
                  <a:lnTo>
                    <a:pt x="365369" y="368354"/>
                  </a:lnTo>
                  <a:lnTo>
                    <a:pt x="361840" y="368213"/>
                  </a:lnTo>
                  <a:lnTo>
                    <a:pt x="360707" y="367947"/>
                  </a:lnTo>
                  <a:lnTo>
                    <a:pt x="360080" y="368083"/>
                  </a:lnTo>
                  <a:lnTo>
                    <a:pt x="358750" y="371110"/>
                  </a:lnTo>
                  <a:lnTo>
                    <a:pt x="358181" y="371579"/>
                  </a:lnTo>
                  <a:lnTo>
                    <a:pt x="354856" y="370918"/>
                  </a:lnTo>
                  <a:lnTo>
                    <a:pt x="350925" y="368925"/>
                  </a:lnTo>
                  <a:lnTo>
                    <a:pt x="348086" y="366745"/>
                  </a:lnTo>
                  <a:lnTo>
                    <a:pt x="345676" y="364440"/>
                  </a:lnTo>
                  <a:lnTo>
                    <a:pt x="342487" y="360798"/>
                  </a:lnTo>
                  <a:lnTo>
                    <a:pt x="340577" y="358997"/>
                  </a:lnTo>
                  <a:lnTo>
                    <a:pt x="340302" y="360035"/>
                  </a:lnTo>
                  <a:lnTo>
                    <a:pt x="339798" y="360365"/>
                  </a:lnTo>
                  <a:lnTo>
                    <a:pt x="339061" y="360527"/>
                  </a:lnTo>
                  <a:lnTo>
                    <a:pt x="337371" y="360338"/>
                  </a:lnTo>
                  <a:lnTo>
                    <a:pt x="336591" y="362183"/>
                  </a:lnTo>
                  <a:lnTo>
                    <a:pt x="334524" y="363503"/>
                  </a:lnTo>
                  <a:lnTo>
                    <a:pt x="333209" y="364685"/>
                  </a:lnTo>
                  <a:lnTo>
                    <a:pt x="332521" y="366018"/>
                  </a:lnTo>
                  <a:lnTo>
                    <a:pt x="331213" y="374876"/>
                  </a:lnTo>
                  <a:lnTo>
                    <a:pt x="330863" y="378112"/>
                  </a:lnTo>
                  <a:lnTo>
                    <a:pt x="331741" y="383563"/>
                  </a:lnTo>
                  <a:lnTo>
                    <a:pt x="330737" y="383245"/>
                  </a:lnTo>
                  <a:lnTo>
                    <a:pt x="329557" y="381850"/>
                  </a:lnTo>
                  <a:lnTo>
                    <a:pt x="329149" y="380754"/>
                  </a:lnTo>
                  <a:lnTo>
                    <a:pt x="328012" y="380081"/>
                  </a:lnTo>
                  <a:lnTo>
                    <a:pt x="323869" y="379068"/>
                  </a:lnTo>
                  <a:lnTo>
                    <a:pt x="323096" y="377818"/>
                  </a:lnTo>
                  <a:lnTo>
                    <a:pt x="322609" y="376800"/>
                  </a:lnTo>
                  <a:lnTo>
                    <a:pt x="321537" y="376135"/>
                  </a:lnTo>
                  <a:lnTo>
                    <a:pt x="320020" y="375623"/>
                  </a:lnTo>
                  <a:lnTo>
                    <a:pt x="316721" y="373261"/>
                  </a:lnTo>
                  <a:lnTo>
                    <a:pt x="315314" y="373172"/>
                  </a:lnTo>
                  <a:lnTo>
                    <a:pt x="311057" y="371355"/>
                  </a:lnTo>
                  <a:lnTo>
                    <a:pt x="310363" y="371375"/>
                  </a:lnTo>
                  <a:lnTo>
                    <a:pt x="310045" y="371452"/>
                  </a:lnTo>
                  <a:lnTo>
                    <a:pt x="308391" y="372641"/>
                  </a:lnTo>
                  <a:lnTo>
                    <a:pt x="307324" y="372987"/>
                  </a:lnTo>
                  <a:lnTo>
                    <a:pt x="306186" y="372508"/>
                  </a:lnTo>
                  <a:lnTo>
                    <a:pt x="304145" y="373974"/>
                  </a:lnTo>
                  <a:lnTo>
                    <a:pt x="303043" y="375927"/>
                  </a:lnTo>
                  <a:lnTo>
                    <a:pt x="302132" y="378318"/>
                  </a:lnTo>
                  <a:lnTo>
                    <a:pt x="301259" y="379827"/>
                  </a:lnTo>
                  <a:lnTo>
                    <a:pt x="301002" y="382084"/>
                  </a:lnTo>
                  <a:lnTo>
                    <a:pt x="300390" y="383257"/>
                  </a:lnTo>
                  <a:lnTo>
                    <a:pt x="299656" y="385603"/>
                  </a:lnTo>
                  <a:lnTo>
                    <a:pt x="299656" y="386971"/>
                  </a:lnTo>
                  <a:lnTo>
                    <a:pt x="300321" y="388301"/>
                  </a:lnTo>
                  <a:lnTo>
                    <a:pt x="299255" y="389526"/>
                  </a:lnTo>
                  <a:lnTo>
                    <a:pt x="298072" y="389911"/>
                  </a:lnTo>
                  <a:lnTo>
                    <a:pt x="297464" y="390666"/>
                  </a:lnTo>
                  <a:lnTo>
                    <a:pt x="296813" y="392474"/>
                  </a:lnTo>
                  <a:lnTo>
                    <a:pt x="296206" y="394032"/>
                  </a:lnTo>
                  <a:lnTo>
                    <a:pt x="295848" y="394585"/>
                  </a:lnTo>
                  <a:lnTo>
                    <a:pt x="295303" y="394484"/>
                  </a:lnTo>
                  <a:lnTo>
                    <a:pt x="294673" y="393277"/>
                  </a:lnTo>
                  <a:lnTo>
                    <a:pt x="293772" y="393328"/>
                  </a:lnTo>
                  <a:lnTo>
                    <a:pt x="292697" y="394823"/>
                  </a:lnTo>
                  <a:lnTo>
                    <a:pt x="291425" y="397245"/>
                  </a:lnTo>
                  <a:lnTo>
                    <a:pt x="289818" y="400953"/>
                  </a:lnTo>
                  <a:lnTo>
                    <a:pt x="288144" y="402917"/>
                  </a:lnTo>
                  <a:lnTo>
                    <a:pt x="286023" y="404593"/>
                  </a:lnTo>
                  <a:lnTo>
                    <a:pt x="284490" y="405338"/>
                  </a:lnTo>
                  <a:lnTo>
                    <a:pt x="283272" y="406610"/>
                  </a:lnTo>
                  <a:lnTo>
                    <a:pt x="281246" y="409186"/>
                  </a:lnTo>
                  <a:lnTo>
                    <a:pt x="280844" y="410702"/>
                  </a:lnTo>
                  <a:lnTo>
                    <a:pt x="279375" y="411598"/>
                  </a:lnTo>
                  <a:lnTo>
                    <a:pt x="278194" y="412633"/>
                  </a:lnTo>
                  <a:lnTo>
                    <a:pt x="277100" y="414356"/>
                  </a:lnTo>
                  <a:lnTo>
                    <a:pt x="276834" y="417394"/>
                  </a:lnTo>
                  <a:lnTo>
                    <a:pt x="276137" y="419140"/>
                  </a:lnTo>
                  <a:lnTo>
                    <a:pt x="274462" y="421539"/>
                  </a:lnTo>
                  <a:lnTo>
                    <a:pt x="273054" y="423961"/>
                  </a:lnTo>
                  <a:lnTo>
                    <a:pt x="272137" y="426335"/>
                  </a:lnTo>
                  <a:lnTo>
                    <a:pt x="271166" y="428855"/>
                  </a:lnTo>
                  <a:lnTo>
                    <a:pt x="270860" y="430243"/>
                  </a:lnTo>
                  <a:lnTo>
                    <a:pt x="270826" y="432138"/>
                  </a:lnTo>
                  <a:lnTo>
                    <a:pt x="271284" y="433730"/>
                  </a:lnTo>
                  <a:lnTo>
                    <a:pt x="271371" y="435246"/>
                  </a:lnTo>
                  <a:lnTo>
                    <a:pt x="271025" y="436349"/>
                  </a:lnTo>
                  <a:lnTo>
                    <a:pt x="270075" y="436763"/>
                  </a:lnTo>
                  <a:lnTo>
                    <a:pt x="269080" y="436444"/>
                  </a:lnTo>
                  <a:lnTo>
                    <a:pt x="267560" y="435360"/>
                  </a:lnTo>
                  <a:lnTo>
                    <a:pt x="265936" y="433420"/>
                  </a:lnTo>
                  <a:lnTo>
                    <a:pt x="265344" y="432466"/>
                  </a:lnTo>
                  <a:lnTo>
                    <a:pt x="264546" y="430834"/>
                  </a:lnTo>
                  <a:lnTo>
                    <a:pt x="264662" y="429318"/>
                  </a:lnTo>
                  <a:lnTo>
                    <a:pt x="265073" y="426373"/>
                  </a:lnTo>
                  <a:lnTo>
                    <a:pt x="265354" y="424353"/>
                  </a:lnTo>
                  <a:lnTo>
                    <a:pt x="264691" y="423388"/>
                  </a:lnTo>
                  <a:lnTo>
                    <a:pt x="264202" y="422355"/>
                  </a:lnTo>
                  <a:lnTo>
                    <a:pt x="263852" y="421356"/>
                  </a:lnTo>
                  <a:lnTo>
                    <a:pt x="263165" y="419390"/>
                  </a:lnTo>
                  <a:lnTo>
                    <a:pt x="262301" y="419872"/>
                  </a:lnTo>
                  <a:lnTo>
                    <a:pt x="261553" y="420355"/>
                  </a:lnTo>
                  <a:lnTo>
                    <a:pt x="260689" y="419665"/>
                  </a:lnTo>
                  <a:lnTo>
                    <a:pt x="258134" y="419964"/>
                  </a:lnTo>
                  <a:lnTo>
                    <a:pt x="256204" y="420189"/>
                  </a:lnTo>
                  <a:lnTo>
                    <a:pt x="254395" y="420401"/>
                  </a:lnTo>
                  <a:lnTo>
                    <a:pt x="252096" y="420668"/>
                  </a:lnTo>
                  <a:lnTo>
                    <a:pt x="249326" y="420991"/>
                  </a:lnTo>
                  <a:lnTo>
                    <a:pt x="248531" y="420557"/>
                  </a:lnTo>
                  <a:lnTo>
                    <a:pt x="248036" y="419905"/>
                  </a:lnTo>
                  <a:lnTo>
                    <a:pt x="247530" y="417198"/>
                  </a:lnTo>
                  <a:lnTo>
                    <a:pt x="247242" y="414897"/>
                  </a:lnTo>
                  <a:lnTo>
                    <a:pt x="246703" y="410591"/>
                  </a:lnTo>
                  <a:lnTo>
                    <a:pt x="246344" y="407263"/>
                  </a:lnTo>
                  <a:lnTo>
                    <a:pt x="245916" y="403295"/>
                  </a:lnTo>
                  <a:lnTo>
                    <a:pt x="245634" y="398917"/>
                  </a:lnTo>
                  <a:lnTo>
                    <a:pt x="245432" y="395801"/>
                  </a:lnTo>
                  <a:lnTo>
                    <a:pt x="243336" y="395698"/>
                  </a:lnTo>
                  <a:lnTo>
                    <a:pt x="241662" y="395616"/>
                  </a:lnTo>
                  <a:lnTo>
                    <a:pt x="239397" y="395505"/>
                  </a:lnTo>
                  <a:lnTo>
                    <a:pt x="239417" y="393026"/>
                  </a:lnTo>
                  <a:lnTo>
                    <a:pt x="239441" y="389903"/>
                  </a:lnTo>
                  <a:lnTo>
                    <a:pt x="239470" y="386348"/>
                  </a:lnTo>
                  <a:lnTo>
                    <a:pt x="239893" y="381680"/>
                  </a:lnTo>
                  <a:lnTo>
                    <a:pt x="240052" y="377767"/>
                  </a:lnTo>
                  <a:lnTo>
                    <a:pt x="240248" y="372996"/>
                  </a:lnTo>
                  <a:lnTo>
                    <a:pt x="240375" y="369842"/>
                  </a:lnTo>
                  <a:lnTo>
                    <a:pt x="240516" y="366372"/>
                  </a:lnTo>
                  <a:lnTo>
                    <a:pt x="239349" y="367442"/>
                  </a:lnTo>
                  <a:lnTo>
                    <a:pt x="238058" y="368627"/>
                  </a:lnTo>
                  <a:lnTo>
                    <a:pt x="236848" y="369736"/>
                  </a:lnTo>
                  <a:lnTo>
                    <a:pt x="236017" y="366924"/>
                  </a:lnTo>
                  <a:lnTo>
                    <a:pt x="235209" y="364192"/>
                  </a:lnTo>
                  <a:lnTo>
                    <a:pt x="233981" y="360038"/>
                  </a:lnTo>
                  <a:lnTo>
                    <a:pt x="233062" y="356924"/>
                  </a:lnTo>
                  <a:lnTo>
                    <a:pt x="231461" y="355107"/>
                  </a:lnTo>
                  <a:lnTo>
                    <a:pt x="230277" y="353763"/>
                  </a:lnTo>
                  <a:lnTo>
                    <a:pt x="229048" y="351497"/>
                  </a:lnTo>
                  <a:lnTo>
                    <a:pt x="227986" y="349149"/>
                  </a:lnTo>
                  <a:lnTo>
                    <a:pt x="226977" y="346921"/>
                  </a:lnTo>
                  <a:lnTo>
                    <a:pt x="225772" y="344982"/>
                  </a:lnTo>
                  <a:lnTo>
                    <a:pt x="224617" y="345595"/>
                  </a:lnTo>
                  <a:lnTo>
                    <a:pt x="223312" y="346805"/>
                  </a:lnTo>
                  <a:lnTo>
                    <a:pt x="222054" y="347973"/>
                  </a:lnTo>
                  <a:lnTo>
                    <a:pt x="220721" y="349209"/>
                  </a:lnTo>
                  <a:lnTo>
                    <a:pt x="220068" y="349814"/>
                  </a:lnTo>
                  <a:lnTo>
                    <a:pt x="218525" y="349584"/>
                  </a:lnTo>
                  <a:lnTo>
                    <a:pt x="217176" y="349384"/>
                  </a:lnTo>
                  <a:lnTo>
                    <a:pt x="214763" y="349026"/>
                  </a:lnTo>
                  <a:lnTo>
                    <a:pt x="212725" y="348721"/>
                  </a:lnTo>
                  <a:lnTo>
                    <a:pt x="210646" y="348411"/>
                  </a:lnTo>
                  <a:lnTo>
                    <a:pt x="207748" y="347980"/>
                  </a:lnTo>
                  <a:lnTo>
                    <a:pt x="204814" y="347544"/>
                  </a:lnTo>
                  <a:lnTo>
                    <a:pt x="202847" y="348120"/>
                  </a:lnTo>
                  <a:lnTo>
                    <a:pt x="200361" y="348847"/>
                  </a:lnTo>
                  <a:lnTo>
                    <a:pt x="197749" y="349612"/>
                  </a:lnTo>
                  <a:lnTo>
                    <a:pt x="195588" y="350244"/>
                  </a:lnTo>
                  <a:lnTo>
                    <a:pt x="192855" y="351043"/>
                  </a:lnTo>
                  <a:lnTo>
                    <a:pt x="190808" y="351640"/>
                  </a:lnTo>
                  <a:lnTo>
                    <a:pt x="189799" y="351558"/>
                  </a:lnTo>
                  <a:lnTo>
                    <a:pt x="188532" y="349043"/>
                  </a:lnTo>
                  <a:lnTo>
                    <a:pt x="186504" y="345015"/>
                  </a:lnTo>
                  <a:lnTo>
                    <a:pt x="185275" y="342574"/>
                  </a:lnTo>
                  <a:lnTo>
                    <a:pt x="184069" y="340180"/>
                  </a:lnTo>
                  <a:lnTo>
                    <a:pt x="182331" y="336730"/>
                  </a:lnTo>
                  <a:lnTo>
                    <a:pt x="180930" y="334120"/>
                  </a:lnTo>
                  <a:lnTo>
                    <a:pt x="179563" y="331569"/>
                  </a:lnTo>
                  <a:lnTo>
                    <a:pt x="178777" y="329216"/>
                  </a:lnTo>
                  <a:lnTo>
                    <a:pt x="178386" y="326257"/>
                  </a:lnTo>
                  <a:lnTo>
                    <a:pt x="177677" y="324915"/>
                  </a:lnTo>
                  <a:lnTo>
                    <a:pt x="176089" y="323104"/>
                  </a:lnTo>
                  <a:lnTo>
                    <a:pt x="174385" y="321161"/>
                  </a:lnTo>
                  <a:lnTo>
                    <a:pt x="172680" y="319217"/>
                  </a:lnTo>
                  <a:lnTo>
                    <a:pt x="170975" y="317272"/>
                  </a:lnTo>
                  <a:lnTo>
                    <a:pt x="169271" y="315329"/>
                  </a:lnTo>
                  <a:lnTo>
                    <a:pt x="167565" y="313385"/>
                  </a:lnTo>
                  <a:lnTo>
                    <a:pt x="165860" y="311442"/>
                  </a:lnTo>
                  <a:lnTo>
                    <a:pt x="164156" y="309497"/>
                  </a:lnTo>
                  <a:lnTo>
                    <a:pt x="162451" y="307555"/>
                  </a:lnTo>
                  <a:lnTo>
                    <a:pt x="160747" y="305611"/>
                  </a:lnTo>
                  <a:lnTo>
                    <a:pt x="159043" y="303668"/>
                  </a:lnTo>
                  <a:lnTo>
                    <a:pt x="157337" y="301724"/>
                  </a:lnTo>
                  <a:lnTo>
                    <a:pt x="155633" y="299779"/>
                  </a:lnTo>
                  <a:lnTo>
                    <a:pt x="153929" y="297836"/>
                  </a:lnTo>
                  <a:lnTo>
                    <a:pt x="152223" y="295892"/>
                  </a:lnTo>
                  <a:lnTo>
                    <a:pt x="150519" y="293947"/>
                  </a:lnTo>
                  <a:lnTo>
                    <a:pt x="148815" y="292004"/>
                  </a:lnTo>
                  <a:lnTo>
                    <a:pt x="147412" y="290592"/>
                  </a:lnTo>
                  <a:lnTo>
                    <a:pt x="146106" y="290959"/>
                  </a:lnTo>
                  <a:lnTo>
                    <a:pt x="144152" y="291949"/>
                  </a:lnTo>
                  <a:lnTo>
                    <a:pt x="142105" y="292985"/>
                  </a:lnTo>
                  <a:lnTo>
                    <a:pt x="140079" y="294010"/>
                  </a:lnTo>
                  <a:lnTo>
                    <a:pt x="136447" y="295849"/>
                  </a:lnTo>
                  <a:lnTo>
                    <a:pt x="134111" y="297031"/>
                  </a:lnTo>
                  <a:lnTo>
                    <a:pt x="132284" y="298029"/>
                  </a:lnTo>
                  <a:lnTo>
                    <a:pt x="130339" y="299091"/>
                  </a:lnTo>
                  <a:lnTo>
                    <a:pt x="127789" y="300483"/>
                  </a:lnTo>
                  <a:lnTo>
                    <a:pt x="125652" y="301652"/>
                  </a:lnTo>
                  <a:lnTo>
                    <a:pt x="123146" y="303020"/>
                  </a:lnTo>
                  <a:lnTo>
                    <a:pt x="120930" y="304231"/>
                  </a:lnTo>
                  <a:lnTo>
                    <a:pt x="119063" y="305249"/>
                  </a:lnTo>
                  <a:lnTo>
                    <a:pt x="117121" y="306311"/>
                  </a:lnTo>
                  <a:lnTo>
                    <a:pt x="115580" y="307152"/>
                  </a:lnTo>
                  <a:lnTo>
                    <a:pt x="115582" y="313935"/>
                  </a:lnTo>
                  <a:lnTo>
                    <a:pt x="115584" y="320718"/>
                  </a:lnTo>
                  <a:lnTo>
                    <a:pt x="115585" y="327500"/>
                  </a:lnTo>
                  <a:lnTo>
                    <a:pt x="115586" y="334283"/>
                  </a:lnTo>
                  <a:lnTo>
                    <a:pt x="115588" y="341066"/>
                  </a:lnTo>
                  <a:lnTo>
                    <a:pt x="115589" y="347850"/>
                  </a:lnTo>
                  <a:lnTo>
                    <a:pt x="115590" y="354633"/>
                  </a:lnTo>
                  <a:lnTo>
                    <a:pt x="115591" y="361414"/>
                  </a:lnTo>
                  <a:lnTo>
                    <a:pt x="115592" y="368197"/>
                  </a:lnTo>
                  <a:lnTo>
                    <a:pt x="115594" y="374979"/>
                  </a:lnTo>
                  <a:lnTo>
                    <a:pt x="115595" y="381762"/>
                  </a:lnTo>
                  <a:lnTo>
                    <a:pt x="115596" y="388545"/>
                  </a:lnTo>
                  <a:lnTo>
                    <a:pt x="115597" y="395328"/>
                  </a:lnTo>
                  <a:lnTo>
                    <a:pt x="115599" y="402110"/>
                  </a:lnTo>
                  <a:lnTo>
                    <a:pt x="115601" y="408894"/>
                  </a:lnTo>
                  <a:lnTo>
                    <a:pt x="115602" y="415677"/>
                  </a:lnTo>
                  <a:lnTo>
                    <a:pt x="115078" y="415621"/>
                  </a:lnTo>
                  <a:lnTo>
                    <a:pt x="113895" y="416015"/>
                  </a:lnTo>
                  <a:lnTo>
                    <a:pt x="111915" y="416960"/>
                  </a:lnTo>
                  <a:lnTo>
                    <a:pt x="110269" y="417435"/>
                  </a:lnTo>
                  <a:lnTo>
                    <a:pt x="109550" y="417153"/>
                  </a:lnTo>
                  <a:lnTo>
                    <a:pt x="108901" y="416443"/>
                  </a:lnTo>
                  <a:lnTo>
                    <a:pt x="108333" y="414947"/>
                  </a:lnTo>
                  <a:lnTo>
                    <a:pt x="107486" y="413131"/>
                  </a:lnTo>
                  <a:lnTo>
                    <a:pt x="106621" y="411662"/>
                  </a:lnTo>
                  <a:lnTo>
                    <a:pt x="105543" y="408643"/>
                  </a:lnTo>
                  <a:lnTo>
                    <a:pt x="104798" y="406325"/>
                  </a:lnTo>
                  <a:lnTo>
                    <a:pt x="102953" y="401263"/>
                  </a:lnTo>
                  <a:lnTo>
                    <a:pt x="102697" y="399668"/>
                  </a:lnTo>
                  <a:lnTo>
                    <a:pt x="102352" y="398040"/>
                  </a:lnTo>
                  <a:lnTo>
                    <a:pt x="101737" y="396678"/>
                  </a:lnTo>
                  <a:lnTo>
                    <a:pt x="99566" y="393338"/>
                  </a:lnTo>
                  <a:lnTo>
                    <a:pt x="97036" y="390325"/>
                  </a:lnTo>
                  <a:lnTo>
                    <a:pt x="94556" y="387376"/>
                  </a:lnTo>
                  <a:lnTo>
                    <a:pt x="93853" y="386661"/>
                  </a:lnTo>
                  <a:lnTo>
                    <a:pt x="92694" y="385744"/>
                  </a:lnTo>
                  <a:lnTo>
                    <a:pt x="91265" y="385724"/>
                  </a:lnTo>
                  <a:lnTo>
                    <a:pt x="90292" y="385904"/>
                  </a:lnTo>
                  <a:lnTo>
                    <a:pt x="87318" y="386877"/>
                  </a:lnTo>
                  <a:lnTo>
                    <a:pt x="85041" y="388018"/>
                  </a:lnTo>
                  <a:lnTo>
                    <a:pt x="81947" y="389566"/>
                  </a:lnTo>
                  <a:lnTo>
                    <a:pt x="79550" y="391283"/>
                  </a:lnTo>
                  <a:lnTo>
                    <a:pt x="79015" y="391787"/>
                  </a:lnTo>
                  <a:lnTo>
                    <a:pt x="77263" y="393859"/>
                  </a:lnTo>
                  <a:lnTo>
                    <a:pt x="75121" y="397293"/>
                  </a:lnTo>
                  <a:lnTo>
                    <a:pt x="72615" y="402139"/>
                  </a:lnTo>
                  <a:lnTo>
                    <a:pt x="72291" y="399021"/>
                  </a:lnTo>
                  <a:lnTo>
                    <a:pt x="72180" y="394221"/>
                  </a:lnTo>
                  <a:lnTo>
                    <a:pt x="72224" y="392676"/>
                  </a:lnTo>
                  <a:lnTo>
                    <a:pt x="72903" y="388642"/>
                  </a:lnTo>
                  <a:lnTo>
                    <a:pt x="73595" y="385873"/>
                  </a:lnTo>
                  <a:lnTo>
                    <a:pt x="74152" y="382996"/>
                  </a:lnTo>
                  <a:lnTo>
                    <a:pt x="74400" y="379230"/>
                  </a:lnTo>
                  <a:lnTo>
                    <a:pt x="73883" y="373187"/>
                  </a:lnTo>
                  <a:lnTo>
                    <a:pt x="73308" y="371849"/>
                  </a:lnTo>
                  <a:lnTo>
                    <a:pt x="72616" y="371411"/>
                  </a:lnTo>
                  <a:lnTo>
                    <a:pt x="71880" y="371287"/>
                  </a:lnTo>
                  <a:lnTo>
                    <a:pt x="70524" y="371533"/>
                  </a:lnTo>
                  <a:lnTo>
                    <a:pt x="69891" y="372016"/>
                  </a:lnTo>
                  <a:lnTo>
                    <a:pt x="68788" y="369979"/>
                  </a:lnTo>
                  <a:lnTo>
                    <a:pt x="67454" y="369653"/>
                  </a:lnTo>
                  <a:lnTo>
                    <a:pt x="66750" y="370221"/>
                  </a:lnTo>
                  <a:lnTo>
                    <a:pt x="66037" y="370515"/>
                  </a:lnTo>
                  <a:lnTo>
                    <a:pt x="65266" y="369953"/>
                  </a:lnTo>
                  <a:lnTo>
                    <a:pt x="64598" y="368746"/>
                  </a:lnTo>
                  <a:lnTo>
                    <a:pt x="64189" y="367447"/>
                  </a:lnTo>
                  <a:lnTo>
                    <a:pt x="63870" y="365972"/>
                  </a:lnTo>
                  <a:lnTo>
                    <a:pt x="62824" y="363026"/>
                  </a:lnTo>
                  <a:lnTo>
                    <a:pt x="61783" y="361418"/>
                  </a:lnTo>
                  <a:lnTo>
                    <a:pt x="60525" y="361062"/>
                  </a:lnTo>
                  <a:lnTo>
                    <a:pt x="58474" y="361154"/>
                  </a:lnTo>
                  <a:lnTo>
                    <a:pt x="57827" y="360955"/>
                  </a:lnTo>
                  <a:lnTo>
                    <a:pt x="57789" y="359283"/>
                  </a:lnTo>
                  <a:lnTo>
                    <a:pt x="58048" y="355591"/>
                  </a:lnTo>
                  <a:lnTo>
                    <a:pt x="58054" y="353665"/>
                  </a:lnTo>
                  <a:lnTo>
                    <a:pt x="57905" y="351847"/>
                  </a:lnTo>
                  <a:lnTo>
                    <a:pt x="57564" y="350353"/>
                  </a:lnTo>
                  <a:lnTo>
                    <a:pt x="57130" y="349059"/>
                  </a:lnTo>
                  <a:lnTo>
                    <a:pt x="55905" y="346930"/>
                  </a:lnTo>
                  <a:lnTo>
                    <a:pt x="54982" y="343934"/>
                  </a:lnTo>
                  <a:lnTo>
                    <a:pt x="53439" y="337776"/>
                  </a:lnTo>
                  <a:lnTo>
                    <a:pt x="52093" y="330855"/>
                  </a:lnTo>
                  <a:lnTo>
                    <a:pt x="51499" y="329813"/>
                  </a:lnTo>
                  <a:lnTo>
                    <a:pt x="50294" y="328718"/>
                  </a:lnTo>
                  <a:lnTo>
                    <a:pt x="47663" y="327841"/>
                  </a:lnTo>
                  <a:lnTo>
                    <a:pt x="45928" y="326933"/>
                  </a:lnTo>
                  <a:lnTo>
                    <a:pt x="45242" y="326058"/>
                  </a:lnTo>
                  <a:lnTo>
                    <a:pt x="44958" y="324540"/>
                  </a:lnTo>
                  <a:lnTo>
                    <a:pt x="44963" y="322914"/>
                  </a:lnTo>
                  <a:lnTo>
                    <a:pt x="45106" y="320992"/>
                  </a:lnTo>
                  <a:lnTo>
                    <a:pt x="45512" y="319367"/>
                  </a:lnTo>
                  <a:lnTo>
                    <a:pt x="46894" y="318112"/>
                  </a:lnTo>
                  <a:lnTo>
                    <a:pt x="49893" y="317836"/>
                  </a:lnTo>
                  <a:lnTo>
                    <a:pt x="52458" y="317972"/>
                  </a:lnTo>
                  <a:lnTo>
                    <a:pt x="54784" y="320876"/>
                  </a:lnTo>
                  <a:lnTo>
                    <a:pt x="55548" y="321546"/>
                  </a:lnTo>
                  <a:lnTo>
                    <a:pt x="56367" y="321736"/>
                  </a:lnTo>
                  <a:lnTo>
                    <a:pt x="58016" y="320819"/>
                  </a:lnTo>
                  <a:lnTo>
                    <a:pt x="58829" y="320559"/>
                  </a:lnTo>
                  <a:lnTo>
                    <a:pt x="60889" y="320861"/>
                  </a:lnTo>
                  <a:lnTo>
                    <a:pt x="60274" y="319485"/>
                  </a:lnTo>
                  <a:lnTo>
                    <a:pt x="59501" y="318764"/>
                  </a:lnTo>
                  <a:lnTo>
                    <a:pt x="58702" y="318826"/>
                  </a:lnTo>
                  <a:lnTo>
                    <a:pt x="58010" y="318268"/>
                  </a:lnTo>
                  <a:lnTo>
                    <a:pt x="56874" y="315601"/>
                  </a:lnTo>
                  <a:lnTo>
                    <a:pt x="54896" y="312570"/>
                  </a:lnTo>
                  <a:lnTo>
                    <a:pt x="54437" y="311316"/>
                  </a:lnTo>
                  <a:lnTo>
                    <a:pt x="54297" y="309312"/>
                  </a:lnTo>
                  <a:lnTo>
                    <a:pt x="54679" y="307584"/>
                  </a:lnTo>
                  <a:lnTo>
                    <a:pt x="56078" y="305813"/>
                  </a:lnTo>
                  <a:lnTo>
                    <a:pt x="57265" y="303407"/>
                  </a:lnTo>
                  <a:lnTo>
                    <a:pt x="57810" y="300212"/>
                  </a:lnTo>
                  <a:lnTo>
                    <a:pt x="58296" y="298741"/>
                  </a:lnTo>
                  <a:lnTo>
                    <a:pt x="59311" y="296428"/>
                  </a:lnTo>
                  <a:lnTo>
                    <a:pt x="60841" y="296871"/>
                  </a:lnTo>
                  <a:lnTo>
                    <a:pt x="63222" y="295199"/>
                  </a:lnTo>
                  <a:lnTo>
                    <a:pt x="67123" y="295526"/>
                  </a:lnTo>
                  <a:lnTo>
                    <a:pt x="71787" y="295045"/>
                  </a:lnTo>
                  <a:lnTo>
                    <a:pt x="73074" y="295223"/>
                  </a:lnTo>
                  <a:lnTo>
                    <a:pt x="76047" y="296852"/>
                  </a:lnTo>
                  <a:lnTo>
                    <a:pt x="77760" y="297555"/>
                  </a:lnTo>
                  <a:lnTo>
                    <a:pt x="79835" y="297915"/>
                  </a:lnTo>
                  <a:lnTo>
                    <a:pt x="81334" y="297192"/>
                  </a:lnTo>
                  <a:lnTo>
                    <a:pt x="79919" y="294965"/>
                  </a:lnTo>
                  <a:lnTo>
                    <a:pt x="76856" y="292324"/>
                  </a:lnTo>
                  <a:lnTo>
                    <a:pt x="76070" y="290078"/>
                  </a:lnTo>
                  <a:lnTo>
                    <a:pt x="77473" y="283968"/>
                  </a:lnTo>
                  <a:lnTo>
                    <a:pt x="79374" y="278403"/>
                  </a:lnTo>
                  <a:lnTo>
                    <a:pt x="80530" y="271790"/>
                  </a:lnTo>
                  <a:lnTo>
                    <a:pt x="80206" y="265218"/>
                  </a:lnTo>
                  <a:lnTo>
                    <a:pt x="79650" y="263409"/>
                  </a:lnTo>
                  <a:lnTo>
                    <a:pt x="79830" y="261276"/>
                  </a:lnTo>
                  <a:lnTo>
                    <a:pt x="80495" y="259477"/>
                  </a:lnTo>
                  <a:lnTo>
                    <a:pt x="80961" y="257684"/>
                  </a:lnTo>
                  <a:lnTo>
                    <a:pt x="80558" y="255527"/>
                  </a:lnTo>
                  <a:lnTo>
                    <a:pt x="79718" y="252158"/>
                  </a:lnTo>
                  <a:lnTo>
                    <a:pt x="79288" y="251068"/>
                  </a:lnTo>
                  <a:lnTo>
                    <a:pt x="77825" y="249252"/>
                  </a:lnTo>
                  <a:lnTo>
                    <a:pt x="74883" y="249171"/>
                  </a:lnTo>
                  <a:lnTo>
                    <a:pt x="72484" y="248180"/>
                  </a:lnTo>
                  <a:lnTo>
                    <a:pt x="71708" y="248978"/>
                  </a:lnTo>
                  <a:lnTo>
                    <a:pt x="71270" y="250205"/>
                  </a:lnTo>
                  <a:lnTo>
                    <a:pt x="70721" y="251013"/>
                  </a:lnTo>
                  <a:lnTo>
                    <a:pt x="68851" y="252647"/>
                  </a:lnTo>
                  <a:lnTo>
                    <a:pt x="68228" y="252968"/>
                  </a:lnTo>
                  <a:lnTo>
                    <a:pt x="67577" y="252644"/>
                  </a:lnTo>
                  <a:lnTo>
                    <a:pt x="66659" y="250803"/>
                  </a:lnTo>
                  <a:lnTo>
                    <a:pt x="65844" y="251010"/>
                  </a:lnTo>
                  <a:lnTo>
                    <a:pt x="63369" y="249862"/>
                  </a:lnTo>
                  <a:lnTo>
                    <a:pt x="62204" y="247370"/>
                  </a:lnTo>
                  <a:lnTo>
                    <a:pt x="61773" y="247020"/>
                  </a:lnTo>
                  <a:lnTo>
                    <a:pt x="57770" y="245029"/>
                  </a:lnTo>
                  <a:lnTo>
                    <a:pt x="56378" y="244649"/>
                  </a:lnTo>
                  <a:lnTo>
                    <a:pt x="53194" y="246702"/>
                  </a:lnTo>
                  <a:lnTo>
                    <a:pt x="50883" y="249333"/>
                  </a:lnTo>
                  <a:lnTo>
                    <a:pt x="50231" y="249715"/>
                  </a:lnTo>
                  <a:lnTo>
                    <a:pt x="49035" y="251383"/>
                  </a:lnTo>
                  <a:lnTo>
                    <a:pt x="48362" y="251648"/>
                  </a:lnTo>
                  <a:lnTo>
                    <a:pt x="47669" y="251364"/>
                  </a:lnTo>
                  <a:lnTo>
                    <a:pt x="47016" y="251465"/>
                  </a:lnTo>
                  <a:lnTo>
                    <a:pt x="45621" y="253964"/>
                  </a:lnTo>
                  <a:lnTo>
                    <a:pt x="43095" y="256874"/>
                  </a:lnTo>
                  <a:lnTo>
                    <a:pt x="41839" y="258711"/>
                  </a:lnTo>
                  <a:lnTo>
                    <a:pt x="40439" y="259852"/>
                  </a:lnTo>
                  <a:lnTo>
                    <a:pt x="38887" y="260566"/>
                  </a:lnTo>
                  <a:lnTo>
                    <a:pt x="37295" y="260682"/>
                  </a:lnTo>
                  <a:lnTo>
                    <a:pt x="36713" y="261343"/>
                  </a:lnTo>
                  <a:lnTo>
                    <a:pt x="34897" y="261578"/>
                  </a:lnTo>
                  <a:lnTo>
                    <a:pt x="33789" y="262113"/>
                  </a:lnTo>
                  <a:lnTo>
                    <a:pt x="33750" y="263106"/>
                  </a:lnTo>
                  <a:lnTo>
                    <a:pt x="33970" y="265332"/>
                  </a:lnTo>
                  <a:lnTo>
                    <a:pt x="33029" y="264546"/>
                  </a:lnTo>
                  <a:lnTo>
                    <a:pt x="32040" y="266056"/>
                  </a:lnTo>
                  <a:lnTo>
                    <a:pt x="32367" y="267490"/>
                  </a:lnTo>
                  <a:lnTo>
                    <a:pt x="31776" y="267146"/>
                  </a:lnTo>
                  <a:lnTo>
                    <a:pt x="28996" y="264388"/>
                  </a:lnTo>
                  <a:lnTo>
                    <a:pt x="26717" y="262443"/>
                  </a:lnTo>
                  <a:lnTo>
                    <a:pt x="24691" y="260715"/>
                  </a:lnTo>
                  <a:lnTo>
                    <a:pt x="24394" y="260400"/>
                  </a:lnTo>
                  <a:lnTo>
                    <a:pt x="23840" y="259558"/>
                  </a:lnTo>
                  <a:lnTo>
                    <a:pt x="23445" y="258248"/>
                  </a:lnTo>
                  <a:lnTo>
                    <a:pt x="23361" y="256809"/>
                  </a:lnTo>
                  <a:lnTo>
                    <a:pt x="23561" y="255755"/>
                  </a:lnTo>
                  <a:lnTo>
                    <a:pt x="24052" y="255081"/>
                  </a:lnTo>
                  <a:lnTo>
                    <a:pt x="24631" y="254821"/>
                  </a:lnTo>
                  <a:lnTo>
                    <a:pt x="25147" y="255035"/>
                  </a:lnTo>
                  <a:lnTo>
                    <a:pt x="25720" y="255681"/>
                  </a:lnTo>
                  <a:lnTo>
                    <a:pt x="26742" y="256463"/>
                  </a:lnTo>
                  <a:lnTo>
                    <a:pt x="28065" y="256609"/>
                  </a:lnTo>
                  <a:lnTo>
                    <a:pt x="28888" y="256007"/>
                  </a:lnTo>
                  <a:lnTo>
                    <a:pt x="29000" y="254564"/>
                  </a:lnTo>
                  <a:lnTo>
                    <a:pt x="27427" y="249236"/>
                  </a:lnTo>
                  <a:lnTo>
                    <a:pt x="25977" y="244935"/>
                  </a:lnTo>
                  <a:lnTo>
                    <a:pt x="24574" y="240153"/>
                  </a:lnTo>
                  <a:lnTo>
                    <a:pt x="23980" y="238419"/>
                  </a:lnTo>
                  <a:lnTo>
                    <a:pt x="22259" y="234415"/>
                  </a:lnTo>
                  <a:lnTo>
                    <a:pt x="20564" y="230472"/>
                  </a:lnTo>
                  <a:lnTo>
                    <a:pt x="19223" y="226960"/>
                  </a:lnTo>
                  <a:lnTo>
                    <a:pt x="18519" y="225878"/>
                  </a:lnTo>
                  <a:lnTo>
                    <a:pt x="16356" y="225426"/>
                  </a:lnTo>
                  <a:lnTo>
                    <a:pt x="12228" y="224561"/>
                  </a:lnTo>
                  <a:lnTo>
                    <a:pt x="10769" y="224149"/>
                  </a:lnTo>
                  <a:lnTo>
                    <a:pt x="9601" y="225191"/>
                  </a:lnTo>
                  <a:lnTo>
                    <a:pt x="8430" y="226011"/>
                  </a:lnTo>
                  <a:lnTo>
                    <a:pt x="7315" y="224487"/>
                  </a:lnTo>
                  <a:lnTo>
                    <a:pt x="6436" y="221997"/>
                  </a:lnTo>
                  <a:lnTo>
                    <a:pt x="5973" y="219900"/>
                  </a:lnTo>
                  <a:lnTo>
                    <a:pt x="6198" y="217761"/>
                  </a:lnTo>
                  <a:lnTo>
                    <a:pt x="6291" y="214602"/>
                  </a:lnTo>
                  <a:lnTo>
                    <a:pt x="5620" y="211486"/>
                  </a:lnTo>
                  <a:lnTo>
                    <a:pt x="4875" y="209949"/>
                  </a:lnTo>
                  <a:lnTo>
                    <a:pt x="3010" y="208793"/>
                  </a:lnTo>
                  <a:lnTo>
                    <a:pt x="638" y="206173"/>
                  </a:lnTo>
                  <a:lnTo>
                    <a:pt x="0" y="201398"/>
                  </a:lnTo>
                  <a:lnTo>
                    <a:pt x="1153" y="194551"/>
                  </a:lnTo>
                  <a:lnTo>
                    <a:pt x="3007" y="189704"/>
                  </a:lnTo>
                  <a:lnTo>
                    <a:pt x="4356" y="187673"/>
                  </a:lnTo>
                  <a:lnTo>
                    <a:pt x="4998" y="185900"/>
                  </a:lnTo>
                  <a:lnTo>
                    <a:pt x="5209" y="184365"/>
                  </a:lnTo>
                  <a:lnTo>
                    <a:pt x="5046" y="182899"/>
                  </a:lnTo>
                  <a:lnTo>
                    <a:pt x="4247" y="181342"/>
                  </a:lnTo>
                  <a:lnTo>
                    <a:pt x="3007" y="179827"/>
                  </a:lnTo>
                  <a:lnTo>
                    <a:pt x="2379" y="177959"/>
                  </a:lnTo>
                  <a:lnTo>
                    <a:pt x="2640" y="173965"/>
                  </a:lnTo>
                  <a:lnTo>
                    <a:pt x="3459" y="168211"/>
                  </a:lnTo>
                  <a:lnTo>
                    <a:pt x="4723" y="163609"/>
                  </a:lnTo>
                  <a:lnTo>
                    <a:pt x="6421" y="161058"/>
                  </a:lnTo>
                  <a:lnTo>
                    <a:pt x="7887" y="159231"/>
                  </a:lnTo>
                  <a:lnTo>
                    <a:pt x="8465" y="157528"/>
                  </a:lnTo>
                  <a:lnTo>
                    <a:pt x="8495" y="155113"/>
                  </a:lnTo>
                  <a:lnTo>
                    <a:pt x="8459" y="152831"/>
                  </a:lnTo>
                  <a:lnTo>
                    <a:pt x="8851" y="151174"/>
                  </a:lnTo>
                  <a:lnTo>
                    <a:pt x="9466" y="149857"/>
                  </a:lnTo>
                  <a:lnTo>
                    <a:pt x="10118" y="148680"/>
                  </a:lnTo>
                  <a:lnTo>
                    <a:pt x="11037" y="147357"/>
                  </a:lnTo>
                  <a:lnTo>
                    <a:pt x="12221" y="147036"/>
                  </a:lnTo>
                  <a:lnTo>
                    <a:pt x="13531" y="148088"/>
                  </a:lnTo>
                  <a:lnTo>
                    <a:pt x="15306" y="150915"/>
                  </a:lnTo>
                  <a:lnTo>
                    <a:pt x="17911" y="156491"/>
                  </a:lnTo>
                  <a:lnTo>
                    <a:pt x="19400" y="160143"/>
                  </a:lnTo>
                  <a:lnTo>
                    <a:pt x="19936" y="161268"/>
                  </a:lnTo>
                  <a:lnTo>
                    <a:pt x="21295" y="163445"/>
                  </a:lnTo>
                  <a:lnTo>
                    <a:pt x="22521" y="164324"/>
                  </a:lnTo>
                  <a:lnTo>
                    <a:pt x="24566" y="162959"/>
                  </a:lnTo>
                  <a:lnTo>
                    <a:pt x="26528" y="161375"/>
                  </a:lnTo>
                  <a:lnTo>
                    <a:pt x="27160" y="160368"/>
                  </a:lnTo>
                  <a:lnTo>
                    <a:pt x="27568" y="158869"/>
                  </a:lnTo>
                  <a:lnTo>
                    <a:pt x="27256" y="156306"/>
                  </a:lnTo>
                  <a:lnTo>
                    <a:pt x="26846" y="154634"/>
                  </a:lnTo>
                  <a:lnTo>
                    <a:pt x="26410" y="152506"/>
                  </a:lnTo>
                  <a:lnTo>
                    <a:pt x="25806" y="148804"/>
                  </a:lnTo>
                  <a:lnTo>
                    <a:pt x="25380" y="142995"/>
                  </a:lnTo>
                  <a:lnTo>
                    <a:pt x="24876" y="141152"/>
                  </a:lnTo>
                  <a:lnTo>
                    <a:pt x="25247" y="140940"/>
                  </a:lnTo>
                  <a:lnTo>
                    <a:pt x="26229" y="141324"/>
                  </a:lnTo>
                  <a:lnTo>
                    <a:pt x="27137" y="141489"/>
                  </a:lnTo>
                  <a:lnTo>
                    <a:pt x="28438" y="140210"/>
                  </a:lnTo>
                  <a:lnTo>
                    <a:pt x="30226" y="137802"/>
                  </a:lnTo>
                  <a:lnTo>
                    <a:pt x="33493" y="134090"/>
                  </a:lnTo>
                  <a:lnTo>
                    <a:pt x="34185" y="131639"/>
                  </a:lnTo>
                  <a:lnTo>
                    <a:pt x="34741" y="128910"/>
                  </a:lnTo>
                  <a:lnTo>
                    <a:pt x="35648" y="127238"/>
                  </a:lnTo>
                  <a:lnTo>
                    <a:pt x="37724" y="126685"/>
                  </a:lnTo>
                  <a:lnTo>
                    <a:pt x="39648" y="125811"/>
                  </a:lnTo>
                  <a:lnTo>
                    <a:pt x="41006" y="123882"/>
                  </a:lnTo>
                  <a:lnTo>
                    <a:pt x="43136" y="122185"/>
                  </a:lnTo>
                  <a:lnTo>
                    <a:pt x="44888" y="121153"/>
                  </a:lnTo>
                  <a:lnTo>
                    <a:pt x="45658" y="120206"/>
                  </a:lnTo>
                  <a:lnTo>
                    <a:pt x="46206" y="118783"/>
                  </a:lnTo>
                  <a:lnTo>
                    <a:pt x="48213" y="114768"/>
                  </a:lnTo>
                  <a:lnTo>
                    <a:pt x="49788" y="112299"/>
                  </a:lnTo>
                  <a:lnTo>
                    <a:pt x="51172" y="109758"/>
                  </a:lnTo>
                  <a:lnTo>
                    <a:pt x="51639" y="108161"/>
                  </a:lnTo>
                  <a:lnTo>
                    <a:pt x="52731" y="108457"/>
                  </a:lnTo>
                  <a:lnTo>
                    <a:pt x="54402" y="109566"/>
                  </a:lnTo>
                  <a:lnTo>
                    <a:pt x="56199" y="110576"/>
                  </a:lnTo>
                  <a:lnTo>
                    <a:pt x="57512" y="112142"/>
                  </a:lnTo>
                  <a:lnTo>
                    <a:pt x="57769" y="113746"/>
                  </a:lnTo>
                  <a:lnTo>
                    <a:pt x="57897" y="115010"/>
                  </a:lnTo>
                  <a:lnTo>
                    <a:pt x="58433" y="115662"/>
                  </a:lnTo>
                  <a:lnTo>
                    <a:pt x="59068" y="115782"/>
                  </a:lnTo>
                  <a:lnTo>
                    <a:pt x="60024" y="115464"/>
                  </a:lnTo>
                  <a:lnTo>
                    <a:pt x="61697" y="115407"/>
                  </a:lnTo>
                  <a:lnTo>
                    <a:pt x="63750" y="113330"/>
                  </a:lnTo>
                  <a:lnTo>
                    <a:pt x="66609" y="109830"/>
                  </a:lnTo>
                  <a:lnTo>
                    <a:pt x="69225" y="108747"/>
                  </a:lnTo>
                  <a:lnTo>
                    <a:pt x="70606" y="109576"/>
                  </a:lnTo>
                  <a:lnTo>
                    <a:pt x="71742" y="112149"/>
                  </a:lnTo>
                  <a:lnTo>
                    <a:pt x="72644" y="114574"/>
                  </a:lnTo>
                  <a:lnTo>
                    <a:pt x="73570" y="115476"/>
                  </a:lnTo>
                  <a:lnTo>
                    <a:pt x="74144" y="115502"/>
                  </a:lnTo>
                  <a:lnTo>
                    <a:pt x="74359" y="115538"/>
                  </a:lnTo>
                  <a:lnTo>
                    <a:pt x="75592" y="114995"/>
                  </a:lnTo>
                  <a:lnTo>
                    <a:pt x="76646" y="115094"/>
                  </a:lnTo>
                  <a:lnTo>
                    <a:pt x="77660" y="115910"/>
                  </a:lnTo>
                  <a:lnTo>
                    <a:pt x="79335" y="116006"/>
                  </a:lnTo>
                  <a:lnTo>
                    <a:pt x="81666" y="115378"/>
                  </a:lnTo>
                  <a:lnTo>
                    <a:pt x="81912" y="115122"/>
                  </a:lnTo>
                  <a:lnTo>
                    <a:pt x="83033" y="115454"/>
                  </a:lnTo>
                  <a:lnTo>
                    <a:pt x="84397" y="116573"/>
                  </a:lnTo>
                  <a:lnTo>
                    <a:pt x="85459" y="117901"/>
                  </a:lnTo>
                  <a:lnTo>
                    <a:pt x="87352" y="122267"/>
                  </a:lnTo>
                  <a:lnTo>
                    <a:pt x="88442" y="123393"/>
                  </a:lnTo>
                  <a:lnTo>
                    <a:pt x="90668" y="124945"/>
                  </a:lnTo>
                  <a:lnTo>
                    <a:pt x="91713" y="126304"/>
                  </a:lnTo>
                  <a:lnTo>
                    <a:pt x="92925" y="128503"/>
                  </a:lnTo>
                  <a:lnTo>
                    <a:pt x="93559" y="129835"/>
                  </a:lnTo>
                  <a:lnTo>
                    <a:pt x="94876" y="132247"/>
                  </a:lnTo>
                  <a:lnTo>
                    <a:pt x="96402" y="136199"/>
                  </a:lnTo>
                  <a:lnTo>
                    <a:pt x="96672" y="139343"/>
                  </a:lnTo>
                  <a:lnTo>
                    <a:pt x="97019" y="142007"/>
                  </a:lnTo>
                  <a:lnTo>
                    <a:pt x="97585" y="143266"/>
                  </a:lnTo>
                  <a:lnTo>
                    <a:pt x="98053" y="143425"/>
                  </a:lnTo>
                  <a:lnTo>
                    <a:pt x="98558" y="142985"/>
                  </a:lnTo>
                  <a:lnTo>
                    <a:pt x="99051" y="141776"/>
                  </a:lnTo>
                  <a:lnTo>
                    <a:pt x="99222" y="139750"/>
                  </a:lnTo>
                  <a:lnTo>
                    <a:pt x="99072" y="136178"/>
                  </a:lnTo>
                  <a:lnTo>
                    <a:pt x="98682" y="133257"/>
                  </a:lnTo>
                  <a:lnTo>
                    <a:pt x="98181" y="132329"/>
                  </a:lnTo>
                  <a:lnTo>
                    <a:pt x="97940" y="131302"/>
                  </a:lnTo>
                  <a:lnTo>
                    <a:pt x="98271" y="129997"/>
                  </a:lnTo>
                  <a:lnTo>
                    <a:pt x="99118" y="129366"/>
                  </a:lnTo>
                  <a:lnTo>
                    <a:pt x="100174" y="129764"/>
                  </a:lnTo>
                  <a:lnTo>
                    <a:pt x="101911" y="131441"/>
                  </a:lnTo>
                  <a:lnTo>
                    <a:pt x="103724" y="133556"/>
                  </a:lnTo>
                  <a:lnTo>
                    <a:pt x="105950" y="137251"/>
                  </a:lnTo>
                  <a:lnTo>
                    <a:pt x="107997" y="139599"/>
                  </a:lnTo>
                  <a:lnTo>
                    <a:pt x="110232" y="141474"/>
                  </a:lnTo>
                  <a:lnTo>
                    <a:pt x="112009" y="142034"/>
                  </a:lnTo>
                  <a:lnTo>
                    <a:pt x="113384" y="141467"/>
                  </a:lnTo>
                  <a:lnTo>
                    <a:pt x="115007" y="139939"/>
                  </a:lnTo>
                  <a:lnTo>
                    <a:pt x="116494" y="138173"/>
                  </a:lnTo>
                  <a:lnTo>
                    <a:pt x="117170" y="136319"/>
                  </a:lnTo>
                  <a:lnTo>
                    <a:pt x="117657" y="134299"/>
                  </a:lnTo>
                  <a:lnTo>
                    <a:pt x="119898" y="131597"/>
                  </a:lnTo>
                  <a:lnTo>
                    <a:pt x="121944" y="129131"/>
                  </a:lnTo>
                  <a:lnTo>
                    <a:pt x="122876" y="129575"/>
                  </a:lnTo>
                  <a:lnTo>
                    <a:pt x="123534" y="130273"/>
                  </a:lnTo>
                  <a:lnTo>
                    <a:pt x="125633" y="128775"/>
                  </a:lnTo>
                  <a:lnTo>
                    <a:pt x="126365" y="128362"/>
                  </a:lnTo>
                  <a:lnTo>
                    <a:pt x="128365" y="127782"/>
                  </a:lnTo>
                  <a:lnTo>
                    <a:pt x="130429" y="128643"/>
                  </a:lnTo>
                  <a:lnTo>
                    <a:pt x="132077" y="131288"/>
                  </a:lnTo>
                  <a:lnTo>
                    <a:pt x="133677" y="132992"/>
                  </a:lnTo>
                  <a:lnTo>
                    <a:pt x="135104" y="132794"/>
                  </a:lnTo>
                  <a:lnTo>
                    <a:pt x="136288" y="131920"/>
                  </a:lnTo>
                  <a:lnTo>
                    <a:pt x="137068" y="130271"/>
                  </a:lnTo>
                  <a:lnTo>
                    <a:pt x="137658" y="128323"/>
                  </a:lnTo>
                  <a:lnTo>
                    <a:pt x="138572" y="127000"/>
                  </a:lnTo>
                  <a:lnTo>
                    <a:pt x="141117" y="127674"/>
                  </a:lnTo>
                  <a:lnTo>
                    <a:pt x="142716" y="127573"/>
                  </a:lnTo>
                  <a:lnTo>
                    <a:pt x="142886" y="127293"/>
                  </a:lnTo>
                  <a:lnTo>
                    <a:pt x="144992" y="127822"/>
                  </a:lnTo>
                  <a:lnTo>
                    <a:pt x="147316" y="130564"/>
                  </a:lnTo>
                  <a:lnTo>
                    <a:pt x="148761" y="133599"/>
                  </a:lnTo>
                  <a:lnTo>
                    <a:pt x="150606" y="137473"/>
                  </a:lnTo>
                  <a:lnTo>
                    <a:pt x="151465" y="138737"/>
                  </a:lnTo>
                  <a:lnTo>
                    <a:pt x="152713" y="139278"/>
                  </a:lnTo>
                  <a:lnTo>
                    <a:pt x="153694" y="139512"/>
                  </a:lnTo>
                  <a:lnTo>
                    <a:pt x="155009" y="140112"/>
                  </a:lnTo>
                  <a:lnTo>
                    <a:pt x="158482" y="140924"/>
                  </a:lnTo>
                  <a:lnTo>
                    <a:pt x="159010" y="141401"/>
                  </a:lnTo>
                  <a:lnTo>
                    <a:pt x="159365" y="142035"/>
                  </a:lnTo>
                  <a:lnTo>
                    <a:pt x="159043" y="144155"/>
                  </a:lnTo>
                  <a:lnTo>
                    <a:pt x="159354" y="144693"/>
                  </a:lnTo>
                  <a:lnTo>
                    <a:pt x="162169" y="143184"/>
                  </a:lnTo>
                  <a:lnTo>
                    <a:pt x="162925" y="142059"/>
                  </a:lnTo>
                  <a:lnTo>
                    <a:pt x="163855" y="138863"/>
                  </a:lnTo>
                  <a:lnTo>
                    <a:pt x="164687" y="135639"/>
                  </a:lnTo>
                  <a:lnTo>
                    <a:pt x="165305" y="134445"/>
                  </a:lnTo>
                  <a:lnTo>
                    <a:pt x="165963" y="134132"/>
                  </a:lnTo>
                  <a:lnTo>
                    <a:pt x="166623" y="134608"/>
                  </a:lnTo>
                  <a:lnTo>
                    <a:pt x="167544" y="136511"/>
                  </a:lnTo>
                  <a:lnTo>
                    <a:pt x="168795" y="138450"/>
                  </a:lnTo>
                  <a:lnTo>
                    <a:pt x="170482" y="139189"/>
                  </a:lnTo>
                  <a:lnTo>
                    <a:pt x="171515" y="139483"/>
                  </a:lnTo>
                  <a:lnTo>
                    <a:pt x="173112" y="139645"/>
                  </a:lnTo>
                  <a:lnTo>
                    <a:pt x="176867" y="138705"/>
                  </a:lnTo>
                  <a:lnTo>
                    <a:pt x="180379" y="136362"/>
                  </a:lnTo>
                  <a:lnTo>
                    <a:pt x="182385" y="133814"/>
                  </a:lnTo>
                  <a:lnTo>
                    <a:pt x="183318" y="129997"/>
                  </a:lnTo>
                  <a:lnTo>
                    <a:pt x="183900" y="125659"/>
                  </a:lnTo>
                  <a:lnTo>
                    <a:pt x="184799" y="122921"/>
                  </a:lnTo>
                  <a:lnTo>
                    <a:pt x="184424" y="120116"/>
                  </a:lnTo>
                  <a:lnTo>
                    <a:pt x="182655" y="117453"/>
                  </a:lnTo>
                  <a:lnTo>
                    <a:pt x="182060" y="116650"/>
                  </a:lnTo>
                  <a:lnTo>
                    <a:pt x="177763" y="115159"/>
                  </a:lnTo>
                  <a:lnTo>
                    <a:pt x="177498" y="114085"/>
                  </a:lnTo>
                  <a:lnTo>
                    <a:pt x="177253" y="113838"/>
                  </a:lnTo>
                  <a:lnTo>
                    <a:pt x="173018" y="111478"/>
                  </a:lnTo>
                  <a:lnTo>
                    <a:pt x="170975" y="110466"/>
                  </a:lnTo>
                  <a:lnTo>
                    <a:pt x="170402" y="108908"/>
                  </a:lnTo>
                  <a:lnTo>
                    <a:pt x="170021" y="106867"/>
                  </a:lnTo>
                  <a:lnTo>
                    <a:pt x="168700" y="105046"/>
                  </a:lnTo>
                  <a:lnTo>
                    <a:pt x="166073" y="103391"/>
                  </a:lnTo>
                  <a:lnTo>
                    <a:pt x="165613" y="102131"/>
                  </a:lnTo>
                  <a:lnTo>
                    <a:pt x="166048" y="100854"/>
                  </a:lnTo>
                  <a:lnTo>
                    <a:pt x="168123" y="99435"/>
                  </a:lnTo>
                  <a:lnTo>
                    <a:pt x="170490" y="96448"/>
                  </a:lnTo>
                  <a:lnTo>
                    <a:pt x="171401" y="95835"/>
                  </a:lnTo>
                  <a:lnTo>
                    <a:pt x="173511" y="95702"/>
                  </a:lnTo>
                  <a:lnTo>
                    <a:pt x="175462" y="93262"/>
                  </a:lnTo>
                  <a:lnTo>
                    <a:pt x="176810" y="91868"/>
                  </a:lnTo>
                  <a:lnTo>
                    <a:pt x="177512" y="90205"/>
                  </a:lnTo>
                  <a:lnTo>
                    <a:pt x="177327" y="88494"/>
                  </a:lnTo>
                  <a:lnTo>
                    <a:pt x="175374" y="83321"/>
                  </a:lnTo>
                  <a:lnTo>
                    <a:pt x="174796" y="80190"/>
                  </a:lnTo>
                  <a:lnTo>
                    <a:pt x="175141" y="78153"/>
                  </a:lnTo>
                  <a:lnTo>
                    <a:pt x="176262" y="75945"/>
                  </a:lnTo>
                  <a:lnTo>
                    <a:pt x="176898" y="74742"/>
                  </a:lnTo>
                  <a:lnTo>
                    <a:pt x="177660" y="72579"/>
                  </a:lnTo>
                  <a:lnTo>
                    <a:pt x="178165" y="71424"/>
                  </a:lnTo>
                  <a:lnTo>
                    <a:pt x="180133" y="70933"/>
                  </a:lnTo>
                  <a:lnTo>
                    <a:pt x="182525" y="70728"/>
                  </a:lnTo>
                  <a:lnTo>
                    <a:pt x="184164" y="71245"/>
                  </a:lnTo>
                  <a:lnTo>
                    <a:pt x="186456" y="71515"/>
                  </a:lnTo>
                  <a:lnTo>
                    <a:pt x="188544" y="71913"/>
                  </a:lnTo>
                  <a:lnTo>
                    <a:pt x="189601" y="72272"/>
                  </a:lnTo>
                  <a:lnTo>
                    <a:pt x="190377" y="71611"/>
                  </a:lnTo>
                  <a:lnTo>
                    <a:pt x="190940" y="70450"/>
                  </a:lnTo>
                  <a:lnTo>
                    <a:pt x="190920" y="68913"/>
                  </a:lnTo>
                  <a:lnTo>
                    <a:pt x="190100" y="67423"/>
                  </a:lnTo>
                  <a:lnTo>
                    <a:pt x="187035" y="65471"/>
                  </a:lnTo>
                  <a:lnTo>
                    <a:pt x="185722" y="63859"/>
                  </a:lnTo>
                  <a:lnTo>
                    <a:pt x="184689" y="64036"/>
                  </a:lnTo>
                  <a:lnTo>
                    <a:pt x="182970" y="63536"/>
                  </a:lnTo>
                  <a:lnTo>
                    <a:pt x="181417" y="62478"/>
                  </a:lnTo>
                  <a:lnTo>
                    <a:pt x="180038" y="62125"/>
                  </a:lnTo>
                  <a:lnTo>
                    <a:pt x="179588" y="60659"/>
                  </a:lnTo>
                  <a:lnTo>
                    <a:pt x="179874" y="58607"/>
                  </a:lnTo>
                  <a:lnTo>
                    <a:pt x="180404" y="57434"/>
                  </a:lnTo>
                  <a:lnTo>
                    <a:pt x="181425" y="56848"/>
                  </a:lnTo>
                  <a:lnTo>
                    <a:pt x="182528" y="57141"/>
                  </a:lnTo>
                  <a:lnTo>
                    <a:pt x="183731" y="56288"/>
                  </a:lnTo>
                  <a:lnTo>
                    <a:pt x="184077" y="55789"/>
                  </a:lnTo>
                  <a:lnTo>
                    <a:pt x="184181" y="55147"/>
                  </a:lnTo>
                  <a:lnTo>
                    <a:pt x="183986" y="54225"/>
                  </a:lnTo>
                  <a:lnTo>
                    <a:pt x="183430" y="53463"/>
                  </a:lnTo>
                  <a:lnTo>
                    <a:pt x="182638" y="53263"/>
                  </a:lnTo>
                  <a:lnTo>
                    <a:pt x="181727" y="53909"/>
                  </a:lnTo>
                  <a:lnTo>
                    <a:pt x="180639" y="54329"/>
                  </a:lnTo>
                  <a:lnTo>
                    <a:pt x="178795" y="53380"/>
                  </a:lnTo>
                  <a:lnTo>
                    <a:pt x="177327" y="52238"/>
                  </a:lnTo>
                  <a:lnTo>
                    <a:pt x="177401" y="51184"/>
                  </a:lnTo>
                  <a:lnTo>
                    <a:pt x="178487" y="49617"/>
                  </a:lnTo>
                  <a:lnTo>
                    <a:pt x="178976" y="48346"/>
                  </a:lnTo>
                  <a:lnTo>
                    <a:pt x="178976" y="46587"/>
                  </a:lnTo>
                  <a:lnTo>
                    <a:pt x="178976" y="44534"/>
                  </a:lnTo>
                  <a:lnTo>
                    <a:pt x="179353" y="42130"/>
                  </a:lnTo>
                  <a:lnTo>
                    <a:pt x="180431" y="40485"/>
                  </a:lnTo>
                  <a:lnTo>
                    <a:pt x="181697" y="39605"/>
                  </a:lnTo>
                  <a:lnTo>
                    <a:pt x="184961" y="41211"/>
                  </a:lnTo>
                  <a:lnTo>
                    <a:pt x="189040" y="42642"/>
                  </a:lnTo>
                  <a:lnTo>
                    <a:pt x="189742" y="42409"/>
                  </a:lnTo>
                  <a:lnTo>
                    <a:pt x="189948" y="41654"/>
                  </a:lnTo>
                  <a:lnTo>
                    <a:pt x="190416" y="40983"/>
                  </a:lnTo>
                  <a:lnTo>
                    <a:pt x="196077" y="40671"/>
                  </a:lnTo>
                  <a:lnTo>
                    <a:pt x="197179" y="39748"/>
                  </a:lnTo>
                  <a:lnTo>
                    <a:pt x="197727" y="39013"/>
                  </a:lnTo>
                  <a:lnTo>
                    <a:pt x="203172" y="37952"/>
                  </a:lnTo>
                  <a:lnTo>
                    <a:pt x="203821" y="36946"/>
                  </a:lnTo>
                  <a:lnTo>
                    <a:pt x="204620" y="36007"/>
                  </a:lnTo>
                  <a:lnTo>
                    <a:pt x="205871" y="36024"/>
                  </a:lnTo>
                  <a:lnTo>
                    <a:pt x="207364" y="35647"/>
                  </a:lnTo>
                  <a:lnTo>
                    <a:pt x="209441" y="34503"/>
                  </a:lnTo>
                  <a:lnTo>
                    <a:pt x="210914" y="33874"/>
                  </a:lnTo>
                  <a:lnTo>
                    <a:pt x="211159" y="33821"/>
                  </a:lnTo>
                  <a:lnTo>
                    <a:pt x="212712" y="34073"/>
                  </a:lnTo>
                  <a:lnTo>
                    <a:pt x="214647" y="33169"/>
                  </a:lnTo>
                  <a:lnTo>
                    <a:pt x="215061" y="32795"/>
                  </a:lnTo>
                  <a:lnTo>
                    <a:pt x="215375" y="32110"/>
                  </a:lnTo>
                  <a:lnTo>
                    <a:pt x="217060" y="30795"/>
                  </a:lnTo>
                  <a:lnTo>
                    <a:pt x="220291" y="29709"/>
                  </a:lnTo>
                  <a:lnTo>
                    <a:pt x="221079" y="30359"/>
                  </a:lnTo>
                  <a:lnTo>
                    <a:pt x="222619" y="30652"/>
                  </a:lnTo>
                  <a:lnTo>
                    <a:pt x="224585" y="30170"/>
                  </a:lnTo>
                  <a:lnTo>
                    <a:pt x="226035" y="29341"/>
                  </a:lnTo>
                  <a:lnTo>
                    <a:pt x="226882" y="30165"/>
                  </a:lnTo>
                  <a:lnTo>
                    <a:pt x="228029" y="31009"/>
                  </a:lnTo>
                  <a:lnTo>
                    <a:pt x="228886" y="30293"/>
                  </a:lnTo>
                  <a:lnTo>
                    <a:pt x="229310" y="28026"/>
                  </a:lnTo>
                  <a:lnTo>
                    <a:pt x="229868" y="25812"/>
                  </a:lnTo>
                  <a:lnTo>
                    <a:pt x="230837" y="24763"/>
                  </a:lnTo>
                  <a:lnTo>
                    <a:pt x="231605" y="24382"/>
                  </a:lnTo>
                  <a:lnTo>
                    <a:pt x="232299" y="23529"/>
                  </a:lnTo>
                  <a:lnTo>
                    <a:pt x="232824" y="22643"/>
                  </a:lnTo>
                  <a:lnTo>
                    <a:pt x="235673" y="22779"/>
                  </a:lnTo>
                  <a:lnTo>
                    <a:pt x="238221" y="20574"/>
                  </a:lnTo>
                  <a:lnTo>
                    <a:pt x="238720" y="21573"/>
                  </a:lnTo>
                  <a:lnTo>
                    <a:pt x="242026" y="21340"/>
                  </a:lnTo>
                  <a:lnTo>
                    <a:pt x="246132" y="19921"/>
                  </a:lnTo>
                  <a:lnTo>
                    <a:pt x="248589" y="19257"/>
                  </a:lnTo>
                  <a:lnTo>
                    <a:pt x="252832" y="17771"/>
                  </a:lnTo>
                  <a:lnTo>
                    <a:pt x="254794" y="16570"/>
                  </a:lnTo>
                  <a:lnTo>
                    <a:pt x="257599" y="15811"/>
                  </a:lnTo>
                  <a:lnTo>
                    <a:pt x="260174" y="15282"/>
                  </a:lnTo>
                  <a:lnTo>
                    <a:pt x="261859" y="13180"/>
                  </a:lnTo>
                  <a:lnTo>
                    <a:pt x="263217" y="12880"/>
                  </a:lnTo>
                  <a:lnTo>
                    <a:pt x="264869" y="12706"/>
                  </a:lnTo>
                  <a:lnTo>
                    <a:pt x="265882" y="12200"/>
                  </a:lnTo>
                  <a:lnTo>
                    <a:pt x="266542" y="11422"/>
                  </a:lnTo>
                  <a:lnTo>
                    <a:pt x="266970" y="9962"/>
                  </a:lnTo>
                  <a:lnTo>
                    <a:pt x="266738" y="8107"/>
                  </a:lnTo>
                  <a:lnTo>
                    <a:pt x="266503" y="6756"/>
                  </a:lnTo>
                  <a:lnTo>
                    <a:pt x="267684" y="6000"/>
                  </a:lnTo>
                  <a:lnTo>
                    <a:pt x="269369" y="5766"/>
                  </a:lnTo>
                  <a:lnTo>
                    <a:pt x="270434" y="5459"/>
                  </a:lnTo>
                  <a:lnTo>
                    <a:pt x="272755" y="2396"/>
                  </a:lnTo>
                  <a:lnTo>
                    <a:pt x="274360" y="923"/>
                  </a:lnTo>
                  <a:lnTo>
                    <a:pt x="276017" y="0"/>
                  </a:lnTo>
                  <a:lnTo>
                    <a:pt x="279346" y="504"/>
                  </a:lnTo>
                  <a:lnTo>
                    <a:pt x="282385" y="966"/>
                  </a:lnTo>
                  <a:lnTo>
                    <a:pt x="285433" y="2429"/>
                  </a:lnTo>
                  <a:lnTo>
                    <a:pt x="287036" y="4253"/>
                  </a:lnTo>
                  <a:lnTo>
                    <a:pt x="288413" y="5629"/>
                  </a:lnTo>
                  <a:lnTo>
                    <a:pt x="289716" y="6289"/>
                  </a:lnTo>
                  <a:lnTo>
                    <a:pt x="290889" y="6711"/>
                  </a:lnTo>
                  <a:lnTo>
                    <a:pt x="292258" y="6087"/>
                  </a:lnTo>
                  <a:lnTo>
                    <a:pt x="293222" y="5240"/>
                  </a:lnTo>
                  <a:lnTo>
                    <a:pt x="293786" y="4031"/>
                  </a:lnTo>
                  <a:lnTo>
                    <a:pt x="294639" y="3168"/>
                  </a:lnTo>
                  <a:lnTo>
                    <a:pt x="297746" y="2494"/>
                  </a:lnTo>
                  <a:lnTo>
                    <a:pt x="298391" y="3795"/>
                  </a:lnTo>
                  <a:lnTo>
                    <a:pt x="299869" y="7730"/>
                  </a:lnTo>
                  <a:lnTo>
                    <a:pt x="300877" y="12975"/>
                  </a:lnTo>
                  <a:lnTo>
                    <a:pt x="302536" y="19932"/>
                  </a:lnTo>
                  <a:lnTo>
                    <a:pt x="303267" y="23352"/>
                  </a:lnTo>
                  <a:lnTo>
                    <a:pt x="302942" y="25145"/>
                  </a:lnTo>
                  <a:lnTo>
                    <a:pt x="302949" y="27604"/>
                  </a:lnTo>
                  <a:lnTo>
                    <a:pt x="302855" y="30303"/>
                  </a:lnTo>
                  <a:lnTo>
                    <a:pt x="301629" y="33363"/>
                  </a:lnTo>
                  <a:lnTo>
                    <a:pt x="302127" y="34790"/>
                  </a:lnTo>
                  <a:lnTo>
                    <a:pt x="305129" y="36382"/>
                  </a:lnTo>
                  <a:lnTo>
                    <a:pt x="309334" y="35800"/>
                  </a:lnTo>
                  <a:lnTo>
                    <a:pt x="311928" y="34516"/>
                  </a:lnTo>
                  <a:lnTo>
                    <a:pt x="313373" y="34984"/>
                  </a:lnTo>
                  <a:lnTo>
                    <a:pt x="314127" y="34216"/>
                  </a:lnTo>
                  <a:lnTo>
                    <a:pt x="314618" y="31947"/>
                  </a:lnTo>
                  <a:lnTo>
                    <a:pt x="315613" y="31439"/>
                  </a:lnTo>
                  <a:lnTo>
                    <a:pt x="316639" y="33020"/>
                  </a:lnTo>
                  <a:lnTo>
                    <a:pt x="317383" y="35699"/>
                  </a:lnTo>
                  <a:lnTo>
                    <a:pt x="318097" y="37425"/>
                  </a:lnTo>
                  <a:lnTo>
                    <a:pt x="318044" y="39475"/>
                  </a:lnTo>
                  <a:lnTo>
                    <a:pt x="318307" y="42111"/>
                  </a:lnTo>
                  <a:lnTo>
                    <a:pt x="318831" y="42779"/>
                  </a:lnTo>
                  <a:lnTo>
                    <a:pt x="319861" y="41776"/>
                  </a:lnTo>
                  <a:lnTo>
                    <a:pt x="320548" y="41181"/>
                  </a:lnTo>
                  <a:lnTo>
                    <a:pt x="320712" y="40380"/>
                  </a:lnTo>
                  <a:lnTo>
                    <a:pt x="320420" y="39391"/>
                  </a:lnTo>
                  <a:lnTo>
                    <a:pt x="320280" y="38389"/>
                  </a:lnTo>
                  <a:lnTo>
                    <a:pt x="320508" y="37468"/>
                  </a:lnTo>
                  <a:lnTo>
                    <a:pt x="320996" y="37092"/>
                  </a:lnTo>
                  <a:lnTo>
                    <a:pt x="322462" y="37382"/>
                  </a:lnTo>
                  <a:lnTo>
                    <a:pt x="324597" y="37890"/>
                  </a:lnTo>
                  <a:lnTo>
                    <a:pt x="327130" y="41629"/>
                  </a:lnTo>
                  <a:lnTo>
                    <a:pt x="328494" y="42307"/>
                  </a:lnTo>
                  <a:lnTo>
                    <a:pt x="329070" y="42372"/>
                  </a:lnTo>
                  <a:lnTo>
                    <a:pt x="330355" y="42159"/>
                  </a:lnTo>
                  <a:lnTo>
                    <a:pt x="331897" y="41081"/>
                  </a:lnTo>
                  <a:lnTo>
                    <a:pt x="332937" y="39732"/>
                  </a:lnTo>
                  <a:lnTo>
                    <a:pt x="333283" y="39070"/>
                  </a:lnTo>
                  <a:lnTo>
                    <a:pt x="333881" y="39185"/>
                  </a:lnTo>
                  <a:lnTo>
                    <a:pt x="334448" y="39808"/>
                  </a:lnTo>
                  <a:lnTo>
                    <a:pt x="334487" y="41173"/>
                  </a:lnTo>
                  <a:lnTo>
                    <a:pt x="334035" y="43146"/>
                  </a:lnTo>
                  <a:lnTo>
                    <a:pt x="332496" y="44952"/>
                  </a:lnTo>
                  <a:lnTo>
                    <a:pt x="330586" y="46632"/>
                  </a:lnTo>
                  <a:lnTo>
                    <a:pt x="329429" y="49712"/>
                  </a:lnTo>
                  <a:lnTo>
                    <a:pt x="329183" y="52928"/>
                  </a:lnTo>
                  <a:lnTo>
                    <a:pt x="329691" y="54560"/>
                  </a:lnTo>
                  <a:lnTo>
                    <a:pt x="330123" y="55652"/>
                  </a:lnTo>
                  <a:lnTo>
                    <a:pt x="330246" y="57183"/>
                  </a:lnTo>
                  <a:lnTo>
                    <a:pt x="330679" y="57385"/>
                  </a:lnTo>
                  <a:lnTo>
                    <a:pt x="331456" y="56754"/>
                  </a:lnTo>
                  <a:lnTo>
                    <a:pt x="333592" y="53582"/>
                  </a:lnTo>
                  <a:lnTo>
                    <a:pt x="334680" y="52798"/>
                  </a:lnTo>
                  <a:lnTo>
                    <a:pt x="336257" y="52297"/>
                  </a:lnTo>
                  <a:lnTo>
                    <a:pt x="338844" y="52543"/>
                  </a:lnTo>
                  <a:lnTo>
                    <a:pt x="340588" y="53576"/>
                  </a:lnTo>
                  <a:lnTo>
                    <a:pt x="341420" y="55016"/>
                  </a:lnTo>
                  <a:lnTo>
                    <a:pt x="342335" y="56200"/>
                  </a:lnTo>
                  <a:lnTo>
                    <a:pt x="342967" y="55704"/>
                  </a:lnTo>
                  <a:lnTo>
                    <a:pt x="343295" y="54336"/>
                  </a:lnTo>
                  <a:lnTo>
                    <a:pt x="343309" y="52771"/>
                  </a:lnTo>
                  <a:lnTo>
                    <a:pt x="343574" y="51484"/>
                  </a:lnTo>
                  <a:lnTo>
                    <a:pt x="346406" y="48318"/>
                  </a:lnTo>
                  <a:lnTo>
                    <a:pt x="348291" y="46212"/>
                  </a:lnTo>
                  <a:lnTo>
                    <a:pt x="348940" y="45965"/>
                  </a:lnTo>
                  <a:lnTo>
                    <a:pt x="350201" y="46402"/>
                  </a:lnTo>
                  <a:lnTo>
                    <a:pt x="350981" y="46181"/>
                  </a:lnTo>
                  <a:lnTo>
                    <a:pt x="353054" y="44199"/>
                  </a:lnTo>
                  <a:lnTo>
                    <a:pt x="354990" y="41944"/>
                  </a:lnTo>
                  <a:lnTo>
                    <a:pt x="355179" y="40419"/>
                  </a:lnTo>
                  <a:lnTo>
                    <a:pt x="355250" y="39037"/>
                  </a:lnTo>
                  <a:lnTo>
                    <a:pt x="355732" y="38412"/>
                  </a:lnTo>
                  <a:lnTo>
                    <a:pt x="358442" y="37928"/>
                  </a:lnTo>
                  <a:lnTo>
                    <a:pt x="358887" y="37669"/>
                  </a:lnTo>
                  <a:lnTo>
                    <a:pt x="361204" y="36098"/>
                  </a:lnTo>
                  <a:lnTo>
                    <a:pt x="364411" y="33421"/>
                  </a:lnTo>
                  <a:lnTo>
                    <a:pt x="365967" y="31843"/>
                  </a:lnTo>
                  <a:lnTo>
                    <a:pt x="368803" y="31141"/>
                  </a:lnTo>
                  <a:lnTo>
                    <a:pt x="369330" y="30687"/>
                  </a:lnTo>
                  <a:lnTo>
                    <a:pt x="370272" y="29622"/>
                  </a:lnTo>
                  <a:lnTo>
                    <a:pt x="372047" y="28152"/>
                  </a:lnTo>
                  <a:lnTo>
                    <a:pt x="373009" y="27989"/>
                  </a:lnTo>
                  <a:lnTo>
                    <a:pt x="372413" y="31550"/>
                  </a:lnTo>
                  <a:lnTo>
                    <a:pt x="371352" y="35669"/>
                  </a:lnTo>
                  <a:lnTo>
                    <a:pt x="370754" y="36768"/>
                  </a:lnTo>
                  <a:lnTo>
                    <a:pt x="367880" y="36584"/>
                  </a:lnTo>
                  <a:lnTo>
                    <a:pt x="367885" y="37706"/>
                  </a:lnTo>
                  <a:lnTo>
                    <a:pt x="368336" y="39427"/>
                  </a:lnTo>
                  <a:lnTo>
                    <a:pt x="368659" y="40394"/>
                  </a:lnTo>
                  <a:lnTo>
                    <a:pt x="369008" y="41261"/>
                  </a:lnTo>
                  <a:lnTo>
                    <a:pt x="369781" y="42759"/>
                  </a:lnTo>
                  <a:lnTo>
                    <a:pt x="372804" y="46301"/>
                  </a:lnTo>
                  <a:lnTo>
                    <a:pt x="376651" y="50809"/>
                  </a:lnTo>
                  <a:lnTo>
                    <a:pt x="380807" y="55871"/>
                  </a:lnTo>
                  <a:lnTo>
                    <a:pt x="383709" y="59406"/>
                  </a:lnTo>
                  <a:lnTo>
                    <a:pt x="384881" y="61230"/>
                  </a:lnTo>
                  <a:lnTo>
                    <a:pt x="385628" y="62656"/>
                  </a:lnTo>
                  <a:lnTo>
                    <a:pt x="387770" y="67804"/>
                  </a:lnTo>
                  <a:lnTo>
                    <a:pt x="389800" y="72688"/>
                  </a:lnTo>
                  <a:lnTo>
                    <a:pt x="393224" y="81294"/>
                  </a:lnTo>
                  <a:lnTo>
                    <a:pt x="396259" y="89609"/>
                  </a:lnTo>
                  <a:lnTo>
                    <a:pt x="399599" y="98758"/>
                  </a:lnTo>
                  <a:lnTo>
                    <a:pt x="401532" y="104056"/>
                  </a:lnTo>
                  <a:lnTo>
                    <a:pt x="405482" y="115137"/>
                  </a:lnTo>
                  <a:lnTo>
                    <a:pt x="406536" y="118539"/>
                  </a:lnTo>
                  <a:lnTo>
                    <a:pt x="408537" y="124980"/>
                  </a:lnTo>
                  <a:lnTo>
                    <a:pt x="410305" y="131024"/>
                  </a:lnTo>
                  <a:lnTo>
                    <a:pt x="411866" y="136370"/>
                  </a:lnTo>
                  <a:lnTo>
                    <a:pt x="412850" y="136853"/>
                  </a:lnTo>
                  <a:lnTo>
                    <a:pt x="412925" y="135403"/>
                  </a:lnTo>
                  <a:lnTo>
                    <a:pt x="413101" y="134436"/>
                  </a:lnTo>
                  <a:lnTo>
                    <a:pt x="413606" y="133894"/>
                  </a:lnTo>
                  <a:lnTo>
                    <a:pt x="414754" y="132315"/>
                  </a:lnTo>
                  <a:lnTo>
                    <a:pt x="415373" y="131936"/>
                  </a:lnTo>
                  <a:lnTo>
                    <a:pt x="416296" y="132099"/>
                  </a:lnTo>
                  <a:lnTo>
                    <a:pt x="417264" y="131295"/>
                  </a:lnTo>
                  <a:lnTo>
                    <a:pt x="417617" y="129779"/>
                  </a:lnTo>
                  <a:lnTo>
                    <a:pt x="417387" y="126971"/>
                  </a:lnTo>
                  <a:lnTo>
                    <a:pt x="417237" y="125678"/>
                  </a:lnTo>
                  <a:lnTo>
                    <a:pt x="417565" y="124290"/>
                  </a:lnTo>
                  <a:lnTo>
                    <a:pt x="418095" y="123746"/>
                  </a:lnTo>
                  <a:lnTo>
                    <a:pt x="418831" y="123308"/>
                  </a:lnTo>
                  <a:lnTo>
                    <a:pt x="419508" y="123082"/>
                  </a:lnTo>
                  <a:lnTo>
                    <a:pt x="420063" y="121513"/>
                  </a:lnTo>
                  <a:lnTo>
                    <a:pt x="421109" y="121038"/>
                  </a:lnTo>
                  <a:lnTo>
                    <a:pt x="422069" y="121331"/>
                  </a:lnTo>
                  <a:lnTo>
                    <a:pt x="422862" y="121392"/>
                  </a:lnTo>
                  <a:lnTo>
                    <a:pt x="423563" y="122534"/>
                  </a:lnTo>
                  <a:lnTo>
                    <a:pt x="423952" y="124100"/>
                  </a:lnTo>
                  <a:lnTo>
                    <a:pt x="424706" y="124221"/>
                  </a:lnTo>
                  <a:lnTo>
                    <a:pt x="425946" y="124062"/>
                  </a:lnTo>
                  <a:lnTo>
                    <a:pt x="426116" y="125377"/>
                  </a:lnTo>
                  <a:lnTo>
                    <a:pt x="425763" y="127570"/>
                  </a:lnTo>
                  <a:lnTo>
                    <a:pt x="425333" y="129266"/>
                  </a:lnTo>
                  <a:lnTo>
                    <a:pt x="425258" y="130631"/>
                  </a:lnTo>
                  <a:lnTo>
                    <a:pt x="425914" y="131295"/>
                  </a:lnTo>
                  <a:lnTo>
                    <a:pt x="428314" y="130701"/>
                  </a:lnTo>
                  <a:lnTo>
                    <a:pt x="429167" y="130994"/>
                  </a:lnTo>
                  <a:lnTo>
                    <a:pt x="429437" y="132374"/>
                  </a:lnTo>
                  <a:lnTo>
                    <a:pt x="429777" y="133518"/>
                  </a:lnTo>
                  <a:lnTo>
                    <a:pt x="429948" y="134918"/>
                  </a:lnTo>
                  <a:lnTo>
                    <a:pt x="429700" y="136471"/>
                  </a:lnTo>
                  <a:lnTo>
                    <a:pt x="430125" y="137395"/>
                  </a:lnTo>
                  <a:lnTo>
                    <a:pt x="432198" y="137417"/>
                  </a:lnTo>
                  <a:lnTo>
                    <a:pt x="433656" y="136670"/>
                  </a:lnTo>
                  <a:lnTo>
                    <a:pt x="435898" y="136612"/>
                  </a:lnTo>
                  <a:lnTo>
                    <a:pt x="437926" y="138252"/>
                  </a:lnTo>
                  <a:lnTo>
                    <a:pt x="439331" y="137998"/>
                  </a:lnTo>
                  <a:lnTo>
                    <a:pt x="440743" y="137335"/>
                  </a:lnTo>
                  <a:lnTo>
                    <a:pt x="442811" y="137757"/>
                  </a:lnTo>
                  <a:lnTo>
                    <a:pt x="444264" y="136460"/>
                  </a:lnTo>
                  <a:lnTo>
                    <a:pt x="445267" y="134840"/>
                  </a:lnTo>
                  <a:lnTo>
                    <a:pt x="445583" y="133565"/>
                  </a:lnTo>
                  <a:lnTo>
                    <a:pt x="446104" y="132859"/>
                  </a:lnTo>
                  <a:lnTo>
                    <a:pt x="448057" y="132866"/>
                  </a:lnTo>
                  <a:lnTo>
                    <a:pt x="449293" y="132744"/>
                  </a:lnTo>
                  <a:lnTo>
                    <a:pt x="450200" y="130872"/>
                  </a:lnTo>
                  <a:lnTo>
                    <a:pt x="451033" y="130027"/>
                  </a:lnTo>
                  <a:lnTo>
                    <a:pt x="452433" y="129868"/>
                  </a:lnTo>
                  <a:lnTo>
                    <a:pt x="453465" y="129868"/>
                  </a:lnTo>
                  <a:lnTo>
                    <a:pt x="456231" y="131607"/>
                  </a:lnTo>
                  <a:lnTo>
                    <a:pt x="457913" y="133042"/>
                  </a:lnTo>
                  <a:lnTo>
                    <a:pt x="459665" y="135085"/>
                  </a:lnTo>
                  <a:lnTo>
                    <a:pt x="460718" y="136367"/>
                  </a:lnTo>
                  <a:lnTo>
                    <a:pt x="461424" y="139257"/>
                  </a:lnTo>
                  <a:lnTo>
                    <a:pt x="462621" y="141388"/>
                  </a:lnTo>
                  <a:lnTo>
                    <a:pt x="463567" y="143875"/>
                  </a:lnTo>
                  <a:lnTo>
                    <a:pt x="463796" y="146331"/>
                  </a:lnTo>
                  <a:lnTo>
                    <a:pt x="464577" y="150740"/>
                  </a:lnTo>
                  <a:lnTo>
                    <a:pt x="465384" y="152190"/>
                  </a:lnTo>
                  <a:lnTo>
                    <a:pt x="466343" y="152190"/>
                  </a:lnTo>
                  <a:lnTo>
                    <a:pt x="467553" y="152793"/>
                  </a:lnTo>
                  <a:lnTo>
                    <a:pt x="468890" y="153276"/>
                  </a:lnTo>
                  <a:lnTo>
                    <a:pt x="471748" y="156559"/>
                  </a:lnTo>
                  <a:lnTo>
                    <a:pt x="472798" y="156657"/>
                  </a:lnTo>
                  <a:lnTo>
                    <a:pt x="473605" y="157442"/>
                  </a:lnTo>
                  <a:lnTo>
                    <a:pt x="473732" y="158953"/>
                  </a:lnTo>
                  <a:lnTo>
                    <a:pt x="473429" y="160703"/>
                  </a:lnTo>
                  <a:lnTo>
                    <a:pt x="473745" y="162385"/>
                  </a:lnTo>
                  <a:lnTo>
                    <a:pt x="474679" y="164528"/>
                  </a:lnTo>
                  <a:lnTo>
                    <a:pt x="475420" y="166623"/>
                  </a:lnTo>
                  <a:lnTo>
                    <a:pt x="476328" y="169161"/>
                  </a:lnTo>
                  <a:lnTo>
                    <a:pt x="476606" y="170609"/>
                  </a:lnTo>
                  <a:lnTo>
                    <a:pt x="477337" y="171092"/>
                  </a:lnTo>
                  <a:lnTo>
                    <a:pt x="478320" y="170370"/>
                  </a:lnTo>
                  <a:lnTo>
                    <a:pt x="479886" y="170918"/>
                  </a:lnTo>
                  <a:lnTo>
                    <a:pt x="484600" y="172361"/>
                  </a:lnTo>
                  <a:lnTo>
                    <a:pt x="485256" y="172541"/>
                  </a:lnTo>
                  <a:lnTo>
                    <a:pt x="485759" y="174052"/>
                  </a:lnTo>
                  <a:lnTo>
                    <a:pt x="486440" y="173931"/>
                  </a:lnTo>
                  <a:lnTo>
                    <a:pt x="487222" y="173870"/>
                  </a:lnTo>
                  <a:lnTo>
                    <a:pt x="488307" y="174052"/>
                  </a:lnTo>
                  <a:lnTo>
                    <a:pt x="489064" y="172662"/>
                  </a:lnTo>
                  <a:lnTo>
                    <a:pt x="489683" y="171446"/>
                  </a:lnTo>
                  <a:lnTo>
                    <a:pt x="491233" y="169940"/>
                  </a:lnTo>
                  <a:lnTo>
                    <a:pt x="492520" y="167892"/>
                  </a:lnTo>
                  <a:lnTo>
                    <a:pt x="493604" y="166079"/>
                  </a:lnTo>
                  <a:lnTo>
                    <a:pt x="494410" y="165838"/>
                  </a:lnTo>
                  <a:lnTo>
                    <a:pt x="495067" y="166683"/>
                  </a:lnTo>
                  <a:lnTo>
                    <a:pt x="495091" y="168253"/>
                  </a:lnTo>
                  <a:lnTo>
                    <a:pt x="494285" y="169401"/>
                  </a:lnTo>
                  <a:lnTo>
                    <a:pt x="493655" y="170790"/>
                  </a:lnTo>
                  <a:lnTo>
                    <a:pt x="493806" y="172179"/>
                  </a:lnTo>
                  <a:lnTo>
                    <a:pt x="494890" y="172300"/>
                  </a:lnTo>
                  <a:lnTo>
                    <a:pt x="496096" y="174389"/>
                  </a:lnTo>
                  <a:lnTo>
                    <a:pt x="497834" y="179289"/>
                  </a:lnTo>
                  <a:lnTo>
                    <a:pt x="498427" y="180316"/>
                  </a:lnTo>
                  <a:lnTo>
                    <a:pt x="499286" y="181283"/>
                  </a:lnTo>
                  <a:lnTo>
                    <a:pt x="500242" y="181720"/>
                  </a:lnTo>
                  <a:lnTo>
                    <a:pt x="501299" y="182419"/>
                  </a:lnTo>
                  <a:lnTo>
                    <a:pt x="502078" y="184443"/>
                  </a:lnTo>
                  <a:close/>
                </a:path>
              </a:pathLst>
            </a:custGeom>
            <a:solidFill>
              <a:srgbClr val="FFE9E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6" name="pg905"/>
            <p:cNvSpPr/>
            <p:nvPr/>
          </p:nvSpPr>
          <p:spPr>
            <a:xfrm>
              <a:off x="3869426" y="3694247"/>
              <a:ext cx="2244" cy="3863"/>
            </a:xfrm>
            <a:custGeom>
              <a:avLst/>
              <a:pathLst>
                <a:path w="2244" h="3863">
                  <a:moveTo>
                    <a:pt x="457" y="3601"/>
                  </a:moveTo>
                  <a:lnTo>
                    <a:pt x="0" y="3863"/>
                  </a:lnTo>
                  <a:lnTo>
                    <a:pt x="236" y="2164"/>
                  </a:lnTo>
                  <a:lnTo>
                    <a:pt x="1588" y="0"/>
                  </a:lnTo>
                  <a:lnTo>
                    <a:pt x="2138" y="487"/>
                  </a:lnTo>
                  <a:lnTo>
                    <a:pt x="2244" y="984"/>
                  </a:lnTo>
                  <a:lnTo>
                    <a:pt x="2214" y="1434"/>
                  </a:lnTo>
                  <a:lnTo>
                    <a:pt x="1984" y="1878"/>
                  </a:lnTo>
                  <a:close/>
                </a:path>
              </a:pathLst>
            </a:custGeom>
            <a:solidFill>
              <a:srgbClr val="BFDBB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7" name="pg906"/>
            <p:cNvSpPr/>
            <p:nvPr/>
          </p:nvSpPr>
          <p:spPr>
            <a:xfrm>
              <a:off x="3782340" y="3471778"/>
              <a:ext cx="98520" cy="300947"/>
            </a:xfrm>
            <a:custGeom>
              <a:avLst/>
              <a:pathLst>
                <a:path w="98520" h="300947">
                  <a:moveTo>
                    <a:pt x="98520" y="44753"/>
                  </a:moveTo>
                  <a:lnTo>
                    <a:pt x="97002" y="49957"/>
                  </a:lnTo>
                  <a:lnTo>
                    <a:pt x="95182" y="56196"/>
                  </a:lnTo>
                  <a:lnTo>
                    <a:pt x="91830" y="67685"/>
                  </a:lnTo>
                  <a:lnTo>
                    <a:pt x="89278" y="73731"/>
                  </a:lnTo>
                  <a:lnTo>
                    <a:pt x="87349" y="78300"/>
                  </a:lnTo>
                  <a:lnTo>
                    <a:pt x="87174" y="79121"/>
                  </a:lnTo>
                  <a:lnTo>
                    <a:pt x="87181" y="84213"/>
                  </a:lnTo>
                  <a:lnTo>
                    <a:pt x="87201" y="96664"/>
                  </a:lnTo>
                  <a:lnTo>
                    <a:pt x="87242" y="121568"/>
                  </a:lnTo>
                  <a:lnTo>
                    <a:pt x="87282" y="146471"/>
                  </a:lnTo>
                  <a:lnTo>
                    <a:pt x="87323" y="171372"/>
                  </a:lnTo>
                  <a:lnTo>
                    <a:pt x="87343" y="183824"/>
                  </a:lnTo>
                  <a:lnTo>
                    <a:pt x="87349" y="188008"/>
                  </a:lnTo>
                  <a:lnTo>
                    <a:pt x="89041" y="193243"/>
                  </a:lnTo>
                  <a:lnTo>
                    <a:pt x="90695" y="198356"/>
                  </a:lnTo>
                  <a:lnTo>
                    <a:pt x="92881" y="205123"/>
                  </a:lnTo>
                  <a:lnTo>
                    <a:pt x="94052" y="208750"/>
                  </a:lnTo>
                  <a:lnTo>
                    <a:pt x="94246" y="209959"/>
                  </a:lnTo>
                  <a:lnTo>
                    <a:pt x="94186" y="212386"/>
                  </a:lnTo>
                  <a:lnTo>
                    <a:pt x="92387" y="217459"/>
                  </a:lnTo>
                  <a:lnTo>
                    <a:pt x="90913" y="219765"/>
                  </a:lnTo>
                  <a:lnTo>
                    <a:pt x="88931" y="220867"/>
                  </a:lnTo>
                  <a:lnTo>
                    <a:pt x="88336" y="220656"/>
                  </a:lnTo>
                  <a:lnTo>
                    <a:pt x="87557" y="219929"/>
                  </a:lnTo>
                  <a:lnTo>
                    <a:pt x="87251" y="221147"/>
                  </a:lnTo>
                  <a:lnTo>
                    <a:pt x="87022" y="223043"/>
                  </a:lnTo>
                  <a:lnTo>
                    <a:pt x="86583" y="222645"/>
                  </a:lnTo>
                  <a:lnTo>
                    <a:pt x="86252" y="222085"/>
                  </a:lnTo>
                  <a:lnTo>
                    <a:pt x="86451" y="225452"/>
                  </a:lnTo>
                  <a:lnTo>
                    <a:pt x="86654" y="227115"/>
                  </a:lnTo>
                  <a:lnTo>
                    <a:pt x="86356" y="229365"/>
                  </a:lnTo>
                  <a:lnTo>
                    <a:pt x="85392" y="231328"/>
                  </a:lnTo>
                  <a:lnTo>
                    <a:pt x="85307" y="232984"/>
                  </a:lnTo>
                  <a:lnTo>
                    <a:pt x="83221" y="237330"/>
                  </a:lnTo>
                  <a:lnTo>
                    <a:pt x="80264" y="237809"/>
                  </a:lnTo>
                  <a:lnTo>
                    <a:pt x="78709" y="239964"/>
                  </a:lnTo>
                  <a:lnTo>
                    <a:pt x="78018" y="241730"/>
                  </a:lnTo>
                  <a:lnTo>
                    <a:pt x="77491" y="245591"/>
                  </a:lnTo>
                  <a:lnTo>
                    <a:pt x="77675" y="251507"/>
                  </a:lnTo>
                  <a:lnTo>
                    <a:pt x="76853" y="256060"/>
                  </a:lnTo>
                  <a:lnTo>
                    <a:pt x="76697" y="258343"/>
                  </a:lnTo>
                  <a:lnTo>
                    <a:pt x="75170" y="261301"/>
                  </a:lnTo>
                  <a:lnTo>
                    <a:pt x="74493" y="264013"/>
                  </a:lnTo>
                  <a:lnTo>
                    <a:pt x="73993" y="266772"/>
                  </a:lnTo>
                  <a:lnTo>
                    <a:pt x="73556" y="267981"/>
                  </a:lnTo>
                  <a:lnTo>
                    <a:pt x="73041" y="274165"/>
                  </a:lnTo>
                  <a:lnTo>
                    <a:pt x="72328" y="277919"/>
                  </a:lnTo>
                  <a:lnTo>
                    <a:pt x="72136" y="279163"/>
                  </a:lnTo>
                  <a:lnTo>
                    <a:pt x="71961" y="280288"/>
                  </a:lnTo>
                  <a:lnTo>
                    <a:pt x="71409" y="282493"/>
                  </a:lnTo>
                  <a:lnTo>
                    <a:pt x="71052" y="284008"/>
                  </a:lnTo>
                  <a:lnTo>
                    <a:pt x="70794" y="285004"/>
                  </a:lnTo>
                  <a:lnTo>
                    <a:pt x="68990" y="294624"/>
                  </a:lnTo>
                  <a:lnTo>
                    <a:pt x="67584" y="298970"/>
                  </a:lnTo>
                  <a:lnTo>
                    <a:pt x="66480" y="298471"/>
                  </a:lnTo>
                  <a:lnTo>
                    <a:pt x="65748" y="300153"/>
                  </a:lnTo>
                  <a:lnTo>
                    <a:pt x="65669" y="300947"/>
                  </a:lnTo>
                  <a:lnTo>
                    <a:pt x="65279" y="300499"/>
                  </a:lnTo>
                  <a:lnTo>
                    <a:pt x="64357" y="298912"/>
                  </a:lnTo>
                  <a:lnTo>
                    <a:pt x="62463" y="295646"/>
                  </a:lnTo>
                  <a:lnTo>
                    <a:pt x="60568" y="292379"/>
                  </a:lnTo>
                  <a:lnTo>
                    <a:pt x="58674" y="289113"/>
                  </a:lnTo>
                  <a:lnTo>
                    <a:pt x="56779" y="285849"/>
                  </a:lnTo>
                  <a:lnTo>
                    <a:pt x="54885" y="282582"/>
                  </a:lnTo>
                  <a:lnTo>
                    <a:pt x="52991" y="279316"/>
                  </a:lnTo>
                  <a:lnTo>
                    <a:pt x="51096" y="276049"/>
                  </a:lnTo>
                  <a:lnTo>
                    <a:pt x="49202" y="272783"/>
                  </a:lnTo>
                  <a:lnTo>
                    <a:pt x="48091" y="270867"/>
                  </a:lnTo>
                  <a:lnTo>
                    <a:pt x="47599" y="269736"/>
                  </a:lnTo>
                  <a:lnTo>
                    <a:pt x="47214" y="267479"/>
                  </a:lnTo>
                  <a:lnTo>
                    <a:pt x="47027" y="266919"/>
                  </a:lnTo>
                  <a:lnTo>
                    <a:pt x="46522" y="266209"/>
                  </a:lnTo>
                  <a:lnTo>
                    <a:pt x="45929" y="266053"/>
                  </a:lnTo>
                  <a:lnTo>
                    <a:pt x="45758" y="265626"/>
                  </a:lnTo>
                  <a:lnTo>
                    <a:pt x="45764" y="264538"/>
                  </a:lnTo>
                  <a:lnTo>
                    <a:pt x="45970" y="262972"/>
                  </a:lnTo>
                  <a:lnTo>
                    <a:pt x="46667" y="259973"/>
                  </a:lnTo>
                  <a:lnTo>
                    <a:pt x="46743" y="258213"/>
                  </a:lnTo>
                  <a:lnTo>
                    <a:pt x="46605" y="256211"/>
                  </a:lnTo>
                  <a:lnTo>
                    <a:pt x="46387" y="253007"/>
                  </a:lnTo>
                  <a:lnTo>
                    <a:pt x="46198" y="252280"/>
                  </a:lnTo>
                  <a:lnTo>
                    <a:pt x="44943" y="250601"/>
                  </a:lnTo>
                  <a:lnTo>
                    <a:pt x="42313" y="247086"/>
                  </a:lnTo>
                  <a:lnTo>
                    <a:pt x="39682" y="243568"/>
                  </a:lnTo>
                  <a:lnTo>
                    <a:pt x="37051" y="240054"/>
                  </a:lnTo>
                  <a:lnTo>
                    <a:pt x="34421" y="236536"/>
                  </a:lnTo>
                  <a:lnTo>
                    <a:pt x="31791" y="233019"/>
                  </a:lnTo>
                  <a:lnTo>
                    <a:pt x="29160" y="229504"/>
                  </a:lnTo>
                  <a:lnTo>
                    <a:pt x="26530" y="225989"/>
                  </a:lnTo>
                  <a:lnTo>
                    <a:pt x="23901" y="222471"/>
                  </a:lnTo>
                  <a:lnTo>
                    <a:pt x="21270" y="218954"/>
                  </a:lnTo>
                  <a:lnTo>
                    <a:pt x="18639" y="215439"/>
                  </a:lnTo>
                  <a:lnTo>
                    <a:pt x="16010" y="211922"/>
                  </a:lnTo>
                  <a:lnTo>
                    <a:pt x="13379" y="208404"/>
                  </a:lnTo>
                  <a:lnTo>
                    <a:pt x="10749" y="204889"/>
                  </a:lnTo>
                  <a:lnTo>
                    <a:pt x="8118" y="201372"/>
                  </a:lnTo>
                  <a:lnTo>
                    <a:pt x="5487" y="197857"/>
                  </a:lnTo>
                  <a:lnTo>
                    <a:pt x="2858" y="194339"/>
                  </a:lnTo>
                  <a:lnTo>
                    <a:pt x="1870" y="193018"/>
                  </a:lnTo>
                  <a:lnTo>
                    <a:pt x="979" y="191901"/>
                  </a:lnTo>
                  <a:lnTo>
                    <a:pt x="39" y="191901"/>
                  </a:lnTo>
                  <a:lnTo>
                    <a:pt x="0" y="186865"/>
                  </a:lnTo>
                  <a:lnTo>
                    <a:pt x="301" y="174047"/>
                  </a:lnTo>
                  <a:lnTo>
                    <a:pt x="265" y="162793"/>
                  </a:lnTo>
                  <a:lnTo>
                    <a:pt x="532" y="157156"/>
                  </a:lnTo>
                  <a:lnTo>
                    <a:pt x="1693" y="153588"/>
                  </a:lnTo>
                  <a:lnTo>
                    <a:pt x="2228" y="150990"/>
                  </a:lnTo>
                  <a:lnTo>
                    <a:pt x="2612" y="147365"/>
                  </a:lnTo>
                  <a:lnTo>
                    <a:pt x="3219" y="144409"/>
                  </a:lnTo>
                  <a:lnTo>
                    <a:pt x="4597" y="142008"/>
                  </a:lnTo>
                  <a:lnTo>
                    <a:pt x="4844" y="140684"/>
                  </a:lnTo>
                  <a:lnTo>
                    <a:pt x="6303" y="136664"/>
                  </a:lnTo>
                  <a:lnTo>
                    <a:pt x="7178" y="131497"/>
                  </a:lnTo>
                  <a:lnTo>
                    <a:pt x="7838" y="129741"/>
                  </a:lnTo>
                  <a:lnTo>
                    <a:pt x="8661" y="128119"/>
                  </a:lnTo>
                  <a:lnTo>
                    <a:pt x="9244" y="127267"/>
                  </a:lnTo>
                  <a:lnTo>
                    <a:pt x="10202" y="126411"/>
                  </a:lnTo>
                  <a:lnTo>
                    <a:pt x="10952" y="125925"/>
                  </a:lnTo>
                  <a:lnTo>
                    <a:pt x="11088" y="125517"/>
                  </a:lnTo>
                  <a:lnTo>
                    <a:pt x="11152" y="124680"/>
                  </a:lnTo>
                  <a:lnTo>
                    <a:pt x="10903" y="121480"/>
                  </a:lnTo>
                  <a:lnTo>
                    <a:pt x="11223" y="120429"/>
                  </a:lnTo>
                  <a:lnTo>
                    <a:pt x="11734" y="118292"/>
                  </a:lnTo>
                  <a:lnTo>
                    <a:pt x="12319" y="116298"/>
                  </a:lnTo>
                  <a:lnTo>
                    <a:pt x="12848" y="115034"/>
                  </a:lnTo>
                  <a:lnTo>
                    <a:pt x="13144" y="113732"/>
                  </a:lnTo>
                  <a:lnTo>
                    <a:pt x="13283" y="111478"/>
                  </a:lnTo>
                  <a:lnTo>
                    <a:pt x="13305" y="109882"/>
                  </a:lnTo>
                  <a:lnTo>
                    <a:pt x="13296" y="107274"/>
                  </a:lnTo>
                  <a:lnTo>
                    <a:pt x="13130" y="101349"/>
                  </a:lnTo>
                  <a:lnTo>
                    <a:pt x="12512" y="96392"/>
                  </a:lnTo>
                  <a:lnTo>
                    <a:pt x="12130" y="90844"/>
                  </a:lnTo>
                  <a:lnTo>
                    <a:pt x="12410" y="89019"/>
                  </a:lnTo>
                  <a:lnTo>
                    <a:pt x="11922" y="85768"/>
                  </a:lnTo>
                  <a:lnTo>
                    <a:pt x="11681" y="85589"/>
                  </a:lnTo>
                  <a:lnTo>
                    <a:pt x="11284" y="84878"/>
                  </a:lnTo>
                  <a:lnTo>
                    <a:pt x="10778" y="81816"/>
                  </a:lnTo>
                  <a:lnTo>
                    <a:pt x="10396" y="79019"/>
                  </a:lnTo>
                  <a:lnTo>
                    <a:pt x="10158" y="78315"/>
                  </a:lnTo>
                  <a:lnTo>
                    <a:pt x="8504" y="75868"/>
                  </a:lnTo>
                  <a:lnTo>
                    <a:pt x="7682" y="70099"/>
                  </a:lnTo>
                  <a:lnTo>
                    <a:pt x="6760" y="68814"/>
                  </a:lnTo>
                  <a:lnTo>
                    <a:pt x="6259" y="63080"/>
                  </a:lnTo>
                  <a:lnTo>
                    <a:pt x="6162" y="61449"/>
                  </a:lnTo>
                  <a:lnTo>
                    <a:pt x="6685" y="55730"/>
                  </a:lnTo>
                  <a:lnTo>
                    <a:pt x="6635" y="54420"/>
                  </a:lnTo>
                  <a:lnTo>
                    <a:pt x="6081" y="53211"/>
                  </a:lnTo>
                  <a:lnTo>
                    <a:pt x="4529" y="51980"/>
                  </a:lnTo>
                  <a:lnTo>
                    <a:pt x="3270" y="49621"/>
                  </a:lnTo>
                  <a:lnTo>
                    <a:pt x="3433" y="48797"/>
                  </a:lnTo>
                  <a:lnTo>
                    <a:pt x="3525" y="47943"/>
                  </a:lnTo>
                  <a:lnTo>
                    <a:pt x="2863" y="47370"/>
                  </a:lnTo>
                  <a:lnTo>
                    <a:pt x="938" y="37588"/>
                  </a:lnTo>
                  <a:lnTo>
                    <a:pt x="3416" y="31711"/>
                  </a:lnTo>
                  <a:lnTo>
                    <a:pt x="5925" y="25755"/>
                  </a:lnTo>
                  <a:lnTo>
                    <a:pt x="9129" y="18225"/>
                  </a:lnTo>
                  <a:lnTo>
                    <a:pt x="12072" y="11308"/>
                  </a:lnTo>
                  <a:lnTo>
                    <a:pt x="14616" y="5331"/>
                  </a:lnTo>
                  <a:lnTo>
                    <a:pt x="16885" y="0"/>
                  </a:lnTo>
                  <a:lnTo>
                    <a:pt x="16829" y="1015"/>
                  </a:lnTo>
                  <a:lnTo>
                    <a:pt x="16839" y="2370"/>
                  </a:lnTo>
                  <a:lnTo>
                    <a:pt x="17122" y="3197"/>
                  </a:lnTo>
                  <a:lnTo>
                    <a:pt x="17587" y="3764"/>
                  </a:lnTo>
                  <a:lnTo>
                    <a:pt x="18237" y="3165"/>
                  </a:lnTo>
                  <a:lnTo>
                    <a:pt x="18806" y="2334"/>
                  </a:lnTo>
                  <a:lnTo>
                    <a:pt x="19356" y="2162"/>
                  </a:lnTo>
                  <a:lnTo>
                    <a:pt x="22767" y="4381"/>
                  </a:lnTo>
                  <a:lnTo>
                    <a:pt x="23339" y="6315"/>
                  </a:lnTo>
                  <a:lnTo>
                    <a:pt x="23303" y="8397"/>
                  </a:lnTo>
                  <a:lnTo>
                    <a:pt x="23449" y="9909"/>
                  </a:lnTo>
                  <a:lnTo>
                    <a:pt x="23190" y="11427"/>
                  </a:lnTo>
                  <a:lnTo>
                    <a:pt x="22904" y="16009"/>
                  </a:lnTo>
                  <a:lnTo>
                    <a:pt x="22990" y="20219"/>
                  </a:lnTo>
                  <a:lnTo>
                    <a:pt x="24008" y="23333"/>
                  </a:lnTo>
                  <a:lnTo>
                    <a:pt x="24924" y="25780"/>
                  </a:lnTo>
                  <a:lnTo>
                    <a:pt x="25650" y="29208"/>
                  </a:lnTo>
                  <a:lnTo>
                    <a:pt x="26184" y="30263"/>
                  </a:lnTo>
                  <a:lnTo>
                    <a:pt x="26924" y="30807"/>
                  </a:lnTo>
                  <a:lnTo>
                    <a:pt x="29268" y="30954"/>
                  </a:lnTo>
                  <a:lnTo>
                    <a:pt x="32737" y="31175"/>
                  </a:lnTo>
                  <a:lnTo>
                    <a:pt x="36077" y="31385"/>
                  </a:lnTo>
                  <a:lnTo>
                    <a:pt x="36380" y="31468"/>
                  </a:lnTo>
                  <a:lnTo>
                    <a:pt x="37088" y="31936"/>
                  </a:lnTo>
                  <a:lnTo>
                    <a:pt x="40161" y="36574"/>
                  </a:lnTo>
                  <a:lnTo>
                    <a:pt x="42973" y="40820"/>
                  </a:lnTo>
                  <a:lnTo>
                    <a:pt x="45354" y="44511"/>
                  </a:lnTo>
                  <a:lnTo>
                    <a:pt x="47667" y="48095"/>
                  </a:lnTo>
                  <a:lnTo>
                    <a:pt x="49913" y="51579"/>
                  </a:lnTo>
                  <a:lnTo>
                    <a:pt x="51656" y="54472"/>
                  </a:lnTo>
                  <a:lnTo>
                    <a:pt x="53373" y="55353"/>
                  </a:lnTo>
                  <a:lnTo>
                    <a:pt x="56165" y="55772"/>
                  </a:lnTo>
                  <a:lnTo>
                    <a:pt x="58095" y="55912"/>
                  </a:lnTo>
                  <a:lnTo>
                    <a:pt x="59881" y="57127"/>
                  </a:lnTo>
                  <a:lnTo>
                    <a:pt x="62535" y="58261"/>
                  </a:lnTo>
                  <a:lnTo>
                    <a:pt x="64516" y="58844"/>
                  </a:lnTo>
                  <a:lnTo>
                    <a:pt x="65715" y="59497"/>
                  </a:lnTo>
                  <a:lnTo>
                    <a:pt x="69034" y="60167"/>
                  </a:lnTo>
                  <a:lnTo>
                    <a:pt x="69582" y="59780"/>
                  </a:lnTo>
                  <a:lnTo>
                    <a:pt x="71046" y="56570"/>
                  </a:lnTo>
                  <a:lnTo>
                    <a:pt x="72685" y="51357"/>
                  </a:lnTo>
                  <a:lnTo>
                    <a:pt x="73325" y="48484"/>
                  </a:lnTo>
                  <a:lnTo>
                    <a:pt x="75447" y="45633"/>
                  </a:lnTo>
                  <a:lnTo>
                    <a:pt x="79172" y="41651"/>
                  </a:lnTo>
                  <a:lnTo>
                    <a:pt x="81797" y="38846"/>
                  </a:lnTo>
                  <a:lnTo>
                    <a:pt x="84715" y="36027"/>
                  </a:lnTo>
                  <a:lnTo>
                    <a:pt x="86041" y="38471"/>
                  </a:lnTo>
                  <a:lnTo>
                    <a:pt x="87869" y="42397"/>
                  </a:lnTo>
                  <a:lnTo>
                    <a:pt x="88688" y="44333"/>
                  </a:lnTo>
                  <a:lnTo>
                    <a:pt x="89345" y="45189"/>
                  </a:lnTo>
                  <a:lnTo>
                    <a:pt x="90338" y="45763"/>
                  </a:lnTo>
                  <a:lnTo>
                    <a:pt x="91548" y="45777"/>
                  </a:lnTo>
                  <a:lnTo>
                    <a:pt x="92208" y="45685"/>
                  </a:lnTo>
                  <a:lnTo>
                    <a:pt x="93559" y="45180"/>
                  </a:lnTo>
                  <a:lnTo>
                    <a:pt x="96715" y="44714"/>
                  </a:lnTo>
                  <a:close/>
                </a:path>
              </a:pathLst>
            </a:custGeom>
            <a:solidFill>
              <a:srgbClr val="BFDBB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8" name="pg907"/>
            <p:cNvSpPr/>
            <p:nvPr/>
          </p:nvSpPr>
          <p:spPr>
            <a:xfrm>
              <a:off x="4218295" y="2356358"/>
              <a:ext cx="135948" cy="119167"/>
            </a:xfrm>
            <a:custGeom>
              <a:avLst/>
              <a:pathLst>
                <a:path w="135948" h="119167">
                  <a:moveTo>
                    <a:pt x="135494" y="31036"/>
                  </a:moveTo>
                  <a:lnTo>
                    <a:pt x="135739" y="32815"/>
                  </a:lnTo>
                  <a:lnTo>
                    <a:pt x="135948" y="34884"/>
                  </a:lnTo>
                  <a:lnTo>
                    <a:pt x="135812" y="35367"/>
                  </a:lnTo>
                  <a:lnTo>
                    <a:pt x="135578" y="35694"/>
                  </a:lnTo>
                  <a:lnTo>
                    <a:pt x="131796" y="36209"/>
                  </a:lnTo>
                  <a:lnTo>
                    <a:pt x="130941" y="36777"/>
                  </a:lnTo>
                  <a:lnTo>
                    <a:pt x="130024" y="39640"/>
                  </a:lnTo>
                  <a:lnTo>
                    <a:pt x="126789" y="41941"/>
                  </a:lnTo>
                  <a:lnTo>
                    <a:pt x="124944" y="43121"/>
                  </a:lnTo>
                  <a:lnTo>
                    <a:pt x="124193" y="43069"/>
                  </a:lnTo>
                  <a:lnTo>
                    <a:pt x="122402" y="44951"/>
                  </a:lnTo>
                  <a:lnTo>
                    <a:pt x="117394" y="49651"/>
                  </a:lnTo>
                  <a:lnTo>
                    <a:pt x="114933" y="52621"/>
                  </a:lnTo>
                  <a:lnTo>
                    <a:pt x="113696" y="53863"/>
                  </a:lnTo>
                  <a:lnTo>
                    <a:pt x="112703" y="55219"/>
                  </a:lnTo>
                  <a:lnTo>
                    <a:pt x="112535" y="56591"/>
                  </a:lnTo>
                  <a:lnTo>
                    <a:pt x="112504" y="57884"/>
                  </a:lnTo>
                  <a:lnTo>
                    <a:pt x="109754" y="63966"/>
                  </a:lnTo>
                  <a:lnTo>
                    <a:pt x="107693" y="64703"/>
                  </a:lnTo>
                  <a:lnTo>
                    <a:pt x="105951" y="64557"/>
                  </a:lnTo>
                  <a:lnTo>
                    <a:pt x="104767" y="65482"/>
                  </a:lnTo>
                  <a:lnTo>
                    <a:pt x="103069" y="66414"/>
                  </a:lnTo>
                  <a:lnTo>
                    <a:pt x="99395" y="65776"/>
                  </a:lnTo>
                  <a:lnTo>
                    <a:pt x="98137" y="65883"/>
                  </a:lnTo>
                  <a:lnTo>
                    <a:pt x="95726" y="65043"/>
                  </a:lnTo>
                  <a:lnTo>
                    <a:pt x="94752" y="65486"/>
                  </a:lnTo>
                  <a:lnTo>
                    <a:pt x="93719" y="66723"/>
                  </a:lnTo>
                  <a:lnTo>
                    <a:pt x="92293" y="71575"/>
                  </a:lnTo>
                  <a:lnTo>
                    <a:pt x="91709" y="72712"/>
                  </a:lnTo>
                  <a:lnTo>
                    <a:pt x="91447" y="73817"/>
                  </a:lnTo>
                  <a:lnTo>
                    <a:pt x="91229" y="76178"/>
                  </a:lnTo>
                  <a:lnTo>
                    <a:pt x="90683" y="78674"/>
                  </a:lnTo>
                  <a:lnTo>
                    <a:pt x="89979" y="80643"/>
                  </a:lnTo>
                  <a:lnTo>
                    <a:pt x="89476" y="82467"/>
                  </a:lnTo>
                  <a:lnTo>
                    <a:pt x="88442" y="84232"/>
                  </a:lnTo>
                  <a:lnTo>
                    <a:pt x="87482" y="85341"/>
                  </a:lnTo>
                  <a:lnTo>
                    <a:pt x="86739" y="83021"/>
                  </a:lnTo>
                  <a:lnTo>
                    <a:pt x="86094" y="83682"/>
                  </a:lnTo>
                  <a:lnTo>
                    <a:pt x="85484" y="84625"/>
                  </a:lnTo>
                  <a:lnTo>
                    <a:pt x="84320" y="84298"/>
                  </a:lnTo>
                  <a:lnTo>
                    <a:pt x="83604" y="84774"/>
                  </a:lnTo>
                  <a:lnTo>
                    <a:pt x="81971" y="86790"/>
                  </a:lnTo>
                  <a:lnTo>
                    <a:pt x="79567" y="86713"/>
                  </a:lnTo>
                  <a:lnTo>
                    <a:pt x="79306" y="86021"/>
                  </a:lnTo>
                  <a:lnTo>
                    <a:pt x="78830" y="80485"/>
                  </a:lnTo>
                  <a:lnTo>
                    <a:pt x="78412" y="77863"/>
                  </a:lnTo>
                  <a:lnTo>
                    <a:pt x="78067" y="77276"/>
                  </a:lnTo>
                  <a:lnTo>
                    <a:pt x="77638" y="77206"/>
                  </a:lnTo>
                  <a:lnTo>
                    <a:pt x="74185" y="81558"/>
                  </a:lnTo>
                  <a:lnTo>
                    <a:pt x="72585" y="82331"/>
                  </a:lnTo>
                  <a:lnTo>
                    <a:pt x="71267" y="82467"/>
                  </a:lnTo>
                  <a:lnTo>
                    <a:pt x="69553" y="81167"/>
                  </a:lnTo>
                  <a:lnTo>
                    <a:pt x="69177" y="81489"/>
                  </a:lnTo>
                  <a:lnTo>
                    <a:pt x="68881" y="82193"/>
                  </a:lnTo>
                  <a:lnTo>
                    <a:pt x="68759" y="83087"/>
                  </a:lnTo>
                  <a:lnTo>
                    <a:pt x="69259" y="85556"/>
                  </a:lnTo>
                  <a:lnTo>
                    <a:pt x="69119" y="86042"/>
                  </a:lnTo>
                  <a:lnTo>
                    <a:pt x="68346" y="86002"/>
                  </a:lnTo>
                  <a:lnTo>
                    <a:pt x="67261" y="86572"/>
                  </a:lnTo>
                  <a:lnTo>
                    <a:pt x="66437" y="87707"/>
                  </a:lnTo>
                  <a:lnTo>
                    <a:pt x="63954" y="91695"/>
                  </a:lnTo>
                  <a:lnTo>
                    <a:pt x="61866" y="93030"/>
                  </a:lnTo>
                  <a:lnTo>
                    <a:pt x="59922" y="93554"/>
                  </a:lnTo>
                  <a:lnTo>
                    <a:pt x="59125" y="93995"/>
                  </a:lnTo>
                  <a:lnTo>
                    <a:pt x="58768" y="94476"/>
                  </a:lnTo>
                  <a:lnTo>
                    <a:pt x="58116" y="96376"/>
                  </a:lnTo>
                  <a:lnTo>
                    <a:pt x="57447" y="99357"/>
                  </a:lnTo>
                  <a:lnTo>
                    <a:pt x="57098" y="100812"/>
                  </a:lnTo>
                  <a:lnTo>
                    <a:pt x="56840" y="101655"/>
                  </a:lnTo>
                  <a:lnTo>
                    <a:pt x="56894" y="102757"/>
                  </a:lnTo>
                  <a:lnTo>
                    <a:pt x="57422" y="104184"/>
                  </a:lnTo>
                  <a:lnTo>
                    <a:pt x="57818" y="107377"/>
                  </a:lnTo>
                  <a:lnTo>
                    <a:pt x="57725" y="108204"/>
                  </a:lnTo>
                  <a:lnTo>
                    <a:pt x="57301" y="109540"/>
                  </a:lnTo>
                  <a:lnTo>
                    <a:pt x="56687" y="110850"/>
                  </a:lnTo>
                  <a:lnTo>
                    <a:pt x="55364" y="111640"/>
                  </a:lnTo>
                  <a:lnTo>
                    <a:pt x="54326" y="112035"/>
                  </a:lnTo>
                  <a:lnTo>
                    <a:pt x="53634" y="111776"/>
                  </a:lnTo>
                  <a:lnTo>
                    <a:pt x="52336" y="111689"/>
                  </a:lnTo>
                  <a:lnTo>
                    <a:pt x="51312" y="112217"/>
                  </a:lnTo>
                  <a:lnTo>
                    <a:pt x="50679" y="113114"/>
                  </a:lnTo>
                  <a:lnTo>
                    <a:pt x="49431" y="114231"/>
                  </a:lnTo>
                  <a:lnTo>
                    <a:pt x="47880" y="114604"/>
                  </a:lnTo>
                  <a:lnTo>
                    <a:pt x="45907" y="114747"/>
                  </a:lnTo>
                  <a:lnTo>
                    <a:pt x="44958" y="114649"/>
                  </a:lnTo>
                  <a:lnTo>
                    <a:pt x="42089" y="113893"/>
                  </a:lnTo>
                  <a:lnTo>
                    <a:pt x="41144" y="114153"/>
                  </a:lnTo>
                  <a:lnTo>
                    <a:pt x="40241" y="114739"/>
                  </a:lnTo>
                  <a:lnTo>
                    <a:pt x="38606" y="115345"/>
                  </a:lnTo>
                  <a:lnTo>
                    <a:pt x="37736" y="117210"/>
                  </a:lnTo>
                  <a:lnTo>
                    <a:pt x="37274" y="118926"/>
                  </a:lnTo>
                  <a:lnTo>
                    <a:pt x="37030" y="119167"/>
                  </a:lnTo>
                  <a:lnTo>
                    <a:pt x="36010" y="117594"/>
                  </a:lnTo>
                  <a:lnTo>
                    <a:pt x="35231" y="116119"/>
                  </a:lnTo>
                  <a:lnTo>
                    <a:pt x="34720" y="114893"/>
                  </a:lnTo>
                  <a:lnTo>
                    <a:pt x="34081" y="114929"/>
                  </a:lnTo>
                  <a:lnTo>
                    <a:pt x="31797" y="117155"/>
                  </a:lnTo>
                  <a:lnTo>
                    <a:pt x="31460" y="117085"/>
                  </a:lnTo>
                  <a:lnTo>
                    <a:pt x="30807" y="116239"/>
                  </a:lnTo>
                  <a:lnTo>
                    <a:pt x="30926" y="114137"/>
                  </a:lnTo>
                  <a:lnTo>
                    <a:pt x="30888" y="112800"/>
                  </a:lnTo>
                  <a:lnTo>
                    <a:pt x="30153" y="112088"/>
                  </a:lnTo>
                  <a:lnTo>
                    <a:pt x="28593" y="111911"/>
                  </a:lnTo>
                  <a:lnTo>
                    <a:pt x="28063" y="111150"/>
                  </a:lnTo>
                  <a:lnTo>
                    <a:pt x="28094" y="110019"/>
                  </a:lnTo>
                  <a:lnTo>
                    <a:pt x="28236" y="108933"/>
                  </a:lnTo>
                  <a:lnTo>
                    <a:pt x="28059" y="108096"/>
                  </a:lnTo>
                  <a:lnTo>
                    <a:pt x="27656" y="107461"/>
                  </a:lnTo>
                  <a:lnTo>
                    <a:pt x="26841" y="107633"/>
                  </a:lnTo>
                  <a:lnTo>
                    <a:pt x="25906" y="108494"/>
                  </a:lnTo>
                  <a:lnTo>
                    <a:pt x="25219" y="109481"/>
                  </a:lnTo>
                  <a:lnTo>
                    <a:pt x="24354" y="109938"/>
                  </a:lnTo>
                  <a:lnTo>
                    <a:pt x="23309" y="110123"/>
                  </a:lnTo>
                  <a:lnTo>
                    <a:pt x="22655" y="110719"/>
                  </a:lnTo>
                  <a:lnTo>
                    <a:pt x="21912" y="113128"/>
                  </a:lnTo>
                  <a:lnTo>
                    <a:pt x="19376" y="113635"/>
                  </a:lnTo>
                  <a:lnTo>
                    <a:pt x="18559" y="113087"/>
                  </a:lnTo>
                  <a:lnTo>
                    <a:pt x="17886" y="111373"/>
                  </a:lnTo>
                  <a:lnTo>
                    <a:pt x="17013" y="108621"/>
                  </a:lnTo>
                  <a:lnTo>
                    <a:pt x="16521" y="108282"/>
                  </a:lnTo>
                  <a:lnTo>
                    <a:pt x="15697" y="107943"/>
                  </a:lnTo>
                  <a:lnTo>
                    <a:pt x="14351" y="108104"/>
                  </a:lnTo>
                  <a:lnTo>
                    <a:pt x="12533" y="109264"/>
                  </a:lnTo>
                  <a:lnTo>
                    <a:pt x="12095" y="108308"/>
                  </a:lnTo>
                  <a:lnTo>
                    <a:pt x="11624" y="108037"/>
                  </a:lnTo>
                  <a:lnTo>
                    <a:pt x="11201" y="108823"/>
                  </a:lnTo>
                  <a:lnTo>
                    <a:pt x="10767" y="108734"/>
                  </a:lnTo>
                  <a:lnTo>
                    <a:pt x="8969" y="108956"/>
                  </a:lnTo>
                  <a:lnTo>
                    <a:pt x="6700" y="108848"/>
                  </a:lnTo>
                  <a:lnTo>
                    <a:pt x="5403" y="108311"/>
                  </a:lnTo>
                  <a:lnTo>
                    <a:pt x="4562" y="108344"/>
                  </a:lnTo>
                  <a:lnTo>
                    <a:pt x="2889" y="109576"/>
                  </a:lnTo>
                  <a:lnTo>
                    <a:pt x="2003" y="109565"/>
                  </a:lnTo>
                  <a:lnTo>
                    <a:pt x="845" y="109791"/>
                  </a:lnTo>
                  <a:lnTo>
                    <a:pt x="631" y="105623"/>
                  </a:lnTo>
                  <a:lnTo>
                    <a:pt x="0" y="102809"/>
                  </a:lnTo>
                  <a:lnTo>
                    <a:pt x="192" y="100859"/>
                  </a:lnTo>
                  <a:lnTo>
                    <a:pt x="613" y="98179"/>
                  </a:lnTo>
                  <a:lnTo>
                    <a:pt x="964" y="96679"/>
                  </a:lnTo>
                  <a:lnTo>
                    <a:pt x="1682" y="97314"/>
                  </a:lnTo>
                  <a:lnTo>
                    <a:pt x="2502" y="98416"/>
                  </a:lnTo>
                  <a:lnTo>
                    <a:pt x="3049" y="98122"/>
                  </a:lnTo>
                  <a:lnTo>
                    <a:pt x="3193" y="97214"/>
                  </a:lnTo>
                  <a:lnTo>
                    <a:pt x="2984" y="96027"/>
                  </a:lnTo>
                  <a:lnTo>
                    <a:pt x="2957" y="95136"/>
                  </a:lnTo>
                  <a:lnTo>
                    <a:pt x="3264" y="93966"/>
                  </a:lnTo>
                  <a:lnTo>
                    <a:pt x="3716" y="92874"/>
                  </a:lnTo>
                  <a:lnTo>
                    <a:pt x="6615" y="91081"/>
                  </a:lnTo>
                  <a:lnTo>
                    <a:pt x="9103" y="89773"/>
                  </a:lnTo>
                  <a:lnTo>
                    <a:pt x="10394" y="90645"/>
                  </a:lnTo>
                  <a:lnTo>
                    <a:pt x="12898" y="92652"/>
                  </a:lnTo>
                  <a:lnTo>
                    <a:pt x="14188" y="93685"/>
                  </a:lnTo>
                  <a:lnTo>
                    <a:pt x="15082" y="94295"/>
                  </a:lnTo>
                  <a:lnTo>
                    <a:pt x="15869" y="97230"/>
                  </a:lnTo>
                  <a:lnTo>
                    <a:pt x="16384" y="97094"/>
                  </a:lnTo>
                  <a:lnTo>
                    <a:pt x="16906" y="96503"/>
                  </a:lnTo>
                  <a:lnTo>
                    <a:pt x="17214" y="95780"/>
                  </a:lnTo>
                  <a:lnTo>
                    <a:pt x="17463" y="93284"/>
                  </a:lnTo>
                  <a:lnTo>
                    <a:pt x="18626" y="91874"/>
                  </a:lnTo>
                  <a:lnTo>
                    <a:pt x="21190" y="90206"/>
                  </a:lnTo>
                  <a:lnTo>
                    <a:pt x="21370" y="89230"/>
                  </a:lnTo>
                  <a:lnTo>
                    <a:pt x="21334" y="88691"/>
                  </a:lnTo>
                  <a:lnTo>
                    <a:pt x="21736" y="88218"/>
                  </a:lnTo>
                  <a:lnTo>
                    <a:pt x="23019" y="87735"/>
                  </a:lnTo>
                  <a:lnTo>
                    <a:pt x="25612" y="87272"/>
                  </a:lnTo>
                  <a:lnTo>
                    <a:pt x="26494" y="87618"/>
                  </a:lnTo>
                  <a:lnTo>
                    <a:pt x="27497" y="88599"/>
                  </a:lnTo>
                  <a:lnTo>
                    <a:pt x="28274" y="89574"/>
                  </a:lnTo>
                  <a:lnTo>
                    <a:pt x="29015" y="89537"/>
                  </a:lnTo>
                  <a:lnTo>
                    <a:pt x="29625" y="89333"/>
                  </a:lnTo>
                  <a:lnTo>
                    <a:pt x="29884" y="89603"/>
                  </a:lnTo>
                  <a:lnTo>
                    <a:pt x="30080" y="90472"/>
                  </a:lnTo>
                  <a:lnTo>
                    <a:pt x="30397" y="91248"/>
                  </a:lnTo>
                  <a:lnTo>
                    <a:pt x="31387" y="90193"/>
                  </a:lnTo>
                  <a:lnTo>
                    <a:pt x="32284" y="88826"/>
                  </a:lnTo>
                  <a:lnTo>
                    <a:pt x="32992" y="88629"/>
                  </a:lnTo>
                  <a:lnTo>
                    <a:pt x="33645" y="88108"/>
                  </a:lnTo>
                  <a:lnTo>
                    <a:pt x="33835" y="87195"/>
                  </a:lnTo>
                  <a:lnTo>
                    <a:pt x="34347" y="85682"/>
                  </a:lnTo>
                  <a:lnTo>
                    <a:pt x="35811" y="82789"/>
                  </a:lnTo>
                  <a:lnTo>
                    <a:pt x="36572" y="82321"/>
                  </a:lnTo>
                  <a:lnTo>
                    <a:pt x="37065" y="82323"/>
                  </a:lnTo>
                  <a:lnTo>
                    <a:pt x="37088" y="82789"/>
                  </a:lnTo>
                  <a:lnTo>
                    <a:pt x="37326" y="83214"/>
                  </a:lnTo>
                  <a:lnTo>
                    <a:pt x="38606" y="83881"/>
                  </a:lnTo>
                  <a:lnTo>
                    <a:pt x="38995" y="83121"/>
                  </a:lnTo>
                  <a:lnTo>
                    <a:pt x="39201" y="82066"/>
                  </a:lnTo>
                  <a:lnTo>
                    <a:pt x="38754" y="80392"/>
                  </a:lnTo>
                  <a:lnTo>
                    <a:pt x="38746" y="79691"/>
                  </a:lnTo>
                  <a:lnTo>
                    <a:pt x="38913" y="79050"/>
                  </a:lnTo>
                  <a:lnTo>
                    <a:pt x="39153" y="78668"/>
                  </a:lnTo>
                  <a:lnTo>
                    <a:pt x="41194" y="80255"/>
                  </a:lnTo>
                  <a:lnTo>
                    <a:pt x="41646" y="80223"/>
                  </a:lnTo>
                  <a:lnTo>
                    <a:pt x="42578" y="79332"/>
                  </a:lnTo>
                  <a:lnTo>
                    <a:pt x="43432" y="77763"/>
                  </a:lnTo>
                  <a:lnTo>
                    <a:pt x="43741" y="76531"/>
                  </a:lnTo>
                  <a:lnTo>
                    <a:pt x="47925" y="72523"/>
                  </a:lnTo>
                  <a:lnTo>
                    <a:pt x="48221" y="71796"/>
                  </a:lnTo>
                  <a:lnTo>
                    <a:pt x="48162" y="71268"/>
                  </a:lnTo>
                  <a:lnTo>
                    <a:pt x="46409" y="70334"/>
                  </a:lnTo>
                  <a:lnTo>
                    <a:pt x="45618" y="70857"/>
                  </a:lnTo>
                  <a:lnTo>
                    <a:pt x="44886" y="70859"/>
                  </a:lnTo>
                  <a:lnTo>
                    <a:pt x="44446" y="70274"/>
                  </a:lnTo>
                  <a:lnTo>
                    <a:pt x="42315" y="70044"/>
                  </a:lnTo>
                  <a:lnTo>
                    <a:pt x="41848" y="69634"/>
                  </a:lnTo>
                  <a:lnTo>
                    <a:pt x="40435" y="66742"/>
                  </a:lnTo>
                  <a:lnTo>
                    <a:pt x="39465" y="65641"/>
                  </a:lnTo>
                  <a:lnTo>
                    <a:pt x="38684" y="64916"/>
                  </a:lnTo>
                  <a:lnTo>
                    <a:pt x="37831" y="65020"/>
                  </a:lnTo>
                  <a:lnTo>
                    <a:pt x="36821" y="65779"/>
                  </a:lnTo>
                  <a:lnTo>
                    <a:pt x="36503" y="65434"/>
                  </a:lnTo>
                  <a:lnTo>
                    <a:pt x="36421" y="64225"/>
                  </a:lnTo>
                  <a:lnTo>
                    <a:pt x="36425" y="62700"/>
                  </a:lnTo>
                  <a:lnTo>
                    <a:pt x="36219" y="61067"/>
                  </a:lnTo>
                  <a:lnTo>
                    <a:pt x="35616" y="60688"/>
                  </a:lnTo>
                  <a:lnTo>
                    <a:pt x="34839" y="61332"/>
                  </a:lnTo>
                  <a:lnTo>
                    <a:pt x="33680" y="60673"/>
                  </a:lnTo>
                  <a:lnTo>
                    <a:pt x="32694" y="60438"/>
                  </a:lnTo>
                  <a:lnTo>
                    <a:pt x="32440" y="57000"/>
                  </a:lnTo>
                  <a:lnTo>
                    <a:pt x="32042" y="55532"/>
                  </a:lnTo>
                  <a:lnTo>
                    <a:pt x="31631" y="53993"/>
                  </a:lnTo>
                  <a:lnTo>
                    <a:pt x="31202" y="53553"/>
                  </a:lnTo>
                  <a:lnTo>
                    <a:pt x="30498" y="52785"/>
                  </a:lnTo>
                  <a:lnTo>
                    <a:pt x="30456" y="50966"/>
                  </a:lnTo>
                  <a:lnTo>
                    <a:pt x="30307" y="50451"/>
                  </a:lnTo>
                  <a:lnTo>
                    <a:pt x="30057" y="50208"/>
                  </a:lnTo>
                  <a:lnTo>
                    <a:pt x="29719" y="50416"/>
                  </a:lnTo>
                  <a:lnTo>
                    <a:pt x="29284" y="51329"/>
                  </a:lnTo>
                  <a:lnTo>
                    <a:pt x="29498" y="53334"/>
                  </a:lnTo>
                  <a:lnTo>
                    <a:pt x="29333" y="55343"/>
                  </a:lnTo>
                  <a:lnTo>
                    <a:pt x="29078" y="56353"/>
                  </a:lnTo>
                  <a:lnTo>
                    <a:pt x="28585" y="57098"/>
                  </a:lnTo>
                  <a:lnTo>
                    <a:pt x="28022" y="57115"/>
                  </a:lnTo>
                  <a:lnTo>
                    <a:pt x="27046" y="56098"/>
                  </a:lnTo>
                  <a:lnTo>
                    <a:pt x="26892" y="62181"/>
                  </a:lnTo>
                  <a:lnTo>
                    <a:pt x="26702" y="62555"/>
                  </a:lnTo>
                  <a:lnTo>
                    <a:pt x="25540" y="61695"/>
                  </a:lnTo>
                  <a:lnTo>
                    <a:pt x="24609" y="62065"/>
                  </a:lnTo>
                  <a:lnTo>
                    <a:pt x="23219" y="61690"/>
                  </a:lnTo>
                  <a:lnTo>
                    <a:pt x="22173" y="60688"/>
                  </a:lnTo>
                  <a:lnTo>
                    <a:pt x="21391" y="60409"/>
                  </a:lnTo>
                  <a:lnTo>
                    <a:pt x="20130" y="59555"/>
                  </a:lnTo>
                  <a:lnTo>
                    <a:pt x="19167" y="58444"/>
                  </a:lnTo>
                  <a:lnTo>
                    <a:pt x="18574" y="54365"/>
                  </a:lnTo>
                  <a:lnTo>
                    <a:pt x="18013" y="52909"/>
                  </a:lnTo>
                  <a:lnTo>
                    <a:pt x="17482" y="52598"/>
                  </a:lnTo>
                  <a:lnTo>
                    <a:pt x="15329" y="54007"/>
                  </a:lnTo>
                  <a:lnTo>
                    <a:pt x="14544" y="52917"/>
                  </a:lnTo>
                  <a:lnTo>
                    <a:pt x="13091" y="51520"/>
                  </a:lnTo>
                  <a:lnTo>
                    <a:pt x="11991" y="50999"/>
                  </a:lnTo>
                  <a:lnTo>
                    <a:pt x="11696" y="50244"/>
                  </a:lnTo>
                  <a:lnTo>
                    <a:pt x="11745" y="49315"/>
                  </a:lnTo>
                  <a:lnTo>
                    <a:pt x="15127" y="44776"/>
                  </a:lnTo>
                  <a:lnTo>
                    <a:pt x="16458" y="41651"/>
                  </a:lnTo>
                  <a:lnTo>
                    <a:pt x="17297" y="40331"/>
                  </a:lnTo>
                  <a:lnTo>
                    <a:pt x="18492" y="39452"/>
                  </a:lnTo>
                  <a:lnTo>
                    <a:pt x="19425" y="38937"/>
                  </a:lnTo>
                  <a:lnTo>
                    <a:pt x="19901" y="36072"/>
                  </a:lnTo>
                  <a:lnTo>
                    <a:pt x="20083" y="35741"/>
                  </a:lnTo>
                  <a:lnTo>
                    <a:pt x="20746" y="35529"/>
                  </a:lnTo>
                  <a:lnTo>
                    <a:pt x="22250" y="34353"/>
                  </a:lnTo>
                  <a:lnTo>
                    <a:pt x="24672" y="31838"/>
                  </a:lnTo>
                  <a:lnTo>
                    <a:pt x="24719" y="31147"/>
                  </a:lnTo>
                  <a:lnTo>
                    <a:pt x="24477" y="30551"/>
                  </a:lnTo>
                  <a:lnTo>
                    <a:pt x="23456" y="29264"/>
                  </a:lnTo>
                  <a:lnTo>
                    <a:pt x="22297" y="28240"/>
                  </a:lnTo>
                  <a:lnTo>
                    <a:pt x="21593" y="28775"/>
                  </a:lnTo>
                  <a:lnTo>
                    <a:pt x="21195" y="29303"/>
                  </a:lnTo>
                  <a:lnTo>
                    <a:pt x="20530" y="27973"/>
                  </a:lnTo>
                  <a:lnTo>
                    <a:pt x="20530" y="26605"/>
                  </a:lnTo>
                  <a:lnTo>
                    <a:pt x="21264" y="24259"/>
                  </a:lnTo>
                  <a:lnTo>
                    <a:pt x="21876" y="23086"/>
                  </a:lnTo>
                  <a:lnTo>
                    <a:pt x="22133" y="20829"/>
                  </a:lnTo>
                  <a:lnTo>
                    <a:pt x="23006" y="19320"/>
                  </a:lnTo>
                  <a:lnTo>
                    <a:pt x="23918" y="16929"/>
                  </a:lnTo>
                  <a:lnTo>
                    <a:pt x="25019" y="14976"/>
                  </a:lnTo>
                  <a:lnTo>
                    <a:pt x="27060" y="13510"/>
                  </a:lnTo>
                  <a:lnTo>
                    <a:pt x="28198" y="13989"/>
                  </a:lnTo>
                  <a:lnTo>
                    <a:pt x="29266" y="13643"/>
                  </a:lnTo>
                  <a:lnTo>
                    <a:pt x="30919" y="12454"/>
                  </a:lnTo>
                  <a:lnTo>
                    <a:pt x="31237" y="12377"/>
                  </a:lnTo>
                  <a:lnTo>
                    <a:pt x="31931" y="12357"/>
                  </a:lnTo>
                  <a:lnTo>
                    <a:pt x="36189" y="14174"/>
                  </a:lnTo>
                  <a:lnTo>
                    <a:pt x="37595" y="14263"/>
                  </a:lnTo>
                  <a:lnTo>
                    <a:pt x="40894" y="16625"/>
                  </a:lnTo>
                  <a:lnTo>
                    <a:pt x="42412" y="17137"/>
                  </a:lnTo>
                  <a:lnTo>
                    <a:pt x="43483" y="17802"/>
                  </a:lnTo>
                  <a:lnTo>
                    <a:pt x="43970" y="18820"/>
                  </a:lnTo>
                  <a:lnTo>
                    <a:pt x="44743" y="20071"/>
                  </a:lnTo>
                  <a:lnTo>
                    <a:pt x="48886" y="21083"/>
                  </a:lnTo>
                  <a:lnTo>
                    <a:pt x="50023" y="21756"/>
                  </a:lnTo>
                  <a:lnTo>
                    <a:pt x="50431" y="22852"/>
                  </a:lnTo>
                  <a:lnTo>
                    <a:pt x="51611" y="24248"/>
                  </a:lnTo>
                  <a:lnTo>
                    <a:pt x="52615" y="24565"/>
                  </a:lnTo>
                  <a:lnTo>
                    <a:pt x="51738" y="19114"/>
                  </a:lnTo>
                  <a:lnTo>
                    <a:pt x="52087" y="15878"/>
                  </a:lnTo>
                  <a:lnTo>
                    <a:pt x="53396" y="7020"/>
                  </a:lnTo>
                  <a:lnTo>
                    <a:pt x="54084" y="5687"/>
                  </a:lnTo>
                  <a:lnTo>
                    <a:pt x="55398" y="4505"/>
                  </a:lnTo>
                  <a:lnTo>
                    <a:pt x="57465" y="3185"/>
                  </a:lnTo>
                  <a:lnTo>
                    <a:pt x="58245" y="1340"/>
                  </a:lnTo>
                  <a:lnTo>
                    <a:pt x="59936" y="1529"/>
                  </a:lnTo>
                  <a:lnTo>
                    <a:pt x="60672" y="1367"/>
                  </a:lnTo>
                  <a:lnTo>
                    <a:pt x="61177" y="1037"/>
                  </a:lnTo>
                  <a:lnTo>
                    <a:pt x="61452" y="0"/>
                  </a:lnTo>
                  <a:lnTo>
                    <a:pt x="63362" y="1800"/>
                  </a:lnTo>
                  <a:lnTo>
                    <a:pt x="66550" y="5442"/>
                  </a:lnTo>
                  <a:lnTo>
                    <a:pt x="68960" y="7747"/>
                  </a:lnTo>
                  <a:lnTo>
                    <a:pt x="71799" y="9928"/>
                  </a:lnTo>
                  <a:lnTo>
                    <a:pt x="75730" y="11920"/>
                  </a:lnTo>
                  <a:lnTo>
                    <a:pt x="79055" y="12581"/>
                  </a:lnTo>
                  <a:lnTo>
                    <a:pt x="79624" y="12112"/>
                  </a:lnTo>
                  <a:lnTo>
                    <a:pt x="80954" y="9085"/>
                  </a:lnTo>
                  <a:lnTo>
                    <a:pt x="81581" y="8949"/>
                  </a:lnTo>
                  <a:lnTo>
                    <a:pt x="82715" y="9215"/>
                  </a:lnTo>
                  <a:lnTo>
                    <a:pt x="86243" y="9356"/>
                  </a:lnTo>
                  <a:lnTo>
                    <a:pt x="89834" y="9499"/>
                  </a:lnTo>
                  <a:lnTo>
                    <a:pt x="91529" y="9206"/>
                  </a:lnTo>
                  <a:lnTo>
                    <a:pt x="95200" y="7945"/>
                  </a:lnTo>
                  <a:lnTo>
                    <a:pt x="95744" y="7883"/>
                  </a:lnTo>
                  <a:lnTo>
                    <a:pt x="96598" y="7970"/>
                  </a:lnTo>
                  <a:lnTo>
                    <a:pt x="98798" y="9684"/>
                  </a:lnTo>
                  <a:lnTo>
                    <a:pt x="100439" y="9926"/>
                  </a:lnTo>
                  <a:lnTo>
                    <a:pt x="101558" y="9917"/>
                  </a:lnTo>
                  <a:lnTo>
                    <a:pt x="102211" y="10056"/>
                  </a:lnTo>
                  <a:lnTo>
                    <a:pt x="103572" y="9991"/>
                  </a:lnTo>
                  <a:lnTo>
                    <a:pt x="105783" y="10199"/>
                  </a:lnTo>
                  <a:lnTo>
                    <a:pt x="108516" y="11313"/>
                  </a:lnTo>
                  <a:lnTo>
                    <a:pt x="111810" y="11111"/>
                  </a:lnTo>
                  <a:lnTo>
                    <a:pt x="112870" y="10900"/>
                  </a:lnTo>
                  <a:lnTo>
                    <a:pt x="114700" y="11102"/>
                  </a:lnTo>
                  <a:lnTo>
                    <a:pt x="116156" y="12164"/>
                  </a:lnTo>
                  <a:lnTo>
                    <a:pt x="117998" y="13284"/>
                  </a:lnTo>
                  <a:lnTo>
                    <a:pt x="119153" y="13754"/>
                  </a:lnTo>
                  <a:lnTo>
                    <a:pt x="119928" y="13996"/>
                  </a:lnTo>
                  <a:lnTo>
                    <a:pt x="121309" y="14081"/>
                  </a:lnTo>
                  <a:lnTo>
                    <a:pt x="122134" y="13729"/>
                  </a:lnTo>
                  <a:lnTo>
                    <a:pt x="122605" y="14223"/>
                  </a:lnTo>
                  <a:lnTo>
                    <a:pt x="123076" y="16971"/>
                  </a:lnTo>
                  <a:lnTo>
                    <a:pt x="124217" y="18779"/>
                  </a:lnTo>
                  <a:lnTo>
                    <a:pt x="125109" y="20482"/>
                  </a:lnTo>
                  <a:lnTo>
                    <a:pt x="125855" y="22365"/>
                  </a:lnTo>
                  <a:lnTo>
                    <a:pt x="126619" y="23131"/>
                  </a:lnTo>
                  <a:lnTo>
                    <a:pt x="127955" y="23158"/>
                  </a:lnTo>
                  <a:lnTo>
                    <a:pt x="130485" y="23695"/>
                  </a:lnTo>
                  <a:lnTo>
                    <a:pt x="131937" y="24444"/>
                  </a:lnTo>
                  <a:lnTo>
                    <a:pt x="133790" y="27699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9" name="pg908"/>
            <p:cNvSpPr/>
            <p:nvPr/>
          </p:nvSpPr>
          <p:spPr>
            <a:xfrm>
              <a:off x="4233766" y="2455574"/>
              <a:ext cx="2700" cy="2835"/>
            </a:xfrm>
            <a:custGeom>
              <a:avLst/>
              <a:pathLst>
                <a:path w="2700" h="2835">
                  <a:moveTo>
                    <a:pt x="2700" y="1696"/>
                  </a:moveTo>
                  <a:lnTo>
                    <a:pt x="2658" y="1089"/>
                  </a:lnTo>
                  <a:lnTo>
                    <a:pt x="2237" y="805"/>
                  </a:lnTo>
                  <a:lnTo>
                    <a:pt x="1040" y="476"/>
                  </a:lnTo>
                  <a:lnTo>
                    <a:pt x="184" y="8"/>
                  </a:lnTo>
                  <a:lnTo>
                    <a:pt x="0" y="0"/>
                  </a:lnTo>
                  <a:lnTo>
                    <a:pt x="79" y="581"/>
                  </a:lnTo>
                  <a:lnTo>
                    <a:pt x="442" y="1611"/>
                  </a:lnTo>
                  <a:lnTo>
                    <a:pt x="947" y="2712"/>
                  </a:lnTo>
                  <a:lnTo>
                    <a:pt x="1595" y="2835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0" name="pg909"/>
            <p:cNvSpPr/>
            <p:nvPr/>
          </p:nvSpPr>
          <p:spPr>
            <a:xfrm>
              <a:off x="4248402" y="2452247"/>
              <a:ext cx="1493" cy="2605"/>
            </a:xfrm>
            <a:custGeom>
              <a:avLst/>
              <a:pathLst>
                <a:path w="1493" h="2605">
                  <a:moveTo>
                    <a:pt x="1366" y="1331"/>
                  </a:moveTo>
                  <a:lnTo>
                    <a:pt x="1493" y="0"/>
                  </a:lnTo>
                  <a:lnTo>
                    <a:pt x="1189" y="60"/>
                  </a:lnTo>
                  <a:lnTo>
                    <a:pt x="833" y="424"/>
                  </a:lnTo>
                  <a:lnTo>
                    <a:pt x="151" y="787"/>
                  </a:lnTo>
                  <a:lnTo>
                    <a:pt x="0" y="1454"/>
                  </a:lnTo>
                  <a:lnTo>
                    <a:pt x="455" y="2301"/>
                  </a:lnTo>
                  <a:lnTo>
                    <a:pt x="1036" y="2605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1" name="pg910"/>
            <p:cNvSpPr/>
            <p:nvPr/>
          </p:nvSpPr>
          <p:spPr>
            <a:xfrm>
              <a:off x="4239662" y="2447608"/>
              <a:ext cx="3307" cy="7944"/>
            </a:xfrm>
            <a:custGeom>
              <a:avLst/>
              <a:pathLst>
                <a:path w="3307" h="7944">
                  <a:moveTo>
                    <a:pt x="3029" y="7674"/>
                  </a:moveTo>
                  <a:lnTo>
                    <a:pt x="3146" y="7254"/>
                  </a:lnTo>
                  <a:lnTo>
                    <a:pt x="2698" y="5096"/>
                  </a:lnTo>
                  <a:lnTo>
                    <a:pt x="3307" y="3077"/>
                  </a:lnTo>
                  <a:lnTo>
                    <a:pt x="2093" y="2737"/>
                  </a:lnTo>
                  <a:lnTo>
                    <a:pt x="1477" y="2139"/>
                  </a:lnTo>
                  <a:lnTo>
                    <a:pt x="783" y="92"/>
                  </a:lnTo>
                  <a:lnTo>
                    <a:pt x="553" y="0"/>
                  </a:lnTo>
                  <a:lnTo>
                    <a:pt x="192" y="562"/>
                  </a:lnTo>
                  <a:lnTo>
                    <a:pt x="0" y="1900"/>
                  </a:lnTo>
                  <a:lnTo>
                    <a:pt x="169" y="3351"/>
                  </a:lnTo>
                  <a:lnTo>
                    <a:pt x="663" y="4329"/>
                  </a:lnTo>
                  <a:lnTo>
                    <a:pt x="1038" y="4720"/>
                  </a:lnTo>
                  <a:lnTo>
                    <a:pt x="1024" y="5199"/>
                  </a:lnTo>
                  <a:lnTo>
                    <a:pt x="630" y="7599"/>
                  </a:lnTo>
                  <a:lnTo>
                    <a:pt x="1278" y="7900"/>
                  </a:lnTo>
                  <a:lnTo>
                    <a:pt x="2413" y="7944"/>
                  </a:lnTo>
                  <a:close/>
                </a:path>
              </a:pathLst>
            </a:custGeom>
            <a:solidFill>
              <a:srgbClr val="F6FA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2" name="pg911"/>
            <p:cNvSpPr/>
            <p:nvPr/>
          </p:nvSpPr>
          <p:spPr>
            <a:xfrm>
              <a:off x="4637773" y="3315473"/>
              <a:ext cx="1170" cy="3022"/>
            </a:xfrm>
            <a:custGeom>
              <a:avLst/>
              <a:pathLst>
                <a:path w="1170" h="3022">
                  <a:moveTo>
                    <a:pt x="1170" y="1875"/>
                  </a:moveTo>
                  <a:lnTo>
                    <a:pt x="719" y="3022"/>
                  </a:lnTo>
                  <a:lnTo>
                    <a:pt x="0" y="662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D5E7D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3" name="pg912"/>
            <p:cNvSpPr/>
            <p:nvPr/>
          </p:nvSpPr>
          <p:spPr>
            <a:xfrm>
              <a:off x="4634940" y="3297508"/>
              <a:ext cx="638" cy="3381"/>
            </a:xfrm>
            <a:custGeom>
              <a:avLst/>
              <a:pathLst>
                <a:path w="638" h="3381">
                  <a:moveTo>
                    <a:pt x="638" y="3099"/>
                  </a:moveTo>
                  <a:lnTo>
                    <a:pt x="419" y="3381"/>
                  </a:lnTo>
                  <a:lnTo>
                    <a:pt x="212" y="3373"/>
                  </a:lnTo>
                  <a:lnTo>
                    <a:pt x="0" y="2940"/>
                  </a:lnTo>
                  <a:lnTo>
                    <a:pt x="20" y="1236"/>
                  </a:lnTo>
                  <a:lnTo>
                    <a:pt x="174" y="196"/>
                  </a:lnTo>
                  <a:lnTo>
                    <a:pt x="536" y="0"/>
                  </a:lnTo>
                  <a:close/>
                </a:path>
              </a:pathLst>
            </a:custGeom>
            <a:solidFill>
              <a:srgbClr val="D5E7D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4" name="pg913"/>
            <p:cNvSpPr/>
            <p:nvPr/>
          </p:nvSpPr>
          <p:spPr>
            <a:xfrm>
              <a:off x="4626627" y="3199549"/>
              <a:ext cx="65225" cy="126879"/>
            </a:xfrm>
            <a:custGeom>
              <a:avLst/>
              <a:pathLst>
                <a:path w="65225" h="126879">
                  <a:moveTo>
                    <a:pt x="25995" y="126879"/>
                  </a:moveTo>
                  <a:lnTo>
                    <a:pt x="23972" y="123036"/>
                  </a:lnTo>
                  <a:lnTo>
                    <a:pt x="19958" y="121696"/>
                  </a:lnTo>
                  <a:lnTo>
                    <a:pt x="19521" y="120002"/>
                  </a:lnTo>
                  <a:lnTo>
                    <a:pt x="19136" y="119672"/>
                  </a:lnTo>
                  <a:lnTo>
                    <a:pt x="18766" y="121875"/>
                  </a:lnTo>
                  <a:lnTo>
                    <a:pt x="16562" y="123991"/>
                  </a:lnTo>
                  <a:lnTo>
                    <a:pt x="15639" y="122713"/>
                  </a:lnTo>
                  <a:lnTo>
                    <a:pt x="14962" y="121164"/>
                  </a:lnTo>
                  <a:lnTo>
                    <a:pt x="15063" y="119271"/>
                  </a:lnTo>
                  <a:lnTo>
                    <a:pt x="15700" y="117724"/>
                  </a:lnTo>
                  <a:lnTo>
                    <a:pt x="16796" y="116614"/>
                  </a:lnTo>
                  <a:lnTo>
                    <a:pt x="17302" y="112727"/>
                  </a:lnTo>
                  <a:lnTo>
                    <a:pt x="16468" y="107747"/>
                  </a:lnTo>
                  <a:lnTo>
                    <a:pt x="15736" y="106297"/>
                  </a:lnTo>
                  <a:lnTo>
                    <a:pt x="14964" y="105147"/>
                  </a:lnTo>
                  <a:lnTo>
                    <a:pt x="14153" y="106999"/>
                  </a:lnTo>
                  <a:lnTo>
                    <a:pt x="13470" y="110168"/>
                  </a:lnTo>
                  <a:lnTo>
                    <a:pt x="12758" y="111798"/>
                  </a:lnTo>
                  <a:lnTo>
                    <a:pt x="11752" y="112162"/>
                  </a:lnTo>
                  <a:lnTo>
                    <a:pt x="10280" y="112030"/>
                  </a:lnTo>
                  <a:lnTo>
                    <a:pt x="9707" y="107301"/>
                  </a:lnTo>
                  <a:lnTo>
                    <a:pt x="9518" y="103244"/>
                  </a:lnTo>
                  <a:lnTo>
                    <a:pt x="9720" y="98614"/>
                  </a:lnTo>
                  <a:lnTo>
                    <a:pt x="9942" y="95869"/>
                  </a:lnTo>
                  <a:lnTo>
                    <a:pt x="8524" y="92086"/>
                  </a:lnTo>
                  <a:lnTo>
                    <a:pt x="8446" y="88484"/>
                  </a:lnTo>
                  <a:lnTo>
                    <a:pt x="7760" y="86625"/>
                  </a:lnTo>
                  <a:lnTo>
                    <a:pt x="7559" y="87565"/>
                  </a:lnTo>
                  <a:lnTo>
                    <a:pt x="7578" y="88599"/>
                  </a:lnTo>
                  <a:lnTo>
                    <a:pt x="7383" y="87849"/>
                  </a:lnTo>
                  <a:lnTo>
                    <a:pt x="5144" y="77279"/>
                  </a:lnTo>
                  <a:lnTo>
                    <a:pt x="4769" y="72377"/>
                  </a:lnTo>
                  <a:lnTo>
                    <a:pt x="5154" y="68603"/>
                  </a:lnTo>
                  <a:lnTo>
                    <a:pt x="5379" y="67336"/>
                  </a:lnTo>
                  <a:lnTo>
                    <a:pt x="4733" y="65349"/>
                  </a:lnTo>
                  <a:lnTo>
                    <a:pt x="3824" y="63091"/>
                  </a:lnTo>
                  <a:lnTo>
                    <a:pt x="2219" y="60135"/>
                  </a:lnTo>
                  <a:lnTo>
                    <a:pt x="2110" y="55456"/>
                  </a:lnTo>
                  <a:lnTo>
                    <a:pt x="1752" y="49939"/>
                  </a:lnTo>
                  <a:lnTo>
                    <a:pt x="1270" y="48079"/>
                  </a:lnTo>
                  <a:lnTo>
                    <a:pt x="533" y="44681"/>
                  </a:lnTo>
                  <a:lnTo>
                    <a:pt x="136" y="41866"/>
                  </a:lnTo>
                  <a:lnTo>
                    <a:pt x="0" y="34427"/>
                  </a:lnTo>
                  <a:lnTo>
                    <a:pt x="204" y="33827"/>
                  </a:lnTo>
                  <a:lnTo>
                    <a:pt x="1342" y="33612"/>
                  </a:lnTo>
                  <a:lnTo>
                    <a:pt x="2802" y="33076"/>
                  </a:lnTo>
                  <a:lnTo>
                    <a:pt x="3033" y="31874"/>
                  </a:lnTo>
                  <a:lnTo>
                    <a:pt x="2776" y="30882"/>
                  </a:lnTo>
                  <a:lnTo>
                    <a:pt x="3710" y="29198"/>
                  </a:lnTo>
                  <a:lnTo>
                    <a:pt x="5049" y="25506"/>
                  </a:lnTo>
                  <a:lnTo>
                    <a:pt x="6084" y="21648"/>
                  </a:lnTo>
                  <a:lnTo>
                    <a:pt x="6830" y="19212"/>
                  </a:lnTo>
                  <a:lnTo>
                    <a:pt x="7274" y="16794"/>
                  </a:lnTo>
                  <a:lnTo>
                    <a:pt x="8777" y="13372"/>
                  </a:lnTo>
                  <a:lnTo>
                    <a:pt x="10855" y="11005"/>
                  </a:lnTo>
                  <a:lnTo>
                    <a:pt x="12262" y="10453"/>
                  </a:lnTo>
                  <a:lnTo>
                    <a:pt x="13730" y="9646"/>
                  </a:lnTo>
                  <a:lnTo>
                    <a:pt x="15136" y="8499"/>
                  </a:lnTo>
                  <a:lnTo>
                    <a:pt x="15803" y="8391"/>
                  </a:lnTo>
                  <a:lnTo>
                    <a:pt x="17549" y="9778"/>
                  </a:lnTo>
                  <a:lnTo>
                    <a:pt x="18492" y="10132"/>
                  </a:lnTo>
                  <a:lnTo>
                    <a:pt x="19483" y="10114"/>
                  </a:lnTo>
                  <a:lnTo>
                    <a:pt x="20510" y="10258"/>
                  </a:lnTo>
                  <a:lnTo>
                    <a:pt x="21404" y="10115"/>
                  </a:lnTo>
                  <a:lnTo>
                    <a:pt x="23544" y="9147"/>
                  </a:lnTo>
                  <a:lnTo>
                    <a:pt x="25813" y="9913"/>
                  </a:lnTo>
                  <a:lnTo>
                    <a:pt x="27839" y="9309"/>
                  </a:lnTo>
                  <a:lnTo>
                    <a:pt x="30346" y="8192"/>
                  </a:lnTo>
                  <a:lnTo>
                    <a:pt x="31578" y="8896"/>
                  </a:lnTo>
                  <a:lnTo>
                    <a:pt x="32700" y="10016"/>
                  </a:lnTo>
                  <a:lnTo>
                    <a:pt x="32857" y="12281"/>
                  </a:lnTo>
                  <a:lnTo>
                    <a:pt x="33116" y="13315"/>
                  </a:lnTo>
                  <a:lnTo>
                    <a:pt x="33489" y="14115"/>
                  </a:lnTo>
                  <a:lnTo>
                    <a:pt x="33988" y="14113"/>
                  </a:lnTo>
                  <a:lnTo>
                    <a:pt x="34628" y="12532"/>
                  </a:lnTo>
                  <a:lnTo>
                    <a:pt x="35161" y="10903"/>
                  </a:lnTo>
                  <a:lnTo>
                    <a:pt x="35336" y="10603"/>
                  </a:lnTo>
                  <a:lnTo>
                    <a:pt x="35363" y="11405"/>
                  </a:lnTo>
                  <a:lnTo>
                    <a:pt x="35628" y="13170"/>
                  </a:lnTo>
                  <a:lnTo>
                    <a:pt x="36106" y="14908"/>
                  </a:lnTo>
                  <a:lnTo>
                    <a:pt x="36589" y="16062"/>
                  </a:lnTo>
                  <a:lnTo>
                    <a:pt x="37395" y="17596"/>
                  </a:lnTo>
                  <a:lnTo>
                    <a:pt x="37919" y="17670"/>
                  </a:lnTo>
                  <a:lnTo>
                    <a:pt x="39633" y="16220"/>
                  </a:lnTo>
                  <a:lnTo>
                    <a:pt x="42202" y="18323"/>
                  </a:lnTo>
                  <a:lnTo>
                    <a:pt x="42502" y="19384"/>
                  </a:lnTo>
                  <a:lnTo>
                    <a:pt x="43333" y="21525"/>
                  </a:lnTo>
                  <a:lnTo>
                    <a:pt x="44235" y="23064"/>
                  </a:lnTo>
                  <a:lnTo>
                    <a:pt x="46238" y="23163"/>
                  </a:lnTo>
                  <a:lnTo>
                    <a:pt x="46952" y="19382"/>
                  </a:lnTo>
                  <a:lnTo>
                    <a:pt x="46606" y="17078"/>
                  </a:lnTo>
                  <a:lnTo>
                    <a:pt x="45464" y="13066"/>
                  </a:lnTo>
                  <a:lnTo>
                    <a:pt x="45153" y="10698"/>
                  </a:lnTo>
                  <a:lnTo>
                    <a:pt x="45517" y="10280"/>
                  </a:lnTo>
                  <a:lnTo>
                    <a:pt x="47452" y="9831"/>
                  </a:lnTo>
                  <a:lnTo>
                    <a:pt x="47767" y="9365"/>
                  </a:lnTo>
                  <a:lnTo>
                    <a:pt x="48195" y="6762"/>
                  </a:lnTo>
                  <a:lnTo>
                    <a:pt x="48720" y="7058"/>
                  </a:lnTo>
                  <a:lnTo>
                    <a:pt x="49794" y="7395"/>
                  </a:lnTo>
                  <a:lnTo>
                    <a:pt x="50929" y="5615"/>
                  </a:lnTo>
                  <a:lnTo>
                    <a:pt x="51601" y="3748"/>
                  </a:lnTo>
                  <a:lnTo>
                    <a:pt x="51968" y="4599"/>
                  </a:lnTo>
                  <a:lnTo>
                    <a:pt x="52369" y="5909"/>
                  </a:lnTo>
                  <a:lnTo>
                    <a:pt x="52808" y="6668"/>
                  </a:lnTo>
                  <a:lnTo>
                    <a:pt x="53625" y="7794"/>
                  </a:lnTo>
                  <a:lnTo>
                    <a:pt x="54522" y="9376"/>
                  </a:lnTo>
                  <a:lnTo>
                    <a:pt x="55082" y="10932"/>
                  </a:lnTo>
                  <a:lnTo>
                    <a:pt x="55531" y="11535"/>
                  </a:lnTo>
                  <a:lnTo>
                    <a:pt x="56682" y="11101"/>
                  </a:lnTo>
                  <a:lnTo>
                    <a:pt x="56989" y="11161"/>
                  </a:lnTo>
                  <a:lnTo>
                    <a:pt x="57657" y="9280"/>
                  </a:lnTo>
                  <a:lnTo>
                    <a:pt x="58126" y="8255"/>
                  </a:lnTo>
                  <a:lnTo>
                    <a:pt x="58523" y="8548"/>
                  </a:lnTo>
                  <a:lnTo>
                    <a:pt x="59103" y="8521"/>
                  </a:lnTo>
                  <a:lnTo>
                    <a:pt x="60303" y="6121"/>
                  </a:lnTo>
                  <a:lnTo>
                    <a:pt x="60990" y="3928"/>
                  </a:lnTo>
                  <a:lnTo>
                    <a:pt x="61365" y="3330"/>
                  </a:lnTo>
                  <a:lnTo>
                    <a:pt x="62441" y="4425"/>
                  </a:lnTo>
                  <a:lnTo>
                    <a:pt x="62871" y="4201"/>
                  </a:lnTo>
                  <a:lnTo>
                    <a:pt x="63493" y="1184"/>
                  </a:lnTo>
                  <a:lnTo>
                    <a:pt x="64163" y="0"/>
                  </a:lnTo>
                  <a:lnTo>
                    <a:pt x="64358" y="1628"/>
                  </a:lnTo>
                  <a:lnTo>
                    <a:pt x="63839" y="4707"/>
                  </a:lnTo>
                  <a:lnTo>
                    <a:pt x="63287" y="7501"/>
                  </a:lnTo>
                  <a:lnTo>
                    <a:pt x="62251" y="9939"/>
                  </a:lnTo>
                  <a:lnTo>
                    <a:pt x="62200" y="11737"/>
                  </a:lnTo>
                  <a:lnTo>
                    <a:pt x="61843" y="17093"/>
                  </a:lnTo>
                  <a:lnTo>
                    <a:pt x="61981" y="18798"/>
                  </a:lnTo>
                  <a:lnTo>
                    <a:pt x="62222" y="20258"/>
                  </a:lnTo>
                  <a:lnTo>
                    <a:pt x="62559" y="21040"/>
                  </a:lnTo>
                  <a:lnTo>
                    <a:pt x="63458" y="26282"/>
                  </a:lnTo>
                  <a:lnTo>
                    <a:pt x="64276" y="31052"/>
                  </a:lnTo>
                  <a:lnTo>
                    <a:pt x="65082" y="34968"/>
                  </a:lnTo>
                  <a:lnTo>
                    <a:pt x="65225" y="37447"/>
                  </a:lnTo>
                  <a:lnTo>
                    <a:pt x="64485" y="43721"/>
                  </a:lnTo>
                  <a:lnTo>
                    <a:pt x="63619" y="49486"/>
                  </a:lnTo>
                  <a:lnTo>
                    <a:pt x="63695" y="52360"/>
                  </a:lnTo>
                  <a:lnTo>
                    <a:pt x="64065" y="55237"/>
                  </a:lnTo>
                  <a:lnTo>
                    <a:pt x="64461" y="59073"/>
                  </a:lnTo>
                  <a:lnTo>
                    <a:pt x="64608" y="63976"/>
                  </a:lnTo>
                  <a:lnTo>
                    <a:pt x="64393" y="67173"/>
                  </a:lnTo>
                  <a:lnTo>
                    <a:pt x="64003" y="69160"/>
                  </a:lnTo>
                  <a:lnTo>
                    <a:pt x="63257" y="71194"/>
                  </a:lnTo>
                  <a:lnTo>
                    <a:pt x="62607" y="72235"/>
                  </a:lnTo>
                  <a:lnTo>
                    <a:pt x="61826" y="70505"/>
                  </a:lnTo>
                  <a:lnTo>
                    <a:pt x="61205" y="70430"/>
                  </a:lnTo>
                  <a:lnTo>
                    <a:pt x="60371" y="70949"/>
                  </a:lnTo>
                  <a:lnTo>
                    <a:pt x="59715" y="71745"/>
                  </a:lnTo>
                  <a:lnTo>
                    <a:pt x="58379" y="74735"/>
                  </a:lnTo>
                  <a:lnTo>
                    <a:pt x="56898" y="77642"/>
                  </a:lnTo>
                  <a:lnTo>
                    <a:pt x="54849" y="78385"/>
                  </a:lnTo>
                  <a:lnTo>
                    <a:pt x="54052" y="80544"/>
                  </a:lnTo>
                  <a:lnTo>
                    <a:pt x="53199" y="80842"/>
                  </a:lnTo>
                  <a:lnTo>
                    <a:pt x="51579" y="80951"/>
                  </a:lnTo>
                  <a:lnTo>
                    <a:pt x="50521" y="81456"/>
                  </a:lnTo>
                  <a:lnTo>
                    <a:pt x="50569" y="82541"/>
                  </a:lnTo>
                  <a:lnTo>
                    <a:pt x="50482" y="87663"/>
                  </a:lnTo>
                  <a:lnTo>
                    <a:pt x="50504" y="88862"/>
                  </a:lnTo>
                  <a:lnTo>
                    <a:pt x="50340" y="89181"/>
                  </a:lnTo>
                  <a:lnTo>
                    <a:pt x="49607" y="89333"/>
                  </a:lnTo>
                  <a:lnTo>
                    <a:pt x="48365" y="88550"/>
                  </a:lnTo>
                  <a:lnTo>
                    <a:pt x="46684" y="87282"/>
                  </a:lnTo>
                  <a:lnTo>
                    <a:pt x="45488" y="87083"/>
                  </a:lnTo>
                  <a:lnTo>
                    <a:pt x="44874" y="89315"/>
                  </a:lnTo>
                  <a:lnTo>
                    <a:pt x="44507" y="90188"/>
                  </a:lnTo>
                  <a:lnTo>
                    <a:pt x="44054" y="90322"/>
                  </a:lnTo>
                  <a:lnTo>
                    <a:pt x="43581" y="90717"/>
                  </a:lnTo>
                  <a:lnTo>
                    <a:pt x="43420" y="91713"/>
                  </a:lnTo>
                  <a:lnTo>
                    <a:pt x="43382" y="92959"/>
                  </a:lnTo>
                  <a:lnTo>
                    <a:pt x="43612" y="95089"/>
                  </a:lnTo>
                  <a:lnTo>
                    <a:pt x="43697" y="98477"/>
                  </a:lnTo>
                  <a:lnTo>
                    <a:pt x="43637" y="100785"/>
                  </a:lnTo>
                  <a:lnTo>
                    <a:pt x="44076" y="102247"/>
                  </a:lnTo>
                  <a:lnTo>
                    <a:pt x="46641" y="107157"/>
                  </a:lnTo>
                  <a:lnTo>
                    <a:pt x="47399" y="108384"/>
                  </a:lnTo>
                  <a:lnTo>
                    <a:pt x="47486" y="109117"/>
                  </a:lnTo>
                  <a:lnTo>
                    <a:pt x="47037" y="111787"/>
                  </a:lnTo>
                  <a:lnTo>
                    <a:pt x="47437" y="115541"/>
                  </a:lnTo>
                  <a:lnTo>
                    <a:pt x="46633" y="115472"/>
                  </a:lnTo>
                  <a:lnTo>
                    <a:pt x="45292" y="113860"/>
                  </a:lnTo>
                  <a:lnTo>
                    <a:pt x="44651" y="112875"/>
                  </a:lnTo>
                  <a:lnTo>
                    <a:pt x="43873" y="113662"/>
                  </a:lnTo>
                  <a:lnTo>
                    <a:pt x="43603" y="113512"/>
                  </a:lnTo>
                  <a:lnTo>
                    <a:pt x="43078" y="111665"/>
                  </a:lnTo>
                  <a:lnTo>
                    <a:pt x="42391" y="109777"/>
                  </a:lnTo>
                  <a:lnTo>
                    <a:pt x="41684" y="109657"/>
                  </a:lnTo>
                  <a:lnTo>
                    <a:pt x="40188" y="110400"/>
                  </a:lnTo>
                  <a:lnTo>
                    <a:pt x="38660" y="110917"/>
                  </a:lnTo>
                  <a:lnTo>
                    <a:pt x="38081" y="110911"/>
                  </a:lnTo>
                  <a:lnTo>
                    <a:pt x="37843" y="111251"/>
                  </a:lnTo>
                  <a:lnTo>
                    <a:pt x="36956" y="114056"/>
                  </a:lnTo>
                  <a:lnTo>
                    <a:pt x="36582" y="113574"/>
                  </a:lnTo>
                  <a:lnTo>
                    <a:pt x="35041" y="112508"/>
                  </a:lnTo>
                  <a:lnTo>
                    <a:pt x="33638" y="112100"/>
                  </a:lnTo>
                  <a:lnTo>
                    <a:pt x="33348" y="112824"/>
                  </a:lnTo>
                  <a:lnTo>
                    <a:pt x="33519" y="115114"/>
                  </a:lnTo>
                  <a:lnTo>
                    <a:pt x="33828" y="117347"/>
                  </a:lnTo>
                  <a:lnTo>
                    <a:pt x="33646" y="118297"/>
                  </a:lnTo>
                  <a:lnTo>
                    <a:pt x="32875" y="119471"/>
                  </a:lnTo>
                  <a:lnTo>
                    <a:pt x="31855" y="121589"/>
                  </a:lnTo>
                  <a:lnTo>
                    <a:pt x="31230" y="123237"/>
                  </a:lnTo>
                  <a:lnTo>
                    <a:pt x="30796" y="123641"/>
                  </a:lnTo>
                  <a:lnTo>
                    <a:pt x="29244" y="123569"/>
                  </a:lnTo>
                  <a:lnTo>
                    <a:pt x="27697" y="123784"/>
                  </a:lnTo>
                  <a:lnTo>
                    <a:pt x="27077" y="125339"/>
                  </a:lnTo>
                  <a:lnTo>
                    <a:pt x="26496" y="126550"/>
                  </a:lnTo>
                  <a:close/>
                </a:path>
              </a:pathLst>
            </a:custGeom>
            <a:solidFill>
              <a:srgbClr val="D5E7D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5" name="pg914"/>
            <p:cNvSpPr/>
            <p:nvPr/>
          </p:nvSpPr>
          <p:spPr>
            <a:xfrm>
              <a:off x="1490600" y="3970687"/>
              <a:ext cx="450" cy="1921"/>
            </a:xfrm>
            <a:custGeom>
              <a:avLst/>
              <a:pathLst>
                <a:path w="450" h="1921">
                  <a:moveTo>
                    <a:pt x="450" y="1454"/>
                  </a:moveTo>
                  <a:lnTo>
                    <a:pt x="348" y="1921"/>
                  </a:lnTo>
                  <a:lnTo>
                    <a:pt x="153" y="1757"/>
                  </a:lnTo>
                  <a:lnTo>
                    <a:pt x="39" y="1162"/>
                  </a:lnTo>
                  <a:lnTo>
                    <a:pt x="0" y="516"/>
                  </a:lnTo>
                  <a:lnTo>
                    <a:pt x="72" y="0"/>
                  </a:lnTo>
                  <a:lnTo>
                    <a:pt x="201" y="25"/>
                  </a:lnTo>
                  <a:lnTo>
                    <a:pt x="345" y="666"/>
                  </a:lnTo>
                  <a:close/>
                </a:path>
              </a:pathLst>
            </a:custGeom>
            <a:solidFill>
              <a:srgbClr val="FFFAF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6" name="pg915"/>
            <p:cNvSpPr/>
            <p:nvPr/>
          </p:nvSpPr>
          <p:spPr>
            <a:xfrm>
              <a:off x="1439898" y="3799825"/>
              <a:ext cx="809" cy="660"/>
            </a:xfrm>
            <a:custGeom>
              <a:avLst/>
              <a:pathLst>
                <a:path w="809" h="660">
                  <a:moveTo>
                    <a:pt x="791" y="507"/>
                  </a:moveTo>
                  <a:lnTo>
                    <a:pt x="503" y="660"/>
                  </a:lnTo>
                  <a:lnTo>
                    <a:pt x="167" y="655"/>
                  </a:lnTo>
                  <a:lnTo>
                    <a:pt x="0" y="268"/>
                  </a:lnTo>
                  <a:lnTo>
                    <a:pt x="211" y="0"/>
                  </a:lnTo>
                  <a:lnTo>
                    <a:pt x="686" y="54"/>
                  </a:lnTo>
                  <a:lnTo>
                    <a:pt x="809" y="285"/>
                  </a:lnTo>
                  <a:close/>
                </a:path>
              </a:pathLst>
            </a:custGeom>
            <a:solidFill>
              <a:srgbClr val="FFFAF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7" name="pg916"/>
            <p:cNvSpPr/>
            <p:nvPr/>
          </p:nvSpPr>
          <p:spPr>
            <a:xfrm>
              <a:off x="1210220" y="3771753"/>
              <a:ext cx="488" cy="1009"/>
            </a:xfrm>
            <a:custGeom>
              <a:avLst/>
              <a:pathLst>
                <a:path w="488" h="1009">
                  <a:moveTo>
                    <a:pt x="342" y="461"/>
                  </a:moveTo>
                  <a:lnTo>
                    <a:pt x="488" y="854"/>
                  </a:lnTo>
                  <a:lnTo>
                    <a:pt x="418" y="1009"/>
                  </a:lnTo>
                  <a:lnTo>
                    <a:pt x="207" y="891"/>
                  </a:lnTo>
                  <a:lnTo>
                    <a:pt x="141" y="655"/>
                  </a:lnTo>
                  <a:lnTo>
                    <a:pt x="360" y="773"/>
                  </a:lnTo>
                  <a:lnTo>
                    <a:pt x="217" y="429"/>
                  </a:lnTo>
                  <a:lnTo>
                    <a:pt x="0" y="66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FFFAF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8" name="pg917"/>
            <p:cNvSpPr/>
            <p:nvPr/>
          </p:nvSpPr>
          <p:spPr>
            <a:xfrm>
              <a:off x="1238754" y="3766862"/>
              <a:ext cx="584" cy="900"/>
            </a:xfrm>
            <a:custGeom>
              <a:avLst/>
              <a:pathLst>
                <a:path w="584" h="900">
                  <a:moveTo>
                    <a:pt x="170" y="507"/>
                  </a:moveTo>
                  <a:lnTo>
                    <a:pt x="247" y="709"/>
                  </a:lnTo>
                  <a:lnTo>
                    <a:pt x="424" y="652"/>
                  </a:lnTo>
                  <a:lnTo>
                    <a:pt x="584" y="617"/>
                  </a:lnTo>
                  <a:lnTo>
                    <a:pt x="487" y="819"/>
                  </a:lnTo>
                  <a:lnTo>
                    <a:pt x="161" y="900"/>
                  </a:lnTo>
                  <a:lnTo>
                    <a:pt x="0" y="386"/>
                  </a:lnTo>
                  <a:lnTo>
                    <a:pt x="198" y="0"/>
                  </a:lnTo>
                  <a:lnTo>
                    <a:pt x="301" y="164"/>
                  </a:lnTo>
                  <a:lnTo>
                    <a:pt x="167" y="256"/>
                  </a:lnTo>
                  <a:close/>
                </a:path>
              </a:pathLst>
            </a:custGeom>
            <a:solidFill>
              <a:srgbClr val="FFFAF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9" name="pg918"/>
            <p:cNvSpPr/>
            <p:nvPr/>
          </p:nvSpPr>
          <p:spPr>
            <a:xfrm>
              <a:off x="1250679" y="3765315"/>
              <a:ext cx="371" cy="781"/>
            </a:xfrm>
            <a:custGeom>
              <a:avLst/>
              <a:pathLst>
                <a:path w="371" h="781">
                  <a:moveTo>
                    <a:pt x="354" y="646"/>
                  </a:moveTo>
                  <a:lnTo>
                    <a:pt x="233" y="781"/>
                  </a:lnTo>
                  <a:lnTo>
                    <a:pt x="91" y="735"/>
                  </a:lnTo>
                  <a:lnTo>
                    <a:pt x="2" y="536"/>
                  </a:lnTo>
                  <a:lnTo>
                    <a:pt x="0" y="225"/>
                  </a:lnTo>
                  <a:lnTo>
                    <a:pt x="118" y="0"/>
                  </a:lnTo>
                  <a:lnTo>
                    <a:pt x="278" y="75"/>
                  </a:lnTo>
                  <a:lnTo>
                    <a:pt x="371" y="357"/>
                  </a:lnTo>
                  <a:close/>
                </a:path>
              </a:pathLst>
            </a:custGeom>
            <a:solidFill>
              <a:srgbClr val="FFFAF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0" name="pg919"/>
            <p:cNvSpPr/>
            <p:nvPr/>
          </p:nvSpPr>
          <p:spPr>
            <a:xfrm>
              <a:off x="1451163" y="3753184"/>
              <a:ext cx="884" cy="1855"/>
            </a:xfrm>
            <a:custGeom>
              <a:avLst/>
              <a:pathLst>
                <a:path w="884" h="1855">
                  <a:moveTo>
                    <a:pt x="725" y="1682"/>
                  </a:moveTo>
                  <a:lnTo>
                    <a:pt x="691" y="1855"/>
                  </a:lnTo>
                  <a:lnTo>
                    <a:pt x="542" y="1618"/>
                  </a:lnTo>
                  <a:lnTo>
                    <a:pt x="251" y="1183"/>
                  </a:lnTo>
                  <a:lnTo>
                    <a:pt x="5" y="704"/>
                  </a:lnTo>
                  <a:lnTo>
                    <a:pt x="0" y="502"/>
                  </a:lnTo>
                  <a:lnTo>
                    <a:pt x="346" y="222"/>
                  </a:lnTo>
                  <a:lnTo>
                    <a:pt x="787" y="0"/>
                  </a:lnTo>
                  <a:lnTo>
                    <a:pt x="884" y="311"/>
                  </a:lnTo>
                  <a:lnTo>
                    <a:pt x="801" y="735"/>
                  </a:lnTo>
                  <a:close/>
                </a:path>
              </a:pathLst>
            </a:custGeom>
            <a:solidFill>
              <a:srgbClr val="FFFAF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1" name="pg920"/>
            <p:cNvSpPr/>
            <p:nvPr/>
          </p:nvSpPr>
          <p:spPr>
            <a:xfrm>
              <a:off x="1252718" y="3726116"/>
              <a:ext cx="193" cy="833"/>
            </a:xfrm>
            <a:custGeom>
              <a:avLst/>
              <a:pathLst>
                <a:path w="193" h="833">
                  <a:moveTo>
                    <a:pt x="142" y="603"/>
                  </a:moveTo>
                  <a:lnTo>
                    <a:pt x="85" y="833"/>
                  </a:lnTo>
                  <a:lnTo>
                    <a:pt x="0" y="646"/>
                  </a:lnTo>
                  <a:lnTo>
                    <a:pt x="61" y="297"/>
                  </a:lnTo>
                  <a:lnTo>
                    <a:pt x="111" y="0"/>
                  </a:lnTo>
                  <a:lnTo>
                    <a:pt x="193" y="158"/>
                  </a:lnTo>
                  <a:close/>
                </a:path>
              </a:pathLst>
            </a:custGeom>
            <a:solidFill>
              <a:srgbClr val="FFFAF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2" name="pg921"/>
            <p:cNvSpPr/>
            <p:nvPr/>
          </p:nvSpPr>
          <p:spPr>
            <a:xfrm>
              <a:off x="1244933" y="3715667"/>
              <a:ext cx="1233" cy="2790"/>
            </a:xfrm>
            <a:custGeom>
              <a:avLst/>
              <a:pathLst>
                <a:path w="1233" h="2790">
                  <a:moveTo>
                    <a:pt x="370" y="147"/>
                  </a:moveTo>
                  <a:lnTo>
                    <a:pt x="772" y="712"/>
                  </a:lnTo>
                  <a:lnTo>
                    <a:pt x="1085" y="1471"/>
                  </a:lnTo>
                  <a:lnTo>
                    <a:pt x="1233" y="2527"/>
                  </a:lnTo>
                  <a:lnTo>
                    <a:pt x="1224" y="2790"/>
                  </a:lnTo>
                  <a:lnTo>
                    <a:pt x="990" y="2781"/>
                  </a:lnTo>
                  <a:lnTo>
                    <a:pt x="703" y="2452"/>
                  </a:lnTo>
                  <a:lnTo>
                    <a:pt x="362" y="1797"/>
                  </a:lnTo>
                  <a:lnTo>
                    <a:pt x="607" y="1864"/>
                  </a:lnTo>
                  <a:lnTo>
                    <a:pt x="891" y="2317"/>
                  </a:lnTo>
                  <a:lnTo>
                    <a:pt x="1099" y="2519"/>
                  </a:lnTo>
                  <a:lnTo>
                    <a:pt x="1084" y="2002"/>
                  </a:lnTo>
                  <a:lnTo>
                    <a:pt x="832" y="1096"/>
                  </a:lnTo>
                  <a:lnTo>
                    <a:pt x="678" y="784"/>
                  </a:lnTo>
                  <a:lnTo>
                    <a:pt x="488" y="522"/>
                  </a:lnTo>
                  <a:lnTo>
                    <a:pt x="267" y="346"/>
                  </a:lnTo>
                  <a:lnTo>
                    <a:pt x="34" y="588"/>
                  </a:lnTo>
                  <a:lnTo>
                    <a:pt x="0" y="375"/>
                  </a:lnTo>
                  <a:lnTo>
                    <a:pt x="30" y="190"/>
                  </a:lnTo>
                  <a:lnTo>
                    <a:pt x="107" y="0"/>
                  </a:lnTo>
                  <a:close/>
                </a:path>
              </a:pathLst>
            </a:custGeom>
            <a:solidFill>
              <a:srgbClr val="FFFAF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3" name="pg922"/>
            <p:cNvSpPr/>
            <p:nvPr/>
          </p:nvSpPr>
          <p:spPr>
            <a:xfrm>
              <a:off x="5519994" y="3667569"/>
              <a:ext cx="766" cy="3832"/>
            </a:xfrm>
            <a:custGeom>
              <a:avLst/>
              <a:pathLst>
                <a:path w="766" h="3832">
                  <a:moveTo>
                    <a:pt x="696" y="2311"/>
                  </a:moveTo>
                  <a:lnTo>
                    <a:pt x="766" y="3832"/>
                  </a:lnTo>
                  <a:lnTo>
                    <a:pt x="483" y="3627"/>
                  </a:lnTo>
                  <a:lnTo>
                    <a:pt x="390" y="3035"/>
                  </a:lnTo>
                  <a:lnTo>
                    <a:pt x="298" y="1503"/>
                  </a:lnTo>
                  <a:lnTo>
                    <a:pt x="0" y="0"/>
                  </a:lnTo>
                  <a:lnTo>
                    <a:pt x="337" y="403"/>
                  </a:lnTo>
                  <a:lnTo>
                    <a:pt x="614" y="1578"/>
                  </a:lnTo>
                  <a:close/>
                </a:path>
              </a:pathLst>
            </a:custGeom>
            <a:solidFill>
              <a:srgbClr val="FFFAF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4" name="pg923"/>
            <p:cNvSpPr/>
            <p:nvPr/>
          </p:nvSpPr>
          <p:spPr>
            <a:xfrm>
              <a:off x="5455903" y="3659094"/>
              <a:ext cx="398" cy="859"/>
            </a:xfrm>
            <a:custGeom>
              <a:avLst/>
              <a:pathLst>
                <a:path w="398" h="859">
                  <a:moveTo>
                    <a:pt x="231" y="859"/>
                  </a:moveTo>
                  <a:lnTo>
                    <a:pt x="0" y="554"/>
                  </a:lnTo>
                  <a:lnTo>
                    <a:pt x="32" y="170"/>
                  </a:lnTo>
                  <a:lnTo>
                    <a:pt x="193" y="0"/>
                  </a:lnTo>
                  <a:lnTo>
                    <a:pt x="398" y="285"/>
                  </a:lnTo>
                  <a:close/>
                </a:path>
              </a:pathLst>
            </a:custGeom>
            <a:solidFill>
              <a:srgbClr val="FFFAF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5" name="pg924"/>
            <p:cNvSpPr/>
            <p:nvPr/>
          </p:nvSpPr>
          <p:spPr>
            <a:xfrm>
              <a:off x="5515851" y="3651557"/>
              <a:ext cx="1575" cy="7009"/>
            </a:xfrm>
            <a:custGeom>
              <a:avLst/>
              <a:pathLst>
                <a:path w="1575" h="7009">
                  <a:moveTo>
                    <a:pt x="1575" y="6204"/>
                  </a:moveTo>
                  <a:lnTo>
                    <a:pt x="1176" y="7009"/>
                  </a:lnTo>
                  <a:lnTo>
                    <a:pt x="1024" y="6276"/>
                  </a:lnTo>
                  <a:lnTo>
                    <a:pt x="1216" y="5373"/>
                  </a:lnTo>
                  <a:lnTo>
                    <a:pt x="884" y="1633"/>
                  </a:lnTo>
                  <a:lnTo>
                    <a:pt x="330" y="1122"/>
                  </a:lnTo>
                  <a:lnTo>
                    <a:pt x="0" y="0"/>
                  </a:lnTo>
                  <a:lnTo>
                    <a:pt x="160" y="0"/>
                  </a:lnTo>
                  <a:lnTo>
                    <a:pt x="712" y="1027"/>
                  </a:lnTo>
                  <a:lnTo>
                    <a:pt x="1156" y="1489"/>
                  </a:lnTo>
                  <a:lnTo>
                    <a:pt x="1411" y="3956"/>
                  </a:lnTo>
                  <a:close/>
                </a:path>
              </a:pathLst>
            </a:custGeom>
            <a:solidFill>
              <a:srgbClr val="FFFAF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6" name="pg925"/>
            <p:cNvSpPr/>
            <p:nvPr/>
          </p:nvSpPr>
          <p:spPr>
            <a:xfrm>
              <a:off x="5498438" y="3603779"/>
              <a:ext cx="1438" cy="5603"/>
            </a:xfrm>
            <a:custGeom>
              <a:avLst/>
              <a:pathLst>
                <a:path w="1438" h="5603">
                  <a:moveTo>
                    <a:pt x="776" y="353"/>
                  </a:moveTo>
                  <a:lnTo>
                    <a:pt x="1438" y="1526"/>
                  </a:lnTo>
                  <a:lnTo>
                    <a:pt x="1352" y="2330"/>
                  </a:lnTo>
                  <a:lnTo>
                    <a:pt x="1128" y="3246"/>
                  </a:lnTo>
                  <a:lnTo>
                    <a:pt x="261" y="5603"/>
                  </a:lnTo>
                  <a:lnTo>
                    <a:pt x="0" y="5387"/>
                  </a:lnTo>
                  <a:lnTo>
                    <a:pt x="847" y="3260"/>
                  </a:lnTo>
                  <a:lnTo>
                    <a:pt x="1173" y="1843"/>
                  </a:lnTo>
                  <a:lnTo>
                    <a:pt x="686" y="769"/>
                  </a:lnTo>
                  <a:lnTo>
                    <a:pt x="416" y="1008"/>
                  </a:lnTo>
                  <a:lnTo>
                    <a:pt x="248" y="0"/>
                  </a:lnTo>
                  <a:lnTo>
                    <a:pt x="416" y="0"/>
                  </a:lnTo>
                  <a:close/>
                </a:path>
              </a:pathLst>
            </a:custGeom>
            <a:solidFill>
              <a:srgbClr val="FFFAF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7" name="pg926"/>
            <p:cNvSpPr/>
            <p:nvPr/>
          </p:nvSpPr>
          <p:spPr>
            <a:xfrm>
              <a:off x="5498949" y="3593069"/>
              <a:ext cx="1981" cy="1452"/>
            </a:xfrm>
            <a:custGeom>
              <a:avLst/>
              <a:pathLst>
                <a:path w="1981" h="1452">
                  <a:moveTo>
                    <a:pt x="333" y="1343"/>
                  </a:moveTo>
                  <a:lnTo>
                    <a:pt x="0" y="1452"/>
                  </a:lnTo>
                  <a:lnTo>
                    <a:pt x="213" y="851"/>
                  </a:lnTo>
                  <a:lnTo>
                    <a:pt x="1629" y="183"/>
                  </a:lnTo>
                  <a:lnTo>
                    <a:pt x="1752" y="0"/>
                  </a:lnTo>
                  <a:lnTo>
                    <a:pt x="1981" y="366"/>
                  </a:lnTo>
                  <a:lnTo>
                    <a:pt x="1976" y="714"/>
                  </a:lnTo>
                  <a:lnTo>
                    <a:pt x="1872" y="887"/>
                  </a:lnTo>
                  <a:lnTo>
                    <a:pt x="1172" y="900"/>
                  </a:lnTo>
                  <a:lnTo>
                    <a:pt x="621" y="1217"/>
                  </a:lnTo>
                  <a:close/>
                </a:path>
              </a:pathLst>
            </a:custGeom>
            <a:solidFill>
              <a:srgbClr val="FFFAF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8" name="pg927"/>
            <p:cNvSpPr/>
            <p:nvPr/>
          </p:nvSpPr>
          <p:spPr>
            <a:xfrm>
              <a:off x="5498726" y="3580606"/>
              <a:ext cx="641" cy="2843"/>
            </a:xfrm>
            <a:custGeom>
              <a:avLst/>
              <a:pathLst>
                <a:path w="641" h="2843">
                  <a:moveTo>
                    <a:pt x="446" y="2716"/>
                  </a:moveTo>
                  <a:lnTo>
                    <a:pt x="0" y="2843"/>
                  </a:lnTo>
                  <a:lnTo>
                    <a:pt x="335" y="2418"/>
                  </a:lnTo>
                  <a:lnTo>
                    <a:pt x="426" y="1832"/>
                  </a:lnTo>
                  <a:lnTo>
                    <a:pt x="374" y="0"/>
                  </a:lnTo>
                  <a:lnTo>
                    <a:pt x="548" y="145"/>
                  </a:lnTo>
                  <a:lnTo>
                    <a:pt x="609" y="903"/>
                  </a:lnTo>
                  <a:lnTo>
                    <a:pt x="641" y="2002"/>
                  </a:lnTo>
                  <a:close/>
                </a:path>
              </a:pathLst>
            </a:custGeom>
            <a:solidFill>
              <a:srgbClr val="FFFAF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9" name="pg928"/>
            <p:cNvSpPr/>
            <p:nvPr/>
          </p:nvSpPr>
          <p:spPr>
            <a:xfrm>
              <a:off x="5497979" y="3576635"/>
              <a:ext cx="1122" cy="3579"/>
            </a:xfrm>
            <a:custGeom>
              <a:avLst/>
              <a:pathLst>
                <a:path w="1122" h="3579">
                  <a:moveTo>
                    <a:pt x="1061" y="2895"/>
                  </a:moveTo>
                  <a:lnTo>
                    <a:pt x="1122" y="3579"/>
                  </a:lnTo>
                  <a:lnTo>
                    <a:pt x="418" y="1722"/>
                  </a:lnTo>
                  <a:lnTo>
                    <a:pt x="0" y="525"/>
                  </a:lnTo>
                  <a:lnTo>
                    <a:pt x="25" y="0"/>
                  </a:lnTo>
                  <a:lnTo>
                    <a:pt x="214" y="330"/>
                  </a:lnTo>
                  <a:lnTo>
                    <a:pt x="449" y="916"/>
                  </a:lnTo>
                  <a:lnTo>
                    <a:pt x="602" y="1380"/>
                  </a:lnTo>
                  <a:close/>
                </a:path>
              </a:pathLst>
            </a:custGeom>
            <a:solidFill>
              <a:srgbClr val="FFFAF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0" name="pg929"/>
            <p:cNvSpPr/>
            <p:nvPr/>
          </p:nvSpPr>
          <p:spPr>
            <a:xfrm>
              <a:off x="1419525" y="3574106"/>
              <a:ext cx="4975" cy="8792"/>
            </a:xfrm>
            <a:custGeom>
              <a:avLst/>
              <a:pathLst>
                <a:path w="4975" h="8792">
                  <a:moveTo>
                    <a:pt x="2922" y="5133"/>
                  </a:moveTo>
                  <a:lnTo>
                    <a:pt x="4975" y="8553"/>
                  </a:lnTo>
                  <a:lnTo>
                    <a:pt x="4106" y="8792"/>
                  </a:lnTo>
                  <a:lnTo>
                    <a:pt x="1959" y="7143"/>
                  </a:lnTo>
                  <a:lnTo>
                    <a:pt x="0" y="3759"/>
                  </a:lnTo>
                  <a:lnTo>
                    <a:pt x="585" y="3027"/>
                  </a:lnTo>
                  <a:lnTo>
                    <a:pt x="872" y="4243"/>
                  </a:lnTo>
                  <a:lnTo>
                    <a:pt x="1765" y="5378"/>
                  </a:lnTo>
                  <a:lnTo>
                    <a:pt x="2291" y="3002"/>
                  </a:lnTo>
                  <a:lnTo>
                    <a:pt x="2637" y="2458"/>
                  </a:lnTo>
                  <a:lnTo>
                    <a:pt x="1070" y="0"/>
                  </a:lnTo>
                  <a:lnTo>
                    <a:pt x="1691" y="125"/>
                  </a:lnTo>
                  <a:lnTo>
                    <a:pt x="3172" y="1794"/>
                  </a:lnTo>
                  <a:close/>
                </a:path>
              </a:pathLst>
            </a:custGeom>
            <a:solidFill>
              <a:srgbClr val="FFFAF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1" name="pg930"/>
            <p:cNvSpPr/>
            <p:nvPr/>
          </p:nvSpPr>
          <p:spPr>
            <a:xfrm>
              <a:off x="5495730" y="3543237"/>
              <a:ext cx="1685" cy="1815"/>
            </a:xfrm>
            <a:custGeom>
              <a:avLst/>
              <a:pathLst>
                <a:path w="1685" h="1815">
                  <a:moveTo>
                    <a:pt x="1156" y="672"/>
                  </a:moveTo>
                  <a:lnTo>
                    <a:pt x="244" y="1815"/>
                  </a:lnTo>
                  <a:lnTo>
                    <a:pt x="0" y="1209"/>
                  </a:lnTo>
                  <a:lnTo>
                    <a:pt x="331" y="1184"/>
                  </a:lnTo>
                  <a:lnTo>
                    <a:pt x="943" y="85"/>
                  </a:lnTo>
                  <a:lnTo>
                    <a:pt x="1685" y="0"/>
                  </a:lnTo>
                  <a:lnTo>
                    <a:pt x="1601" y="604"/>
                  </a:lnTo>
                  <a:close/>
                </a:path>
              </a:pathLst>
            </a:custGeom>
            <a:solidFill>
              <a:srgbClr val="FFFAF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2" name="pg931"/>
            <p:cNvSpPr/>
            <p:nvPr/>
          </p:nvSpPr>
          <p:spPr>
            <a:xfrm>
              <a:off x="5497416" y="3541027"/>
              <a:ext cx="1018" cy="1562"/>
            </a:xfrm>
            <a:custGeom>
              <a:avLst/>
              <a:pathLst>
                <a:path w="1018" h="1562">
                  <a:moveTo>
                    <a:pt x="1018" y="578"/>
                  </a:moveTo>
                  <a:lnTo>
                    <a:pt x="236" y="1562"/>
                  </a:lnTo>
                  <a:lnTo>
                    <a:pt x="0" y="1403"/>
                  </a:lnTo>
                  <a:lnTo>
                    <a:pt x="930" y="0"/>
                  </a:lnTo>
                  <a:lnTo>
                    <a:pt x="926" y="173"/>
                  </a:lnTo>
                  <a:close/>
                </a:path>
              </a:pathLst>
            </a:custGeom>
            <a:solidFill>
              <a:srgbClr val="FFFAF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3" name="pg932"/>
            <p:cNvSpPr/>
            <p:nvPr/>
          </p:nvSpPr>
          <p:spPr>
            <a:xfrm>
              <a:off x="1396942" y="3518133"/>
              <a:ext cx="1847" cy="3751"/>
            </a:xfrm>
            <a:custGeom>
              <a:avLst/>
              <a:pathLst>
                <a:path w="1847" h="3751">
                  <a:moveTo>
                    <a:pt x="863" y="0"/>
                  </a:moveTo>
                  <a:lnTo>
                    <a:pt x="1847" y="2491"/>
                  </a:lnTo>
                  <a:lnTo>
                    <a:pt x="1656" y="3751"/>
                  </a:lnTo>
                  <a:lnTo>
                    <a:pt x="947" y="3635"/>
                  </a:lnTo>
                  <a:lnTo>
                    <a:pt x="620" y="3197"/>
                  </a:lnTo>
                  <a:lnTo>
                    <a:pt x="1176" y="2980"/>
                  </a:lnTo>
                  <a:lnTo>
                    <a:pt x="1268" y="2516"/>
                  </a:lnTo>
                  <a:lnTo>
                    <a:pt x="1014" y="1783"/>
                  </a:lnTo>
                  <a:lnTo>
                    <a:pt x="676" y="1271"/>
                  </a:lnTo>
                  <a:lnTo>
                    <a:pt x="442" y="1271"/>
                  </a:lnTo>
                  <a:lnTo>
                    <a:pt x="385" y="2272"/>
                  </a:lnTo>
                  <a:lnTo>
                    <a:pt x="0" y="1486"/>
                  </a:lnTo>
                  <a:lnTo>
                    <a:pt x="222" y="708"/>
                  </a:lnTo>
                  <a:lnTo>
                    <a:pt x="493" y="193"/>
                  </a:lnTo>
                  <a:close/>
                </a:path>
              </a:pathLst>
            </a:custGeom>
            <a:solidFill>
              <a:srgbClr val="FFFAF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4" name="pg933"/>
            <p:cNvSpPr/>
            <p:nvPr/>
          </p:nvSpPr>
          <p:spPr>
            <a:xfrm>
              <a:off x="2591241" y="3125796"/>
              <a:ext cx="1143" cy="2967"/>
            </a:xfrm>
            <a:custGeom>
              <a:avLst/>
              <a:pathLst>
                <a:path w="1143" h="2967">
                  <a:moveTo>
                    <a:pt x="1143" y="2338"/>
                  </a:moveTo>
                  <a:lnTo>
                    <a:pt x="524" y="2967"/>
                  </a:lnTo>
                  <a:lnTo>
                    <a:pt x="0" y="2110"/>
                  </a:lnTo>
                  <a:lnTo>
                    <a:pt x="118" y="56"/>
                  </a:lnTo>
                  <a:lnTo>
                    <a:pt x="619" y="0"/>
                  </a:lnTo>
                  <a:lnTo>
                    <a:pt x="1119" y="913"/>
                  </a:lnTo>
                  <a:close/>
                </a:path>
              </a:pathLst>
            </a:custGeom>
            <a:solidFill>
              <a:srgbClr val="FFFD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5" name="pg934"/>
            <p:cNvSpPr/>
            <p:nvPr/>
          </p:nvSpPr>
          <p:spPr>
            <a:xfrm>
              <a:off x="2588580" y="3119840"/>
              <a:ext cx="2589" cy="5264"/>
            </a:xfrm>
            <a:custGeom>
              <a:avLst/>
              <a:pathLst>
                <a:path w="2589" h="5264">
                  <a:moveTo>
                    <a:pt x="2589" y="4804"/>
                  </a:moveTo>
                  <a:lnTo>
                    <a:pt x="2270" y="5264"/>
                  </a:lnTo>
                  <a:lnTo>
                    <a:pt x="1708" y="3444"/>
                  </a:lnTo>
                  <a:lnTo>
                    <a:pt x="801" y="2947"/>
                  </a:lnTo>
                  <a:lnTo>
                    <a:pt x="19" y="1871"/>
                  </a:lnTo>
                  <a:lnTo>
                    <a:pt x="0" y="1640"/>
                  </a:lnTo>
                  <a:lnTo>
                    <a:pt x="13" y="1100"/>
                  </a:lnTo>
                  <a:lnTo>
                    <a:pt x="165" y="477"/>
                  </a:lnTo>
                  <a:lnTo>
                    <a:pt x="565" y="0"/>
                  </a:lnTo>
                  <a:lnTo>
                    <a:pt x="1564" y="1457"/>
                  </a:lnTo>
                  <a:lnTo>
                    <a:pt x="2032" y="3299"/>
                  </a:lnTo>
                  <a:lnTo>
                    <a:pt x="2467" y="4145"/>
                  </a:lnTo>
                  <a:close/>
                </a:path>
              </a:pathLst>
            </a:custGeom>
            <a:solidFill>
              <a:srgbClr val="FFFD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6" name="pg935"/>
            <p:cNvSpPr/>
            <p:nvPr/>
          </p:nvSpPr>
          <p:spPr>
            <a:xfrm>
              <a:off x="4920881" y="2642604"/>
              <a:ext cx="9447" cy="10392"/>
            </a:xfrm>
            <a:custGeom>
              <a:avLst/>
              <a:pathLst>
                <a:path w="9447" h="10392">
                  <a:moveTo>
                    <a:pt x="1990" y="9739"/>
                  </a:moveTo>
                  <a:lnTo>
                    <a:pt x="1436" y="10392"/>
                  </a:lnTo>
                  <a:lnTo>
                    <a:pt x="920" y="9998"/>
                  </a:lnTo>
                  <a:lnTo>
                    <a:pt x="781" y="9691"/>
                  </a:lnTo>
                  <a:lnTo>
                    <a:pt x="161" y="7997"/>
                  </a:lnTo>
                  <a:lnTo>
                    <a:pt x="0" y="7127"/>
                  </a:lnTo>
                  <a:lnTo>
                    <a:pt x="416" y="5471"/>
                  </a:lnTo>
                  <a:lnTo>
                    <a:pt x="2123" y="2742"/>
                  </a:lnTo>
                  <a:lnTo>
                    <a:pt x="6538" y="115"/>
                  </a:lnTo>
                  <a:lnTo>
                    <a:pt x="7332" y="0"/>
                  </a:lnTo>
                  <a:lnTo>
                    <a:pt x="9076" y="1125"/>
                  </a:lnTo>
                  <a:lnTo>
                    <a:pt x="9447" y="3231"/>
                  </a:lnTo>
                  <a:lnTo>
                    <a:pt x="9128" y="5048"/>
                  </a:lnTo>
                  <a:lnTo>
                    <a:pt x="8727" y="6266"/>
                  </a:lnTo>
                  <a:lnTo>
                    <a:pt x="6707" y="8319"/>
                  </a:lnTo>
                  <a:lnTo>
                    <a:pt x="5134" y="930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7" name="pg936"/>
            <p:cNvSpPr/>
            <p:nvPr/>
          </p:nvSpPr>
          <p:spPr>
            <a:xfrm>
              <a:off x="4926810" y="2617704"/>
              <a:ext cx="1527" cy="2938"/>
            </a:xfrm>
            <a:custGeom>
              <a:avLst/>
              <a:pathLst>
                <a:path w="1527" h="2938">
                  <a:moveTo>
                    <a:pt x="1319" y="1533"/>
                  </a:moveTo>
                  <a:lnTo>
                    <a:pt x="1527" y="2938"/>
                  </a:lnTo>
                  <a:lnTo>
                    <a:pt x="530" y="2673"/>
                  </a:lnTo>
                  <a:lnTo>
                    <a:pt x="0" y="1323"/>
                  </a:lnTo>
                  <a:lnTo>
                    <a:pt x="71" y="164"/>
                  </a:lnTo>
                  <a:lnTo>
                    <a:pt x="665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8" name="pg937"/>
            <p:cNvSpPr/>
            <p:nvPr/>
          </p:nvSpPr>
          <p:spPr>
            <a:xfrm>
              <a:off x="4920178" y="2612757"/>
              <a:ext cx="3347" cy="6150"/>
            </a:xfrm>
            <a:custGeom>
              <a:avLst/>
              <a:pathLst>
                <a:path w="3347" h="6150">
                  <a:moveTo>
                    <a:pt x="1543" y="5697"/>
                  </a:moveTo>
                  <a:lnTo>
                    <a:pt x="754" y="6150"/>
                  </a:lnTo>
                  <a:lnTo>
                    <a:pt x="310" y="5133"/>
                  </a:lnTo>
                  <a:lnTo>
                    <a:pt x="0" y="4863"/>
                  </a:lnTo>
                  <a:lnTo>
                    <a:pt x="175" y="3527"/>
                  </a:lnTo>
                  <a:lnTo>
                    <a:pt x="1461" y="904"/>
                  </a:lnTo>
                  <a:lnTo>
                    <a:pt x="1713" y="0"/>
                  </a:lnTo>
                  <a:lnTo>
                    <a:pt x="2902" y="543"/>
                  </a:lnTo>
                  <a:lnTo>
                    <a:pt x="3347" y="1931"/>
                  </a:lnTo>
                  <a:lnTo>
                    <a:pt x="2799" y="404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9" name="pg938"/>
            <p:cNvSpPr/>
            <p:nvPr/>
          </p:nvSpPr>
          <p:spPr>
            <a:xfrm>
              <a:off x="4940276" y="2609246"/>
              <a:ext cx="761" cy="2897"/>
            </a:xfrm>
            <a:custGeom>
              <a:avLst/>
              <a:pathLst>
                <a:path w="761" h="2897">
                  <a:moveTo>
                    <a:pt x="761" y="1982"/>
                  </a:moveTo>
                  <a:lnTo>
                    <a:pt x="622" y="2897"/>
                  </a:lnTo>
                  <a:lnTo>
                    <a:pt x="0" y="1513"/>
                  </a:lnTo>
                  <a:lnTo>
                    <a:pt x="614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0" name="pg939"/>
            <p:cNvSpPr/>
            <p:nvPr/>
          </p:nvSpPr>
          <p:spPr>
            <a:xfrm>
              <a:off x="4918930" y="2602370"/>
              <a:ext cx="2029" cy="6142"/>
            </a:xfrm>
            <a:custGeom>
              <a:avLst/>
              <a:pathLst>
                <a:path w="2029" h="6142">
                  <a:moveTo>
                    <a:pt x="2029" y="5427"/>
                  </a:moveTo>
                  <a:lnTo>
                    <a:pt x="1866" y="6142"/>
                  </a:lnTo>
                  <a:lnTo>
                    <a:pt x="1329" y="5928"/>
                  </a:lnTo>
                  <a:lnTo>
                    <a:pt x="778" y="3894"/>
                  </a:lnTo>
                  <a:lnTo>
                    <a:pt x="549" y="2284"/>
                  </a:lnTo>
                  <a:lnTo>
                    <a:pt x="0" y="1399"/>
                  </a:lnTo>
                  <a:lnTo>
                    <a:pt x="874" y="0"/>
                  </a:lnTo>
                  <a:lnTo>
                    <a:pt x="1987" y="251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1" name="pg940"/>
            <p:cNvSpPr/>
            <p:nvPr/>
          </p:nvSpPr>
          <p:spPr>
            <a:xfrm>
              <a:off x="4941447" y="2602188"/>
              <a:ext cx="2882" cy="6434"/>
            </a:xfrm>
            <a:custGeom>
              <a:avLst/>
              <a:pathLst>
                <a:path w="2882" h="6434">
                  <a:moveTo>
                    <a:pt x="2882" y="3402"/>
                  </a:moveTo>
                  <a:lnTo>
                    <a:pt x="2745" y="6292"/>
                  </a:lnTo>
                  <a:lnTo>
                    <a:pt x="1872" y="6434"/>
                  </a:lnTo>
                  <a:lnTo>
                    <a:pt x="1352" y="4572"/>
                  </a:lnTo>
                  <a:lnTo>
                    <a:pt x="797" y="5481"/>
                  </a:lnTo>
                  <a:lnTo>
                    <a:pt x="508" y="5497"/>
                  </a:lnTo>
                  <a:lnTo>
                    <a:pt x="74" y="3181"/>
                  </a:lnTo>
                  <a:lnTo>
                    <a:pt x="0" y="1373"/>
                  </a:lnTo>
                  <a:lnTo>
                    <a:pt x="1026" y="0"/>
                  </a:lnTo>
                  <a:lnTo>
                    <a:pt x="1646" y="826"/>
                  </a:lnTo>
                  <a:lnTo>
                    <a:pt x="2539" y="125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2" name="pg941"/>
            <p:cNvSpPr/>
            <p:nvPr/>
          </p:nvSpPr>
          <p:spPr>
            <a:xfrm>
              <a:off x="4949555" y="2599452"/>
              <a:ext cx="3106" cy="8176"/>
            </a:xfrm>
            <a:custGeom>
              <a:avLst/>
              <a:pathLst>
                <a:path w="3106" h="8176">
                  <a:moveTo>
                    <a:pt x="3106" y="6354"/>
                  </a:moveTo>
                  <a:lnTo>
                    <a:pt x="1942" y="8176"/>
                  </a:lnTo>
                  <a:lnTo>
                    <a:pt x="373" y="5732"/>
                  </a:lnTo>
                  <a:lnTo>
                    <a:pt x="0" y="4381"/>
                  </a:lnTo>
                  <a:lnTo>
                    <a:pt x="1193" y="2402"/>
                  </a:lnTo>
                  <a:lnTo>
                    <a:pt x="2205" y="141"/>
                  </a:lnTo>
                  <a:lnTo>
                    <a:pt x="287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3" name="pg942"/>
            <p:cNvSpPr/>
            <p:nvPr/>
          </p:nvSpPr>
          <p:spPr>
            <a:xfrm>
              <a:off x="4922769" y="2552204"/>
              <a:ext cx="1221" cy="5456"/>
            </a:xfrm>
            <a:custGeom>
              <a:avLst/>
              <a:pathLst>
                <a:path w="1221" h="5456">
                  <a:moveTo>
                    <a:pt x="1221" y="3545"/>
                  </a:moveTo>
                  <a:lnTo>
                    <a:pt x="1051" y="5456"/>
                  </a:lnTo>
                  <a:lnTo>
                    <a:pt x="233" y="4195"/>
                  </a:lnTo>
                  <a:lnTo>
                    <a:pt x="0" y="0"/>
                  </a:lnTo>
                  <a:lnTo>
                    <a:pt x="839" y="122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4" name="pg943"/>
            <p:cNvSpPr/>
            <p:nvPr/>
          </p:nvSpPr>
          <p:spPr>
            <a:xfrm>
              <a:off x="4978195" y="2524394"/>
              <a:ext cx="1530" cy="3102"/>
            </a:xfrm>
            <a:custGeom>
              <a:avLst/>
              <a:pathLst>
                <a:path w="1530" h="3102">
                  <a:moveTo>
                    <a:pt x="1305" y="2223"/>
                  </a:moveTo>
                  <a:lnTo>
                    <a:pt x="744" y="3102"/>
                  </a:lnTo>
                  <a:lnTo>
                    <a:pt x="80" y="2223"/>
                  </a:lnTo>
                  <a:lnTo>
                    <a:pt x="0" y="1294"/>
                  </a:lnTo>
                  <a:lnTo>
                    <a:pt x="347" y="487"/>
                  </a:lnTo>
                  <a:lnTo>
                    <a:pt x="1153" y="0"/>
                  </a:lnTo>
                  <a:lnTo>
                    <a:pt x="1530" y="70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5" name="pg944"/>
            <p:cNvSpPr/>
            <p:nvPr/>
          </p:nvSpPr>
          <p:spPr>
            <a:xfrm>
              <a:off x="4923395" y="2516447"/>
              <a:ext cx="1867" cy="6440"/>
            </a:xfrm>
            <a:custGeom>
              <a:avLst/>
              <a:pathLst>
                <a:path w="1867" h="6440">
                  <a:moveTo>
                    <a:pt x="1867" y="2536"/>
                  </a:moveTo>
                  <a:lnTo>
                    <a:pt x="1810" y="6440"/>
                  </a:lnTo>
                  <a:lnTo>
                    <a:pt x="1129" y="6273"/>
                  </a:lnTo>
                  <a:lnTo>
                    <a:pt x="666" y="5880"/>
                  </a:lnTo>
                  <a:lnTo>
                    <a:pt x="467" y="5119"/>
                  </a:lnTo>
                  <a:lnTo>
                    <a:pt x="0" y="1496"/>
                  </a:lnTo>
                  <a:lnTo>
                    <a:pt x="521" y="0"/>
                  </a:lnTo>
                  <a:lnTo>
                    <a:pt x="1532" y="118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6" name="pg945"/>
            <p:cNvSpPr/>
            <p:nvPr/>
          </p:nvSpPr>
          <p:spPr>
            <a:xfrm>
              <a:off x="4920819" y="2492784"/>
              <a:ext cx="42107" cy="127332"/>
            </a:xfrm>
            <a:custGeom>
              <a:avLst/>
              <a:pathLst>
                <a:path w="42107" h="127332">
                  <a:moveTo>
                    <a:pt x="27321" y="0"/>
                  </a:moveTo>
                  <a:lnTo>
                    <a:pt x="30334" y="13219"/>
                  </a:lnTo>
                  <a:lnTo>
                    <a:pt x="33217" y="21759"/>
                  </a:lnTo>
                  <a:lnTo>
                    <a:pt x="35674" y="27947"/>
                  </a:lnTo>
                  <a:lnTo>
                    <a:pt x="39173" y="39857"/>
                  </a:lnTo>
                  <a:lnTo>
                    <a:pt x="40199" y="46226"/>
                  </a:lnTo>
                  <a:lnTo>
                    <a:pt x="40297" y="50171"/>
                  </a:lnTo>
                  <a:lnTo>
                    <a:pt x="40880" y="55597"/>
                  </a:lnTo>
                  <a:lnTo>
                    <a:pt x="40381" y="58708"/>
                  </a:lnTo>
                  <a:lnTo>
                    <a:pt x="40529" y="63611"/>
                  </a:lnTo>
                  <a:lnTo>
                    <a:pt x="40309" y="66128"/>
                  </a:lnTo>
                  <a:lnTo>
                    <a:pt x="39882" y="67984"/>
                  </a:lnTo>
                  <a:lnTo>
                    <a:pt x="39867" y="71546"/>
                  </a:lnTo>
                  <a:lnTo>
                    <a:pt x="40004" y="73452"/>
                  </a:lnTo>
                  <a:lnTo>
                    <a:pt x="40017" y="75979"/>
                  </a:lnTo>
                  <a:lnTo>
                    <a:pt x="40292" y="76964"/>
                  </a:lnTo>
                  <a:lnTo>
                    <a:pt x="40693" y="77329"/>
                  </a:lnTo>
                  <a:lnTo>
                    <a:pt x="41328" y="76409"/>
                  </a:lnTo>
                  <a:lnTo>
                    <a:pt x="42107" y="76026"/>
                  </a:lnTo>
                  <a:lnTo>
                    <a:pt x="41969" y="79066"/>
                  </a:lnTo>
                  <a:lnTo>
                    <a:pt x="41028" y="86756"/>
                  </a:lnTo>
                  <a:lnTo>
                    <a:pt x="40210" y="92358"/>
                  </a:lnTo>
                  <a:lnTo>
                    <a:pt x="39098" y="97236"/>
                  </a:lnTo>
                  <a:lnTo>
                    <a:pt x="37681" y="101696"/>
                  </a:lnTo>
                  <a:lnTo>
                    <a:pt x="35985" y="103443"/>
                  </a:lnTo>
                  <a:lnTo>
                    <a:pt x="34792" y="104069"/>
                  </a:lnTo>
                  <a:lnTo>
                    <a:pt x="32517" y="104294"/>
                  </a:lnTo>
                  <a:lnTo>
                    <a:pt x="30627" y="103535"/>
                  </a:lnTo>
                  <a:lnTo>
                    <a:pt x="29003" y="104085"/>
                  </a:lnTo>
                  <a:lnTo>
                    <a:pt x="28351" y="105017"/>
                  </a:lnTo>
                  <a:lnTo>
                    <a:pt x="27867" y="106605"/>
                  </a:lnTo>
                  <a:lnTo>
                    <a:pt x="28222" y="109076"/>
                  </a:lnTo>
                  <a:lnTo>
                    <a:pt x="28176" y="110899"/>
                  </a:lnTo>
                  <a:lnTo>
                    <a:pt x="27482" y="110759"/>
                  </a:lnTo>
                  <a:lnTo>
                    <a:pt x="26104" y="109699"/>
                  </a:lnTo>
                  <a:lnTo>
                    <a:pt x="24578" y="109555"/>
                  </a:lnTo>
                  <a:lnTo>
                    <a:pt x="23864" y="109031"/>
                  </a:lnTo>
                  <a:lnTo>
                    <a:pt x="23145" y="106419"/>
                  </a:lnTo>
                  <a:lnTo>
                    <a:pt x="22411" y="106516"/>
                  </a:lnTo>
                  <a:lnTo>
                    <a:pt x="21134" y="108064"/>
                  </a:lnTo>
                  <a:lnTo>
                    <a:pt x="19179" y="108407"/>
                  </a:lnTo>
                  <a:lnTo>
                    <a:pt x="18491" y="109244"/>
                  </a:lnTo>
                  <a:lnTo>
                    <a:pt x="18248" y="110328"/>
                  </a:lnTo>
                  <a:lnTo>
                    <a:pt x="18533" y="111696"/>
                  </a:lnTo>
                  <a:lnTo>
                    <a:pt x="19517" y="113494"/>
                  </a:lnTo>
                  <a:lnTo>
                    <a:pt x="19186" y="115311"/>
                  </a:lnTo>
                  <a:lnTo>
                    <a:pt x="18162" y="116222"/>
                  </a:lnTo>
                  <a:lnTo>
                    <a:pt x="17336" y="113985"/>
                  </a:lnTo>
                  <a:lnTo>
                    <a:pt x="16820" y="111794"/>
                  </a:lnTo>
                  <a:lnTo>
                    <a:pt x="16244" y="111670"/>
                  </a:lnTo>
                  <a:lnTo>
                    <a:pt x="15347" y="112296"/>
                  </a:lnTo>
                  <a:lnTo>
                    <a:pt x="15167" y="114662"/>
                  </a:lnTo>
                  <a:lnTo>
                    <a:pt x="15583" y="116274"/>
                  </a:lnTo>
                  <a:lnTo>
                    <a:pt x="16270" y="118142"/>
                  </a:lnTo>
                  <a:lnTo>
                    <a:pt x="15309" y="120291"/>
                  </a:lnTo>
                  <a:lnTo>
                    <a:pt x="15054" y="121824"/>
                  </a:lnTo>
                  <a:lnTo>
                    <a:pt x="14364" y="122928"/>
                  </a:lnTo>
                  <a:lnTo>
                    <a:pt x="12498" y="120480"/>
                  </a:lnTo>
                  <a:lnTo>
                    <a:pt x="12764" y="118740"/>
                  </a:lnTo>
                  <a:lnTo>
                    <a:pt x="13573" y="117066"/>
                  </a:lnTo>
                  <a:lnTo>
                    <a:pt x="13673" y="115332"/>
                  </a:lnTo>
                  <a:lnTo>
                    <a:pt x="13407" y="114304"/>
                  </a:lnTo>
                  <a:lnTo>
                    <a:pt x="10738" y="118685"/>
                  </a:lnTo>
                  <a:lnTo>
                    <a:pt x="9093" y="123650"/>
                  </a:lnTo>
                  <a:lnTo>
                    <a:pt x="8214" y="123289"/>
                  </a:lnTo>
                  <a:lnTo>
                    <a:pt x="7847" y="122012"/>
                  </a:lnTo>
                  <a:lnTo>
                    <a:pt x="7332" y="121492"/>
                  </a:lnTo>
                  <a:lnTo>
                    <a:pt x="5556" y="124694"/>
                  </a:lnTo>
                  <a:lnTo>
                    <a:pt x="5229" y="127235"/>
                  </a:lnTo>
                  <a:lnTo>
                    <a:pt x="4576" y="127332"/>
                  </a:lnTo>
                  <a:lnTo>
                    <a:pt x="4291" y="126257"/>
                  </a:lnTo>
                  <a:lnTo>
                    <a:pt x="4268" y="123960"/>
                  </a:lnTo>
                  <a:lnTo>
                    <a:pt x="3963" y="122022"/>
                  </a:lnTo>
                  <a:lnTo>
                    <a:pt x="2123" y="119194"/>
                  </a:lnTo>
                  <a:lnTo>
                    <a:pt x="1282" y="116724"/>
                  </a:lnTo>
                  <a:lnTo>
                    <a:pt x="1734" y="115343"/>
                  </a:lnTo>
                  <a:lnTo>
                    <a:pt x="3270" y="116093"/>
                  </a:lnTo>
                  <a:lnTo>
                    <a:pt x="4491" y="115995"/>
                  </a:lnTo>
                  <a:lnTo>
                    <a:pt x="4250" y="114824"/>
                  </a:lnTo>
                  <a:lnTo>
                    <a:pt x="3853" y="114268"/>
                  </a:lnTo>
                  <a:lnTo>
                    <a:pt x="4664" y="113609"/>
                  </a:lnTo>
                  <a:lnTo>
                    <a:pt x="5340" y="112258"/>
                  </a:lnTo>
                  <a:lnTo>
                    <a:pt x="4780" y="111892"/>
                  </a:lnTo>
                  <a:lnTo>
                    <a:pt x="3923" y="112672"/>
                  </a:lnTo>
                  <a:lnTo>
                    <a:pt x="3210" y="112287"/>
                  </a:lnTo>
                  <a:lnTo>
                    <a:pt x="2928" y="109054"/>
                  </a:lnTo>
                  <a:lnTo>
                    <a:pt x="2059" y="105735"/>
                  </a:lnTo>
                  <a:lnTo>
                    <a:pt x="1611" y="102514"/>
                  </a:lnTo>
                  <a:lnTo>
                    <a:pt x="2468" y="100660"/>
                  </a:lnTo>
                  <a:lnTo>
                    <a:pt x="2904" y="97778"/>
                  </a:lnTo>
                  <a:lnTo>
                    <a:pt x="3700" y="93606"/>
                  </a:lnTo>
                  <a:lnTo>
                    <a:pt x="4099" y="92257"/>
                  </a:lnTo>
                  <a:lnTo>
                    <a:pt x="5203" y="91275"/>
                  </a:lnTo>
                  <a:lnTo>
                    <a:pt x="5596" y="90196"/>
                  </a:lnTo>
                  <a:lnTo>
                    <a:pt x="4990" y="89642"/>
                  </a:lnTo>
                  <a:lnTo>
                    <a:pt x="4022" y="89152"/>
                  </a:lnTo>
                  <a:lnTo>
                    <a:pt x="4046" y="87948"/>
                  </a:lnTo>
                  <a:lnTo>
                    <a:pt x="4705" y="87290"/>
                  </a:lnTo>
                  <a:lnTo>
                    <a:pt x="5442" y="85964"/>
                  </a:lnTo>
                  <a:lnTo>
                    <a:pt x="6871" y="84350"/>
                  </a:lnTo>
                  <a:lnTo>
                    <a:pt x="7311" y="81303"/>
                  </a:lnTo>
                  <a:lnTo>
                    <a:pt x="6898" y="80536"/>
                  </a:lnTo>
                  <a:lnTo>
                    <a:pt x="6008" y="79812"/>
                  </a:lnTo>
                  <a:lnTo>
                    <a:pt x="6208" y="78273"/>
                  </a:lnTo>
                  <a:lnTo>
                    <a:pt x="6575" y="77101"/>
                  </a:lnTo>
                  <a:lnTo>
                    <a:pt x="6438" y="76398"/>
                  </a:lnTo>
                  <a:lnTo>
                    <a:pt x="5386" y="74416"/>
                  </a:lnTo>
                  <a:lnTo>
                    <a:pt x="4687" y="72610"/>
                  </a:lnTo>
                  <a:lnTo>
                    <a:pt x="4894" y="70551"/>
                  </a:lnTo>
                  <a:lnTo>
                    <a:pt x="4734" y="67437"/>
                  </a:lnTo>
                  <a:lnTo>
                    <a:pt x="4829" y="64823"/>
                  </a:lnTo>
                  <a:lnTo>
                    <a:pt x="4784" y="63406"/>
                  </a:lnTo>
                  <a:lnTo>
                    <a:pt x="4270" y="60214"/>
                  </a:lnTo>
                  <a:lnTo>
                    <a:pt x="4037" y="57018"/>
                  </a:lnTo>
                  <a:lnTo>
                    <a:pt x="3362" y="57484"/>
                  </a:lnTo>
                  <a:lnTo>
                    <a:pt x="2816" y="58278"/>
                  </a:lnTo>
                  <a:lnTo>
                    <a:pt x="865" y="57153"/>
                  </a:lnTo>
                  <a:lnTo>
                    <a:pt x="250" y="57083"/>
                  </a:lnTo>
                  <a:lnTo>
                    <a:pt x="0" y="54710"/>
                  </a:lnTo>
                  <a:lnTo>
                    <a:pt x="698" y="51784"/>
                  </a:lnTo>
                  <a:lnTo>
                    <a:pt x="2357" y="49206"/>
                  </a:lnTo>
                  <a:lnTo>
                    <a:pt x="3309" y="48885"/>
                  </a:lnTo>
                  <a:lnTo>
                    <a:pt x="4028" y="47750"/>
                  </a:lnTo>
                  <a:lnTo>
                    <a:pt x="5148" y="47392"/>
                  </a:lnTo>
                  <a:lnTo>
                    <a:pt x="6492" y="49142"/>
                  </a:lnTo>
                  <a:lnTo>
                    <a:pt x="7699" y="49494"/>
                  </a:lnTo>
                  <a:lnTo>
                    <a:pt x="8369" y="52518"/>
                  </a:lnTo>
                  <a:lnTo>
                    <a:pt x="8780" y="53157"/>
                  </a:lnTo>
                  <a:lnTo>
                    <a:pt x="8866" y="52046"/>
                  </a:lnTo>
                  <a:lnTo>
                    <a:pt x="9840" y="50744"/>
                  </a:lnTo>
                  <a:lnTo>
                    <a:pt x="10073" y="49761"/>
                  </a:lnTo>
                  <a:lnTo>
                    <a:pt x="9862" y="49223"/>
                  </a:lnTo>
                  <a:lnTo>
                    <a:pt x="8741" y="48688"/>
                  </a:lnTo>
                  <a:lnTo>
                    <a:pt x="7735" y="44935"/>
                  </a:lnTo>
                  <a:lnTo>
                    <a:pt x="7595" y="43296"/>
                  </a:lnTo>
                  <a:lnTo>
                    <a:pt x="7229" y="42251"/>
                  </a:lnTo>
                  <a:lnTo>
                    <a:pt x="7773" y="39256"/>
                  </a:lnTo>
                  <a:lnTo>
                    <a:pt x="6609" y="35835"/>
                  </a:lnTo>
                  <a:lnTo>
                    <a:pt x="6043" y="34758"/>
                  </a:lnTo>
                  <a:lnTo>
                    <a:pt x="6124" y="31684"/>
                  </a:lnTo>
                  <a:lnTo>
                    <a:pt x="5516" y="29726"/>
                  </a:lnTo>
                  <a:lnTo>
                    <a:pt x="5178" y="28653"/>
                  </a:lnTo>
                  <a:lnTo>
                    <a:pt x="4970" y="26798"/>
                  </a:lnTo>
                  <a:lnTo>
                    <a:pt x="5148" y="25965"/>
                  </a:lnTo>
                  <a:lnTo>
                    <a:pt x="5678" y="25647"/>
                  </a:lnTo>
                  <a:lnTo>
                    <a:pt x="5841" y="24868"/>
                  </a:lnTo>
                  <a:lnTo>
                    <a:pt x="6219" y="24310"/>
                  </a:lnTo>
                  <a:lnTo>
                    <a:pt x="6243" y="23506"/>
                  </a:lnTo>
                  <a:lnTo>
                    <a:pt x="6247" y="20868"/>
                  </a:lnTo>
                  <a:lnTo>
                    <a:pt x="7326" y="19043"/>
                  </a:lnTo>
                  <a:lnTo>
                    <a:pt x="8864" y="15288"/>
                  </a:lnTo>
                  <a:lnTo>
                    <a:pt x="9618" y="13233"/>
                  </a:lnTo>
                  <a:lnTo>
                    <a:pt x="10477" y="11314"/>
                  </a:lnTo>
                  <a:lnTo>
                    <a:pt x="11473" y="10033"/>
                  </a:lnTo>
                  <a:lnTo>
                    <a:pt x="12450" y="9422"/>
                  </a:lnTo>
                  <a:lnTo>
                    <a:pt x="13987" y="9164"/>
                  </a:lnTo>
                  <a:lnTo>
                    <a:pt x="16932" y="9410"/>
                  </a:lnTo>
                  <a:lnTo>
                    <a:pt x="17509" y="9187"/>
                  </a:lnTo>
                  <a:lnTo>
                    <a:pt x="19558" y="8988"/>
                  </a:lnTo>
                  <a:lnTo>
                    <a:pt x="20041" y="9329"/>
                  </a:lnTo>
                  <a:lnTo>
                    <a:pt x="21529" y="9544"/>
                  </a:lnTo>
                  <a:lnTo>
                    <a:pt x="23179" y="9304"/>
                  </a:lnTo>
                  <a:lnTo>
                    <a:pt x="24009" y="8749"/>
                  </a:lnTo>
                  <a:lnTo>
                    <a:pt x="24779" y="7804"/>
                  </a:lnTo>
                  <a:lnTo>
                    <a:pt x="25452" y="6100"/>
                  </a:lnTo>
                  <a:lnTo>
                    <a:pt x="26145" y="2944"/>
                  </a:lnTo>
                  <a:lnTo>
                    <a:pt x="26887" y="46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7" name="pg946"/>
            <p:cNvSpPr/>
            <p:nvPr/>
          </p:nvSpPr>
          <p:spPr>
            <a:xfrm>
              <a:off x="3611181" y="2355746"/>
              <a:ext cx="21266" cy="41583"/>
            </a:xfrm>
            <a:custGeom>
              <a:avLst/>
              <a:pathLst>
                <a:path w="21266" h="41583">
                  <a:moveTo>
                    <a:pt x="18896" y="29945"/>
                  </a:moveTo>
                  <a:lnTo>
                    <a:pt x="16782" y="30768"/>
                  </a:lnTo>
                  <a:lnTo>
                    <a:pt x="16069" y="31733"/>
                  </a:lnTo>
                  <a:lnTo>
                    <a:pt x="15647" y="33420"/>
                  </a:lnTo>
                  <a:lnTo>
                    <a:pt x="15512" y="34297"/>
                  </a:lnTo>
                  <a:lnTo>
                    <a:pt x="15139" y="34323"/>
                  </a:lnTo>
                  <a:lnTo>
                    <a:pt x="14518" y="33453"/>
                  </a:lnTo>
                  <a:lnTo>
                    <a:pt x="13734" y="32092"/>
                  </a:lnTo>
                  <a:lnTo>
                    <a:pt x="12713" y="32202"/>
                  </a:lnTo>
                  <a:lnTo>
                    <a:pt x="9238" y="35164"/>
                  </a:lnTo>
                  <a:lnTo>
                    <a:pt x="8895" y="36721"/>
                  </a:lnTo>
                  <a:lnTo>
                    <a:pt x="8818" y="40091"/>
                  </a:lnTo>
                  <a:lnTo>
                    <a:pt x="8582" y="41000"/>
                  </a:lnTo>
                  <a:lnTo>
                    <a:pt x="8211" y="41583"/>
                  </a:lnTo>
                  <a:lnTo>
                    <a:pt x="6774" y="41217"/>
                  </a:lnTo>
                  <a:lnTo>
                    <a:pt x="6623" y="40996"/>
                  </a:lnTo>
                  <a:lnTo>
                    <a:pt x="6811" y="39703"/>
                  </a:lnTo>
                  <a:lnTo>
                    <a:pt x="6736" y="36877"/>
                  </a:lnTo>
                  <a:lnTo>
                    <a:pt x="6087" y="32196"/>
                  </a:lnTo>
                  <a:lnTo>
                    <a:pt x="5626" y="30662"/>
                  </a:lnTo>
                  <a:lnTo>
                    <a:pt x="4674" y="29139"/>
                  </a:lnTo>
                  <a:lnTo>
                    <a:pt x="3933" y="28139"/>
                  </a:lnTo>
                  <a:lnTo>
                    <a:pt x="2604" y="27247"/>
                  </a:lnTo>
                  <a:lnTo>
                    <a:pt x="1928" y="24679"/>
                  </a:lnTo>
                  <a:lnTo>
                    <a:pt x="913" y="21760"/>
                  </a:lnTo>
                  <a:lnTo>
                    <a:pt x="425" y="21092"/>
                  </a:lnTo>
                  <a:lnTo>
                    <a:pt x="503" y="20802"/>
                  </a:lnTo>
                  <a:lnTo>
                    <a:pt x="737" y="18602"/>
                  </a:lnTo>
                  <a:lnTo>
                    <a:pt x="447" y="16997"/>
                  </a:lnTo>
                  <a:lnTo>
                    <a:pt x="0" y="15633"/>
                  </a:lnTo>
                  <a:lnTo>
                    <a:pt x="306" y="14804"/>
                  </a:lnTo>
                  <a:lnTo>
                    <a:pt x="1240" y="14813"/>
                  </a:lnTo>
                  <a:lnTo>
                    <a:pt x="2012" y="14964"/>
                  </a:lnTo>
                  <a:lnTo>
                    <a:pt x="2290" y="13659"/>
                  </a:lnTo>
                  <a:lnTo>
                    <a:pt x="3885" y="12799"/>
                  </a:lnTo>
                  <a:lnTo>
                    <a:pt x="5421" y="11913"/>
                  </a:lnTo>
                  <a:lnTo>
                    <a:pt x="5643" y="11288"/>
                  </a:lnTo>
                  <a:lnTo>
                    <a:pt x="5292" y="9943"/>
                  </a:lnTo>
                  <a:lnTo>
                    <a:pt x="5498" y="9102"/>
                  </a:lnTo>
                  <a:lnTo>
                    <a:pt x="7336" y="6704"/>
                  </a:lnTo>
                  <a:lnTo>
                    <a:pt x="7638" y="5618"/>
                  </a:lnTo>
                  <a:lnTo>
                    <a:pt x="7750" y="4764"/>
                  </a:lnTo>
                  <a:lnTo>
                    <a:pt x="7503" y="3862"/>
                  </a:lnTo>
                  <a:lnTo>
                    <a:pt x="7159" y="2442"/>
                  </a:lnTo>
                  <a:lnTo>
                    <a:pt x="7325" y="1845"/>
                  </a:lnTo>
                  <a:lnTo>
                    <a:pt x="8281" y="1025"/>
                  </a:lnTo>
                  <a:lnTo>
                    <a:pt x="9056" y="73"/>
                  </a:lnTo>
                  <a:lnTo>
                    <a:pt x="9515" y="0"/>
                  </a:lnTo>
                  <a:lnTo>
                    <a:pt x="9801" y="683"/>
                  </a:lnTo>
                  <a:lnTo>
                    <a:pt x="9801" y="1392"/>
                  </a:lnTo>
                  <a:lnTo>
                    <a:pt x="10056" y="2589"/>
                  </a:lnTo>
                  <a:lnTo>
                    <a:pt x="10627" y="3233"/>
                  </a:lnTo>
                  <a:lnTo>
                    <a:pt x="11577" y="4286"/>
                  </a:lnTo>
                  <a:lnTo>
                    <a:pt x="12679" y="5005"/>
                  </a:lnTo>
                  <a:lnTo>
                    <a:pt x="13543" y="6443"/>
                  </a:lnTo>
                  <a:lnTo>
                    <a:pt x="14723" y="9008"/>
                  </a:lnTo>
                  <a:lnTo>
                    <a:pt x="14901" y="10278"/>
                  </a:lnTo>
                  <a:lnTo>
                    <a:pt x="15963" y="11417"/>
                  </a:lnTo>
                  <a:lnTo>
                    <a:pt x="16949" y="12692"/>
                  </a:lnTo>
                  <a:lnTo>
                    <a:pt x="16796" y="15060"/>
                  </a:lnTo>
                  <a:lnTo>
                    <a:pt x="20151" y="17126"/>
                  </a:lnTo>
                  <a:lnTo>
                    <a:pt x="20907" y="17111"/>
                  </a:lnTo>
                  <a:lnTo>
                    <a:pt x="21266" y="17471"/>
                  </a:lnTo>
                  <a:lnTo>
                    <a:pt x="21257" y="18012"/>
                  </a:lnTo>
                  <a:lnTo>
                    <a:pt x="20992" y="19668"/>
                  </a:lnTo>
                  <a:lnTo>
                    <a:pt x="19614" y="24757"/>
                  </a:lnTo>
                  <a:lnTo>
                    <a:pt x="19501" y="25814"/>
                  </a:lnTo>
                  <a:lnTo>
                    <a:pt x="18515" y="26921"/>
                  </a:lnTo>
                  <a:lnTo>
                    <a:pt x="18379" y="27559"/>
                  </a:lnTo>
                  <a:lnTo>
                    <a:pt x="18659" y="28966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8" name="pg947"/>
            <p:cNvSpPr/>
            <p:nvPr/>
          </p:nvSpPr>
          <p:spPr>
            <a:xfrm>
              <a:off x="3957337" y="2748223"/>
              <a:ext cx="3292" cy="11137"/>
            </a:xfrm>
            <a:custGeom>
              <a:avLst/>
              <a:pathLst>
                <a:path w="3292" h="11137">
                  <a:moveTo>
                    <a:pt x="2393" y="10476"/>
                  </a:moveTo>
                  <a:lnTo>
                    <a:pt x="1688" y="11137"/>
                  </a:lnTo>
                  <a:lnTo>
                    <a:pt x="1212" y="10857"/>
                  </a:lnTo>
                  <a:lnTo>
                    <a:pt x="754" y="9265"/>
                  </a:lnTo>
                  <a:lnTo>
                    <a:pt x="0" y="5316"/>
                  </a:lnTo>
                  <a:lnTo>
                    <a:pt x="410" y="3843"/>
                  </a:lnTo>
                  <a:lnTo>
                    <a:pt x="395" y="3210"/>
                  </a:lnTo>
                  <a:lnTo>
                    <a:pt x="477" y="2734"/>
                  </a:lnTo>
                  <a:lnTo>
                    <a:pt x="708" y="2431"/>
                  </a:lnTo>
                  <a:lnTo>
                    <a:pt x="952" y="569"/>
                  </a:lnTo>
                  <a:lnTo>
                    <a:pt x="1274" y="0"/>
                  </a:lnTo>
                  <a:lnTo>
                    <a:pt x="1805" y="1256"/>
                  </a:lnTo>
                  <a:lnTo>
                    <a:pt x="3292" y="5797"/>
                  </a:lnTo>
                  <a:lnTo>
                    <a:pt x="3281" y="7649"/>
                  </a:lnTo>
                  <a:lnTo>
                    <a:pt x="3193" y="8395"/>
                  </a:lnTo>
                  <a:close/>
                </a:path>
              </a:pathLst>
            </a:custGeom>
            <a:solidFill>
              <a:srgbClr val="FFEFE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9" name="pg948"/>
            <p:cNvSpPr/>
            <p:nvPr/>
          </p:nvSpPr>
          <p:spPr>
            <a:xfrm>
              <a:off x="3938210" y="2744723"/>
              <a:ext cx="23581" cy="46219"/>
            </a:xfrm>
            <a:custGeom>
              <a:avLst/>
              <a:pathLst>
                <a:path w="23581" h="46219">
                  <a:moveTo>
                    <a:pt x="23581" y="45930"/>
                  </a:moveTo>
                  <a:lnTo>
                    <a:pt x="21438" y="46001"/>
                  </a:lnTo>
                  <a:lnTo>
                    <a:pt x="18733" y="46091"/>
                  </a:lnTo>
                  <a:lnTo>
                    <a:pt x="16541" y="46151"/>
                  </a:lnTo>
                  <a:lnTo>
                    <a:pt x="14065" y="46219"/>
                  </a:lnTo>
                  <a:lnTo>
                    <a:pt x="12977" y="43417"/>
                  </a:lnTo>
                  <a:lnTo>
                    <a:pt x="12608" y="40357"/>
                  </a:lnTo>
                  <a:lnTo>
                    <a:pt x="12214" y="37216"/>
                  </a:lnTo>
                  <a:lnTo>
                    <a:pt x="11127" y="32733"/>
                  </a:lnTo>
                  <a:lnTo>
                    <a:pt x="7494" y="31651"/>
                  </a:lnTo>
                  <a:lnTo>
                    <a:pt x="5562" y="31075"/>
                  </a:lnTo>
                  <a:lnTo>
                    <a:pt x="2386" y="30219"/>
                  </a:lnTo>
                  <a:lnTo>
                    <a:pt x="0" y="29580"/>
                  </a:lnTo>
                  <a:lnTo>
                    <a:pt x="2002" y="24751"/>
                  </a:lnTo>
                  <a:lnTo>
                    <a:pt x="2935" y="22157"/>
                  </a:lnTo>
                  <a:lnTo>
                    <a:pt x="4620" y="16541"/>
                  </a:lnTo>
                  <a:lnTo>
                    <a:pt x="5485" y="12542"/>
                  </a:lnTo>
                  <a:lnTo>
                    <a:pt x="6320" y="8105"/>
                  </a:lnTo>
                  <a:lnTo>
                    <a:pt x="7041" y="4648"/>
                  </a:lnTo>
                  <a:lnTo>
                    <a:pt x="7192" y="4018"/>
                  </a:lnTo>
                  <a:lnTo>
                    <a:pt x="7611" y="2846"/>
                  </a:lnTo>
                  <a:lnTo>
                    <a:pt x="8536" y="1649"/>
                  </a:lnTo>
                  <a:lnTo>
                    <a:pt x="9870" y="520"/>
                  </a:lnTo>
                  <a:lnTo>
                    <a:pt x="12134" y="24"/>
                  </a:lnTo>
                  <a:lnTo>
                    <a:pt x="13725" y="0"/>
                  </a:lnTo>
                  <a:lnTo>
                    <a:pt x="14083" y="50"/>
                  </a:lnTo>
                  <a:lnTo>
                    <a:pt x="15084" y="611"/>
                  </a:lnTo>
                  <a:lnTo>
                    <a:pt x="17858" y="3383"/>
                  </a:lnTo>
                  <a:lnTo>
                    <a:pt x="17796" y="4474"/>
                  </a:lnTo>
                  <a:lnTo>
                    <a:pt x="18191" y="7727"/>
                  </a:lnTo>
                  <a:lnTo>
                    <a:pt x="19076" y="11280"/>
                  </a:lnTo>
                  <a:lnTo>
                    <a:pt x="19801" y="14159"/>
                  </a:lnTo>
                  <a:lnTo>
                    <a:pt x="19891" y="15508"/>
                  </a:lnTo>
                  <a:lnTo>
                    <a:pt x="19225" y="15312"/>
                  </a:lnTo>
                  <a:lnTo>
                    <a:pt x="18718" y="14768"/>
                  </a:lnTo>
                  <a:lnTo>
                    <a:pt x="17746" y="14201"/>
                  </a:lnTo>
                  <a:lnTo>
                    <a:pt x="15869" y="18022"/>
                  </a:lnTo>
                  <a:lnTo>
                    <a:pt x="14731" y="20104"/>
                  </a:lnTo>
                  <a:lnTo>
                    <a:pt x="14699" y="20811"/>
                  </a:lnTo>
                  <a:lnTo>
                    <a:pt x="16212" y="21617"/>
                  </a:lnTo>
                  <a:lnTo>
                    <a:pt x="17323" y="21591"/>
                  </a:lnTo>
                  <a:lnTo>
                    <a:pt x="18098" y="21032"/>
                  </a:lnTo>
                  <a:lnTo>
                    <a:pt x="18756" y="21923"/>
                  </a:lnTo>
                  <a:lnTo>
                    <a:pt x="19186" y="24284"/>
                  </a:lnTo>
                  <a:lnTo>
                    <a:pt x="19360" y="26197"/>
                  </a:lnTo>
                  <a:lnTo>
                    <a:pt x="20389" y="33033"/>
                  </a:lnTo>
                  <a:lnTo>
                    <a:pt x="21242" y="35341"/>
                  </a:lnTo>
                  <a:lnTo>
                    <a:pt x="22308" y="39419"/>
                  </a:lnTo>
                  <a:lnTo>
                    <a:pt x="22703" y="41530"/>
                  </a:lnTo>
                  <a:lnTo>
                    <a:pt x="22929" y="43310"/>
                  </a:lnTo>
                  <a:close/>
                </a:path>
              </a:pathLst>
            </a:custGeom>
            <a:solidFill>
              <a:srgbClr val="FFEFE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0" name="pg949"/>
            <p:cNvSpPr/>
            <p:nvPr/>
          </p:nvSpPr>
          <p:spPr>
            <a:xfrm>
              <a:off x="4599421" y="2969356"/>
              <a:ext cx="93019" cy="253355"/>
            </a:xfrm>
            <a:custGeom>
              <a:avLst/>
              <a:pathLst>
                <a:path w="93019" h="253355">
                  <a:moveTo>
                    <a:pt x="24833" y="3429"/>
                  </a:moveTo>
                  <a:lnTo>
                    <a:pt x="25519" y="6241"/>
                  </a:lnTo>
                  <a:lnTo>
                    <a:pt x="26980" y="9369"/>
                  </a:lnTo>
                  <a:lnTo>
                    <a:pt x="28723" y="13832"/>
                  </a:lnTo>
                  <a:lnTo>
                    <a:pt x="29277" y="15882"/>
                  </a:lnTo>
                  <a:lnTo>
                    <a:pt x="30449" y="17462"/>
                  </a:lnTo>
                  <a:lnTo>
                    <a:pt x="30784" y="19015"/>
                  </a:lnTo>
                  <a:lnTo>
                    <a:pt x="31050" y="21391"/>
                  </a:lnTo>
                  <a:lnTo>
                    <a:pt x="31168" y="23161"/>
                  </a:lnTo>
                  <a:lnTo>
                    <a:pt x="31430" y="24207"/>
                  </a:lnTo>
                  <a:lnTo>
                    <a:pt x="31841" y="24618"/>
                  </a:lnTo>
                  <a:lnTo>
                    <a:pt x="32375" y="24151"/>
                  </a:lnTo>
                  <a:lnTo>
                    <a:pt x="32776" y="23213"/>
                  </a:lnTo>
                  <a:lnTo>
                    <a:pt x="33111" y="20604"/>
                  </a:lnTo>
                  <a:lnTo>
                    <a:pt x="33329" y="20326"/>
                  </a:lnTo>
                  <a:lnTo>
                    <a:pt x="33691" y="22472"/>
                  </a:lnTo>
                  <a:lnTo>
                    <a:pt x="34073" y="22841"/>
                  </a:lnTo>
                  <a:lnTo>
                    <a:pt x="34585" y="23116"/>
                  </a:lnTo>
                  <a:lnTo>
                    <a:pt x="34979" y="24050"/>
                  </a:lnTo>
                  <a:lnTo>
                    <a:pt x="35097" y="25679"/>
                  </a:lnTo>
                  <a:lnTo>
                    <a:pt x="34967" y="27347"/>
                  </a:lnTo>
                  <a:lnTo>
                    <a:pt x="34485" y="29221"/>
                  </a:lnTo>
                  <a:lnTo>
                    <a:pt x="34212" y="31183"/>
                  </a:lnTo>
                  <a:lnTo>
                    <a:pt x="34024" y="34210"/>
                  </a:lnTo>
                  <a:lnTo>
                    <a:pt x="33764" y="36325"/>
                  </a:lnTo>
                  <a:lnTo>
                    <a:pt x="34167" y="38197"/>
                  </a:lnTo>
                  <a:lnTo>
                    <a:pt x="36890" y="47385"/>
                  </a:lnTo>
                  <a:lnTo>
                    <a:pt x="38201" y="48892"/>
                  </a:lnTo>
                  <a:lnTo>
                    <a:pt x="41321" y="50689"/>
                  </a:lnTo>
                  <a:lnTo>
                    <a:pt x="42445" y="51930"/>
                  </a:lnTo>
                  <a:lnTo>
                    <a:pt x="43437" y="53134"/>
                  </a:lnTo>
                  <a:lnTo>
                    <a:pt x="44417" y="52547"/>
                  </a:lnTo>
                  <a:lnTo>
                    <a:pt x="45356" y="49812"/>
                  </a:lnTo>
                  <a:lnTo>
                    <a:pt x="46485" y="48278"/>
                  </a:lnTo>
                  <a:lnTo>
                    <a:pt x="48583" y="45920"/>
                  </a:lnTo>
                  <a:lnTo>
                    <a:pt x="49191" y="45793"/>
                  </a:lnTo>
                  <a:lnTo>
                    <a:pt x="50351" y="46725"/>
                  </a:lnTo>
                  <a:lnTo>
                    <a:pt x="52255" y="49470"/>
                  </a:lnTo>
                  <a:lnTo>
                    <a:pt x="53634" y="52051"/>
                  </a:lnTo>
                  <a:lnTo>
                    <a:pt x="54485" y="53403"/>
                  </a:lnTo>
                  <a:lnTo>
                    <a:pt x="55137" y="54623"/>
                  </a:lnTo>
                  <a:lnTo>
                    <a:pt x="55038" y="55996"/>
                  </a:lnTo>
                  <a:lnTo>
                    <a:pt x="54514" y="57336"/>
                  </a:lnTo>
                  <a:lnTo>
                    <a:pt x="53846" y="58083"/>
                  </a:lnTo>
                  <a:lnTo>
                    <a:pt x="52973" y="59379"/>
                  </a:lnTo>
                  <a:lnTo>
                    <a:pt x="52479" y="60689"/>
                  </a:lnTo>
                  <a:lnTo>
                    <a:pt x="52780" y="61181"/>
                  </a:lnTo>
                  <a:lnTo>
                    <a:pt x="54063" y="61509"/>
                  </a:lnTo>
                  <a:lnTo>
                    <a:pt x="55577" y="62666"/>
                  </a:lnTo>
                  <a:lnTo>
                    <a:pt x="56041" y="64025"/>
                  </a:lnTo>
                  <a:lnTo>
                    <a:pt x="56108" y="65192"/>
                  </a:lnTo>
                  <a:lnTo>
                    <a:pt x="56294" y="67092"/>
                  </a:lnTo>
                  <a:lnTo>
                    <a:pt x="56563" y="67665"/>
                  </a:lnTo>
                  <a:lnTo>
                    <a:pt x="57969" y="67325"/>
                  </a:lnTo>
                  <a:lnTo>
                    <a:pt x="58403" y="67750"/>
                  </a:lnTo>
                  <a:lnTo>
                    <a:pt x="58907" y="68736"/>
                  </a:lnTo>
                  <a:lnTo>
                    <a:pt x="59407" y="71285"/>
                  </a:lnTo>
                  <a:lnTo>
                    <a:pt x="59391" y="73197"/>
                  </a:lnTo>
                  <a:lnTo>
                    <a:pt x="58378" y="75293"/>
                  </a:lnTo>
                  <a:lnTo>
                    <a:pt x="57999" y="76569"/>
                  </a:lnTo>
                  <a:lnTo>
                    <a:pt x="57834" y="78574"/>
                  </a:lnTo>
                  <a:lnTo>
                    <a:pt x="57111" y="80979"/>
                  </a:lnTo>
                  <a:lnTo>
                    <a:pt x="55195" y="84998"/>
                  </a:lnTo>
                  <a:lnTo>
                    <a:pt x="54682" y="85240"/>
                  </a:lnTo>
                  <a:lnTo>
                    <a:pt x="51147" y="83025"/>
                  </a:lnTo>
                  <a:lnTo>
                    <a:pt x="49509" y="83162"/>
                  </a:lnTo>
                  <a:lnTo>
                    <a:pt x="48715" y="83235"/>
                  </a:lnTo>
                  <a:lnTo>
                    <a:pt x="48336" y="83331"/>
                  </a:lnTo>
                  <a:lnTo>
                    <a:pt x="48107" y="84178"/>
                  </a:lnTo>
                  <a:lnTo>
                    <a:pt x="48577" y="86611"/>
                  </a:lnTo>
                  <a:lnTo>
                    <a:pt x="48717" y="89022"/>
                  </a:lnTo>
                  <a:lnTo>
                    <a:pt x="48280" y="90857"/>
                  </a:lnTo>
                  <a:lnTo>
                    <a:pt x="47102" y="92464"/>
                  </a:lnTo>
                  <a:lnTo>
                    <a:pt x="46662" y="93235"/>
                  </a:lnTo>
                  <a:lnTo>
                    <a:pt x="46603" y="94269"/>
                  </a:lnTo>
                  <a:lnTo>
                    <a:pt x="46933" y="95347"/>
                  </a:lnTo>
                  <a:lnTo>
                    <a:pt x="48019" y="96458"/>
                  </a:lnTo>
                  <a:lnTo>
                    <a:pt x="49280" y="97503"/>
                  </a:lnTo>
                  <a:lnTo>
                    <a:pt x="53442" y="103759"/>
                  </a:lnTo>
                  <a:lnTo>
                    <a:pt x="54332" y="105229"/>
                  </a:lnTo>
                  <a:lnTo>
                    <a:pt x="55508" y="107399"/>
                  </a:lnTo>
                  <a:lnTo>
                    <a:pt x="56782" y="109090"/>
                  </a:lnTo>
                  <a:lnTo>
                    <a:pt x="60196" y="111309"/>
                  </a:lnTo>
                  <a:lnTo>
                    <a:pt x="61701" y="112771"/>
                  </a:lnTo>
                  <a:lnTo>
                    <a:pt x="62088" y="113594"/>
                  </a:lnTo>
                  <a:lnTo>
                    <a:pt x="62075" y="114605"/>
                  </a:lnTo>
                  <a:lnTo>
                    <a:pt x="61681" y="115897"/>
                  </a:lnTo>
                  <a:lnTo>
                    <a:pt x="61354" y="118167"/>
                  </a:lnTo>
                  <a:lnTo>
                    <a:pt x="61340" y="119530"/>
                  </a:lnTo>
                  <a:lnTo>
                    <a:pt x="61694" y="120855"/>
                  </a:lnTo>
                  <a:lnTo>
                    <a:pt x="62295" y="122821"/>
                  </a:lnTo>
                  <a:lnTo>
                    <a:pt x="63652" y="125876"/>
                  </a:lnTo>
                  <a:lnTo>
                    <a:pt x="64396" y="127226"/>
                  </a:lnTo>
                  <a:lnTo>
                    <a:pt x="65216" y="127534"/>
                  </a:lnTo>
                  <a:lnTo>
                    <a:pt x="65934" y="128271"/>
                  </a:lnTo>
                  <a:lnTo>
                    <a:pt x="66679" y="130542"/>
                  </a:lnTo>
                  <a:lnTo>
                    <a:pt x="67542" y="133312"/>
                  </a:lnTo>
                  <a:lnTo>
                    <a:pt x="67655" y="135246"/>
                  </a:lnTo>
                  <a:lnTo>
                    <a:pt x="68020" y="137723"/>
                  </a:lnTo>
                  <a:lnTo>
                    <a:pt x="68812" y="140577"/>
                  </a:lnTo>
                  <a:lnTo>
                    <a:pt x="69899" y="143337"/>
                  </a:lnTo>
                  <a:lnTo>
                    <a:pt x="71420" y="146758"/>
                  </a:lnTo>
                  <a:lnTo>
                    <a:pt x="72294" y="149172"/>
                  </a:lnTo>
                  <a:lnTo>
                    <a:pt x="72697" y="150108"/>
                  </a:lnTo>
                  <a:lnTo>
                    <a:pt x="75946" y="155973"/>
                  </a:lnTo>
                  <a:lnTo>
                    <a:pt x="76734" y="158133"/>
                  </a:lnTo>
                  <a:lnTo>
                    <a:pt x="77877" y="162304"/>
                  </a:lnTo>
                  <a:lnTo>
                    <a:pt x="78362" y="162916"/>
                  </a:lnTo>
                  <a:lnTo>
                    <a:pt x="78818" y="163736"/>
                  </a:lnTo>
                  <a:lnTo>
                    <a:pt x="79111" y="166025"/>
                  </a:lnTo>
                  <a:lnTo>
                    <a:pt x="79206" y="167667"/>
                  </a:lnTo>
                  <a:lnTo>
                    <a:pt x="79360" y="172700"/>
                  </a:lnTo>
                  <a:lnTo>
                    <a:pt x="79946" y="174196"/>
                  </a:lnTo>
                  <a:lnTo>
                    <a:pt x="80487" y="176033"/>
                  </a:lnTo>
                  <a:lnTo>
                    <a:pt x="80720" y="177372"/>
                  </a:lnTo>
                  <a:lnTo>
                    <a:pt x="81210" y="178366"/>
                  </a:lnTo>
                  <a:lnTo>
                    <a:pt x="81746" y="178556"/>
                  </a:lnTo>
                  <a:lnTo>
                    <a:pt x="82388" y="177440"/>
                  </a:lnTo>
                  <a:lnTo>
                    <a:pt x="82892" y="176378"/>
                  </a:lnTo>
                  <a:lnTo>
                    <a:pt x="83122" y="176692"/>
                  </a:lnTo>
                  <a:lnTo>
                    <a:pt x="83637" y="180211"/>
                  </a:lnTo>
                  <a:lnTo>
                    <a:pt x="84104" y="181494"/>
                  </a:lnTo>
                  <a:lnTo>
                    <a:pt x="84984" y="182714"/>
                  </a:lnTo>
                  <a:lnTo>
                    <a:pt x="85820" y="183660"/>
                  </a:lnTo>
                  <a:lnTo>
                    <a:pt x="87642" y="187900"/>
                  </a:lnTo>
                  <a:lnTo>
                    <a:pt x="88619" y="189445"/>
                  </a:lnTo>
                  <a:lnTo>
                    <a:pt x="89280" y="189937"/>
                  </a:lnTo>
                  <a:lnTo>
                    <a:pt x="89851" y="190657"/>
                  </a:lnTo>
                  <a:lnTo>
                    <a:pt x="90021" y="191992"/>
                  </a:lnTo>
                  <a:lnTo>
                    <a:pt x="89797" y="193357"/>
                  </a:lnTo>
                  <a:lnTo>
                    <a:pt x="89410" y="194241"/>
                  </a:lnTo>
                  <a:lnTo>
                    <a:pt x="87291" y="196697"/>
                  </a:lnTo>
                  <a:lnTo>
                    <a:pt x="87007" y="197765"/>
                  </a:lnTo>
                  <a:lnTo>
                    <a:pt x="87299" y="199396"/>
                  </a:lnTo>
                  <a:lnTo>
                    <a:pt x="87830" y="201441"/>
                  </a:lnTo>
                  <a:lnTo>
                    <a:pt x="88408" y="203195"/>
                  </a:lnTo>
                  <a:lnTo>
                    <a:pt x="89140" y="204915"/>
                  </a:lnTo>
                  <a:lnTo>
                    <a:pt x="90631" y="207713"/>
                  </a:lnTo>
                  <a:lnTo>
                    <a:pt x="91923" y="209906"/>
                  </a:lnTo>
                  <a:lnTo>
                    <a:pt x="92631" y="212321"/>
                  </a:lnTo>
                  <a:lnTo>
                    <a:pt x="93019" y="213936"/>
                  </a:lnTo>
                  <a:lnTo>
                    <a:pt x="92780" y="215868"/>
                  </a:lnTo>
                  <a:lnTo>
                    <a:pt x="92236" y="217977"/>
                  </a:lnTo>
                  <a:lnTo>
                    <a:pt x="91812" y="219792"/>
                  </a:lnTo>
                  <a:lnTo>
                    <a:pt x="91084" y="220844"/>
                  </a:lnTo>
                  <a:lnTo>
                    <a:pt x="90888" y="222072"/>
                  </a:lnTo>
                  <a:lnTo>
                    <a:pt x="91188" y="223962"/>
                  </a:lnTo>
                  <a:lnTo>
                    <a:pt x="91432" y="225265"/>
                  </a:lnTo>
                  <a:lnTo>
                    <a:pt x="91300" y="226874"/>
                  </a:lnTo>
                  <a:lnTo>
                    <a:pt x="91370" y="230192"/>
                  </a:lnTo>
                  <a:lnTo>
                    <a:pt x="90700" y="231377"/>
                  </a:lnTo>
                  <a:lnTo>
                    <a:pt x="90078" y="234394"/>
                  </a:lnTo>
                  <a:lnTo>
                    <a:pt x="89648" y="234617"/>
                  </a:lnTo>
                  <a:lnTo>
                    <a:pt x="88572" y="233522"/>
                  </a:lnTo>
                  <a:lnTo>
                    <a:pt x="88197" y="234121"/>
                  </a:lnTo>
                  <a:lnTo>
                    <a:pt x="87510" y="236314"/>
                  </a:lnTo>
                  <a:lnTo>
                    <a:pt x="86310" y="238713"/>
                  </a:lnTo>
                  <a:lnTo>
                    <a:pt x="85730" y="238741"/>
                  </a:lnTo>
                  <a:lnTo>
                    <a:pt x="85332" y="238448"/>
                  </a:lnTo>
                  <a:lnTo>
                    <a:pt x="84864" y="239472"/>
                  </a:lnTo>
                  <a:lnTo>
                    <a:pt x="84196" y="241354"/>
                  </a:lnTo>
                  <a:lnTo>
                    <a:pt x="83889" y="241293"/>
                  </a:lnTo>
                  <a:lnTo>
                    <a:pt x="82738" y="241727"/>
                  </a:lnTo>
                  <a:lnTo>
                    <a:pt x="82288" y="241124"/>
                  </a:lnTo>
                  <a:lnTo>
                    <a:pt x="81729" y="239569"/>
                  </a:lnTo>
                  <a:lnTo>
                    <a:pt x="80831" y="237986"/>
                  </a:lnTo>
                  <a:lnTo>
                    <a:pt x="80014" y="236861"/>
                  </a:lnTo>
                  <a:lnTo>
                    <a:pt x="79576" y="236102"/>
                  </a:lnTo>
                  <a:lnTo>
                    <a:pt x="79174" y="234792"/>
                  </a:lnTo>
                  <a:lnTo>
                    <a:pt x="78808" y="233941"/>
                  </a:lnTo>
                  <a:lnTo>
                    <a:pt x="78136" y="235808"/>
                  </a:lnTo>
                  <a:lnTo>
                    <a:pt x="77001" y="237588"/>
                  </a:lnTo>
                  <a:lnTo>
                    <a:pt x="75927" y="237250"/>
                  </a:lnTo>
                  <a:lnTo>
                    <a:pt x="75401" y="236955"/>
                  </a:lnTo>
                  <a:lnTo>
                    <a:pt x="74974" y="239557"/>
                  </a:lnTo>
                  <a:lnTo>
                    <a:pt x="74659" y="240023"/>
                  </a:lnTo>
                  <a:lnTo>
                    <a:pt x="72724" y="240472"/>
                  </a:lnTo>
                  <a:lnTo>
                    <a:pt x="72360" y="240891"/>
                  </a:lnTo>
                  <a:lnTo>
                    <a:pt x="72671" y="243258"/>
                  </a:lnTo>
                  <a:lnTo>
                    <a:pt x="73813" y="247271"/>
                  </a:lnTo>
                  <a:lnTo>
                    <a:pt x="74159" y="249575"/>
                  </a:lnTo>
                  <a:lnTo>
                    <a:pt x="73444" y="253355"/>
                  </a:lnTo>
                  <a:lnTo>
                    <a:pt x="71442" y="253257"/>
                  </a:lnTo>
                  <a:lnTo>
                    <a:pt x="70540" y="251718"/>
                  </a:lnTo>
                  <a:lnTo>
                    <a:pt x="69709" y="249576"/>
                  </a:lnTo>
                  <a:lnTo>
                    <a:pt x="69409" y="248516"/>
                  </a:lnTo>
                  <a:lnTo>
                    <a:pt x="66839" y="246412"/>
                  </a:lnTo>
                  <a:lnTo>
                    <a:pt x="65126" y="247862"/>
                  </a:lnTo>
                  <a:lnTo>
                    <a:pt x="64602" y="247789"/>
                  </a:lnTo>
                  <a:lnTo>
                    <a:pt x="63795" y="246255"/>
                  </a:lnTo>
                  <a:lnTo>
                    <a:pt x="63312" y="245101"/>
                  </a:lnTo>
                  <a:lnTo>
                    <a:pt x="62835" y="243362"/>
                  </a:lnTo>
                  <a:lnTo>
                    <a:pt x="62570" y="241598"/>
                  </a:lnTo>
                  <a:lnTo>
                    <a:pt x="62542" y="240795"/>
                  </a:lnTo>
                  <a:lnTo>
                    <a:pt x="63287" y="240156"/>
                  </a:lnTo>
                  <a:lnTo>
                    <a:pt x="64503" y="238713"/>
                  </a:lnTo>
                  <a:lnTo>
                    <a:pt x="65496" y="237090"/>
                  </a:lnTo>
                  <a:lnTo>
                    <a:pt x="66149" y="235362"/>
                  </a:lnTo>
                  <a:lnTo>
                    <a:pt x="66418" y="233573"/>
                  </a:lnTo>
                  <a:lnTo>
                    <a:pt x="66453" y="231488"/>
                  </a:lnTo>
                  <a:lnTo>
                    <a:pt x="66735" y="226107"/>
                  </a:lnTo>
                  <a:lnTo>
                    <a:pt x="67026" y="223473"/>
                  </a:lnTo>
                  <a:lnTo>
                    <a:pt x="66862" y="220248"/>
                  </a:lnTo>
                  <a:lnTo>
                    <a:pt x="66332" y="217707"/>
                  </a:lnTo>
                  <a:lnTo>
                    <a:pt x="66332" y="213895"/>
                  </a:lnTo>
                  <a:lnTo>
                    <a:pt x="66523" y="212033"/>
                  </a:lnTo>
                  <a:lnTo>
                    <a:pt x="66613" y="210813"/>
                  </a:lnTo>
                  <a:lnTo>
                    <a:pt x="67360" y="209267"/>
                  </a:lnTo>
                  <a:lnTo>
                    <a:pt x="67877" y="207049"/>
                  </a:lnTo>
                  <a:lnTo>
                    <a:pt x="68164" y="204163"/>
                  </a:lnTo>
                  <a:lnTo>
                    <a:pt x="68190" y="202077"/>
                  </a:lnTo>
                  <a:lnTo>
                    <a:pt x="67957" y="200795"/>
                  </a:lnTo>
                  <a:lnTo>
                    <a:pt x="67220" y="199574"/>
                  </a:lnTo>
                  <a:lnTo>
                    <a:pt x="65981" y="198417"/>
                  </a:lnTo>
                  <a:lnTo>
                    <a:pt x="65203" y="196955"/>
                  </a:lnTo>
                  <a:lnTo>
                    <a:pt x="64886" y="195188"/>
                  </a:lnTo>
                  <a:lnTo>
                    <a:pt x="64915" y="193637"/>
                  </a:lnTo>
                  <a:lnTo>
                    <a:pt x="65293" y="192299"/>
                  </a:lnTo>
                  <a:lnTo>
                    <a:pt x="64361" y="190809"/>
                  </a:lnTo>
                  <a:lnTo>
                    <a:pt x="62116" y="189164"/>
                  </a:lnTo>
                  <a:lnTo>
                    <a:pt x="60862" y="187193"/>
                  </a:lnTo>
                  <a:lnTo>
                    <a:pt x="60598" y="184896"/>
                  </a:lnTo>
                  <a:lnTo>
                    <a:pt x="59662" y="181883"/>
                  </a:lnTo>
                  <a:lnTo>
                    <a:pt x="58051" y="178157"/>
                  </a:lnTo>
                  <a:lnTo>
                    <a:pt x="57203" y="172794"/>
                  </a:lnTo>
                  <a:lnTo>
                    <a:pt x="57116" y="165796"/>
                  </a:lnTo>
                  <a:lnTo>
                    <a:pt x="57306" y="160100"/>
                  </a:lnTo>
                  <a:lnTo>
                    <a:pt x="58010" y="153506"/>
                  </a:lnTo>
                  <a:lnTo>
                    <a:pt x="57068" y="148737"/>
                  </a:lnTo>
                  <a:lnTo>
                    <a:pt x="56034" y="146224"/>
                  </a:lnTo>
                  <a:lnTo>
                    <a:pt x="54595" y="144376"/>
                  </a:lnTo>
                  <a:lnTo>
                    <a:pt x="53223" y="141725"/>
                  </a:lnTo>
                  <a:lnTo>
                    <a:pt x="51922" y="138273"/>
                  </a:lnTo>
                  <a:lnTo>
                    <a:pt x="50361" y="133174"/>
                  </a:lnTo>
                  <a:lnTo>
                    <a:pt x="48542" y="126427"/>
                  </a:lnTo>
                  <a:lnTo>
                    <a:pt x="47319" y="123404"/>
                  </a:lnTo>
                  <a:lnTo>
                    <a:pt x="46692" y="124104"/>
                  </a:lnTo>
                  <a:lnTo>
                    <a:pt x="45377" y="123478"/>
                  </a:lnTo>
                  <a:lnTo>
                    <a:pt x="43371" y="121526"/>
                  </a:lnTo>
                  <a:lnTo>
                    <a:pt x="41622" y="120474"/>
                  </a:lnTo>
                  <a:lnTo>
                    <a:pt x="40129" y="120321"/>
                  </a:lnTo>
                  <a:lnTo>
                    <a:pt x="39158" y="120762"/>
                  </a:lnTo>
                  <a:lnTo>
                    <a:pt x="38707" y="121794"/>
                  </a:lnTo>
                  <a:lnTo>
                    <a:pt x="38672" y="122814"/>
                  </a:lnTo>
                  <a:lnTo>
                    <a:pt x="39051" y="123818"/>
                  </a:lnTo>
                  <a:lnTo>
                    <a:pt x="38848" y="124602"/>
                  </a:lnTo>
                  <a:lnTo>
                    <a:pt x="38065" y="125163"/>
                  </a:lnTo>
                  <a:lnTo>
                    <a:pt x="37434" y="126278"/>
                  </a:lnTo>
                  <a:lnTo>
                    <a:pt x="36726" y="128746"/>
                  </a:lnTo>
                  <a:lnTo>
                    <a:pt x="36235" y="131988"/>
                  </a:lnTo>
                  <a:lnTo>
                    <a:pt x="35495" y="133237"/>
                  </a:lnTo>
                  <a:lnTo>
                    <a:pt x="34350" y="133513"/>
                  </a:lnTo>
                  <a:lnTo>
                    <a:pt x="33224" y="134439"/>
                  </a:lnTo>
                  <a:lnTo>
                    <a:pt x="32116" y="136015"/>
                  </a:lnTo>
                  <a:lnTo>
                    <a:pt x="31593" y="137211"/>
                  </a:lnTo>
                  <a:lnTo>
                    <a:pt x="31653" y="138027"/>
                  </a:lnTo>
                  <a:lnTo>
                    <a:pt x="31413" y="138209"/>
                  </a:lnTo>
                  <a:lnTo>
                    <a:pt x="30872" y="137755"/>
                  </a:lnTo>
                  <a:lnTo>
                    <a:pt x="30617" y="136683"/>
                  </a:lnTo>
                  <a:lnTo>
                    <a:pt x="30643" y="134994"/>
                  </a:lnTo>
                  <a:lnTo>
                    <a:pt x="30079" y="133862"/>
                  </a:lnTo>
                  <a:lnTo>
                    <a:pt x="28922" y="133285"/>
                  </a:lnTo>
                  <a:lnTo>
                    <a:pt x="27603" y="131473"/>
                  </a:lnTo>
                  <a:lnTo>
                    <a:pt x="26119" y="128428"/>
                  </a:lnTo>
                  <a:lnTo>
                    <a:pt x="25090" y="126806"/>
                  </a:lnTo>
                  <a:lnTo>
                    <a:pt x="24513" y="126606"/>
                  </a:lnTo>
                  <a:lnTo>
                    <a:pt x="23687" y="127812"/>
                  </a:lnTo>
                  <a:lnTo>
                    <a:pt x="22612" y="130422"/>
                  </a:lnTo>
                  <a:lnTo>
                    <a:pt x="21724" y="131458"/>
                  </a:lnTo>
                  <a:lnTo>
                    <a:pt x="21023" y="130920"/>
                  </a:lnTo>
                  <a:lnTo>
                    <a:pt x="20482" y="131843"/>
                  </a:lnTo>
                  <a:lnTo>
                    <a:pt x="20104" y="134228"/>
                  </a:lnTo>
                  <a:lnTo>
                    <a:pt x="19405" y="136098"/>
                  </a:lnTo>
                  <a:lnTo>
                    <a:pt x="17877" y="138134"/>
                  </a:lnTo>
                  <a:lnTo>
                    <a:pt x="17771" y="138375"/>
                  </a:lnTo>
                  <a:lnTo>
                    <a:pt x="16026" y="141141"/>
                  </a:lnTo>
                  <a:lnTo>
                    <a:pt x="14619" y="143911"/>
                  </a:lnTo>
                  <a:lnTo>
                    <a:pt x="12988" y="147634"/>
                  </a:lnTo>
                  <a:lnTo>
                    <a:pt x="12219" y="148209"/>
                  </a:lnTo>
                  <a:lnTo>
                    <a:pt x="11485" y="147310"/>
                  </a:lnTo>
                  <a:lnTo>
                    <a:pt x="10376" y="146390"/>
                  </a:lnTo>
                  <a:lnTo>
                    <a:pt x="9792" y="145126"/>
                  </a:lnTo>
                  <a:lnTo>
                    <a:pt x="10909" y="138824"/>
                  </a:lnTo>
                  <a:lnTo>
                    <a:pt x="12319" y="131839"/>
                  </a:lnTo>
                  <a:lnTo>
                    <a:pt x="12697" y="128616"/>
                  </a:lnTo>
                  <a:lnTo>
                    <a:pt x="12756" y="126265"/>
                  </a:lnTo>
                  <a:lnTo>
                    <a:pt x="12618" y="124354"/>
                  </a:lnTo>
                  <a:lnTo>
                    <a:pt x="12066" y="122354"/>
                  </a:lnTo>
                  <a:lnTo>
                    <a:pt x="11545" y="120803"/>
                  </a:lnTo>
                  <a:lnTo>
                    <a:pt x="11501" y="119770"/>
                  </a:lnTo>
                  <a:lnTo>
                    <a:pt x="11667" y="118676"/>
                  </a:lnTo>
                  <a:lnTo>
                    <a:pt x="12233" y="117065"/>
                  </a:lnTo>
                  <a:lnTo>
                    <a:pt x="12964" y="114560"/>
                  </a:lnTo>
                  <a:lnTo>
                    <a:pt x="13642" y="109405"/>
                  </a:lnTo>
                  <a:lnTo>
                    <a:pt x="14454" y="103956"/>
                  </a:lnTo>
                  <a:lnTo>
                    <a:pt x="14375" y="100654"/>
                  </a:lnTo>
                  <a:lnTo>
                    <a:pt x="13717" y="97031"/>
                  </a:lnTo>
                  <a:lnTo>
                    <a:pt x="13359" y="93591"/>
                  </a:lnTo>
                  <a:lnTo>
                    <a:pt x="13646" y="88902"/>
                  </a:lnTo>
                  <a:lnTo>
                    <a:pt x="13536" y="87078"/>
                  </a:lnTo>
                  <a:lnTo>
                    <a:pt x="12830" y="86166"/>
                  </a:lnTo>
                  <a:lnTo>
                    <a:pt x="10508" y="85233"/>
                  </a:lnTo>
                  <a:lnTo>
                    <a:pt x="9762" y="85393"/>
                  </a:lnTo>
                  <a:lnTo>
                    <a:pt x="9171" y="85993"/>
                  </a:lnTo>
                  <a:lnTo>
                    <a:pt x="8537" y="87267"/>
                  </a:lnTo>
                  <a:lnTo>
                    <a:pt x="7761" y="88071"/>
                  </a:lnTo>
                  <a:lnTo>
                    <a:pt x="6300" y="88511"/>
                  </a:lnTo>
                  <a:lnTo>
                    <a:pt x="4919" y="86927"/>
                  </a:lnTo>
                  <a:lnTo>
                    <a:pt x="3765" y="84237"/>
                  </a:lnTo>
                  <a:lnTo>
                    <a:pt x="3488" y="80939"/>
                  </a:lnTo>
                  <a:lnTo>
                    <a:pt x="4334" y="77015"/>
                  </a:lnTo>
                  <a:lnTo>
                    <a:pt x="4931" y="73840"/>
                  </a:lnTo>
                  <a:lnTo>
                    <a:pt x="5283" y="71112"/>
                  </a:lnTo>
                  <a:lnTo>
                    <a:pt x="5244" y="69821"/>
                  </a:lnTo>
                  <a:lnTo>
                    <a:pt x="4992" y="68475"/>
                  </a:lnTo>
                  <a:lnTo>
                    <a:pt x="4647" y="68293"/>
                  </a:lnTo>
                  <a:lnTo>
                    <a:pt x="3906" y="66619"/>
                  </a:lnTo>
                  <a:lnTo>
                    <a:pt x="3186" y="63674"/>
                  </a:lnTo>
                  <a:lnTo>
                    <a:pt x="2505" y="62330"/>
                  </a:lnTo>
                  <a:lnTo>
                    <a:pt x="1864" y="62583"/>
                  </a:lnTo>
                  <a:lnTo>
                    <a:pt x="1272" y="63697"/>
                  </a:lnTo>
                  <a:lnTo>
                    <a:pt x="730" y="65673"/>
                  </a:lnTo>
                  <a:lnTo>
                    <a:pt x="306" y="66481"/>
                  </a:lnTo>
                  <a:lnTo>
                    <a:pt x="0" y="66118"/>
                  </a:lnTo>
                  <a:lnTo>
                    <a:pt x="92" y="64375"/>
                  </a:lnTo>
                  <a:lnTo>
                    <a:pt x="181" y="62734"/>
                  </a:lnTo>
                  <a:lnTo>
                    <a:pt x="850" y="56324"/>
                  </a:lnTo>
                  <a:lnTo>
                    <a:pt x="1658" y="52153"/>
                  </a:lnTo>
                  <a:lnTo>
                    <a:pt x="2605" y="50220"/>
                  </a:lnTo>
                  <a:lnTo>
                    <a:pt x="3609" y="49406"/>
                  </a:lnTo>
                  <a:lnTo>
                    <a:pt x="4669" y="49709"/>
                  </a:lnTo>
                  <a:lnTo>
                    <a:pt x="5555" y="49351"/>
                  </a:lnTo>
                  <a:lnTo>
                    <a:pt x="6268" y="48333"/>
                  </a:lnTo>
                  <a:lnTo>
                    <a:pt x="6203" y="47751"/>
                  </a:lnTo>
                  <a:lnTo>
                    <a:pt x="5360" y="47604"/>
                  </a:lnTo>
                  <a:lnTo>
                    <a:pt x="5026" y="46490"/>
                  </a:lnTo>
                  <a:lnTo>
                    <a:pt x="5197" y="44408"/>
                  </a:lnTo>
                  <a:lnTo>
                    <a:pt x="5573" y="43055"/>
                  </a:lnTo>
                  <a:lnTo>
                    <a:pt x="6154" y="42430"/>
                  </a:lnTo>
                  <a:lnTo>
                    <a:pt x="6715" y="40331"/>
                  </a:lnTo>
                  <a:lnTo>
                    <a:pt x="7258" y="36755"/>
                  </a:lnTo>
                  <a:lnTo>
                    <a:pt x="7918" y="34945"/>
                  </a:lnTo>
                  <a:lnTo>
                    <a:pt x="8694" y="34899"/>
                  </a:lnTo>
                  <a:lnTo>
                    <a:pt x="10027" y="33362"/>
                  </a:lnTo>
                  <a:lnTo>
                    <a:pt x="11913" y="30335"/>
                  </a:lnTo>
                  <a:lnTo>
                    <a:pt x="12635" y="27415"/>
                  </a:lnTo>
                  <a:lnTo>
                    <a:pt x="13348" y="28756"/>
                  </a:lnTo>
                  <a:lnTo>
                    <a:pt x="13085" y="32141"/>
                  </a:lnTo>
                  <a:lnTo>
                    <a:pt x="13458" y="32857"/>
                  </a:lnTo>
                  <a:lnTo>
                    <a:pt x="13635" y="34065"/>
                  </a:lnTo>
                  <a:lnTo>
                    <a:pt x="13535" y="35962"/>
                  </a:lnTo>
                  <a:lnTo>
                    <a:pt x="13690" y="37572"/>
                  </a:lnTo>
                  <a:lnTo>
                    <a:pt x="13979" y="38353"/>
                  </a:lnTo>
                  <a:lnTo>
                    <a:pt x="14394" y="38742"/>
                  </a:lnTo>
                  <a:lnTo>
                    <a:pt x="16394" y="37363"/>
                  </a:lnTo>
                  <a:lnTo>
                    <a:pt x="17614" y="37260"/>
                  </a:lnTo>
                  <a:lnTo>
                    <a:pt x="18126" y="38168"/>
                  </a:lnTo>
                  <a:lnTo>
                    <a:pt x="18592" y="38734"/>
                  </a:lnTo>
                  <a:lnTo>
                    <a:pt x="19171" y="39171"/>
                  </a:lnTo>
                  <a:lnTo>
                    <a:pt x="19618" y="39746"/>
                  </a:lnTo>
                  <a:lnTo>
                    <a:pt x="19906" y="39562"/>
                  </a:lnTo>
                  <a:lnTo>
                    <a:pt x="20589" y="38151"/>
                  </a:lnTo>
                  <a:lnTo>
                    <a:pt x="20800" y="37901"/>
                  </a:lnTo>
                  <a:lnTo>
                    <a:pt x="20818" y="37210"/>
                  </a:lnTo>
                  <a:lnTo>
                    <a:pt x="20337" y="35942"/>
                  </a:lnTo>
                  <a:lnTo>
                    <a:pt x="19842" y="34877"/>
                  </a:lnTo>
                  <a:lnTo>
                    <a:pt x="19858" y="32511"/>
                  </a:lnTo>
                  <a:lnTo>
                    <a:pt x="20095" y="28409"/>
                  </a:lnTo>
                  <a:lnTo>
                    <a:pt x="20142" y="26283"/>
                  </a:lnTo>
                  <a:lnTo>
                    <a:pt x="20101" y="21195"/>
                  </a:lnTo>
                  <a:lnTo>
                    <a:pt x="20010" y="19760"/>
                  </a:lnTo>
                  <a:lnTo>
                    <a:pt x="19554" y="18107"/>
                  </a:lnTo>
                  <a:lnTo>
                    <a:pt x="18361" y="14939"/>
                  </a:lnTo>
                  <a:lnTo>
                    <a:pt x="18026" y="13001"/>
                  </a:lnTo>
                  <a:lnTo>
                    <a:pt x="17834" y="11062"/>
                  </a:lnTo>
                  <a:lnTo>
                    <a:pt x="17854" y="9835"/>
                  </a:lnTo>
                  <a:lnTo>
                    <a:pt x="17551" y="8433"/>
                  </a:lnTo>
                  <a:lnTo>
                    <a:pt x="17393" y="7139"/>
                  </a:lnTo>
                  <a:lnTo>
                    <a:pt x="17928" y="6468"/>
                  </a:lnTo>
                  <a:lnTo>
                    <a:pt x="18571" y="4959"/>
                  </a:lnTo>
                  <a:lnTo>
                    <a:pt x="18895" y="2654"/>
                  </a:lnTo>
                  <a:lnTo>
                    <a:pt x="19207" y="973"/>
                  </a:lnTo>
                  <a:lnTo>
                    <a:pt x="19652" y="256"/>
                  </a:lnTo>
                  <a:lnTo>
                    <a:pt x="20037" y="0"/>
                  </a:lnTo>
                  <a:lnTo>
                    <a:pt x="20299" y="145"/>
                  </a:lnTo>
                  <a:lnTo>
                    <a:pt x="21309" y="3155"/>
                  </a:lnTo>
                  <a:lnTo>
                    <a:pt x="22587" y="1650"/>
                  </a:lnTo>
                  <a:lnTo>
                    <a:pt x="23562" y="1656"/>
                  </a:lnTo>
                  <a:lnTo>
                    <a:pt x="24390" y="2452"/>
                  </a:lnTo>
                  <a:close/>
                </a:path>
              </a:pathLst>
            </a:custGeom>
            <a:solidFill>
              <a:srgbClr val="DBEAD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1" name="pg950"/>
            <p:cNvSpPr/>
            <p:nvPr/>
          </p:nvSpPr>
          <p:spPr>
            <a:xfrm>
              <a:off x="3797254" y="2609347"/>
              <a:ext cx="18218" cy="47367"/>
            </a:xfrm>
            <a:custGeom>
              <a:avLst/>
              <a:pathLst>
                <a:path w="18218" h="47367">
                  <a:moveTo>
                    <a:pt x="9385" y="36846"/>
                  </a:moveTo>
                  <a:lnTo>
                    <a:pt x="9034" y="37321"/>
                  </a:lnTo>
                  <a:lnTo>
                    <a:pt x="8377" y="38677"/>
                  </a:lnTo>
                  <a:lnTo>
                    <a:pt x="7723" y="39775"/>
                  </a:lnTo>
                  <a:lnTo>
                    <a:pt x="6400" y="41476"/>
                  </a:lnTo>
                  <a:lnTo>
                    <a:pt x="6100" y="42494"/>
                  </a:lnTo>
                  <a:lnTo>
                    <a:pt x="5808" y="41582"/>
                  </a:lnTo>
                  <a:lnTo>
                    <a:pt x="5231" y="42202"/>
                  </a:lnTo>
                  <a:lnTo>
                    <a:pt x="4745" y="46073"/>
                  </a:lnTo>
                  <a:lnTo>
                    <a:pt x="3734" y="47367"/>
                  </a:lnTo>
                  <a:lnTo>
                    <a:pt x="2471" y="47253"/>
                  </a:lnTo>
                  <a:lnTo>
                    <a:pt x="1415" y="46886"/>
                  </a:lnTo>
                  <a:lnTo>
                    <a:pt x="0" y="47131"/>
                  </a:lnTo>
                  <a:lnTo>
                    <a:pt x="573" y="44876"/>
                  </a:lnTo>
                  <a:lnTo>
                    <a:pt x="1171" y="41951"/>
                  </a:lnTo>
                  <a:lnTo>
                    <a:pt x="1761" y="38002"/>
                  </a:lnTo>
                  <a:lnTo>
                    <a:pt x="2802" y="34727"/>
                  </a:lnTo>
                  <a:lnTo>
                    <a:pt x="4963" y="23608"/>
                  </a:lnTo>
                  <a:lnTo>
                    <a:pt x="6209" y="19104"/>
                  </a:lnTo>
                  <a:lnTo>
                    <a:pt x="6654" y="12719"/>
                  </a:lnTo>
                  <a:lnTo>
                    <a:pt x="8584" y="7130"/>
                  </a:lnTo>
                  <a:lnTo>
                    <a:pt x="10029" y="5478"/>
                  </a:lnTo>
                  <a:lnTo>
                    <a:pt x="10727" y="3879"/>
                  </a:lnTo>
                  <a:lnTo>
                    <a:pt x="10706" y="1463"/>
                  </a:lnTo>
                  <a:lnTo>
                    <a:pt x="12864" y="1480"/>
                  </a:lnTo>
                  <a:lnTo>
                    <a:pt x="14252" y="1354"/>
                  </a:lnTo>
                  <a:lnTo>
                    <a:pt x="14655" y="0"/>
                  </a:lnTo>
                  <a:lnTo>
                    <a:pt x="15736" y="614"/>
                  </a:lnTo>
                  <a:lnTo>
                    <a:pt x="16343" y="1927"/>
                  </a:lnTo>
                  <a:lnTo>
                    <a:pt x="15795" y="3304"/>
                  </a:lnTo>
                  <a:lnTo>
                    <a:pt x="15025" y="4886"/>
                  </a:lnTo>
                  <a:lnTo>
                    <a:pt x="15070" y="5292"/>
                  </a:lnTo>
                  <a:lnTo>
                    <a:pt x="15645" y="5423"/>
                  </a:lnTo>
                  <a:lnTo>
                    <a:pt x="16621" y="6280"/>
                  </a:lnTo>
                  <a:lnTo>
                    <a:pt x="17223" y="7279"/>
                  </a:lnTo>
                  <a:lnTo>
                    <a:pt x="18218" y="13517"/>
                  </a:lnTo>
                  <a:lnTo>
                    <a:pt x="17603" y="16086"/>
                  </a:lnTo>
                  <a:lnTo>
                    <a:pt x="16645" y="18375"/>
                  </a:lnTo>
                  <a:lnTo>
                    <a:pt x="16217" y="18582"/>
                  </a:lnTo>
                  <a:lnTo>
                    <a:pt x="15379" y="19720"/>
                  </a:lnTo>
                  <a:lnTo>
                    <a:pt x="14675" y="21277"/>
                  </a:lnTo>
                  <a:lnTo>
                    <a:pt x="14428" y="22262"/>
                  </a:lnTo>
                  <a:lnTo>
                    <a:pt x="14482" y="23181"/>
                  </a:lnTo>
                  <a:lnTo>
                    <a:pt x="15476" y="24336"/>
                  </a:lnTo>
                  <a:lnTo>
                    <a:pt x="15504" y="24802"/>
                  </a:lnTo>
                  <a:lnTo>
                    <a:pt x="15300" y="25165"/>
                  </a:lnTo>
                  <a:lnTo>
                    <a:pt x="14496" y="24913"/>
                  </a:lnTo>
                  <a:lnTo>
                    <a:pt x="13460" y="24796"/>
                  </a:lnTo>
                  <a:lnTo>
                    <a:pt x="12848" y="24797"/>
                  </a:lnTo>
                  <a:lnTo>
                    <a:pt x="12137" y="25031"/>
                  </a:lnTo>
                  <a:lnTo>
                    <a:pt x="11232" y="26439"/>
                  </a:lnTo>
                  <a:lnTo>
                    <a:pt x="10828" y="27364"/>
                  </a:lnTo>
                  <a:lnTo>
                    <a:pt x="10610" y="27961"/>
                  </a:lnTo>
                  <a:lnTo>
                    <a:pt x="10288" y="29878"/>
                  </a:lnTo>
                  <a:lnTo>
                    <a:pt x="10650" y="31192"/>
                  </a:lnTo>
                  <a:lnTo>
                    <a:pt x="11328" y="31935"/>
                  </a:lnTo>
                  <a:lnTo>
                    <a:pt x="11425" y="32316"/>
                  </a:lnTo>
                  <a:lnTo>
                    <a:pt x="11274" y="32982"/>
                  </a:lnTo>
                  <a:lnTo>
                    <a:pt x="10599" y="33808"/>
                  </a:lnTo>
                  <a:lnTo>
                    <a:pt x="10093" y="34821"/>
                  </a:lnTo>
                  <a:lnTo>
                    <a:pt x="9947" y="35852"/>
                  </a:lnTo>
                  <a:close/>
                </a:path>
              </a:pathLst>
            </a:custGeom>
            <a:solidFill>
              <a:srgbClr val="FFF4F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2" name="pg951"/>
            <p:cNvSpPr/>
            <p:nvPr/>
          </p:nvSpPr>
          <p:spPr>
            <a:xfrm>
              <a:off x="3222020" y="3381789"/>
              <a:ext cx="50687" cy="123703"/>
            </a:xfrm>
            <a:custGeom>
              <a:avLst/>
              <a:pathLst>
                <a:path w="50687" h="123703">
                  <a:moveTo>
                    <a:pt x="37279" y="28934"/>
                  </a:moveTo>
                  <a:lnTo>
                    <a:pt x="37515" y="29273"/>
                  </a:lnTo>
                  <a:lnTo>
                    <a:pt x="37887" y="30178"/>
                  </a:lnTo>
                  <a:lnTo>
                    <a:pt x="38238" y="33268"/>
                  </a:lnTo>
                  <a:lnTo>
                    <a:pt x="39621" y="43250"/>
                  </a:lnTo>
                  <a:lnTo>
                    <a:pt x="39551" y="46000"/>
                  </a:lnTo>
                  <a:lnTo>
                    <a:pt x="39277" y="47800"/>
                  </a:lnTo>
                  <a:lnTo>
                    <a:pt x="39270" y="49562"/>
                  </a:lnTo>
                  <a:lnTo>
                    <a:pt x="39178" y="51301"/>
                  </a:lnTo>
                  <a:lnTo>
                    <a:pt x="38331" y="54150"/>
                  </a:lnTo>
                  <a:lnTo>
                    <a:pt x="35834" y="59981"/>
                  </a:lnTo>
                  <a:lnTo>
                    <a:pt x="36027" y="60491"/>
                  </a:lnTo>
                  <a:lnTo>
                    <a:pt x="36624" y="61155"/>
                  </a:lnTo>
                  <a:lnTo>
                    <a:pt x="37231" y="61500"/>
                  </a:lnTo>
                  <a:lnTo>
                    <a:pt x="37730" y="61320"/>
                  </a:lnTo>
                  <a:lnTo>
                    <a:pt x="38354" y="62777"/>
                  </a:lnTo>
                  <a:lnTo>
                    <a:pt x="39026" y="64606"/>
                  </a:lnTo>
                  <a:lnTo>
                    <a:pt x="39739" y="65559"/>
                  </a:lnTo>
                  <a:lnTo>
                    <a:pt x="40766" y="66395"/>
                  </a:lnTo>
                  <a:lnTo>
                    <a:pt x="41665" y="66489"/>
                  </a:lnTo>
                  <a:lnTo>
                    <a:pt x="42431" y="66169"/>
                  </a:lnTo>
                  <a:lnTo>
                    <a:pt x="43509" y="66531"/>
                  </a:lnTo>
                  <a:lnTo>
                    <a:pt x="44656" y="68046"/>
                  </a:lnTo>
                  <a:lnTo>
                    <a:pt x="45065" y="70549"/>
                  </a:lnTo>
                  <a:lnTo>
                    <a:pt x="45339" y="72729"/>
                  </a:lnTo>
                  <a:lnTo>
                    <a:pt x="45738" y="73836"/>
                  </a:lnTo>
                  <a:lnTo>
                    <a:pt x="45792" y="75722"/>
                  </a:lnTo>
                  <a:lnTo>
                    <a:pt x="46609" y="77378"/>
                  </a:lnTo>
                  <a:lnTo>
                    <a:pt x="47772" y="77713"/>
                  </a:lnTo>
                  <a:lnTo>
                    <a:pt x="49280" y="79654"/>
                  </a:lnTo>
                  <a:lnTo>
                    <a:pt x="49664" y="79551"/>
                  </a:lnTo>
                  <a:lnTo>
                    <a:pt x="49829" y="79309"/>
                  </a:lnTo>
                  <a:lnTo>
                    <a:pt x="50014" y="79675"/>
                  </a:lnTo>
                  <a:lnTo>
                    <a:pt x="50393" y="85289"/>
                  </a:lnTo>
                  <a:lnTo>
                    <a:pt x="50687" y="88266"/>
                  </a:lnTo>
                  <a:lnTo>
                    <a:pt x="50532" y="89468"/>
                  </a:lnTo>
                  <a:lnTo>
                    <a:pt x="50329" y="90414"/>
                  </a:lnTo>
                  <a:lnTo>
                    <a:pt x="50317" y="94946"/>
                  </a:lnTo>
                  <a:lnTo>
                    <a:pt x="49634" y="97549"/>
                  </a:lnTo>
                  <a:lnTo>
                    <a:pt x="49524" y="100404"/>
                  </a:lnTo>
                  <a:lnTo>
                    <a:pt x="49331" y="101329"/>
                  </a:lnTo>
                  <a:lnTo>
                    <a:pt x="48601" y="102151"/>
                  </a:lnTo>
                  <a:lnTo>
                    <a:pt x="48596" y="104345"/>
                  </a:lnTo>
                  <a:lnTo>
                    <a:pt x="48402" y="106995"/>
                  </a:lnTo>
                  <a:lnTo>
                    <a:pt x="48326" y="109809"/>
                  </a:lnTo>
                  <a:lnTo>
                    <a:pt x="48530" y="117173"/>
                  </a:lnTo>
                  <a:lnTo>
                    <a:pt x="48568" y="122666"/>
                  </a:lnTo>
                  <a:lnTo>
                    <a:pt x="48897" y="123703"/>
                  </a:lnTo>
                  <a:lnTo>
                    <a:pt x="47477" y="123246"/>
                  </a:lnTo>
                  <a:lnTo>
                    <a:pt x="43303" y="119053"/>
                  </a:lnTo>
                  <a:lnTo>
                    <a:pt x="40085" y="116650"/>
                  </a:lnTo>
                  <a:lnTo>
                    <a:pt x="29311" y="102921"/>
                  </a:lnTo>
                  <a:lnTo>
                    <a:pt x="26317" y="97412"/>
                  </a:lnTo>
                  <a:lnTo>
                    <a:pt x="22867" y="89208"/>
                  </a:lnTo>
                  <a:lnTo>
                    <a:pt x="15192" y="72692"/>
                  </a:lnTo>
                  <a:lnTo>
                    <a:pt x="13442" y="70041"/>
                  </a:lnTo>
                  <a:lnTo>
                    <a:pt x="11234" y="68753"/>
                  </a:lnTo>
                  <a:lnTo>
                    <a:pt x="9870" y="67348"/>
                  </a:lnTo>
                  <a:lnTo>
                    <a:pt x="8908" y="65821"/>
                  </a:lnTo>
                  <a:lnTo>
                    <a:pt x="8125" y="61243"/>
                  </a:lnTo>
                  <a:lnTo>
                    <a:pt x="6206" y="58516"/>
                  </a:lnTo>
                  <a:lnTo>
                    <a:pt x="2664" y="54649"/>
                  </a:lnTo>
                  <a:lnTo>
                    <a:pt x="0" y="48199"/>
                  </a:lnTo>
                  <a:lnTo>
                    <a:pt x="653" y="46878"/>
                  </a:lnTo>
                  <a:lnTo>
                    <a:pt x="1614" y="42639"/>
                  </a:lnTo>
                  <a:lnTo>
                    <a:pt x="2959" y="38563"/>
                  </a:lnTo>
                  <a:lnTo>
                    <a:pt x="4212" y="36147"/>
                  </a:lnTo>
                  <a:lnTo>
                    <a:pt x="5208" y="33659"/>
                  </a:lnTo>
                  <a:lnTo>
                    <a:pt x="6259" y="31755"/>
                  </a:lnTo>
                  <a:lnTo>
                    <a:pt x="7767" y="29533"/>
                  </a:lnTo>
                  <a:lnTo>
                    <a:pt x="10071" y="23676"/>
                  </a:lnTo>
                  <a:lnTo>
                    <a:pt x="10612" y="22998"/>
                  </a:lnTo>
                  <a:lnTo>
                    <a:pt x="10981" y="18948"/>
                  </a:lnTo>
                  <a:lnTo>
                    <a:pt x="11558" y="13786"/>
                  </a:lnTo>
                  <a:lnTo>
                    <a:pt x="12225" y="12186"/>
                  </a:lnTo>
                  <a:lnTo>
                    <a:pt x="13795" y="11230"/>
                  </a:lnTo>
                  <a:lnTo>
                    <a:pt x="14162" y="10334"/>
                  </a:lnTo>
                  <a:lnTo>
                    <a:pt x="14719" y="6703"/>
                  </a:lnTo>
                  <a:lnTo>
                    <a:pt x="15076" y="2470"/>
                  </a:lnTo>
                  <a:lnTo>
                    <a:pt x="15107" y="1552"/>
                  </a:lnTo>
                  <a:lnTo>
                    <a:pt x="15726" y="1444"/>
                  </a:lnTo>
                  <a:lnTo>
                    <a:pt x="16783" y="530"/>
                  </a:lnTo>
                  <a:lnTo>
                    <a:pt x="17397" y="940"/>
                  </a:lnTo>
                  <a:lnTo>
                    <a:pt x="17668" y="2159"/>
                  </a:lnTo>
                  <a:lnTo>
                    <a:pt x="17808" y="3185"/>
                  </a:lnTo>
                  <a:lnTo>
                    <a:pt x="21012" y="546"/>
                  </a:lnTo>
                  <a:lnTo>
                    <a:pt x="21292" y="0"/>
                  </a:lnTo>
                  <a:lnTo>
                    <a:pt x="21462" y="92"/>
                  </a:lnTo>
                  <a:lnTo>
                    <a:pt x="21865" y="2474"/>
                  </a:lnTo>
                  <a:lnTo>
                    <a:pt x="22095" y="2328"/>
                  </a:lnTo>
                  <a:lnTo>
                    <a:pt x="22289" y="1640"/>
                  </a:lnTo>
                  <a:lnTo>
                    <a:pt x="22503" y="1574"/>
                  </a:lnTo>
                  <a:lnTo>
                    <a:pt x="22753" y="1895"/>
                  </a:lnTo>
                  <a:lnTo>
                    <a:pt x="23005" y="3003"/>
                  </a:lnTo>
                  <a:lnTo>
                    <a:pt x="23413" y="3999"/>
                  </a:lnTo>
                  <a:lnTo>
                    <a:pt x="24107" y="4700"/>
                  </a:lnTo>
                  <a:lnTo>
                    <a:pt x="24547" y="5661"/>
                  </a:lnTo>
                  <a:lnTo>
                    <a:pt x="24498" y="8205"/>
                  </a:lnTo>
                  <a:lnTo>
                    <a:pt x="24667" y="10679"/>
                  </a:lnTo>
                  <a:lnTo>
                    <a:pt x="24968" y="11249"/>
                  </a:lnTo>
                  <a:lnTo>
                    <a:pt x="25128" y="12727"/>
                  </a:lnTo>
                  <a:lnTo>
                    <a:pt x="25209" y="14348"/>
                  </a:lnTo>
                  <a:lnTo>
                    <a:pt x="25375" y="15201"/>
                  </a:lnTo>
                  <a:lnTo>
                    <a:pt x="25493" y="16836"/>
                  </a:lnTo>
                  <a:lnTo>
                    <a:pt x="25433" y="18592"/>
                  </a:lnTo>
                  <a:lnTo>
                    <a:pt x="25558" y="19827"/>
                  </a:lnTo>
                  <a:lnTo>
                    <a:pt x="26069" y="21956"/>
                  </a:lnTo>
                  <a:lnTo>
                    <a:pt x="26387" y="24640"/>
                  </a:lnTo>
                  <a:lnTo>
                    <a:pt x="26389" y="26539"/>
                  </a:lnTo>
                  <a:lnTo>
                    <a:pt x="26204" y="28539"/>
                  </a:lnTo>
                  <a:lnTo>
                    <a:pt x="25864" y="30368"/>
                  </a:lnTo>
                  <a:lnTo>
                    <a:pt x="25268" y="32361"/>
                  </a:lnTo>
                  <a:lnTo>
                    <a:pt x="25218" y="33148"/>
                  </a:lnTo>
                  <a:lnTo>
                    <a:pt x="25573" y="33664"/>
                  </a:lnTo>
                  <a:lnTo>
                    <a:pt x="26109" y="33767"/>
                  </a:lnTo>
                  <a:lnTo>
                    <a:pt x="26557" y="33360"/>
                  </a:lnTo>
                  <a:lnTo>
                    <a:pt x="27693" y="34275"/>
                  </a:lnTo>
                  <a:lnTo>
                    <a:pt x="28286" y="35588"/>
                  </a:lnTo>
                  <a:lnTo>
                    <a:pt x="28809" y="37210"/>
                  </a:lnTo>
                  <a:lnTo>
                    <a:pt x="29278" y="38032"/>
                  </a:lnTo>
                  <a:lnTo>
                    <a:pt x="29491" y="39057"/>
                  </a:lnTo>
                  <a:lnTo>
                    <a:pt x="30296" y="38774"/>
                  </a:lnTo>
                  <a:lnTo>
                    <a:pt x="31231" y="37787"/>
                  </a:lnTo>
                  <a:lnTo>
                    <a:pt x="31423" y="37322"/>
                  </a:lnTo>
                  <a:lnTo>
                    <a:pt x="31702" y="37572"/>
                  </a:lnTo>
                  <a:lnTo>
                    <a:pt x="32304" y="37675"/>
                  </a:lnTo>
                  <a:lnTo>
                    <a:pt x="32725" y="35898"/>
                  </a:lnTo>
                  <a:lnTo>
                    <a:pt x="33065" y="33855"/>
                  </a:lnTo>
                  <a:lnTo>
                    <a:pt x="33791" y="31644"/>
                  </a:lnTo>
                  <a:lnTo>
                    <a:pt x="34147" y="30789"/>
                  </a:lnTo>
                  <a:lnTo>
                    <a:pt x="34241" y="29375"/>
                  </a:lnTo>
                  <a:lnTo>
                    <a:pt x="34280" y="27552"/>
                  </a:lnTo>
                  <a:lnTo>
                    <a:pt x="34541" y="25967"/>
                  </a:lnTo>
                  <a:lnTo>
                    <a:pt x="35140" y="25096"/>
                  </a:lnTo>
                  <a:lnTo>
                    <a:pt x="35787" y="25109"/>
                  </a:lnTo>
                  <a:lnTo>
                    <a:pt x="36139" y="25431"/>
                  </a:lnTo>
                  <a:lnTo>
                    <a:pt x="36317" y="26966"/>
                  </a:lnTo>
                  <a:lnTo>
                    <a:pt x="36837" y="28135"/>
                  </a:lnTo>
                  <a:close/>
                </a:path>
              </a:pathLst>
            </a:custGeom>
            <a:solidFill>
              <a:srgbClr val="FAFCF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3" name="pg952"/>
            <p:cNvSpPr/>
            <p:nvPr/>
          </p:nvSpPr>
          <p:spPr>
            <a:xfrm>
              <a:off x="3478907" y="2653575"/>
              <a:ext cx="195465" cy="404387"/>
            </a:xfrm>
            <a:custGeom>
              <a:avLst/>
              <a:pathLst>
                <a:path w="195465" h="404387">
                  <a:moveTo>
                    <a:pt x="195465" y="45120"/>
                  </a:moveTo>
                  <a:lnTo>
                    <a:pt x="194990" y="45949"/>
                  </a:lnTo>
                  <a:lnTo>
                    <a:pt x="194314" y="47714"/>
                  </a:lnTo>
                  <a:lnTo>
                    <a:pt x="193888" y="49285"/>
                  </a:lnTo>
                  <a:lnTo>
                    <a:pt x="192744" y="51842"/>
                  </a:lnTo>
                  <a:lnTo>
                    <a:pt x="191791" y="54580"/>
                  </a:lnTo>
                  <a:lnTo>
                    <a:pt x="191880" y="58588"/>
                  </a:lnTo>
                  <a:lnTo>
                    <a:pt x="192097" y="62664"/>
                  </a:lnTo>
                  <a:lnTo>
                    <a:pt x="192738" y="66646"/>
                  </a:lnTo>
                  <a:lnTo>
                    <a:pt x="193286" y="71076"/>
                  </a:lnTo>
                  <a:lnTo>
                    <a:pt x="193132" y="73973"/>
                  </a:lnTo>
                  <a:lnTo>
                    <a:pt x="192659" y="77534"/>
                  </a:lnTo>
                  <a:lnTo>
                    <a:pt x="192097" y="80503"/>
                  </a:lnTo>
                  <a:lnTo>
                    <a:pt x="190233" y="86618"/>
                  </a:lnTo>
                  <a:lnTo>
                    <a:pt x="189946" y="88081"/>
                  </a:lnTo>
                  <a:lnTo>
                    <a:pt x="190050" y="90136"/>
                  </a:lnTo>
                  <a:lnTo>
                    <a:pt x="191186" y="97390"/>
                  </a:lnTo>
                  <a:lnTo>
                    <a:pt x="191274" y="99674"/>
                  </a:lnTo>
                  <a:lnTo>
                    <a:pt x="191954" y="106721"/>
                  </a:lnTo>
                  <a:lnTo>
                    <a:pt x="192573" y="112453"/>
                  </a:lnTo>
                  <a:lnTo>
                    <a:pt x="193259" y="116958"/>
                  </a:lnTo>
                  <a:lnTo>
                    <a:pt x="193365" y="118197"/>
                  </a:lnTo>
                  <a:lnTo>
                    <a:pt x="193365" y="124833"/>
                  </a:lnTo>
                  <a:lnTo>
                    <a:pt x="193365" y="131468"/>
                  </a:lnTo>
                  <a:lnTo>
                    <a:pt x="193365" y="138104"/>
                  </a:lnTo>
                  <a:lnTo>
                    <a:pt x="193365" y="144739"/>
                  </a:lnTo>
                  <a:lnTo>
                    <a:pt x="193365" y="151375"/>
                  </a:lnTo>
                  <a:lnTo>
                    <a:pt x="193365" y="158010"/>
                  </a:lnTo>
                  <a:lnTo>
                    <a:pt x="193365" y="164646"/>
                  </a:lnTo>
                  <a:lnTo>
                    <a:pt x="193365" y="171282"/>
                  </a:lnTo>
                  <a:lnTo>
                    <a:pt x="193365" y="177917"/>
                  </a:lnTo>
                  <a:lnTo>
                    <a:pt x="193365" y="184554"/>
                  </a:lnTo>
                  <a:lnTo>
                    <a:pt x="193365" y="191190"/>
                  </a:lnTo>
                  <a:lnTo>
                    <a:pt x="193365" y="197825"/>
                  </a:lnTo>
                  <a:lnTo>
                    <a:pt x="193365" y="204461"/>
                  </a:lnTo>
                  <a:lnTo>
                    <a:pt x="193365" y="211096"/>
                  </a:lnTo>
                  <a:lnTo>
                    <a:pt x="193365" y="217732"/>
                  </a:lnTo>
                  <a:lnTo>
                    <a:pt x="193365" y="224367"/>
                  </a:lnTo>
                  <a:lnTo>
                    <a:pt x="193365" y="231003"/>
                  </a:lnTo>
                  <a:lnTo>
                    <a:pt x="193365" y="237638"/>
                  </a:lnTo>
                  <a:lnTo>
                    <a:pt x="193365" y="244274"/>
                  </a:lnTo>
                  <a:lnTo>
                    <a:pt x="193365" y="250910"/>
                  </a:lnTo>
                  <a:lnTo>
                    <a:pt x="193365" y="257545"/>
                  </a:lnTo>
                  <a:lnTo>
                    <a:pt x="193365" y="264181"/>
                  </a:lnTo>
                  <a:lnTo>
                    <a:pt x="193365" y="270816"/>
                  </a:lnTo>
                  <a:lnTo>
                    <a:pt x="193365" y="277452"/>
                  </a:lnTo>
                  <a:lnTo>
                    <a:pt x="193365" y="284087"/>
                  </a:lnTo>
                  <a:lnTo>
                    <a:pt x="193365" y="290724"/>
                  </a:lnTo>
                  <a:lnTo>
                    <a:pt x="193365" y="297360"/>
                  </a:lnTo>
                  <a:lnTo>
                    <a:pt x="193365" y="303995"/>
                  </a:lnTo>
                  <a:lnTo>
                    <a:pt x="193365" y="310631"/>
                  </a:lnTo>
                  <a:lnTo>
                    <a:pt x="193365" y="317267"/>
                  </a:lnTo>
                  <a:lnTo>
                    <a:pt x="193365" y="323902"/>
                  </a:lnTo>
                  <a:lnTo>
                    <a:pt x="193365" y="330538"/>
                  </a:lnTo>
                  <a:lnTo>
                    <a:pt x="193362" y="345262"/>
                  </a:lnTo>
                  <a:lnTo>
                    <a:pt x="193360" y="359987"/>
                  </a:lnTo>
                  <a:lnTo>
                    <a:pt x="193357" y="374711"/>
                  </a:lnTo>
                  <a:lnTo>
                    <a:pt x="193201" y="389647"/>
                  </a:lnTo>
                  <a:lnTo>
                    <a:pt x="190158" y="389644"/>
                  </a:lnTo>
                  <a:lnTo>
                    <a:pt x="187113" y="389640"/>
                  </a:lnTo>
                  <a:lnTo>
                    <a:pt x="184069" y="389636"/>
                  </a:lnTo>
                  <a:lnTo>
                    <a:pt x="181025" y="389633"/>
                  </a:lnTo>
                  <a:lnTo>
                    <a:pt x="181025" y="393322"/>
                  </a:lnTo>
                  <a:lnTo>
                    <a:pt x="181025" y="397010"/>
                  </a:lnTo>
                  <a:lnTo>
                    <a:pt x="181025" y="400698"/>
                  </a:lnTo>
                  <a:lnTo>
                    <a:pt x="181025" y="404387"/>
                  </a:lnTo>
                  <a:lnTo>
                    <a:pt x="175114" y="397397"/>
                  </a:lnTo>
                  <a:lnTo>
                    <a:pt x="169202" y="390406"/>
                  </a:lnTo>
                  <a:lnTo>
                    <a:pt x="163290" y="383416"/>
                  </a:lnTo>
                  <a:lnTo>
                    <a:pt x="157379" y="376425"/>
                  </a:lnTo>
                  <a:lnTo>
                    <a:pt x="151467" y="369435"/>
                  </a:lnTo>
                  <a:lnTo>
                    <a:pt x="145555" y="362443"/>
                  </a:lnTo>
                  <a:lnTo>
                    <a:pt x="139643" y="355454"/>
                  </a:lnTo>
                  <a:lnTo>
                    <a:pt x="133731" y="348462"/>
                  </a:lnTo>
                  <a:lnTo>
                    <a:pt x="127819" y="341471"/>
                  </a:lnTo>
                  <a:lnTo>
                    <a:pt x="121907" y="334481"/>
                  </a:lnTo>
                  <a:lnTo>
                    <a:pt x="115996" y="327490"/>
                  </a:lnTo>
                  <a:lnTo>
                    <a:pt x="110084" y="320500"/>
                  </a:lnTo>
                  <a:lnTo>
                    <a:pt x="104172" y="313509"/>
                  </a:lnTo>
                  <a:lnTo>
                    <a:pt x="98261" y="306519"/>
                  </a:lnTo>
                  <a:lnTo>
                    <a:pt x="92349" y="299528"/>
                  </a:lnTo>
                  <a:lnTo>
                    <a:pt x="86437" y="292538"/>
                  </a:lnTo>
                  <a:lnTo>
                    <a:pt x="82353" y="287710"/>
                  </a:lnTo>
                  <a:lnTo>
                    <a:pt x="77949" y="292423"/>
                  </a:lnTo>
                  <a:lnTo>
                    <a:pt x="74498" y="296118"/>
                  </a:lnTo>
                  <a:lnTo>
                    <a:pt x="69950" y="300976"/>
                  </a:lnTo>
                  <a:lnTo>
                    <a:pt x="64727" y="307292"/>
                  </a:lnTo>
                  <a:lnTo>
                    <a:pt x="60718" y="312140"/>
                  </a:lnTo>
                  <a:lnTo>
                    <a:pt x="60530" y="312104"/>
                  </a:lnTo>
                  <a:lnTo>
                    <a:pt x="60346" y="311984"/>
                  </a:lnTo>
                  <a:lnTo>
                    <a:pt x="56176" y="303759"/>
                  </a:lnTo>
                  <a:lnTo>
                    <a:pt x="52917" y="297334"/>
                  </a:lnTo>
                  <a:lnTo>
                    <a:pt x="51469" y="295542"/>
                  </a:lnTo>
                  <a:lnTo>
                    <a:pt x="45328" y="292259"/>
                  </a:lnTo>
                  <a:lnTo>
                    <a:pt x="39222" y="288997"/>
                  </a:lnTo>
                  <a:lnTo>
                    <a:pt x="32794" y="285563"/>
                  </a:lnTo>
                  <a:lnTo>
                    <a:pt x="31624" y="280335"/>
                  </a:lnTo>
                  <a:lnTo>
                    <a:pt x="30315" y="274491"/>
                  </a:lnTo>
                  <a:lnTo>
                    <a:pt x="28553" y="267189"/>
                  </a:lnTo>
                  <a:lnTo>
                    <a:pt x="27476" y="262723"/>
                  </a:lnTo>
                  <a:lnTo>
                    <a:pt x="27115" y="262028"/>
                  </a:lnTo>
                  <a:lnTo>
                    <a:pt x="22186" y="258492"/>
                  </a:lnTo>
                  <a:lnTo>
                    <a:pt x="16978" y="255025"/>
                  </a:lnTo>
                  <a:lnTo>
                    <a:pt x="13928" y="257127"/>
                  </a:lnTo>
                  <a:lnTo>
                    <a:pt x="13396" y="256968"/>
                  </a:lnTo>
                  <a:lnTo>
                    <a:pt x="12531" y="255649"/>
                  </a:lnTo>
                  <a:lnTo>
                    <a:pt x="11668" y="253853"/>
                  </a:lnTo>
                  <a:lnTo>
                    <a:pt x="11209" y="251335"/>
                  </a:lnTo>
                  <a:lnTo>
                    <a:pt x="9986" y="247966"/>
                  </a:lnTo>
                  <a:lnTo>
                    <a:pt x="8858" y="240260"/>
                  </a:lnTo>
                  <a:lnTo>
                    <a:pt x="8746" y="234128"/>
                  </a:lnTo>
                  <a:lnTo>
                    <a:pt x="8519" y="231955"/>
                  </a:lnTo>
                  <a:lnTo>
                    <a:pt x="5809" y="223321"/>
                  </a:lnTo>
                  <a:lnTo>
                    <a:pt x="3344" y="215465"/>
                  </a:lnTo>
                  <a:lnTo>
                    <a:pt x="1702" y="210235"/>
                  </a:lnTo>
                  <a:lnTo>
                    <a:pt x="1383" y="207873"/>
                  </a:lnTo>
                  <a:lnTo>
                    <a:pt x="1575" y="204964"/>
                  </a:lnTo>
                  <a:lnTo>
                    <a:pt x="2235" y="202357"/>
                  </a:lnTo>
                  <a:lnTo>
                    <a:pt x="4623" y="199270"/>
                  </a:lnTo>
                  <a:lnTo>
                    <a:pt x="6776" y="195909"/>
                  </a:lnTo>
                  <a:lnTo>
                    <a:pt x="7070" y="193579"/>
                  </a:lnTo>
                  <a:lnTo>
                    <a:pt x="7208" y="187163"/>
                  </a:lnTo>
                  <a:lnTo>
                    <a:pt x="6501" y="185157"/>
                  </a:lnTo>
                  <a:lnTo>
                    <a:pt x="5986" y="181347"/>
                  </a:lnTo>
                  <a:lnTo>
                    <a:pt x="5457" y="176189"/>
                  </a:lnTo>
                  <a:lnTo>
                    <a:pt x="5396" y="172893"/>
                  </a:lnTo>
                  <a:lnTo>
                    <a:pt x="6355" y="166330"/>
                  </a:lnTo>
                  <a:lnTo>
                    <a:pt x="7474" y="159453"/>
                  </a:lnTo>
                  <a:lnTo>
                    <a:pt x="6761" y="151841"/>
                  </a:lnTo>
                  <a:lnTo>
                    <a:pt x="6236" y="136567"/>
                  </a:lnTo>
                  <a:lnTo>
                    <a:pt x="6568" y="124547"/>
                  </a:lnTo>
                  <a:lnTo>
                    <a:pt x="6298" y="120180"/>
                  </a:lnTo>
                  <a:lnTo>
                    <a:pt x="6108" y="118343"/>
                  </a:lnTo>
                  <a:lnTo>
                    <a:pt x="5375" y="112670"/>
                  </a:lnTo>
                  <a:lnTo>
                    <a:pt x="4471" y="106818"/>
                  </a:lnTo>
                  <a:lnTo>
                    <a:pt x="4070" y="104766"/>
                  </a:lnTo>
                  <a:lnTo>
                    <a:pt x="2911" y="100052"/>
                  </a:lnTo>
                  <a:lnTo>
                    <a:pt x="996" y="94210"/>
                  </a:lnTo>
                  <a:lnTo>
                    <a:pt x="0" y="90618"/>
                  </a:lnTo>
                  <a:lnTo>
                    <a:pt x="1366" y="88725"/>
                  </a:lnTo>
                  <a:lnTo>
                    <a:pt x="2572" y="87244"/>
                  </a:lnTo>
                  <a:lnTo>
                    <a:pt x="4044" y="85680"/>
                  </a:lnTo>
                  <a:lnTo>
                    <a:pt x="6134" y="83910"/>
                  </a:lnTo>
                  <a:lnTo>
                    <a:pt x="7215" y="82578"/>
                  </a:lnTo>
                  <a:lnTo>
                    <a:pt x="7678" y="81454"/>
                  </a:lnTo>
                  <a:lnTo>
                    <a:pt x="9248" y="76882"/>
                  </a:lnTo>
                  <a:lnTo>
                    <a:pt x="10065" y="74344"/>
                  </a:lnTo>
                  <a:lnTo>
                    <a:pt x="11181" y="70880"/>
                  </a:lnTo>
                  <a:lnTo>
                    <a:pt x="11671" y="68464"/>
                  </a:lnTo>
                  <a:lnTo>
                    <a:pt x="11683" y="66222"/>
                  </a:lnTo>
                  <a:lnTo>
                    <a:pt x="11514" y="63524"/>
                  </a:lnTo>
                  <a:lnTo>
                    <a:pt x="10641" y="57057"/>
                  </a:lnTo>
                  <a:lnTo>
                    <a:pt x="9929" y="50770"/>
                  </a:lnTo>
                  <a:lnTo>
                    <a:pt x="10484" y="48346"/>
                  </a:lnTo>
                  <a:lnTo>
                    <a:pt x="10929" y="47184"/>
                  </a:lnTo>
                  <a:lnTo>
                    <a:pt x="11899" y="44234"/>
                  </a:lnTo>
                  <a:lnTo>
                    <a:pt x="12287" y="43646"/>
                  </a:lnTo>
                  <a:lnTo>
                    <a:pt x="14382" y="42724"/>
                  </a:lnTo>
                  <a:lnTo>
                    <a:pt x="15219" y="40759"/>
                  </a:lnTo>
                  <a:lnTo>
                    <a:pt x="15859" y="38301"/>
                  </a:lnTo>
                  <a:lnTo>
                    <a:pt x="16024" y="37007"/>
                  </a:lnTo>
                  <a:lnTo>
                    <a:pt x="16939" y="35652"/>
                  </a:lnTo>
                  <a:lnTo>
                    <a:pt x="18032" y="34298"/>
                  </a:lnTo>
                  <a:lnTo>
                    <a:pt x="18708" y="32541"/>
                  </a:lnTo>
                  <a:lnTo>
                    <a:pt x="20915" y="29821"/>
                  </a:lnTo>
                  <a:lnTo>
                    <a:pt x="22927" y="27338"/>
                  </a:lnTo>
                  <a:lnTo>
                    <a:pt x="25268" y="24724"/>
                  </a:lnTo>
                  <a:lnTo>
                    <a:pt x="27082" y="22701"/>
                  </a:lnTo>
                  <a:lnTo>
                    <a:pt x="27464" y="20938"/>
                  </a:lnTo>
                  <a:lnTo>
                    <a:pt x="27438" y="19413"/>
                  </a:lnTo>
                  <a:lnTo>
                    <a:pt x="26452" y="15937"/>
                  </a:lnTo>
                  <a:lnTo>
                    <a:pt x="26452" y="11826"/>
                  </a:lnTo>
                  <a:lnTo>
                    <a:pt x="26517" y="8408"/>
                  </a:lnTo>
                  <a:lnTo>
                    <a:pt x="26616" y="6388"/>
                  </a:lnTo>
                  <a:lnTo>
                    <a:pt x="27051" y="779"/>
                  </a:lnTo>
                  <a:lnTo>
                    <a:pt x="27077" y="0"/>
                  </a:lnTo>
                  <a:lnTo>
                    <a:pt x="28960" y="1862"/>
                  </a:lnTo>
                  <a:lnTo>
                    <a:pt x="30889" y="2607"/>
                  </a:lnTo>
                  <a:lnTo>
                    <a:pt x="36644" y="9555"/>
                  </a:lnTo>
                  <a:lnTo>
                    <a:pt x="38460" y="10425"/>
                  </a:lnTo>
                  <a:lnTo>
                    <a:pt x="42489" y="11254"/>
                  </a:lnTo>
                  <a:lnTo>
                    <a:pt x="47234" y="8408"/>
                  </a:lnTo>
                  <a:lnTo>
                    <a:pt x="49029" y="7898"/>
                  </a:lnTo>
                  <a:lnTo>
                    <a:pt x="52148" y="10568"/>
                  </a:lnTo>
                  <a:lnTo>
                    <a:pt x="53523" y="11320"/>
                  </a:lnTo>
                  <a:lnTo>
                    <a:pt x="55838" y="11528"/>
                  </a:lnTo>
                  <a:lnTo>
                    <a:pt x="59791" y="13952"/>
                  </a:lnTo>
                  <a:lnTo>
                    <a:pt x="60796" y="14794"/>
                  </a:lnTo>
                  <a:lnTo>
                    <a:pt x="63100" y="18664"/>
                  </a:lnTo>
                  <a:lnTo>
                    <a:pt x="64205" y="19822"/>
                  </a:lnTo>
                  <a:lnTo>
                    <a:pt x="72389" y="23366"/>
                  </a:lnTo>
                  <a:lnTo>
                    <a:pt x="73503" y="25715"/>
                  </a:lnTo>
                  <a:lnTo>
                    <a:pt x="74641" y="30206"/>
                  </a:lnTo>
                  <a:lnTo>
                    <a:pt x="74690" y="35776"/>
                  </a:lnTo>
                  <a:lnTo>
                    <a:pt x="75319" y="39823"/>
                  </a:lnTo>
                  <a:lnTo>
                    <a:pt x="76335" y="45066"/>
                  </a:lnTo>
                  <a:lnTo>
                    <a:pt x="77562" y="48780"/>
                  </a:lnTo>
                  <a:lnTo>
                    <a:pt x="78921" y="51873"/>
                  </a:lnTo>
                  <a:lnTo>
                    <a:pt x="80479" y="53807"/>
                  </a:lnTo>
                  <a:lnTo>
                    <a:pt x="84068" y="56659"/>
                  </a:lnTo>
                  <a:lnTo>
                    <a:pt x="88115" y="57757"/>
                  </a:lnTo>
                  <a:lnTo>
                    <a:pt x="92194" y="58128"/>
                  </a:lnTo>
                  <a:lnTo>
                    <a:pt x="99199" y="62066"/>
                  </a:lnTo>
                  <a:lnTo>
                    <a:pt x="105137" y="66613"/>
                  </a:lnTo>
                  <a:lnTo>
                    <a:pt x="106604" y="68850"/>
                  </a:lnTo>
                  <a:lnTo>
                    <a:pt x="109579" y="71054"/>
                  </a:lnTo>
                  <a:lnTo>
                    <a:pt x="115495" y="81740"/>
                  </a:lnTo>
                  <a:lnTo>
                    <a:pt x="118785" y="85441"/>
                  </a:lnTo>
                  <a:lnTo>
                    <a:pt x="121096" y="86159"/>
                  </a:lnTo>
                  <a:lnTo>
                    <a:pt x="123169" y="85510"/>
                  </a:lnTo>
                  <a:lnTo>
                    <a:pt x="126848" y="81796"/>
                  </a:lnTo>
                  <a:lnTo>
                    <a:pt x="128371" y="79591"/>
                  </a:lnTo>
                  <a:lnTo>
                    <a:pt x="132072" y="70363"/>
                  </a:lnTo>
                  <a:lnTo>
                    <a:pt x="133285" y="65546"/>
                  </a:lnTo>
                  <a:lnTo>
                    <a:pt x="133772" y="62151"/>
                  </a:lnTo>
                  <a:lnTo>
                    <a:pt x="133650" y="58696"/>
                  </a:lnTo>
                  <a:lnTo>
                    <a:pt x="133190" y="55593"/>
                  </a:lnTo>
                  <a:lnTo>
                    <a:pt x="132156" y="52339"/>
                  </a:lnTo>
                  <a:lnTo>
                    <a:pt x="131431" y="48044"/>
                  </a:lnTo>
                  <a:lnTo>
                    <a:pt x="131000" y="40316"/>
                  </a:lnTo>
                  <a:lnTo>
                    <a:pt x="131581" y="34952"/>
                  </a:lnTo>
                  <a:lnTo>
                    <a:pt x="132291" y="31737"/>
                  </a:lnTo>
                  <a:lnTo>
                    <a:pt x="133408" y="28461"/>
                  </a:lnTo>
                  <a:lnTo>
                    <a:pt x="136482" y="22196"/>
                  </a:lnTo>
                  <a:lnTo>
                    <a:pt x="139573" y="17781"/>
                  </a:lnTo>
                  <a:lnTo>
                    <a:pt x="145018" y="12008"/>
                  </a:lnTo>
                  <a:lnTo>
                    <a:pt x="148182" y="11945"/>
                  </a:lnTo>
                  <a:lnTo>
                    <a:pt x="149490" y="11310"/>
                  </a:lnTo>
                  <a:lnTo>
                    <a:pt x="152096" y="7228"/>
                  </a:lnTo>
                  <a:lnTo>
                    <a:pt x="153151" y="7075"/>
                  </a:lnTo>
                  <a:lnTo>
                    <a:pt x="154608" y="8075"/>
                  </a:lnTo>
                  <a:lnTo>
                    <a:pt x="158901" y="7791"/>
                  </a:lnTo>
                  <a:lnTo>
                    <a:pt x="160792" y="8925"/>
                  </a:lnTo>
                  <a:lnTo>
                    <a:pt x="163048" y="11464"/>
                  </a:lnTo>
                  <a:lnTo>
                    <a:pt x="165894" y="13043"/>
                  </a:lnTo>
                  <a:lnTo>
                    <a:pt x="167903" y="14620"/>
                  </a:lnTo>
                  <a:lnTo>
                    <a:pt x="170047" y="16641"/>
                  </a:lnTo>
                  <a:lnTo>
                    <a:pt x="170529" y="21682"/>
                  </a:lnTo>
                  <a:lnTo>
                    <a:pt x="170291" y="23181"/>
                  </a:lnTo>
                  <a:lnTo>
                    <a:pt x="170240" y="25131"/>
                  </a:lnTo>
                  <a:lnTo>
                    <a:pt x="172462" y="28606"/>
                  </a:lnTo>
                  <a:lnTo>
                    <a:pt x="178771" y="30235"/>
                  </a:lnTo>
                  <a:lnTo>
                    <a:pt x="180015" y="31166"/>
                  </a:lnTo>
                  <a:lnTo>
                    <a:pt x="181749" y="33831"/>
                  </a:lnTo>
                  <a:lnTo>
                    <a:pt x="182869" y="34652"/>
                  </a:lnTo>
                  <a:lnTo>
                    <a:pt x="187189" y="35027"/>
                  </a:lnTo>
                  <a:lnTo>
                    <a:pt x="189707" y="34453"/>
                  </a:lnTo>
                  <a:lnTo>
                    <a:pt x="192109" y="35389"/>
                  </a:lnTo>
                  <a:lnTo>
                    <a:pt x="193000" y="36292"/>
                  </a:lnTo>
                  <a:lnTo>
                    <a:pt x="193917" y="38371"/>
                  </a:lnTo>
                  <a:lnTo>
                    <a:pt x="195028" y="43426"/>
                  </a:lnTo>
                  <a:close/>
                </a:path>
              </a:pathLst>
            </a:custGeom>
            <a:solidFill>
              <a:srgbClr val="FFF9F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4" name="pg953"/>
            <p:cNvSpPr/>
            <p:nvPr/>
          </p:nvSpPr>
          <p:spPr>
            <a:xfrm>
              <a:off x="2610389" y="3217625"/>
              <a:ext cx="2299" cy="11103"/>
            </a:xfrm>
            <a:custGeom>
              <a:avLst/>
              <a:pathLst>
                <a:path w="2299" h="11103">
                  <a:moveTo>
                    <a:pt x="2195" y="8019"/>
                  </a:moveTo>
                  <a:lnTo>
                    <a:pt x="1502" y="11103"/>
                  </a:lnTo>
                  <a:lnTo>
                    <a:pt x="154" y="9167"/>
                  </a:lnTo>
                  <a:lnTo>
                    <a:pt x="0" y="6730"/>
                  </a:lnTo>
                  <a:lnTo>
                    <a:pt x="118" y="5253"/>
                  </a:lnTo>
                  <a:lnTo>
                    <a:pt x="943" y="2435"/>
                  </a:lnTo>
                  <a:lnTo>
                    <a:pt x="1586" y="605"/>
                  </a:lnTo>
                  <a:lnTo>
                    <a:pt x="2036" y="0"/>
                  </a:lnTo>
                  <a:lnTo>
                    <a:pt x="2299" y="2429"/>
                  </a:lnTo>
                  <a:close/>
                </a:path>
              </a:pathLst>
            </a:custGeom>
            <a:solidFill>
              <a:srgbClr val="FFFBF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5" name="pg954"/>
            <p:cNvSpPr/>
            <p:nvPr/>
          </p:nvSpPr>
          <p:spPr>
            <a:xfrm>
              <a:off x="3480996" y="2237264"/>
              <a:ext cx="1617" cy="6305"/>
            </a:xfrm>
            <a:custGeom>
              <a:avLst/>
              <a:pathLst>
                <a:path w="1617" h="6305">
                  <a:moveTo>
                    <a:pt x="1243" y="6305"/>
                  </a:moveTo>
                  <a:lnTo>
                    <a:pt x="281" y="6146"/>
                  </a:lnTo>
                  <a:lnTo>
                    <a:pt x="101" y="6160"/>
                  </a:lnTo>
                  <a:lnTo>
                    <a:pt x="0" y="5119"/>
                  </a:lnTo>
                  <a:lnTo>
                    <a:pt x="59" y="2898"/>
                  </a:lnTo>
                  <a:lnTo>
                    <a:pt x="592" y="0"/>
                  </a:lnTo>
                  <a:lnTo>
                    <a:pt x="707" y="476"/>
                  </a:lnTo>
                  <a:lnTo>
                    <a:pt x="773" y="1082"/>
                  </a:lnTo>
                  <a:lnTo>
                    <a:pt x="883" y="1728"/>
                  </a:lnTo>
                  <a:lnTo>
                    <a:pt x="941" y="2519"/>
                  </a:lnTo>
                  <a:lnTo>
                    <a:pt x="1139" y="3334"/>
                  </a:lnTo>
                  <a:lnTo>
                    <a:pt x="1501" y="4097"/>
                  </a:lnTo>
                  <a:lnTo>
                    <a:pt x="1617" y="4834"/>
                  </a:lnTo>
                  <a:lnTo>
                    <a:pt x="1434" y="5759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6" name="pg955"/>
            <p:cNvSpPr/>
            <p:nvPr/>
          </p:nvSpPr>
          <p:spPr>
            <a:xfrm>
              <a:off x="4348092" y="3365038"/>
              <a:ext cx="1925" cy="3829"/>
            </a:xfrm>
            <a:custGeom>
              <a:avLst/>
              <a:pathLst>
                <a:path w="1925" h="3829">
                  <a:moveTo>
                    <a:pt x="1569" y="1591"/>
                  </a:moveTo>
                  <a:lnTo>
                    <a:pt x="1925" y="3829"/>
                  </a:lnTo>
                  <a:lnTo>
                    <a:pt x="906" y="2296"/>
                  </a:lnTo>
                  <a:lnTo>
                    <a:pt x="236" y="1028"/>
                  </a:lnTo>
                  <a:lnTo>
                    <a:pt x="0" y="0"/>
                  </a:lnTo>
                  <a:lnTo>
                    <a:pt x="1385" y="1148"/>
                  </a:lnTo>
                  <a:close/>
                </a:path>
              </a:pathLst>
            </a:custGeom>
            <a:solidFill>
              <a:srgbClr val="D4E6C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7" name="pg956"/>
            <p:cNvSpPr/>
            <p:nvPr/>
          </p:nvSpPr>
          <p:spPr>
            <a:xfrm>
              <a:off x="4349302" y="3346134"/>
              <a:ext cx="1527" cy="3679"/>
            </a:xfrm>
            <a:custGeom>
              <a:avLst/>
              <a:pathLst>
                <a:path w="1527" h="3679">
                  <a:moveTo>
                    <a:pt x="1527" y="3358"/>
                  </a:moveTo>
                  <a:lnTo>
                    <a:pt x="754" y="3679"/>
                  </a:lnTo>
                  <a:lnTo>
                    <a:pt x="144" y="1712"/>
                  </a:lnTo>
                  <a:lnTo>
                    <a:pt x="0" y="877"/>
                  </a:lnTo>
                  <a:lnTo>
                    <a:pt x="159" y="294"/>
                  </a:lnTo>
                  <a:lnTo>
                    <a:pt x="327" y="0"/>
                  </a:lnTo>
                  <a:lnTo>
                    <a:pt x="527" y="93"/>
                  </a:lnTo>
                  <a:lnTo>
                    <a:pt x="817" y="1926"/>
                  </a:lnTo>
                  <a:close/>
                </a:path>
              </a:pathLst>
            </a:custGeom>
            <a:solidFill>
              <a:srgbClr val="D4E6C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8" name="pg957"/>
            <p:cNvSpPr/>
            <p:nvPr/>
          </p:nvSpPr>
          <p:spPr>
            <a:xfrm>
              <a:off x="4347601" y="3344114"/>
              <a:ext cx="26766" cy="114157"/>
            </a:xfrm>
            <a:custGeom>
              <a:avLst/>
              <a:pathLst>
                <a:path w="26766" h="114157">
                  <a:moveTo>
                    <a:pt x="3387" y="0"/>
                  </a:moveTo>
                  <a:lnTo>
                    <a:pt x="4573" y="154"/>
                  </a:lnTo>
                  <a:lnTo>
                    <a:pt x="5838" y="79"/>
                  </a:lnTo>
                  <a:lnTo>
                    <a:pt x="6725" y="483"/>
                  </a:lnTo>
                  <a:lnTo>
                    <a:pt x="8244" y="5034"/>
                  </a:lnTo>
                  <a:lnTo>
                    <a:pt x="12380" y="13188"/>
                  </a:lnTo>
                  <a:lnTo>
                    <a:pt x="14630" y="21476"/>
                  </a:lnTo>
                  <a:lnTo>
                    <a:pt x="14835" y="23290"/>
                  </a:lnTo>
                  <a:lnTo>
                    <a:pt x="15148" y="24856"/>
                  </a:lnTo>
                  <a:lnTo>
                    <a:pt x="15688" y="25286"/>
                  </a:lnTo>
                  <a:lnTo>
                    <a:pt x="16142" y="26005"/>
                  </a:lnTo>
                  <a:lnTo>
                    <a:pt x="18391" y="34003"/>
                  </a:lnTo>
                  <a:lnTo>
                    <a:pt x="18650" y="35585"/>
                  </a:lnTo>
                  <a:lnTo>
                    <a:pt x="18613" y="37328"/>
                  </a:lnTo>
                  <a:lnTo>
                    <a:pt x="18745" y="38625"/>
                  </a:lnTo>
                  <a:lnTo>
                    <a:pt x="19333" y="39273"/>
                  </a:lnTo>
                  <a:lnTo>
                    <a:pt x="20066" y="39614"/>
                  </a:lnTo>
                  <a:lnTo>
                    <a:pt x="20546" y="40814"/>
                  </a:lnTo>
                  <a:lnTo>
                    <a:pt x="21154" y="47203"/>
                  </a:lnTo>
                  <a:lnTo>
                    <a:pt x="21154" y="49194"/>
                  </a:lnTo>
                  <a:lnTo>
                    <a:pt x="21324" y="50050"/>
                  </a:lnTo>
                  <a:lnTo>
                    <a:pt x="24156" y="59991"/>
                  </a:lnTo>
                  <a:lnTo>
                    <a:pt x="24320" y="61200"/>
                  </a:lnTo>
                  <a:lnTo>
                    <a:pt x="24290" y="62104"/>
                  </a:lnTo>
                  <a:lnTo>
                    <a:pt x="24372" y="62886"/>
                  </a:lnTo>
                  <a:lnTo>
                    <a:pt x="24920" y="64644"/>
                  </a:lnTo>
                  <a:lnTo>
                    <a:pt x="25776" y="69378"/>
                  </a:lnTo>
                  <a:lnTo>
                    <a:pt x="26212" y="70453"/>
                  </a:lnTo>
                  <a:lnTo>
                    <a:pt x="26731" y="74592"/>
                  </a:lnTo>
                  <a:lnTo>
                    <a:pt x="26766" y="82507"/>
                  </a:lnTo>
                  <a:lnTo>
                    <a:pt x="26575" y="86029"/>
                  </a:lnTo>
                  <a:lnTo>
                    <a:pt x="26046" y="90316"/>
                  </a:lnTo>
                  <a:lnTo>
                    <a:pt x="25419" y="94509"/>
                  </a:lnTo>
                  <a:lnTo>
                    <a:pt x="24739" y="97536"/>
                  </a:lnTo>
                  <a:lnTo>
                    <a:pt x="23810" y="100098"/>
                  </a:lnTo>
                  <a:lnTo>
                    <a:pt x="20634" y="105542"/>
                  </a:lnTo>
                  <a:lnTo>
                    <a:pt x="19724" y="106637"/>
                  </a:lnTo>
                  <a:lnTo>
                    <a:pt x="15588" y="110049"/>
                  </a:lnTo>
                  <a:lnTo>
                    <a:pt x="12541" y="113280"/>
                  </a:lnTo>
                  <a:lnTo>
                    <a:pt x="9723" y="114157"/>
                  </a:lnTo>
                  <a:lnTo>
                    <a:pt x="6904" y="112372"/>
                  </a:lnTo>
                  <a:lnTo>
                    <a:pt x="4781" y="108135"/>
                  </a:lnTo>
                  <a:lnTo>
                    <a:pt x="3694" y="101893"/>
                  </a:lnTo>
                  <a:lnTo>
                    <a:pt x="2951" y="95389"/>
                  </a:lnTo>
                  <a:lnTo>
                    <a:pt x="1870" y="88156"/>
                  </a:lnTo>
                  <a:lnTo>
                    <a:pt x="1039" y="65820"/>
                  </a:lnTo>
                  <a:lnTo>
                    <a:pt x="643" y="59577"/>
                  </a:lnTo>
                  <a:lnTo>
                    <a:pt x="0" y="51622"/>
                  </a:lnTo>
                  <a:lnTo>
                    <a:pt x="63" y="48175"/>
                  </a:lnTo>
                  <a:lnTo>
                    <a:pt x="518" y="44868"/>
                  </a:lnTo>
                  <a:lnTo>
                    <a:pt x="516" y="52119"/>
                  </a:lnTo>
                  <a:lnTo>
                    <a:pt x="933" y="53018"/>
                  </a:lnTo>
                  <a:lnTo>
                    <a:pt x="1247" y="52085"/>
                  </a:lnTo>
                  <a:lnTo>
                    <a:pt x="1531" y="44578"/>
                  </a:lnTo>
                  <a:lnTo>
                    <a:pt x="1765" y="41401"/>
                  </a:lnTo>
                  <a:lnTo>
                    <a:pt x="2887" y="33130"/>
                  </a:lnTo>
                  <a:lnTo>
                    <a:pt x="2910" y="31662"/>
                  </a:lnTo>
                  <a:lnTo>
                    <a:pt x="2716" y="28552"/>
                  </a:lnTo>
                  <a:lnTo>
                    <a:pt x="2728" y="26992"/>
                  </a:lnTo>
                  <a:lnTo>
                    <a:pt x="4405" y="21187"/>
                  </a:lnTo>
                  <a:lnTo>
                    <a:pt x="4834" y="17810"/>
                  </a:lnTo>
                  <a:lnTo>
                    <a:pt x="5065" y="14356"/>
                  </a:lnTo>
                  <a:lnTo>
                    <a:pt x="4974" y="10620"/>
                  </a:lnTo>
                  <a:lnTo>
                    <a:pt x="4670" y="6940"/>
                  </a:lnTo>
                  <a:lnTo>
                    <a:pt x="6025" y="8113"/>
                  </a:lnTo>
                  <a:lnTo>
                    <a:pt x="6769" y="9394"/>
                  </a:lnTo>
                  <a:lnTo>
                    <a:pt x="7529" y="10261"/>
                  </a:lnTo>
                  <a:lnTo>
                    <a:pt x="8146" y="9817"/>
                  </a:lnTo>
                  <a:lnTo>
                    <a:pt x="8890" y="9802"/>
                  </a:lnTo>
                  <a:lnTo>
                    <a:pt x="8360" y="7798"/>
                  </a:lnTo>
                  <a:lnTo>
                    <a:pt x="6784" y="5951"/>
                  </a:lnTo>
                  <a:lnTo>
                    <a:pt x="4170" y="4810"/>
                  </a:lnTo>
                  <a:lnTo>
                    <a:pt x="3352" y="3348"/>
                  </a:lnTo>
                  <a:lnTo>
                    <a:pt x="3037" y="2079"/>
                  </a:lnTo>
                  <a:lnTo>
                    <a:pt x="3198" y="593"/>
                  </a:lnTo>
                  <a:close/>
                </a:path>
              </a:pathLst>
            </a:custGeom>
            <a:solidFill>
              <a:srgbClr val="D4E6C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9" name="pg958"/>
            <p:cNvSpPr/>
            <p:nvPr/>
          </p:nvSpPr>
          <p:spPr>
            <a:xfrm>
              <a:off x="3697834" y="4478633"/>
              <a:ext cx="28862" cy="60887"/>
            </a:xfrm>
            <a:custGeom>
              <a:avLst/>
              <a:pathLst>
                <a:path w="28862" h="60887">
                  <a:moveTo>
                    <a:pt x="20794" y="44920"/>
                  </a:moveTo>
                  <a:lnTo>
                    <a:pt x="19683" y="45648"/>
                  </a:lnTo>
                  <a:lnTo>
                    <a:pt x="19529" y="45711"/>
                  </a:lnTo>
                  <a:lnTo>
                    <a:pt x="18817" y="45544"/>
                  </a:lnTo>
                  <a:lnTo>
                    <a:pt x="17866" y="45717"/>
                  </a:lnTo>
                  <a:lnTo>
                    <a:pt x="17119" y="46118"/>
                  </a:lnTo>
                  <a:lnTo>
                    <a:pt x="16539" y="46268"/>
                  </a:lnTo>
                  <a:lnTo>
                    <a:pt x="15593" y="48363"/>
                  </a:lnTo>
                  <a:lnTo>
                    <a:pt x="13875" y="54019"/>
                  </a:lnTo>
                  <a:lnTo>
                    <a:pt x="13417" y="55202"/>
                  </a:lnTo>
                  <a:lnTo>
                    <a:pt x="13289" y="57424"/>
                  </a:lnTo>
                  <a:lnTo>
                    <a:pt x="12890" y="59181"/>
                  </a:lnTo>
                  <a:lnTo>
                    <a:pt x="12402" y="60555"/>
                  </a:lnTo>
                  <a:lnTo>
                    <a:pt x="11925" y="60887"/>
                  </a:lnTo>
                  <a:lnTo>
                    <a:pt x="10490" y="60341"/>
                  </a:lnTo>
                  <a:lnTo>
                    <a:pt x="8654" y="59637"/>
                  </a:lnTo>
                  <a:lnTo>
                    <a:pt x="7587" y="57932"/>
                  </a:lnTo>
                  <a:lnTo>
                    <a:pt x="6637" y="55690"/>
                  </a:lnTo>
                  <a:lnTo>
                    <a:pt x="6136" y="54059"/>
                  </a:lnTo>
                  <a:lnTo>
                    <a:pt x="5611" y="53165"/>
                  </a:lnTo>
                  <a:lnTo>
                    <a:pt x="5432" y="52663"/>
                  </a:lnTo>
                  <a:lnTo>
                    <a:pt x="4685" y="51910"/>
                  </a:lnTo>
                  <a:lnTo>
                    <a:pt x="4403" y="51520"/>
                  </a:lnTo>
                  <a:lnTo>
                    <a:pt x="4155" y="51243"/>
                  </a:lnTo>
                  <a:lnTo>
                    <a:pt x="3853" y="50158"/>
                  </a:lnTo>
                  <a:lnTo>
                    <a:pt x="3676" y="49217"/>
                  </a:lnTo>
                  <a:lnTo>
                    <a:pt x="3746" y="46594"/>
                  </a:lnTo>
                  <a:lnTo>
                    <a:pt x="3219" y="45030"/>
                  </a:lnTo>
                  <a:lnTo>
                    <a:pt x="2319" y="42361"/>
                  </a:lnTo>
                  <a:lnTo>
                    <a:pt x="1749" y="40174"/>
                  </a:lnTo>
                  <a:lnTo>
                    <a:pt x="971" y="37187"/>
                  </a:lnTo>
                  <a:lnTo>
                    <a:pt x="494" y="34630"/>
                  </a:lnTo>
                  <a:lnTo>
                    <a:pt x="0" y="31981"/>
                  </a:lnTo>
                  <a:lnTo>
                    <a:pt x="63" y="30844"/>
                  </a:lnTo>
                  <a:lnTo>
                    <a:pt x="536" y="30068"/>
                  </a:lnTo>
                  <a:lnTo>
                    <a:pt x="1920" y="28735"/>
                  </a:lnTo>
                  <a:lnTo>
                    <a:pt x="2995" y="27705"/>
                  </a:lnTo>
                  <a:lnTo>
                    <a:pt x="3764" y="25812"/>
                  </a:lnTo>
                  <a:lnTo>
                    <a:pt x="4604" y="22998"/>
                  </a:lnTo>
                  <a:lnTo>
                    <a:pt x="5013" y="21304"/>
                  </a:lnTo>
                  <a:lnTo>
                    <a:pt x="5420" y="20531"/>
                  </a:lnTo>
                  <a:lnTo>
                    <a:pt x="5866" y="19336"/>
                  </a:lnTo>
                  <a:lnTo>
                    <a:pt x="6644" y="16687"/>
                  </a:lnTo>
                  <a:lnTo>
                    <a:pt x="7511" y="13747"/>
                  </a:lnTo>
                  <a:lnTo>
                    <a:pt x="8437" y="10587"/>
                  </a:lnTo>
                  <a:lnTo>
                    <a:pt x="9607" y="9672"/>
                  </a:lnTo>
                  <a:lnTo>
                    <a:pt x="11205" y="8616"/>
                  </a:lnTo>
                  <a:lnTo>
                    <a:pt x="12742" y="5857"/>
                  </a:lnTo>
                  <a:lnTo>
                    <a:pt x="14571" y="3531"/>
                  </a:lnTo>
                  <a:lnTo>
                    <a:pt x="17523" y="1007"/>
                  </a:lnTo>
                  <a:lnTo>
                    <a:pt x="18900" y="366"/>
                  </a:lnTo>
                  <a:lnTo>
                    <a:pt x="19423" y="0"/>
                  </a:lnTo>
                  <a:lnTo>
                    <a:pt x="19754" y="476"/>
                  </a:lnTo>
                  <a:lnTo>
                    <a:pt x="20106" y="1921"/>
                  </a:lnTo>
                  <a:lnTo>
                    <a:pt x="20607" y="3130"/>
                  </a:lnTo>
                  <a:lnTo>
                    <a:pt x="21773" y="5234"/>
                  </a:lnTo>
                  <a:lnTo>
                    <a:pt x="22267" y="5742"/>
                  </a:lnTo>
                  <a:lnTo>
                    <a:pt x="23469" y="8856"/>
                  </a:lnTo>
                  <a:lnTo>
                    <a:pt x="24756" y="10991"/>
                  </a:lnTo>
                  <a:lnTo>
                    <a:pt x="26237" y="13449"/>
                  </a:lnTo>
                  <a:lnTo>
                    <a:pt x="27246" y="14673"/>
                  </a:lnTo>
                  <a:lnTo>
                    <a:pt x="27759" y="15014"/>
                  </a:lnTo>
                  <a:lnTo>
                    <a:pt x="28186" y="17195"/>
                  </a:lnTo>
                  <a:lnTo>
                    <a:pt x="28617" y="18814"/>
                  </a:lnTo>
                  <a:lnTo>
                    <a:pt x="28862" y="20329"/>
                  </a:lnTo>
                  <a:lnTo>
                    <a:pt x="28812" y="21806"/>
                  </a:lnTo>
                  <a:lnTo>
                    <a:pt x="28345" y="25419"/>
                  </a:lnTo>
                  <a:lnTo>
                    <a:pt x="27663" y="29110"/>
                  </a:lnTo>
                  <a:lnTo>
                    <a:pt x="27116" y="30645"/>
                  </a:lnTo>
                  <a:lnTo>
                    <a:pt x="26448" y="31615"/>
                  </a:lnTo>
                  <a:lnTo>
                    <a:pt x="25795" y="33072"/>
                  </a:lnTo>
                  <a:lnTo>
                    <a:pt x="25546" y="36033"/>
                  </a:lnTo>
                  <a:lnTo>
                    <a:pt x="25250" y="39516"/>
                  </a:lnTo>
                  <a:lnTo>
                    <a:pt x="24398" y="40950"/>
                  </a:lnTo>
                  <a:lnTo>
                    <a:pt x="23736" y="41890"/>
                  </a:lnTo>
                  <a:lnTo>
                    <a:pt x="22820" y="43045"/>
                  </a:lnTo>
                  <a:close/>
                </a:path>
              </a:pathLst>
            </a:custGeom>
            <a:solidFill>
              <a:srgbClr val="E8F2E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0" name="pg959"/>
            <p:cNvSpPr/>
            <p:nvPr/>
          </p:nvSpPr>
          <p:spPr>
            <a:xfrm>
              <a:off x="3621920" y="1990655"/>
              <a:ext cx="2664" cy="9975"/>
            </a:xfrm>
            <a:custGeom>
              <a:avLst/>
              <a:pathLst>
                <a:path w="2664" h="9975">
                  <a:moveTo>
                    <a:pt x="715" y="9975"/>
                  </a:moveTo>
                  <a:lnTo>
                    <a:pt x="0" y="9746"/>
                  </a:lnTo>
                  <a:lnTo>
                    <a:pt x="1409" y="6339"/>
                  </a:lnTo>
                  <a:lnTo>
                    <a:pt x="1947" y="4127"/>
                  </a:lnTo>
                  <a:lnTo>
                    <a:pt x="2320" y="986"/>
                  </a:lnTo>
                  <a:lnTo>
                    <a:pt x="2653" y="0"/>
                  </a:lnTo>
                  <a:lnTo>
                    <a:pt x="2664" y="1428"/>
                  </a:lnTo>
                  <a:lnTo>
                    <a:pt x="2518" y="3804"/>
                  </a:lnTo>
                  <a:lnTo>
                    <a:pt x="1628" y="7860"/>
                  </a:lnTo>
                  <a:close/>
                </a:path>
              </a:pathLst>
            </a:custGeom>
            <a:solidFill>
              <a:srgbClr val="FFFBF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1" name="pg960"/>
            <p:cNvSpPr/>
            <p:nvPr/>
          </p:nvSpPr>
          <p:spPr>
            <a:xfrm>
              <a:off x="3623726" y="1967173"/>
              <a:ext cx="70702" cy="74410"/>
            </a:xfrm>
            <a:custGeom>
              <a:avLst/>
              <a:pathLst>
                <a:path w="70702" h="74410">
                  <a:moveTo>
                    <a:pt x="68454" y="21974"/>
                  </a:moveTo>
                  <a:lnTo>
                    <a:pt x="68420" y="23300"/>
                  </a:lnTo>
                  <a:lnTo>
                    <a:pt x="68122" y="25551"/>
                  </a:lnTo>
                  <a:lnTo>
                    <a:pt x="67537" y="28456"/>
                  </a:lnTo>
                  <a:lnTo>
                    <a:pt x="66924" y="30709"/>
                  </a:lnTo>
                  <a:lnTo>
                    <a:pt x="66777" y="31579"/>
                  </a:lnTo>
                  <a:lnTo>
                    <a:pt x="67242" y="32302"/>
                  </a:lnTo>
                  <a:lnTo>
                    <a:pt x="69536" y="32643"/>
                  </a:lnTo>
                  <a:lnTo>
                    <a:pt x="70510" y="33030"/>
                  </a:lnTo>
                  <a:lnTo>
                    <a:pt x="70702" y="33629"/>
                  </a:lnTo>
                  <a:lnTo>
                    <a:pt x="70192" y="34407"/>
                  </a:lnTo>
                  <a:lnTo>
                    <a:pt x="69459" y="35053"/>
                  </a:lnTo>
                  <a:lnTo>
                    <a:pt x="69131" y="35665"/>
                  </a:lnTo>
                  <a:lnTo>
                    <a:pt x="68548" y="37852"/>
                  </a:lnTo>
                  <a:lnTo>
                    <a:pt x="64731" y="37574"/>
                  </a:lnTo>
                  <a:lnTo>
                    <a:pt x="64224" y="38019"/>
                  </a:lnTo>
                  <a:lnTo>
                    <a:pt x="63983" y="39035"/>
                  </a:lnTo>
                  <a:lnTo>
                    <a:pt x="63793" y="40210"/>
                  </a:lnTo>
                  <a:lnTo>
                    <a:pt x="63292" y="41602"/>
                  </a:lnTo>
                  <a:lnTo>
                    <a:pt x="62277" y="42812"/>
                  </a:lnTo>
                  <a:lnTo>
                    <a:pt x="60691" y="43260"/>
                  </a:lnTo>
                  <a:lnTo>
                    <a:pt x="59393" y="44084"/>
                  </a:lnTo>
                  <a:lnTo>
                    <a:pt x="58426" y="46626"/>
                  </a:lnTo>
                  <a:lnTo>
                    <a:pt x="57705" y="50035"/>
                  </a:lnTo>
                  <a:lnTo>
                    <a:pt x="57723" y="52453"/>
                  </a:lnTo>
                  <a:lnTo>
                    <a:pt x="57818" y="53802"/>
                  </a:lnTo>
                  <a:lnTo>
                    <a:pt x="57734" y="54574"/>
                  </a:lnTo>
                  <a:lnTo>
                    <a:pt x="57245" y="55415"/>
                  </a:lnTo>
                  <a:lnTo>
                    <a:pt x="56445" y="57643"/>
                  </a:lnTo>
                  <a:lnTo>
                    <a:pt x="55794" y="60106"/>
                  </a:lnTo>
                  <a:lnTo>
                    <a:pt x="55544" y="61442"/>
                  </a:lnTo>
                  <a:lnTo>
                    <a:pt x="55670" y="62067"/>
                  </a:lnTo>
                  <a:lnTo>
                    <a:pt x="56402" y="62084"/>
                  </a:lnTo>
                  <a:lnTo>
                    <a:pt x="57459" y="62591"/>
                  </a:lnTo>
                  <a:lnTo>
                    <a:pt x="58022" y="63575"/>
                  </a:lnTo>
                  <a:lnTo>
                    <a:pt x="58230" y="64712"/>
                  </a:lnTo>
                  <a:lnTo>
                    <a:pt x="58233" y="65935"/>
                  </a:lnTo>
                  <a:lnTo>
                    <a:pt x="58035" y="66609"/>
                  </a:lnTo>
                  <a:lnTo>
                    <a:pt x="57188" y="67097"/>
                  </a:lnTo>
                  <a:lnTo>
                    <a:pt x="55861" y="67114"/>
                  </a:lnTo>
                  <a:lnTo>
                    <a:pt x="55088" y="66531"/>
                  </a:lnTo>
                  <a:lnTo>
                    <a:pt x="54927" y="66069"/>
                  </a:lnTo>
                  <a:lnTo>
                    <a:pt x="55297" y="64891"/>
                  </a:lnTo>
                  <a:lnTo>
                    <a:pt x="55030" y="63419"/>
                  </a:lnTo>
                  <a:lnTo>
                    <a:pt x="54480" y="62596"/>
                  </a:lnTo>
                  <a:lnTo>
                    <a:pt x="53363" y="63824"/>
                  </a:lnTo>
                  <a:lnTo>
                    <a:pt x="52291" y="63823"/>
                  </a:lnTo>
                  <a:lnTo>
                    <a:pt x="51005" y="64917"/>
                  </a:lnTo>
                  <a:lnTo>
                    <a:pt x="50165" y="66670"/>
                  </a:lnTo>
                  <a:lnTo>
                    <a:pt x="49359" y="67316"/>
                  </a:lnTo>
                  <a:lnTo>
                    <a:pt x="47180" y="66958"/>
                  </a:lnTo>
                  <a:lnTo>
                    <a:pt x="46639" y="67732"/>
                  </a:lnTo>
                  <a:lnTo>
                    <a:pt x="46189" y="71300"/>
                  </a:lnTo>
                  <a:lnTo>
                    <a:pt x="45929" y="71996"/>
                  </a:lnTo>
                  <a:lnTo>
                    <a:pt x="44110" y="71843"/>
                  </a:lnTo>
                  <a:lnTo>
                    <a:pt x="42355" y="73262"/>
                  </a:lnTo>
                  <a:lnTo>
                    <a:pt x="40374" y="74410"/>
                  </a:lnTo>
                  <a:lnTo>
                    <a:pt x="39370" y="73612"/>
                  </a:lnTo>
                  <a:lnTo>
                    <a:pt x="38811" y="72712"/>
                  </a:lnTo>
                  <a:lnTo>
                    <a:pt x="37732" y="72872"/>
                  </a:lnTo>
                  <a:lnTo>
                    <a:pt x="36555" y="73268"/>
                  </a:lnTo>
                  <a:lnTo>
                    <a:pt x="35764" y="73051"/>
                  </a:lnTo>
                  <a:lnTo>
                    <a:pt x="34878" y="73148"/>
                  </a:lnTo>
                  <a:lnTo>
                    <a:pt x="33164" y="73840"/>
                  </a:lnTo>
                  <a:lnTo>
                    <a:pt x="31009" y="73617"/>
                  </a:lnTo>
                  <a:lnTo>
                    <a:pt x="30091" y="73027"/>
                  </a:lnTo>
                  <a:lnTo>
                    <a:pt x="30004" y="72461"/>
                  </a:lnTo>
                  <a:lnTo>
                    <a:pt x="30071" y="71072"/>
                  </a:lnTo>
                  <a:lnTo>
                    <a:pt x="30050" y="68913"/>
                  </a:lnTo>
                  <a:lnTo>
                    <a:pt x="29708" y="67009"/>
                  </a:lnTo>
                  <a:lnTo>
                    <a:pt x="28678" y="65323"/>
                  </a:lnTo>
                  <a:lnTo>
                    <a:pt x="27594" y="64146"/>
                  </a:lnTo>
                  <a:lnTo>
                    <a:pt x="26212" y="62931"/>
                  </a:lnTo>
                  <a:lnTo>
                    <a:pt x="25190" y="62399"/>
                  </a:lnTo>
                  <a:lnTo>
                    <a:pt x="24631" y="62259"/>
                  </a:lnTo>
                  <a:lnTo>
                    <a:pt x="24504" y="61559"/>
                  </a:lnTo>
                  <a:lnTo>
                    <a:pt x="24302" y="60954"/>
                  </a:lnTo>
                  <a:lnTo>
                    <a:pt x="23824" y="60422"/>
                  </a:lnTo>
                  <a:lnTo>
                    <a:pt x="22802" y="59708"/>
                  </a:lnTo>
                  <a:lnTo>
                    <a:pt x="21935" y="59552"/>
                  </a:lnTo>
                  <a:lnTo>
                    <a:pt x="21225" y="60705"/>
                  </a:lnTo>
                  <a:lnTo>
                    <a:pt x="20708" y="59262"/>
                  </a:lnTo>
                  <a:lnTo>
                    <a:pt x="20160" y="56679"/>
                  </a:lnTo>
                  <a:lnTo>
                    <a:pt x="20217" y="54613"/>
                  </a:lnTo>
                  <a:lnTo>
                    <a:pt x="20528" y="52554"/>
                  </a:lnTo>
                  <a:lnTo>
                    <a:pt x="22028" y="46472"/>
                  </a:lnTo>
                  <a:lnTo>
                    <a:pt x="21947" y="45502"/>
                  </a:lnTo>
                  <a:lnTo>
                    <a:pt x="20859" y="43801"/>
                  </a:lnTo>
                  <a:lnTo>
                    <a:pt x="19513" y="42564"/>
                  </a:lnTo>
                  <a:lnTo>
                    <a:pt x="18771" y="39951"/>
                  </a:lnTo>
                  <a:lnTo>
                    <a:pt x="16045" y="39800"/>
                  </a:lnTo>
                  <a:lnTo>
                    <a:pt x="13472" y="39944"/>
                  </a:lnTo>
                  <a:lnTo>
                    <a:pt x="12663" y="39817"/>
                  </a:lnTo>
                  <a:lnTo>
                    <a:pt x="10215" y="38722"/>
                  </a:lnTo>
                  <a:lnTo>
                    <a:pt x="7855" y="36960"/>
                  </a:lnTo>
                  <a:lnTo>
                    <a:pt x="6275" y="35927"/>
                  </a:lnTo>
                  <a:lnTo>
                    <a:pt x="4947" y="34772"/>
                  </a:lnTo>
                  <a:lnTo>
                    <a:pt x="4234" y="33557"/>
                  </a:lnTo>
                  <a:lnTo>
                    <a:pt x="3103" y="33884"/>
                  </a:lnTo>
                  <a:lnTo>
                    <a:pt x="2340" y="33894"/>
                  </a:lnTo>
                  <a:lnTo>
                    <a:pt x="2347" y="33685"/>
                  </a:lnTo>
                  <a:lnTo>
                    <a:pt x="1912" y="31540"/>
                  </a:lnTo>
                  <a:lnTo>
                    <a:pt x="2366" y="28253"/>
                  </a:lnTo>
                  <a:lnTo>
                    <a:pt x="1542" y="23445"/>
                  </a:lnTo>
                  <a:lnTo>
                    <a:pt x="195" y="17663"/>
                  </a:lnTo>
                  <a:lnTo>
                    <a:pt x="95" y="11471"/>
                  </a:lnTo>
                  <a:lnTo>
                    <a:pt x="0" y="10079"/>
                  </a:lnTo>
                  <a:lnTo>
                    <a:pt x="3313" y="6590"/>
                  </a:lnTo>
                  <a:lnTo>
                    <a:pt x="7495" y="2855"/>
                  </a:lnTo>
                  <a:lnTo>
                    <a:pt x="8446" y="2517"/>
                  </a:lnTo>
                  <a:lnTo>
                    <a:pt x="12300" y="307"/>
                  </a:lnTo>
                  <a:lnTo>
                    <a:pt x="12814" y="131"/>
                  </a:lnTo>
                  <a:lnTo>
                    <a:pt x="16286" y="541"/>
                  </a:lnTo>
                  <a:lnTo>
                    <a:pt x="19013" y="1066"/>
                  </a:lnTo>
                  <a:lnTo>
                    <a:pt x="21312" y="1001"/>
                  </a:lnTo>
                  <a:lnTo>
                    <a:pt x="22575" y="435"/>
                  </a:lnTo>
                  <a:lnTo>
                    <a:pt x="23719" y="908"/>
                  </a:lnTo>
                  <a:lnTo>
                    <a:pt x="24641" y="2573"/>
                  </a:lnTo>
                  <a:lnTo>
                    <a:pt x="25589" y="2379"/>
                  </a:lnTo>
                  <a:lnTo>
                    <a:pt x="26528" y="1301"/>
                  </a:lnTo>
                  <a:lnTo>
                    <a:pt x="31671" y="2285"/>
                  </a:lnTo>
                  <a:lnTo>
                    <a:pt x="32831" y="2262"/>
                  </a:lnTo>
                  <a:lnTo>
                    <a:pt x="34139" y="2421"/>
                  </a:lnTo>
                  <a:lnTo>
                    <a:pt x="36551" y="3425"/>
                  </a:lnTo>
                  <a:lnTo>
                    <a:pt x="37940" y="4341"/>
                  </a:lnTo>
                  <a:lnTo>
                    <a:pt x="40990" y="3787"/>
                  </a:lnTo>
                  <a:lnTo>
                    <a:pt x="42295" y="3755"/>
                  </a:lnTo>
                  <a:lnTo>
                    <a:pt x="42978" y="3394"/>
                  </a:lnTo>
                  <a:lnTo>
                    <a:pt x="45082" y="883"/>
                  </a:lnTo>
                  <a:lnTo>
                    <a:pt x="45992" y="451"/>
                  </a:lnTo>
                  <a:lnTo>
                    <a:pt x="46828" y="0"/>
                  </a:lnTo>
                  <a:lnTo>
                    <a:pt x="47593" y="383"/>
                  </a:lnTo>
                  <a:lnTo>
                    <a:pt x="48097" y="2529"/>
                  </a:lnTo>
                  <a:lnTo>
                    <a:pt x="49653" y="6228"/>
                  </a:lnTo>
                  <a:lnTo>
                    <a:pt x="51343" y="6877"/>
                  </a:lnTo>
                  <a:lnTo>
                    <a:pt x="56018" y="8303"/>
                  </a:lnTo>
                  <a:lnTo>
                    <a:pt x="56974" y="9052"/>
                  </a:lnTo>
                  <a:lnTo>
                    <a:pt x="59604" y="12317"/>
                  </a:lnTo>
                  <a:lnTo>
                    <a:pt x="61182" y="13918"/>
                  </a:lnTo>
                  <a:lnTo>
                    <a:pt x="62185" y="15197"/>
                  </a:lnTo>
                  <a:lnTo>
                    <a:pt x="63716" y="17702"/>
                  </a:lnTo>
                  <a:lnTo>
                    <a:pt x="64600" y="19524"/>
                  </a:lnTo>
                  <a:lnTo>
                    <a:pt x="66079" y="20902"/>
                  </a:lnTo>
                  <a:lnTo>
                    <a:pt x="67829" y="21830"/>
                  </a:lnTo>
                  <a:close/>
                </a:path>
              </a:pathLst>
            </a:custGeom>
            <a:solidFill>
              <a:srgbClr val="FFFBF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2" name="pg961"/>
            <p:cNvSpPr/>
            <p:nvPr/>
          </p:nvSpPr>
          <p:spPr>
            <a:xfrm>
              <a:off x="3434666" y="2151677"/>
              <a:ext cx="9486" cy="21326"/>
            </a:xfrm>
            <a:custGeom>
              <a:avLst/>
              <a:pathLst>
                <a:path w="9486" h="21326">
                  <a:moveTo>
                    <a:pt x="4831" y="1364"/>
                  </a:moveTo>
                  <a:lnTo>
                    <a:pt x="4729" y="2155"/>
                  </a:lnTo>
                  <a:lnTo>
                    <a:pt x="4747" y="3924"/>
                  </a:lnTo>
                  <a:lnTo>
                    <a:pt x="5098" y="5699"/>
                  </a:lnTo>
                  <a:lnTo>
                    <a:pt x="5921" y="7447"/>
                  </a:lnTo>
                  <a:lnTo>
                    <a:pt x="6553" y="8717"/>
                  </a:lnTo>
                  <a:lnTo>
                    <a:pt x="7399" y="9730"/>
                  </a:lnTo>
                  <a:lnTo>
                    <a:pt x="8834" y="10692"/>
                  </a:lnTo>
                  <a:lnTo>
                    <a:pt x="9406" y="10894"/>
                  </a:lnTo>
                  <a:lnTo>
                    <a:pt x="9486" y="12197"/>
                  </a:lnTo>
                  <a:lnTo>
                    <a:pt x="9375" y="13574"/>
                  </a:lnTo>
                  <a:lnTo>
                    <a:pt x="8880" y="14335"/>
                  </a:lnTo>
                  <a:lnTo>
                    <a:pt x="8412" y="15431"/>
                  </a:lnTo>
                  <a:lnTo>
                    <a:pt x="8061" y="16771"/>
                  </a:lnTo>
                  <a:lnTo>
                    <a:pt x="7693" y="19339"/>
                  </a:lnTo>
                  <a:lnTo>
                    <a:pt x="7642" y="21111"/>
                  </a:lnTo>
                  <a:lnTo>
                    <a:pt x="6815" y="20378"/>
                  </a:lnTo>
                  <a:lnTo>
                    <a:pt x="6381" y="19882"/>
                  </a:lnTo>
                  <a:lnTo>
                    <a:pt x="5627" y="19746"/>
                  </a:lnTo>
                  <a:lnTo>
                    <a:pt x="4873" y="20151"/>
                  </a:lnTo>
                  <a:lnTo>
                    <a:pt x="4308" y="21055"/>
                  </a:lnTo>
                  <a:lnTo>
                    <a:pt x="3534" y="21326"/>
                  </a:lnTo>
                  <a:lnTo>
                    <a:pt x="2893" y="21055"/>
                  </a:lnTo>
                  <a:lnTo>
                    <a:pt x="2516" y="20378"/>
                  </a:lnTo>
                  <a:lnTo>
                    <a:pt x="2176" y="20017"/>
                  </a:lnTo>
                  <a:lnTo>
                    <a:pt x="1214" y="19564"/>
                  </a:lnTo>
                  <a:lnTo>
                    <a:pt x="798" y="18583"/>
                  </a:lnTo>
                  <a:lnTo>
                    <a:pt x="1115" y="18124"/>
                  </a:lnTo>
                  <a:lnTo>
                    <a:pt x="1389" y="17400"/>
                  </a:lnTo>
                  <a:lnTo>
                    <a:pt x="1623" y="16380"/>
                  </a:lnTo>
                  <a:lnTo>
                    <a:pt x="1917" y="15436"/>
                  </a:lnTo>
                  <a:lnTo>
                    <a:pt x="971" y="12854"/>
                  </a:lnTo>
                  <a:lnTo>
                    <a:pt x="777" y="12064"/>
                  </a:lnTo>
                  <a:lnTo>
                    <a:pt x="0" y="10604"/>
                  </a:lnTo>
                  <a:lnTo>
                    <a:pt x="9" y="9864"/>
                  </a:lnTo>
                  <a:lnTo>
                    <a:pt x="195" y="9160"/>
                  </a:lnTo>
                  <a:lnTo>
                    <a:pt x="126" y="8615"/>
                  </a:lnTo>
                  <a:lnTo>
                    <a:pt x="234" y="7315"/>
                  </a:lnTo>
                  <a:lnTo>
                    <a:pt x="778" y="6085"/>
                  </a:lnTo>
                  <a:lnTo>
                    <a:pt x="1139" y="4565"/>
                  </a:lnTo>
                  <a:lnTo>
                    <a:pt x="1750" y="2493"/>
                  </a:lnTo>
                  <a:lnTo>
                    <a:pt x="3100" y="0"/>
                  </a:lnTo>
                  <a:lnTo>
                    <a:pt x="4069" y="380"/>
                  </a:lnTo>
                  <a:lnTo>
                    <a:pt x="4492" y="372"/>
                  </a:lnTo>
                  <a:close/>
                </a:path>
              </a:pathLst>
            </a:custGeom>
            <a:solidFill>
              <a:srgbClr val="E5F0E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3" name="pg962"/>
            <p:cNvSpPr/>
            <p:nvPr/>
          </p:nvSpPr>
          <p:spPr>
            <a:xfrm>
              <a:off x="3623341" y="1918351"/>
              <a:ext cx="88687" cy="70796"/>
            </a:xfrm>
            <a:custGeom>
              <a:avLst/>
              <a:pathLst>
                <a:path w="88687" h="70796">
                  <a:moveTo>
                    <a:pt x="78197" y="15817"/>
                  </a:moveTo>
                  <a:lnTo>
                    <a:pt x="79650" y="15938"/>
                  </a:lnTo>
                  <a:lnTo>
                    <a:pt x="80161" y="16407"/>
                  </a:lnTo>
                  <a:lnTo>
                    <a:pt x="80501" y="18723"/>
                  </a:lnTo>
                  <a:lnTo>
                    <a:pt x="82156" y="20545"/>
                  </a:lnTo>
                  <a:lnTo>
                    <a:pt x="83687" y="22057"/>
                  </a:lnTo>
                  <a:lnTo>
                    <a:pt x="84079" y="22756"/>
                  </a:lnTo>
                  <a:lnTo>
                    <a:pt x="84198" y="24103"/>
                  </a:lnTo>
                  <a:lnTo>
                    <a:pt x="84099" y="25676"/>
                  </a:lnTo>
                  <a:lnTo>
                    <a:pt x="83905" y="26491"/>
                  </a:lnTo>
                  <a:lnTo>
                    <a:pt x="83267" y="27430"/>
                  </a:lnTo>
                  <a:lnTo>
                    <a:pt x="82706" y="29808"/>
                  </a:lnTo>
                  <a:lnTo>
                    <a:pt x="82629" y="32070"/>
                  </a:lnTo>
                  <a:lnTo>
                    <a:pt x="81745" y="35983"/>
                  </a:lnTo>
                  <a:lnTo>
                    <a:pt x="81945" y="36056"/>
                  </a:lnTo>
                  <a:lnTo>
                    <a:pt x="83801" y="35350"/>
                  </a:lnTo>
                  <a:lnTo>
                    <a:pt x="84326" y="35754"/>
                  </a:lnTo>
                  <a:lnTo>
                    <a:pt x="84732" y="36618"/>
                  </a:lnTo>
                  <a:lnTo>
                    <a:pt x="84862" y="39074"/>
                  </a:lnTo>
                  <a:lnTo>
                    <a:pt x="85471" y="40178"/>
                  </a:lnTo>
                  <a:lnTo>
                    <a:pt x="86090" y="41903"/>
                  </a:lnTo>
                  <a:lnTo>
                    <a:pt x="86287" y="43247"/>
                  </a:lnTo>
                  <a:lnTo>
                    <a:pt x="87466" y="44847"/>
                  </a:lnTo>
                  <a:lnTo>
                    <a:pt x="87562" y="45881"/>
                  </a:lnTo>
                  <a:lnTo>
                    <a:pt x="88282" y="49540"/>
                  </a:lnTo>
                  <a:lnTo>
                    <a:pt x="88559" y="51647"/>
                  </a:lnTo>
                  <a:lnTo>
                    <a:pt x="88687" y="53277"/>
                  </a:lnTo>
                  <a:lnTo>
                    <a:pt x="88333" y="55348"/>
                  </a:lnTo>
                  <a:lnTo>
                    <a:pt x="88020" y="56749"/>
                  </a:lnTo>
                  <a:lnTo>
                    <a:pt x="87648" y="56663"/>
                  </a:lnTo>
                  <a:lnTo>
                    <a:pt x="86589" y="57033"/>
                  </a:lnTo>
                  <a:lnTo>
                    <a:pt x="84914" y="58721"/>
                  </a:lnTo>
                  <a:lnTo>
                    <a:pt x="82421" y="62699"/>
                  </a:lnTo>
                  <a:lnTo>
                    <a:pt x="81780" y="63580"/>
                  </a:lnTo>
                  <a:lnTo>
                    <a:pt x="81128" y="66610"/>
                  </a:lnTo>
                  <a:lnTo>
                    <a:pt x="80971" y="66918"/>
                  </a:lnTo>
                  <a:lnTo>
                    <a:pt x="79520" y="66778"/>
                  </a:lnTo>
                  <a:lnTo>
                    <a:pt x="79125" y="66705"/>
                  </a:lnTo>
                  <a:lnTo>
                    <a:pt x="77669" y="66766"/>
                  </a:lnTo>
                  <a:lnTo>
                    <a:pt x="74502" y="65978"/>
                  </a:lnTo>
                  <a:lnTo>
                    <a:pt x="73274" y="66499"/>
                  </a:lnTo>
                  <a:lnTo>
                    <a:pt x="71663" y="69564"/>
                  </a:lnTo>
                  <a:lnTo>
                    <a:pt x="71039" y="70014"/>
                  </a:lnTo>
                  <a:lnTo>
                    <a:pt x="69168" y="70438"/>
                  </a:lnTo>
                  <a:lnTo>
                    <a:pt x="68839" y="70796"/>
                  </a:lnTo>
                  <a:lnTo>
                    <a:pt x="68213" y="70652"/>
                  </a:lnTo>
                  <a:lnTo>
                    <a:pt x="66463" y="69724"/>
                  </a:lnTo>
                  <a:lnTo>
                    <a:pt x="64985" y="68346"/>
                  </a:lnTo>
                  <a:lnTo>
                    <a:pt x="64100" y="66524"/>
                  </a:lnTo>
                  <a:lnTo>
                    <a:pt x="62570" y="64019"/>
                  </a:lnTo>
                  <a:lnTo>
                    <a:pt x="61566" y="62741"/>
                  </a:lnTo>
                  <a:lnTo>
                    <a:pt x="59989" y="61139"/>
                  </a:lnTo>
                  <a:lnTo>
                    <a:pt x="57358" y="57874"/>
                  </a:lnTo>
                  <a:lnTo>
                    <a:pt x="56402" y="57125"/>
                  </a:lnTo>
                  <a:lnTo>
                    <a:pt x="51728" y="55700"/>
                  </a:lnTo>
                  <a:lnTo>
                    <a:pt x="50037" y="55050"/>
                  </a:lnTo>
                  <a:lnTo>
                    <a:pt x="48481" y="51351"/>
                  </a:lnTo>
                  <a:lnTo>
                    <a:pt x="47978" y="49205"/>
                  </a:lnTo>
                  <a:lnTo>
                    <a:pt x="47213" y="48822"/>
                  </a:lnTo>
                  <a:lnTo>
                    <a:pt x="46376" y="49273"/>
                  </a:lnTo>
                  <a:lnTo>
                    <a:pt x="45466" y="49705"/>
                  </a:lnTo>
                  <a:lnTo>
                    <a:pt x="43362" y="52217"/>
                  </a:lnTo>
                  <a:lnTo>
                    <a:pt x="42679" y="52577"/>
                  </a:lnTo>
                  <a:lnTo>
                    <a:pt x="41374" y="52609"/>
                  </a:lnTo>
                  <a:lnTo>
                    <a:pt x="38324" y="53163"/>
                  </a:lnTo>
                  <a:lnTo>
                    <a:pt x="36936" y="52247"/>
                  </a:lnTo>
                  <a:lnTo>
                    <a:pt x="34523" y="51243"/>
                  </a:lnTo>
                  <a:lnTo>
                    <a:pt x="33216" y="51084"/>
                  </a:lnTo>
                  <a:lnTo>
                    <a:pt x="32055" y="51107"/>
                  </a:lnTo>
                  <a:lnTo>
                    <a:pt x="26912" y="50123"/>
                  </a:lnTo>
                  <a:lnTo>
                    <a:pt x="25973" y="51201"/>
                  </a:lnTo>
                  <a:lnTo>
                    <a:pt x="25025" y="51396"/>
                  </a:lnTo>
                  <a:lnTo>
                    <a:pt x="24103" y="49731"/>
                  </a:lnTo>
                  <a:lnTo>
                    <a:pt x="22960" y="49257"/>
                  </a:lnTo>
                  <a:lnTo>
                    <a:pt x="21697" y="49823"/>
                  </a:lnTo>
                  <a:lnTo>
                    <a:pt x="19397" y="49888"/>
                  </a:lnTo>
                  <a:lnTo>
                    <a:pt x="16670" y="49363"/>
                  </a:lnTo>
                  <a:lnTo>
                    <a:pt x="13199" y="48953"/>
                  </a:lnTo>
                  <a:lnTo>
                    <a:pt x="12684" y="49129"/>
                  </a:lnTo>
                  <a:lnTo>
                    <a:pt x="8830" y="51339"/>
                  </a:lnTo>
                  <a:lnTo>
                    <a:pt x="7879" y="51677"/>
                  </a:lnTo>
                  <a:lnTo>
                    <a:pt x="3698" y="55413"/>
                  </a:lnTo>
                  <a:lnTo>
                    <a:pt x="384" y="58901"/>
                  </a:lnTo>
                  <a:lnTo>
                    <a:pt x="0" y="53320"/>
                  </a:lnTo>
                  <a:lnTo>
                    <a:pt x="203" y="42162"/>
                  </a:lnTo>
                  <a:lnTo>
                    <a:pt x="695" y="36631"/>
                  </a:lnTo>
                  <a:lnTo>
                    <a:pt x="2992" y="33409"/>
                  </a:lnTo>
                  <a:lnTo>
                    <a:pt x="4144" y="30900"/>
                  </a:lnTo>
                  <a:lnTo>
                    <a:pt x="4814" y="27552"/>
                  </a:lnTo>
                  <a:lnTo>
                    <a:pt x="5016" y="24454"/>
                  </a:lnTo>
                  <a:lnTo>
                    <a:pt x="5481" y="21894"/>
                  </a:lnTo>
                  <a:lnTo>
                    <a:pt x="8807" y="14550"/>
                  </a:lnTo>
                  <a:lnTo>
                    <a:pt x="11444" y="13757"/>
                  </a:lnTo>
                  <a:lnTo>
                    <a:pt x="15011" y="11720"/>
                  </a:lnTo>
                  <a:lnTo>
                    <a:pt x="18998" y="10021"/>
                  </a:lnTo>
                  <a:lnTo>
                    <a:pt x="19768" y="12181"/>
                  </a:lnTo>
                  <a:lnTo>
                    <a:pt x="20159" y="13830"/>
                  </a:lnTo>
                  <a:lnTo>
                    <a:pt x="24961" y="19837"/>
                  </a:lnTo>
                  <a:lnTo>
                    <a:pt x="26183" y="21854"/>
                  </a:lnTo>
                  <a:lnTo>
                    <a:pt x="28040" y="28771"/>
                  </a:lnTo>
                  <a:lnTo>
                    <a:pt x="32488" y="32278"/>
                  </a:lnTo>
                  <a:lnTo>
                    <a:pt x="35985" y="31172"/>
                  </a:lnTo>
                  <a:lnTo>
                    <a:pt x="37505" y="29469"/>
                  </a:lnTo>
                  <a:lnTo>
                    <a:pt x="40305" y="26331"/>
                  </a:lnTo>
                  <a:lnTo>
                    <a:pt x="41556" y="24034"/>
                  </a:lnTo>
                  <a:lnTo>
                    <a:pt x="41810" y="21819"/>
                  </a:lnTo>
                  <a:lnTo>
                    <a:pt x="41314" y="12354"/>
                  </a:lnTo>
                  <a:lnTo>
                    <a:pt x="40556" y="8252"/>
                  </a:lnTo>
                  <a:lnTo>
                    <a:pt x="40815" y="5697"/>
                  </a:lnTo>
                  <a:lnTo>
                    <a:pt x="41308" y="5828"/>
                  </a:lnTo>
                  <a:lnTo>
                    <a:pt x="42497" y="4596"/>
                  </a:lnTo>
                  <a:lnTo>
                    <a:pt x="46408" y="2309"/>
                  </a:lnTo>
                  <a:lnTo>
                    <a:pt x="47188" y="2207"/>
                  </a:lnTo>
                  <a:lnTo>
                    <a:pt x="48080" y="1738"/>
                  </a:lnTo>
                  <a:lnTo>
                    <a:pt x="50545" y="0"/>
                  </a:lnTo>
                  <a:lnTo>
                    <a:pt x="51336" y="924"/>
                  </a:lnTo>
                  <a:lnTo>
                    <a:pt x="51997" y="1974"/>
                  </a:lnTo>
                  <a:lnTo>
                    <a:pt x="52362" y="1988"/>
                  </a:lnTo>
                  <a:lnTo>
                    <a:pt x="52539" y="1597"/>
                  </a:lnTo>
                  <a:lnTo>
                    <a:pt x="52490" y="921"/>
                  </a:lnTo>
                  <a:lnTo>
                    <a:pt x="52662" y="441"/>
                  </a:lnTo>
                  <a:lnTo>
                    <a:pt x="53370" y="708"/>
                  </a:lnTo>
                  <a:lnTo>
                    <a:pt x="56224" y="3565"/>
                  </a:lnTo>
                  <a:lnTo>
                    <a:pt x="57321" y="4232"/>
                  </a:lnTo>
                  <a:lnTo>
                    <a:pt x="58070" y="4420"/>
                  </a:lnTo>
                  <a:lnTo>
                    <a:pt x="58969" y="5758"/>
                  </a:lnTo>
                  <a:lnTo>
                    <a:pt x="61405" y="6655"/>
                  </a:lnTo>
                  <a:lnTo>
                    <a:pt x="61702" y="7348"/>
                  </a:lnTo>
                  <a:lnTo>
                    <a:pt x="61889" y="8211"/>
                  </a:lnTo>
                  <a:lnTo>
                    <a:pt x="64168" y="11839"/>
                  </a:lnTo>
                  <a:lnTo>
                    <a:pt x="65192" y="13661"/>
                  </a:lnTo>
                  <a:lnTo>
                    <a:pt x="67217" y="15334"/>
                  </a:lnTo>
                  <a:lnTo>
                    <a:pt x="68087" y="15732"/>
                  </a:lnTo>
                  <a:lnTo>
                    <a:pt x="71629" y="14027"/>
                  </a:lnTo>
                  <a:lnTo>
                    <a:pt x="72618" y="13434"/>
                  </a:lnTo>
                  <a:lnTo>
                    <a:pt x="73435" y="13424"/>
                  </a:lnTo>
                  <a:lnTo>
                    <a:pt x="74266" y="14321"/>
                  </a:lnTo>
                  <a:lnTo>
                    <a:pt x="76163" y="15515"/>
                  </a:lnTo>
                  <a:lnTo>
                    <a:pt x="77884" y="15895"/>
                  </a:lnTo>
                  <a:close/>
                </a:path>
              </a:pathLst>
            </a:custGeom>
            <a:solidFill>
              <a:srgbClr val="FFFDF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4" name="pg963"/>
            <p:cNvSpPr/>
            <p:nvPr/>
          </p:nvSpPr>
          <p:spPr>
            <a:xfrm>
              <a:off x="4764330" y="2976723"/>
              <a:ext cx="821" cy="1489"/>
            </a:xfrm>
            <a:custGeom>
              <a:avLst/>
              <a:pathLst>
                <a:path w="821" h="1489">
                  <a:moveTo>
                    <a:pt x="0" y="1489"/>
                  </a:moveTo>
                  <a:lnTo>
                    <a:pt x="26" y="841"/>
                  </a:lnTo>
                  <a:lnTo>
                    <a:pt x="188" y="129"/>
                  </a:lnTo>
                  <a:lnTo>
                    <a:pt x="594" y="0"/>
                  </a:lnTo>
                  <a:lnTo>
                    <a:pt x="821" y="722"/>
                  </a:lnTo>
                  <a:lnTo>
                    <a:pt x="245" y="1308"/>
                  </a:lnTo>
                  <a:close/>
                </a:path>
              </a:pathLst>
            </a:custGeom>
            <a:solidFill>
              <a:srgbClr val="FCFDF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5" name="pg964"/>
            <p:cNvSpPr/>
            <p:nvPr/>
          </p:nvSpPr>
          <p:spPr>
            <a:xfrm>
              <a:off x="2585094" y="3098779"/>
              <a:ext cx="1402" cy="1370"/>
            </a:xfrm>
            <a:custGeom>
              <a:avLst/>
              <a:pathLst>
                <a:path w="1402" h="1370">
                  <a:moveTo>
                    <a:pt x="1380" y="1370"/>
                  </a:moveTo>
                  <a:lnTo>
                    <a:pt x="0" y="1370"/>
                  </a:lnTo>
                  <a:lnTo>
                    <a:pt x="99" y="727"/>
                  </a:lnTo>
                  <a:lnTo>
                    <a:pt x="739" y="0"/>
                  </a:lnTo>
                  <a:lnTo>
                    <a:pt x="1212" y="66"/>
                  </a:lnTo>
                  <a:lnTo>
                    <a:pt x="1402" y="326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6" name="pg965"/>
            <p:cNvSpPr/>
            <p:nvPr/>
          </p:nvSpPr>
          <p:spPr>
            <a:xfrm>
              <a:off x="3154206" y="2572376"/>
              <a:ext cx="196666" cy="428732"/>
            </a:xfrm>
            <a:custGeom>
              <a:avLst/>
              <a:pathLst>
                <a:path w="196666" h="428732">
                  <a:moveTo>
                    <a:pt x="182425" y="24398"/>
                  </a:moveTo>
                  <a:lnTo>
                    <a:pt x="182781" y="26597"/>
                  </a:lnTo>
                  <a:lnTo>
                    <a:pt x="183509" y="28338"/>
                  </a:lnTo>
                  <a:lnTo>
                    <a:pt x="186111" y="32336"/>
                  </a:lnTo>
                  <a:lnTo>
                    <a:pt x="187657" y="34808"/>
                  </a:lnTo>
                  <a:lnTo>
                    <a:pt x="187699" y="35656"/>
                  </a:lnTo>
                  <a:lnTo>
                    <a:pt x="187203" y="37682"/>
                  </a:lnTo>
                  <a:lnTo>
                    <a:pt x="186990" y="39080"/>
                  </a:lnTo>
                  <a:lnTo>
                    <a:pt x="187398" y="40565"/>
                  </a:lnTo>
                  <a:lnTo>
                    <a:pt x="188350" y="42367"/>
                  </a:lnTo>
                  <a:lnTo>
                    <a:pt x="188426" y="43225"/>
                  </a:lnTo>
                  <a:lnTo>
                    <a:pt x="188197" y="44224"/>
                  </a:lnTo>
                  <a:lnTo>
                    <a:pt x="187704" y="46154"/>
                  </a:lnTo>
                  <a:lnTo>
                    <a:pt x="188751" y="51823"/>
                  </a:lnTo>
                  <a:lnTo>
                    <a:pt x="188927" y="57313"/>
                  </a:lnTo>
                  <a:lnTo>
                    <a:pt x="188655" y="61216"/>
                  </a:lnTo>
                  <a:lnTo>
                    <a:pt x="188663" y="63472"/>
                  </a:lnTo>
                  <a:lnTo>
                    <a:pt x="188800" y="65393"/>
                  </a:lnTo>
                  <a:lnTo>
                    <a:pt x="189685" y="69828"/>
                  </a:lnTo>
                  <a:lnTo>
                    <a:pt x="189093" y="77159"/>
                  </a:lnTo>
                  <a:lnTo>
                    <a:pt x="189761" y="81157"/>
                  </a:lnTo>
                  <a:lnTo>
                    <a:pt x="190679" y="84400"/>
                  </a:lnTo>
                  <a:lnTo>
                    <a:pt x="191181" y="90190"/>
                  </a:lnTo>
                  <a:lnTo>
                    <a:pt x="191922" y="92933"/>
                  </a:lnTo>
                  <a:lnTo>
                    <a:pt x="193129" y="95340"/>
                  </a:lnTo>
                  <a:lnTo>
                    <a:pt x="193817" y="96158"/>
                  </a:lnTo>
                  <a:lnTo>
                    <a:pt x="195152" y="98143"/>
                  </a:lnTo>
                  <a:lnTo>
                    <a:pt x="196104" y="99804"/>
                  </a:lnTo>
                  <a:lnTo>
                    <a:pt x="196666" y="102286"/>
                  </a:lnTo>
                  <a:lnTo>
                    <a:pt x="195468" y="104329"/>
                  </a:lnTo>
                  <a:lnTo>
                    <a:pt x="194509" y="106148"/>
                  </a:lnTo>
                  <a:lnTo>
                    <a:pt x="194240" y="108112"/>
                  </a:lnTo>
                  <a:lnTo>
                    <a:pt x="194687" y="111261"/>
                  </a:lnTo>
                  <a:lnTo>
                    <a:pt x="194687" y="112955"/>
                  </a:lnTo>
                  <a:lnTo>
                    <a:pt x="194077" y="113493"/>
                  </a:lnTo>
                  <a:lnTo>
                    <a:pt x="191588" y="113320"/>
                  </a:lnTo>
                  <a:lnTo>
                    <a:pt x="189637" y="113182"/>
                  </a:lnTo>
                  <a:lnTo>
                    <a:pt x="187393" y="113027"/>
                  </a:lnTo>
                  <a:lnTo>
                    <a:pt x="184236" y="112724"/>
                  </a:lnTo>
                  <a:lnTo>
                    <a:pt x="182281" y="112538"/>
                  </a:lnTo>
                  <a:lnTo>
                    <a:pt x="179602" y="112283"/>
                  </a:lnTo>
                  <a:lnTo>
                    <a:pt x="178678" y="112410"/>
                  </a:lnTo>
                  <a:lnTo>
                    <a:pt x="176218" y="113294"/>
                  </a:lnTo>
                  <a:lnTo>
                    <a:pt x="174480" y="113916"/>
                  </a:lnTo>
                  <a:lnTo>
                    <a:pt x="174187" y="114089"/>
                  </a:lnTo>
                  <a:lnTo>
                    <a:pt x="173648" y="114867"/>
                  </a:lnTo>
                  <a:lnTo>
                    <a:pt x="173275" y="117189"/>
                  </a:lnTo>
                  <a:lnTo>
                    <a:pt x="172940" y="119841"/>
                  </a:lnTo>
                  <a:lnTo>
                    <a:pt x="172580" y="121021"/>
                  </a:lnTo>
                  <a:lnTo>
                    <a:pt x="167368" y="124854"/>
                  </a:lnTo>
                  <a:lnTo>
                    <a:pt x="165334" y="125379"/>
                  </a:lnTo>
                  <a:lnTo>
                    <a:pt x="164154" y="124986"/>
                  </a:lnTo>
                  <a:lnTo>
                    <a:pt x="163316" y="125297"/>
                  </a:lnTo>
                  <a:lnTo>
                    <a:pt x="162593" y="126114"/>
                  </a:lnTo>
                  <a:lnTo>
                    <a:pt x="162347" y="127356"/>
                  </a:lnTo>
                  <a:lnTo>
                    <a:pt x="162311" y="128936"/>
                  </a:lnTo>
                  <a:lnTo>
                    <a:pt x="162465" y="130533"/>
                  </a:lnTo>
                  <a:lnTo>
                    <a:pt x="162967" y="132757"/>
                  </a:lnTo>
                  <a:lnTo>
                    <a:pt x="163057" y="134981"/>
                  </a:lnTo>
                  <a:lnTo>
                    <a:pt x="162736" y="136547"/>
                  </a:lnTo>
                  <a:lnTo>
                    <a:pt x="162659" y="138124"/>
                  </a:lnTo>
                  <a:lnTo>
                    <a:pt x="162511" y="139828"/>
                  </a:lnTo>
                  <a:lnTo>
                    <a:pt x="162777" y="140750"/>
                  </a:lnTo>
                  <a:lnTo>
                    <a:pt x="163281" y="140891"/>
                  </a:lnTo>
                  <a:lnTo>
                    <a:pt x="163785" y="141672"/>
                  </a:lnTo>
                  <a:lnTo>
                    <a:pt x="164496" y="142382"/>
                  </a:lnTo>
                  <a:lnTo>
                    <a:pt x="165089" y="143729"/>
                  </a:lnTo>
                  <a:lnTo>
                    <a:pt x="165059" y="145645"/>
                  </a:lnTo>
                  <a:lnTo>
                    <a:pt x="164567" y="146736"/>
                  </a:lnTo>
                  <a:lnTo>
                    <a:pt x="164132" y="147313"/>
                  </a:lnTo>
                  <a:lnTo>
                    <a:pt x="162182" y="147823"/>
                  </a:lnTo>
                  <a:lnTo>
                    <a:pt x="160636" y="148228"/>
                  </a:lnTo>
                  <a:lnTo>
                    <a:pt x="158619" y="151300"/>
                  </a:lnTo>
                  <a:lnTo>
                    <a:pt x="156471" y="154571"/>
                  </a:lnTo>
                  <a:lnTo>
                    <a:pt x="153925" y="156738"/>
                  </a:lnTo>
                  <a:lnTo>
                    <a:pt x="152809" y="157351"/>
                  </a:lnTo>
                  <a:lnTo>
                    <a:pt x="150848" y="158899"/>
                  </a:lnTo>
                  <a:lnTo>
                    <a:pt x="148507" y="161470"/>
                  </a:lnTo>
                  <a:lnTo>
                    <a:pt x="147351" y="165577"/>
                  </a:lnTo>
                  <a:lnTo>
                    <a:pt x="145893" y="170312"/>
                  </a:lnTo>
                  <a:lnTo>
                    <a:pt x="144492" y="173489"/>
                  </a:lnTo>
                  <a:lnTo>
                    <a:pt x="142577" y="176494"/>
                  </a:lnTo>
                  <a:lnTo>
                    <a:pt x="140794" y="177646"/>
                  </a:lnTo>
                  <a:lnTo>
                    <a:pt x="138552" y="179092"/>
                  </a:lnTo>
                  <a:lnTo>
                    <a:pt x="135722" y="180208"/>
                  </a:lnTo>
                  <a:lnTo>
                    <a:pt x="133721" y="180572"/>
                  </a:lnTo>
                  <a:lnTo>
                    <a:pt x="133125" y="180816"/>
                  </a:lnTo>
                  <a:lnTo>
                    <a:pt x="131363" y="180886"/>
                  </a:lnTo>
                  <a:lnTo>
                    <a:pt x="130499" y="180655"/>
                  </a:lnTo>
                  <a:lnTo>
                    <a:pt x="129856" y="180530"/>
                  </a:lnTo>
                  <a:lnTo>
                    <a:pt x="129595" y="180862"/>
                  </a:lnTo>
                  <a:lnTo>
                    <a:pt x="129508" y="181611"/>
                  </a:lnTo>
                  <a:lnTo>
                    <a:pt x="129474" y="183318"/>
                  </a:lnTo>
                  <a:lnTo>
                    <a:pt x="129352" y="185273"/>
                  </a:lnTo>
                  <a:lnTo>
                    <a:pt x="128795" y="186927"/>
                  </a:lnTo>
                  <a:lnTo>
                    <a:pt x="128399" y="187663"/>
                  </a:lnTo>
                  <a:lnTo>
                    <a:pt x="127935" y="187963"/>
                  </a:lnTo>
                  <a:lnTo>
                    <a:pt x="126457" y="187519"/>
                  </a:lnTo>
                  <a:lnTo>
                    <a:pt x="125218" y="186994"/>
                  </a:lnTo>
                  <a:lnTo>
                    <a:pt x="122264" y="186297"/>
                  </a:lnTo>
                  <a:lnTo>
                    <a:pt x="121678" y="186463"/>
                  </a:lnTo>
                  <a:lnTo>
                    <a:pt x="121459" y="186668"/>
                  </a:lnTo>
                  <a:lnTo>
                    <a:pt x="120537" y="187783"/>
                  </a:lnTo>
                  <a:lnTo>
                    <a:pt x="119120" y="190152"/>
                  </a:lnTo>
                  <a:lnTo>
                    <a:pt x="118158" y="192213"/>
                  </a:lnTo>
                  <a:lnTo>
                    <a:pt x="117442" y="193181"/>
                  </a:lnTo>
                  <a:lnTo>
                    <a:pt x="115728" y="193684"/>
                  </a:lnTo>
                  <a:lnTo>
                    <a:pt x="114981" y="194443"/>
                  </a:lnTo>
                  <a:lnTo>
                    <a:pt x="111789" y="199607"/>
                  </a:lnTo>
                  <a:lnTo>
                    <a:pt x="111109" y="200858"/>
                  </a:lnTo>
                  <a:lnTo>
                    <a:pt x="107823" y="205347"/>
                  </a:lnTo>
                  <a:lnTo>
                    <a:pt x="106894" y="206834"/>
                  </a:lnTo>
                  <a:lnTo>
                    <a:pt x="106168" y="208312"/>
                  </a:lnTo>
                  <a:lnTo>
                    <a:pt x="104206" y="211630"/>
                  </a:lnTo>
                  <a:lnTo>
                    <a:pt x="102953" y="213086"/>
                  </a:lnTo>
                  <a:lnTo>
                    <a:pt x="102724" y="213949"/>
                  </a:lnTo>
                  <a:lnTo>
                    <a:pt x="102663" y="215977"/>
                  </a:lnTo>
                  <a:lnTo>
                    <a:pt x="102663" y="220454"/>
                  </a:lnTo>
                  <a:lnTo>
                    <a:pt x="102663" y="224755"/>
                  </a:lnTo>
                  <a:lnTo>
                    <a:pt x="102663" y="231010"/>
                  </a:lnTo>
                  <a:lnTo>
                    <a:pt x="102663" y="237263"/>
                  </a:lnTo>
                  <a:lnTo>
                    <a:pt x="102663" y="244472"/>
                  </a:lnTo>
                  <a:lnTo>
                    <a:pt x="101005" y="244488"/>
                  </a:lnTo>
                  <a:lnTo>
                    <a:pt x="101052" y="245730"/>
                  </a:lnTo>
                  <a:lnTo>
                    <a:pt x="101414" y="248183"/>
                  </a:lnTo>
                  <a:lnTo>
                    <a:pt x="101540" y="250260"/>
                  </a:lnTo>
                  <a:lnTo>
                    <a:pt x="101360" y="251560"/>
                  </a:lnTo>
                  <a:lnTo>
                    <a:pt x="101191" y="253204"/>
                  </a:lnTo>
                  <a:lnTo>
                    <a:pt x="101263" y="254762"/>
                  </a:lnTo>
                  <a:lnTo>
                    <a:pt x="101540" y="256464"/>
                  </a:lnTo>
                  <a:lnTo>
                    <a:pt x="101793" y="258225"/>
                  </a:lnTo>
                  <a:lnTo>
                    <a:pt x="101793" y="259408"/>
                  </a:lnTo>
                  <a:lnTo>
                    <a:pt x="101287" y="260302"/>
                  </a:lnTo>
                  <a:lnTo>
                    <a:pt x="100125" y="260793"/>
                  </a:lnTo>
                  <a:lnTo>
                    <a:pt x="98733" y="261197"/>
                  </a:lnTo>
                  <a:lnTo>
                    <a:pt x="97714" y="261197"/>
                  </a:lnTo>
                  <a:lnTo>
                    <a:pt x="96184" y="260908"/>
                  </a:lnTo>
                  <a:lnTo>
                    <a:pt x="95232" y="260966"/>
                  </a:lnTo>
                  <a:lnTo>
                    <a:pt x="94400" y="260966"/>
                  </a:lnTo>
                  <a:lnTo>
                    <a:pt x="93659" y="261255"/>
                  </a:lnTo>
                  <a:lnTo>
                    <a:pt x="92743" y="262380"/>
                  </a:lnTo>
                  <a:lnTo>
                    <a:pt x="91724" y="264140"/>
                  </a:lnTo>
                  <a:lnTo>
                    <a:pt x="90447" y="266506"/>
                  </a:lnTo>
                  <a:lnTo>
                    <a:pt x="89682" y="267978"/>
                  </a:lnTo>
                  <a:lnTo>
                    <a:pt x="88664" y="268296"/>
                  </a:lnTo>
                  <a:lnTo>
                    <a:pt x="87646" y="268296"/>
                  </a:lnTo>
                  <a:lnTo>
                    <a:pt x="86652" y="267112"/>
                  </a:lnTo>
                  <a:lnTo>
                    <a:pt x="86012" y="266506"/>
                  </a:lnTo>
                  <a:lnTo>
                    <a:pt x="85591" y="266564"/>
                  </a:lnTo>
                  <a:lnTo>
                    <a:pt x="84898" y="267401"/>
                  </a:lnTo>
                  <a:lnTo>
                    <a:pt x="84078" y="267978"/>
                  </a:lnTo>
                  <a:lnTo>
                    <a:pt x="83313" y="267978"/>
                  </a:lnTo>
                  <a:lnTo>
                    <a:pt x="82036" y="266795"/>
                  </a:lnTo>
                  <a:lnTo>
                    <a:pt x="80506" y="265035"/>
                  </a:lnTo>
                  <a:lnTo>
                    <a:pt x="79614" y="264140"/>
                  </a:lnTo>
                  <a:lnTo>
                    <a:pt x="78343" y="263852"/>
                  </a:lnTo>
                  <a:lnTo>
                    <a:pt x="77066" y="263275"/>
                  </a:lnTo>
                  <a:lnTo>
                    <a:pt x="76173" y="263563"/>
                  </a:lnTo>
                  <a:lnTo>
                    <a:pt x="75029" y="263563"/>
                  </a:lnTo>
                  <a:lnTo>
                    <a:pt x="73499" y="264746"/>
                  </a:lnTo>
                  <a:lnTo>
                    <a:pt x="72221" y="265612"/>
                  </a:lnTo>
                  <a:lnTo>
                    <a:pt x="70823" y="266506"/>
                  </a:lnTo>
                  <a:lnTo>
                    <a:pt x="69232" y="267314"/>
                  </a:lnTo>
                  <a:lnTo>
                    <a:pt x="69618" y="269969"/>
                  </a:lnTo>
                  <a:lnTo>
                    <a:pt x="70167" y="271412"/>
                  </a:lnTo>
                  <a:lnTo>
                    <a:pt x="70167" y="273201"/>
                  </a:lnTo>
                  <a:lnTo>
                    <a:pt x="69907" y="274702"/>
                  </a:lnTo>
                  <a:lnTo>
                    <a:pt x="69142" y="276173"/>
                  </a:lnTo>
                  <a:lnTo>
                    <a:pt x="68268" y="278049"/>
                  </a:lnTo>
                  <a:lnTo>
                    <a:pt x="67762" y="279521"/>
                  </a:lnTo>
                  <a:lnTo>
                    <a:pt x="67250" y="281570"/>
                  </a:lnTo>
                  <a:lnTo>
                    <a:pt x="66870" y="282753"/>
                  </a:lnTo>
                  <a:lnTo>
                    <a:pt x="66213" y="284686"/>
                  </a:lnTo>
                  <a:lnTo>
                    <a:pt x="65630" y="287110"/>
                  </a:lnTo>
                  <a:lnTo>
                    <a:pt x="65448" y="288611"/>
                  </a:lnTo>
                  <a:lnTo>
                    <a:pt x="65214" y="290342"/>
                  </a:lnTo>
                  <a:lnTo>
                    <a:pt x="64761" y="290861"/>
                  </a:lnTo>
                  <a:lnTo>
                    <a:pt x="63207" y="291323"/>
                  </a:lnTo>
                  <a:lnTo>
                    <a:pt x="62219" y="291929"/>
                  </a:lnTo>
                  <a:lnTo>
                    <a:pt x="61357" y="292506"/>
                  </a:lnTo>
                  <a:lnTo>
                    <a:pt x="61036" y="293526"/>
                  </a:lnTo>
                  <a:lnTo>
                    <a:pt x="60984" y="293689"/>
                  </a:lnTo>
                  <a:lnTo>
                    <a:pt x="60736" y="295767"/>
                  </a:lnTo>
                  <a:lnTo>
                    <a:pt x="60736" y="297239"/>
                  </a:lnTo>
                  <a:lnTo>
                    <a:pt x="60490" y="298422"/>
                  </a:lnTo>
                  <a:lnTo>
                    <a:pt x="60122" y="301365"/>
                  </a:lnTo>
                  <a:lnTo>
                    <a:pt x="59628" y="304049"/>
                  </a:lnTo>
                  <a:lnTo>
                    <a:pt x="59255" y="307598"/>
                  </a:lnTo>
                  <a:lnTo>
                    <a:pt x="58887" y="310541"/>
                  </a:lnTo>
                  <a:lnTo>
                    <a:pt x="58393" y="315275"/>
                  </a:lnTo>
                  <a:lnTo>
                    <a:pt x="57899" y="319689"/>
                  </a:lnTo>
                  <a:lnTo>
                    <a:pt x="57284" y="323844"/>
                  </a:lnTo>
                  <a:lnTo>
                    <a:pt x="56790" y="326499"/>
                  </a:lnTo>
                  <a:lnTo>
                    <a:pt x="56416" y="327971"/>
                  </a:lnTo>
                  <a:lnTo>
                    <a:pt x="55555" y="329760"/>
                  </a:lnTo>
                  <a:lnTo>
                    <a:pt x="54813" y="330914"/>
                  </a:lnTo>
                  <a:lnTo>
                    <a:pt x="53952" y="332415"/>
                  </a:lnTo>
                  <a:lnTo>
                    <a:pt x="52964" y="333886"/>
                  </a:lnTo>
                  <a:lnTo>
                    <a:pt x="51609" y="335647"/>
                  </a:lnTo>
                  <a:lnTo>
                    <a:pt x="50493" y="337147"/>
                  </a:lnTo>
                  <a:lnTo>
                    <a:pt x="50040" y="337822"/>
                  </a:lnTo>
                  <a:lnTo>
                    <a:pt x="49506" y="338619"/>
                  </a:lnTo>
                  <a:lnTo>
                    <a:pt x="48644" y="340668"/>
                  </a:lnTo>
                  <a:lnTo>
                    <a:pt x="47902" y="343640"/>
                  </a:lnTo>
                  <a:lnTo>
                    <a:pt x="47408" y="346006"/>
                  </a:lnTo>
                  <a:lnTo>
                    <a:pt x="46547" y="349844"/>
                  </a:lnTo>
                  <a:lnTo>
                    <a:pt x="45932" y="351922"/>
                  </a:lnTo>
                  <a:lnTo>
                    <a:pt x="45559" y="353076"/>
                  </a:lnTo>
                  <a:lnTo>
                    <a:pt x="44570" y="354259"/>
                  </a:lnTo>
                  <a:lnTo>
                    <a:pt x="43462" y="355154"/>
                  </a:lnTo>
                  <a:lnTo>
                    <a:pt x="42227" y="356337"/>
                  </a:lnTo>
                  <a:lnTo>
                    <a:pt x="41239" y="357520"/>
                  </a:lnTo>
                  <a:lnTo>
                    <a:pt x="39883" y="358703"/>
                  </a:lnTo>
                  <a:lnTo>
                    <a:pt x="39022" y="359886"/>
                  </a:lnTo>
                  <a:lnTo>
                    <a:pt x="38401" y="361646"/>
                  </a:lnTo>
                  <a:lnTo>
                    <a:pt x="37907" y="363724"/>
                  </a:lnTo>
                  <a:lnTo>
                    <a:pt x="37293" y="366696"/>
                  </a:lnTo>
                  <a:lnTo>
                    <a:pt x="36798" y="369928"/>
                  </a:lnTo>
                  <a:lnTo>
                    <a:pt x="36551" y="372006"/>
                  </a:lnTo>
                  <a:lnTo>
                    <a:pt x="35810" y="379105"/>
                  </a:lnTo>
                  <a:lnTo>
                    <a:pt x="35563" y="383231"/>
                  </a:lnTo>
                  <a:lnTo>
                    <a:pt x="35316" y="385886"/>
                  </a:lnTo>
                  <a:lnTo>
                    <a:pt x="34948" y="389147"/>
                  </a:lnTo>
                  <a:lnTo>
                    <a:pt x="34702" y="394168"/>
                  </a:lnTo>
                  <a:lnTo>
                    <a:pt x="34702" y="398294"/>
                  </a:lnTo>
                  <a:lnTo>
                    <a:pt x="34454" y="400660"/>
                  </a:lnTo>
                  <a:lnTo>
                    <a:pt x="34327" y="402449"/>
                  </a:lnTo>
                  <a:lnTo>
                    <a:pt x="33713" y="404498"/>
                  </a:lnTo>
                  <a:lnTo>
                    <a:pt x="33219" y="405970"/>
                  </a:lnTo>
                  <a:lnTo>
                    <a:pt x="32358" y="408048"/>
                  </a:lnTo>
                  <a:lnTo>
                    <a:pt x="31616" y="409231"/>
                  </a:lnTo>
                  <a:lnTo>
                    <a:pt x="31370" y="410414"/>
                  </a:lnTo>
                  <a:lnTo>
                    <a:pt x="30628" y="411884"/>
                  </a:lnTo>
                  <a:lnTo>
                    <a:pt x="29887" y="414252"/>
                  </a:lnTo>
                  <a:lnTo>
                    <a:pt x="29272" y="415723"/>
                  </a:lnTo>
                  <a:lnTo>
                    <a:pt x="29393" y="416907"/>
                  </a:lnTo>
                  <a:lnTo>
                    <a:pt x="29520" y="418984"/>
                  </a:lnTo>
                  <a:lnTo>
                    <a:pt x="29146" y="421062"/>
                  </a:lnTo>
                  <a:lnTo>
                    <a:pt x="28779" y="423428"/>
                  </a:lnTo>
                  <a:lnTo>
                    <a:pt x="27790" y="426371"/>
                  </a:lnTo>
                  <a:lnTo>
                    <a:pt x="26681" y="427843"/>
                  </a:lnTo>
                  <a:lnTo>
                    <a:pt x="25073" y="428132"/>
                  </a:lnTo>
                  <a:lnTo>
                    <a:pt x="22855" y="428132"/>
                  </a:lnTo>
                  <a:lnTo>
                    <a:pt x="21127" y="427843"/>
                  </a:lnTo>
                  <a:lnTo>
                    <a:pt x="19029" y="427843"/>
                  </a:lnTo>
                  <a:lnTo>
                    <a:pt x="17180" y="427266"/>
                  </a:lnTo>
                  <a:lnTo>
                    <a:pt x="15451" y="426660"/>
                  </a:lnTo>
                  <a:lnTo>
                    <a:pt x="13354" y="426371"/>
                  </a:lnTo>
                  <a:lnTo>
                    <a:pt x="11871" y="426371"/>
                  </a:lnTo>
                  <a:lnTo>
                    <a:pt x="10022" y="426949"/>
                  </a:lnTo>
                  <a:lnTo>
                    <a:pt x="5208" y="426949"/>
                  </a:lnTo>
                  <a:lnTo>
                    <a:pt x="3357" y="427266"/>
                  </a:lnTo>
                  <a:lnTo>
                    <a:pt x="641" y="428449"/>
                  </a:lnTo>
                  <a:lnTo>
                    <a:pt x="0" y="428732"/>
                  </a:lnTo>
                  <a:lnTo>
                    <a:pt x="891" y="414569"/>
                  </a:lnTo>
                  <a:lnTo>
                    <a:pt x="2589" y="406895"/>
                  </a:lnTo>
                  <a:lnTo>
                    <a:pt x="3937" y="403507"/>
                  </a:lnTo>
                  <a:lnTo>
                    <a:pt x="6030" y="401760"/>
                  </a:lnTo>
                  <a:lnTo>
                    <a:pt x="7950" y="394046"/>
                  </a:lnTo>
                  <a:lnTo>
                    <a:pt x="8622" y="386946"/>
                  </a:lnTo>
                  <a:lnTo>
                    <a:pt x="9886" y="383680"/>
                  </a:lnTo>
                  <a:lnTo>
                    <a:pt x="10283" y="381122"/>
                  </a:lnTo>
                  <a:lnTo>
                    <a:pt x="9783" y="379172"/>
                  </a:lnTo>
                  <a:lnTo>
                    <a:pt x="10975" y="375342"/>
                  </a:lnTo>
                  <a:lnTo>
                    <a:pt x="12418" y="369492"/>
                  </a:lnTo>
                  <a:lnTo>
                    <a:pt x="13085" y="365735"/>
                  </a:lnTo>
                  <a:lnTo>
                    <a:pt x="14772" y="359918"/>
                  </a:lnTo>
                  <a:lnTo>
                    <a:pt x="14978" y="358637"/>
                  </a:lnTo>
                  <a:lnTo>
                    <a:pt x="14825" y="357178"/>
                  </a:lnTo>
                  <a:lnTo>
                    <a:pt x="14164" y="358416"/>
                  </a:lnTo>
                  <a:lnTo>
                    <a:pt x="13456" y="360566"/>
                  </a:lnTo>
                  <a:lnTo>
                    <a:pt x="12615" y="362258"/>
                  </a:lnTo>
                  <a:lnTo>
                    <a:pt x="12959" y="360175"/>
                  </a:lnTo>
                  <a:lnTo>
                    <a:pt x="13620" y="357113"/>
                  </a:lnTo>
                  <a:lnTo>
                    <a:pt x="15119" y="353907"/>
                  </a:lnTo>
                  <a:lnTo>
                    <a:pt x="17482" y="350366"/>
                  </a:lnTo>
                  <a:lnTo>
                    <a:pt x="22390" y="338368"/>
                  </a:lnTo>
                  <a:lnTo>
                    <a:pt x="24237" y="336299"/>
                  </a:lnTo>
                  <a:lnTo>
                    <a:pt x="25898" y="331247"/>
                  </a:lnTo>
                  <a:lnTo>
                    <a:pt x="26493" y="326762"/>
                  </a:lnTo>
                  <a:lnTo>
                    <a:pt x="26655" y="316463"/>
                  </a:lnTo>
                  <a:lnTo>
                    <a:pt x="27248" y="311025"/>
                  </a:lnTo>
                  <a:lnTo>
                    <a:pt x="28332" y="306783"/>
                  </a:lnTo>
                  <a:lnTo>
                    <a:pt x="29625" y="299075"/>
                  </a:lnTo>
                  <a:lnTo>
                    <a:pt x="30606" y="295627"/>
                  </a:lnTo>
                  <a:lnTo>
                    <a:pt x="31250" y="288600"/>
                  </a:lnTo>
                  <a:lnTo>
                    <a:pt x="31950" y="285921"/>
                  </a:lnTo>
                  <a:lnTo>
                    <a:pt x="33201" y="284650"/>
                  </a:lnTo>
                  <a:lnTo>
                    <a:pt x="34979" y="281143"/>
                  </a:lnTo>
                  <a:lnTo>
                    <a:pt x="37648" y="278975"/>
                  </a:lnTo>
                  <a:lnTo>
                    <a:pt x="40809" y="274420"/>
                  </a:lnTo>
                  <a:lnTo>
                    <a:pt x="42292" y="271696"/>
                  </a:lnTo>
                  <a:lnTo>
                    <a:pt x="43279" y="267632"/>
                  </a:lnTo>
                  <a:lnTo>
                    <a:pt x="44340" y="259536"/>
                  </a:lnTo>
                  <a:lnTo>
                    <a:pt x="46236" y="251026"/>
                  </a:lnTo>
                  <a:lnTo>
                    <a:pt x="47225" y="244493"/>
                  </a:lnTo>
                  <a:lnTo>
                    <a:pt x="48894" y="241121"/>
                  </a:lnTo>
                  <a:lnTo>
                    <a:pt x="50027" y="236856"/>
                  </a:lnTo>
                  <a:lnTo>
                    <a:pt x="51943" y="234958"/>
                  </a:lnTo>
                  <a:lnTo>
                    <a:pt x="55950" y="234041"/>
                  </a:lnTo>
                  <a:lnTo>
                    <a:pt x="61908" y="230499"/>
                  </a:lnTo>
                  <a:lnTo>
                    <a:pt x="67256" y="225157"/>
                  </a:lnTo>
                  <a:lnTo>
                    <a:pt x="68768" y="223031"/>
                  </a:lnTo>
                  <a:lnTo>
                    <a:pt x="70386" y="218775"/>
                  </a:lnTo>
                  <a:lnTo>
                    <a:pt x="73077" y="213229"/>
                  </a:lnTo>
                  <a:lnTo>
                    <a:pt x="78101" y="206567"/>
                  </a:lnTo>
                  <a:lnTo>
                    <a:pt x="80413" y="202852"/>
                  </a:lnTo>
                  <a:lnTo>
                    <a:pt x="83941" y="193531"/>
                  </a:lnTo>
                  <a:lnTo>
                    <a:pt x="86287" y="185818"/>
                  </a:lnTo>
                  <a:lnTo>
                    <a:pt x="88235" y="180859"/>
                  </a:lnTo>
                  <a:lnTo>
                    <a:pt x="89582" y="176457"/>
                  </a:lnTo>
                  <a:lnTo>
                    <a:pt x="90524" y="171993"/>
                  </a:lnTo>
                  <a:lnTo>
                    <a:pt x="91058" y="164802"/>
                  </a:lnTo>
                  <a:lnTo>
                    <a:pt x="90699" y="161997"/>
                  </a:lnTo>
                  <a:lnTo>
                    <a:pt x="89216" y="157400"/>
                  </a:lnTo>
                  <a:lnTo>
                    <a:pt x="88219" y="156175"/>
                  </a:lnTo>
                  <a:lnTo>
                    <a:pt x="87953" y="154008"/>
                  </a:lnTo>
                  <a:lnTo>
                    <a:pt x="88484" y="150186"/>
                  </a:lnTo>
                  <a:lnTo>
                    <a:pt x="88473" y="143615"/>
                  </a:lnTo>
                  <a:lnTo>
                    <a:pt x="88777" y="133126"/>
                  </a:lnTo>
                  <a:lnTo>
                    <a:pt x="90427" y="124664"/>
                  </a:lnTo>
                  <a:lnTo>
                    <a:pt x="94468" y="113571"/>
                  </a:lnTo>
                  <a:lnTo>
                    <a:pt x="95220" y="109015"/>
                  </a:lnTo>
                  <a:lnTo>
                    <a:pt x="95682" y="101768"/>
                  </a:lnTo>
                  <a:lnTo>
                    <a:pt x="95722" y="99208"/>
                  </a:lnTo>
                  <a:lnTo>
                    <a:pt x="100777" y="88925"/>
                  </a:lnTo>
                  <a:lnTo>
                    <a:pt x="103738" y="81044"/>
                  </a:lnTo>
                  <a:lnTo>
                    <a:pt x="104767" y="79115"/>
                  </a:lnTo>
                  <a:lnTo>
                    <a:pt x="107379" y="75513"/>
                  </a:lnTo>
                  <a:lnTo>
                    <a:pt x="116496" y="67655"/>
                  </a:lnTo>
                  <a:lnTo>
                    <a:pt x="121650" y="62039"/>
                  </a:lnTo>
                  <a:lnTo>
                    <a:pt x="124658" y="57940"/>
                  </a:lnTo>
                  <a:lnTo>
                    <a:pt x="126449" y="53098"/>
                  </a:lnTo>
                  <a:lnTo>
                    <a:pt x="131418" y="34093"/>
                  </a:lnTo>
                  <a:lnTo>
                    <a:pt x="136299" y="7349"/>
                  </a:lnTo>
                  <a:lnTo>
                    <a:pt x="136703" y="4257"/>
                  </a:lnTo>
                  <a:lnTo>
                    <a:pt x="138886" y="3366"/>
                  </a:lnTo>
                  <a:lnTo>
                    <a:pt x="140429" y="2983"/>
                  </a:lnTo>
                  <a:lnTo>
                    <a:pt x="141671" y="2005"/>
                  </a:lnTo>
                  <a:lnTo>
                    <a:pt x="143212" y="0"/>
                  </a:lnTo>
                  <a:lnTo>
                    <a:pt x="144687" y="802"/>
                  </a:lnTo>
                  <a:lnTo>
                    <a:pt x="143949" y="2167"/>
                  </a:lnTo>
                  <a:lnTo>
                    <a:pt x="143949" y="5456"/>
                  </a:lnTo>
                  <a:lnTo>
                    <a:pt x="144997" y="9311"/>
                  </a:lnTo>
                  <a:lnTo>
                    <a:pt x="146815" y="13654"/>
                  </a:lnTo>
                  <a:lnTo>
                    <a:pt x="150124" y="19164"/>
                  </a:lnTo>
                  <a:lnTo>
                    <a:pt x="152702" y="21378"/>
                  </a:lnTo>
                  <a:lnTo>
                    <a:pt x="156383" y="22705"/>
                  </a:lnTo>
                  <a:lnTo>
                    <a:pt x="160672" y="20284"/>
                  </a:lnTo>
                  <a:lnTo>
                    <a:pt x="163071" y="20240"/>
                  </a:lnTo>
                  <a:lnTo>
                    <a:pt x="164240" y="19203"/>
                  </a:lnTo>
                  <a:lnTo>
                    <a:pt x="165507" y="20730"/>
                  </a:lnTo>
                  <a:lnTo>
                    <a:pt x="167924" y="21218"/>
                  </a:lnTo>
                  <a:lnTo>
                    <a:pt x="170253" y="20411"/>
                  </a:lnTo>
                  <a:lnTo>
                    <a:pt x="172016" y="18103"/>
                  </a:lnTo>
                  <a:lnTo>
                    <a:pt x="173138" y="15442"/>
                  </a:lnTo>
                  <a:lnTo>
                    <a:pt x="173314" y="16748"/>
                  </a:lnTo>
                  <a:lnTo>
                    <a:pt x="173367" y="18165"/>
                  </a:lnTo>
                  <a:lnTo>
                    <a:pt x="173708" y="18993"/>
                  </a:lnTo>
                  <a:lnTo>
                    <a:pt x="174405" y="22375"/>
                  </a:lnTo>
                  <a:lnTo>
                    <a:pt x="174770" y="23699"/>
                  </a:lnTo>
                  <a:lnTo>
                    <a:pt x="176109" y="23481"/>
                  </a:lnTo>
                  <a:lnTo>
                    <a:pt x="177277" y="24147"/>
                  </a:lnTo>
                  <a:lnTo>
                    <a:pt x="179906" y="23828"/>
                  </a:lnTo>
                  <a:close/>
                </a:path>
              </a:pathLst>
            </a:custGeom>
            <a:solidFill>
              <a:srgbClr val="E4F0E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7" name="pg966"/>
            <p:cNvSpPr/>
            <p:nvPr/>
          </p:nvSpPr>
          <p:spPr>
            <a:xfrm>
              <a:off x="3455060" y="2340682"/>
              <a:ext cx="751" cy="1157"/>
            </a:xfrm>
            <a:custGeom>
              <a:avLst/>
              <a:pathLst>
                <a:path w="751" h="1157">
                  <a:moveTo>
                    <a:pt x="751" y="604"/>
                  </a:moveTo>
                  <a:lnTo>
                    <a:pt x="0" y="1157"/>
                  </a:lnTo>
                  <a:lnTo>
                    <a:pt x="28" y="522"/>
                  </a:lnTo>
                  <a:lnTo>
                    <a:pt x="213" y="164"/>
                  </a:lnTo>
                  <a:lnTo>
                    <a:pt x="453" y="0"/>
                  </a:lnTo>
                  <a:lnTo>
                    <a:pt x="730" y="278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8" name="pg967"/>
            <p:cNvSpPr/>
            <p:nvPr/>
          </p:nvSpPr>
          <p:spPr>
            <a:xfrm>
              <a:off x="3692493" y="2201599"/>
              <a:ext cx="43338" cy="89453"/>
            </a:xfrm>
            <a:custGeom>
              <a:avLst/>
              <a:pathLst>
                <a:path w="43338" h="89453">
                  <a:moveTo>
                    <a:pt x="19664" y="89453"/>
                  </a:moveTo>
                  <a:lnTo>
                    <a:pt x="19047" y="87582"/>
                  </a:lnTo>
                  <a:lnTo>
                    <a:pt x="18422" y="85946"/>
                  </a:lnTo>
                  <a:lnTo>
                    <a:pt x="17963" y="85064"/>
                  </a:lnTo>
                  <a:lnTo>
                    <a:pt x="18156" y="84657"/>
                  </a:lnTo>
                  <a:lnTo>
                    <a:pt x="18656" y="84198"/>
                  </a:lnTo>
                  <a:lnTo>
                    <a:pt x="19013" y="83642"/>
                  </a:lnTo>
                  <a:lnTo>
                    <a:pt x="18970" y="81692"/>
                  </a:lnTo>
                  <a:lnTo>
                    <a:pt x="18707" y="79453"/>
                  </a:lnTo>
                  <a:lnTo>
                    <a:pt x="18467" y="78369"/>
                  </a:lnTo>
                  <a:lnTo>
                    <a:pt x="18443" y="76670"/>
                  </a:lnTo>
                  <a:lnTo>
                    <a:pt x="18272" y="74024"/>
                  </a:lnTo>
                  <a:lnTo>
                    <a:pt x="18512" y="69117"/>
                  </a:lnTo>
                  <a:lnTo>
                    <a:pt x="19505" y="62944"/>
                  </a:lnTo>
                  <a:lnTo>
                    <a:pt x="20057" y="59880"/>
                  </a:lnTo>
                  <a:lnTo>
                    <a:pt x="19789" y="58202"/>
                  </a:lnTo>
                  <a:lnTo>
                    <a:pt x="19996" y="54279"/>
                  </a:lnTo>
                  <a:lnTo>
                    <a:pt x="19567" y="52341"/>
                  </a:lnTo>
                  <a:lnTo>
                    <a:pt x="18892" y="49809"/>
                  </a:lnTo>
                  <a:lnTo>
                    <a:pt x="17927" y="44303"/>
                  </a:lnTo>
                  <a:lnTo>
                    <a:pt x="16723" y="42388"/>
                  </a:lnTo>
                  <a:lnTo>
                    <a:pt x="15237" y="40282"/>
                  </a:lnTo>
                  <a:lnTo>
                    <a:pt x="14602" y="38692"/>
                  </a:lnTo>
                  <a:lnTo>
                    <a:pt x="14178" y="36940"/>
                  </a:lnTo>
                  <a:lnTo>
                    <a:pt x="13293" y="35202"/>
                  </a:lnTo>
                  <a:lnTo>
                    <a:pt x="12279" y="33603"/>
                  </a:lnTo>
                  <a:lnTo>
                    <a:pt x="11067" y="29611"/>
                  </a:lnTo>
                  <a:lnTo>
                    <a:pt x="10438" y="27807"/>
                  </a:lnTo>
                  <a:lnTo>
                    <a:pt x="10245" y="27321"/>
                  </a:lnTo>
                  <a:lnTo>
                    <a:pt x="8859" y="24761"/>
                  </a:lnTo>
                  <a:lnTo>
                    <a:pt x="8131" y="22450"/>
                  </a:lnTo>
                  <a:lnTo>
                    <a:pt x="7764" y="20551"/>
                  </a:lnTo>
                  <a:lnTo>
                    <a:pt x="7550" y="18792"/>
                  </a:lnTo>
                  <a:lnTo>
                    <a:pt x="6578" y="15319"/>
                  </a:lnTo>
                  <a:lnTo>
                    <a:pt x="5693" y="12708"/>
                  </a:lnTo>
                  <a:lnTo>
                    <a:pt x="4852" y="10851"/>
                  </a:lnTo>
                  <a:lnTo>
                    <a:pt x="4464" y="9535"/>
                  </a:lnTo>
                  <a:lnTo>
                    <a:pt x="3480" y="7877"/>
                  </a:lnTo>
                  <a:lnTo>
                    <a:pt x="2077" y="6557"/>
                  </a:lnTo>
                  <a:lnTo>
                    <a:pt x="1170" y="6331"/>
                  </a:lnTo>
                  <a:lnTo>
                    <a:pt x="0" y="6437"/>
                  </a:lnTo>
                  <a:lnTo>
                    <a:pt x="265" y="5425"/>
                  </a:lnTo>
                  <a:lnTo>
                    <a:pt x="2814" y="2676"/>
                  </a:lnTo>
                  <a:lnTo>
                    <a:pt x="3475" y="3126"/>
                  </a:lnTo>
                  <a:lnTo>
                    <a:pt x="4806" y="3234"/>
                  </a:lnTo>
                  <a:lnTo>
                    <a:pt x="7521" y="3141"/>
                  </a:lnTo>
                  <a:lnTo>
                    <a:pt x="8859" y="1330"/>
                  </a:lnTo>
                  <a:lnTo>
                    <a:pt x="9685" y="1835"/>
                  </a:lnTo>
                  <a:lnTo>
                    <a:pt x="10358" y="1024"/>
                  </a:lnTo>
                  <a:lnTo>
                    <a:pt x="11479" y="0"/>
                  </a:lnTo>
                  <a:lnTo>
                    <a:pt x="11639" y="216"/>
                  </a:lnTo>
                  <a:lnTo>
                    <a:pt x="11781" y="379"/>
                  </a:lnTo>
                  <a:lnTo>
                    <a:pt x="13518" y="833"/>
                  </a:lnTo>
                  <a:lnTo>
                    <a:pt x="14821" y="1816"/>
                  </a:lnTo>
                  <a:lnTo>
                    <a:pt x="15692" y="3324"/>
                  </a:lnTo>
                  <a:lnTo>
                    <a:pt x="16590" y="4260"/>
                  </a:lnTo>
                  <a:lnTo>
                    <a:pt x="17516" y="4622"/>
                  </a:lnTo>
                  <a:lnTo>
                    <a:pt x="18030" y="5375"/>
                  </a:lnTo>
                  <a:lnTo>
                    <a:pt x="18133" y="6521"/>
                  </a:lnTo>
                  <a:lnTo>
                    <a:pt x="19001" y="7084"/>
                  </a:lnTo>
                  <a:lnTo>
                    <a:pt x="20633" y="7067"/>
                  </a:lnTo>
                  <a:lnTo>
                    <a:pt x="21325" y="7821"/>
                  </a:lnTo>
                  <a:lnTo>
                    <a:pt x="21076" y="9346"/>
                  </a:lnTo>
                  <a:lnTo>
                    <a:pt x="21244" y="9848"/>
                  </a:lnTo>
                  <a:lnTo>
                    <a:pt x="21823" y="9326"/>
                  </a:lnTo>
                  <a:lnTo>
                    <a:pt x="22262" y="9776"/>
                  </a:lnTo>
                  <a:lnTo>
                    <a:pt x="22496" y="10904"/>
                  </a:lnTo>
                  <a:lnTo>
                    <a:pt x="22756" y="11441"/>
                  </a:lnTo>
                  <a:lnTo>
                    <a:pt x="23587" y="9675"/>
                  </a:lnTo>
                  <a:lnTo>
                    <a:pt x="24466" y="9850"/>
                  </a:lnTo>
                  <a:lnTo>
                    <a:pt x="26590" y="10583"/>
                  </a:lnTo>
                  <a:lnTo>
                    <a:pt x="27726" y="14244"/>
                  </a:lnTo>
                  <a:lnTo>
                    <a:pt x="28433" y="15560"/>
                  </a:lnTo>
                  <a:lnTo>
                    <a:pt x="29052" y="16096"/>
                  </a:lnTo>
                  <a:lnTo>
                    <a:pt x="29837" y="15524"/>
                  </a:lnTo>
                  <a:lnTo>
                    <a:pt x="30528" y="14842"/>
                  </a:lnTo>
                  <a:lnTo>
                    <a:pt x="30929" y="15163"/>
                  </a:lnTo>
                  <a:lnTo>
                    <a:pt x="31785" y="17590"/>
                  </a:lnTo>
                  <a:lnTo>
                    <a:pt x="31987" y="20765"/>
                  </a:lnTo>
                  <a:lnTo>
                    <a:pt x="31982" y="22049"/>
                  </a:lnTo>
                  <a:lnTo>
                    <a:pt x="31677" y="24204"/>
                  </a:lnTo>
                  <a:lnTo>
                    <a:pt x="31243" y="26501"/>
                  </a:lnTo>
                  <a:lnTo>
                    <a:pt x="30898" y="27993"/>
                  </a:lnTo>
                  <a:lnTo>
                    <a:pt x="31045" y="29195"/>
                  </a:lnTo>
                  <a:lnTo>
                    <a:pt x="31353" y="30201"/>
                  </a:lnTo>
                  <a:lnTo>
                    <a:pt x="31856" y="30531"/>
                  </a:lnTo>
                  <a:lnTo>
                    <a:pt x="33500" y="32563"/>
                  </a:lnTo>
                  <a:lnTo>
                    <a:pt x="34112" y="33972"/>
                  </a:lnTo>
                  <a:lnTo>
                    <a:pt x="35004" y="35018"/>
                  </a:lnTo>
                  <a:lnTo>
                    <a:pt x="35683" y="35075"/>
                  </a:lnTo>
                  <a:lnTo>
                    <a:pt x="36034" y="35657"/>
                  </a:lnTo>
                  <a:lnTo>
                    <a:pt x="36160" y="36372"/>
                  </a:lnTo>
                  <a:lnTo>
                    <a:pt x="36067" y="38182"/>
                  </a:lnTo>
                  <a:lnTo>
                    <a:pt x="35686" y="39882"/>
                  </a:lnTo>
                  <a:lnTo>
                    <a:pt x="35737" y="40973"/>
                  </a:lnTo>
                  <a:lnTo>
                    <a:pt x="36334" y="42261"/>
                  </a:lnTo>
                  <a:lnTo>
                    <a:pt x="36398" y="43762"/>
                  </a:lnTo>
                  <a:lnTo>
                    <a:pt x="36439" y="44728"/>
                  </a:lnTo>
                  <a:lnTo>
                    <a:pt x="36757" y="45473"/>
                  </a:lnTo>
                  <a:lnTo>
                    <a:pt x="38263" y="47125"/>
                  </a:lnTo>
                  <a:lnTo>
                    <a:pt x="40214" y="48721"/>
                  </a:lnTo>
                  <a:lnTo>
                    <a:pt x="40710" y="50094"/>
                  </a:lnTo>
                  <a:lnTo>
                    <a:pt x="41011" y="51827"/>
                  </a:lnTo>
                  <a:lnTo>
                    <a:pt x="40916" y="54746"/>
                  </a:lnTo>
                  <a:lnTo>
                    <a:pt x="40787" y="57291"/>
                  </a:lnTo>
                  <a:lnTo>
                    <a:pt x="43338" y="60712"/>
                  </a:lnTo>
                  <a:lnTo>
                    <a:pt x="43048" y="61348"/>
                  </a:lnTo>
                  <a:lnTo>
                    <a:pt x="42655" y="62050"/>
                  </a:lnTo>
                  <a:lnTo>
                    <a:pt x="40216" y="62570"/>
                  </a:lnTo>
                  <a:lnTo>
                    <a:pt x="39721" y="62856"/>
                  </a:lnTo>
                  <a:lnTo>
                    <a:pt x="38660" y="60278"/>
                  </a:lnTo>
                  <a:lnTo>
                    <a:pt x="38103" y="59955"/>
                  </a:lnTo>
                  <a:lnTo>
                    <a:pt x="37582" y="60900"/>
                  </a:lnTo>
                  <a:lnTo>
                    <a:pt x="36970" y="61429"/>
                  </a:lnTo>
                  <a:lnTo>
                    <a:pt x="36231" y="61165"/>
                  </a:lnTo>
                  <a:lnTo>
                    <a:pt x="35440" y="60370"/>
                  </a:lnTo>
                  <a:lnTo>
                    <a:pt x="35043" y="59806"/>
                  </a:lnTo>
                  <a:lnTo>
                    <a:pt x="34722" y="59741"/>
                  </a:lnTo>
                  <a:lnTo>
                    <a:pt x="34229" y="60304"/>
                  </a:lnTo>
                  <a:lnTo>
                    <a:pt x="33571" y="60063"/>
                  </a:lnTo>
                  <a:lnTo>
                    <a:pt x="33143" y="59427"/>
                  </a:lnTo>
                  <a:lnTo>
                    <a:pt x="32523" y="61613"/>
                  </a:lnTo>
                  <a:lnTo>
                    <a:pt x="32143" y="62076"/>
                  </a:lnTo>
                  <a:lnTo>
                    <a:pt x="31906" y="62005"/>
                  </a:lnTo>
                  <a:lnTo>
                    <a:pt x="31859" y="58292"/>
                  </a:lnTo>
                  <a:lnTo>
                    <a:pt x="31679" y="57731"/>
                  </a:lnTo>
                  <a:lnTo>
                    <a:pt x="31186" y="57645"/>
                  </a:lnTo>
                  <a:lnTo>
                    <a:pt x="29997" y="58528"/>
                  </a:lnTo>
                  <a:lnTo>
                    <a:pt x="28868" y="59666"/>
                  </a:lnTo>
                  <a:lnTo>
                    <a:pt x="28486" y="60682"/>
                  </a:lnTo>
                  <a:lnTo>
                    <a:pt x="28524" y="62510"/>
                  </a:lnTo>
                  <a:lnTo>
                    <a:pt x="28687" y="64691"/>
                  </a:lnTo>
                  <a:lnTo>
                    <a:pt x="29458" y="68000"/>
                  </a:lnTo>
                  <a:lnTo>
                    <a:pt x="29034" y="69443"/>
                  </a:lnTo>
                  <a:lnTo>
                    <a:pt x="28737" y="71738"/>
                  </a:lnTo>
                  <a:lnTo>
                    <a:pt x="27524" y="73845"/>
                  </a:lnTo>
                  <a:lnTo>
                    <a:pt x="26158" y="75071"/>
                  </a:lnTo>
                  <a:lnTo>
                    <a:pt x="26041" y="77587"/>
                  </a:lnTo>
                  <a:lnTo>
                    <a:pt x="25279" y="79306"/>
                  </a:lnTo>
                  <a:lnTo>
                    <a:pt x="23980" y="81021"/>
                  </a:lnTo>
                  <a:lnTo>
                    <a:pt x="23108" y="83090"/>
                  </a:lnTo>
                  <a:lnTo>
                    <a:pt x="23328" y="84507"/>
                  </a:lnTo>
                  <a:lnTo>
                    <a:pt x="23381" y="85849"/>
                  </a:lnTo>
                  <a:lnTo>
                    <a:pt x="23233" y="86761"/>
                  </a:lnTo>
                  <a:lnTo>
                    <a:pt x="23199" y="87465"/>
                  </a:lnTo>
                  <a:lnTo>
                    <a:pt x="22858" y="87777"/>
                  </a:lnTo>
                  <a:lnTo>
                    <a:pt x="20871" y="88031"/>
                  </a:lnTo>
                  <a:lnTo>
                    <a:pt x="20310" y="88465"/>
                  </a:lnTo>
                  <a:close/>
                </a:path>
              </a:pathLst>
            </a:custGeom>
            <a:solidFill>
              <a:srgbClr val="FFF9F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9" name="pg968"/>
            <p:cNvSpPr/>
            <p:nvPr/>
          </p:nvSpPr>
          <p:spPr>
            <a:xfrm>
              <a:off x="3978840" y="4127401"/>
              <a:ext cx="2455" cy="11559"/>
            </a:xfrm>
            <a:custGeom>
              <a:avLst/>
              <a:pathLst>
                <a:path w="2455" h="11559">
                  <a:moveTo>
                    <a:pt x="1386" y="6134"/>
                  </a:moveTo>
                  <a:lnTo>
                    <a:pt x="0" y="11559"/>
                  </a:lnTo>
                  <a:lnTo>
                    <a:pt x="390" y="7029"/>
                  </a:lnTo>
                  <a:lnTo>
                    <a:pt x="1997" y="504"/>
                  </a:lnTo>
                  <a:lnTo>
                    <a:pt x="2455" y="0"/>
                  </a:lnTo>
                  <a:close/>
                </a:path>
              </a:pathLst>
            </a:custGeom>
            <a:solidFill>
              <a:srgbClr val="E0EED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0" name="pg969"/>
            <p:cNvSpPr/>
            <p:nvPr/>
          </p:nvSpPr>
          <p:spPr>
            <a:xfrm>
              <a:off x="3958691" y="4024065"/>
              <a:ext cx="1972" cy="5973"/>
            </a:xfrm>
            <a:custGeom>
              <a:avLst/>
              <a:pathLst>
                <a:path w="1972" h="5973">
                  <a:moveTo>
                    <a:pt x="1862" y="4894"/>
                  </a:moveTo>
                  <a:lnTo>
                    <a:pt x="1879" y="5973"/>
                  </a:lnTo>
                  <a:lnTo>
                    <a:pt x="255" y="5526"/>
                  </a:lnTo>
                  <a:lnTo>
                    <a:pt x="0" y="1823"/>
                  </a:lnTo>
                  <a:lnTo>
                    <a:pt x="795" y="1708"/>
                  </a:lnTo>
                  <a:lnTo>
                    <a:pt x="968" y="187"/>
                  </a:lnTo>
                  <a:lnTo>
                    <a:pt x="1452" y="0"/>
                  </a:lnTo>
                  <a:lnTo>
                    <a:pt x="1972" y="3289"/>
                  </a:lnTo>
                  <a:close/>
                </a:path>
              </a:pathLst>
            </a:custGeom>
            <a:solidFill>
              <a:srgbClr val="E0EED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1" name="pg970"/>
            <p:cNvSpPr/>
            <p:nvPr/>
          </p:nvSpPr>
          <p:spPr>
            <a:xfrm>
              <a:off x="3897806" y="3991010"/>
              <a:ext cx="89162" cy="398643"/>
            </a:xfrm>
            <a:custGeom>
              <a:avLst/>
              <a:pathLst>
                <a:path w="89162" h="398643">
                  <a:moveTo>
                    <a:pt x="77508" y="10417"/>
                  </a:moveTo>
                  <a:lnTo>
                    <a:pt x="78074" y="13507"/>
                  </a:lnTo>
                  <a:lnTo>
                    <a:pt x="78736" y="16474"/>
                  </a:lnTo>
                  <a:lnTo>
                    <a:pt x="80799" y="23642"/>
                  </a:lnTo>
                  <a:lnTo>
                    <a:pt x="81681" y="26400"/>
                  </a:lnTo>
                  <a:lnTo>
                    <a:pt x="82434" y="29332"/>
                  </a:lnTo>
                  <a:lnTo>
                    <a:pt x="82800" y="35181"/>
                  </a:lnTo>
                  <a:lnTo>
                    <a:pt x="84111" y="44274"/>
                  </a:lnTo>
                  <a:lnTo>
                    <a:pt x="85350" y="57935"/>
                  </a:lnTo>
                  <a:lnTo>
                    <a:pt x="85730" y="71947"/>
                  </a:lnTo>
                  <a:lnTo>
                    <a:pt x="86109" y="78377"/>
                  </a:lnTo>
                  <a:lnTo>
                    <a:pt x="87074" y="84428"/>
                  </a:lnTo>
                  <a:lnTo>
                    <a:pt x="88651" y="90707"/>
                  </a:lnTo>
                  <a:lnTo>
                    <a:pt x="89162" y="97690"/>
                  </a:lnTo>
                  <a:lnTo>
                    <a:pt x="88198" y="104884"/>
                  </a:lnTo>
                  <a:lnTo>
                    <a:pt x="86802" y="111663"/>
                  </a:lnTo>
                  <a:lnTo>
                    <a:pt x="86442" y="112935"/>
                  </a:lnTo>
                  <a:lnTo>
                    <a:pt x="85784" y="114675"/>
                  </a:lnTo>
                  <a:lnTo>
                    <a:pt x="85488" y="114597"/>
                  </a:lnTo>
                  <a:lnTo>
                    <a:pt x="84371" y="112849"/>
                  </a:lnTo>
                  <a:lnTo>
                    <a:pt x="83457" y="109986"/>
                  </a:lnTo>
                  <a:lnTo>
                    <a:pt x="82299" y="103242"/>
                  </a:lnTo>
                  <a:lnTo>
                    <a:pt x="81880" y="99820"/>
                  </a:lnTo>
                  <a:lnTo>
                    <a:pt x="81395" y="99280"/>
                  </a:lnTo>
                  <a:lnTo>
                    <a:pt x="80043" y="99577"/>
                  </a:lnTo>
                  <a:lnTo>
                    <a:pt x="79064" y="101707"/>
                  </a:lnTo>
                  <a:lnTo>
                    <a:pt x="78885" y="103049"/>
                  </a:lnTo>
                  <a:lnTo>
                    <a:pt x="79096" y="106852"/>
                  </a:lnTo>
                  <a:lnTo>
                    <a:pt x="79467" y="110272"/>
                  </a:lnTo>
                  <a:lnTo>
                    <a:pt x="79632" y="113743"/>
                  </a:lnTo>
                  <a:lnTo>
                    <a:pt x="79661" y="118112"/>
                  </a:lnTo>
                  <a:lnTo>
                    <a:pt x="80025" y="119434"/>
                  </a:lnTo>
                  <a:lnTo>
                    <a:pt x="80564" y="120545"/>
                  </a:lnTo>
                  <a:lnTo>
                    <a:pt x="81121" y="123404"/>
                  </a:lnTo>
                  <a:lnTo>
                    <a:pt x="81219" y="130220"/>
                  </a:lnTo>
                  <a:lnTo>
                    <a:pt x="80877" y="133663"/>
                  </a:lnTo>
                  <a:lnTo>
                    <a:pt x="79923" y="136618"/>
                  </a:lnTo>
                  <a:lnTo>
                    <a:pt x="79979" y="138254"/>
                  </a:lnTo>
                  <a:lnTo>
                    <a:pt x="80332" y="139930"/>
                  </a:lnTo>
                  <a:lnTo>
                    <a:pt x="79994" y="140943"/>
                  </a:lnTo>
                  <a:lnTo>
                    <a:pt x="78725" y="142227"/>
                  </a:lnTo>
                  <a:lnTo>
                    <a:pt x="78210" y="143359"/>
                  </a:lnTo>
                  <a:lnTo>
                    <a:pt x="77523" y="146365"/>
                  </a:lnTo>
                  <a:lnTo>
                    <a:pt x="76410" y="152503"/>
                  </a:lnTo>
                  <a:lnTo>
                    <a:pt x="76259" y="155637"/>
                  </a:lnTo>
                  <a:lnTo>
                    <a:pt x="76957" y="165177"/>
                  </a:lnTo>
                  <a:lnTo>
                    <a:pt x="76762" y="171944"/>
                  </a:lnTo>
                  <a:lnTo>
                    <a:pt x="75343" y="184880"/>
                  </a:lnTo>
                  <a:lnTo>
                    <a:pt x="74529" y="191018"/>
                  </a:lnTo>
                  <a:lnTo>
                    <a:pt x="73374" y="198353"/>
                  </a:lnTo>
                  <a:lnTo>
                    <a:pt x="71607" y="208026"/>
                  </a:lnTo>
                  <a:lnTo>
                    <a:pt x="69854" y="220166"/>
                  </a:lnTo>
                  <a:lnTo>
                    <a:pt x="68366" y="232658"/>
                  </a:lnTo>
                  <a:lnTo>
                    <a:pt x="67266" y="240166"/>
                  </a:lnTo>
                  <a:lnTo>
                    <a:pt x="66016" y="247559"/>
                  </a:lnTo>
                  <a:lnTo>
                    <a:pt x="64308" y="260634"/>
                  </a:lnTo>
                  <a:lnTo>
                    <a:pt x="62854" y="273902"/>
                  </a:lnTo>
                  <a:lnTo>
                    <a:pt x="60696" y="288501"/>
                  </a:lnTo>
                  <a:lnTo>
                    <a:pt x="57717" y="304779"/>
                  </a:lnTo>
                  <a:lnTo>
                    <a:pt x="57395" y="306903"/>
                  </a:lnTo>
                  <a:lnTo>
                    <a:pt x="56777" y="315219"/>
                  </a:lnTo>
                  <a:lnTo>
                    <a:pt x="56108" y="322436"/>
                  </a:lnTo>
                  <a:lnTo>
                    <a:pt x="55311" y="329584"/>
                  </a:lnTo>
                  <a:lnTo>
                    <a:pt x="53640" y="341395"/>
                  </a:lnTo>
                  <a:lnTo>
                    <a:pt x="53450" y="345037"/>
                  </a:lnTo>
                  <a:lnTo>
                    <a:pt x="53072" y="348531"/>
                  </a:lnTo>
                  <a:lnTo>
                    <a:pt x="51463" y="355936"/>
                  </a:lnTo>
                  <a:lnTo>
                    <a:pt x="50783" y="358691"/>
                  </a:lnTo>
                  <a:lnTo>
                    <a:pt x="50302" y="361620"/>
                  </a:lnTo>
                  <a:lnTo>
                    <a:pt x="50032" y="365331"/>
                  </a:lnTo>
                  <a:lnTo>
                    <a:pt x="49553" y="368912"/>
                  </a:lnTo>
                  <a:lnTo>
                    <a:pt x="48374" y="375497"/>
                  </a:lnTo>
                  <a:lnTo>
                    <a:pt x="46617" y="381165"/>
                  </a:lnTo>
                  <a:lnTo>
                    <a:pt x="45423" y="383225"/>
                  </a:lnTo>
                  <a:lnTo>
                    <a:pt x="42836" y="386215"/>
                  </a:lnTo>
                  <a:lnTo>
                    <a:pt x="41525" y="386821"/>
                  </a:lnTo>
                  <a:lnTo>
                    <a:pt x="38618" y="386890"/>
                  </a:lnTo>
                  <a:lnTo>
                    <a:pt x="35804" y="388592"/>
                  </a:lnTo>
                  <a:lnTo>
                    <a:pt x="32870" y="391871"/>
                  </a:lnTo>
                  <a:lnTo>
                    <a:pt x="30048" y="395628"/>
                  </a:lnTo>
                  <a:lnTo>
                    <a:pt x="28967" y="397408"/>
                  </a:lnTo>
                  <a:lnTo>
                    <a:pt x="27775" y="398427"/>
                  </a:lnTo>
                  <a:lnTo>
                    <a:pt x="24045" y="398643"/>
                  </a:lnTo>
                  <a:lnTo>
                    <a:pt x="22928" y="397832"/>
                  </a:lnTo>
                  <a:lnTo>
                    <a:pt x="19197" y="391660"/>
                  </a:lnTo>
                  <a:lnTo>
                    <a:pt x="17752" y="390641"/>
                  </a:lnTo>
                  <a:lnTo>
                    <a:pt x="15013" y="389796"/>
                  </a:lnTo>
                  <a:lnTo>
                    <a:pt x="14185" y="389271"/>
                  </a:lnTo>
                  <a:lnTo>
                    <a:pt x="13435" y="388466"/>
                  </a:lnTo>
                  <a:lnTo>
                    <a:pt x="12327" y="385239"/>
                  </a:lnTo>
                  <a:lnTo>
                    <a:pt x="10130" y="382512"/>
                  </a:lnTo>
                  <a:lnTo>
                    <a:pt x="9603" y="381658"/>
                  </a:lnTo>
                  <a:lnTo>
                    <a:pt x="9269" y="379777"/>
                  </a:lnTo>
                  <a:lnTo>
                    <a:pt x="9041" y="377751"/>
                  </a:lnTo>
                  <a:lnTo>
                    <a:pt x="8472" y="375483"/>
                  </a:lnTo>
                  <a:lnTo>
                    <a:pt x="8051" y="371166"/>
                  </a:lnTo>
                  <a:lnTo>
                    <a:pt x="7335" y="368145"/>
                  </a:lnTo>
                  <a:lnTo>
                    <a:pt x="5310" y="362812"/>
                  </a:lnTo>
                  <a:lnTo>
                    <a:pt x="5095" y="361110"/>
                  </a:lnTo>
                  <a:lnTo>
                    <a:pt x="4932" y="355451"/>
                  </a:lnTo>
                  <a:lnTo>
                    <a:pt x="4997" y="351622"/>
                  </a:lnTo>
                  <a:lnTo>
                    <a:pt x="4799" y="344609"/>
                  </a:lnTo>
                  <a:lnTo>
                    <a:pt x="5029" y="341311"/>
                  </a:lnTo>
                  <a:lnTo>
                    <a:pt x="5739" y="338339"/>
                  </a:lnTo>
                  <a:lnTo>
                    <a:pt x="5449" y="335124"/>
                  </a:lnTo>
                  <a:lnTo>
                    <a:pt x="4694" y="331745"/>
                  </a:lnTo>
                  <a:lnTo>
                    <a:pt x="4411" y="328248"/>
                  </a:lnTo>
                  <a:lnTo>
                    <a:pt x="3854" y="325065"/>
                  </a:lnTo>
                  <a:lnTo>
                    <a:pt x="1736" y="319328"/>
                  </a:lnTo>
                  <a:lnTo>
                    <a:pt x="1238" y="316506"/>
                  </a:lnTo>
                  <a:lnTo>
                    <a:pt x="894" y="313583"/>
                  </a:lnTo>
                  <a:lnTo>
                    <a:pt x="95" y="304473"/>
                  </a:lnTo>
                  <a:lnTo>
                    <a:pt x="0" y="301305"/>
                  </a:lnTo>
                  <a:lnTo>
                    <a:pt x="116" y="294595"/>
                  </a:lnTo>
                  <a:lnTo>
                    <a:pt x="412" y="291144"/>
                  </a:lnTo>
                  <a:lnTo>
                    <a:pt x="926" y="288740"/>
                  </a:lnTo>
                  <a:lnTo>
                    <a:pt x="1055" y="286946"/>
                  </a:lnTo>
                  <a:lnTo>
                    <a:pt x="1389" y="285405"/>
                  </a:lnTo>
                  <a:lnTo>
                    <a:pt x="1893" y="284170"/>
                  </a:lnTo>
                  <a:lnTo>
                    <a:pt x="2229" y="282698"/>
                  </a:lnTo>
                  <a:lnTo>
                    <a:pt x="3019" y="274122"/>
                  </a:lnTo>
                  <a:lnTo>
                    <a:pt x="4022" y="272217"/>
                  </a:lnTo>
                  <a:lnTo>
                    <a:pt x="5509" y="271124"/>
                  </a:lnTo>
                  <a:lnTo>
                    <a:pt x="6701" y="268884"/>
                  </a:lnTo>
                  <a:lnTo>
                    <a:pt x="7385" y="265860"/>
                  </a:lnTo>
                  <a:lnTo>
                    <a:pt x="8070" y="259624"/>
                  </a:lnTo>
                  <a:lnTo>
                    <a:pt x="9945" y="253432"/>
                  </a:lnTo>
                  <a:lnTo>
                    <a:pt x="10612" y="250177"/>
                  </a:lnTo>
                  <a:lnTo>
                    <a:pt x="12124" y="245259"/>
                  </a:lnTo>
                  <a:lnTo>
                    <a:pt x="13462" y="238340"/>
                  </a:lnTo>
                  <a:lnTo>
                    <a:pt x="13869" y="235079"/>
                  </a:lnTo>
                  <a:lnTo>
                    <a:pt x="14160" y="231737"/>
                  </a:lnTo>
                  <a:lnTo>
                    <a:pt x="14500" y="224414"/>
                  </a:lnTo>
                  <a:lnTo>
                    <a:pt x="14755" y="220769"/>
                  </a:lnTo>
                  <a:lnTo>
                    <a:pt x="14705" y="217159"/>
                  </a:lnTo>
                  <a:lnTo>
                    <a:pt x="13936" y="213448"/>
                  </a:lnTo>
                  <a:lnTo>
                    <a:pt x="12113" y="206713"/>
                  </a:lnTo>
                  <a:lnTo>
                    <a:pt x="12054" y="205455"/>
                  </a:lnTo>
                  <a:lnTo>
                    <a:pt x="12198" y="200448"/>
                  </a:lnTo>
                  <a:lnTo>
                    <a:pt x="12043" y="196827"/>
                  </a:lnTo>
                  <a:lnTo>
                    <a:pt x="11372" y="193220"/>
                  </a:lnTo>
                  <a:lnTo>
                    <a:pt x="10509" y="189820"/>
                  </a:lnTo>
                  <a:lnTo>
                    <a:pt x="9660" y="183466"/>
                  </a:lnTo>
                  <a:lnTo>
                    <a:pt x="9248" y="172962"/>
                  </a:lnTo>
                  <a:lnTo>
                    <a:pt x="9335" y="169165"/>
                  </a:lnTo>
                  <a:lnTo>
                    <a:pt x="9087" y="165792"/>
                  </a:lnTo>
                  <a:lnTo>
                    <a:pt x="8470" y="162574"/>
                  </a:lnTo>
                  <a:lnTo>
                    <a:pt x="8912" y="156964"/>
                  </a:lnTo>
                  <a:lnTo>
                    <a:pt x="14366" y="136606"/>
                  </a:lnTo>
                  <a:lnTo>
                    <a:pt x="14543" y="134208"/>
                  </a:lnTo>
                  <a:lnTo>
                    <a:pt x="14324" y="127998"/>
                  </a:lnTo>
                  <a:lnTo>
                    <a:pt x="14436" y="124385"/>
                  </a:lnTo>
                  <a:lnTo>
                    <a:pt x="14627" y="123046"/>
                  </a:lnTo>
                  <a:lnTo>
                    <a:pt x="15042" y="122264"/>
                  </a:lnTo>
                  <a:lnTo>
                    <a:pt x="15976" y="121886"/>
                  </a:lnTo>
                  <a:lnTo>
                    <a:pt x="20385" y="121001"/>
                  </a:lnTo>
                  <a:lnTo>
                    <a:pt x="20952" y="120374"/>
                  </a:lnTo>
                  <a:lnTo>
                    <a:pt x="22052" y="118655"/>
                  </a:lnTo>
                  <a:lnTo>
                    <a:pt x="23564" y="115336"/>
                  </a:lnTo>
                  <a:lnTo>
                    <a:pt x="24256" y="114381"/>
                  </a:lnTo>
                  <a:lnTo>
                    <a:pt x="24854" y="114730"/>
                  </a:lnTo>
                  <a:lnTo>
                    <a:pt x="25237" y="116153"/>
                  </a:lnTo>
                  <a:lnTo>
                    <a:pt x="25729" y="116929"/>
                  </a:lnTo>
                  <a:lnTo>
                    <a:pt x="27507" y="115425"/>
                  </a:lnTo>
                  <a:lnTo>
                    <a:pt x="28192" y="115379"/>
                  </a:lnTo>
                  <a:lnTo>
                    <a:pt x="28888" y="115625"/>
                  </a:lnTo>
                  <a:lnTo>
                    <a:pt x="29215" y="114242"/>
                  </a:lnTo>
                  <a:lnTo>
                    <a:pt x="29410" y="112390"/>
                  </a:lnTo>
                  <a:lnTo>
                    <a:pt x="29669" y="111083"/>
                  </a:lnTo>
                  <a:lnTo>
                    <a:pt x="30146" y="110341"/>
                  </a:lnTo>
                  <a:lnTo>
                    <a:pt x="32439" y="109937"/>
                  </a:lnTo>
                  <a:lnTo>
                    <a:pt x="33899" y="109406"/>
                  </a:lnTo>
                  <a:lnTo>
                    <a:pt x="35790" y="108110"/>
                  </a:lnTo>
                  <a:lnTo>
                    <a:pt x="36197" y="108364"/>
                  </a:lnTo>
                  <a:lnTo>
                    <a:pt x="37721" y="113025"/>
                  </a:lnTo>
                  <a:lnTo>
                    <a:pt x="38184" y="113426"/>
                  </a:lnTo>
                  <a:lnTo>
                    <a:pt x="38777" y="113616"/>
                  </a:lnTo>
                  <a:lnTo>
                    <a:pt x="39295" y="112768"/>
                  </a:lnTo>
                  <a:lnTo>
                    <a:pt x="38058" y="110329"/>
                  </a:lnTo>
                  <a:lnTo>
                    <a:pt x="37871" y="108950"/>
                  </a:lnTo>
                  <a:lnTo>
                    <a:pt x="37936" y="107383"/>
                  </a:lnTo>
                  <a:lnTo>
                    <a:pt x="38599" y="104027"/>
                  </a:lnTo>
                  <a:lnTo>
                    <a:pt x="39709" y="101468"/>
                  </a:lnTo>
                  <a:lnTo>
                    <a:pt x="42172" y="97578"/>
                  </a:lnTo>
                  <a:lnTo>
                    <a:pt x="44730" y="93079"/>
                  </a:lnTo>
                  <a:lnTo>
                    <a:pt x="45474" y="92767"/>
                  </a:lnTo>
                  <a:lnTo>
                    <a:pt x="46103" y="93480"/>
                  </a:lnTo>
                  <a:lnTo>
                    <a:pt x="46585" y="98784"/>
                  </a:lnTo>
                  <a:lnTo>
                    <a:pt x="46524" y="99658"/>
                  </a:lnTo>
                  <a:lnTo>
                    <a:pt x="46933" y="99779"/>
                  </a:lnTo>
                  <a:lnTo>
                    <a:pt x="47410" y="99124"/>
                  </a:lnTo>
                  <a:lnTo>
                    <a:pt x="47832" y="96983"/>
                  </a:lnTo>
                  <a:lnTo>
                    <a:pt x="47854" y="95206"/>
                  </a:lnTo>
                  <a:lnTo>
                    <a:pt x="47510" y="93500"/>
                  </a:lnTo>
                  <a:lnTo>
                    <a:pt x="47343" y="92057"/>
                  </a:lnTo>
                  <a:lnTo>
                    <a:pt x="47328" y="90730"/>
                  </a:lnTo>
                  <a:lnTo>
                    <a:pt x="48625" y="87596"/>
                  </a:lnTo>
                  <a:lnTo>
                    <a:pt x="49647" y="84601"/>
                  </a:lnTo>
                  <a:lnTo>
                    <a:pt x="50119" y="81029"/>
                  </a:lnTo>
                  <a:lnTo>
                    <a:pt x="50529" y="79384"/>
                  </a:lnTo>
                  <a:lnTo>
                    <a:pt x="51604" y="77528"/>
                  </a:lnTo>
                  <a:lnTo>
                    <a:pt x="51921" y="77823"/>
                  </a:lnTo>
                  <a:lnTo>
                    <a:pt x="52171" y="79332"/>
                  </a:lnTo>
                  <a:lnTo>
                    <a:pt x="52311" y="80928"/>
                  </a:lnTo>
                  <a:lnTo>
                    <a:pt x="52035" y="82512"/>
                  </a:lnTo>
                  <a:lnTo>
                    <a:pt x="51641" y="84079"/>
                  </a:lnTo>
                  <a:lnTo>
                    <a:pt x="51482" y="86168"/>
                  </a:lnTo>
                  <a:lnTo>
                    <a:pt x="52088" y="86572"/>
                  </a:lnTo>
                  <a:lnTo>
                    <a:pt x="52661" y="86064"/>
                  </a:lnTo>
                  <a:lnTo>
                    <a:pt x="53498" y="82284"/>
                  </a:lnTo>
                  <a:lnTo>
                    <a:pt x="54454" y="78708"/>
                  </a:lnTo>
                  <a:lnTo>
                    <a:pt x="55021" y="76850"/>
                  </a:lnTo>
                  <a:lnTo>
                    <a:pt x="55737" y="75560"/>
                  </a:lnTo>
                  <a:lnTo>
                    <a:pt x="56927" y="75820"/>
                  </a:lnTo>
                  <a:lnTo>
                    <a:pt x="58083" y="76619"/>
                  </a:lnTo>
                  <a:lnTo>
                    <a:pt x="56200" y="72845"/>
                  </a:lnTo>
                  <a:lnTo>
                    <a:pt x="55729" y="67677"/>
                  </a:lnTo>
                  <a:lnTo>
                    <a:pt x="57973" y="58734"/>
                  </a:lnTo>
                  <a:lnTo>
                    <a:pt x="57994" y="56873"/>
                  </a:lnTo>
                  <a:lnTo>
                    <a:pt x="58318" y="56299"/>
                  </a:lnTo>
                  <a:lnTo>
                    <a:pt x="58470" y="55577"/>
                  </a:lnTo>
                  <a:lnTo>
                    <a:pt x="57309" y="52556"/>
                  </a:lnTo>
                  <a:lnTo>
                    <a:pt x="57089" y="51058"/>
                  </a:lnTo>
                  <a:lnTo>
                    <a:pt x="57242" y="48787"/>
                  </a:lnTo>
                  <a:lnTo>
                    <a:pt x="57798" y="46770"/>
                  </a:lnTo>
                  <a:lnTo>
                    <a:pt x="58302" y="45359"/>
                  </a:lnTo>
                  <a:lnTo>
                    <a:pt x="59017" y="44817"/>
                  </a:lnTo>
                  <a:lnTo>
                    <a:pt x="59586" y="45593"/>
                  </a:lnTo>
                  <a:lnTo>
                    <a:pt x="60835" y="48074"/>
                  </a:lnTo>
                  <a:lnTo>
                    <a:pt x="61676" y="48452"/>
                  </a:lnTo>
                  <a:lnTo>
                    <a:pt x="62693" y="46069"/>
                  </a:lnTo>
                  <a:lnTo>
                    <a:pt x="63524" y="43094"/>
                  </a:lnTo>
                  <a:lnTo>
                    <a:pt x="64775" y="41048"/>
                  </a:lnTo>
                  <a:lnTo>
                    <a:pt x="66193" y="39784"/>
                  </a:lnTo>
                  <a:lnTo>
                    <a:pt x="68354" y="35101"/>
                  </a:lnTo>
                  <a:lnTo>
                    <a:pt x="69759" y="25301"/>
                  </a:lnTo>
                  <a:lnTo>
                    <a:pt x="69871" y="22441"/>
                  </a:lnTo>
                  <a:lnTo>
                    <a:pt x="69560" y="18973"/>
                  </a:lnTo>
                  <a:lnTo>
                    <a:pt x="69062" y="15677"/>
                  </a:lnTo>
                  <a:lnTo>
                    <a:pt x="68229" y="11562"/>
                  </a:lnTo>
                  <a:lnTo>
                    <a:pt x="68446" y="10650"/>
                  </a:lnTo>
                  <a:lnTo>
                    <a:pt x="69627" y="11196"/>
                  </a:lnTo>
                  <a:lnTo>
                    <a:pt x="70023" y="10622"/>
                  </a:lnTo>
                  <a:lnTo>
                    <a:pt x="71307" y="6980"/>
                  </a:lnTo>
                  <a:lnTo>
                    <a:pt x="73420" y="0"/>
                  </a:lnTo>
                  <a:lnTo>
                    <a:pt x="74117" y="17"/>
                  </a:lnTo>
                  <a:lnTo>
                    <a:pt x="74717" y="1310"/>
                  </a:lnTo>
                  <a:lnTo>
                    <a:pt x="74940" y="3223"/>
                  </a:lnTo>
                  <a:lnTo>
                    <a:pt x="75357" y="4631"/>
                  </a:lnTo>
                  <a:lnTo>
                    <a:pt x="76786" y="7944"/>
                  </a:lnTo>
                  <a:close/>
                </a:path>
              </a:pathLst>
            </a:custGeom>
            <a:solidFill>
              <a:srgbClr val="E0EED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2" name="pg971"/>
            <p:cNvSpPr/>
            <p:nvPr/>
          </p:nvSpPr>
          <p:spPr>
            <a:xfrm>
              <a:off x="4269541" y="3536858"/>
              <a:ext cx="749" cy="1786"/>
            </a:xfrm>
            <a:custGeom>
              <a:avLst/>
              <a:pathLst>
                <a:path w="749" h="1786">
                  <a:moveTo>
                    <a:pt x="426" y="1731"/>
                  </a:moveTo>
                  <a:lnTo>
                    <a:pt x="164" y="1786"/>
                  </a:lnTo>
                  <a:lnTo>
                    <a:pt x="0" y="1281"/>
                  </a:lnTo>
                  <a:lnTo>
                    <a:pt x="36" y="545"/>
                  </a:lnTo>
                  <a:lnTo>
                    <a:pt x="241" y="31"/>
                  </a:lnTo>
                  <a:lnTo>
                    <a:pt x="564" y="0"/>
                  </a:lnTo>
                  <a:lnTo>
                    <a:pt x="749" y="458"/>
                  </a:lnTo>
                  <a:lnTo>
                    <a:pt x="653" y="1173"/>
                  </a:lnTo>
                  <a:close/>
                </a:path>
              </a:pathLst>
            </a:custGeom>
            <a:solidFill>
              <a:srgbClr val="DAEAD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3" name="pg972"/>
            <p:cNvSpPr/>
            <p:nvPr/>
          </p:nvSpPr>
          <p:spPr>
            <a:xfrm>
              <a:off x="4270665" y="3508556"/>
              <a:ext cx="682" cy="2732"/>
            </a:xfrm>
            <a:custGeom>
              <a:avLst/>
              <a:pathLst>
                <a:path w="682" h="2732">
                  <a:moveTo>
                    <a:pt x="483" y="2455"/>
                  </a:moveTo>
                  <a:lnTo>
                    <a:pt x="268" y="2732"/>
                  </a:lnTo>
                  <a:lnTo>
                    <a:pt x="68" y="2621"/>
                  </a:lnTo>
                  <a:lnTo>
                    <a:pt x="0" y="2273"/>
                  </a:lnTo>
                  <a:lnTo>
                    <a:pt x="100" y="1758"/>
                  </a:lnTo>
                  <a:lnTo>
                    <a:pt x="267" y="1099"/>
                  </a:lnTo>
                  <a:lnTo>
                    <a:pt x="383" y="385"/>
                  </a:lnTo>
                  <a:lnTo>
                    <a:pt x="551" y="0"/>
                  </a:lnTo>
                  <a:lnTo>
                    <a:pt x="682" y="128"/>
                  </a:lnTo>
                  <a:lnTo>
                    <a:pt x="667" y="530"/>
                  </a:lnTo>
                  <a:lnTo>
                    <a:pt x="606" y="1082"/>
                  </a:lnTo>
                  <a:lnTo>
                    <a:pt x="567" y="1796"/>
                  </a:lnTo>
                  <a:close/>
                </a:path>
              </a:pathLst>
            </a:custGeom>
            <a:solidFill>
              <a:srgbClr val="DAEAD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4" name="pg973"/>
            <p:cNvSpPr/>
            <p:nvPr/>
          </p:nvSpPr>
          <p:spPr>
            <a:xfrm>
              <a:off x="2231026" y="3079197"/>
              <a:ext cx="3447" cy="3658"/>
            </a:xfrm>
            <a:custGeom>
              <a:avLst/>
              <a:pathLst>
                <a:path w="3447" h="3658">
                  <a:moveTo>
                    <a:pt x="1634" y="2975"/>
                  </a:moveTo>
                  <a:lnTo>
                    <a:pt x="246" y="3658"/>
                  </a:lnTo>
                  <a:lnTo>
                    <a:pt x="0" y="3018"/>
                  </a:lnTo>
                  <a:lnTo>
                    <a:pt x="2801" y="0"/>
                  </a:lnTo>
                  <a:lnTo>
                    <a:pt x="3280" y="128"/>
                  </a:lnTo>
                  <a:lnTo>
                    <a:pt x="3447" y="532"/>
                  </a:lnTo>
                  <a:lnTo>
                    <a:pt x="1997" y="1966"/>
                  </a:lnTo>
                  <a:close/>
                </a:path>
              </a:pathLst>
            </a:custGeom>
            <a:solidFill>
              <a:srgbClr val="DAEAD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5" name="pg974"/>
            <p:cNvSpPr/>
            <p:nvPr/>
          </p:nvSpPr>
          <p:spPr>
            <a:xfrm>
              <a:off x="1993515" y="3076682"/>
              <a:ext cx="1841" cy="4218"/>
            </a:xfrm>
            <a:custGeom>
              <a:avLst/>
              <a:pathLst>
                <a:path w="1841" h="4218">
                  <a:moveTo>
                    <a:pt x="1841" y="3595"/>
                  </a:moveTo>
                  <a:lnTo>
                    <a:pt x="1096" y="4218"/>
                  </a:lnTo>
                  <a:lnTo>
                    <a:pt x="0" y="2408"/>
                  </a:lnTo>
                  <a:lnTo>
                    <a:pt x="292" y="975"/>
                  </a:lnTo>
                  <a:lnTo>
                    <a:pt x="916" y="0"/>
                  </a:lnTo>
                  <a:lnTo>
                    <a:pt x="1500" y="1815"/>
                  </a:lnTo>
                  <a:close/>
                </a:path>
              </a:pathLst>
            </a:custGeom>
            <a:solidFill>
              <a:srgbClr val="DAEAD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6" name="pg975"/>
            <p:cNvSpPr/>
            <p:nvPr/>
          </p:nvSpPr>
          <p:spPr>
            <a:xfrm>
              <a:off x="2290217" y="3025979"/>
              <a:ext cx="3262" cy="9068"/>
            </a:xfrm>
            <a:custGeom>
              <a:avLst/>
              <a:pathLst>
                <a:path w="3262" h="9068">
                  <a:moveTo>
                    <a:pt x="984" y="8147"/>
                  </a:moveTo>
                  <a:lnTo>
                    <a:pt x="345" y="9068"/>
                  </a:lnTo>
                  <a:lnTo>
                    <a:pt x="0" y="5813"/>
                  </a:lnTo>
                  <a:lnTo>
                    <a:pt x="511" y="2637"/>
                  </a:lnTo>
                  <a:lnTo>
                    <a:pt x="1130" y="813"/>
                  </a:lnTo>
                  <a:lnTo>
                    <a:pt x="2355" y="598"/>
                  </a:lnTo>
                  <a:lnTo>
                    <a:pt x="3160" y="0"/>
                  </a:lnTo>
                  <a:lnTo>
                    <a:pt x="3262" y="806"/>
                  </a:lnTo>
                  <a:lnTo>
                    <a:pt x="2599" y="3267"/>
                  </a:lnTo>
                  <a:close/>
                </a:path>
              </a:pathLst>
            </a:custGeom>
            <a:solidFill>
              <a:srgbClr val="DAEAD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7" name="pg976"/>
            <p:cNvSpPr/>
            <p:nvPr/>
          </p:nvSpPr>
          <p:spPr>
            <a:xfrm>
              <a:off x="2293506" y="3005267"/>
              <a:ext cx="698" cy="2628"/>
            </a:xfrm>
            <a:custGeom>
              <a:avLst/>
              <a:pathLst>
                <a:path w="698" h="2628">
                  <a:moveTo>
                    <a:pt x="479" y="1201"/>
                  </a:moveTo>
                  <a:lnTo>
                    <a:pt x="698" y="2628"/>
                  </a:lnTo>
                  <a:lnTo>
                    <a:pt x="484" y="2458"/>
                  </a:lnTo>
                  <a:lnTo>
                    <a:pt x="203" y="1379"/>
                  </a:lnTo>
                  <a:lnTo>
                    <a:pt x="0" y="34"/>
                  </a:lnTo>
                  <a:lnTo>
                    <a:pt x="170" y="0"/>
                  </a:lnTo>
                  <a:lnTo>
                    <a:pt x="320" y="463"/>
                  </a:lnTo>
                  <a:close/>
                </a:path>
              </a:pathLst>
            </a:custGeom>
            <a:solidFill>
              <a:srgbClr val="DAEAD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8" name="pg977"/>
            <p:cNvSpPr/>
            <p:nvPr/>
          </p:nvSpPr>
          <p:spPr>
            <a:xfrm>
              <a:off x="2048110" y="2992496"/>
              <a:ext cx="1691" cy="5426"/>
            </a:xfrm>
            <a:custGeom>
              <a:avLst/>
              <a:pathLst>
                <a:path w="1691" h="5426">
                  <a:moveTo>
                    <a:pt x="1691" y="2993"/>
                  </a:moveTo>
                  <a:lnTo>
                    <a:pt x="1332" y="5426"/>
                  </a:lnTo>
                  <a:lnTo>
                    <a:pt x="398" y="4452"/>
                  </a:lnTo>
                  <a:lnTo>
                    <a:pt x="63" y="2926"/>
                  </a:lnTo>
                  <a:lnTo>
                    <a:pt x="0" y="422"/>
                  </a:lnTo>
                  <a:lnTo>
                    <a:pt x="518" y="0"/>
                  </a:lnTo>
                  <a:lnTo>
                    <a:pt x="1270" y="1057"/>
                  </a:lnTo>
                  <a:lnTo>
                    <a:pt x="1425" y="1767"/>
                  </a:lnTo>
                  <a:close/>
                </a:path>
              </a:pathLst>
            </a:custGeom>
            <a:solidFill>
              <a:srgbClr val="DAEAD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9" name="pg978"/>
            <p:cNvSpPr/>
            <p:nvPr/>
          </p:nvSpPr>
          <p:spPr>
            <a:xfrm>
              <a:off x="2007868" y="2914704"/>
              <a:ext cx="1316" cy="5829"/>
            </a:xfrm>
            <a:custGeom>
              <a:avLst/>
              <a:pathLst>
                <a:path w="1316" h="5829">
                  <a:moveTo>
                    <a:pt x="1177" y="5725"/>
                  </a:moveTo>
                  <a:lnTo>
                    <a:pt x="909" y="5829"/>
                  </a:lnTo>
                  <a:lnTo>
                    <a:pt x="278" y="4260"/>
                  </a:lnTo>
                  <a:lnTo>
                    <a:pt x="0" y="411"/>
                  </a:lnTo>
                  <a:lnTo>
                    <a:pt x="125" y="0"/>
                  </a:lnTo>
                  <a:lnTo>
                    <a:pt x="1316" y="4770"/>
                  </a:lnTo>
                  <a:lnTo>
                    <a:pt x="1294" y="5355"/>
                  </a:lnTo>
                  <a:close/>
                </a:path>
              </a:pathLst>
            </a:custGeom>
            <a:solidFill>
              <a:srgbClr val="DAEAD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0" name="pg979"/>
            <p:cNvSpPr/>
            <p:nvPr/>
          </p:nvSpPr>
          <p:spPr>
            <a:xfrm>
              <a:off x="1981797" y="2908608"/>
              <a:ext cx="3879" cy="6049"/>
            </a:xfrm>
            <a:custGeom>
              <a:avLst/>
              <a:pathLst>
                <a:path w="3879" h="6049">
                  <a:moveTo>
                    <a:pt x="3879" y="4654"/>
                  </a:moveTo>
                  <a:lnTo>
                    <a:pt x="3713" y="6049"/>
                  </a:lnTo>
                  <a:lnTo>
                    <a:pt x="0" y="523"/>
                  </a:lnTo>
                  <a:lnTo>
                    <a:pt x="893" y="0"/>
                  </a:lnTo>
                  <a:lnTo>
                    <a:pt x="1930" y="388"/>
                  </a:lnTo>
                  <a:close/>
                </a:path>
              </a:pathLst>
            </a:custGeom>
            <a:solidFill>
              <a:srgbClr val="DAEAD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1" name="pg980"/>
            <p:cNvSpPr/>
            <p:nvPr/>
          </p:nvSpPr>
          <p:spPr>
            <a:xfrm>
              <a:off x="1997960" y="2892748"/>
              <a:ext cx="2030" cy="5800"/>
            </a:xfrm>
            <a:custGeom>
              <a:avLst/>
              <a:pathLst>
                <a:path w="2030" h="5800">
                  <a:moveTo>
                    <a:pt x="1678" y="2493"/>
                  </a:moveTo>
                  <a:lnTo>
                    <a:pt x="2030" y="5800"/>
                  </a:lnTo>
                  <a:lnTo>
                    <a:pt x="1397" y="5312"/>
                  </a:lnTo>
                  <a:lnTo>
                    <a:pt x="567" y="3516"/>
                  </a:lnTo>
                  <a:lnTo>
                    <a:pt x="0" y="1217"/>
                  </a:lnTo>
                  <a:lnTo>
                    <a:pt x="51" y="188"/>
                  </a:lnTo>
                  <a:lnTo>
                    <a:pt x="162" y="0"/>
                  </a:lnTo>
                  <a:lnTo>
                    <a:pt x="1335" y="1350"/>
                  </a:lnTo>
                  <a:close/>
                </a:path>
              </a:pathLst>
            </a:custGeom>
            <a:solidFill>
              <a:srgbClr val="DAEAD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2" name="pg981"/>
            <p:cNvSpPr/>
            <p:nvPr/>
          </p:nvSpPr>
          <p:spPr>
            <a:xfrm>
              <a:off x="1978299" y="2886903"/>
              <a:ext cx="2955" cy="22193"/>
            </a:xfrm>
            <a:custGeom>
              <a:avLst/>
              <a:pathLst>
                <a:path w="2955" h="22193">
                  <a:moveTo>
                    <a:pt x="2955" y="21864"/>
                  </a:moveTo>
                  <a:lnTo>
                    <a:pt x="2707" y="22193"/>
                  </a:lnTo>
                  <a:lnTo>
                    <a:pt x="1652" y="18774"/>
                  </a:lnTo>
                  <a:lnTo>
                    <a:pt x="1496" y="16430"/>
                  </a:lnTo>
                  <a:lnTo>
                    <a:pt x="1064" y="15439"/>
                  </a:lnTo>
                  <a:lnTo>
                    <a:pt x="0" y="14656"/>
                  </a:lnTo>
                  <a:lnTo>
                    <a:pt x="918" y="9884"/>
                  </a:lnTo>
                  <a:lnTo>
                    <a:pt x="1694" y="0"/>
                  </a:lnTo>
                  <a:lnTo>
                    <a:pt x="2037" y="1810"/>
                  </a:lnTo>
                  <a:lnTo>
                    <a:pt x="1214" y="11825"/>
                  </a:lnTo>
                  <a:lnTo>
                    <a:pt x="1255" y="13136"/>
                  </a:lnTo>
                  <a:lnTo>
                    <a:pt x="1641" y="14360"/>
                  </a:lnTo>
                  <a:lnTo>
                    <a:pt x="2055" y="16430"/>
                  </a:lnTo>
                  <a:lnTo>
                    <a:pt x="2103" y="18664"/>
                  </a:lnTo>
                  <a:lnTo>
                    <a:pt x="2829" y="20743"/>
                  </a:lnTo>
                  <a:close/>
                </a:path>
              </a:pathLst>
            </a:custGeom>
            <a:solidFill>
              <a:srgbClr val="DAEAD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3" name="pg982"/>
            <p:cNvSpPr/>
            <p:nvPr/>
          </p:nvSpPr>
          <p:spPr>
            <a:xfrm>
              <a:off x="1991529" y="2863558"/>
              <a:ext cx="1689" cy="7085"/>
            </a:xfrm>
            <a:custGeom>
              <a:avLst/>
              <a:pathLst>
                <a:path w="1689" h="7085">
                  <a:moveTo>
                    <a:pt x="1534" y="1627"/>
                  </a:moveTo>
                  <a:lnTo>
                    <a:pt x="1689" y="2693"/>
                  </a:lnTo>
                  <a:lnTo>
                    <a:pt x="1606" y="3002"/>
                  </a:lnTo>
                  <a:lnTo>
                    <a:pt x="1103" y="2260"/>
                  </a:lnTo>
                  <a:lnTo>
                    <a:pt x="248" y="6677"/>
                  </a:lnTo>
                  <a:lnTo>
                    <a:pt x="0" y="7085"/>
                  </a:lnTo>
                  <a:lnTo>
                    <a:pt x="515" y="1035"/>
                  </a:lnTo>
                  <a:lnTo>
                    <a:pt x="1053" y="173"/>
                  </a:lnTo>
                  <a:lnTo>
                    <a:pt x="1650" y="0"/>
                  </a:lnTo>
                  <a:close/>
                </a:path>
              </a:pathLst>
            </a:custGeom>
            <a:solidFill>
              <a:srgbClr val="DAEAD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4" name="pg983"/>
            <p:cNvSpPr/>
            <p:nvPr/>
          </p:nvSpPr>
          <p:spPr>
            <a:xfrm>
              <a:off x="1940586" y="2795812"/>
              <a:ext cx="2522" cy="9783"/>
            </a:xfrm>
            <a:custGeom>
              <a:avLst/>
              <a:pathLst>
                <a:path w="2522" h="9783">
                  <a:moveTo>
                    <a:pt x="2249" y="8834"/>
                  </a:moveTo>
                  <a:lnTo>
                    <a:pt x="2081" y="9783"/>
                  </a:lnTo>
                  <a:lnTo>
                    <a:pt x="0" y="7812"/>
                  </a:lnTo>
                  <a:lnTo>
                    <a:pt x="1141" y="4367"/>
                  </a:lnTo>
                  <a:lnTo>
                    <a:pt x="974" y="756"/>
                  </a:lnTo>
                  <a:lnTo>
                    <a:pt x="1473" y="0"/>
                  </a:lnTo>
                  <a:lnTo>
                    <a:pt x="1924" y="1196"/>
                  </a:lnTo>
                  <a:lnTo>
                    <a:pt x="2522" y="5798"/>
                  </a:lnTo>
                  <a:close/>
                </a:path>
              </a:pathLst>
            </a:custGeom>
            <a:solidFill>
              <a:srgbClr val="DAEAD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5" name="pg984"/>
            <p:cNvSpPr/>
            <p:nvPr/>
          </p:nvSpPr>
          <p:spPr>
            <a:xfrm>
              <a:off x="1902969" y="2771604"/>
              <a:ext cx="1956" cy="8387"/>
            </a:xfrm>
            <a:custGeom>
              <a:avLst/>
              <a:pathLst>
                <a:path w="1956" h="8387">
                  <a:moveTo>
                    <a:pt x="1956" y="7258"/>
                  </a:moveTo>
                  <a:lnTo>
                    <a:pt x="1429" y="8387"/>
                  </a:lnTo>
                  <a:lnTo>
                    <a:pt x="15" y="2224"/>
                  </a:lnTo>
                  <a:lnTo>
                    <a:pt x="0" y="734"/>
                  </a:lnTo>
                  <a:lnTo>
                    <a:pt x="413" y="0"/>
                  </a:lnTo>
                  <a:lnTo>
                    <a:pt x="1099" y="139"/>
                  </a:lnTo>
                  <a:lnTo>
                    <a:pt x="1102" y="1686"/>
                  </a:lnTo>
                  <a:lnTo>
                    <a:pt x="1676" y="2989"/>
                  </a:lnTo>
                  <a:lnTo>
                    <a:pt x="1900" y="4262"/>
                  </a:lnTo>
                  <a:close/>
                </a:path>
              </a:pathLst>
            </a:custGeom>
            <a:solidFill>
              <a:srgbClr val="DAEAD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6" name="pg985"/>
            <p:cNvSpPr/>
            <p:nvPr/>
          </p:nvSpPr>
          <p:spPr>
            <a:xfrm>
              <a:off x="1975408" y="2770043"/>
              <a:ext cx="4046" cy="13920"/>
            </a:xfrm>
            <a:custGeom>
              <a:avLst/>
              <a:pathLst>
                <a:path w="4046" h="13920">
                  <a:moveTo>
                    <a:pt x="4046" y="6947"/>
                  </a:moveTo>
                  <a:lnTo>
                    <a:pt x="3116" y="13920"/>
                  </a:lnTo>
                  <a:lnTo>
                    <a:pt x="2168" y="13807"/>
                  </a:lnTo>
                  <a:lnTo>
                    <a:pt x="209" y="11607"/>
                  </a:lnTo>
                  <a:lnTo>
                    <a:pt x="0" y="10236"/>
                  </a:lnTo>
                  <a:lnTo>
                    <a:pt x="754" y="2148"/>
                  </a:lnTo>
                  <a:lnTo>
                    <a:pt x="1326" y="1086"/>
                  </a:lnTo>
                  <a:lnTo>
                    <a:pt x="3034" y="0"/>
                  </a:lnTo>
                  <a:lnTo>
                    <a:pt x="3301" y="994"/>
                  </a:lnTo>
                  <a:lnTo>
                    <a:pt x="3483" y="3381"/>
                  </a:lnTo>
                  <a:close/>
                </a:path>
              </a:pathLst>
            </a:custGeom>
            <a:solidFill>
              <a:srgbClr val="DAEAD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7" name="pg986"/>
            <p:cNvSpPr/>
            <p:nvPr/>
          </p:nvSpPr>
          <p:spPr>
            <a:xfrm>
              <a:off x="1962286" y="2760215"/>
              <a:ext cx="5414" cy="15905"/>
            </a:xfrm>
            <a:custGeom>
              <a:avLst/>
              <a:pathLst>
                <a:path w="5414" h="15905">
                  <a:moveTo>
                    <a:pt x="5414" y="15389"/>
                  </a:moveTo>
                  <a:lnTo>
                    <a:pt x="5325" y="15905"/>
                  </a:lnTo>
                  <a:lnTo>
                    <a:pt x="4067" y="14074"/>
                  </a:lnTo>
                  <a:lnTo>
                    <a:pt x="1209" y="7843"/>
                  </a:lnTo>
                  <a:lnTo>
                    <a:pt x="169" y="4722"/>
                  </a:lnTo>
                  <a:lnTo>
                    <a:pt x="0" y="3260"/>
                  </a:lnTo>
                  <a:lnTo>
                    <a:pt x="88" y="0"/>
                  </a:lnTo>
                  <a:lnTo>
                    <a:pt x="1066" y="388"/>
                  </a:lnTo>
                  <a:lnTo>
                    <a:pt x="2202" y="2573"/>
                  </a:lnTo>
                  <a:lnTo>
                    <a:pt x="2696" y="4596"/>
                  </a:lnTo>
                  <a:lnTo>
                    <a:pt x="2721" y="6918"/>
                  </a:lnTo>
                  <a:lnTo>
                    <a:pt x="4840" y="8013"/>
                  </a:lnTo>
                  <a:lnTo>
                    <a:pt x="5139" y="13034"/>
                  </a:lnTo>
                  <a:close/>
                </a:path>
              </a:pathLst>
            </a:custGeom>
            <a:solidFill>
              <a:srgbClr val="DAEAD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8" name="pg987"/>
            <p:cNvSpPr/>
            <p:nvPr/>
          </p:nvSpPr>
          <p:spPr>
            <a:xfrm>
              <a:off x="1947543" y="2694585"/>
              <a:ext cx="1249" cy="2739"/>
            </a:xfrm>
            <a:custGeom>
              <a:avLst/>
              <a:pathLst>
                <a:path w="1249" h="2739">
                  <a:moveTo>
                    <a:pt x="1173" y="2614"/>
                  </a:moveTo>
                  <a:lnTo>
                    <a:pt x="764" y="2739"/>
                  </a:lnTo>
                  <a:lnTo>
                    <a:pt x="0" y="1379"/>
                  </a:lnTo>
                  <a:lnTo>
                    <a:pt x="57" y="126"/>
                  </a:lnTo>
                  <a:lnTo>
                    <a:pt x="223" y="0"/>
                  </a:lnTo>
                  <a:lnTo>
                    <a:pt x="988" y="1099"/>
                  </a:lnTo>
                  <a:lnTo>
                    <a:pt x="1249" y="2064"/>
                  </a:lnTo>
                  <a:close/>
                </a:path>
              </a:pathLst>
            </a:custGeom>
            <a:solidFill>
              <a:srgbClr val="DAEAD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9" name="pg988"/>
            <p:cNvSpPr/>
            <p:nvPr/>
          </p:nvSpPr>
          <p:spPr>
            <a:xfrm>
              <a:off x="1918679" y="2667363"/>
              <a:ext cx="374593" cy="536903"/>
            </a:xfrm>
            <a:custGeom>
              <a:avLst/>
              <a:pathLst>
                <a:path w="374593" h="536903">
                  <a:moveTo>
                    <a:pt x="246574" y="199570"/>
                  </a:moveTo>
                  <a:lnTo>
                    <a:pt x="246350" y="205673"/>
                  </a:lnTo>
                  <a:lnTo>
                    <a:pt x="245604" y="210681"/>
                  </a:lnTo>
                  <a:lnTo>
                    <a:pt x="243146" y="221092"/>
                  </a:lnTo>
                  <a:lnTo>
                    <a:pt x="242122" y="227550"/>
                  </a:lnTo>
                  <a:lnTo>
                    <a:pt x="240140" y="246005"/>
                  </a:lnTo>
                  <a:lnTo>
                    <a:pt x="239531" y="258102"/>
                  </a:lnTo>
                  <a:lnTo>
                    <a:pt x="239388" y="263795"/>
                  </a:lnTo>
                  <a:lnTo>
                    <a:pt x="239214" y="264602"/>
                  </a:lnTo>
                  <a:lnTo>
                    <a:pt x="239403" y="265442"/>
                  </a:lnTo>
                  <a:lnTo>
                    <a:pt x="238928" y="278032"/>
                  </a:lnTo>
                  <a:lnTo>
                    <a:pt x="239183" y="288781"/>
                  </a:lnTo>
                  <a:lnTo>
                    <a:pt x="239021" y="290446"/>
                  </a:lnTo>
                  <a:lnTo>
                    <a:pt x="238301" y="293688"/>
                  </a:lnTo>
                  <a:lnTo>
                    <a:pt x="237794" y="298174"/>
                  </a:lnTo>
                  <a:lnTo>
                    <a:pt x="237994" y="300166"/>
                  </a:lnTo>
                  <a:lnTo>
                    <a:pt x="237983" y="301548"/>
                  </a:lnTo>
                  <a:lnTo>
                    <a:pt x="238725" y="308374"/>
                  </a:lnTo>
                  <a:lnTo>
                    <a:pt x="238960" y="313499"/>
                  </a:lnTo>
                  <a:lnTo>
                    <a:pt x="241163" y="322285"/>
                  </a:lnTo>
                  <a:lnTo>
                    <a:pt x="242400" y="325349"/>
                  </a:lnTo>
                  <a:lnTo>
                    <a:pt x="243935" y="328005"/>
                  </a:lnTo>
                  <a:lnTo>
                    <a:pt x="244498" y="329505"/>
                  </a:lnTo>
                  <a:lnTo>
                    <a:pt x="244222" y="333237"/>
                  </a:lnTo>
                  <a:lnTo>
                    <a:pt x="243597" y="335127"/>
                  </a:lnTo>
                  <a:lnTo>
                    <a:pt x="243330" y="338122"/>
                  </a:lnTo>
                  <a:lnTo>
                    <a:pt x="243022" y="335642"/>
                  </a:lnTo>
                  <a:lnTo>
                    <a:pt x="243142" y="332426"/>
                  </a:lnTo>
                  <a:lnTo>
                    <a:pt x="243630" y="330698"/>
                  </a:lnTo>
                  <a:lnTo>
                    <a:pt x="243647" y="329431"/>
                  </a:lnTo>
                  <a:lnTo>
                    <a:pt x="242745" y="328080"/>
                  </a:lnTo>
                  <a:lnTo>
                    <a:pt x="241094" y="323660"/>
                  </a:lnTo>
                  <a:lnTo>
                    <a:pt x="239077" y="315840"/>
                  </a:lnTo>
                  <a:lnTo>
                    <a:pt x="240512" y="328339"/>
                  </a:lnTo>
                  <a:lnTo>
                    <a:pt x="241005" y="330341"/>
                  </a:lnTo>
                  <a:lnTo>
                    <a:pt x="241388" y="331174"/>
                  </a:lnTo>
                  <a:lnTo>
                    <a:pt x="242029" y="332053"/>
                  </a:lnTo>
                  <a:lnTo>
                    <a:pt x="242196" y="333410"/>
                  </a:lnTo>
                  <a:lnTo>
                    <a:pt x="242202" y="334414"/>
                  </a:lnTo>
                  <a:lnTo>
                    <a:pt x="243972" y="343103"/>
                  </a:lnTo>
                  <a:lnTo>
                    <a:pt x="245973" y="352083"/>
                  </a:lnTo>
                  <a:lnTo>
                    <a:pt x="246080" y="354538"/>
                  </a:lnTo>
                  <a:lnTo>
                    <a:pt x="246880" y="357553"/>
                  </a:lnTo>
                  <a:lnTo>
                    <a:pt x="251974" y="370162"/>
                  </a:lnTo>
                  <a:lnTo>
                    <a:pt x="255091" y="379573"/>
                  </a:lnTo>
                  <a:lnTo>
                    <a:pt x="256173" y="388513"/>
                  </a:lnTo>
                  <a:lnTo>
                    <a:pt x="256828" y="391302"/>
                  </a:lnTo>
                  <a:lnTo>
                    <a:pt x="257146" y="395117"/>
                  </a:lnTo>
                  <a:lnTo>
                    <a:pt x="259189" y="399392"/>
                  </a:lnTo>
                  <a:lnTo>
                    <a:pt x="259813" y="402152"/>
                  </a:lnTo>
                  <a:lnTo>
                    <a:pt x="260908" y="403686"/>
                  </a:lnTo>
                  <a:lnTo>
                    <a:pt x="261792" y="408313"/>
                  </a:lnTo>
                  <a:lnTo>
                    <a:pt x="263457" y="411021"/>
                  </a:lnTo>
                  <a:lnTo>
                    <a:pt x="263059" y="411070"/>
                  </a:lnTo>
                  <a:lnTo>
                    <a:pt x="261604" y="409704"/>
                  </a:lnTo>
                  <a:lnTo>
                    <a:pt x="261701" y="410606"/>
                  </a:lnTo>
                  <a:lnTo>
                    <a:pt x="262926" y="412525"/>
                  </a:lnTo>
                  <a:lnTo>
                    <a:pt x="265324" y="414418"/>
                  </a:lnTo>
                  <a:lnTo>
                    <a:pt x="265922" y="414422"/>
                  </a:lnTo>
                  <a:lnTo>
                    <a:pt x="264977" y="413439"/>
                  </a:lnTo>
                  <a:lnTo>
                    <a:pt x="264176" y="412119"/>
                  </a:lnTo>
                  <a:lnTo>
                    <a:pt x="264456" y="411926"/>
                  </a:lnTo>
                  <a:lnTo>
                    <a:pt x="266131" y="413574"/>
                  </a:lnTo>
                  <a:lnTo>
                    <a:pt x="270815" y="414118"/>
                  </a:lnTo>
                  <a:lnTo>
                    <a:pt x="272877" y="417963"/>
                  </a:lnTo>
                  <a:lnTo>
                    <a:pt x="275549" y="419618"/>
                  </a:lnTo>
                  <a:lnTo>
                    <a:pt x="276987" y="424526"/>
                  </a:lnTo>
                  <a:lnTo>
                    <a:pt x="278658" y="429657"/>
                  </a:lnTo>
                  <a:lnTo>
                    <a:pt x="279725" y="429899"/>
                  </a:lnTo>
                  <a:lnTo>
                    <a:pt x="280558" y="429919"/>
                  </a:lnTo>
                  <a:lnTo>
                    <a:pt x="283066" y="429054"/>
                  </a:lnTo>
                  <a:lnTo>
                    <a:pt x="286964" y="425828"/>
                  </a:lnTo>
                  <a:lnTo>
                    <a:pt x="288305" y="424248"/>
                  </a:lnTo>
                  <a:lnTo>
                    <a:pt x="290922" y="422104"/>
                  </a:lnTo>
                  <a:lnTo>
                    <a:pt x="294926" y="421710"/>
                  </a:lnTo>
                  <a:lnTo>
                    <a:pt x="296167" y="422311"/>
                  </a:lnTo>
                  <a:lnTo>
                    <a:pt x="299160" y="420975"/>
                  </a:lnTo>
                  <a:lnTo>
                    <a:pt x="300588" y="419336"/>
                  </a:lnTo>
                  <a:lnTo>
                    <a:pt x="301083" y="417847"/>
                  </a:lnTo>
                  <a:lnTo>
                    <a:pt x="301315" y="416749"/>
                  </a:lnTo>
                  <a:lnTo>
                    <a:pt x="304089" y="415179"/>
                  </a:lnTo>
                  <a:lnTo>
                    <a:pt x="304636" y="414869"/>
                  </a:lnTo>
                  <a:lnTo>
                    <a:pt x="307447" y="414586"/>
                  </a:lnTo>
                  <a:lnTo>
                    <a:pt x="308804" y="414009"/>
                  </a:lnTo>
                  <a:lnTo>
                    <a:pt x="310401" y="413670"/>
                  </a:lnTo>
                  <a:lnTo>
                    <a:pt x="311554" y="415977"/>
                  </a:lnTo>
                  <a:lnTo>
                    <a:pt x="311553" y="417104"/>
                  </a:lnTo>
                  <a:lnTo>
                    <a:pt x="310785" y="418175"/>
                  </a:lnTo>
                  <a:lnTo>
                    <a:pt x="311144" y="419206"/>
                  </a:lnTo>
                  <a:lnTo>
                    <a:pt x="312509" y="420918"/>
                  </a:lnTo>
                  <a:lnTo>
                    <a:pt x="315017" y="421610"/>
                  </a:lnTo>
                  <a:lnTo>
                    <a:pt x="315829" y="421333"/>
                  </a:lnTo>
                  <a:lnTo>
                    <a:pt x="316982" y="418813"/>
                  </a:lnTo>
                  <a:lnTo>
                    <a:pt x="319021" y="416371"/>
                  </a:lnTo>
                  <a:lnTo>
                    <a:pt x="318978" y="413529"/>
                  </a:lnTo>
                  <a:lnTo>
                    <a:pt x="318613" y="411974"/>
                  </a:lnTo>
                  <a:lnTo>
                    <a:pt x="318021" y="411877"/>
                  </a:lnTo>
                  <a:lnTo>
                    <a:pt x="317879" y="411004"/>
                  </a:lnTo>
                  <a:lnTo>
                    <a:pt x="318293" y="408915"/>
                  </a:lnTo>
                  <a:lnTo>
                    <a:pt x="318184" y="408212"/>
                  </a:lnTo>
                  <a:lnTo>
                    <a:pt x="316920" y="410215"/>
                  </a:lnTo>
                  <a:lnTo>
                    <a:pt x="316628" y="410209"/>
                  </a:lnTo>
                  <a:lnTo>
                    <a:pt x="316768" y="409274"/>
                  </a:lnTo>
                  <a:lnTo>
                    <a:pt x="317029" y="408531"/>
                  </a:lnTo>
                  <a:lnTo>
                    <a:pt x="320740" y="404166"/>
                  </a:lnTo>
                  <a:lnTo>
                    <a:pt x="321690" y="402373"/>
                  </a:lnTo>
                  <a:lnTo>
                    <a:pt x="322973" y="400793"/>
                  </a:lnTo>
                  <a:lnTo>
                    <a:pt x="325635" y="394866"/>
                  </a:lnTo>
                  <a:lnTo>
                    <a:pt x="326204" y="383707"/>
                  </a:lnTo>
                  <a:lnTo>
                    <a:pt x="326735" y="381755"/>
                  </a:lnTo>
                  <a:lnTo>
                    <a:pt x="328500" y="378330"/>
                  </a:lnTo>
                  <a:lnTo>
                    <a:pt x="328690" y="377298"/>
                  </a:lnTo>
                  <a:lnTo>
                    <a:pt x="328805" y="374965"/>
                  </a:lnTo>
                  <a:lnTo>
                    <a:pt x="328756" y="369106"/>
                  </a:lnTo>
                  <a:lnTo>
                    <a:pt x="328855" y="364497"/>
                  </a:lnTo>
                  <a:lnTo>
                    <a:pt x="328783" y="359286"/>
                  </a:lnTo>
                  <a:lnTo>
                    <a:pt x="329100" y="354636"/>
                  </a:lnTo>
                  <a:lnTo>
                    <a:pt x="329388" y="353341"/>
                  </a:lnTo>
                  <a:lnTo>
                    <a:pt x="330400" y="345898"/>
                  </a:lnTo>
                  <a:lnTo>
                    <a:pt x="332501" y="342604"/>
                  </a:lnTo>
                  <a:lnTo>
                    <a:pt x="336144" y="338711"/>
                  </a:lnTo>
                  <a:lnTo>
                    <a:pt x="336982" y="338062"/>
                  </a:lnTo>
                  <a:lnTo>
                    <a:pt x="348594" y="333940"/>
                  </a:lnTo>
                  <a:lnTo>
                    <a:pt x="350223" y="332934"/>
                  </a:lnTo>
                  <a:lnTo>
                    <a:pt x="352220" y="330259"/>
                  </a:lnTo>
                  <a:lnTo>
                    <a:pt x="353678" y="329352"/>
                  </a:lnTo>
                  <a:lnTo>
                    <a:pt x="356340" y="329425"/>
                  </a:lnTo>
                  <a:lnTo>
                    <a:pt x="357157" y="329069"/>
                  </a:lnTo>
                  <a:lnTo>
                    <a:pt x="357318" y="328699"/>
                  </a:lnTo>
                  <a:lnTo>
                    <a:pt x="357322" y="328343"/>
                  </a:lnTo>
                  <a:lnTo>
                    <a:pt x="357813" y="327978"/>
                  </a:lnTo>
                  <a:lnTo>
                    <a:pt x="359353" y="328327"/>
                  </a:lnTo>
                  <a:lnTo>
                    <a:pt x="362229" y="329939"/>
                  </a:lnTo>
                  <a:lnTo>
                    <a:pt x="363277" y="330343"/>
                  </a:lnTo>
                  <a:lnTo>
                    <a:pt x="365848" y="332216"/>
                  </a:lnTo>
                  <a:lnTo>
                    <a:pt x="368681" y="332969"/>
                  </a:lnTo>
                  <a:lnTo>
                    <a:pt x="369088" y="332643"/>
                  </a:lnTo>
                  <a:lnTo>
                    <a:pt x="369462" y="332073"/>
                  </a:lnTo>
                  <a:lnTo>
                    <a:pt x="369749" y="330982"/>
                  </a:lnTo>
                  <a:lnTo>
                    <a:pt x="369454" y="330030"/>
                  </a:lnTo>
                  <a:lnTo>
                    <a:pt x="369178" y="330103"/>
                  </a:lnTo>
                  <a:lnTo>
                    <a:pt x="368699" y="330616"/>
                  </a:lnTo>
                  <a:lnTo>
                    <a:pt x="368127" y="330665"/>
                  </a:lnTo>
                  <a:lnTo>
                    <a:pt x="367006" y="329881"/>
                  </a:lnTo>
                  <a:lnTo>
                    <a:pt x="367230" y="329223"/>
                  </a:lnTo>
                  <a:lnTo>
                    <a:pt x="368375" y="329285"/>
                  </a:lnTo>
                  <a:lnTo>
                    <a:pt x="369106" y="328966"/>
                  </a:lnTo>
                  <a:lnTo>
                    <a:pt x="370192" y="327812"/>
                  </a:lnTo>
                  <a:lnTo>
                    <a:pt x="371348" y="328676"/>
                  </a:lnTo>
                  <a:lnTo>
                    <a:pt x="372866" y="332500"/>
                  </a:lnTo>
                  <a:lnTo>
                    <a:pt x="373948" y="333716"/>
                  </a:lnTo>
                  <a:lnTo>
                    <a:pt x="374034" y="339255"/>
                  </a:lnTo>
                  <a:lnTo>
                    <a:pt x="374197" y="340265"/>
                  </a:lnTo>
                  <a:lnTo>
                    <a:pt x="374593" y="341728"/>
                  </a:lnTo>
                  <a:lnTo>
                    <a:pt x="374053" y="346022"/>
                  </a:lnTo>
                  <a:lnTo>
                    <a:pt x="373447" y="349573"/>
                  </a:lnTo>
                  <a:lnTo>
                    <a:pt x="372687" y="352486"/>
                  </a:lnTo>
                  <a:lnTo>
                    <a:pt x="371042" y="357073"/>
                  </a:lnTo>
                  <a:lnTo>
                    <a:pt x="369047" y="360736"/>
                  </a:lnTo>
                  <a:lnTo>
                    <a:pt x="366577" y="368888"/>
                  </a:lnTo>
                  <a:lnTo>
                    <a:pt x="366012" y="372707"/>
                  </a:lnTo>
                  <a:lnTo>
                    <a:pt x="366029" y="375769"/>
                  </a:lnTo>
                  <a:lnTo>
                    <a:pt x="366447" y="378725"/>
                  </a:lnTo>
                  <a:lnTo>
                    <a:pt x="366326" y="379817"/>
                  </a:lnTo>
                  <a:lnTo>
                    <a:pt x="366024" y="380921"/>
                  </a:lnTo>
                  <a:lnTo>
                    <a:pt x="365522" y="380823"/>
                  </a:lnTo>
                  <a:lnTo>
                    <a:pt x="364548" y="382241"/>
                  </a:lnTo>
                  <a:lnTo>
                    <a:pt x="363291" y="386448"/>
                  </a:lnTo>
                  <a:lnTo>
                    <a:pt x="363261" y="387731"/>
                  </a:lnTo>
                  <a:lnTo>
                    <a:pt x="363814" y="388907"/>
                  </a:lnTo>
                  <a:lnTo>
                    <a:pt x="364530" y="388343"/>
                  </a:lnTo>
                  <a:lnTo>
                    <a:pt x="365463" y="388292"/>
                  </a:lnTo>
                  <a:lnTo>
                    <a:pt x="365985" y="387945"/>
                  </a:lnTo>
                  <a:lnTo>
                    <a:pt x="366536" y="388037"/>
                  </a:lnTo>
                  <a:lnTo>
                    <a:pt x="366413" y="390449"/>
                  </a:lnTo>
                  <a:lnTo>
                    <a:pt x="365821" y="392162"/>
                  </a:lnTo>
                  <a:lnTo>
                    <a:pt x="365448" y="392699"/>
                  </a:lnTo>
                  <a:lnTo>
                    <a:pt x="364780" y="392990"/>
                  </a:lnTo>
                  <a:lnTo>
                    <a:pt x="364033" y="393966"/>
                  </a:lnTo>
                  <a:lnTo>
                    <a:pt x="363649" y="394863"/>
                  </a:lnTo>
                  <a:lnTo>
                    <a:pt x="363685" y="397655"/>
                  </a:lnTo>
                  <a:lnTo>
                    <a:pt x="364101" y="397873"/>
                  </a:lnTo>
                  <a:lnTo>
                    <a:pt x="364980" y="395791"/>
                  </a:lnTo>
                  <a:lnTo>
                    <a:pt x="365490" y="395893"/>
                  </a:lnTo>
                  <a:lnTo>
                    <a:pt x="365594" y="396770"/>
                  </a:lnTo>
                  <a:lnTo>
                    <a:pt x="364453" y="403904"/>
                  </a:lnTo>
                  <a:lnTo>
                    <a:pt x="363719" y="411228"/>
                  </a:lnTo>
                  <a:lnTo>
                    <a:pt x="362725" y="415468"/>
                  </a:lnTo>
                  <a:lnTo>
                    <a:pt x="362376" y="421640"/>
                  </a:lnTo>
                  <a:lnTo>
                    <a:pt x="361855" y="424272"/>
                  </a:lnTo>
                  <a:lnTo>
                    <a:pt x="361248" y="426875"/>
                  </a:lnTo>
                  <a:lnTo>
                    <a:pt x="360894" y="426731"/>
                  </a:lnTo>
                  <a:lnTo>
                    <a:pt x="359935" y="421796"/>
                  </a:lnTo>
                  <a:lnTo>
                    <a:pt x="358955" y="420525"/>
                  </a:lnTo>
                  <a:lnTo>
                    <a:pt x="358741" y="419326"/>
                  </a:lnTo>
                  <a:lnTo>
                    <a:pt x="359300" y="413346"/>
                  </a:lnTo>
                  <a:lnTo>
                    <a:pt x="359046" y="410034"/>
                  </a:lnTo>
                  <a:lnTo>
                    <a:pt x="358527" y="410166"/>
                  </a:lnTo>
                  <a:lnTo>
                    <a:pt x="357873" y="411981"/>
                  </a:lnTo>
                  <a:lnTo>
                    <a:pt x="357009" y="413558"/>
                  </a:lnTo>
                  <a:lnTo>
                    <a:pt x="357027" y="415834"/>
                  </a:lnTo>
                  <a:lnTo>
                    <a:pt x="356035" y="419619"/>
                  </a:lnTo>
                  <a:lnTo>
                    <a:pt x="355789" y="420864"/>
                  </a:lnTo>
                  <a:lnTo>
                    <a:pt x="354842" y="420571"/>
                  </a:lnTo>
                  <a:lnTo>
                    <a:pt x="353745" y="420736"/>
                  </a:lnTo>
                  <a:lnTo>
                    <a:pt x="352983" y="421648"/>
                  </a:lnTo>
                  <a:lnTo>
                    <a:pt x="352204" y="426239"/>
                  </a:lnTo>
                  <a:lnTo>
                    <a:pt x="350261" y="432707"/>
                  </a:lnTo>
                  <a:lnTo>
                    <a:pt x="349487" y="435842"/>
                  </a:lnTo>
                  <a:lnTo>
                    <a:pt x="348857" y="436927"/>
                  </a:lnTo>
                  <a:lnTo>
                    <a:pt x="348358" y="437348"/>
                  </a:lnTo>
                  <a:lnTo>
                    <a:pt x="347805" y="436607"/>
                  </a:lnTo>
                  <a:lnTo>
                    <a:pt x="346475" y="434832"/>
                  </a:lnTo>
                  <a:lnTo>
                    <a:pt x="345449" y="435686"/>
                  </a:lnTo>
                  <a:lnTo>
                    <a:pt x="345094" y="437721"/>
                  </a:lnTo>
                  <a:lnTo>
                    <a:pt x="345105" y="440295"/>
                  </a:lnTo>
                  <a:lnTo>
                    <a:pt x="342513" y="440290"/>
                  </a:lnTo>
                  <a:lnTo>
                    <a:pt x="338104" y="440280"/>
                  </a:lnTo>
                  <a:lnTo>
                    <a:pt x="332492" y="440269"/>
                  </a:lnTo>
                  <a:lnTo>
                    <a:pt x="327082" y="440257"/>
                  </a:lnTo>
                  <a:lnTo>
                    <a:pt x="322552" y="440249"/>
                  </a:lnTo>
                  <a:lnTo>
                    <a:pt x="322536" y="446030"/>
                  </a:lnTo>
                  <a:lnTo>
                    <a:pt x="322521" y="451151"/>
                  </a:lnTo>
                  <a:lnTo>
                    <a:pt x="322505" y="456913"/>
                  </a:lnTo>
                  <a:lnTo>
                    <a:pt x="320005" y="456864"/>
                  </a:lnTo>
                  <a:lnTo>
                    <a:pt x="317363" y="456812"/>
                  </a:lnTo>
                  <a:lnTo>
                    <a:pt x="317576" y="457386"/>
                  </a:lnTo>
                  <a:lnTo>
                    <a:pt x="318479" y="458469"/>
                  </a:lnTo>
                  <a:lnTo>
                    <a:pt x="319652" y="461056"/>
                  </a:lnTo>
                  <a:lnTo>
                    <a:pt x="321037" y="465077"/>
                  </a:lnTo>
                  <a:lnTo>
                    <a:pt x="322716" y="468278"/>
                  </a:lnTo>
                  <a:lnTo>
                    <a:pt x="324688" y="470663"/>
                  </a:lnTo>
                  <a:lnTo>
                    <a:pt x="325988" y="472998"/>
                  </a:lnTo>
                  <a:lnTo>
                    <a:pt x="326614" y="475279"/>
                  </a:lnTo>
                  <a:lnTo>
                    <a:pt x="326929" y="477222"/>
                  </a:lnTo>
                  <a:lnTo>
                    <a:pt x="326933" y="478830"/>
                  </a:lnTo>
                  <a:lnTo>
                    <a:pt x="327652" y="480098"/>
                  </a:lnTo>
                  <a:lnTo>
                    <a:pt x="328944" y="480933"/>
                  </a:lnTo>
                  <a:lnTo>
                    <a:pt x="329612" y="482367"/>
                  </a:lnTo>
                  <a:lnTo>
                    <a:pt x="329612" y="483540"/>
                  </a:lnTo>
                  <a:lnTo>
                    <a:pt x="329203" y="486198"/>
                  </a:lnTo>
                  <a:lnTo>
                    <a:pt x="329083" y="489124"/>
                  </a:lnTo>
                  <a:lnTo>
                    <a:pt x="329240" y="491773"/>
                  </a:lnTo>
                  <a:lnTo>
                    <a:pt x="328317" y="491818"/>
                  </a:lnTo>
                  <a:lnTo>
                    <a:pt x="326080" y="491822"/>
                  </a:lnTo>
                  <a:lnTo>
                    <a:pt x="322670" y="491830"/>
                  </a:lnTo>
                  <a:lnTo>
                    <a:pt x="319533" y="491834"/>
                  </a:lnTo>
                  <a:lnTo>
                    <a:pt x="317062" y="491840"/>
                  </a:lnTo>
                  <a:lnTo>
                    <a:pt x="313329" y="491848"/>
                  </a:lnTo>
                  <a:lnTo>
                    <a:pt x="312306" y="495920"/>
                  </a:lnTo>
                  <a:lnTo>
                    <a:pt x="310606" y="502691"/>
                  </a:lnTo>
                  <a:lnTo>
                    <a:pt x="309064" y="508827"/>
                  </a:lnTo>
                  <a:lnTo>
                    <a:pt x="307768" y="513988"/>
                  </a:lnTo>
                  <a:lnTo>
                    <a:pt x="307558" y="515345"/>
                  </a:lnTo>
                  <a:lnTo>
                    <a:pt x="307556" y="516447"/>
                  </a:lnTo>
                  <a:lnTo>
                    <a:pt x="309155" y="521278"/>
                  </a:lnTo>
                  <a:lnTo>
                    <a:pt x="308860" y="522680"/>
                  </a:lnTo>
                  <a:lnTo>
                    <a:pt x="308298" y="523413"/>
                  </a:lnTo>
                  <a:lnTo>
                    <a:pt x="308121" y="524547"/>
                  </a:lnTo>
                  <a:lnTo>
                    <a:pt x="308157" y="526387"/>
                  </a:lnTo>
                  <a:lnTo>
                    <a:pt x="307778" y="528838"/>
                  </a:lnTo>
                  <a:lnTo>
                    <a:pt x="307900" y="530523"/>
                  </a:lnTo>
                  <a:lnTo>
                    <a:pt x="308105" y="532601"/>
                  </a:lnTo>
                  <a:lnTo>
                    <a:pt x="307770" y="534402"/>
                  </a:lnTo>
                  <a:lnTo>
                    <a:pt x="307498" y="536147"/>
                  </a:lnTo>
                  <a:lnTo>
                    <a:pt x="307176" y="536903"/>
                  </a:lnTo>
                  <a:lnTo>
                    <a:pt x="306813" y="536243"/>
                  </a:lnTo>
                  <a:lnTo>
                    <a:pt x="303526" y="528209"/>
                  </a:lnTo>
                  <a:lnTo>
                    <a:pt x="300096" y="519376"/>
                  </a:lnTo>
                  <a:lnTo>
                    <a:pt x="298745" y="516493"/>
                  </a:lnTo>
                  <a:lnTo>
                    <a:pt x="297437" y="514303"/>
                  </a:lnTo>
                  <a:lnTo>
                    <a:pt x="295679" y="510231"/>
                  </a:lnTo>
                  <a:lnTo>
                    <a:pt x="291060" y="501297"/>
                  </a:lnTo>
                  <a:lnTo>
                    <a:pt x="288676" y="497217"/>
                  </a:lnTo>
                  <a:lnTo>
                    <a:pt x="286434" y="492339"/>
                  </a:lnTo>
                  <a:lnTo>
                    <a:pt x="284424" y="489629"/>
                  </a:lnTo>
                  <a:lnTo>
                    <a:pt x="282438" y="487862"/>
                  </a:lnTo>
                  <a:lnTo>
                    <a:pt x="281557" y="486849"/>
                  </a:lnTo>
                  <a:lnTo>
                    <a:pt x="280781" y="485507"/>
                  </a:lnTo>
                  <a:lnTo>
                    <a:pt x="280351" y="485431"/>
                  </a:lnTo>
                  <a:lnTo>
                    <a:pt x="280136" y="487236"/>
                  </a:lnTo>
                  <a:lnTo>
                    <a:pt x="280830" y="488147"/>
                  </a:lnTo>
                  <a:lnTo>
                    <a:pt x="281661" y="488918"/>
                  </a:lnTo>
                  <a:lnTo>
                    <a:pt x="282319" y="488971"/>
                  </a:lnTo>
                  <a:lnTo>
                    <a:pt x="283012" y="489619"/>
                  </a:lnTo>
                  <a:lnTo>
                    <a:pt x="285049" y="492088"/>
                  </a:lnTo>
                  <a:lnTo>
                    <a:pt x="285383" y="493362"/>
                  </a:lnTo>
                  <a:lnTo>
                    <a:pt x="279589" y="488409"/>
                  </a:lnTo>
                  <a:lnTo>
                    <a:pt x="277235" y="487955"/>
                  </a:lnTo>
                  <a:lnTo>
                    <a:pt x="276979" y="487178"/>
                  </a:lnTo>
                  <a:lnTo>
                    <a:pt x="278153" y="484589"/>
                  </a:lnTo>
                  <a:lnTo>
                    <a:pt x="277786" y="483652"/>
                  </a:lnTo>
                  <a:lnTo>
                    <a:pt x="277368" y="483526"/>
                  </a:lnTo>
                  <a:lnTo>
                    <a:pt x="276108" y="485317"/>
                  </a:lnTo>
                  <a:lnTo>
                    <a:pt x="275640" y="485436"/>
                  </a:lnTo>
                  <a:lnTo>
                    <a:pt x="275558" y="484258"/>
                  </a:lnTo>
                  <a:lnTo>
                    <a:pt x="275614" y="483148"/>
                  </a:lnTo>
                  <a:lnTo>
                    <a:pt x="274802" y="481519"/>
                  </a:lnTo>
                  <a:lnTo>
                    <a:pt x="274287" y="481585"/>
                  </a:lnTo>
                  <a:lnTo>
                    <a:pt x="273864" y="482720"/>
                  </a:lnTo>
                  <a:lnTo>
                    <a:pt x="272768" y="484872"/>
                  </a:lnTo>
                  <a:lnTo>
                    <a:pt x="272801" y="485718"/>
                  </a:lnTo>
                  <a:lnTo>
                    <a:pt x="274958" y="486635"/>
                  </a:lnTo>
                  <a:lnTo>
                    <a:pt x="275702" y="487152"/>
                  </a:lnTo>
                  <a:lnTo>
                    <a:pt x="275534" y="487726"/>
                  </a:lnTo>
                  <a:lnTo>
                    <a:pt x="273684" y="487716"/>
                  </a:lnTo>
                  <a:lnTo>
                    <a:pt x="271400" y="488693"/>
                  </a:lnTo>
                  <a:lnTo>
                    <a:pt x="267328" y="494669"/>
                  </a:lnTo>
                  <a:lnTo>
                    <a:pt x="263535" y="497237"/>
                  </a:lnTo>
                  <a:lnTo>
                    <a:pt x="258083" y="502991"/>
                  </a:lnTo>
                  <a:lnTo>
                    <a:pt x="255676" y="503286"/>
                  </a:lnTo>
                  <a:lnTo>
                    <a:pt x="254415" y="504208"/>
                  </a:lnTo>
                  <a:lnTo>
                    <a:pt x="250749" y="502006"/>
                  </a:lnTo>
                  <a:lnTo>
                    <a:pt x="246100" y="496602"/>
                  </a:lnTo>
                  <a:lnTo>
                    <a:pt x="239065" y="494901"/>
                  </a:lnTo>
                  <a:lnTo>
                    <a:pt x="234324" y="487826"/>
                  </a:lnTo>
                  <a:lnTo>
                    <a:pt x="229618" y="484914"/>
                  </a:lnTo>
                  <a:lnTo>
                    <a:pt x="226634" y="478120"/>
                  </a:lnTo>
                  <a:lnTo>
                    <a:pt x="224835" y="477830"/>
                  </a:lnTo>
                  <a:lnTo>
                    <a:pt x="223679" y="476740"/>
                  </a:lnTo>
                  <a:lnTo>
                    <a:pt x="219404" y="474279"/>
                  </a:lnTo>
                  <a:lnTo>
                    <a:pt x="215176" y="472657"/>
                  </a:lnTo>
                  <a:lnTo>
                    <a:pt x="211057" y="466721"/>
                  </a:lnTo>
                  <a:lnTo>
                    <a:pt x="208361" y="464840"/>
                  </a:lnTo>
                  <a:lnTo>
                    <a:pt x="206030" y="462480"/>
                  </a:lnTo>
                  <a:lnTo>
                    <a:pt x="200898" y="458448"/>
                  </a:lnTo>
                  <a:lnTo>
                    <a:pt x="198995" y="456213"/>
                  </a:lnTo>
                  <a:lnTo>
                    <a:pt x="197195" y="452756"/>
                  </a:lnTo>
                  <a:lnTo>
                    <a:pt x="194263" y="449178"/>
                  </a:lnTo>
                  <a:lnTo>
                    <a:pt x="193009" y="446190"/>
                  </a:lnTo>
                  <a:lnTo>
                    <a:pt x="191612" y="445120"/>
                  </a:lnTo>
                  <a:lnTo>
                    <a:pt x="189612" y="439492"/>
                  </a:lnTo>
                  <a:lnTo>
                    <a:pt x="188567" y="437120"/>
                  </a:lnTo>
                  <a:lnTo>
                    <a:pt x="187683" y="436012"/>
                  </a:lnTo>
                  <a:lnTo>
                    <a:pt x="186735" y="435630"/>
                  </a:lnTo>
                  <a:lnTo>
                    <a:pt x="184007" y="436082"/>
                  </a:lnTo>
                  <a:lnTo>
                    <a:pt x="179930" y="433600"/>
                  </a:lnTo>
                  <a:lnTo>
                    <a:pt x="178047" y="432967"/>
                  </a:lnTo>
                  <a:lnTo>
                    <a:pt x="174112" y="429302"/>
                  </a:lnTo>
                  <a:lnTo>
                    <a:pt x="168891" y="425209"/>
                  </a:lnTo>
                  <a:lnTo>
                    <a:pt x="167179" y="420511"/>
                  </a:lnTo>
                  <a:lnTo>
                    <a:pt x="165715" y="416120"/>
                  </a:lnTo>
                  <a:lnTo>
                    <a:pt x="163080" y="410343"/>
                  </a:lnTo>
                  <a:lnTo>
                    <a:pt x="161437" y="407880"/>
                  </a:lnTo>
                  <a:lnTo>
                    <a:pt x="158582" y="404950"/>
                  </a:lnTo>
                  <a:lnTo>
                    <a:pt x="157000" y="402579"/>
                  </a:lnTo>
                  <a:lnTo>
                    <a:pt x="154559" y="400757"/>
                  </a:lnTo>
                  <a:lnTo>
                    <a:pt x="150419" y="396133"/>
                  </a:lnTo>
                  <a:lnTo>
                    <a:pt x="149102" y="392176"/>
                  </a:lnTo>
                  <a:lnTo>
                    <a:pt x="148332" y="388662"/>
                  </a:lnTo>
                  <a:lnTo>
                    <a:pt x="146126" y="384398"/>
                  </a:lnTo>
                  <a:lnTo>
                    <a:pt x="143712" y="376432"/>
                  </a:lnTo>
                  <a:lnTo>
                    <a:pt x="143090" y="373498"/>
                  </a:lnTo>
                  <a:lnTo>
                    <a:pt x="142622" y="368993"/>
                  </a:lnTo>
                  <a:lnTo>
                    <a:pt x="142060" y="366379"/>
                  </a:lnTo>
                  <a:lnTo>
                    <a:pt x="141400" y="364331"/>
                  </a:lnTo>
                  <a:lnTo>
                    <a:pt x="141736" y="362842"/>
                  </a:lnTo>
                  <a:lnTo>
                    <a:pt x="142965" y="361011"/>
                  </a:lnTo>
                  <a:lnTo>
                    <a:pt x="145008" y="360600"/>
                  </a:lnTo>
                  <a:lnTo>
                    <a:pt x="146450" y="358615"/>
                  </a:lnTo>
                  <a:lnTo>
                    <a:pt x="146641" y="356986"/>
                  </a:lnTo>
                  <a:lnTo>
                    <a:pt x="146547" y="355972"/>
                  </a:lnTo>
                  <a:lnTo>
                    <a:pt x="145625" y="353476"/>
                  </a:lnTo>
                  <a:lnTo>
                    <a:pt x="144476" y="352813"/>
                  </a:lnTo>
                  <a:lnTo>
                    <a:pt x="143584" y="352777"/>
                  </a:lnTo>
                  <a:lnTo>
                    <a:pt x="143357" y="351828"/>
                  </a:lnTo>
                  <a:lnTo>
                    <a:pt x="144029" y="350792"/>
                  </a:lnTo>
                  <a:lnTo>
                    <a:pt x="144799" y="348359"/>
                  </a:lnTo>
                  <a:lnTo>
                    <a:pt x="145934" y="345391"/>
                  </a:lnTo>
                  <a:lnTo>
                    <a:pt x="146735" y="342654"/>
                  </a:lnTo>
                  <a:lnTo>
                    <a:pt x="146884" y="338798"/>
                  </a:lnTo>
                  <a:lnTo>
                    <a:pt x="146782" y="334935"/>
                  </a:lnTo>
                  <a:lnTo>
                    <a:pt x="147085" y="331673"/>
                  </a:lnTo>
                  <a:lnTo>
                    <a:pt x="144336" y="327907"/>
                  </a:lnTo>
                  <a:lnTo>
                    <a:pt x="144016" y="326306"/>
                  </a:lnTo>
                  <a:lnTo>
                    <a:pt x="143152" y="321992"/>
                  </a:lnTo>
                  <a:lnTo>
                    <a:pt x="141650" y="316979"/>
                  </a:lnTo>
                  <a:lnTo>
                    <a:pt x="141695" y="306968"/>
                  </a:lnTo>
                  <a:lnTo>
                    <a:pt x="139890" y="298086"/>
                  </a:lnTo>
                  <a:lnTo>
                    <a:pt x="138019" y="293668"/>
                  </a:lnTo>
                  <a:lnTo>
                    <a:pt x="137052" y="292130"/>
                  </a:lnTo>
                  <a:lnTo>
                    <a:pt x="134426" y="285278"/>
                  </a:lnTo>
                  <a:lnTo>
                    <a:pt x="132357" y="281298"/>
                  </a:lnTo>
                  <a:lnTo>
                    <a:pt x="130330" y="273797"/>
                  </a:lnTo>
                  <a:lnTo>
                    <a:pt x="128328" y="269033"/>
                  </a:lnTo>
                  <a:lnTo>
                    <a:pt x="125777" y="261038"/>
                  </a:lnTo>
                  <a:lnTo>
                    <a:pt x="123933" y="257053"/>
                  </a:lnTo>
                  <a:lnTo>
                    <a:pt x="115541" y="243584"/>
                  </a:lnTo>
                  <a:lnTo>
                    <a:pt x="116014" y="243584"/>
                  </a:lnTo>
                  <a:lnTo>
                    <a:pt x="118475" y="246890"/>
                  </a:lnTo>
                  <a:lnTo>
                    <a:pt x="118888" y="246614"/>
                  </a:lnTo>
                  <a:lnTo>
                    <a:pt x="118948" y="245001"/>
                  </a:lnTo>
                  <a:lnTo>
                    <a:pt x="118664" y="243075"/>
                  </a:lnTo>
                  <a:lnTo>
                    <a:pt x="118208" y="242613"/>
                  </a:lnTo>
                  <a:lnTo>
                    <a:pt x="117552" y="243046"/>
                  </a:lnTo>
                  <a:lnTo>
                    <a:pt x="116668" y="242649"/>
                  </a:lnTo>
                  <a:lnTo>
                    <a:pt x="116225" y="242015"/>
                  </a:lnTo>
                  <a:lnTo>
                    <a:pt x="114903" y="241602"/>
                  </a:lnTo>
                  <a:lnTo>
                    <a:pt x="113243" y="239360"/>
                  </a:lnTo>
                  <a:lnTo>
                    <a:pt x="112532" y="237035"/>
                  </a:lnTo>
                  <a:lnTo>
                    <a:pt x="112455" y="234381"/>
                  </a:lnTo>
                  <a:lnTo>
                    <a:pt x="110078" y="228725"/>
                  </a:lnTo>
                  <a:lnTo>
                    <a:pt x="109176" y="225571"/>
                  </a:lnTo>
                  <a:lnTo>
                    <a:pt x="109638" y="225803"/>
                  </a:lnTo>
                  <a:lnTo>
                    <a:pt x="110271" y="227074"/>
                  </a:lnTo>
                  <a:lnTo>
                    <a:pt x="110912" y="227436"/>
                  </a:lnTo>
                  <a:lnTo>
                    <a:pt x="111658" y="227446"/>
                  </a:lnTo>
                  <a:lnTo>
                    <a:pt x="112200" y="226936"/>
                  </a:lnTo>
                  <a:lnTo>
                    <a:pt x="112006" y="225999"/>
                  </a:lnTo>
                  <a:lnTo>
                    <a:pt x="111495" y="225217"/>
                  </a:lnTo>
                  <a:lnTo>
                    <a:pt x="108030" y="222238"/>
                  </a:lnTo>
                  <a:lnTo>
                    <a:pt x="106887" y="220146"/>
                  </a:lnTo>
                  <a:lnTo>
                    <a:pt x="104048" y="216666"/>
                  </a:lnTo>
                  <a:lnTo>
                    <a:pt x="103374" y="215445"/>
                  </a:lnTo>
                  <a:lnTo>
                    <a:pt x="102926" y="212082"/>
                  </a:lnTo>
                  <a:lnTo>
                    <a:pt x="102231" y="211926"/>
                  </a:lnTo>
                  <a:lnTo>
                    <a:pt x="101619" y="212864"/>
                  </a:lnTo>
                  <a:lnTo>
                    <a:pt x="99946" y="213783"/>
                  </a:lnTo>
                  <a:lnTo>
                    <a:pt x="99518" y="212712"/>
                  </a:lnTo>
                  <a:lnTo>
                    <a:pt x="99456" y="211682"/>
                  </a:lnTo>
                  <a:lnTo>
                    <a:pt x="100637" y="210591"/>
                  </a:lnTo>
                  <a:lnTo>
                    <a:pt x="101722" y="207413"/>
                  </a:lnTo>
                  <a:lnTo>
                    <a:pt x="101701" y="206308"/>
                  </a:lnTo>
                  <a:lnTo>
                    <a:pt x="101101" y="207583"/>
                  </a:lnTo>
                  <a:lnTo>
                    <a:pt x="100198" y="209010"/>
                  </a:lnTo>
                  <a:lnTo>
                    <a:pt x="99263" y="209806"/>
                  </a:lnTo>
                  <a:lnTo>
                    <a:pt x="97876" y="210472"/>
                  </a:lnTo>
                  <a:lnTo>
                    <a:pt x="97167" y="209991"/>
                  </a:lnTo>
                  <a:lnTo>
                    <a:pt x="96546" y="209271"/>
                  </a:lnTo>
                  <a:lnTo>
                    <a:pt x="95551" y="206494"/>
                  </a:lnTo>
                  <a:lnTo>
                    <a:pt x="95049" y="197469"/>
                  </a:lnTo>
                  <a:lnTo>
                    <a:pt x="95931" y="194339"/>
                  </a:lnTo>
                  <a:lnTo>
                    <a:pt x="96961" y="191247"/>
                  </a:lnTo>
                  <a:lnTo>
                    <a:pt x="97837" y="189412"/>
                  </a:lnTo>
                  <a:lnTo>
                    <a:pt x="98342" y="190797"/>
                  </a:lnTo>
                  <a:lnTo>
                    <a:pt x="98861" y="190963"/>
                  </a:lnTo>
                  <a:lnTo>
                    <a:pt x="98495" y="189398"/>
                  </a:lnTo>
                  <a:lnTo>
                    <a:pt x="97635" y="187933"/>
                  </a:lnTo>
                  <a:lnTo>
                    <a:pt x="97332" y="186473"/>
                  </a:lnTo>
                  <a:lnTo>
                    <a:pt x="97299" y="185136"/>
                  </a:lnTo>
                  <a:lnTo>
                    <a:pt x="96892" y="182655"/>
                  </a:lnTo>
                  <a:lnTo>
                    <a:pt x="94343" y="177441"/>
                  </a:lnTo>
                  <a:lnTo>
                    <a:pt x="91958" y="177841"/>
                  </a:lnTo>
                  <a:lnTo>
                    <a:pt x="90987" y="177660"/>
                  </a:lnTo>
                  <a:lnTo>
                    <a:pt x="90079" y="175675"/>
                  </a:lnTo>
                  <a:lnTo>
                    <a:pt x="89307" y="172328"/>
                  </a:lnTo>
                  <a:lnTo>
                    <a:pt x="88927" y="169527"/>
                  </a:lnTo>
                  <a:lnTo>
                    <a:pt x="88879" y="168035"/>
                  </a:lnTo>
                  <a:lnTo>
                    <a:pt x="88652" y="166538"/>
                  </a:lnTo>
                  <a:lnTo>
                    <a:pt x="84541" y="164089"/>
                  </a:lnTo>
                  <a:lnTo>
                    <a:pt x="83305" y="161988"/>
                  </a:lnTo>
                  <a:lnTo>
                    <a:pt x="82065" y="159348"/>
                  </a:lnTo>
                  <a:lnTo>
                    <a:pt x="81552" y="157192"/>
                  </a:lnTo>
                  <a:lnTo>
                    <a:pt x="81043" y="155581"/>
                  </a:lnTo>
                  <a:lnTo>
                    <a:pt x="80648" y="152797"/>
                  </a:lnTo>
                  <a:lnTo>
                    <a:pt x="80366" y="149560"/>
                  </a:lnTo>
                  <a:lnTo>
                    <a:pt x="80825" y="145371"/>
                  </a:lnTo>
                  <a:lnTo>
                    <a:pt x="81423" y="143346"/>
                  </a:lnTo>
                  <a:lnTo>
                    <a:pt x="78595" y="141839"/>
                  </a:lnTo>
                  <a:lnTo>
                    <a:pt x="77489" y="141769"/>
                  </a:lnTo>
                  <a:lnTo>
                    <a:pt x="76599" y="142617"/>
                  </a:lnTo>
                  <a:lnTo>
                    <a:pt x="75793" y="141520"/>
                  </a:lnTo>
                  <a:lnTo>
                    <a:pt x="74124" y="140308"/>
                  </a:lnTo>
                  <a:lnTo>
                    <a:pt x="72136" y="135928"/>
                  </a:lnTo>
                  <a:lnTo>
                    <a:pt x="69801" y="127987"/>
                  </a:lnTo>
                  <a:lnTo>
                    <a:pt x="67229" y="125429"/>
                  </a:lnTo>
                  <a:lnTo>
                    <a:pt x="66401" y="122668"/>
                  </a:lnTo>
                  <a:lnTo>
                    <a:pt x="65349" y="120181"/>
                  </a:lnTo>
                  <a:lnTo>
                    <a:pt x="64429" y="117098"/>
                  </a:lnTo>
                  <a:lnTo>
                    <a:pt x="64286" y="115756"/>
                  </a:lnTo>
                  <a:lnTo>
                    <a:pt x="64012" y="115009"/>
                  </a:lnTo>
                  <a:lnTo>
                    <a:pt x="62728" y="112860"/>
                  </a:lnTo>
                  <a:lnTo>
                    <a:pt x="61285" y="109226"/>
                  </a:lnTo>
                  <a:lnTo>
                    <a:pt x="60912" y="106298"/>
                  </a:lnTo>
                  <a:lnTo>
                    <a:pt x="60524" y="101821"/>
                  </a:lnTo>
                  <a:lnTo>
                    <a:pt x="59562" y="100243"/>
                  </a:lnTo>
                  <a:lnTo>
                    <a:pt x="58614" y="99510"/>
                  </a:lnTo>
                  <a:lnTo>
                    <a:pt x="58429" y="97382"/>
                  </a:lnTo>
                  <a:lnTo>
                    <a:pt x="58485" y="96188"/>
                  </a:lnTo>
                  <a:lnTo>
                    <a:pt x="58166" y="93933"/>
                  </a:lnTo>
                  <a:lnTo>
                    <a:pt x="56212" y="88523"/>
                  </a:lnTo>
                  <a:lnTo>
                    <a:pt x="55222" y="84074"/>
                  </a:lnTo>
                  <a:lnTo>
                    <a:pt x="54679" y="82692"/>
                  </a:lnTo>
                  <a:lnTo>
                    <a:pt x="54170" y="80665"/>
                  </a:lnTo>
                  <a:lnTo>
                    <a:pt x="53913" y="76521"/>
                  </a:lnTo>
                  <a:lnTo>
                    <a:pt x="53104" y="71366"/>
                  </a:lnTo>
                  <a:lnTo>
                    <a:pt x="51537" y="65165"/>
                  </a:lnTo>
                  <a:lnTo>
                    <a:pt x="50230" y="60998"/>
                  </a:lnTo>
                  <a:lnTo>
                    <a:pt x="49579" y="56793"/>
                  </a:lnTo>
                  <a:lnTo>
                    <a:pt x="49868" y="52515"/>
                  </a:lnTo>
                  <a:lnTo>
                    <a:pt x="49646" y="49882"/>
                  </a:lnTo>
                  <a:lnTo>
                    <a:pt x="49478" y="49265"/>
                  </a:lnTo>
                  <a:lnTo>
                    <a:pt x="49609" y="48402"/>
                  </a:lnTo>
                  <a:lnTo>
                    <a:pt x="50043" y="48887"/>
                  </a:lnTo>
                  <a:lnTo>
                    <a:pt x="50412" y="48115"/>
                  </a:lnTo>
                  <a:lnTo>
                    <a:pt x="50365" y="45389"/>
                  </a:lnTo>
                  <a:lnTo>
                    <a:pt x="49910" y="44564"/>
                  </a:lnTo>
                  <a:lnTo>
                    <a:pt x="48644" y="43711"/>
                  </a:lnTo>
                  <a:lnTo>
                    <a:pt x="48086" y="43123"/>
                  </a:lnTo>
                  <a:lnTo>
                    <a:pt x="45009" y="42010"/>
                  </a:lnTo>
                  <a:lnTo>
                    <a:pt x="43248" y="40465"/>
                  </a:lnTo>
                  <a:lnTo>
                    <a:pt x="43130" y="36868"/>
                  </a:lnTo>
                  <a:lnTo>
                    <a:pt x="42304" y="35222"/>
                  </a:lnTo>
                  <a:lnTo>
                    <a:pt x="41571" y="34205"/>
                  </a:lnTo>
                  <a:lnTo>
                    <a:pt x="39247" y="32089"/>
                  </a:lnTo>
                  <a:lnTo>
                    <a:pt x="38880" y="33171"/>
                  </a:lnTo>
                  <a:lnTo>
                    <a:pt x="38569" y="35168"/>
                  </a:lnTo>
                  <a:lnTo>
                    <a:pt x="37604" y="35606"/>
                  </a:lnTo>
                  <a:lnTo>
                    <a:pt x="36759" y="35694"/>
                  </a:lnTo>
                  <a:lnTo>
                    <a:pt x="35343" y="34303"/>
                  </a:lnTo>
                  <a:lnTo>
                    <a:pt x="31831" y="29010"/>
                  </a:lnTo>
                  <a:lnTo>
                    <a:pt x="31090" y="28162"/>
                  </a:lnTo>
                  <a:lnTo>
                    <a:pt x="29994" y="27713"/>
                  </a:lnTo>
                  <a:lnTo>
                    <a:pt x="29454" y="26855"/>
                  </a:lnTo>
                  <a:lnTo>
                    <a:pt x="27082" y="24070"/>
                  </a:lnTo>
                  <a:lnTo>
                    <a:pt x="27557" y="25551"/>
                  </a:lnTo>
                  <a:lnTo>
                    <a:pt x="28243" y="27090"/>
                  </a:lnTo>
                  <a:lnTo>
                    <a:pt x="28855" y="31564"/>
                  </a:lnTo>
                  <a:lnTo>
                    <a:pt x="28136" y="34790"/>
                  </a:lnTo>
                  <a:lnTo>
                    <a:pt x="27720" y="46065"/>
                  </a:lnTo>
                  <a:lnTo>
                    <a:pt x="28179" y="48308"/>
                  </a:lnTo>
                  <a:lnTo>
                    <a:pt x="29211" y="51905"/>
                  </a:lnTo>
                  <a:lnTo>
                    <a:pt x="29922" y="57624"/>
                  </a:lnTo>
                  <a:lnTo>
                    <a:pt x="30144" y="61879"/>
                  </a:lnTo>
                  <a:lnTo>
                    <a:pt x="30787" y="65257"/>
                  </a:lnTo>
                  <a:lnTo>
                    <a:pt x="30584" y="73198"/>
                  </a:lnTo>
                  <a:lnTo>
                    <a:pt x="30829" y="75616"/>
                  </a:lnTo>
                  <a:lnTo>
                    <a:pt x="31809" y="79577"/>
                  </a:lnTo>
                  <a:lnTo>
                    <a:pt x="33624" y="83294"/>
                  </a:lnTo>
                  <a:lnTo>
                    <a:pt x="34004" y="85252"/>
                  </a:lnTo>
                  <a:lnTo>
                    <a:pt x="36391" y="88085"/>
                  </a:lnTo>
                  <a:lnTo>
                    <a:pt x="37838" y="91773"/>
                  </a:lnTo>
                  <a:lnTo>
                    <a:pt x="40713" y="96799"/>
                  </a:lnTo>
                  <a:lnTo>
                    <a:pt x="41619" y="98925"/>
                  </a:lnTo>
                  <a:lnTo>
                    <a:pt x="44213" y="106763"/>
                  </a:lnTo>
                  <a:lnTo>
                    <a:pt x="44297" y="109093"/>
                  </a:lnTo>
                  <a:lnTo>
                    <a:pt x="44775" y="111950"/>
                  </a:lnTo>
                  <a:lnTo>
                    <a:pt x="46230" y="111360"/>
                  </a:lnTo>
                  <a:lnTo>
                    <a:pt x="46883" y="113535"/>
                  </a:lnTo>
                  <a:lnTo>
                    <a:pt x="46808" y="114540"/>
                  </a:lnTo>
                  <a:lnTo>
                    <a:pt x="46984" y="115306"/>
                  </a:lnTo>
                  <a:lnTo>
                    <a:pt x="47747" y="115137"/>
                  </a:lnTo>
                  <a:lnTo>
                    <a:pt x="48405" y="115730"/>
                  </a:lnTo>
                  <a:lnTo>
                    <a:pt x="49786" y="124211"/>
                  </a:lnTo>
                  <a:lnTo>
                    <a:pt x="50527" y="125368"/>
                  </a:lnTo>
                  <a:lnTo>
                    <a:pt x="51477" y="125863"/>
                  </a:lnTo>
                  <a:lnTo>
                    <a:pt x="52535" y="126798"/>
                  </a:lnTo>
                  <a:lnTo>
                    <a:pt x="52605" y="128972"/>
                  </a:lnTo>
                  <a:lnTo>
                    <a:pt x="52565" y="130705"/>
                  </a:lnTo>
                  <a:lnTo>
                    <a:pt x="53463" y="133213"/>
                  </a:lnTo>
                  <a:lnTo>
                    <a:pt x="53310" y="136609"/>
                  </a:lnTo>
                  <a:lnTo>
                    <a:pt x="54035" y="139485"/>
                  </a:lnTo>
                  <a:lnTo>
                    <a:pt x="53925" y="142269"/>
                  </a:lnTo>
                  <a:lnTo>
                    <a:pt x="54224" y="144475"/>
                  </a:lnTo>
                  <a:lnTo>
                    <a:pt x="56462" y="149454"/>
                  </a:lnTo>
                  <a:lnTo>
                    <a:pt x="59219" y="153415"/>
                  </a:lnTo>
                  <a:lnTo>
                    <a:pt x="59794" y="158615"/>
                  </a:lnTo>
                  <a:lnTo>
                    <a:pt x="60919" y="163366"/>
                  </a:lnTo>
                  <a:lnTo>
                    <a:pt x="62070" y="164570"/>
                  </a:lnTo>
                  <a:lnTo>
                    <a:pt x="63233" y="166545"/>
                  </a:lnTo>
                  <a:lnTo>
                    <a:pt x="63089" y="168595"/>
                  </a:lnTo>
                  <a:lnTo>
                    <a:pt x="63169" y="169855"/>
                  </a:lnTo>
                  <a:lnTo>
                    <a:pt x="64723" y="173604"/>
                  </a:lnTo>
                  <a:lnTo>
                    <a:pt x="64976" y="178382"/>
                  </a:lnTo>
                  <a:lnTo>
                    <a:pt x="66317" y="181508"/>
                  </a:lnTo>
                  <a:lnTo>
                    <a:pt x="66695" y="181754"/>
                  </a:lnTo>
                  <a:lnTo>
                    <a:pt x="66991" y="181264"/>
                  </a:lnTo>
                  <a:lnTo>
                    <a:pt x="66015" y="178123"/>
                  </a:lnTo>
                  <a:lnTo>
                    <a:pt x="65542" y="176085"/>
                  </a:lnTo>
                  <a:lnTo>
                    <a:pt x="65481" y="172869"/>
                  </a:lnTo>
                  <a:lnTo>
                    <a:pt x="65808" y="172437"/>
                  </a:lnTo>
                  <a:lnTo>
                    <a:pt x="68592" y="177522"/>
                  </a:lnTo>
                  <a:lnTo>
                    <a:pt x="68885" y="181316"/>
                  </a:lnTo>
                  <a:lnTo>
                    <a:pt x="69820" y="183460"/>
                  </a:lnTo>
                  <a:lnTo>
                    <a:pt x="69890" y="186362"/>
                  </a:lnTo>
                  <a:lnTo>
                    <a:pt x="70457" y="188090"/>
                  </a:lnTo>
                  <a:lnTo>
                    <a:pt x="70629" y="190600"/>
                  </a:lnTo>
                  <a:lnTo>
                    <a:pt x="71523" y="194725"/>
                  </a:lnTo>
                  <a:lnTo>
                    <a:pt x="71545" y="200460"/>
                  </a:lnTo>
                  <a:lnTo>
                    <a:pt x="72023" y="204643"/>
                  </a:lnTo>
                  <a:lnTo>
                    <a:pt x="73776" y="211060"/>
                  </a:lnTo>
                  <a:lnTo>
                    <a:pt x="75197" y="212409"/>
                  </a:lnTo>
                  <a:lnTo>
                    <a:pt x="75453" y="215560"/>
                  </a:lnTo>
                  <a:lnTo>
                    <a:pt x="76930" y="223718"/>
                  </a:lnTo>
                  <a:lnTo>
                    <a:pt x="78636" y="228140"/>
                  </a:lnTo>
                  <a:lnTo>
                    <a:pt x="79487" y="231890"/>
                  </a:lnTo>
                  <a:lnTo>
                    <a:pt x="79604" y="234229"/>
                  </a:lnTo>
                  <a:lnTo>
                    <a:pt x="78965" y="237686"/>
                  </a:lnTo>
                  <a:lnTo>
                    <a:pt x="78897" y="240100"/>
                  </a:lnTo>
                  <a:lnTo>
                    <a:pt x="79825" y="247440"/>
                  </a:lnTo>
                  <a:lnTo>
                    <a:pt x="81212" y="251201"/>
                  </a:lnTo>
                  <a:lnTo>
                    <a:pt x="82760" y="252110"/>
                  </a:lnTo>
                  <a:lnTo>
                    <a:pt x="83029" y="252650"/>
                  </a:lnTo>
                  <a:lnTo>
                    <a:pt x="82907" y="253660"/>
                  </a:lnTo>
                  <a:lnTo>
                    <a:pt x="83427" y="254560"/>
                  </a:lnTo>
                  <a:lnTo>
                    <a:pt x="84013" y="253409"/>
                  </a:lnTo>
                  <a:lnTo>
                    <a:pt x="84298" y="251771"/>
                  </a:lnTo>
                  <a:lnTo>
                    <a:pt x="84001" y="249871"/>
                  </a:lnTo>
                  <a:lnTo>
                    <a:pt x="83950" y="248488"/>
                  </a:lnTo>
                  <a:lnTo>
                    <a:pt x="84213" y="247499"/>
                  </a:lnTo>
                  <a:lnTo>
                    <a:pt x="84717" y="247349"/>
                  </a:lnTo>
                  <a:lnTo>
                    <a:pt x="87680" y="252370"/>
                  </a:lnTo>
                  <a:lnTo>
                    <a:pt x="88177" y="254297"/>
                  </a:lnTo>
                  <a:lnTo>
                    <a:pt x="89280" y="256554"/>
                  </a:lnTo>
                  <a:lnTo>
                    <a:pt x="90289" y="259331"/>
                  </a:lnTo>
                  <a:lnTo>
                    <a:pt x="90726" y="261522"/>
                  </a:lnTo>
                  <a:lnTo>
                    <a:pt x="91533" y="263327"/>
                  </a:lnTo>
                  <a:lnTo>
                    <a:pt x="91952" y="267529"/>
                  </a:lnTo>
                  <a:lnTo>
                    <a:pt x="94012" y="269411"/>
                  </a:lnTo>
                  <a:lnTo>
                    <a:pt x="95108" y="272891"/>
                  </a:lnTo>
                  <a:lnTo>
                    <a:pt x="95180" y="275094"/>
                  </a:lnTo>
                  <a:lnTo>
                    <a:pt x="94649" y="280733"/>
                  </a:lnTo>
                  <a:lnTo>
                    <a:pt x="94184" y="282356"/>
                  </a:lnTo>
                  <a:lnTo>
                    <a:pt x="92521" y="284754"/>
                  </a:lnTo>
                  <a:lnTo>
                    <a:pt x="91312" y="287615"/>
                  </a:lnTo>
                  <a:lnTo>
                    <a:pt x="90145" y="289378"/>
                  </a:lnTo>
                  <a:lnTo>
                    <a:pt x="88906" y="290450"/>
                  </a:lnTo>
                  <a:lnTo>
                    <a:pt x="87884" y="290209"/>
                  </a:lnTo>
                  <a:lnTo>
                    <a:pt x="86900" y="286917"/>
                  </a:lnTo>
                  <a:lnTo>
                    <a:pt x="85732" y="276987"/>
                  </a:lnTo>
                  <a:lnTo>
                    <a:pt x="84949" y="274897"/>
                  </a:lnTo>
                  <a:lnTo>
                    <a:pt x="84398" y="271781"/>
                  </a:lnTo>
                  <a:lnTo>
                    <a:pt x="83486" y="269203"/>
                  </a:lnTo>
                  <a:lnTo>
                    <a:pt x="80187" y="265292"/>
                  </a:lnTo>
                  <a:lnTo>
                    <a:pt x="78523" y="261164"/>
                  </a:lnTo>
                  <a:lnTo>
                    <a:pt x="76910" y="258408"/>
                  </a:lnTo>
                  <a:lnTo>
                    <a:pt x="75175" y="254419"/>
                  </a:lnTo>
                  <a:lnTo>
                    <a:pt x="70447" y="247807"/>
                  </a:lnTo>
                  <a:lnTo>
                    <a:pt x="68486" y="244439"/>
                  </a:lnTo>
                  <a:lnTo>
                    <a:pt x="67194" y="241106"/>
                  </a:lnTo>
                  <a:lnTo>
                    <a:pt x="66362" y="241155"/>
                  </a:lnTo>
                  <a:lnTo>
                    <a:pt x="65719" y="241498"/>
                  </a:lnTo>
                  <a:lnTo>
                    <a:pt x="65475" y="240586"/>
                  </a:lnTo>
                  <a:lnTo>
                    <a:pt x="65439" y="238861"/>
                  </a:lnTo>
                  <a:lnTo>
                    <a:pt x="65154" y="237729"/>
                  </a:lnTo>
                  <a:lnTo>
                    <a:pt x="62386" y="232707"/>
                  </a:lnTo>
                  <a:lnTo>
                    <a:pt x="61813" y="229929"/>
                  </a:lnTo>
                  <a:lnTo>
                    <a:pt x="61696" y="226706"/>
                  </a:lnTo>
                  <a:lnTo>
                    <a:pt x="62319" y="218407"/>
                  </a:lnTo>
                  <a:lnTo>
                    <a:pt x="62593" y="213553"/>
                  </a:lnTo>
                  <a:lnTo>
                    <a:pt x="62419" y="211053"/>
                  </a:lnTo>
                  <a:lnTo>
                    <a:pt x="62129" y="210712"/>
                  </a:lnTo>
                  <a:lnTo>
                    <a:pt x="61867" y="209353"/>
                  </a:lnTo>
                  <a:lnTo>
                    <a:pt x="61804" y="205360"/>
                  </a:lnTo>
                  <a:lnTo>
                    <a:pt x="61137" y="201014"/>
                  </a:lnTo>
                  <a:lnTo>
                    <a:pt x="58626" y="192110"/>
                  </a:lnTo>
                  <a:lnTo>
                    <a:pt x="56790" y="190350"/>
                  </a:lnTo>
                  <a:lnTo>
                    <a:pt x="55157" y="189072"/>
                  </a:lnTo>
                  <a:lnTo>
                    <a:pt x="50686" y="181197"/>
                  </a:lnTo>
                  <a:lnTo>
                    <a:pt x="49470" y="177259"/>
                  </a:lnTo>
                  <a:lnTo>
                    <a:pt x="49175" y="175023"/>
                  </a:lnTo>
                  <a:lnTo>
                    <a:pt x="49019" y="170471"/>
                  </a:lnTo>
                  <a:lnTo>
                    <a:pt x="48403" y="173108"/>
                  </a:lnTo>
                  <a:lnTo>
                    <a:pt x="47582" y="175059"/>
                  </a:lnTo>
                  <a:lnTo>
                    <a:pt x="45686" y="174916"/>
                  </a:lnTo>
                  <a:lnTo>
                    <a:pt x="43556" y="177118"/>
                  </a:lnTo>
                  <a:lnTo>
                    <a:pt x="42288" y="175047"/>
                  </a:lnTo>
                  <a:lnTo>
                    <a:pt x="41605" y="172698"/>
                  </a:lnTo>
                  <a:lnTo>
                    <a:pt x="40564" y="169872"/>
                  </a:lnTo>
                  <a:lnTo>
                    <a:pt x="39392" y="169318"/>
                  </a:lnTo>
                  <a:lnTo>
                    <a:pt x="38645" y="169246"/>
                  </a:lnTo>
                  <a:lnTo>
                    <a:pt x="37244" y="165751"/>
                  </a:lnTo>
                  <a:lnTo>
                    <a:pt x="36111" y="164642"/>
                  </a:lnTo>
                  <a:lnTo>
                    <a:pt x="34488" y="164213"/>
                  </a:lnTo>
                  <a:lnTo>
                    <a:pt x="33107" y="162436"/>
                  </a:lnTo>
                  <a:lnTo>
                    <a:pt x="32683" y="160502"/>
                  </a:lnTo>
                  <a:lnTo>
                    <a:pt x="32453" y="157765"/>
                  </a:lnTo>
                  <a:lnTo>
                    <a:pt x="31940" y="156143"/>
                  </a:lnTo>
                  <a:lnTo>
                    <a:pt x="29771" y="152939"/>
                  </a:lnTo>
                  <a:lnTo>
                    <a:pt x="28005" y="149404"/>
                  </a:lnTo>
                  <a:lnTo>
                    <a:pt x="26342" y="147133"/>
                  </a:lnTo>
                  <a:lnTo>
                    <a:pt x="25852" y="145276"/>
                  </a:lnTo>
                  <a:lnTo>
                    <a:pt x="25812" y="144006"/>
                  </a:lnTo>
                  <a:lnTo>
                    <a:pt x="28440" y="144358"/>
                  </a:lnTo>
                  <a:lnTo>
                    <a:pt x="31568" y="145718"/>
                  </a:lnTo>
                  <a:lnTo>
                    <a:pt x="33068" y="145335"/>
                  </a:lnTo>
                  <a:lnTo>
                    <a:pt x="34003" y="144025"/>
                  </a:lnTo>
                  <a:lnTo>
                    <a:pt x="34893" y="143086"/>
                  </a:lnTo>
                  <a:lnTo>
                    <a:pt x="35035" y="144103"/>
                  </a:lnTo>
                  <a:lnTo>
                    <a:pt x="34872" y="145960"/>
                  </a:lnTo>
                  <a:lnTo>
                    <a:pt x="35731" y="147662"/>
                  </a:lnTo>
                  <a:lnTo>
                    <a:pt x="36909" y="149042"/>
                  </a:lnTo>
                  <a:lnTo>
                    <a:pt x="37746" y="148916"/>
                  </a:lnTo>
                  <a:lnTo>
                    <a:pt x="36935" y="147411"/>
                  </a:lnTo>
                  <a:lnTo>
                    <a:pt x="36438" y="144340"/>
                  </a:lnTo>
                  <a:lnTo>
                    <a:pt x="36661" y="143234"/>
                  </a:lnTo>
                  <a:lnTo>
                    <a:pt x="36647" y="141707"/>
                  </a:lnTo>
                  <a:lnTo>
                    <a:pt x="35484" y="142051"/>
                  </a:lnTo>
                  <a:lnTo>
                    <a:pt x="35321" y="141269"/>
                  </a:lnTo>
                  <a:lnTo>
                    <a:pt x="36316" y="138941"/>
                  </a:lnTo>
                  <a:lnTo>
                    <a:pt x="37458" y="132793"/>
                  </a:lnTo>
                  <a:lnTo>
                    <a:pt x="38004" y="126740"/>
                  </a:lnTo>
                  <a:lnTo>
                    <a:pt x="36806" y="121444"/>
                  </a:lnTo>
                  <a:lnTo>
                    <a:pt x="34786" y="117764"/>
                  </a:lnTo>
                  <a:lnTo>
                    <a:pt x="30408" y="106989"/>
                  </a:lnTo>
                  <a:lnTo>
                    <a:pt x="27793" y="101455"/>
                  </a:lnTo>
                  <a:lnTo>
                    <a:pt x="27036" y="99394"/>
                  </a:lnTo>
                  <a:lnTo>
                    <a:pt x="26342" y="98425"/>
                  </a:lnTo>
                  <a:lnTo>
                    <a:pt x="24209" y="97159"/>
                  </a:lnTo>
                  <a:lnTo>
                    <a:pt x="22422" y="94066"/>
                  </a:lnTo>
                  <a:lnTo>
                    <a:pt x="19287" y="89690"/>
                  </a:lnTo>
                  <a:lnTo>
                    <a:pt x="17947" y="87433"/>
                  </a:lnTo>
                  <a:lnTo>
                    <a:pt x="17024" y="82134"/>
                  </a:lnTo>
                  <a:lnTo>
                    <a:pt x="16288" y="81411"/>
                  </a:lnTo>
                  <a:lnTo>
                    <a:pt x="16519" y="77748"/>
                  </a:lnTo>
                  <a:lnTo>
                    <a:pt x="16197" y="71263"/>
                  </a:lnTo>
                  <a:lnTo>
                    <a:pt x="15672" y="69603"/>
                  </a:lnTo>
                  <a:lnTo>
                    <a:pt x="13974" y="67988"/>
                  </a:lnTo>
                  <a:lnTo>
                    <a:pt x="13570" y="63582"/>
                  </a:lnTo>
                  <a:lnTo>
                    <a:pt x="13486" y="59389"/>
                  </a:lnTo>
                  <a:lnTo>
                    <a:pt x="13155" y="56473"/>
                  </a:lnTo>
                  <a:lnTo>
                    <a:pt x="10266" y="51557"/>
                  </a:lnTo>
                  <a:lnTo>
                    <a:pt x="10102" y="49180"/>
                  </a:lnTo>
                  <a:lnTo>
                    <a:pt x="10101" y="46923"/>
                  </a:lnTo>
                  <a:lnTo>
                    <a:pt x="9808" y="44694"/>
                  </a:lnTo>
                  <a:lnTo>
                    <a:pt x="8265" y="40019"/>
                  </a:lnTo>
                  <a:lnTo>
                    <a:pt x="6400" y="35939"/>
                  </a:lnTo>
                  <a:lnTo>
                    <a:pt x="5751" y="33994"/>
                  </a:lnTo>
                  <a:lnTo>
                    <a:pt x="5674" y="30042"/>
                  </a:lnTo>
                  <a:lnTo>
                    <a:pt x="5012" y="28980"/>
                  </a:lnTo>
                  <a:lnTo>
                    <a:pt x="5263" y="28712"/>
                  </a:lnTo>
                  <a:lnTo>
                    <a:pt x="5875" y="28810"/>
                  </a:lnTo>
                  <a:lnTo>
                    <a:pt x="6224" y="28288"/>
                  </a:lnTo>
                  <a:lnTo>
                    <a:pt x="6262" y="25537"/>
                  </a:lnTo>
                  <a:lnTo>
                    <a:pt x="3458" y="21215"/>
                  </a:lnTo>
                  <a:lnTo>
                    <a:pt x="2648" y="15270"/>
                  </a:lnTo>
                  <a:lnTo>
                    <a:pt x="1153" y="12124"/>
                  </a:lnTo>
                  <a:lnTo>
                    <a:pt x="803" y="10984"/>
                  </a:lnTo>
                  <a:lnTo>
                    <a:pt x="0" y="5377"/>
                  </a:lnTo>
                  <a:lnTo>
                    <a:pt x="3531" y="4743"/>
                  </a:lnTo>
                  <a:lnTo>
                    <a:pt x="7062" y="4110"/>
                  </a:lnTo>
                  <a:lnTo>
                    <a:pt x="10593" y="3478"/>
                  </a:lnTo>
                  <a:lnTo>
                    <a:pt x="14124" y="2845"/>
                  </a:lnTo>
                  <a:lnTo>
                    <a:pt x="17655" y="2211"/>
                  </a:lnTo>
                  <a:lnTo>
                    <a:pt x="21186" y="1579"/>
                  </a:lnTo>
                  <a:lnTo>
                    <a:pt x="24717" y="946"/>
                  </a:lnTo>
                  <a:lnTo>
                    <a:pt x="28248" y="313"/>
                  </a:lnTo>
                  <a:lnTo>
                    <a:pt x="29658" y="0"/>
                  </a:lnTo>
                  <a:lnTo>
                    <a:pt x="28878" y="4448"/>
                  </a:lnTo>
                  <a:lnTo>
                    <a:pt x="28287" y="6117"/>
                  </a:lnTo>
                  <a:lnTo>
                    <a:pt x="34138" y="10490"/>
                  </a:lnTo>
                  <a:lnTo>
                    <a:pt x="39991" y="14863"/>
                  </a:lnTo>
                  <a:lnTo>
                    <a:pt x="45843" y="19237"/>
                  </a:lnTo>
                  <a:lnTo>
                    <a:pt x="51695" y="23611"/>
                  </a:lnTo>
                  <a:lnTo>
                    <a:pt x="57547" y="27985"/>
                  </a:lnTo>
                  <a:lnTo>
                    <a:pt x="63399" y="32359"/>
                  </a:lnTo>
                  <a:lnTo>
                    <a:pt x="69251" y="36731"/>
                  </a:lnTo>
                  <a:lnTo>
                    <a:pt x="75103" y="41106"/>
                  </a:lnTo>
                  <a:lnTo>
                    <a:pt x="79465" y="41087"/>
                  </a:lnTo>
                  <a:lnTo>
                    <a:pt x="83826" y="41067"/>
                  </a:lnTo>
                  <a:lnTo>
                    <a:pt x="88188" y="41048"/>
                  </a:lnTo>
                  <a:lnTo>
                    <a:pt x="92549" y="41029"/>
                  </a:lnTo>
                  <a:lnTo>
                    <a:pt x="96911" y="41010"/>
                  </a:lnTo>
                  <a:lnTo>
                    <a:pt x="101272" y="40990"/>
                  </a:lnTo>
                  <a:lnTo>
                    <a:pt x="105633" y="40970"/>
                  </a:lnTo>
                  <a:lnTo>
                    <a:pt x="109995" y="40951"/>
                  </a:lnTo>
                  <a:lnTo>
                    <a:pt x="110002" y="37628"/>
                  </a:lnTo>
                  <a:lnTo>
                    <a:pt x="110010" y="34304"/>
                  </a:lnTo>
                  <a:lnTo>
                    <a:pt x="110019" y="30981"/>
                  </a:lnTo>
                  <a:lnTo>
                    <a:pt x="110027" y="27657"/>
                  </a:lnTo>
                  <a:lnTo>
                    <a:pt x="112739" y="27692"/>
                  </a:lnTo>
                  <a:lnTo>
                    <a:pt x="115452" y="27725"/>
                  </a:lnTo>
                  <a:lnTo>
                    <a:pt x="118165" y="27759"/>
                  </a:lnTo>
                  <a:lnTo>
                    <a:pt x="120877" y="27793"/>
                  </a:lnTo>
                  <a:lnTo>
                    <a:pt x="123590" y="27826"/>
                  </a:lnTo>
                  <a:lnTo>
                    <a:pt x="126303" y="27860"/>
                  </a:lnTo>
                  <a:lnTo>
                    <a:pt x="129015" y="27894"/>
                  </a:lnTo>
                  <a:lnTo>
                    <a:pt x="131940" y="28097"/>
                  </a:lnTo>
                  <a:lnTo>
                    <a:pt x="133039" y="30622"/>
                  </a:lnTo>
                  <a:lnTo>
                    <a:pt x="134165" y="34591"/>
                  </a:lnTo>
                  <a:lnTo>
                    <a:pt x="135494" y="37361"/>
                  </a:lnTo>
                  <a:lnTo>
                    <a:pt x="137023" y="38933"/>
                  </a:lnTo>
                  <a:lnTo>
                    <a:pt x="139632" y="43564"/>
                  </a:lnTo>
                  <a:lnTo>
                    <a:pt x="143317" y="51254"/>
                  </a:lnTo>
                  <a:lnTo>
                    <a:pt x="146257" y="56381"/>
                  </a:lnTo>
                  <a:lnTo>
                    <a:pt x="148449" y="58943"/>
                  </a:lnTo>
                  <a:lnTo>
                    <a:pt x="149922" y="61148"/>
                  </a:lnTo>
                  <a:lnTo>
                    <a:pt x="150674" y="62998"/>
                  </a:lnTo>
                  <a:lnTo>
                    <a:pt x="151685" y="67007"/>
                  </a:lnTo>
                  <a:lnTo>
                    <a:pt x="153592" y="76264"/>
                  </a:lnTo>
                  <a:lnTo>
                    <a:pt x="153592" y="80515"/>
                  </a:lnTo>
                  <a:lnTo>
                    <a:pt x="154322" y="84540"/>
                  </a:lnTo>
                  <a:lnTo>
                    <a:pt x="155781" y="89759"/>
                  </a:lnTo>
                  <a:lnTo>
                    <a:pt x="157056" y="92831"/>
                  </a:lnTo>
                  <a:lnTo>
                    <a:pt x="158147" y="93756"/>
                  </a:lnTo>
                  <a:lnTo>
                    <a:pt x="159341" y="95604"/>
                  </a:lnTo>
                  <a:lnTo>
                    <a:pt x="160635" y="98374"/>
                  </a:lnTo>
                  <a:lnTo>
                    <a:pt x="162127" y="100235"/>
                  </a:lnTo>
                  <a:lnTo>
                    <a:pt x="163815" y="101183"/>
                  </a:lnTo>
                  <a:lnTo>
                    <a:pt x="166147" y="103671"/>
                  </a:lnTo>
                  <a:lnTo>
                    <a:pt x="169121" y="107695"/>
                  </a:lnTo>
                  <a:lnTo>
                    <a:pt x="171160" y="109751"/>
                  </a:lnTo>
                  <a:lnTo>
                    <a:pt x="172263" y="109837"/>
                  </a:lnTo>
                  <a:lnTo>
                    <a:pt x="173229" y="108546"/>
                  </a:lnTo>
                  <a:lnTo>
                    <a:pt x="174058" y="105877"/>
                  </a:lnTo>
                  <a:lnTo>
                    <a:pt x="174872" y="104158"/>
                  </a:lnTo>
                  <a:lnTo>
                    <a:pt x="175673" y="103389"/>
                  </a:lnTo>
                  <a:lnTo>
                    <a:pt x="175997" y="102160"/>
                  </a:lnTo>
                  <a:lnTo>
                    <a:pt x="175847" y="100466"/>
                  </a:lnTo>
                  <a:lnTo>
                    <a:pt x="176389" y="96666"/>
                  </a:lnTo>
                  <a:lnTo>
                    <a:pt x="177620" y="90756"/>
                  </a:lnTo>
                  <a:lnTo>
                    <a:pt x="179092" y="87553"/>
                  </a:lnTo>
                  <a:lnTo>
                    <a:pt x="180803" y="87058"/>
                  </a:lnTo>
                  <a:lnTo>
                    <a:pt x="181921" y="85948"/>
                  </a:lnTo>
                  <a:lnTo>
                    <a:pt x="182446" y="84224"/>
                  </a:lnTo>
                  <a:lnTo>
                    <a:pt x="183361" y="84041"/>
                  </a:lnTo>
                  <a:lnTo>
                    <a:pt x="184667" y="85399"/>
                  </a:lnTo>
                  <a:lnTo>
                    <a:pt x="186792" y="86272"/>
                  </a:lnTo>
                  <a:lnTo>
                    <a:pt x="189736" y="86663"/>
                  </a:lnTo>
                  <a:lnTo>
                    <a:pt x="191472" y="86530"/>
                  </a:lnTo>
                  <a:lnTo>
                    <a:pt x="192002" y="85872"/>
                  </a:lnTo>
                  <a:lnTo>
                    <a:pt x="192277" y="85907"/>
                  </a:lnTo>
                  <a:lnTo>
                    <a:pt x="192299" y="86631"/>
                  </a:lnTo>
                  <a:lnTo>
                    <a:pt x="192735" y="86938"/>
                  </a:lnTo>
                  <a:lnTo>
                    <a:pt x="193585" y="86829"/>
                  </a:lnTo>
                  <a:lnTo>
                    <a:pt x="194326" y="87842"/>
                  </a:lnTo>
                  <a:lnTo>
                    <a:pt x="195274" y="91048"/>
                  </a:lnTo>
                  <a:lnTo>
                    <a:pt x="198543" y="96183"/>
                  </a:lnTo>
                  <a:lnTo>
                    <a:pt x="198818" y="97944"/>
                  </a:lnTo>
                  <a:lnTo>
                    <a:pt x="199956" y="100485"/>
                  </a:lnTo>
                  <a:lnTo>
                    <a:pt x="202048" y="104391"/>
                  </a:lnTo>
                  <a:lnTo>
                    <a:pt x="203232" y="107758"/>
                  </a:lnTo>
                  <a:lnTo>
                    <a:pt x="203507" y="110588"/>
                  </a:lnTo>
                  <a:lnTo>
                    <a:pt x="204576" y="115063"/>
                  </a:lnTo>
                  <a:lnTo>
                    <a:pt x="206437" y="121184"/>
                  </a:lnTo>
                  <a:lnTo>
                    <a:pt x="207266" y="124484"/>
                  </a:lnTo>
                  <a:lnTo>
                    <a:pt x="207063" y="124960"/>
                  </a:lnTo>
                  <a:lnTo>
                    <a:pt x="207210" y="126682"/>
                  </a:lnTo>
                  <a:lnTo>
                    <a:pt x="207706" y="129650"/>
                  </a:lnTo>
                  <a:lnTo>
                    <a:pt x="208629" y="132164"/>
                  </a:lnTo>
                  <a:lnTo>
                    <a:pt x="209978" y="134223"/>
                  </a:lnTo>
                  <a:lnTo>
                    <a:pt x="211342" y="137919"/>
                  </a:lnTo>
                  <a:lnTo>
                    <a:pt x="212721" y="143255"/>
                  </a:lnTo>
                  <a:lnTo>
                    <a:pt x="214392" y="147313"/>
                  </a:lnTo>
                  <a:lnTo>
                    <a:pt x="216353" y="150092"/>
                  </a:lnTo>
                  <a:lnTo>
                    <a:pt x="217464" y="152679"/>
                  </a:lnTo>
                  <a:lnTo>
                    <a:pt x="217723" y="155071"/>
                  </a:lnTo>
                  <a:lnTo>
                    <a:pt x="217704" y="157120"/>
                  </a:lnTo>
                  <a:lnTo>
                    <a:pt x="217405" y="158826"/>
                  </a:lnTo>
                  <a:lnTo>
                    <a:pt x="217532" y="160446"/>
                  </a:lnTo>
                  <a:lnTo>
                    <a:pt x="218083" y="161977"/>
                  </a:lnTo>
                  <a:lnTo>
                    <a:pt x="218267" y="163855"/>
                  </a:lnTo>
                  <a:lnTo>
                    <a:pt x="218051" y="166468"/>
                  </a:lnTo>
                  <a:lnTo>
                    <a:pt x="218066" y="167208"/>
                  </a:lnTo>
                  <a:lnTo>
                    <a:pt x="218226" y="167799"/>
                  </a:lnTo>
                  <a:lnTo>
                    <a:pt x="219967" y="172289"/>
                  </a:lnTo>
                  <a:lnTo>
                    <a:pt x="220862" y="175917"/>
                  </a:lnTo>
                  <a:lnTo>
                    <a:pt x="221576" y="181761"/>
                  </a:lnTo>
                  <a:lnTo>
                    <a:pt x="222369" y="185225"/>
                  </a:lnTo>
                  <a:lnTo>
                    <a:pt x="223511" y="186642"/>
                  </a:lnTo>
                  <a:lnTo>
                    <a:pt x="225264" y="187166"/>
                  </a:lnTo>
                  <a:lnTo>
                    <a:pt x="226596" y="188372"/>
                  </a:lnTo>
                  <a:lnTo>
                    <a:pt x="227507" y="190262"/>
                  </a:lnTo>
                  <a:lnTo>
                    <a:pt x="228656" y="191403"/>
                  </a:lnTo>
                  <a:lnTo>
                    <a:pt x="230043" y="191796"/>
                  </a:lnTo>
                  <a:lnTo>
                    <a:pt x="231373" y="193042"/>
                  </a:lnTo>
                  <a:lnTo>
                    <a:pt x="232645" y="195146"/>
                  </a:lnTo>
                  <a:lnTo>
                    <a:pt x="235017" y="196527"/>
                  </a:lnTo>
                  <a:lnTo>
                    <a:pt x="238490" y="197189"/>
                  </a:lnTo>
                  <a:lnTo>
                    <a:pt x="241132" y="198899"/>
                  </a:lnTo>
                  <a:lnTo>
                    <a:pt x="242946" y="201657"/>
                  </a:lnTo>
                  <a:lnTo>
                    <a:pt x="243744" y="202219"/>
                  </a:lnTo>
                  <a:lnTo>
                    <a:pt x="243959" y="202258"/>
                  </a:lnTo>
                  <a:lnTo>
                    <a:pt x="244063" y="201836"/>
                  </a:lnTo>
                  <a:lnTo>
                    <a:pt x="244200" y="201056"/>
                  </a:lnTo>
                  <a:lnTo>
                    <a:pt x="244902" y="200157"/>
                  </a:lnTo>
                  <a:close/>
                </a:path>
              </a:pathLst>
            </a:custGeom>
            <a:solidFill>
              <a:srgbClr val="DAEAD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0" name="pg989"/>
            <p:cNvSpPr/>
            <p:nvPr/>
          </p:nvSpPr>
          <p:spPr>
            <a:xfrm>
              <a:off x="5456737" y="3456357"/>
              <a:ext cx="1777" cy="6334"/>
            </a:xfrm>
            <a:custGeom>
              <a:avLst/>
              <a:pathLst>
                <a:path w="1777" h="6334">
                  <a:moveTo>
                    <a:pt x="549" y="5439"/>
                  </a:moveTo>
                  <a:lnTo>
                    <a:pt x="307" y="6334"/>
                  </a:lnTo>
                  <a:lnTo>
                    <a:pt x="0" y="6271"/>
                  </a:lnTo>
                  <a:lnTo>
                    <a:pt x="267" y="5606"/>
                  </a:lnTo>
                  <a:lnTo>
                    <a:pt x="451" y="4679"/>
                  </a:lnTo>
                  <a:lnTo>
                    <a:pt x="747" y="2040"/>
                  </a:lnTo>
                  <a:lnTo>
                    <a:pt x="1355" y="1096"/>
                  </a:lnTo>
                  <a:lnTo>
                    <a:pt x="1777" y="0"/>
                  </a:lnTo>
                  <a:lnTo>
                    <a:pt x="1676" y="1136"/>
                  </a:lnTo>
                  <a:lnTo>
                    <a:pt x="1012" y="2333"/>
                  </a:lnTo>
                  <a:close/>
                </a:path>
              </a:pathLst>
            </a:custGeom>
            <a:solidFill>
              <a:srgbClr val="EAF3E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1" name="pg990"/>
            <p:cNvSpPr/>
            <p:nvPr/>
          </p:nvSpPr>
          <p:spPr>
            <a:xfrm>
              <a:off x="5481254" y="3425801"/>
              <a:ext cx="2214" cy="2219"/>
            </a:xfrm>
            <a:custGeom>
              <a:avLst/>
              <a:pathLst>
                <a:path w="2214" h="2219">
                  <a:moveTo>
                    <a:pt x="0" y="0"/>
                  </a:moveTo>
                  <a:lnTo>
                    <a:pt x="461" y="639"/>
                  </a:lnTo>
                  <a:lnTo>
                    <a:pt x="1370" y="590"/>
                  </a:lnTo>
                  <a:lnTo>
                    <a:pt x="2214" y="2219"/>
                  </a:lnTo>
                  <a:lnTo>
                    <a:pt x="1889" y="2116"/>
                  </a:lnTo>
                  <a:lnTo>
                    <a:pt x="1431" y="1421"/>
                  </a:lnTo>
                  <a:lnTo>
                    <a:pt x="1012" y="1128"/>
                  </a:lnTo>
                  <a:lnTo>
                    <a:pt x="454" y="1213"/>
                  </a:lnTo>
                  <a:lnTo>
                    <a:pt x="190" y="945"/>
                  </a:lnTo>
                  <a:close/>
                </a:path>
              </a:pathLst>
            </a:custGeom>
            <a:solidFill>
              <a:srgbClr val="EAF3E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2" name="pg991"/>
            <p:cNvSpPr/>
            <p:nvPr/>
          </p:nvSpPr>
          <p:spPr>
            <a:xfrm>
              <a:off x="5474570" y="3422151"/>
              <a:ext cx="4417" cy="3044"/>
            </a:xfrm>
            <a:custGeom>
              <a:avLst/>
              <a:pathLst>
                <a:path w="4417" h="3044">
                  <a:moveTo>
                    <a:pt x="816" y="991"/>
                  </a:moveTo>
                  <a:lnTo>
                    <a:pt x="2359" y="2506"/>
                  </a:lnTo>
                  <a:lnTo>
                    <a:pt x="4417" y="1797"/>
                  </a:lnTo>
                  <a:lnTo>
                    <a:pt x="4087" y="2252"/>
                  </a:lnTo>
                  <a:lnTo>
                    <a:pt x="3318" y="2677"/>
                  </a:lnTo>
                  <a:lnTo>
                    <a:pt x="2807" y="3044"/>
                  </a:lnTo>
                  <a:lnTo>
                    <a:pt x="2463" y="3044"/>
                  </a:lnTo>
                  <a:lnTo>
                    <a:pt x="2055" y="2902"/>
                  </a:lnTo>
                  <a:lnTo>
                    <a:pt x="737" y="1846"/>
                  </a:lnTo>
                  <a:lnTo>
                    <a:pt x="0" y="463"/>
                  </a:lnTo>
                  <a:lnTo>
                    <a:pt x="180" y="0"/>
                  </a:lnTo>
                  <a:close/>
                </a:path>
              </a:pathLst>
            </a:custGeom>
            <a:solidFill>
              <a:srgbClr val="EAF3E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3" name="pg992"/>
            <p:cNvSpPr/>
            <p:nvPr/>
          </p:nvSpPr>
          <p:spPr>
            <a:xfrm>
              <a:off x="5445441" y="3417291"/>
              <a:ext cx="1914" cy="1261"/>
            </a:xfrm>
            <a:custGeom>
              <a:avLst/>
              <a:pathLst>
                <a:path w="1914" h="1261">
                  <a:moveTo>
                    <a:pt x="1914" y="805"/>
                  </a:moveTo>
                  <a:lnTo>
                    <a:pt x="1731" y="1261"/>
                  </a:lnTo>
                  <a:lnTo>
                    <a:pt x="544" y="989"/>
                  </a:lnTo>
                  <a:lnTo>
                    <a:pt x="0" y="422"/>
                  </a:lnTo>
                  <a:lnTo>
                    <a:pt x="51" y="0"/>
                  </a:lnTo>
                  <a:lnTo>
                    <a:pt x="991" y="406"/>
                  </a:lnTo>
                  <a:close/>
                </a:path>
              </a:pathLst>
            </a:custGeom>
            <a:solidFill>
              <a:srgbClr val="EAF3E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4" name="pg993"/>
            <p:cNvSpPr/>
            <p:nvPr/>
          </p:nvSpPr>
          <p:spPr>
            <a:xfrm>
              <a:off x="5422854" y="3304047"/>
              <a:ext cx="674" cy="662"/>
            </a:xfrm>
            <a:custGeom>
              <a:avLst/>
              <a:pathLst>
                <a:path w="674" h="662">
                  <a:moveTo>
                    <a:pt x="562" y="460"/>
                  </a:moveTo>
                  <a:lnTo>
                    <a:pt x="243" y="662"/>
                  </a:lnTo>
                  <a:lnTo>
                    <a:pt x="0" y="451"/>
                  </a:lnTo>
                  <a:lnTo>
                    <a:pt x="174" y="69"/>
                  </a:lnTo>
                  <a:lnTo>
                    <a:pt x="535" y="0"/>
                  </a:lnTo>
                  <a:lnTo>
                    <a:pt x="674" y="106"/>
                  </a:lnTo>
                  <a:close/>
                </a:path>
              </a:pathLst>
            </a:custGeom>
            <a:solidFill>
              <a:srgbClr val="EAF3E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5" name="pg994"/>
            <p:cNvSpPr/>
            <p:nvPr/>
          </p:nvSpPr>
          <p:spPr>
            <a:xfrm>
              <a:off x="3616353" y="2382427"/>
              <a:ext cx="31553" cy="44567"/>
            </a:xfrm>
            <a:custGeom>
              <a:avLst/>
              <a:pathLst>
                <a:path w="31553" h="44567">
                  <a:moveTo>
                    <a:pt x="23389" y="1305"/>
                  </a:moveTo>
                  <a:lnTo>
                    <a:pt x="25291" y="5704"/>
                  </a:lnTo>
                  <a:lnTo>
                    <a:pt x="26334" y="7485"/>
                  </a:lnTo>
                  <a:lnTo>
                    <a:pt x="27563" y="8835"/>
                  </a:lnTo>
                  <a:lnTo>
                    <a:pt x="28967" y="9824"/>
                  </a:lnTo>
                  <a:lnTo>
                    <a:pt x="29469" y="10772"/>
                  </a:lnTo>
                  <a:lnTo>
                    <a:pt x="30362" y="15452"/>
                  </a:lnTo>
                  <a:lnTo>
                    <a:pt x="30791" y="17228"/>
                  </a:lnTo>
                  <a:lnTo>
                    <a:pt x="31384" y="17758"/>
                  </a:lnTo>
                  <a:lnTo>
                    <a:pt x="31527" y="18270"/>
                  </a:lnTo>
                  <a:lnTo>
                    <a:pt x="31553" y="18947"/>
                  </a:lnTo>
                  <a:lnTo>
                    <a:pt x="30884" y="22236"/>
                  </a:lnTo>
                  <a:lnTo>
                    <a:pt x="30615" y="29609"/>
                  </a:lnTo>
                  <a:lnTo>
                    <a:pt x="30447" y="30195"/>
                  </a:lnTo>
                  <a:lnTo>
                    <a:pt x="29746" y="30163"/>
                  </a:lnTo>
                  <a:lnTo>
                    <a:pt x="28816" y="30322"/>
                  </a:lnTo>
                  <a:lnTo>
                    <a:pt x="28461" y="30890"/>
                  </a:lnTo>
                  <a:lnTo>
                    <a:pt x="28087" y="34857"/>
                  </a:lnTo>
                  <a:lnTo>
                    <a:pt x="26592" y="35989"/>
                  </a:lnTo>
                  <a:lnTo>
                    <a:pt x="25233" y="36630"/>
                  </a:lnTo>
                  <a:lnTo>
                    <a:pt x="24089" y="36486"/>
                  </a:lnTo>
                  <a:lnTo>
                    <a:pt x="22076" y="35546"/>
                  </a:lnTo>
                  <a:lnTo>
                    <a:pt x="21419" y="35444"/>
                  </a:lnTo>
                  <a:lnTo>
                    <a:pt x="20857" y="35979"/>
                  </a:lnTo>
                  <a:lnTo>
                    <a:pt x="19061" y="36262"/>
                  </a:lnTo>
                  <a:lnTo>
                    <a:pt x="18273" y="36957"/>
                  </a:lnTo>
                  <a:lnTo>
                    <a:pt x="16422" y="41596"/>
                  </a:lnTo>
                  <a:lnTo>
                    <a:pt x="14547" y="43195"/>
                  </a:lnTo>
                  <a:lnTo>
                    <a:pt x="13908" y="44004"/>
                  </a:lnTo>
                  <a:lnTo>
                    <a:pt x="12475" y="42980"/>
                  </a:lnTo>
                  <a:lnTo>
                    <a:pt x="11790" y="42874"/>
                  </a:lnTo>
                  <a:lnTo>
                    <a:pt x="10798" y="44058"/>
                  </a:lnTo>
                  <a:lnTo>
                    <a:pt x="8624" y="44176"/>
                  </a:lnTo>
                  <a:lnTo>
                    <a:pt x="8037" y="44382"/>
                  </a:lnTo>
                  <a:lnTo>
                    <a:pt x="6362" y="44567"/>
                  </a:lnTo>
                  <a:lnTo>
                    <a:pt x="6292" y="43928"/>
                  </a:lnTo>
                  <a:lnTo>
                    <a:pt x="5983" y="42994"/>
                  </a:lnTo>
                  <a:lnTo>
                    <a:pt x="5202" y="42557"/>
                  </a:lnTo>
                  <a:lnTo>
                    <a:pt x="3605" y="42931"/>
                  </a:lnTo>
                  <a:lnTo>
                    <a:pt x="3216" y="42248"/>
                  </a:lnTo>
                  <a:lnTo>
                    <a:pt x="2559" y="38309"/>
                  </a:lnTo>
                  <a:lnTo>
                    <a:pt x="2046" y="37677"/>
                  </a:lnTo>
                  <a:lnTo>
                    <a:pt x="1471" y="36354"/>
                  </a:lnTo>
                  <a:lnTo>
                    <a:pt x="497" y="32076"/>
                  </a:lnTo>
                  <a:lnTo>
                    <a:pt x="473" y="30201"/>
                  </a:lnTo>
                  <a:lnTo>
                    <a:pt x="539" y="28566"/>
                  </a:lnTo>
                  <a:lnTo>
                    <a:pt x="0" y="24728"/>
                  </a:lnTo>
                  <a:lnTo>
                    <a:pt x="332" y="23758"/>
                  </a:lnTo>
                  <a:lnTo>
                    <a:pt x="833" y="23148"/>
                  </a:lnTo>
                  <a:lnTo>
                    <a:pt x="838" y="21603"/>
                  </a:lnTo>
                  <a:lnTo>
                    <a:pt x="697" y="19255"/>
                  </a:lnTo>
                  <a:lnTo>
                    <a:pt x="1289" y="14650"/>
                  </a:lnTo>
                  <a:lnTo>
                    <a:pt x="1450" y="14315"/>
                  </a:lnTo>
                  <a:lnTo>
                    <a:pt x="1602" y="14536"/>
                  </a:lnTo>
                  <a:lnTo>
                    <a:pt x="3039" y="14902"/>
                  </a:lnTo>
                  <a:lnTo>
                    <a:pt x="3410" y="14320"/>
                  </a:lnTo>
                  <a:lnTo>
                    <a:pt x="3646" y="13411"/>
                  </a:lnTo>
                  <a:lnTo>
                    <a:pt x="3723" y="10040"/>
                  </a:lnTo>
                  <a:lnTo>
                    <a:pt x="4065" y="8483"/>
                  </a:lnTo>
                  <a:lnTo>
                    <a:pt x="7541" y="5521"/>
                  </a:lnTo>
                  <a:lnTo>
                    <a:pt x="8561" y="5412"/>
                  </a:lnTo>
                  <a:lnTo>
                    <a:pt x="9346" y="6772"/>
                  </a:lnTo>
                  <a:lnTo>
                    <a:pt x="9967" y="7642"/>
                  </a:lnTo>
                  <a:lnTo>
                    <a:pt x="10340" y="7616"/>
                  </a:lnTo>
                  <a:lnTo>
                    <a:pt x="10475" y="6739"/>
                  </a:lnTo>
                  <a:lnTo>
                    <a:pt x="10897" y="5052"/>
                  </a:lnTo>
                  <a:lnTo>
                    <a:pt x="11610" y="4087"/>
                  </a:lnTo>
                  <a:lnTo>
                    <a:pt x="13744" y="3269"/>
                  </a:lnTo>
                  <a:lnTo>
                    <a:pt x="14433" y="3428"/>
                  </a:lnTo>
                  <a:lnTo>
                    <a:pt x="15926" y="2672"/>
                  </a:lnTo>
                  <a:lnTo>
                    <a:pt x="16856" y="1626"/>
                  </a:lnTo>
                  <a:lnTo>
                    <a:pt x="17329" y="1470"/>
                  </a:lnTo>
                  <a:lnTo>
                    <a:pt x="17960" y="1066"/>
                  </a:lnTo>
                  <a:lnTo>
                    <a:pt x="18866" y="1125"/>
                  </a:lnTo>
                  <a:lnTo>
                    <a:pt x="19785" y="1581"/>
                  </a:lnTo>
                  <a:lnTo>
                    <a:pt x="20953" y="979"/>
                  </a:lnTo>
                  <a:lnTo>
                    <a:pt x="22102" y="0"/>
                  </a:lnTo>
                  <a:lnTo>
                    <a:pt x="22562" y="245"/>
                  </a:lnTo>
                  <a:lnTo>
                    <a:pt x="23060" y="107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6" name="pg995"/>
            <p:cNvSpPr/>
            <p:nvPr/>
          </p:nvSpPr>
          <p:spPr>
            <a:xfrm>
              <a:off x="3212480" y="2895474"/>
              <a:ext cx="203795" cy="438872"/>
            </a:xfrm>
            <a:custGeom>
              <a:avLst/>
              <a:pathLst>
                <a:path w="203795" h="438872">
                  <a:moveTo>
                    <a:pt x="203708" y="172945"/>
                  </a:moveTo>
                  <a:lnTo>
                    <a:pt x="203716" y="178108"/>
                  </a:lnTo>
                  <a:lnTo>
                    <a:pt x="203725" y="185900"/>
                  </a:lnTo>
                  <a:lnTo>
                    <a:pt x="203737" y="194580"/>
                  </a:lnTo>
                  <a:lnTo>
                    <a:pt x="203748" y="202592"/>
                  </a:lnTo>
                  <a:lnTo>
                    <a:pt x="203761" y="211721"/>
                  </a:lnTo>
                  <a:lnTo>
                    <a:pt x="203771" y="219059"/>
                  </a:lnTo>
                  <a:lnTo>
                    <a:pt x="203783" y="227739"/>
                  </a:lnTo>
                  <a:lnTo>
                    <a:pt x="203795" y="236369"/>
                  </a:lnTo>
                  <a:lnTo>
                    <a:pt x="203403" y="237364"/>
                  </a:lnTo>
                  <a:lnTo>
                    <a:pt x="203259" y="242225"/>
                  </a:lnTo>
                  <a:lnTo>
                    <a:pt x="203147" y="248620"/>
                  </a:lnTo>
                  <a:lnTo>
                    <a:pt x="202396" y="255241"/>
                  </a:lnTo>
                  <a:lnTo>
                    <a:pt x="201082" y="260116"/>
                  </a:lnTo>
                  <a:lnTo>
                    <a:pt x="200605" y="264761"/>
                  </a:lnTo>
                  <a:lnTo>
                    <a:pt x="200246" y="267417"/>
                  </a:lnTo>
                  <a:lnTo>
                    <a:pt x="199755" y="268860"/>
                  </a:lnTo>
                  <a:lnTo>
                    <a:pt x="199640" y="270598"/>
                  </a:lnTo>
                  <a:lnTo>
                    <a:pt x="199381" y="273042"/>
                  </a:lnTo>
                  <a:lnTo>
                    <a:pt x="198962" y="274625"/>
                  </a:lnTo>
                  <a:lnTo>
                    <a:pt x="198635" y="275443"/>
                  </a:lnTo>
                  <a:lnTo>
                    <a:pt x="197315" y="276399"/>
                  </a:lnTo>
                  <a:lnTo>
                    <a:pt x="194982" y="281085"/>
                  </a:lnTo>
                  <a:lnTo>
                    <a:pt x="194782" y="284830"/>
                  </a:lnTo>
                  <a:lnTo>
                    <a:pt x="192126" y="283803"/>
                  </a:lnTo>
                  <a:lnTo>
                    <a:pt x="189302" y="282737"/>
                  </a:lnTo>
                  <a:lnTo>
                    <a:pt x="188922" y="282806"/>
                  </a:lnTo>
                  <a:lnTo>
                    <a:pt x="188690" y="283295"/>
                  </a:lnTo>
                  <a:lnTo>
                    <a:pt x="188573" y="285285"/>
                  </a:lnTo>
                  <a:lnTo>
                    <a:pt x="184730" y="285612"/>
                  </a:lnTo>
                  <a:lnTo>
                    <a:pt x="181412" y="285892"/>
                  </a:lnTo>
                  <a:lnTo>
                    <a:pt x="177308" y="286218"/>
                  </a:lnTo>
                  <a:lnTo>
                    <a:pt x="174484" y="286445"/>
                  </a:lnTo>
                  <a:lnTo>
                    <a:pt x="170903" y="286895"/>
                  </a:lnTo>
                  <a:lnTo>
                    <a:pt x="167584" y="287315"/>
                  </a:lnTo>
                  <a:lnTo>
                    <a:pt x="165377" y="291633"/>
                  </a:lnTo>
                  <a:lnTo>
                    <a:pt x="163387" y="295747"/>
                  </a:lnTo>
                  <a:lnTo>
                    <a:pt x="163232" y="295888"/>
                  </a:lnTo>
                  <a:lnTo>
                    <a:pt x="160408" y="296693"/>
                  </a:lnTo>
                  <a:lnTo>
                    <a:pt x="156883" y="295980"/>
                  </a:lnTo>
                  <a:lnTo>
                    <a:pt x="155072" y="295946"/>
                  </a:lnTo>
                  <a:lnTo>
                    <a:pt x="154362" y="296434"/>
                  </a:lnTo>
                  <a:lnTo>
                    <a:pt x="154224" y="297976"/>
                  </a:lnTo>
                  <a:lnTo>
                    <a:pt x="151540" y="295742"/>
                  </a:lnTo>
                  <a:lnTo>
                    <a:pt x="148629" y="293604"/>
                  </a:lnTo>
                  <a:lnTo>
                    <a:pt x="146537" y="294991"/>
                  </a:lnTo>
                  <a:lnTo>
                    <a:pt x="146206" y="294517"/>
                  </a:lnTo>
                  <a:lnTo>
                    <a:pt x="145932" y="293597"/>
                  </a:lnTo>
                  <a:lnTo>
                    <a:pt x="144919" y="293059"/>
                  </a:lnTo>
                  <a:lnTo>
                    <a:pt x="143316" y="293298"/>
                  </a:lnTo>
                  <a:lnTo>
                    <a:pt x="142156" y="293949"/>
                  </a:lnTo>
                  <a:lnTo>
                    <a:pt x="140336" y="297210"/>
                  </a:lnTo>
                  <a:lnTo>
                    <a:pt x="138963" y="300048"/>
                  </a:lnTo>
                  <a:lnTo>
                    <a:pt x="138589" y="300693"/>
                  </a:lnTo>
                  <a:lnTo>
                    <a:pt x="136671" y="302407"/>
                  </a:lnTo>
                  <a:lnTo>
                    <a:pt x="133109" y="306409"/>
                  </a:lnTo>
                  <a:lnTo>
                    <a:pt x="131089" y="309343"/>
                  </a:lnTo>
                  <a:lnTo>
                    <a:pt x="130623" y="309884"/>
                  </a:lnTo>
                  <a:lnTo>
                    <a:pt x="129726" y="310547"/>
                  </a:lnTo>
                  <a:lnTo>
                    <a:pt x="128344" y="310681"/>
                  </a:lnTo>
                  <a:lnTo>
                    <a:pt x="127193" y="311419"/>
                  </a:lnTo>
                  <a:lnTo>
                    <a:pt x="126155" y="319158"/>
                  </a:lnTo>
                  <a:lnTo>
                    <a:pt x="125463" y="319931"/>
                  </a:lnTo>
                  <a:lnTo>
                    <a:pt x="121218" y="316809"/>
                  </a:lnTo>
                  <a:lnTo>
                    <a:pt x="120359" y="317277"/>
                  </a:lnTo>
                  <a:lnTo>
                    <a:pt x="119620" y="318184"/>
                  </a:lnTo>
                  <a:lnTo>
                    <a:pt x="117249" y="322730"/>
                  </a:lnTo>
                  <a:lnTo>
                    <a:pt x="116076" y="326365"/>
                  </a:lnTo>
                  <a:lnTo>
                    <a:pt x="115435" y="331210"/>
                  </a:lnTo>
                  <a:lnTo>
                    <a:pt x="115526" y="332699"/>
                  </a:lnTo>
                  <a:lnTo>
                    <a:pt x="115544" y="334380"/>
                  </a:lnTo>
                  <a:lnTo>
                    <a:pt x="115127" y="335297"/>
                  </a:lnTo>
                  <a:lnTo>
                    <a:pt x="114555" y="335632"/>
                  </a:lnTo>
                  <a:lnTo>
                    <a:pt x="114043" y="335573"/>
                  </a:lnTo>
                  <a:lnTo>
                    <a:pt x="112072" y="334576"/>
                  </a:lnTo>
                  <a:lnTo>
                    <a:pt x="111453" y="335005"/>
                  </a:lnTo>
                  <a:lnTo>
                    <a:pt x="111187" y="337395"/>
                  </a:lnTo>
                  <a:lnTo>
                    <a:pt x="111229" y="342615"/>
                  </a:lnTo>
                  <a:lnTo>
                    <a:pt x="110797" y="346162"/>
                  </a:lnTo>
                  <a:lnTo>
                    <a:pt x="109625" y="347257"/>
                  </a:lnTo>
                  <a:lnTo>
                    <a:pt x="108722" y="348655"/>
                  </a:lnTo>
                  <a:lnTo>
                    <a:pt x="108010" y="349059"/>
                  </a:lnTo>
                  <a:lnTo>
                    <a:pt x="107416" y="348720"/>
                  </a:lnTo>
                  <a:lnTo>
                    <a:pt x="103989" y="343421"/>
                  </a:lnTo>
                  <a:lnTo>
                    <a:pt x="102831" y="342574"/>
                  </a:lnTo>
                  <a:lnTo>
                    <a:pt x="101549" y="343158"/>
                  </a:lnTo>
                  <a:lnTo>
                    <a:pt x="100317" y="345410"/>
                  </a:lnTo>
                  <a:lnTo>
                    <a:pt x="99760" y="346889"/>
                  </a:lnTo>
                  <a:lnTo>
                    <a:pt x="98989" y="348628"/>
                  </a:lnTo>
                  <a:lnTo>
                    <a:pt x="98125" y="350941"/>
                  </a:lnTo>
                  <a:lnTo>
                    <a:pt x="98352" y="352907"/>
                  </a:lnTo>
                  <a:lnTo>
                    <a:pt x="98964" y="355187"/>
                  </a:lnTo>
                  <a:lnTo>
                    <a:pt x="99401" y="358019"/>
                  </a:lnTo>
                  <a:lnTo>
                    <a:pt x="99378" y="360554"/>
                  </a:lnTo>
                  <a:lnTo>
                    <a:pt x="96250" y="364144"/>
                  </a:lnTo>
                  <a:lnTo>
                    <a:pt x="96506" y="365380"/>
                  </a:lnTo>
                  <a:lnTo>
                    <a:pt x="96974" y="366822"/>
                  </a:lnTo>
                  <a:lnTo>
                    <a:pt x="96979" y="369438"/>
                  </a:lnTo>
                  <a:lnTo>
                    <a:pt x="96891" y="374032"/>
                  </a:lnTo>
                  <a:lnTo>
                    <a:pt x="96259" y="375681"/>
                  </a:lnTo>
                  <a:lnTo>
                    <a:pt x="95443" y="377315"/>
                  </a:lnTo>
                  <a:lnTo>
                    <a:pt x="94938" y="379426"/>
                  </a:lnTo>
                  <a:lnTo>
                    <a:pt x="94441" y="380455"/>
                  </a:lnTo>
                  <a:lnTo>
                    <a:pt x="93551" y="381756"/>
                  </a:lnTo>
                  <a:lnTo>
                    <a:pt x="92334" y="383058"/>
                  </a:lnTo>
                  <a:lnTo>
                    <a:pt x="90224" y="384205"/>
                  </a:lnTo>
                  <a:lnTo>
                    <a:pt x="88534" y="384967"/>
                  </a:lnTo>
                  <a:lnTo>
                    <a:pt x="87897" y="385710"/>
                  </a:lnTo>
                  <a:lnTo>
                    <a:pt x="87001" y="387249"/>
                  </a:lnTo>
                  <a:lnTo>
                    <a:pt x="86285" y="389092"/>
                  </a:lnTo>
                  <a:lnTo>
                    <a:pt x="86114" y="391086"/>
                  </a:lnTo>
                  <a:lnTo>
                    <a:pt x="86256" y="393365"/>
                  </a:lnTo>
                  <a:lnTo>
                    <a:pt x="86505" y="395240"/>
                  </a:lnTo>
                  <a:lnTo>
                    <a:pt x="86820" y="396514"/>
                  </a:lnTo>
                  <a:lnTo>
                    <a:pt x="87010" y="398118"/>
                  </a:lnTo>
                  <a:lnTo>
                    <a:pt x="86753" y="402452"/>
                  </a:lnTo>
                  <a:lnTo>
                    <a:pt x="86141" y="407470"/>
                  </a:lnTo>
                  <a:lnTo>
                    <a:pt x="85554" y="409707"/>
                  </a:lnTo>
                  <a:lnTo>
                    <a:pt x="84606" y="410935"/>
                  </a:lnTo>
                  <a:lnTo>
                    <a:pt x="83789" y="412304"/>
                  </a:lnTo>
                  <a:lnTo>
                    <a:pt x="84059" y="415594"/>
                  </a:lnTo>
                  <a:lnTo>
                    <a:pt x="84201" y="420312"/>
                  </a:lnTo>
                  <a:lnTo>
                    <a:pt x="83971" y="424077"/>
                  </a:lnTo>
                  <a:lnTo>
                    <a:pt x="83930" y="426408"/>
                  </a:lnTo>
                  <a:lnTo>
                    <a:pt x="83584" y="428820"/>
                  </a:lnTo>
                  <a:lnTo>
                    <a:pt x="83381" y="430517"/>
                  </a:lnTo>
                  <a:lnTo>
                    <a:pt x="82973" y="430105"/>
                  </a:lnTo>
                  <a:lnTo>
                    <a:pt x="81274" y="430305"/>
                  </a:lnTo>
                  <a:lnTo>
                    <a:pt x="79428" y="431594"/>
                  </a:lnTo>
                  <a:lnTo>
                    <a:pt x="78782" y="432623"/>
                  </a:lnTo>
                  <a:lnTo>
                    <a:pt x="78642" y="434027"/>
                  </a:lnTo>
                  <a:lnTo>
                    <a:pt x="78233" y="434976"/>
                  </a:lnTo>
                  <a:lnTo>
                    <a:pt x="77641" y="436040"/>
                  </a:lnTo>
                  <a:lnTo>
                    <a:pt x="77075" y="437348"/>
                  </a:lnTo>
                  <a:lnTo>
                    <a:pt x="76055" y="437139"/>
                  </a:lnTo>
                  <a:lnTo>
                    <a:pt x="75072" y="436246"/>
                  </a:lnTo>
                  <a:lnTo>
                    <a:pt x="74560" y="435375"/>
                  </a:lnTo>
                  <a:lnTo>
                    <a:pt x="74523" y="434855"/>
                  </a:lnTo>
                  <a:lnTo>
                    <a:pt x="74848" y="433580"/>
                  </a:lnTo>
                  <a:lnTo>
                    <a:pt x="75124" y="432189"/>
                  </a:lnTo>
                  <a:lnTo>
                    <a:pt x="75148" y="431277"/>
                  </a:lnTo>
                  <a:lnTo>
                    <a:pt x="74814" y="429032"/>
                  </a:lnTo>
                  <a:lnTo>
                    <a:pt x="74543" y="426614"/>
                  </a:lnTo>
                  <a:lnTo>
                    <a:pt x="74655" y="425449"/>
                  </a:lnTo>
                  <a:lnTo>
                    <a:pt x="74413" y="421891"/>
                  </a:lnTo>
                  <a:lnTo>
                    <a:pt x="74279" y="421710"/>
                  </a:lnTo>
                  <a:lnTo>
                    <a:pt x="72989" y="422633"/>
                  </a:lnTo>
                  <a:lnTo>
                    <a:pt x="72514" y="422861"/>
                  </a:lnTo>
                  <a:lnTo>
                    <a:pt x="72246" y="423255"/>
                  </a:lnTo>
                  <a:lnTo>
                    <a:pt x="72163" y="423936"/>
                  </a:lnTo>
                  <a:lnTo>
                    <a:pt x="72472" y="426193"/>
                  </a:lnTo>
                  <a:lnTo>
                    <a:pt x="72270" y="426584"/>
                  </a:lnTo>
                  <a:lnTo>
                    <a:pt x="71546" y="426521"/>
                  </a:lnTo>
                  <a:lnTo>
                    <a:pt x="70534" y="425777"/>
                  </a:lnTo>
                  <a:lnTo>
                    <a:pt x="69429" y="423708"/>
                  </a:lnTo>
                  <a:lnTo>
                    <a:pt x="69155" y="424377"/>
                  </a:lnTo>
                  <a:lnTo>
                    <a:pt x="69034" y="426025"/>
                  </a:lnTo>
                  <a:lnTo>
                    <a:pt x="68962" y="427976"/>
                  </a:lnTo>
                  <a:lnTo>
                    <a:pt x="69242" y="431517"/>
                  </a:lnTo>
                  <a:lnTo>
                    <a:pt x="68946" y="432779"/>
                  </a:lnTo>
                  <a:lnTo>
                    <a:pt x="68207" y="432553"/>
                  </a:lnTo>
                  <a:lnTo>
                    <a:pt x="67214" y="432557"/>
                  </a:lnTo>
                  <a:lnTo>
                    <a:pt x="66348" y="432909"/>
                  </a:lnTo>
                  <a:lnTo>
                    <a:pt x="65774" y="432990"/>
                  </a:lnTo>
                  <a:lnTo>
                    <a:pt x="65414" y="434254"/>
                  </a:lnTo>
                  <a:lnTo>
                    <a:pt x="65263" y="435663"/>
                  </a:lnTo>
                  <a:lnTo>
                    <a:pt x="65608" y="437233"/>
                  </a:lnTo>
                  <a:lnTo>
                    <a:pt x="65554" y="437898"/>
                  </a:lnTo>
                  <a:lnTo>
                    <a:pt x="65291" y="438506"/>
                  </a:lnTo>
                  <a:lnTo>
                    <a:pt x="64950" y="438872"/>
                  </a:lnTo>
                  <a:lnTo>
                    <a:pt x="64671" y="438827"/>
                  </a:lnTo>
                  <a:lnTo>
                    <a:pt x="63867" y="437092"/>
                  </a:lnTo>
                  <a:lnTo>
                    <a:pt x="62911" y="436437"/>
                  </a:lnTo>
                  <a:lnTo>
                    <a:pt x="60680" y="435441"/>
                  </a:lnTo>
                  <a:lnTo>
                    <a:pt x="60410" y="433055"/>
                  </a:lnTo>
                  <a:lnTo>
                    <a:pt x="60043" y="433020"/>
                  </a:lnTo>
                  <a:lnTo>
                    <a:pt x="59528" y="431760"/>
                  </a:lnTo>
                  <a:lnTo>
                    <a:pt x="59017" y="430110"/>
                  </a:lnTo>
                  <a:lnTo>
                    <a:pt x="58587" y="430198"/>
                  </a:lnTo>
                  <a:lnTo>
                    <a:pt x="58225" y="430658"/>
                  </a:lnTo>
                  <a:lnTo>
                    <a:pt x="57003" y="430475"/>
                  </a:lnTo>
                  <a:lnTo>
                    <a:pt x="55918" y="432991"/>
                  </a:lnTo>
                  <a:lnTo>
                    <a:pt x="55114" y="436115"/>
                  </a:lnTo>
                  <a:lnTo>
                    <a:pt x="54252" y="437617"/>
                  </a:lnTo>
                  <a:lnTo>
                    <a:pt x="53304" y="438275"/>
                  </a:lnTo>
                  <a:lnTo>
                    <a:pt x="52937" y="438304"/>
                  </a:lnTo>
                  <a:lnTo>
                    <a:pt x="53137" y="436323"/>
                  </a:lnTo>
                  <a:lnTo>
                    <a:pt x="52998" y="434878"/>
                  </a:lnTo>
                  <a:lnTo>
                    <a:pt x="52732" y="433594"/>
                  </a:lnTo>
                  <a:lnTo>
                    <a:pt x="49965" y="430163"/>
                  </a:lnTo>
                  <a:lnTo>
                    <a:pt x="49531" y="428745"/>
                  </a:lnTo>
                  <a:lnTo>
                    <a:pt x="49100" y="424856"/>
                  </a:lnTo>
                  <a:lnTo>
                    <a:pt x="48822" y="420958"/>
                  </a:lnTo>
                  <a:lnTo>
                    <a:pt x="48852" y="418670"/>
                  </a:lnTo>
                  <a:lnTo>
                    <a:pt x="49041" y="416627"/>
                  </a:lnTo>
                  <a:lnTo>
                    <a:pt x="48962" y="415041"/>
                  </a:lnTo>
                  <a:lnTo>
                    <a:pt x="48658" y="413833"/>
                  </a:lnTo>
                  <a:lnTo>
                    <a:pt x="47830" y="412672"/>
                  </a:lnTo>
                  <a:lnTo>
                    <a:pt x="46964" y="412126"/>
                  </a:lnTo>
                  <a:lnTo>
                    <a:pt x="45868" y="413654"/>
                  </a:lnTo>
                  <a:lnTo>
                    <a:pt x="45341" y="413942"/>
                  </a:lnTo>
                  <a:lnTo>
                    <a:pt x="44848" y="413838"/>
                  </a:lnTo>
                  <a:lnTo>
                    <a:pt x="44595" y="413276"/>
                  </a:lnTo>
                  <a:lnTo>
                    <a:pt x="44629" y="412497"/>
                  </a:lnTo>
                  <a:lnTo>
                    <a:pt x="45821" y="408326"/>
                  </a:lnTo>
                  <a:lnTo>
                    <a:pt x="46401" y="406585"/>
                  </a:lnTo>
                  <a:lnTo>
                    <a:pt x="47102" y="405261"/>
                  </a:lnTo>
                  <a:lnTo>
                    <a:pt x="47573" y="404552"/>
                  </a:lnTo>
                  <a:lnTo>
                    <a:pt x="47877" y="403527"/>
                  </a:lnTo>
                  <a:lnTo>
                    <a:pt x="47904" y="402725"/>
                  </a:lnTo>
                  <a:lnTo>
                    <a:pt x="47793" y="402142"/>
                  </a:lnTo>
                  <a:lnTo>
                    <a:pt x="47013" y="401376"/>
                  </a:lnTo>
                  <a:lnTo>
                    <a:pt x="45803" y="399430"/>
                  </a:lnTo>
                  <a:lnTo>
                    <a:pt x="45157" y="399222"/>
                  </a:lnTo>
                  <a:lnTo>
                    <a:pt x="44616" y="398339"/>
                  </a:lnTo>
                  <a:lnTo>
                    <a:pt x="44043" y="395302"/>
                  </a:lnTo>
                  <a:lnTo>
                    <a:pt x="43775" y="394719"/>
                  </a:lnTo>
                  <a:lnTo>
                    <a:pt x="43200" y="394401"/>
                  </a:lnTo>
                  <a:lnTo>
                    <a:pt x="42678" y="393663"/>
                  </a:lnTo>
                  <a:lnTo>
                    <a:pt x="42702" y="389706"/>
                  </a:lnTo>
                  <a:lnTo>
                    <a:pt x="42724" y="386297"/>
                  </a:lnTo>
                  <a:lnTo>
                    <a:pt x="41545" y="380800"/>
                  </a:lnTo>
                  <a:lnTo>
                    <a:pt x="41088" y="377341"/>
                  </a:lnTo>
                  <a:lnTo>
                    <a:pt x="40495" y="373786"/>
                  </a:lnTo>
                  <a:lnTo>
                    <a:pt x="39950" y="372118"/>
                  </a:lnTo>
                  <a:lnTo>
                    <a:pt x="38995" y="370712"/>
                  </a:lnTo>
                  <a:lnTo>
                    <a:pt x="37822" y="369739"/>
                  </a:lnTo>
                  <a:lnTo>
                    <a:pt x="36780" y="369520"/>
                  </a:lnTo>
                  <a:lnTo>
                    <a:pt x="35975" y="369844"/>
                  </a:lnTo>
                  <a:lnTo>
                    <a:pt x="35603" y="370277"/>
                  </a:lnTo>
                  <a:lnTo>
                    <a:pt x="35624" y="370940"/>
                  </a:lnTo>
                  <a:lnTo>
                    <a:pt x="36276" y="373192"/>
                  </a:lnTo>
                  <a:lnTo>
                    <a:pt x="36391" y="374441"/>
                  </a:lnTo>
                  <a:lnTo>
                    <a:pt x="36284" y="375652"/>
                  </a:lnTo>
                  <a:lnTo>
                    <a:pt x="36063" y="376460"/>
                  </a:lnTo>
                  <a:lnTo>
                    <a:pt x="35484" y="376548"/>
                  </a:lnTo>
                  <a:lnTo>
                    <a:pt x="34474" y="377250"/>
                  </a:lnTo>
                  <a:lnTo>
                    <a:pt x="33229" y="378615"/>
                  </a:lnTo>
                  <a:lnTo>
                    <a:pt x="32358" y="379778"/>
                  </a:lnTo>
                  <a:lnTo>
                    <a:pt x="31662" y="382752"/>
                  </a:lnTo>
                  <a:lnTo>
                    <a:pt x="31177" y="383123"/>
                  </a:lnTo>
                  <a:lnTo>
                    <a:pt x="30354" y="382752"/>
                  </a:lnTo>
                  <a:lnTo>
                    <a:pt x="28011" y="380566"/>
                  </a:lnTo>
                  <a:lnTo>
                    <a:pt x="26080" y="378764"/>
                  </a:lnTo>
                  <a:lnTo>
                    <a:pt x="24750" y="377724"/>
                  </a:lnTo>
                  <a:lnTo>
                    <a:pt x="23948" y="378385"/>
                  </a:lnTo>
                  <a:lnTo>
                    <a:pt x="23542" y="378702"/>
                  </a:lnTo>
                  <a:lnTo>
                    <a:pt x="22394" y="379910"/>
                  </a:lnTo>
                  <a:lnTo>
                    <a:pt x="20868" y="384294"/>
                  </a:lnTo>
                  <a:lnTo>
                    <a:pt x="20504" y="385744"/>
                  </a:lnTo>
                  <a:lnTo>
                    <a:pt x="20199" y="386208"/>
                  </a:lnTo>
                  <a:lnTo>
                    <a:pt x="19784" y="386979"/>
                  </a:lnTo>
                  <a:lnTo>
                    <a:pt x="19390" y="387000"/>
                  </a:lnTo>
                  <a:lnTo>
                    <a:pt x="19073" y="386476"/>
                  </a:lnTo>
                  <a:lnTo>
                    <a:pt x="18973" y="386157"/>
                  </a:lnTo>
                  <a:lnTo>
                    <a:pt x="18190" y="382994"/>
                  </a:lnTo>
                  <a:lnTo>
                    <a:pt x="17330" y="379520"/>
                  </a:lnTo>
                  <a:lnTo>
                    <a:pt x="16626" y="377944"/>
                  </a:lnTo>
                  <a:lnTo>
                    <a:pt x="15746" y="377875"/>
                  </a:lnTo>
                  <a:lnTo>
                    <a:pt x="14990" y="378960"/>
                  </a:lnTo>
                  <a:lnTo>
                    <a:pt x="14207" y="381200"/>
                  </a:lnTo>
                  <a:lnTo>
                    <a:pt x="13215" y="383273"/>
                  </a:lnTo>
                  <a:lnTo>
                    <a:pt x="12585" y="383887"/>
                  </a:lnTo>
                  <a:lnTo>
                    <a:pt x="12036" y="383551"/>
                  </a:lnTo>
                  <a:lnTo>
                    <a:pt x="10685" y="380934"/>
                  </a:lnTo>
                  <a:lnTo>
                    <a:pt x="9726" y="379074"/>
                  </a:lnTo>
                  <a:lnTo>
                    <a:pt x="9605" y="378138"/>
                  </a:lnTo>
                  <a:lnTo>
                    <a:pt x="9946" y="376704"/>
                  </a:lnTo>
                  <a:lnTo>
                    <a:pt x="10279" y="374574"/>
                  </a:lnTo>
                  <a:lnTo>
                    <a:pt x="10643" y="372847"/>
                  </a:lnTo>
                  <a:lnTo>
                    <a:pt x="10997" y="372058"/>
                  </a:lnTo>
                  <a:lnTo>
                    <a:pt x="11083" y="369846"/>
                  </a:lnTo>
                  <a:lnTo>
                    <a:pt x="10264" y="368289"/>
                  </a:lnTo>
                  <a:lnTo>
                    <a:pt x="10242" y="367527"/>
                  </a:lnTo>
                  <a:lnTo>
                    <a:pt x="10322" y="365463"/>
                  </a:lnTo>
                  <a:lnTo>
                    <a:pt x="10689" y="361092"/>
                  </a:lnTo>
                  <a:lnTo>
                    <a:pt x="10651" y="359426"/>
                  </a:lnTo>
                  <a:lnTo>
                    <a:pt x="10985" y="356172"/>
                  </a:lnTo>
                  <a:lnTo>
                    <a:pt x="10447" y="354706"/>
                  </a:lnTo>
                  <a:lnTo>
                    <a:pt x="10321" y="353624"/>
                  </a:lnTo>
                  <a:lnTo>
                    <a:pt x="9721" y="351889"/>
                  </a:lnTo>
                  <a:lnTo>
                    <a:pt x="9030" y="349427"/>
                  </a:lnTo>
                  <a:lnTo>
                    <a:pt x="8871" y="347456"/>
                  </a:lnTo>
                  <a:lnTo>
                    <a:pt x="8628" y="345888"/>
                  </a:lnTo>
                  <a:lnTo>
                    <a:pt x="7967" y="343529"/>
                  </a:lnTo>
                  <a:lnTo>
                    <a:pt x="7479" y="343159"/>
                  </a:lnTo>
                  <a:lnTo>
                    <a:pt x="6445" y="342800"/>
                  </a:lnTo>
                  <a:lnTo>
                    <a:pt x="6273" y="343611"/>
                  </a:lnTo>
                  <a:lnTo>
                    <a:pt x="5889" y="344787"/>
                  </a:lnTo>
                  <a:lnTo>
                    <a:pt x="5539" y="345126"/>
                  </a:lnTo>
                  <a:lnTo>
                    <a:pt x="4970" y="343686"/>
                  </a:lnTo>
                  <a:lnTo>
                    <a:pt x="4755" y="342452"/>
                  </a:lnTo>
                  <a:lnTo>
                    <a:pt x="4763" y="341326"/>
                  </a:lnTo>
                  <a:lnTo>
                    <a:pt x="3992" y="339362"/>
                  </a:lnTo>
                  <a:lnTo>
                    <a:pt x="2793" y="335752"/>
                  </a:lnTo>
                  <a:lnTo>
                    <a:pt x="2918" y="332773"/>
                  </a:lnTo>
                  <a:lnTo>
                    <a:pt x="3657" y="331171"/>
                  </a:lnTo>
                  <a:lnTo>
                    <a:pt x="3877" y="329963"/>
                  </a:lnTo>
                  <a:lnTo>
                    <a:pt x="3945" y="328594"/>
                  </a:lnTo>
                  <a:lnTo>
                    <a:pt x="3609" y="326955"/>
                  </a:lnTo>
                  <a:lnTo>
                    <a:pt x="3214" y="325658"/>
                  </a:lnTo>
                  <a:lnTo>
                    <a:pt x="3324" y="322787"/>
                  </a:lnTo>
                  <a:lnTo>
                    <a:pt x="3225" y="318807"/>
                  </a:lnTo>
                  <a:lnTo>
                    <a:pt x="2619" y="316806"/>
                  </a:lnTo>
                  <a:lnTo>
                    <a:pt x="2069" y="315356"/>
                  </a:lnTo>
                  <a:lnTo>
                    <a:pt x="1300" y="313779"/>
                  </a:lnTo>
                  <a:lnTo>
                    <a:pt x="644" y="311358"/>
                  </a:lnTo>
                  <a:lnTo>
                    <a:pt x="910" y="308032"/>
                  </a:lnTo>
                  <a:lnTo>
                    <a:pt x="1161" y="305757"/>
                  </a:lnTo>
                  <a:lnTo>
                    <a:pt x="0" y="301003"/>
                  </a:lnTo>
                  <a:lnTo>
                    <a:pt x="2170" y="302884"/>
                  </a:lnTo>
                  <a:lnTo>
                    <a:pt x="2456" y="302264"/>
                  </a:lnTo>
                  <a:lnTo>
                    <a:pt x="3196" y="301124"/>
                  </a:lnTo>
                  <a:lnTo>
                    <a:pt x="4191" y="298702"/>
                  </a:lnTo>
                  <a:lnTo>
                    <a:pt x="5031" y="295503"/>
                  </a:lnTo>
                  <a:lnTo>
                    <a:pt x="5409" y="291537"/>
                  </a:lnTo>
                  <a:lnTo>
                    <a:pt x="5575" y="288124"/>
                  </a:lnTo>
                  <a:lnTo>
                    <a:pt x="5949" y="285233"/>
                  </a:lnTo>
                  <a:lnTo>
                    <a:pt x="6422" y="282786"/>
                  </a:lnTo>
                  <a:lnTo>
                    <a:pt x="7462" y="280229"/>
                  </a:lnTo>
                  <a:lnTo>
                    <a:pt x="8439" y="278421"/>
                  </a:lnTo>
                  <a:lnTo>
                    <a:pt x="9599" y="276543"/>
                  </a:lnTo>
                  <a:lnTo>
                    <a:pt x="10185" y="276880"/>
                  </a:lnTo>
                  <a:lnTo>
                    <a:pt x="11290" y="279499"/>
                  </a:lnTo>
                  <a:lnTo>
                    <a:pt x="13712" y="284763"/>
                  </a:lnTo>
                  <a:lnTo>
                    <a:pt x="15710" y="288774"/>
                  </a:lnTo>
                  <a:lnTo>
                    <a:pt x="16441" y="290895"/>
                  </a:lnTo>
                  <a:lnTo>
                    <a:pt x="17090" y="290913"/>
                  </a:lnTo>
                  <a:lnTo>
                    <a:pt x="18084" y="287035"/>
                  </a:lnTo>
                  <a:lnTo>
                    <a:pt x="19109" y="283691"/>
                  </a:lnTo>
                  <a:lnTo>
                    <a:pt x="19546" y="282871"/>
                  </a:lnTo>
                  <a:lnTo>
                    <a:pt x="20904" y="282510"/>
                  </a:lnTo>
                  <a:lnTo>
                    <a:pt x="22056" y="282365"/>
                  </a:lnTo>
                  <a:lnTo>
                    <a:pt x="23060" y="282419"/>
                  </a:lnTo>
                  <a:lnTo>
                    <a:pt x="24907" y="283067"/>
                  </a:lnTo>
                  <a:lnTo>
                    <a:pt x="25751" y="283657"/>
                  </a:lnTo>
                  <a:lnTo>
                    <a:pt x="26543" y="284022"/>
                  </a:lnTo>
                  <a:lnTo>
                    <a:pt x="28865" y="284315"/>
                  </a:lnTo>
                  <a:lnTo>
                    <a:pt x="31164" y="283497"/>
                  </a:lnTo>
                  <a:lnTo>
                    <a:pt x="33351" y="282440"/>
                  </a:lnTo>
                  <a:lnTo>
                    <a:pt x="34967" y="281821"/>
                  </a:lnTo>
                  <a:lnTo>
                    <a:pt x="35048" y="280241"/>
                  </a:lnTo>
                  <a:lnTo>
                    <a:pt x="34957" y="278374"/>
                  </a:lnTo>
                  <a:lnTo>
                    <a:pt x="35218" y="276950"/>
                  </a:lnTo>
                  <a:lnTo>
                    <a:pt x="35727" y="275632"/>
                  </a:lnTo>
                  <a:lnTo>
                    <a:pt x="36156" y="275344"/>
                  </a:lnTo>
                  <a:lnTo>
                    <a:pt x="36342" y="279827"/>
                  </a:lnTo>
                  <a:lnTo>
                    <a:pt x="36857" y="280502"/>
                  </a:lnTo>
                  <a:lnTo>
                    <a:pt x="38300" y="280701"/>
                  </a:lnTo>
                  <a:lnTo>
                    <a:pt x="40641" y="280701"/>
                  </a:lnTo>
                  <a:lnTo>
                    <a:pt x="43158" y="280701"/>
                  </a:lnTo>
                  <a:lnTo>
                    <a:pt x="45675" y="280700"/>
                  </a:lnTo>
                  <a:lnTo>
                    <a:pt x="48192" y="280700"/>
                  </a:lnTo>
                  <a:lnTo>
                    <a:pt x="50708" y="280700"/>
                  </a:lnTo>
                  <a:lnTo>
                    <a:pt x="53225" y="280700"/>
                  </a:lnTo>
                  <a:lnTo>
                    <a:pt x="55741" y="280700"/>
                  </a:lnTo>
                  <a:lnTo>
                    <a:pt x="58259" y="280700"/>
                  </a:lnTo>
                  <a:lnTo>
                    <a:pt x="60775" y="280698"/>
                  </a:lnTo>
                  <a:lnTo>
                    <a:pt x="63292" y="280698"/>
                  </a:lnTo>
                  <a:lnTo>
                    <a:pt x="65808" y="280698"/>
                  </a:lnTo>
                  <a:lnTo>
                    <a:pt x="68325" y="280698"/>
                  </a:lnTo>
                  <a:lnTo>
                    <a:pt x="70842" y="280698"/>
                  </a:lnTo>
                  <a:lnTo>
                    <a:pt x="73358" y="280698"/>
                  </a:lnTo>
                  <a:lnTo>
                    <a:pt x="75875" y="280697"/>
                  </a:lnTo>
                  <a:lnTo>
                    <a:pt x="78392" y="280695"/>
                  </a:lnTo>
                  <a:lnTo>
                    <a:pt x="80908" y="280695"/>
                  </a:lnTo>
                  <a:lnTo>
                    <a:pt x="83517" y="280695"/>
                  </a:lnTo>
                  <a:lnTo>
                    <a:pt x="84219" y="272034"/>
                  </a:lnTo>
                  <a:lnTo>
                    <a:pt x="84861" y="264100"/>
                  </a:lnTo>
                  <a:lnTo>
                    <a:pt x="85400" y="257453"/>
                  </a:lnTo>
                  <a:lnTo>
                    <a:pt x="83552" y="252749"/>
                  </a:lnTo>
                  <a:lnTo>
                    <a:pt x="82083" y="249008"/>
                  </a:lnTo>
                  <a:lnTo>
                    <a:pt x="81743" y="241889"/>
                  </a:lnTo>
                  <a:lnTo>
                    <a:pt x="81391" y="234541"/>
                  </a:lnTo>
                  <a:lnTo>
                    <a:pt x="81040" y="227194"/>
                  </a:lnTo>
                  <a:lnTo>
                    <a:pt x="80689" y="219846"/>
                  </a:lnTo>
                  <a:lnTo>
                    <a:pt x="80337" y="212497"/>
                  </a:lnTo>
                  <a:lnTo>
                    <a:pt x="79986" y="205149"/>
                  </a:lnTo>
                  <a:lnTo>
                    <a:pt x="79635" y="197802"/>
                  </a:lnTo>
                  <a:lnTo>
                    <a:pt x="79283" y="190454"/>
                  </a:lnTo>
                  <a:lnTo>
                    <a:pt x="78932" y="183107"/>
                  </a:lnTo>
                  <a:lnTo>
                    <a:pt x="78581" y="175760"/>
                  </a:lnTo>
                  <a:lnTo>
                    <a:pt x="78229" y="168412"/>
                  </a:lnTo>
                  <a:lnTo>
                    <a:pt x="77878" y="161063"/>
                  </a:lnTo>
                  <a:lnTo>
                    <a:pt x="77526" y="153717"/>
                  </a:lnTo>
                  <a:lnTo>
                    <a:pt x="77175" y="146368"/>
                  </a:lnTo>
                  <a:lnTo>
                    <a:pt x="76824" y="139020"/>
                  </a:lnTo>
                  <a:lnTo>
                    <a:pt x="76472" y="131673"/>
                  </a:lnTo>
                  <a:lnTo>
                    <a:pt x="76121" y="124325"/>
                  </a:lnTo>
                  <a:lnTo>
                    <a:pt x="75769" y="116976"/>
                  </a:lnTo>
                  <a:lnTo>
                    <a:pt x="75418" y="109628"/>
                  </a:lnTo>
                  <a:lnTo>
                    <a:pt x="75067" y="102281"/>
                  </a:lnTo>
                  <a:lnTo>
                    <a:pt x="74716" y="94933"/>
                  </a:lnTo>
                  <a:lnTo>
                    <a:pt x="74364" y="87585"/>
                  </a:lnTo>
                  <a:lnTo>
                    <a:pt x="74012" y="80238"/>
                  </a:lnTo>
                  <a:lnTo>
                    <a:pt x="73662" y="72890"/>
                  </a:lnTo>
                  <a:lnTo>
                    <a:pt x="73310" y="65543"/>
                  </a:lnTo>
                  <a:lnTo>
                    <a:pt x="72959" y="58196"/>
                  </a:lnTo>
                  <a:lnTo>
                    <a:pt x="72607" y="50848"/>
                  </a:lnTo>
                  <a:lnTo>
                    <a:pt x="72256" y="43499"/>
                  </a:lnTo>
                  <a:lnTo>
                    <a:pt x="71905" y="36151"/>
                  </a:lnTo>
                  <a:lnTo>
                    <a:pt x="71553" y="28804"/>
                  </a:lnTo>
                  <a:lnTo>
                    <a:pt x="71202" y="21456"/>
                  </a:lnTo>
                  <a:lnTo>
                    <a:pt x="70850" y="14107"/>
                  </a:lnTo>
                  <a:lnTo>
                    <a:pt x="70500" y="6761"/>
                  </a:lnTo>
                  <a:lnTo>
                    <a:pt x="70170" y="28"/>
                  </a:lnTo>
                  <a:lnTo>
                    <a:pt x="73957" y="23"/>
                  </a:lnTo>
                  <a:lnTo>
                    <a:pt x="77997" y="18"/>
                  </a:lnTo>
                  <a:lnTo>
                    <a:pt x="81934" y="12"/>
                  </a:lnTo>
                  <a:lnTo>
                    <a:pt x="87707" y="5"/>
                  </a:lnTo>
                  <a:lnTo>
                    <a:pt x="92030" y="0"/>
                  </a:lnTo>
                  <a:lnTo>
                    <a:pt x="95801" y="5647"/>
                  </a:lnTo>
                  <a:lnTo>
                    <a:pt x="99215" y="10994"/>
                  </a:lnTo>
                  <a:lnTo>
                    <a:pt x="103257" y="17319"/>
                  </a:lnTo>
                  <a:lnTo>
                    <a:pt x="107297" y="23646"/>
                  </a:lnTo>
                  <a:lnTo>
                    <a:pt x="111339" y="29973"/>
                  </a:lnTo>
                  <a:lnTo>
                    <a:pt x="115380" y="36299"/>
                  </a:lnTo>
                  <a:lnTo>
                    <a:pt x="119420" y="42626"/>
                  </a:lnTo>
                  <a:lnTo>
                    <a:pt x="123462" y="48955"/>
                  </a:lnTo>
                  <a:lnTo>
                    <a:pt x="127503" y="55280"/>
                  </a:lnTo>
                  <a:lnTo>
                    <a:pt x="131544" y="61608"/>
                  </a:lnTo>
                  <a:lnTo>
                    <a:pt x="135585" y="67935"/>
                  </a:lnTo>
                  <a:lnTo>
                    <a:pt x="139626" y="74260"/>
                  </a:lnTo>
                  <a:lnTo>
                    <a:pt x="143667" y="80588"/>
                  </a:lnTo>
                  <a:lnTo>
                    <a:pt x="147708" y="86915"/>
                  </a:lnTo>
                  <a:lnTo>
                    <a:pt x="151540" y="92912"/>
                  </a:lnTo>
                  <a:lnTo>
                    <a:pt x="151750" y="93241"/>
                  </a:lnTo>
                  <a:lnTo>
                    <a:pt x="155790" y="99569"/>
                  </a:lnTo>
                  <a:lnTo>
                    <a:pt x="159831" y="105896"/>
                  </a:lnTo>
                  <a:lnTo>
                    <a:pt x="163873" y="112222"/>
                  </a:lnTo>
                  <a:lnTo>
                    <a:pt x="165675" y="115045"/>
                  </a:lnTo>
                  <a:lnTo>
                    <a:pt x="165844" y="116219"/>
                  </a:lnTo>
                  <a:lnTo>
                    <a:pt x="166012" y="118598"/>
                  </a:lnTo>
                  <a:lnTo>
                    <a:pt x="165904" y="121278"/>
                  </a:lnTo>
                  <a:lnTo>
                    <a:pt x="165925" y="123461"/>
                  </a:lnTo>
                  <a:lnTo>
                    <a:pt x="166457" y="124942"/>
                  </a:lnTo>
                  <a:lnTo>
                    <a:pt x="167461" y="126529"/>
                  </a:lnTo>
                  <a:lnTo>
                    <a:pt x="171415" y="131198"/>
                  </a:lnTo>
                  <a:lnTo>
                    <a:pt x="171728" y="132120"/>
                  </a:lnTo>
                  <a:lnTo>
                    <a:pt x="171868" y="134057"/>
                  </a:lnTo>
                  <a:lnTo>
                    <a:pt x="172338" y="136434"/>
                  </a:lnTo>
                  <a:lnTo>
                    <a:pt x="173175" y="137817"/>
                  </a:lnTo>
                  <a:lnTo>
                    <a:pt x="174152" y="138842"/>
                  </a:lnTo>
                  <a:lnTo>
                    <a:pt x="175341" y="139557"/>
                  </a:lnTo>
                  <a:lnTo>
                    <a:pt x="178926" y="140293"/>
                  </a:lnTo>
                  <a:lnTo>
                    <a:pt x="179685" y="141401"/>
                  </a:lnTo>
                  <a:lnTo>
                    <a:pt x="181232" y="145728"/>
                  </a:lnTo>
                  <a:lnTo>
                    <a:pt x="182071" y="146580"/>
                  </a:lnTo>
                  <a:lnTo>
                    <a:pt x="184460" y="147824"/>
                  </a:lnTo>
                  <a:lnTo>
                    <a:pt x="186189" y="148518"/>
                  </a:lnTo>
                  <a:lnTo>
                    <a:pt x="186903" y="148916"/>
                  </a:lnTo>
                  <a:lnTo>
                    <a:pt x="188467" y="150079"/>
                  </a:lnTo>
                  <a:lnTo>
                    <a:pt x="190167" y="152041"/>
                  </a:lnTo>
                  <a:lnTo>
                    <a:pt x="191073" y="153829"/>
                  </a:lnTo>
                  <a:lnTo>
                    <a:pt x="191070" y="154389"/>
                  </a:lnTo>
                  <a:lnTo>
                    <a:pt x="191061" y="155939"/>
                  </a:lnTo>
                  <a:lnTo>
                    <a:pt x="191048" y="160605"/>
                  </a:lnTo>
                  <a:lnTo>
                    <a:pt x="191361" y="163170"/>
                  </a:lnTo>
                  <a:lnTo>
                    <a:pt x="191717" y="165021"/>
                  </a:lnTo>
                  <a:lnTo>
                    <a:pt x="191699" y="166154"/>
                  </a:lnTo>
                  <a:lnTo>
                    <a:pt x="191270" y="166957"/>
                  </a:lnTo>
                  <a:lnTo>
                    <a:pt x="190933" y="167943"/>
                  </a:lnTo>
                  <a:lnTo>
                    <a:pt x="190747" y="169240"/>
                  </a:lnTo>
                  <a:lnTo>
                    <a:pt x="190261" y="170895"/>
                  </a:lnTo>
                  <a:lnTo>
                    <a:pt x="189868" y="172729"/>
                  </a:lnTo>
                  <a:lnTo>
                    <a:pt x="190037" y="174115"/>
                  </a:lnTo>
                  <a:lnTo>
                    <a:pt x="190709" y="175010"/>
                  </a:lnTo>
                  <a:lnTo>
                    <a:pt x="191718" y="176771"/>
                  </a:lnTo>
                  <a:lnTo>
                    <a:pt x="192551" y="177507"/>
                  </a:lnTo>
                  <a:lnTo>
                    <a:pt x="192958" y="177559"/>
                  </a:lnTo>
                  <a:lnTo>
                    <a:pt x="193506" y="177506"/>
                  </a:lnTo>
                  <a:lnTo>
                    <a:pt x="193974" y="177278"/>
                  </a:lnTo>
                  <a:lnTo>
                    <a:pt x="196994" y="175935"/>
                  </a:lnTo>
                  <a:lnTo>
                    <a:pt x="199791" y="174689"/>
                  </a:lnTo>
                  <a:close/>
                </a:path>
              </a:pathLst>
            </a:custGeom>
            <a:solidFill>
              <a:srgbClr val="FFE5D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7" name="pg996"/>
            <p:cNvSpPr/>
            <p:nvPr/>
          </p:nvSpPr>
          <p:spPr>
            <a:xfrm>
              <a:off x="3541113" y="2570942"/>
              <a:ext cx="2652" cy="4674"/>
            </a:xfrm>
            <a:custGeom>
              <a:avLst/>
              <a:pathLst>
                <a:path w="2652" h="4674">
                  <a:moveTo>
                    <a:pt x="2652" y="3713"/>
                  </a:moveTo>
                  <a:lnTo>
                    <a:pt x="2239" y="4674"/>
                  </a:lnTo>
                  <a:lnTo>
                    <a:pt x="1050" y="4631"/>
                  </a:lnTo>
                  <a:lnTo>
                    <a:pt x="13" y="3136"/>
                  </a:lnTo>
                  <a:lnTo>
                    <a:pt x="0" y="0"/>
                  </a:lnTo>
                  <a:lnTo>
                    <a:pt x="1197" y="620"/>
                  </a:lnTo>
                  <a:lnTo>
                    <a:pt x="2292" y="272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8" name="pg997"/>
            <p:cNvSpPr/>
            <p:nvPr/>
          </p:nvSpPr>
          <p:spPr>
            <a:xfrm>
              <a:off x="3539004" y="2568065"/>
              <a:ext cx="1734" cy="1880"/>
            </a:xfrm>
            <a:custGeom>
              <a:avLst/>
              <a:pathLst>
                <a:path w="1734" h="1880">
                  <a:moveTo>
                    <a:pt x="1642" y="1424"/>
                  </a:moveTo>
                  <a:lnTo>
                    <a:pt x="903" y="1880"/>
                  </a:lnTo>
                  <a:lnTo>
                    <a:pt x="171" y="991"/>
                  </a:lnTo>
                  <a:lnTo>
                    <a:pt x="0" y="454"/>
                  </a:lnTo>
                  <a:lnTo>
                    <a:pt x="1023" y="0"/>
                  </a:lnTo>
                  <a:lnTo>
                    <a:pt x="1521" y="398"/>
                  </a:lnTo>
                  <a:lnTo>
                    <a:pt x="1734" y="116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9" name="pg998"/>
            <p:cNvSpPr/>
            <p:nvPr/>
          </p:nvSpPr>
          <p:spPr>
            <a:xfrm>
              <a:off x="4574780" y="3337063"/>
              <a:ext cx="2142" cy="5198"/>
            </a:xfrm>
            <a:custGeom>
              <a:avLst/>
              <a:pathLst>
                <a:path w="2142" h="5198">
                  <a:moveTo>
                    <a:pt x="796" y="3482"/>
                  </a:moveTo>
                  <a:lnTo>
                    <a:pt x="201" y="5198"/>
                  </a:lnTo>
                  <a:lnTo>
                    <a:pt x="0" y="5124"/>
                  </a:lnTo>
                  <a:lnTo>
                    <a:pt x="273" y="2265"/>
                  </a:lnTo>
                  <a:lnTo>
                    <a:pt x="1266" y="180"/>
                  </a:lnTo>
                  <a:lnTo>
                    <a:pt x="2142" y="0"/>
                  </a:lnTo>
                  <a:lnTo>
                    <a:pt x="2040" y="1291"/>
                  </a:lnTo>
                  <a:lnTo>
                    <a:pt x="1396" y="2876"/>
                  </a:lnTo>
                  <a:close/>
                </a:path>
              </a:pathLst>
            </a:custGeom>
            <a:solidFill>
              <a:srgbClr val="DCEBD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0" name="pg999"/>
            <p:cNvSpPr/>
            <p:nvPr/>
          </p:nvSpPr>
          <p:spPr>
            <a:xfrm>
              <a:off x="4574316" y="3309612"/>
              <a:ext cx="2628" cy="7104"/>
            </a:xfrm>
            <a:custGeom>
              <a:avLst/>
              <a:pathLst>
                <a:path w="2628" h="7104">
                  <a:moveTo>
                    <a:pt x="1595" y="815"/>
                  </a:moveTo>
                  <a:lnTo>
                    <a:pt x="2628" y="5928"/>
                  </a:lnTo>
                  <a:lnTo>
                    <a:pt x="2516" y="6713"/>
                  </a:lnTo>
                  <a:lnTo>
                    <a:pt x="2357" y="7104"/>
                  </a:lnTo>
                  <a:lnTo>
                    <a:pt x="2113" y="6970"/>
                  </a:lnTo>
                  <a:lnTo>
                    <a:pt x="1699" y="4213"/>
                  </a:lnTo>
                  <a:lnTo>
                    <a:pt x="924" y="2434"/>
                  </a:lnTo>
                  <a:lnTo>
                    <a:pt x="0" y="2768"/>
                  </a:lnTo>
                  <a:lnTo>
                    <a:pt x="766" y="507"/>
                  </a:lnTo>
                  <a:lnTo>
                    <a:pt x="1071" y="0"/>
                  </a:lnTo>
                  <a:close/>
                </a:path>
              </a:pathLst>
            </a:custGeom>
            <a:solidFill>
              <a:srgbClr val="DCEBD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1" name="pg1000"/>
            <p:cNvSpPr/>
            <p:nvPr/>
          </p:nvSpPr>
          <p:spPr>
            <a:xfrm>
              <a:off x="4579214" y="3306461"/>
              <a:ext cx="792" cy="3770"/>
            </a:xfrm>
            <a:custGeom>
              <a:avLst/>
              <a:pathLst>
                <a:path w="792" h="3770">
                  <a:moveTo>
                    <a:pt x="792" y="3706"/>
                  </a:moveTo>
                  <a:lnTo>
                    <a:pt x="512" y="3770"/>
                  </a:lnTo>
                  <a:lnTo>
                    <a:pt x="254" y="3625"/>
                  </a:lnTo>
                  <a:lnTo>
                    <a:pt x="0" y="3168"/>
                  </a:lnTo>
                  <a:lnTo>
                    <a:pt x="606" y="0"/>
                  </a:lnTo>
                  <a:close/>
                </a:path>
              </a:pathLst>
            </a:custGeom>
            <a:solidFill>
              <a:srgbClr val="DCEBD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2" name="pg1001"/>
            <p:cNvSpPr/>
            <p:nvPr/>
          </p:nvSpPr>
          <p:spPr>
            <a:xfrm>
              <a:off x="4575634" y="3285893"/>
              <a:ext cx="1483" cy="9646"/>
            </a:xfrm>
            <a:custGeom>
              <a:avLst/>
              <a:pathLst>
                <a:path w="1483" h="9646">
                  <a:moveTo>
                    <a:pt x="424" y="9006"/>
                  </a:moveTo>
                  <a:lnTo>
                    <a:pt x="272" y="9646"/>
                  </a:lnTo>
                  <a:lnTo>
                    <a:pt x="0" y="9177"/>
                  </a:lnTo>
                  <a:lnTo>
                    <a:pt x="169" y="6377"/>
                  </a:lnTo>
                  <a:lnTo>
                    <a:pt x="638" y="4086"/>
                  </a:lnTo>
                  <a:lnTo>
                    <a:pt x="1120" y="727"/>
                  </a:lnTo>
                  <a:lnTo>
                    <a:pt x="1385" y="0"/>
                  </a:lnTo>
                  <a:lnTo>
                    <a:pt x="1483" y="1776"/>
                  </a:lnTo>
                  <a:lnTo>
                    <a:pt x="1190" y="5582"/>
                  </a:lnTo>
                  <a:lnTo>
                    <a:pt x="937" y="7664"/>
                  </a:lnTo>
                  <a:close/>
                </a:path>
              </a:pathLst>
            </a:custGeom>
            <a:solidFill>
              <a:srgbClr val="DCEBD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3" name="pg1002"/>
            <p:cNvSpPr/>
            <p:nvPr/>
          </p:nvSpPr>
          <p:spPr>
            <a:xfrm>
              <a:off x="4577968" y="3285246"/>
              <a:ext cx="2188" cy="7867"/>
            </a:xfrm>
            <a:custGeom>
              <a:avLst/>
              <a:pathLst>
                <a:path w="2188" h="7867">
                  <a:moveTo>
                    <a:pt x="2188" y="1774"/>
                  </a:moveTo>
                  <a:lnTo>
                    <a:pt x="1875" y="7867"/>
                  </a:lnTo>
                  <a:lnTo>
                    <a:pt x="1090" y="7025"/>
                  </a:lnTo>
                  <a:lnTo>
                    <a:pt x="719" y="7028"/>
                  </a:lnTo>
                  <a:lnTo>
                    <a:pt x="251" y="3586"/>
                  </a:lnTo>
                  <a:lnTo>
                    <a:pt x="284" y="2662"/>
                  </a:lnTo>
                  <a:lnTo>
                    <a:pt x="0" y="396"/>
                  </a:lnTo>
                  <a:lnTo>
                    <a:pt x="1814" y="0"/>
                  </a:lnTo>
                  <a:close/>
                </a:path>
              </a:pathLst>
            </a:custGeom>
            <a:solidFill>
              <a:srgbClr val="DCEBD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4" name="pg1003"/>
            <p:cNvSpPr/>
            <p:nvPr/>
          </p:nvSpPr>
          <p:spPr>
            <a:xfrm>
              <a:off x="4573450" y="3283611"/>
              <a:ext cx="903" cy="6602"/>
            </a:xfrm>
            <a:custGeom>
              <a:avLst/>
              <a:pathLst>
                <a:path w="903" h="6602">
                  <a:moveTo>
                    <a:pt x="803" y="4960"/>
                  </a:moveTo>
                  <a:lnTo>
                    <a:pt x="903" y="6602"/>
                  </a:lnTo>
                  <a:lnTo>
                    <a:pt x="132" y="4856"/>
                  </a:lnTo>
                  <a:lnTo>
                    <a:pt x="0" y="0"/>
                  </a:lnTo>
                  <a:lnTo>
                    <a:pt x="607" y="3060"/>
                  </a:lnTo>
                  <a:lnTo>
                    <a:pt x="868" y="3754"/>
                  </a:lnTo>
                  <a:close/>
                </a:path>
              </a:pathLst>
            </a:custGeom>
            <a:solidFill>
              <a:srgbClr val="DCEBD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5" name="pg1004"/>
            <p:cNvSpPr/>
            <p:nvPr/>
          </p:nvSpPr>
          <p:spPr>
            <a:xfrm>
              <a:off x="4578931" y="3276991"/>
              <a:ext cx="1913" cy="5462"/>
            </a:xfrm>
            <a:custGeom>
              <a:avLst/>
              <a:pathLst>
                <a:path w="1913" h="5462">
                  <a:moveTo>
                    <a:pt x="759" y="5296"/>
                  </a:moveTo>
                  <a:lnTo>
                    <a:pt x="244" y="5462"/>
                  </a:lnTo>
                  <a:lnTo>
                    <a:pt x="0" y="679"/>
                  </a:lnTo>
                  <a:lnTo>
                    <a:pt x="144" y="0"/>
                  </a:lnTo>
                  <a:lnTo>
                    <a:pt x="873" y="2337"/>
                  </a:lnTo>
                  <a:lnTo>
                    <a:pt x="1913" y="3771"/>
                  </a:lnTo>
                  <a:lnTo>
                    <a:pt x="1505" y="4703"/>
                  </a:lnTo>
                  <a:close/>
                </a:path>
              </a:pathLst>
            </a:custGeom>
            <a:solidFill>
              <a:srgbClr val="DCEBD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6" name="pg1005"/>
            <p:cNvSpPr/>
            <p:nvPr/>
          </p:nvSpPr>
          <p:spPr>
            <a:xfrm>
              <a:off x="4573783" y="3270859"/>
              <a:ext cx="1226" cy="4341"/>
            </a:xfrm>
            <a:custGeom>
              <a:avLst/>
              <a:pathLst>
                <a:path w="1226" h="4341">
                  <a:moveTo>
                    <a:pt x="1226" y="4176"/>
                  </a:moveTo>
                  <a:lnTo>
                    <a:pt x="1083" y="4341"/>
                  </a:lnTo>
                  <a:lnTo>
                    <a:pt x="878" y="4246"/>
                  </a:lnTo>
                  <a:lnTo>
                    <a:pt x="469" y="3762"/>
                  </a:lnTo>
                  <a:lnTo>
                    <a:pt x="0" y="1753"/>
                  </a:lnTo>
                  <a:lnTo>
                    <a:pt x="247" y="346"/>
                  </a:lnTo>
                  <a:lnTo>
                    <a:pt x="420" y="0"/>
                  </a:lnTo>
                  <a:lnTo>
                    <a:pt x="833" y="118"/>
                  </a:lnTo>
                  <a:lnTo>
                    <a:pt x="1050" y="386"/>
                  </a:lnTo>
                  <a:lnTo>
                    <a:pt x="1124" y="903"/>
                  </a:lnTo>
                  <a:lnTo>
                    <a:pt x="1001" y="2021"/>
                  </a:lnTo>
                  <a:lnTo>
                    <a:pt x="1021" y="2969"/>
                  </a:lnTo>
                  <a:close/>
                </a:path>
              </a:pathLst>
            </a:custGeom>
            <a:solidFill>
              <a:srgbClr val="DCEBD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7" name="pg1006"/>
            <p:cNvSpPr/>
            <p:nvPr/>
          </p:nvSpPr>
          <p:spPr>
            <a:xfrm>
              <a:off x="4572566" y="3267725"/>
              <a:ext cx="1572" cy="3511"/>
            </a:xfrm>
            <a:custGeom>
              <a:avLst/>
              <a:pathLst>
                <a:path w="1572" h="3511">
                  <a:moveTo>
                    <a:pt x="1572" y="238"/>
                  </a:moveTo>
                  <a:lnTo>
                    <a:pt x="1501" y="1310"/>
                  </a:lnTo>
                  <a:lnTo>
                    <a:pt x="785" y="3511"/>
                  </a:lnTo>
                  <a:lnTo>
                    <a:pt x="161" y="2232"/>
                  </a:lnTo>
                  <a:lnTo>
                    <a:pt x="0" y="1529"/>
                  </a:lnTo>
                  <a:lnTo>
                    <a:pt x="636" y="119"/>
                  </a:lnTo>
                  <a:lnTo>
                    <a:pt x="1313" y="320"/>
                  </a:lnTo>
                  <a:lnTo>
                    <a:pt x="1495" y="0"/>
                  </a:lnTo>
                  <a:close/>
                </a:path>
              </a:pathLst>
            </a:custGeom>
            <a:solidFill>
              <a:srgbClr val="DCEBD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8" name="pg1007"/>
            <p:cNvSpPr/>
            <p:nvPr/>
          </p:nvSpPr>
          <p:spPr>
            <a:xfrm>
              <a:off x="4577056" y="3259442"/>
              <a:ext cx="2044" cy="10111"/>
            </a:xfrm>
            <a:custGeom>
              <a:avLst/>
              <a:pathLst>
                <a:path w="2044" h="10111">
                  <a:moveTo>
                    <a:pt x="1374" y="2370"/>
                  </a:moveTo>
                  <a:lnTo>
                    <a:pt x="1652" y="3181"/>
                  </a:lnTo>
                  <a:lnTo>
                    <a:pt x="2044" y="3156"/>
                  </a:lnTo>
                  <a:lnTo>
                    <a:pt x="1936" y="6041"/>
                  </a:lnTo>
                  <a:lnTo>
                    <a:pt x="966" y="9589"/>
                  </a:lnTo>
                  <a:lnTo>
                    <a:pt x="393" y="10105"/>
                  </a:lnTo>
                  <a:lnTo>
                    <a:pt x="139" y="10111"/>
                  </a:lnTo>
                  <a:lnTo>
                    <a:pt x="356" y="4927"/>
                  </a:lnTo>
                  <a:lnTo>
                    <a:pt x="0" y="1968"/>
                  </a:lnTo>
                  <a:lnTo>
                    <a:pt x="118" y="0"/>
                  </a:lnTo>
                  <a:lnTo>
                    <a:pt x="1159" y="917"/>
                  </a:lnTo>
                  <a:close/>
                </a:path>
              </a:pathLst>
            </a:custGeom>
            <a:solidFill>
              <a:srgbClr val="DCEBD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9" name="pg1008"/>
            <p:cNvSpPr/>
            <p:nvPr/>
          </p:nvSpPr>
          <p:spPr>
            <a:xfrm>
              <a:off x="4576417" y="3243956"/>
              <a:ext cx="797" cy="7905"/>
            </a:xfrm>
            <a:custGeom>
              <a:avLst/>
              <a:pathLst>
                <a:path w="797" h="7905">
                  <a:moveTo>
                    <a:pt x="797" y="3048"/>
                  </a:moveTo>
                  <a:lnTo>
                    <a:pt x="720" y="7905"/>
                  </a:lnTo>
                  <a:lnTo>
                    <a:pt x="104" y="5562"/>
                  </a:lnTo>
                  <a:lnTo>
                    <a:pt x="0" y="2891"/>
                  </a:lnTo>
                  <a:lnTo>
                    <a:pt x="46" y="403"/>
                  </a:lnTo>
                  <a:lnTo>
                    <a:pt x="179" y="0"/>
                  </a:lnTo>
                  <a:lnTo>
                    <a:pt x="219" y="380"/>
                  </a:lnTo>
                  <a:lnTo>
                    <a:pt x="590" y="1494"/>
                  </a:lnTo>
                  <a:close/>
                </a:path>
              </a:pathLst>
            </a:custGeom>
            <a:solidFill>
              <a:srgbClr val="DCEBD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0" name="pg1009"/>
            <p:cNvSpPr/>
            <p:nvPr/>
          </p:nvSpPr>
          <p:spPr>
            <a:xfrm>
              <a:off x="4533015" y="3163265"/>
              <a:ext cx="1291" cy="4112"/>
            </a:xfrm>
            <a:custGeom>
              <a:avLst/>
              <a:pathLst>
                <a:path w="1291" h="4112">
                  <a:moveTo>
                    <a:pt x="880" y="3358"/>
                  </a:moveTo>
                  <a:lnTo>
                    <a:pt x="627" y="4112"/>
                  </a:lnTo>
                  <a:lnTo>
                    <a:pt x="121" y="3572"/>
                  </a:lnTo>
                  <a:lnTo>
                    <a:pt x="0" y="3249"/>
                  </a:lnTo>
                  <a:lnTo>
                    <a:pt x="1166" y="0"/>
                  </a:lnTo>
                  <a:lnTo>
                    <a:pt x="1291" y="1209"/>
                  </a:lnTo>
                  <a:close/>
                </a:path>
              </a:pathLst>
            </a:custGeom>
            <a:solidFill>
              <a:srgbClr val="DCEBD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1" name="pg1010"/>
            <p:cNvSpPr/>
            <p:nvPr/>
          </p:nvSpPr>
          <p:spPr>
            <a:xfrm>
              <a:off x="4528750" y="3155212"/>
              <a:ext cx="2847" cy="10552"/>
            </a:xfrm>
            <a:custGeom>
              <a:avLst/>
              <a:pathLst>
                <a:path w="2847" h="10552">
                  <a:moveTo>
                    <a:pt x="1096" y="7670"/>
                  </a:moveTo>
                  <a:lnTo>
                    <a:pt x="296" y="10552"/>
                  </a:lnTo>
                  <a:lnTo>
                    <a:pt x="0" y="6245"/>
                  </a:lnTo>
                  <a:lnTo>
                    <a:pt x="1306" y="3846"/>
                  </a:lnTo>
                  <a:lnTo>
                    <a:pt x="1950" y="1556"/>
                  </a:lnTo>
                  <a:lnTo>
                    <a:pt x="2632" y="0"/>
                  </a:lnTo>
                  <a:lnTo>
                    <a:pt x="2847" y="1897"/>
                  </a:lnTo>
                  <a:lnTo>
                    <a:pt x="2199" y="5502"/>
                  </a:lnTo>
                  <a:close/>
                </a:path>
              </a:pathLst>
            </a:custGeom>
            <a:solidFill>
              <a:srgbClr val="DCEBD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2" name="pg1011"/>
            <p:cNvSpPr/>
            <p:nvPr/>
          </p:nvSpPr>
          <p:spPr>
            <a:xfrm>
              <a:off x="4566772" y="3146361"/>
              <a:ext cx="1609" cy="7828"/>
            </a:xfrm>
            <a:custGeom>
              <a:avLst/>
              <a:pathLst>
                <a:path w="1609" h="7828">
                  <a:moveTo>
                    <a:pt x="1306" y="7442"/>
                  </a:moveTo>
                  <a:lnTo>
                    <a:pt x="839" y="7828"/>
                  </a:lnTo>
                  <a:lnTo>
                    <a:pt x="138" y="5891"/>
                  </a:lnTo>
                  <a:lnTo>
                    <a:pt x="0" y="1301"/>
                  </a:lnTo>
                  <a:lnTo>
                    <a:pt x="583" y="242"/>
                  </a:lnTo>
                  <a:lnTo>
                    <a:pt x="898" y="0"/>
                  </a:lnTo>
                  <a:lnTo>
                    <a:pt x="1355" y="562"/>
                  </a:lnTo>
                  <a:lnTo>
                    <a:pt x="1531" y="1308"/>
                  </a:lnTo>
                  <a:lnTo>
                    <a:pt x="1609" y="2232"/>
                  </a:lnTo>
                  <a:lnTo>
                    <a:pt x="1483" y="3182"/>
                  </a:lnTo>
                  <a:close/>
                </a:path>
              </a:pathLst>
            </a:custGeom>
            <a:solidFill>
              <a:srgbClr val="DCEBD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3" name="pg1012"/>
            <p:cNvSpPr/>
            <p:nvPr/>
          </p:nvSpPr>
          <p:spPr>
            <a:xfrm>
              <a:off x="4517639" y="3075923"/>
              <a:ext cx="3183" cy="6297"/>
            </a:xfrm>
            <a:custGeom>
              <a:avLst/>
              <a:pathLst>
                <a:path w="3183" h="6297">
                  <a:moveTo>
                    <a:pt x="2508" y="6043"/>
                  </a:moveTo>
                  <a:lnTo>
                    <a:pt x="2301" y="6297"/>
                  </a:lnTo>
                  <a:lnTo>
                    <a:pt x="1017" y="3819"/>
                  </a:lnTo>
                  <a:lnTo>
                    <a:pt x="0" y="629"/>
                  </a:lnTo>
                  <a:lnTo>
                    <a:pt x="1613" y="0"/>
                  </a:lnTo>
                  <a:lnTo>
                    <a:pt x="3174" y="688"/>
                  </a:lnTo>
                  <a:lnTo>
                    <a:pt x="3183" y="2386"/>
                  </a:lnTo>
                  <a:lnTo>
                    <a:pt x="2848" y="5114"/>
                  </a:lnTo>
                  <a:close/>
                </a:path>
              </a:pathLst>
            </a:custGeom>
            <a:solidFill>
              <a:srgbClr val="DCEBD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4" name="pg1013"/>
            <p:cNvSpPr/>
            <p:nvPr/>
          </p:nvSpPr>
          <p:spPr>
            <a:xfrm>
              <a:off x="4519571" y="3056142"/>
              <a:ext cx="3744" cy="7670"/>
            </a:xfrm>
            <a:custGeom>
              <a:avLst/>
              <a:pathLst>
                <a:path w="3744" h="7670">
                  <a:moveTo>
                    <a:pt x="873" y="0"/>
                  </a:moveTo>
                  <a:lnTo>
                    <a:pt x="2288" y="2451"/>
                  </a:lnTo>
                  <a:lnTo>
                    <a:pt x="2846" y="2281"/>
                  </a:lnTo>
                  <a:lnTo>
                    <a:pt x="3722" y="3830"/>
                  </a:lnTo>
                  <a:lnTo>
                    <a:pt x="3744" y="4435"/>
                  </a:lnTo>
                  <a:lnTo>
                    <a:pt x="3577" y="5697"/>
                  </a:lnTo>
                  <a:lnTo>
                    <a:pt x="3182" y="6684"/>
                  </a:lnTo>
                  <a:lnTo>
                    <a:pt x="2112" y="7670"/>
                  </a:lnTo>
                  <a:lnTo>
                    <a:pt x="1379" y="6872"/>
                  </a:lnTo>
                  <a:lnTo>
                    <a:pt x="1089" y="4194"/>
                  </a:lnTo>
                  <a:lnTo>
                    <a:pt x="224" y="2934"/>
                  </a:lnTo>
                  <a:lnTo>
                    <a:pt x="0" y="1866"/>
                  </a:lnTo>
                  <a:lnTo>
                    <a:pt x="547" y="408"/>
                  </a:lnTo>
                  <a:close/>
                </a:path>
              </a:pathLst>
            </a:custGeom>
            <a:solidFill>
              <a:srgbClr val="DCEBD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5" name="pg1014"/>
            <p:cNvSpPr/>
            <p:nvPr/>
          </p:nvSpPr>
          <p:spPr>
            <a:xfrm>
              <a:off x="4516719" y="3044556"/>
              <a:ext cx="1238" cy="5778"/>
            </a:xfrm>
            <a:custGeom>
              <a:avLst/>
              <a:pathLst>
                <a:path w="1238" h="5778">
                  <a:moveTo>
                    <a:pt x="973" y="1706"/>
                  </a:moveTo>
                  <a:lnTo>
                    <a:pt x="1238" y="5778"/>
                  </a:lnTo>
                  <a:lnTo>
                    <a:pt x="391" y="4251"/>
                  </a:lnTo>
                  <a:lnTo>
                    <a:pt x="82" y="21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CEBD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6" name="pg1015"/>
            <p:cNvSpPr/>
            <p:nvPr/>
          </p:nvSpPr>
          <p:spPr>
            <a:xfrm>
              <a:off x="4510546" y="3040534"/>
              <a:ext cx="1364" cy="7612"/>
            </a:xfrm>
            <a:custGeom>
              <a:avLst/>
              <a:pathLst>
                <a:path w="1364" h="7612">
                  <a:moveTo>
                    <a:pt x="1202" y="4803"/>
                  </a:moveTo>
                  <a:lnTo>
                    <a:pt x="1364" y="7612"/>
                  </a:lnTo>
                  <a:lnTo>
                    <a:pt x="771" y="6455"/>
                  </a:lnTo>
                  <a:lnTo>
                    <a:pt x="0" y="2561"/>
                  </a:lnTo>
                  <a:lnTo>
                    <a:pt x="24" y="0"/>
                  </a:lnTo>
                  <a:lnTo>
                    <a:pt x="578" y="1190"/>
                  </a:lnTo>
                  <a:close/>
                </a:path>
              </a:pathLst>
            </a:custGeom>
            <a:solidFill>
              <a:srgbClr val="DCEBD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7" name="pg1016"/>
            <p:cNvSpPr/>
            <p:nvPr/>
          </p:nvSpPr>
          <p:spPr>
            <a:xfrm>
              <a:off x="4501500" y="2791419"/>
              <a:ext cx="110659" cy="546127"/>
            </a:xfrm>
            <a:custGeom>
              <a:avLst/>
              <a:pathLst>
                <a:path w="110659" h="546127">
                  <a:moveTo>
                    <a:pt x="110555" y="205352"/>
                  </a:moveTo>
                  <a:lnTo>
                    <a:pt x="109834" y="208273"/>
                  </a:lnTo>
                  <a:lnTo>
                    <a:pt x="107948" y="211300"/>
                  </a:lnTo>
                  <a:lnTo>
                    <a:pt x="106615" y="212836"/>
                  </a:lnTo>
                  <a:lnTo>
                    <a:pt x="105839" y="212883"/>
                  </a:lnTo>
                  <a:lnTo>
                    <a:pt x="105178" y="214693"/>
                  </a:lnTo>
                  <a:lnTo>
                    <a:pt x="104636" y="218269"/>
                  </a:lnTo>
                  <a:lnTo>
                    <a:pt x="104075" y="220368"/>
                  </a:lnTo>
                  <a:lnTo>
                    <a:pt x="103494" y="220993"/>
                  </a:lnTo>
                  <a:lnTo>
                    <a:pt x="103118" y="222346"/>
                  </a:lnTo>
                  <a:lnTo>
                    <a:pt x="102947" y="224428"/>
                  </a:lnTo>
                  <a:lnTo>
                    <a:pt x="103280" y="225542"/>
                  </a:lnTo>
                  <a:lnTo>
                    <a:pt x="104124" y="225689"/>
                  </a:lnTo>
                  <a:lnTo>
                    <a:pt x="104189" y="226270"/>
                  </a:lnTo>
                  <a:lnTo>
                    <a:pt x="103476" y="227289"/>
                  </a:lnTo>
                  <a:lnTo>
                    <a:pt x="102590" y="227647"/>
                  </a:lnTo>
                  <a:lnTo>
                    <a:pt x="101530" y="227344"/>
                  </a:lnTo>
                  <a:lnTo>
                    <a:pt x="100526" y="228158"/>
                  </a:lnTo>
                  <a:lnTo>
                    <a:pt x="99578" y="230091"/>
                  </a:lnTo>
                  <a:lnTo>
                    <a:pt x="98771" y="234262"/>
                  </a:lnTo>
                  <a:lnTo>
                    <a:pt x="98102" y="240671"/>
                  </a:lnTo>
                  <a:lnTo>
                    <a:pt x="98013" y="242313"/>
                  </a:lnTo>
                  <a:lnTo>
                    <a:pt x="96547" y="240453"/>
                  </a:lnTo>
                  <a:lnTo>
                    <a:pt x="95938" y="239394"/>
                  </a:lnTo>
                  <a:lnTo>
                    <a:pt x="95149" y="239129"/>
                  </a:lnTo>
                  <a:lnTo>
                    <a:pt x="94345" y="240309"/>
                  </a:lnTo>
                  <a:lnTo>
                    <a:pt x="93705" y="241585"/>
                  </a:lnTo>
                  <a:lnTo>
                    <a:pt x="93048" y="242053"/>
                  </a:lnTo>
                  <a:lnTo>
                    <a:pt x="92043" y="242201"/>
                  </a:lnTo>
                  <a:lnTo>
                    <a:pt x="90722" y="241540"/>
                  </a:lnTo>
                  <a:lnTo>
                    <a:pt x="89825" y="240943"/>
                  </a:lnTo>
                  <a:lnTo>
                    <a:pt x="89690" y="241267"/>
                  </a:lnTo>
                  <a:lnTo>
                    <a:pt x="90178" y="243968"/>
                  </a:lnTo>
                  <a:lnTo>
                    <a:pt x="90353" y="246122"/>
                  </a:lnTo>
                  <a:lnTo>
                    <a:pt x="90159" y="247242"/>
                  </a:lnTo>
                  <a:lnTo>
                    <a:pt x="89734" y="248174"/>
                  </a:lnTo>
                  <a:lnTo>
                    <a:pt x="89088" y="248908"/>
                  </a:lnTo>
                  <a:lnTo>
                    <a:pt x="88332" y="249338"/>
                  </a:lnTo>
                  <a:lnTo>
                    <a:pt x="87663" y="249294"/>
                  </a:lnTo>
                  <a:lnTo>
                    <a:pt x="86592" y="248268"/>
                  </a:lnTo>
                  <a:lnTo>
                    <a:pt x="85776" y="248224"/>
                  </a:lnTo>
                  <a:lnTo>
                    <a:pt x="85078" y="248734"/>
                  </a:lnTo>
                  <a:lnTo>
                    <a:pt x="84653" y="249494"/>
                  </a:lnTo>
                  <a:lnTo>
                    <a:pt x="84418" y="250435"/>
                  </a:lnTo>
                  <a:lnTo>
                    <a:pt x="84007" y="255766"/>
                  </a:lnTo>
                  <a:lnTo>
                    <a:pt x="83644" y="257434"/>
                  </a:lnTo>
                  <a:lnTo>
                    <a:pt x="83134" y="258380"/>
                  </a:lnTo>
                  <a:lnTo>
                    <a:pt x="82629" y="258479"/>
                  </a:lnTo>
                  <a:lnTo>
                    <a:pt x="81935" y="258216"/>
                  </a:lnTo>
                  <a:lnTo>
                    <a:pt x="81209" y="258434"/>
                  </a:lnTo>
                  <a:lnTo>
                    <a:pt x="77916" y="260496"/>
                  </a:lnTo>
                  <a:lnTo>
                    <a:pt x="77437" y="260699"/>
                  </a:lnTo>
                  <a:lnTo>
                    <a:pt x="76404" y="260855"/>
                  </a:lnTo>
                  <a:lnTo>
                    <a:pt x="75446" y="260911"/>
                  </a:lnTo>
                  <a:lnTo>
                    <a:pt x="74772" y="260810"/>
                  </a:lnTo>
                  <a:lnTo>
                    <a:pt x="73193" y="258698"/>
                  </a:lnTo>
                  <a:lnTo>
                    <a:pt x="72427" y="258474"/>
                  </a:lnTo>
                  <a:lnTo>
                    <a:pt x="72008" y="259072"/>
                  </a:lnTo>
                  <a:lnTo>
                    <a:pt x="71714" y="261902"/>
                  </a:lnTo>
                  <a:lnTo>
                    <a:pt x="70791" y="263700"/>
                  </a:lnTo>
                  <a:lnTo>
                    <a:pt x="69562" y="267628"/>
                  </a:lnTo>
                  <a:lnTo>
                    <a:pt x="69275" y="273363"/>
                  </a:lnTo>
                  <a:lnTo>
                    <a:pt x="69403" y="277364"/>
                  </a:lnTo>
                  <a:lnTo>
                    <a:pt x="68295" y="281323"/>
                  </a:lnTo>
                  <a:lnTo>
                    <a:pt x="68195" y="283235"/>
                  </a:lnTo>
                  <a:lnTo>
                    <a:pt x="68787" y="292424"/>
                  </a:lnTo>
                  <a:lnTo>
                    <a:pt x="68687" y="293388"/>
                  </a:lnTo>
                  <a:lnTo>
                    <a:pt x="68463" y="293865"/>
                  </a:lnTo>
                  <a:lnTo>
                    <a:pt x="67770" y="294184"/>
                  </a:lnTo>
                  <a:lnTo>
                    <a:pt x="66607" y="295145"/>
                  </a:lnTo>
                  <a:lnTo>
                    <a:pt x="65839" y="296060"/>
                  </a:lnTo>
                  <a:lnTo>
                    <a:pt x="65467" y="296164"/>
                  </a:lnTo>
                  <a:lnTo>
                    <a:pt x="64382" y="295476"/>
                  </a:lnTo>
                  <a:lnTo>
                    <a:pt x="64097" y="295463"/>
                  </a:lnTo>
                  <a:lnTo>
                    <a:pt x="64180" y="296162"/>
                  </a:lnTo>
                  <a:lnTo>
                    <a:pt x="65045" y="300140"/>
                  </a:lnTo>
                  <a:lnTo>
                    <a:pt x="65947" y="302024"/>
                  </a:lnTo>
                  <a:lnTo>
                    <a:pt x="66878" y="301815"/>
                  </a:lnTo>
                  <a:lnTo>
                    <a:pt x="67284" y="302189"/>
                  </a:lnTo>
                  <a:lnTo>
                    <a:pt x="67164" y="303144"/>
                  </a:lnTo>
                  <a:lnTo>
                    <a:pt x="67523" y="305634"/>
                  </a:lnTo>
                  <a:lnTo>
                    <a:pt x="68364" y="309663"/>
                  </a:lnTo>
                  <a:lnTo>
                    <a:pt x="68613" y="312680"/>
                  </a:lnTo>
                  <a:lnTo>
                    <a:pt x="68102" y="315687"/>
                  </a:lnTo>
                  <a:lnTo>
                    <a:pt x="68200" y="316763"/>
                  </a:lnTo>
                  <a:lnTo>
                    <a:pt x="68479" y="317392"/>
                  </a:lnTo>
                  <a:lnTo>
                    <a:pt x="69268" y="320187"/>
                  </a:lnTo>
                  <a:lnTo>
                    <a:pt x="70950" y="324559"/>
                  </a:lnTo>
                  <a:lnTo>
                    <a:pt x="72601" y="329287"/>
                  </a:lnTo>
                  <a:lnTo>
                    <a:pt x="73977" y="333228"/>
                  </a:lnTo>
                  <a:lnTo>
                    <a:pt x="74988" y="335954"/>
                  </a:lnTo>
                  <a:lnTo>
                    <a:pt x="77238" y="341036"/>
                  </a:lnTo>
                  <a:lnTo>
                    <a:pt x="77637" y="343419"/>
                  </a:lnTo>
                  <a:lnTo>
                    <a:pt x="77722" y="348229"/>
                  </a:lnTo>
                  <a:lnTo>
                    <a:pt x="78278" y="351008"/>
                  </a:lnTo>
                  <a:lnTo>
                    <a:pt x="78791" y="352995"/>
                  </a:lnTo>
                  <a:lnTo>
                    <a:pt x="79148" y="354654"/>
                  </a:lnTo>
                  <a:lnTo>
                    <a:pt x="79976" y="360102"/>
                  </a:lnTo>
                  <a:lnTo>
                    <a:pt x="80328" y="360841"/>
                  </a:lnTo>
                  <a:lnTo>
                    <a:pt x="82132" y="357527"/>
                  </a:lnTo>
                  <a:lnTo>
                    <a:pt x="82550" y="358218"/>
                  </a:lnTo>
                  <a:lnTo>
                    <a:pt x="82783" y="359468"/>
                  </a:lnTo>
                  <a:lnTo>
                    <a:pt x="82786" y="361058"/>
                  </a:lnTo>
                  <a:lnTo>
                    <a:pt x="82503" y="362861"/>
                  </a:lnTo>
                  <a:lnTo>
                    <a:pt x="81916" y="364523"/>
                  </a:lnTo>
                  <a:lnTo>
                    <a:pt x="79132" y="368368"/>
                  </a:lnTo>
                  <a:lnTo>
                    <a:pt x="78906" y="371680"/>
                  </a:lnTo>
                  <a:lnTo>
                    <a:pt x="78710" y="376704"/>
                  </a:lnTo>
                  <a:lnTo>
                    <a:pt x="78665" y="382875"/>
                  </a:lnTo>
                  <a:lnTo>
                    <a:pt x="78797" y="387490"/>
                  </a:lnTo>
                  <a:lnTo>
                    <a:pt x="78695" y="388551"/>
                  </a:lnTo>
                  <a:lnTo>
                    <a:pt x="78453" y="389053"/>
                  </a:lnTo>
                  <a:lnTo>
                    <a:pt x="77402" y="388855"/>
                  </a:lnTo>
                  <a:lnTo>
                    <a:pt x="75887" y="391184"/>
                  </a:lnTo>
                  <a:lnTo>
                    <a:pt x="75353" y="391390"/>
                  </a:lnTo>
                  <a:lnTo>
                    <a:pt x="74688" y="392283"/>
                  </a:lnTo>
                  <a:lnTo>
                    <a:pt x="74179" y="393384"/>
                  </a:lnTo>
                  <a:lnTo>
                    <a:pt x="74018" y="395059"/>
                  </a:lnTo>
                  <a:lnTo>
                    <a:pt x="74317" y="400126"/>
                  </a:lnTo>
                  <a:lnTo>
                    <a:pt x="74858" y="404889"/>
                  </a:lnTo>
                  <a:lnTo>
                    <a:pt x="75921" y="408384"/>
                  </a:lnTo>
                  <a:lnTo>
                    <a:pt x="76761" y="411147"/>
                  </a:lnTo>
                  <a:lnTo>
                    <a:pt x="77931" y="414990"/>
                  </a:lnTo>
                  <a:lnTo>
                    <a:pt x="78856" y="418329"/>
                  </a:lnTo>
                  <a:lnTo>
                    <a:pt x="80722" y="421998"/>
                  </a:lnTo>
                  <a:lnTo>
                    <a:pt x="83343" y="427491"/>
                  </a:lnTo>
                  <a:lnTo>
                    <a:pt x="84343" y="430525"/>
                  </a:lnTo>
                  <a:lnTo>
                    <a:pt x="85226" y="434202"/>
                  </a:lnTo>
                  <a:lnTo>
                    <a:pt x="85850" y="437335"/>
                  </a:lnTo>
                  <a:lnTo>
                    <a:pt x="86088" y="441499"/>
                  </a:lnTo>
                  <a:lnTo>
                    <a:pt x="86281" y="443830"/>
                  </a:lnTo>
                  <a:lnTo>
                    <a:pt x="86336" y="451627"/>
                  </a:lnTo>
                  <a:lnTo>
                    <a:pt x="85854" y="453401"/>
                  </a:lnTo>
                  <a:lnTo>
                    <a:pt x="85488" y="455454"/>
                  </a:lnTo>
                  <a:lnTo>
                    <a:pt x="85691" y="457604"/>
                  </a:lnTo>
                  <a:lnTo>
                    <a:pt x="86303" y="459656"/>
                  </a:lnTo>
                  <a:lnTo>
                    <a:pt x="86303" y="462002"/>
                  </a:lnTo>
                  <a:lnTo>
                    <a:pt x="86875" y="466203"/>
                  </a:lnTo>
                  <a:lnTo>
                    <a:pt x="87832" y="468770"/>
                  </a:lnTo>
                  <a:lnTo>
                    <a:pt x="88752" y="470503"/>
                  </a:lnTo>
                  <a:lnTo>
                    <a:pt x="89161" y="471872"/>
                  </a:lnTo>
                  <a:lnTo>
                    <a:pt x="89027" y="474067"/>
                  </a:lnTo>
                  <a:lnTo>
                    <a:pt x="89299" y="476396"/>
                  </a:lnTo>
                  <a:lnTo>
                    <a:pt x="89498" y="478931"/>
                  </a:lnTo>
                  <a:lnTo>
                    <a:pt x="89874" y="482441"/>
                  </a:lnTo>
                  <a:lnTo>
                    <a:pt x="90615" y="485413"/>
                  </a:lnTo>
                  <a:lnTo>
                    <a:pt x="91748" y="494528"/>
                  </a:lnTo>
                  <a:lnTo>
                    <a:pt x="91720" y="495460"/>
                  </a:lnTo>
                  <a:lnTo>
                    <a:pt x="91231" y="497306"/>
                  </a:lnTo>
                  <a:lnTo>
                    <a:pt x="90520" y="498976"/>
                  </a:lnTo>
                  <a:lnTo>
                    <a:pt x="90060" y="499513"/>
                  </a:lnTo>
                  <a:lnTo>
                    <a:pt x="89625" y="501229"/>
                  </a:lnTo>
                  <a:lnTo>
                    <a:pt x="88590" y="506103"/>
                  </a:lnTo>
                  <a:lnTo>
                    <a:pt x="86508" y="514501"/>
                  </a:lnTo>
                  <a:lnTo>
                    <a:pt x="84475" y="519976"/>
                  </a:lnTo>
                  <a:lnTo>
                    <a:pt x="82769" y="523866"/>
                  </a:lnTo>
                  <a:lnTo>
                    <a:pt x="81533" y="526226"/>
                  </a:lnTo>
                  <a:lnTo>
                    <a:pt x="81166" y="527630"/>
                  </a:lnTo>
                  <a:lnTo>
                    <a:pt x="81166" y="528734"/>
                  </a:lnTo>
                  <a:lnTo>
                    <a:pt x="81391" y="530701"/>
                  </a:lnTo>
                  <a:lnTo>
                    <a:pt x="81304" y="534429"/>
                  </a:lnTo>
                  <a:lnTo>
                    <a:pt x="81039" y="536794"/>
                  </a:lnTo>
                  <a:lnTo>
                    <a:pt x="80688" y="539300"/>
                  </a:lnTo>
                  <a:lnTo>
                    <a:pt x="80492" y="541535"/>
                  </a:lnTo>
                  <a:lnTo>
                    <a:pt x="79942" y="541870"/>
                  </a:lnTo>
                  <a:lnTo>
                    <a:pt x="78765" y="546127"/>
                  </a:lnTo>
                  <a:lnTo>
                    <a:pt x="78255" y="543992"/>
                  </a:lnTo>
                  <a:lnTo>
                    <a:pt x="77954" y="541767"/>
                  </a:lnTo>
                  <a:lnTo>
                    <a:pt x="78277" y="536726"/>
                  </a:lnTo>
                  <a:lnTo>
                    <a:pt x="77560" y="527190"/>
                  </a:lnTo>
                  <a:lnTo>
                    <a:pt x="78004" y="525916"/>
                  </a:lnTo>
                  <a:lnTo>
                    <a:pt x="78432" y="525274"/>
                  </a:lnTo>
                  <a:lnTo>
                    <a:pt x="79212" y="521618"/>
                  </a:lnTo>
                  <a:lnTo>
                    <a:pt x="80159" y="517998"/>
                  </a:lnTo>
                  <a:lnTo>
                    <a:pt x="80246" y="513678"/>
                  </a:lnTo>
                  <a:lnTo>
                    <a:pt x="81012" y="510508"/>
                  </a:lnTo>
                  <a:lnTo>
                    <a:pt x="80831" y="507861"/>
                  </a:lnTo>
                  <a:lnTo>
                    <a:pt x="80871" y="504750"/>
                  </a:lnTo>
                  <a:lnTo>
                    <a:pt x="81033" y="502208"/>
                  </a:lnTo>
                  <a:lnTo>
                    <a:pt x="80971" y="500127"/>
                  </a:lnTo>
                  <a:lnTo>
                    <a:pt x="81580" y="497959"/>
                  </a:lnTo>
                  <a:lnTo>
                    <a:pt x="82632" y="496344"/>
                  </a:lnTo>
                  <a:lnTo>
                    <a:pt x="82191" y="495767"/>
                  </a:lnTo>
                  <a:lnTo>
                    <a:pt x="81753" y="494585"/>
                  </a:lnTo>
                  <a:lnTo>
                    <a:pt x="80382" y="496384"/>
                  </a:lnTo>
                  <a:lnTo>
                    <a:pt x="79675" y="495793"/>
                  </a:lnTo>
                  <a:lnTo>
                    <a:pt x="79533" y="493929"/>
                  </a:lnTo>
                  <a:lnTo>
                    <a:pt x="79708" y="491929"/>
                  </a:lnTo>
                  <a:lnTo>
                    <a:pt x="79781" y="490713"/>
                  </a:lnTo>
                  <a:lnTo>
                    <a:pt x="80330" y="489341"/>
                  </a:lnTo>
                  <a:lnTo>
                    <a:pt x="80292" y="486670"/>
                  </a:lnTo>
                  <a:lnTo>
                    <a:pt x="80014" y="484318"/>
                  </a:lnTo>
                  <a:lnTo>
                    <a:pt x="80414" y="481407"/>
                  </a:lnTo>
                  <a:lnTo>
                    <a:pt x="79603" y="481399"/>
                  </a:lnTo>
                  <a:lnTo>
                    <a:pt x="79230" y="480814"/>
                  </a:lnTo>
                  <a:lnTo>
                    <a:pt x="79462" y="479198"/>
                  </a:lnTo>
                  <a:lnTo>
                    <a:pt x="80197" y="477765"/>
                  </a:lnTo>
                  <a:lnTo>
                    <a:pt x="79527" y="475039"/>
                  </a:lnTo>
                  <a:lnTo>
                    <a:pt x="80024" y="472108"/>
                  </a:lnTo>
                  <a:lnTo>
                    <a:pt x="80006" y="468489"/>
                  </a:lnTo>
                  <a:lnTo>
                    <a:pt x="79666" y="465295"/>
                  </a:lnTo>
                  <a:lnTo>
                    <a:pt x="79684" y="462998"/>
                  </a:lnTo>
                  <a:lnTo>
                    <a:pt x="79166" y="458926"/>
                  </a:lnTo>
                  <a:lnTo>
                    <a:pt x="78930" y="453729"/>
                  </a:lnTo>
                  <a:lnTo>
                    <a:pt x="77833" y="449853"/>
                  </a:lnTo>
                  <a:lnTo>
                    <a:pt x="77021" y="444218"/>
                  </a:lnTo>
                  <a:lnTo>
                    <a:pt x="74851" y="436839"/>
                  </a:lnTo>
                  <a:lnTo>
                    <a:pt x="74888" y="433681"/>
                  </a:lnTo>
                  <a:lnTo>
                    <a:pt x="74771" y="430900"/>
                  </a:lnTo>
                  <a:lnTo>
                    <a:pt x="74295" y="429550"/>
                  </a:lnTo>
                  <a:lnTo>
                    <a:pt x="73667" y="439377"/>
                  </a:lnTo>
                  <a:lnTo>
                    <a:pt x="73188" y="437448"/>
                  </a:lnTo>
                  <a:lnTo>
                    <a:pt x="73035" y="431968"/>
                  </a:lnTo>
                  <a:lnTo>
                    <a:pt x="72719" y="429364"/>
                  </a:lnTo>
                  <a:lnTo>
                    <a:pt x="73059" y="424191"/>
                  </a:lnTo>
                  <a:lnTo>
                    <a:pt x="71803" y="419056"/>
                  </a:lnTo>
                  <a:lnTo>
                    <a:pt x="71533" y="415328"/>
                  </a:lnTo>
                  <a:lnTo>
                    <a:pt x="70709" y="409678"/>
                  </a:lnTo>
                  <a:lnTo>
                    <a:pt x="70950" y="408411"/>
                  </a:lnTo>
                  <a:lnTo>
                    <a:pt x="72054" y="409681"/>
                  </a:lnTo>
                  <a:lnTo>
                    <a:pt x="71039" y="406391"/>
                  </a:lnTo>
                  <a:lnTo>
                    <a:pt x="70208" y="407136"/>
                  </a:lnTo>
                  <a:lnTo>
                    <a:pt x="69506" y="403583"/>
                  </a:lnTo>
                  <a:lnTo>
                    <a:pt x="69352" y="393951"/>
                  </a:lnTo>
                  <a:lnTo>
                    <a:pt x="68660" y="390350"/>
                  </a:lnTo>
                  <a:lnTo>
                    <a:pt x="69036" y="386681"/>
                  </a:lnTo>
                  <a:lnTo>
                    <a:pt x="68248" y="373544"/>
                  </a:lnTo>
                  <a:lnTo>
                    <a:pt x="66692" y="369287"/>
                  </a:lnTo>
                  <a:lnTo>
                    <a:pt x="67001" y="365616"/>
                  </a:lnTo>
                  <a:lnTo>
                    <a:pt x="67388" y="362365"/>
                  </a:lnTo>
                  <a:lnTo>
                    <a:pt x="67302" y="356343"/>
                  </a:lnTo>
                  <a:lnTo>
                    <a:pt x="67684" y="354487"/>
                  </a:lnTo>
                  <a:lnTo>
                    <a:pt x="68441" y="353066"/>
                  </a:lnTo>
                  <a:lnTo>
                    <a:pt x="67731" y="353567"/>
                  </a:lnTo>
                  <a:lnTo>
                    <a:pt x="67129" y="353992"/>
                  </a:lnTo>
                  <a:lnTo>
                    <a:pt x="65715" y="354344"/>
                  </a:lnTo>
                  <a:lnTo>
                    <a:pt x="64121" y="354413"/>
                  </a:lnTo>
                  <a:lnTo>
                    <a:pt x="63568" y="350016"/>
                  </a:lnTo>
                  <a:lnTo>
                    <a:pt x="62783" y="347908"/>
                  </a:lnTo>
                  <a:lnTo>
                    <a:pt x="62095" y="343491"/>
                  </a:lnTo>
                  <a:lnTo>
                    <a:pt x="61683" y="338485"/>
                  </a:lnTo>
                  <a:lnTo>
                    <a:pt x="61953" y="337498"/>
                  </a:lnTo>
                  <a:lnTo>
                    <a:pt x="60719" y="335455"/>
                  </a:lnTo>
                  <a:lnTo>
                    <a:pt x="60402" y="334202"/>
                  </a:lnTo>
                  <a:lnTo>
                    <a:pt x="59114" y="330940"/>
                  </a:lnTo>
                  <a:lnTo>
                    <a:pt x="57650" y="328467"/>
                  </a:lnTo>
                  <a:lnTo>
                    <a:pt x="57974" y="330206"/>
                  </a:lnTo>
                  <a:lnTo>
                    <a:pt x="58369" y="331309"/>
                  </a:lnTo>
                  <a:lnTo>
                    <a:pt x="57642" y="334321"/>
                  </a:lnTo>
                  <a:lnTo>
                    <a:pt x="58355" y="339402"/>
                  </a:lnTo>
                  <a:lnTo>
                    <a:pt x="57730" y="342646"/>
                  </a:lnTo>
                  <a:lnTo>
                    <a:pt x="57146" y="346866"/>
                  </a:lnTo>
                  <a:lnTo>
                    <a:pt x="56588" y="348876"/>
                  </a:lnTo>
                  <a:lnTo>
                    <a:pt x="54824" y="353203"/>
                  </a:lnTo>
                  <a:lnTo>
                    <a:pt x="53395" y="354667"/>
                  </a:lnTo>
                  <a:lnTo>
                    <a:pt x="52463" y="354946"/>
                  </a:lnTo>
                  <a:lnTo>
                    <a:pt x="51639" y="354486"/>
                  </a:lnTo>
                  <a:lnTo>
                    <a:pt x="50625" y="352255"/>
                  </a:lnTo>
                  <a:lnTo>
                    <a:pt x="50377" y="350389"/>
                  </a:lnTo>
                  <a:lnTo>
                    <a:pt x="50214" y="347251"/>
                  </a:lnTo>
                  <a:lnTo>
                    <a:pt x="49861" y="346801"/>
                  </a:lnTo>
                  <a:lnTo>
                    <a:pt x="49476" y="347163"/>
                  </a:lnTo>
                  <a:lnTo>
                    <a:pt x="50076" y="351213"/>
                  </a:lnTo>
                  <a:lnTo>
                    <a:pt x="50064" y="353099"/>
                  </a:lnTo>
                  <a:lnTo>
                    <a:pt x="51145" y="356734"/>
                  </a:lnTo>
                  <a:lnTo>
                    <a:pt x="50759" y="357749"/>
                  </a:lnTo>
                  <a:lnTo>
                    <a:pt x="48809" y="359745"/>
                  </a:lnTo>
                  <a:lnTo>
                    <a:pt x="48142" y="359424"/>
                  </a:lnTo>
                  <a:lnTo>
                    <a:pt x="47672" y="359821"/>
                  </a:lnTo>
                  <a:lnTo>
                    <a:pt x="47539" y="361456"/>
                  </a:lnTo>
                  <a:lnTo>
                    <a:pt x="47295" y="362369"/>
                  </a:lnTo>
                  <a:lnTo>
                    <a:pt x="44222" y="364871"/>
                  </a:lnTo>
                  <a:lnTo>
                    <a:pt x="43582" y="367698"/>
                  </a:lnTo>
                  <a:lnTo>
                    <a:pt x="43188" y="370553"/>
                  </a:lnTo>
                  <a:lnTo>
                    <a:pt x="41660" y="374658"/>
                  </a:lnTo>
                  <a:lnTo>
                    <a:pt x="39610" y="378058"/>
                  </a:lnTo>
                  <a:lnTo>
                    <a:pt x="39102" y="377865"/>
                  </a:lnTo>
                  <a:lnTo>
                    <a:pt x="38523" y="377072"/>
                  </a:lnTo>
                  <a:lnTo>
                    <a:pt x="38601" y="373400"/>
                  </a:lnTo>
                  <a:lnTo>
                    <a:pt x="39304" y="370296"/>
                  </a:lnTo>
                  <a:lnTo>
                    <a:pt x="39082" y="366982"/>
                  </a:lnTo>
                  <a:lnTo>
                    <a:pt x="38912" y="368884"/>
                  </a:lnTo>
                  <a:lnTo>
                    <a:pt x="37590" y="373506"/>
                  </a:lnTo>
                  <a:lnTo>
                    <a:pt x="36986" y="375017"/>
                  </a:lnTo>
                  <a:lnTo>
                    <a:pt x="35769" y="374619"/>
                  </a:lnTo>
                  <a:lnTo>
                    <a:pt x="34094" y="375236"/>
                  </a:lnTo>
                  <a:lnTo>
                    <a:pt x="33460" y="370484"/>
                  </a:lnTo>
                  <a:lnTo>
                    <a:pt x="33472" y="368738"/>
                  </a:lnTo>
                  <a:lnTo>
                    <a:pt x="33350" y="367268"/>
                  </a:lnTo>
                  <a:lnTo>
                    <a:pt x="33542" y="365705"/>
                  </a:lnTo>
                  <a:lnTo>
                    <a:pt x="33485" y="364464"/>
                  </a:lnTo>
                  <a:lnTo>
                    <a:pt x="33077" y="366839"/>
                  </a:lnTo>
                  <a:lnTo>
                    <a:pt x="32924" y="368895"/>
                  </a:lnTo>
                  <a:lnTo>
                    <a:pt x="32312" y="370720"/>
                  </a:lnTo>
                  <a:lnTo>
                    <a:pt x="30626" y="372691"/>
                  </a:lnTo>
                  <a:lnTo>
                    <a:pt x="30561" y="370198"/>
                  </a:lnTo>
                  <a:lnTo>
                    <a:pt x="30501" y="367950"/>
                  </a:lnTo>
                  <a:lnTo>
                    <a:pt x="30863" y="365927"/>
                  </a:lnTo>
                  <a:lnTo>
                    <a:pt x="30812" y="362714"/>
                  </a:lnTo>
                  <a:lnTo>
                    <a:pt x="31347" y="358084"/>
                  </a:lnTo>
                  <a:lnTo>
                    <a:pt x="31306" y="356495"/>
                  </a:lnTo>
                  <a:lnTo>
                    <a:pt x="31142" y="354740"/>
                  </a:lnTo>
                  <a:lnTo>
                    <a:pt x="30842" y="357290"/>
                  </a:lnTo>
                  <a:lnTo>
                    <a:pt x="30672" y="359934"/>
                  </a:lnTo>
                  <a:lnTo>
                    <a:pt x="30332" y="360733"/>
                  </a:lnTo>
                  <a:lnTo>
                    <a:pt x="29713" y="361332"/>
                  </a:lnTo>
                  <a:lnTo>
                    <a:pt x="28580" y="364366"/>
                  </a:lnTo>
                  <a:lnTo>
                    <a:pt x="27912" y="367077"/>
                  </a:lnTo>
                  <a:lnTo>
                    <a:pt x="26153" y="369641"/>
                  </a:lnTo>
                  <a:lnTo>
                    <a:pt x="25225" y="369380"/>
                  </a:lnTo>
                  <a:lnTo>
                    <a:pt x="25107" y="366125"/>
                  </a:lnTo>
                  <a:lnTo>
                    <a:pt x="25811" y="354581"/>
                  </a:lnTo>
                  <a:lnTo>
                    <a:pt x="26502" y="352959"/>
                  </a:lnTo>
                  <a:lnTo>
                    <a:pt x="26824" y="350956"/>
                  </a:lnTo>
                  <a:lnTo>
                    <a:pt x="27399" y="344213"/>
                  </a:lnTo>
                  <a:lnTo>
                    <a:pt x="28046" y="341662"/>
                  </a:lnTo>
                  <a:lnTo>
                    <a:pt x="28302" y="336315"/>
                  </a:lnTo>
                  <a:lnTo>
                    <a:pt x="28563" y="335396"/>
                  </a:lnTo>
                  <a:lnTo>
                    <a:pt x="29428" y="331200"/>
                  </a:lnTo>
                  <a:lnTo>
                    <a:pt x="29731" y="323494"/>
                  </a:lnTo>
                  <a:lnTo>
                    <a:pt x="29374" y="319663"/>
                  </a:lnTo>
                  <a:lnTo>
                    <a:pt x="28563" y="315951"/>
                  </a:lnTo>
                  <a:lnTo>
                    <a:pt x="27779" y="304809"/>
                  </a:lnTo>
                  <a:lnTo>
                    <a:pt x="25743" y="295780"/>
                  </a:lnTo>
                  <a:lnTo>
                    <a:pt x="25575" y="292767"/>
                  </a:lnTo>
                  <a:lnTo>
                    <a:pt x="24569" y="289126"/>
                  </a:lnTo>
                  <a:lnTo>
                    <a:pt x="25495" y="288867"/>
                  </a:lnTo>
                  <a:lnTo>
                    <a:pt x="23590" y="285674"/>
                  </a:lnTo>
                  <a:lnTo>
                    <a:pt x="23327" y="284369"/>
                  </a:lnTo>
                  <a:lnTo>
                    <a:pt x="22944" y="276899"/>
                  </a:lnTo>
                  <a:lnTo>
                    <a:pt x="23017" y="272726"/>
                  </a:lnTo>
                  <a:lnTo>
                    <a:pt x="22740" y="273276"/>
                  </a:lnTo>
                  <a:lnTo>
                    <a:pt x="22482" y="275847"/>
                  </a:lnTo>
                  <a:lnTo>
                    <a:pt x="21735" y="276902"/>
                  </a:lnTo>
                  <a:lnTo>
                    <a:pt x="22069" y="281365"/>
                  </a:lnTo>
                  <a:lnTo>
                    <a:pt x="21986" y="282448"/>
                  </a:lnTo>
                  <a:lnTo>
                    <a:pt x="21589" y="284184"/>
                  </a:lnTo>
                  <a:lnTo>
                    <a:pt x="19996" y="282383"/>
                  </a:lnTo>
                  <a:lnTo>
                    <a:pt x="18829" y="280424"/>
                  </a:lnTo>
                  <a:lnTo>
                    <a:pt x="17504" y="275650"/>
                  </a:lnTo>
                  <a:lnTo>
                    <a:pt x="16208" y="270301"/>
                  </a:lnTo>
                  <a:lnTo>
                    <a:pt x="16670" y="269471"/>
                  </a:lnTo>
                  <a:lnTo>
                    <a:pt x="17263" y="269365"/>
                  </a:lnTo>
                  <a:lnTo>
                    <a:pt x="19107" y="273344"/>
                  </a:lnTo>
                  <a:lnTo>
                    <a:pt x="20302" y="274172"/>
                  </a:lnTo>
                  <a:lnTo>
                    <a:pt x="21058" y="273184"/>
                  </a:lnTo>
                  <a:lnTo>
                    <a:pt x="21994" y="271487"/>
                  </a:lnTo>
                  <a:lnTo>
                    <a:pt x="22440" y="268192"/>
                  </a:lnTo>
                  <a:lnTo>
                    <a:pt x="21979" y="266985"/>
                  </a:lnTo>
                  <a:lnTo>
                    <a:pt x="21080" y="266329"/>
                  </a:lnTo>
                  <a:lnTo>
                    <a:pt x="20483" y="265436"/>
                  </a:lnTo>
                  <a:lnTo>
                    <a:pt x="19624" y="263207"/>
                  </a:lnTo>
                  <a:lnTo>
                    <a:pt x="19514" y="262070"/>
                  </a:lnTo>
                  <a:lnTo>
                    <a:pt x="19249" y="260615"/>
                  </a:lnTo>
                  <a:lnTo>
                    <a:pt x="18375" y="259590"/>
                  </a:lnTo>
                  <a:lnTo>
                    <a:pt x="17672" y="258287"/>
                  </a:lnTo>
                  <a:lnTo>
                    <a:pt x="18266" y="255980"/>
                  </a:lnTo>
                  <a:lnTo>
                    <a:pt x="18848" y="254266"/>
                  </a:lnTo>
                  <a:lnTo>
                    <a:pt x="17303" y="254342"/>
                  </a:lnTo>
                  <a:lnTo>
                    <a:pt x="15541" y="251391"/>
                  </a:lnTo>
                  <a:lnTo>
                    <a:pt x="15177" y="250537"/>
                  </a:lnTo>
                  <a:lnTo>
                    <a:pt x="14594" y="249947"/>
                  </a:lnTo>
                  <a:lnTo>
                    <a:pt x="13208" y="249598"/>
                  </a:lnTo>
                  <a:lnTo>
                    <a:pt x="12056" y="250465"/>
                  </a:lnTo>
                  <a:lnTo>
                    <a:pt x="12579" y="254674"/>
                  </a:lnTo>
                  <a:lnTo>
                    <a:pt x="12475" y="256066"/>
                  </a:lnTo>
                  <a:lnTo>
                    <a:pt x="11721" y="255866"/>
                  </a:lnTo>
                  <a:lnTo>
                    <a:pt x="10147" y="249458"/>
                  </a:lnTo>
                  <a:lnTo>
                    <a:pt x="10621" y="247835"/>
                  </a:lnTo>
                  <a:lnTo>
                    <a:pt x="11302" y="246311"/>
                  </a:lnTo>
                  <a:lnTo>
                    <a:pt x="10967" y="246095"/>
                  </a:lnTo>
                  <a:lnTo>
                    <a:pt x="10310" y="246196"/>
                  </a:lnTo>
                  <a:lnTo>
                    <a:pt x="10947" y="240511"/>
                  </a:lnTo>
                  <a:lnTo>
                    <a:pt x="10560" y="239668"/>
                  </a:lnTo>
                  <a:lnTo>
                    <a:pt x="10355" y="241445"/>
                  </a:lnTo>
                  <a:lnTo>
                    <a:pt x="10009" y="243160"/>
                  </a:lnTo>
                  <a:lnTo>
                    <a:pt x="8669" y="247174"/>
                  </a:lnTo>
                  <a:lnTo>
                    <a:pt x="8005" y="246422"/>
                  </a:lnTo>
                  <a:lnTo>
                    <a:pt x="7547" y="245422"/>
                  </a:lnTo>
                  <a:lnTo>
                    <a:pt x="8193" y="243319"/>
                  </a:lnTo>
                  <a:lnTo>
                    <a:pt x="8540" y="242753"/>
                  </a:lnTo>
                  <a:lnTo>
                    <a:pt x="8780" y="241613"/>
                  </a:lnTo>
                  <a:lnTo>
                    <a:pt x="8281" y="239412"/>
                  </a:lnTo>
                  <a:lnTo>
                    <a:pt x="7494" y="237810"/>
                  </a:lnTo>
                  <a:lnTo>
                    <a:pt x="6861" y="235043"/>
                  </a:lnTo>
                  <a:lnTo>
                    <a:pt x="6532" y="235005"/>
                  </a:lnTo>
                  <a:lnTo>
                    <a:pt x="6824" y="238273"/>
                  </a:lnTo>
                  <a:lnTo>
                    <a:pt x="6703" y="242935"/>
                  </a:lnTo>
                  <a:lnTo>
                    <a:pt x="5286" y="237786"/>
                  </a:lnTo>
                  <a:lnTo>
                    <a:pt x="2452" y="230466"/>
                  </a:lnTo>
                  <a:lnTo>
                    <a:pt x="1783" y="228272"/>
                  </a:lnTo>
                  <a:lnTo>
                    <a:pt x="1632" y="226126"/>
                  </a:lnTo>
                  <a:lnTo>
                    <a:pt x="1315" y="224142"/>
                  </a:lnTo>
                  <a:lnTo>
                    <a:pt x="1096" y="221982"/>
                  </a:lnTo>
                  <a:lnTo>
                    <a:pt x="1047" y="220304"/>
                  </a:lnTo>
                  <a:lnTo>
                    <a:pt x="433" y="218791"/>
                  </a:lnTo>
                  <a:lnTo>
                    <a:pt x="153" y="216145"/>
                  </a:lnTo>
                  <a:lnTo>
                    <a:pt x="0" y="213460"/>
                  </a:lnTo>
                  <a:lnTo>
                    <a:pt x="353" y="211546"/>
                  </a:lnTo>
                  <a:lnTo>
                    <a:pt x="1235" y="209486"/>
                  </a:lnTo>
                  <a:lnTo>
                    <a:pt x="1863" y="209125"/>
                  </a:lnTo>
                  <a:lnTo>
                    <a:pt x="2382" y="210034"/>
                  </a:lnTo>
                  <a:lnTo>
                    <a:pt x="3606" y="211395"/>
                  </a:lnTo>
                  <a:lnTo>
                    <a:pt x="4437" y="212670"/>
                  </a:lnTo>
                  <a:lnTo>
                    <a:pt x="4799" y="214340"/>
                  </a:lnTo>
                  <a:lnTo>
                    <a:pt x="5185" y="214138"/>
                  </a:lnTo>
                  <a:lnTo>
                    <a:pt x="5578" y="213073"/>
                  </a:lnTo>
                  <a:lnTo>
                    <a:pt x="5499" y="211757"/>
                  </a:lnTo>
                  <a:lnTo>
                    <a:pt x="5107" y="208312"/>
                  </a:lnTo>
                  <a:lnTo>
                    <a:pt x="4993" y="204125"/>
                  </a:lnTo>
                  <a:lnTo>
                    <a:pt x="4975" y="194335"/>
                  </a:lnTo>
                  <a:lnTo>
                    <a:pt x="4878" y="193220"/>
                  </a:lnTo>
                  <a:lnTo>
                    <a:pt x="5562" y="192237"/>
                  </a:lnTo>
                  <a:lnTo>
                    <a:pt x="5837" y="191115"/>
                  </a:lnTo>
                  <a:lnTo>
                    <a:pt x="6109" y="189439"/>
                  </a:lnTo>
                  <a:lnTo>
                    <a:pt x="6285" y="188702"/>
                  </a:lnTo>
                  <a:lnTo>
                    <a:pt x="6680" y="188659"/>
                  </a:lnTo>
                  <a:lnTo>
                    <a:pt x="7302" y="189475"/>
                  </a:lnTo>
                  <a:lnTo>
                    <a:pt x="8325" y="192272"/>
                  </a:lnTo>
                  <a:lnTo>
                    <a:pt x="9006" y="192899"/>
                  </a:lnTo>
                  <a:lnTo>
                    <a:pt x="9686" y="192461"/>
                  </a:lnTo>
                  <a:lnTo>
                    <a:pt x="10394" y="188266"/>
                  </a:lnTo>
                  <a:lnTo>
                    <a:pt x="10653" y="187135"/>
                  </a:lnTo>
                  <a:lnTo>
                    <a:pt x="10994" y="186384"/>
                  </a:lnTo>
                  <a:lnTo>
                    <a:pt x="11622" y="186509"/>
                  </a:lnTo>
                  <a:lnTo>
                    <a:pt x="11989" y="185757"/>
                  </a:lnTo>
                  <a:lnTo>
                    <a:pt x="12127" y="183947"/>
                  </a:lnTo>
                  <a:lnTo>
                    <a:pt x="12122" y="181928"/>
                  </a:lnTo>
                  <a:lnTo>
                    <a:pt x="11420" y="176405"/>
                  </a:lnTo>
                  <a:lnTo>
                    <a:pt x="11211" y="173860"/>
                  </a:lnTo>
                  <a:lnTo>
                    <a:pt x="11095" y="171349"/>
                  </a:lnTo>
                  <a:lnTo>
                    <a:pt x="11533" y="168764"/>
                  </a:lnTo>
                  <a:lnTo>
                    <a:pt x="12129" y="165742"/>
                  </a:lnTo>
                  <a:lnTo>
                    <a:pt x="11986" y="163102"/>
                  </a:lnTo>
                  <a:lnTo>
                    <a:pt x="12149" y="162076"/>
                  </a:lnTo>
                  <a:lnTo>
                    <a:pt x="12639" y="161929"/>
                  </a:lnTo>
                  <a:lnTo>
                    <a:pt x="13252" y="162565"/>
                  </a:lnTo>
                  <a:lnTo>
                    <a:pt x="13924" y="162125"/>
                  </a:lnTo>
                  <a:lnTo>
                    <a:pt x="14435" y="160512"/>
                  </a:lnTo>
                  <a:lnTo>
                    <a:pt x="14640" y="159107"/>
                  </a:lnTo>
                  <a:lnTo>
                    <a:pt x="14952" y="153001"/>
                  </a:lnTo>
                  <a:lnTo>
                    <a:pt x="15159" y="147420"/>
                  </a:lnTo>
                  <a:lnTo>
                    <a:pt x="15244" y="142868"/>
                  </a:lnTo>
                  <a:lnTo>
                    <a:pt x="14721" y="140147"/>
                  </a:lnTo>
                  <a:lnTo>
                    <a:pt x="13916" y="132827"/>
                  </a:lnTo>
                  <a:lnTo>
                    <a:pt x="14149" y="131576"/>
                  </a:lnTo>
                  <a:lnTo>
                    <a:pt x="14511" y="131284"/>
                  </a:lnTo>
                  <a:lnTo>
                    <a:pt x="15703" y="133846"/>
                  </a:lnTo>
                  <a:lnTo>
                    <a:pt x="16216" y="134276"/>
                  </a:lnTo>
                  <a:lnTo>
                    <a:pt x="17084" y="133885"/>
                  </a:lnTo>
                  <a:lnTo>
                    <a:pt x="17938" y="133315"/>
                  </a:lnTo>
                  <a:lnTo>
                    <a:pt x="18556" y="133280"/>
                  </a:lnTo>
                  <a:lnTo>
                    <a:pt x="19450" y="134156"/>
                  </a:lnTo>
                  <a:lnTo>
                    <a:pt x="20680" y="135132"/>
                  </a:lnTo>
                  <a:lnTo>
                    <a:pt x="22597" y="136342"/>
                  </a:lnTo>
                  <a:lnTo>
                    <a:pt x="23386" y="137254"/>
                  </a:lnTo>
                  <a:lnTo>
                    <a:pt x="24038" y="137124"/>
                  </a:lnTo>
                  <a:lnTo>
                    <a:pt x="24565" y="134282"/>
                  </a:lnTo>
                  <a:lnTo>
                    <a:pt x="25174" y="130129"/>
                  </a:lnTo>
                  <a:lnTo>
                    <a:pt x="26079" y="123963"/>
                  </a:lnTo>
                  <a:lnTo>
                    <a:pt x="27118" y="119475"/>
                  </a:lnTo>
                  <a:lnTo>
                    <a:pt x="27392" y="118284"/>
                  </a:lnTo>
                  <a:lnTo>
                    <a:pt x="28549" y="114632"/>
                  </a:lnTo>
                  <a:lnTo>
                    <a:pt x="29671" y="110803"/>
                  </a:lnTo>
                  <a:lnTo>
                    <a:pt x="30648" y="105963"/>
                  </a:lnTo>
                  <a:lnTo>
                    <a:pt x="31195" y="102485"/>
                  </a:lnTo>
                  <a:lnTo>
                    <a:pt x="31147" y="101033"/>
                  </a:lnTo>
                  <a:lnTo>
                    <a:pt x="30796" y="99830"/>
                  </a:lnTo>
                  <a:lnTo>
                    <a:pt x="30060" y="99061"/>
                  </a:lnTo>
                  <a:lnTo>
                    <a:pt x="29454" y="98266"/>
                  </a:lnTo>
                  <a:lnTo>
                    <a:pt x="29287" y="97550"/>
                  </a:lnTo>
                  <a:lnTo>
                    <a:pt x="29304" y="96731"/>
                  </a:lnTo>
                  <a:lnTo>
                    <a:pt x="29619" y="94474"/>
                  </a:lnTo>
                  <a:lnTo>
                    <a:pt x="30149" y="91809"/>
                  </a:lnTo>
                  <a:lnTo>
                    <a:pt x="30703" y="90365"/>
                  </a:lnTo>
                  <a:lnTo>
                    <a:pt x="32160" y="88579"/>
                  </a:lnTo>
                  <a:lnTo>
                    <a:pt x="33089" y="86278"/>
                  </a:lnTo>
                  <a:lnTo>
                    <a:pt x="34133" y="83233"/>
                  </a:lnTo>
                  <a:lnTo>
                    <a:pt x="34704" y="81158"/>
                  </a:lnTo>
                  <a:lnTo>
                    <a:pt x="34991" y="76948"/>
                  </a:lnTo>
                  <a:lnTo>
                    <a:pt x="35305" y="76110"/>
                  </a:lnTo>
                  <a:lnTo>
                    <a:pt x="35950" y="74751"/>
                  </a:lnTo>
                  <a:lnTo>
                    <a:pt x="36437" y="73156"/>
                  </a:lnTo>
                  <a:lnTo>
                    <a:pt x="36398" y="72295"/>
                  </a:lnTo>
                  <a:lnTo>
                    <a:pt x="36140" y="71675"/>
                  </a:lnTo>
                  <a:lnTo>
                    <a:pt x="35654" y="68728"/>
                  </a:lnTo>
                  <a:lnTo>
                    <a:pt x="35431" y="64114"/>
                  </a:lnTo>
                  <a:lnTo>
                    <a:pt x="35540" y="60370"/>
                  </a:lnTo>
                  <a:lnTo>
                    <a:pt x="35907" y="58848"/>
                  </a:lnTo>
                  <a:lnTo>
                    <a:pt x="36391" y="56727"/>
                  </a:lnTo>
                  <a:lnTo>
                    <a:pt x="37289" y="55423"/>
                  </a:lnTo>
                  <a:lnTo>
                    <a:pt x="38567" y="54511"/>
                  </a:lnTo>
                  <a:lnTo>
                    <a:pt x="40527" y="52035"/>
                  </a:lnTo>
                  <a:lnTo>
                    <a:pt x="43914" y="46291"/>
                  </a:lnTo>
                  <a:lnTo>
                    <a:pt x="45135" y="44418"/>
                  </a:lnTo>
                  <a:lnTo>
                    <a:pt x="45974" y="43449"/>
                  </a:lnTo>
                  <a:lnTo>
                    <a:pt x="46784" y="41042"/>
                  </a:lnTo>
                  <a:lnTo>
                    <a:pt x="47901" y="38412"/>
                  </a:lnTo>
                  <a:lnTo>
                    <a:pt x="49497" y="37106"/>
                  </a:lnTo>
                  <a:lnTo>
                    <a:pt x="50527" y="36601"/>
                  </a:lnTo>
                  <a:lnTo>
                    <a:pt x="55358" y="34802"/>
                  </a:lnTo>
                  <a:lnTo>
                    <a:pt x="56171" y="35031"/>
                  </a:lnTo>
                  <a:lnTo>
                    <a:pt x="56988" y="36074"/>
                  </a:lnTo>
                  <a:lnTo>
                    <a:pt x="58005" y="39572"/>
                  </a:lnTo>
                  <a:lnTo>
                    <a:pt x="58908" y="40888"/>
                  </a:lnTo>
                  <a:lnTo>
                    <a:pt x="59952" y="41811"/>
                  </a:lnTo>
                  <a:lnTo>
                    <a:pt x="60742" y="41416"/>
                  </a:lnTo>
                  <a:lnTo>
                    <a:pt x="60762" y="40000"/>
                  </a:lnTo>
                  <a:lnTo>
                    <a:pt x="58273" y="31837"/>
                  </a:lnTo>
                  <a:lnTo>
                    <a:pt x="58046" y="29613"/>
                  </a:lnTo>
                  <a:lnTo>
                    <a:pt x="57963" y="27490"/>
                  </a:lnTo>
                  <a:lnTo>
                    <a:pt x="58245" y="25801"/>
                  </a:lnTo>
                  <a:lnTo>
                    <a:pt x="59023" y="24193"/>
                  </a:lnTo>
                  <a:lnTo>
                    <a:pt x="60096" y="22369"/>
                  </a:lnTo>
                  <a:lnTo>
                    <a:pt x="61430" y="20098"/>
                  </a:lnTo>
                  <a:lnTo>
                    <a:pt x="62272" y="18527"/>
                  </a:lnTo>
                  <a:lnTo>
                    <a:pt x="63260" y="18023"/>
                  </a:lnTo>
                  <a:lnTo>
                    <a:pt x="63618" y="17117"/>
                  </a:lnTo>
                  <a:lnTo>
                    <a:pt x="63722" y="15800"/>
                  </a:lnTo>
                  <a:lnTo>
                    <a:pt x="63668" y="14366"/>
                  </a:lnTo>
                  <a:lnTo>
                    <a:pt x="63218" y="12737"/>
                  </a:lnTo>
                  <a:lnTo>
                    <a:pt x="63311" y="10691"/>
                  </a:lnTo>
                  <a:lnTo>
                    <a:pt x="63462" y="8837"/>
                  </a:lnTo>
                  <a:lnTo>
                    <a:pt x="63881" y="7757"/>
                  </a:lnTo>
                  <a:lnTo>
                    <a:pt x="64807" y="4820"/>
                  </a:lnTo>
                  <a:lnTo>
                    <a:pt x="65378" y="2700"/>
                  </a:lnTo>
                  <a:lnTo>
                    <a:pt x="65679" y="1793"/>
                  </a:lnTo>
                  <a:lnTo>
                    <a:pt x="66120" y="201"/>
                  </a:lnTo>
                  <a:lnTo>
                    <a:pt x="66877" y="0"/>
                  </a:lnTo>
                  <a:lnTo>
                    <a:pt x="67613" y="503"/>
                  </a:lnTo>
                  <a:lnTo>
                    <a:pt x="68054" y="1409"/>
                  </a:lnTo>
                  <a:lnTo>
                    <a:pt x="68492" y="3247"/>
                  </a:lnTo>
                  <a:lnTo>
                    <a:pt x="68972" y="4754"/>
                  </a:lnTo>
                  <a:lnTo>
                    <a:pt x="69558" y="4748"/>
                  </a:lnTo>
                  <a:lnTo>
                    <a:pt x="70156" y="4534"/>
                  </a:lnTo>
                  <a:lnTo>
                    <a:pt x="70435" y="4743"/>
                  </a:lnTo>
                  <a:lnTo>
                    <a:pt x="71009" y="6005"/>
                  </a:lnTo>
                  <a:lnTo>
                    <a:pt x="72097" y="9027"/>
                  </a:lnTo>
                  <a:lnTo>
                    <a:pt x="72583" y="9785"/>
                  </a:lnTo>
                  <a:lnTo>
                    <a:pt x="73043" y="11073"/>
                  </a:lnTo>
                  <a:lnTo>
                    <a:pt x="73283" y="13646"/>
                  </a:lnTo>
                  <a:lnTo>
                    <a:pt x="73432" y="16236"/>
                  </a:lnTo>
                  <a:lnTo>
                    <a:pt x="74796" y="25230"/>
                  </a:lnTo>
                  <a:lnTo>
                    <a:pt x="75206" y="27125"/>
                  </a:lnTo>
                  <a:lnTo>
                    <a:pt x="75510" y="28572"/>
                  </a:lnTo>
                  <a:lnTo>
                    <a:pt x="76147" y="28927"/>
                  </a:lnTo>
                  <a:lnTo>
                    <a:pt x="76664" y="27480"/>
                  </a:lnTo>
                  <a:lnTo>
                    <a:pt x="76868" y="25931"/>
                  </a:lnTo>
                  <a:lnTo>
                    <a:pt x="77407" y="25406"/>
                  </a:lnTo>
                  <a:lnTo>
                    <a:pt x="78048" y="25689"/>
                  </a:lnTo>
                  <a:lnTo>
                    <a:pt x="79224" y="27132"/>
                  </a:lnTo>
                  <a:lnTo>
                    <a:pt x="79858" y="27911"/>
                  </a:lnTo>
                  <a:lnTo>
                    <a:pt x="80173" y="32359"/>
                  </a:lnTo>
                  <a:lnTo>
                    <a:pt x="80243" y="37578"/>
                  </a:lnTo>
                  <a:lnTo>
                    <a:pt x="80149" y="39194"/>
                  </a:lnTo>
                  <a:lnTo>
                    <a:pt x="80664" y="43499"/>
                  </a:lnTo>
                  <a:lnTo>
                    <a:pt x="80824" y="48450"/>
                  </a:lnTo>
                  <a:lnTo>
                    <a:pt x="80935" y="51158"/>
                  </a:lnTo>
                  <a:lnTo>
                    <a:pt x="80946" y="53746"/>
                  </a:lnTo>
                  <a:lnTo>
                    <a:pt x="80853" y="57137"/>
                  </a:lnTo>
                  <a:lnTo>
                    <a:pt x="80577" y="61679"/>
                  </a:lnTo>
                  <a:lnTo>
                    <a:pt x="80113" y="65554"/>
                  </a:lnTo>
                  <a:lnTo>
                    <a:pt x="80282" y="68780"/>
                  </a:lnTo>
                  <a:lnTo>
                    <a:pt x="80006" y="70255"/>
                  </a:lnTo>
                  <a:lnTo>
                    <a:pt x="78880" y="71005"/>
                  </a:lnTo>
                  <a:lnTo>
                    <a:pt x="78783" y="72236"/>
                  </a:lnTo>
                  <a:lnTo>
                    <a:pt x="79115" y="74266"/>
                  </a:lnTo>
                  <a:lnTo>
                    <a:pt x="79901" y="76805"/>
                  </a:lnTo>
                  <a:lnTo>
                    <a:pt x="79920" y="78407"/>
                  </a:lnTo>
                  <a:lnTo>
                    <a:pt x="79540" y="79496"/>
                  </a:lnTo>
                  <a:lnTo>
                    <a:pt x="78713" y="79599"/>
                  </a:lnTo>
                  <a:lnTo>
                    <a:pt x="77567" y="80614"/>
                  </a:lnTo>
                  <a:lnTo>
                    <a:pt x="76779" y="83891"/>
                  </a:lnTo>
                  <a:lnTo>
                    <a:pt x="75941" y="86586"/>
                  </a:lnTo>
                  <a:lnTo>
                    <a:pt x="75482" y="87116"/>
                  </a:lnTo>
                  <a:lnTo>
                    <a:pt x="73952" y="86357"/>
                  </a:lnTo>
                  <a:lnTo>
                    <a:pt x="73585" y="87049"/>
                  </a:lnTo>
                  <a:lnTo>
                    <a:pt x="73051" y="91640"/>
                  </a:lnTo>
                  <a:lnTo>
                    <a:pt x="72613" y="93613"/>
                  </a:lnTo>
                  <a:lnTo>
                    <a:pt x="71955" y="95281"/>
                  </a:lnTo>
                  <a:lnTo>
                    <a:pt x="71353" y="96262"/>
                  </a:lnTo>
                  <a:lnTo>
                    <a:pt x="70810" y="96947"/>
                  </a:lnTo>
                  <a:lnTo>
                    <a:pt x="69595" y="96483"/>
                  </a:lnTo>
                  <a:lnTo>
                    <a:pt x="68952" y="99254"/>
                  </a:lnTo>
                  <a:lnTo>
                    <a:pt x="68305" y="102910"/>
                  </a:lnTo>
                  <a:lnTo>
                    <a:pt x="68253" y="104801"/>
                  </a:lnTo>
                  <a:lnTo>
                    <a:pt x="68588" y="107770"/>
                  </a:lnTo>
                  <a:lnTo>
                    <a:pt x="68414" y="108594"/>
                  </a:lnTo>
                  <a:lnTo>
                    <a:pt x="67759" y="109240"/>
                  </a:lnTo>
                  <a:lnTo>
                    <a:pt x="66680" y="110579"/>
                  </a:lnTo>
                  <a:lnTo>
                    <a:pt x="66015" y="114822"/>
                  </a:lnTo>
                  <a:lnTo>
                    <a:pt x="66040" y="118944"/>
                  </a:lnTo>
                  <a:lnTo>
                    <a:pt x="66433" y="120358"/>
                  </a:lnTo>
                  <a:lnTo>
                    <a:pt x="67178" y="120976"/>
                  </a:lnTo>
                  <a:lnTo>
                    <a:pt x="67708" y="122246"/>
                  </a:lnTo>
                  <a:lnTo>
                    <a:pt x="67759" y="124232"/>
                  </a:lnTo>
                  <a:lnTo>
                    <a:pt x="68222" y="126714"/>
                  </a:lnTo>
                  <a:lnTo>
                    <a:pt x="68005" y="129608"/>
                  </a:lnTo>
                  <a:lnTo>
                    <a:pt x="66495" y="133814"/>
                  </a:lnTo>
                  <a:lnTo>
                    <a:pt x="66449" y="136103"/>
                  </a:lnTo>
                  <a:lnTo>
                    <a:pt x="67253" y="136808"/>
                  </a:lnTo>
                  <a:lnTo>
                    <a:pt x="67948" y="136485"/>
                  </a:lnTo>
                  <a:lnTo>
                    <a:pt x="68807" y="135486"/>
                  </a:lnTo>
                  <a:lnTo>
                    <a:pt x="69819" y="133879"/>
                  </a:lnTo>
                  <a:lnTo>
                    <a:pt x="72031" y="131540"/>
                  </a:lnTo>
                  <a:lnTo>
                    <a:pt x="74445" y="130204"/>
                  </a:lnTo>
                  <a:lnTo>
                    <a:pt x="76355" y="129956"/>
                  </a:lnTo>
                  <a:lnTo>
                    <a:pt x="77985" y="130056"/>
                  </a:lnTo>
                  <a:lnTo>
                    <a:pt x="78784" y="130553"/>
                  </a:lnTo>
                  <a:lnTo>
                    <a:pt x="79021" y="131410"/>
                  </a:lnTo>
                  <a:lnTo>
                    <a:pt x="81254" y="130044"/>
                  </a:lnTo>
                  <a:lnTo>
                    <a:pt x="81723" y="129966"/>
                  </a:lnTo>
                  <a:lnTo>
                    <a:pt x="82127" y="129893"/>
                  </a:lnTo>
                  <a:lnTo>
                    <a:pt x="82114" y="130797"/>
                  </a:lnTo>
                  <a:lnTo>
                    <a:pt x="80479" y="134536"/>
                  </a:lnTo>
                  <a:lnTo>
                    <a:pt x="80173" y="136279"/>
                  </a:lnTo>
                  <a:lnTo>
                    <a:pt x="80224" y="138148"/>
                  </a:lnTo>
                  <a:lnTo>
                    <a:pt x="80893" y="139883"/>
                  </a:lnTo>
                  <a:lnTo>
                    <a:pt x="81542" y="141220"/>
                  </a:lnTo>
                  <a:lnTo>
                    <a:pt x="82092" y="144573"/>
                  </a:lnTo>
                  <a:lnTo>
                    <a:pt x="81668" y="147645"/>
                  </a:lnTo>
                  <a:lnTo>
                    <a:pt x="81938" y="148765"/>
                  </a:lnTo>
                  <a:lnTo>
                    <a:pt x="82421" y="150019"/>
                  </a:lnTo>
                  <a:lnTo>
                    <a:pt x="82714" y="151785"/>
                  </a:lnTo>
                  <a:lnTo>
                    <a:pt x="82750" y="153937"/>
                  </a:lnTo>
                  <a:lnTo>
                    <a:pt x="82481" y="157371"/>
                  </a:lnTo>
                  <a:lnTo>
                    <a:pt x="84842" y="159165"/>
                  </a:lnTo>
                  <a:lnTo>
                    <a:pt x="86881" y="159970"/>
                  </a:lnTo>
                  <a:lnTo>
                    <a:pt x="88368" y="160189"/>
                  </a:lnTo>
                  <a:lnTo>
                    <a:pt x="89321" y="160977"/>
                  </a:lnTo>
                  <a:lnTo>
                    <a:pt x="89895" y="161656"/>
                  </a:lnTo>
                  <a:lnTo>
                    <a:pt x="90298" y="162887"/>
                  </a:lnTo>
                  <a:lnTo>
                    <a:pt x="90420" y="164230"/>
                  </a:lnTo>
                  <a:lnTo>
                    <a:pt x="89922" y="165171"/>
                  </a:lnTo>
                  <a:lnTo>
                    <a:pt x="88915" y="168191"/>
                  </a:lnTo>
                  <a:lnTo>
                    <a:pt x="88336" y="172222"/>
                  </a:lnTo>
                  <a:lnTo>
                    <a:pt x="88397" y="175241"/>
                  </a:lnTo>
                  <a:lnTo>
                    <a:pt x="88329" y="177855"/>
                  </a:lnTo>
                  <a:lnTo>
                    <a:pt x="87162" y="181628"/>
                  </a:lnTo>
                  <a:lnTo>
                    <a:pt x="86696" y="184222"/>
                  </a:lnTo>
                  <a:lnTo>
                    <a:pt x="86289" y="186884"/>
                  </a:lnTo>
                  <a:lnTo>
                    <a:pt x="86302" y="188041"/>
                  </a:lnTo>
                  <a:lnTo>
                    <a:pt x="86543" y="188849"/>
                  </a:lnTo>
                  <a:lnTo>
                    <a:pt x="87042" y="189317"/>
                  </a:lnTo>
                  <a:lnTo>
                    <a:pt x="87903" y="189598"/>
                  </a:lnTo>
                  <a:lnTo>
                    <a:pt x="88958" y="189298"/>
                  </a:lnTo>
                  <a:lnTo>
                    <a:pt x="91476" y="189937"/>
                  </a:lnTo>
                  <a:lnTo>
                    <a:pt x="94347" y="191103"/>
                  </a:lnTo>
                  <a:lnTo>
                    <a:pt x="95486" y="191744"/>
                  </a:lnTo>
                  <a:lnTo>
                    <a:pt x="95858" y="192917"/>
                  </a:lnTo>
                  <a:lnTo>
                    <a:pt x="95767" y="195479"/>
                  </a:lnTo>
                  <a:lnTo>
                    <a:pt x="95584" y="197867"/>
                  </a:lnTo>
                  <a:lnTo>
                    <a:pt x="95770" y="199701"/>
                  </a:lnTo>
                  <a:lnTo>
                    <a:pt x="96233" y="201389"/>
                  </a:lnTo>
                  <a:lnTo>
                    <a:pt x="97011" y="201946"/>
                  </a:lnTo>
                  <a:lnTo>
                    <a:pt x="97680" y="202599"/>
                  </a:lnTo>
                  <a:lnTo>
                    <a:pt x="97807" y="203888"/>
                  </a:lnTo>
                  <a:lnTo>
                    <a:pt x="97603" y="205635"/>
                  </a:lnTo>
                  <a:lnTo>
                    <a:pt x="97943" y="207016"/>
                  </a:lnTo>
                  <a:lnTo>
                    <a:pt x="98324" y="207922"/>
                  </a:lnTo>
                  <a:lnTo>
                    <a:pt x="99152" y="208440"/>
                  </a:lnTo>
                  <a:lnTo>
                    <a:pt x="100828" y="207316"/>
                  </a:lnTo>
                  <a:lnTo>
                    <a:pt x="102002" y="207817"/>
                  </a:lnTo>
                  <a:lnTo>
                    <a:pt x="103059" y="208584"/>
                  </a:lnTo>
                  <a:lnTo>
                    <a:pt x="103963" y="208180"/>
                  </a:lnTo>
                  <a:lnTo>
                    <a:pt x="104858" y="207201"/>
                  </a:lnTo>
                  <a:lnTo>
                    <a:pt x="106808" y="202761"/>
                  </a:lnTo>
                  <a:lnTo>
                    <a:pt x="109080" y="200362"/>
                  </a:lnTo>
                  <a:lnTo>
                    <a:pt x="109826" y="199786"/>
                  </a:lnTo>
                  <a:lnTo>
                    <a:pt x="110331" y="200075"/>
                  </a:lnTo>
                  <a:lnTo>
                    <a:pt x="110457" y="200386"/>
                  </a:lnTo>
                  <a:lnTo>
                    <a:pt x="110423" y="201285"/>
                  </a:lnTo>
                  <a:lnTo>
                    <a:pt x="110659" y="204934"/>
                  </a:lnTo>
                  <a:close/>
                </a:path>
              </a:pathLst>
            </a:custGeom>
            <a:solidFill>
              <a:srgbClr val="DCEBD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8" name="pg1017"/>
            <p:cNvSpPr/>
            <p:nvPr/>
          </p:nvSpPr>
          <p:spPr>
            <a:xfrm>
              <a:off x="3591521" y="2347436"/>
              <a:ext cx="23585" cy="49442"/>
            </a:xfrm>
            <a:custGeom>
              <a:avLst/>
              <a:pathLst>
                <a:path w="23585" h="49442">
                  <a:moveTo>
                    <a:pt x="9353" y="266"/>
                  </a:moveTo>
                  <a:lnTo>
                    <a:pt x="9319" y="628"/>
                  </a:lnTo>
                  <a:lnTo>
                    <a:pt x="9380" y="1693"/>
                  </a:lnTo>
                  <a:lnTo>
                    <a:pt x="9654" y="2729"/>
                  </a:lnTo>
                  <a:lnTo>
                    <a:pt x="10635" y="3793"/>
                  </a:lnTo>
                  <a:lnTo>
                    <a:pt x="12072" y="5895"/>
                  </a:lnTo>
                  <a:lnTo>
                    <a:pt x="13761" y="9753"/>
                  </a:lnTo>
                  <a:lnTo>
                    <a:pt x="14537" y="10900"/>
                  </a:lnTo>
                  <a:lnTo>
                    <a:pt x="15235" y="11180"/>
                  </a:lnTo>
                  <a:lnTo>
                    <a:pt x="16594" y="12781"/>
                  </a:lnTo>
                  <a:lnTo>
                    <a:pt x="17543" y="13172"/>
                  </a:lnTo>
                  <a:lnTo>
                    <a:pt x="18604" y="13613"/>
                  </a:lnTo>
                  <a:lnTo>
                    <a:pt x="21366" y="16956"/>
                  </a:lnTo>
                  <a:lnTo>
                    <a:pt x="22608" y="17932"/>
                  </a:lnTo>
                  <a:lnTo>
                    <a:pt x="23490" y="19190"/>
                  </a:lnTo>
                  <a:lnTo>
                    <a:pt x="23585" y="20375"/>
                  </a:lnTo>
                  <a:lnTo>
                    <a:pt x="23544" y="21109"/>
                  </a:lnTo>
                  <a:lnTo>
                    <a:pt x="21950" y="21969"/>
                  </a:lnTo>
                  <a:lnTo>
                    <a:pt x="21671" y="23275"/>
                  </a:lnTo>
                  <a:lnTo>
                    <a:pt x="20899" y="23124"/>
                  </a:lnTo>
                  <a:lnTo>
                    <a:pt x="19965" y="23115"/>
                  </a:lnTo>
                  <a:lnTo>
                    <a:pt x="19659" y="23943"/>
                  </a:lnTo>
                  <a:lnTo>
                    <a:pt x="20106" y="25308"/>
                  </a:lnTo>
                  <a:lnTo>
                    <a:pt x="20396" y="26912"/>
                  </a:lnTo>
                  <a:lnTo>
                    <a:pt x="20163" y="29113"/>
                  </a:lnTo>
                  <a:lnTo>
                    <a:pt x="20084" y="29403"/>
                  </a:lnTo>
                  <a:lnTo>
                    <a:pt x="19859" y="29325"/>
                  </a:lnTo>
                  <a:lnTo>
                    <a:pt x="18543" y="30602"/>
                  </a:lnTo>
                  <a:lnTo>
                    <a:pt x="17564" y="31203"/>
                  </a:lnTo>
                  <a:lnTo>
                    <a:pt x="16682" y="31504"/>
                  </a:lnTo>
                  <a:lnTo>
                    <a:pt x="16265" y="30890"/>
                  </a:lnTo>
                  <a:lnTo>
                    <a:pt x="16059" y="30056"/>
                  </a:lnTo>
                  <a:lnTo>
                    <a:pt x="16095" y="27640"/>
                  </a:lnTo>
                  <a:lnTo>
                    <a:pt x="15936" y="26824"/>
                  </a:lnTo>
                  <a:lnTo>
                    <a:pt x="15635" y="26428"/>
                  </a:lnTo>
                  <a:lnTo>
                    <a:pt x="15031" y="27000"/>
                  </a:lnTo>
                  <a:lnTo>
                    <a:pt x="14328" y="28866"/>
                  </a:lnTo>
                  <a:lnTo>
                    <a:pt x="13675" y="31037"/>
                  </a:lnTo>
                  <a:lnTo>
                    <a:pt x="12695" y="33300"/>
                  </a:lnTo>
                  <a:lnTo>
                    <a:pt x="11886" y="35471"/>
                  </a:lnTo>
                  <a:lnTo>
                    <a:pt x="11015" y="38208"/>
                  </a:lnTo>
                  <a:lnTo>
                    <a:pt x="10418" y="40475"/>
                  </a:lnTo>
                  <a:lnTo>
                    <a:pt x="11038" y="41753"/>
                  </a:lnTo>
                  <a:lnTo>
                    <a:pt x="11415" y="43532"/>
                  </a:lnTo>
                  <a:lnTo>
                    <a:pt x="11301" y="44864"/>
                  </a:lnTo>
                  <a:lnTo>
                    <a:pt x="11411" y="45640"/>
                  </a:lnTo>
                  <a:lnTo>
                    <a:pt x="11219" y="47972"/>
                  </a:lnTo>
                  <a:lnTo>
                    <a:pt x="11180" y="49442"/>
                  </a:lnTo>
                  <a:lnTo>
                    <a:pt x="9256" y="47092"/>
                  </a:lnTo>
                  <a:lnTo>
                    <a:pt x="8464" y="43786"/>
                  </a:lnTo>
                  <a:lnTo>
                    <a:pt x="5650" y="38203"/>
                  </a:lnTo>
                  <a:lnTo>
                    <a:pt x="2425" y="34402"/>
                  </a:lnTo>
                  <a:lnTo>
                    <a:pt x="2254" y="33802"/>
                  </a:lnTo>
                  <a:lnTo>
                    <a:pt x="2431" y="33070"/>
                  </a:lnTo>
                  <a:lnTo>
                    <a:pt x="2586" y="32492"/>
                  </a:lnTo>
                  <a:lnTo>
                    <a:pt x="1916" y="32449"/>
                  </a:lnTo>
                  <a:lnTo>
                    <a:pt x="1446" y="32912"/>
                  </a:lnTo>
                  <a:lnTo>
                    <a:pt x="1001" y="32782"/>
                  </a:lnTo>
                  <a:lnTo>
                    <a:pt x="497" y="31358"/>
                  </a:lnTo>
                  <a:lnTo>
                    <a:pt x="21" y="30121"/>
                  </a:lnTo>
                  <a:lnTo>
                    <a:pt x="0" y="29035"/>
                  </a:lnTo>
                  <a:lnTo>
                    <a:pt x="216" y="28893"/>
                  </a:lnTo>
                  <a:lnTo>
                    <a:pt x="539" y="28459"/>
                  </a:lnTo>
                  <a:lnTo>
                    <a:pt x="1217" y="27250"/>
                  </a:lnTo>
                  <a:lnTo>
                    <a:pt x="1352" y="26615"/>
                  </a:lnTo>
                  <a:lnTo>
                    <a:pt x="1319" y="25653"/>
                  </a:lnTo>
                  <a:lnTo>
                    <a:pt x="366" y="22607"/>
                  </a:lnTo>
                  <a:lnTo>
                    <a:pt x="231" y="20632"/>
                  </a:lnTo>
                  <a:lnTo>
                    <a:pt x="92" y="16957"/>
                  </a:lnTo>
                  <a:lnTo>
                    <a:pt x="294" y="16087"/>
                  </a:lnTo>
                  <a:lnTo>
                    <a:pt x="643" y="15666"/>
                  </a:lnTo>
                  <a:lnTo>
                    <a:pt x="2311" y="15207"/>
                  </a:lnTo>
                  <a:lnTo>
                    <a:pt x="2289" y="12343"/>
                  </a:lnTo>
                  <a:lnTo>
                    <a:pt x="2389" y="11484"/>
                  </a:lnTo>
                  <a:lnTo>
                    <a:pt x="2721" y="10294"/>
                  </a:lnTo>
                  <a:lnTo>
                    <a:pt x="2935" y="9205"/>
                  </a:lnTo>
                  <a:lnTo>
                    <a:pt x="3861" y="7646"/>
                  </a:lnTo>
                  <a:lnTo>
                    <a:pt x="5117" y="5791"/>
                  </a:lnTo>
                  <a:lnTo>
                    <a:pt x="5667" y="5736"/>
                  </a:lnTo>
                  <a:lnTo>
                    <a:pt x="6149" y="5994"/>
                  </a:lnTo>
                  <a:lnTo>
                    <a:pt x="6692" y="7592"/>
                  </a:lnTo>
                  <a:lnTo>
                    <a:pt x="7284" y="7384"/>
                  </a:lnTo>
                  <a:lnTo>
                    <a:pt x="7408" y="5466"/>
                  </a:lnTo>
                  <a:lnTo>
                    <a:pt x="6632" y="2953"/>
                  </a:lnTo>
                  <a:lnTo>
                    <a:pt x="6218" y="1347"/>
                  </a:lnTo>
                  <a:lnTo>
                    <a:pt x="6347" y="463"/>
                  </a:lnTo>
                  <a:lnTo>
                    <a:pt x="6637" y="0"/>
                  </a:lnTo>
                  <a:lnTo>
                    <a:pt x="7305" y="290"/>
                  </a:lnTo>
                  <a:lnTo>
                    <a:pt x="7943" y="727"/>
                  </a:lnTo>
                  <a:lnTo>
                    <a:pt x="8347" y="431"/>
                  </a:lnTo>
                  <a:lnTo>
                    <a:pt x="8983" y="20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9" name="pg1018"/>
            <p:cNvSpPr/>
            <p:nvPr/>
          </p:nvSpPr>
          <p:spPr>
            <a:xfrm>
              <a:off x="4446755" y="2094054"/>
              <a:ext cx="396782" cy="310908"/>
            </a:xfrm>
            <a:custGeom>
              <a:avLst/>
              <a:pathLst>
                <a:path w="396782" h="310908">
                  <a:moveTo>
                    <a:pt x="357116" y="67770"/>
                  </a:moveTo>
                  <a:lnTo>
                    <a:pt x="355961" y="71877"/>
                  </a:lnTo>
                  <a:lnTo>
                    <a:pt x="353646" y="80109"/>
                  </a:lnTo>
                  <a:lnTo>
                    <a:pt x="351687" y="87078"/>
                  </a:lnTo>
                  <a:lnTo>
                    <a:pt x="350654" y="91006"/>
                  </a:lnTo>
                  <a:lnTo>
                    <a:pt x="349896" y="93999"/>
                  </a:lnTo>
                  <a:lnTo>
                    <a:pt x="349108" y="96839"/>
                  </a:lnTo>
                  <a:lnTo>
                    <a:pt x="348998" y="98546"/>
                  </a:lnTo>
                  <a:lnTo>
                    <a:pt x="348114" y="101292"/>
                  </a:lnTo>
                  <a:lnTo>
                    <a:pt x="346469" y="104604"/>
                  </a:lnTo>
                  <a:lnTo>
                    <a:pt x="346113" y="108195"/>
                  </a:lnTo>
                  <a:lnTo>
                    <a:pt x="346174" y="111427"/>
                  </a:lnTo>
                  <a:lnTo>
                    <a:pt x="346037" y="114326"/>
                  </a:lnTo>
                  <a:lnTo>
                    <a:pt x="344235" y="116158"/>
                  </a:lnTo>
                  <a:lnTo>
                    <a:pt x="342823" y="117795"/>
                  </a:lnTo>
                  <a:lnTo>
                    <a:pt x="343225" y="123286"/>
                  </a:lnTo>
                  <a:lnTo>
                    <a:pt x="343950" y="125361"/>
                  </a:lnTo>
                  <a:lnTo>
                    <a:pt x="345126" y="127603"/>
                  </a:lnTo>
                  <a:lnTo>
                    <a:pt x="346360" y="129396"/>
                  </a:lnTo>
                  <a:lnTo>
                    <a:pt x="347428" y="130913"/>
                  </a:lnTo>
                  <a:lnTo>
                    <a:pt x="348608" y="130191"/>
                  </a:lnTo>
                  <a:lnTo>
                    <a:pt x="349607" y="127880"/>
                  </a:lnTo>
                  <a:lnTo>
                    <a:pt x="351536" y="125851"/>
                  </a:lnTo>
                  <a:lnTo>
                    <a:pt x="352598" y="125802"/>
                  </a:lnTo>
                  <a:lnTo>
                    <a:pt x="353351" y="126270"/>
                  </a:lnTo>
                  <a:lnTo>
                    <a:pt x="355020" y="126402"/>
                  </a:lnTo>
                  <a:lnTo>
                    <a:pt x="356729" y="125665"/>
                  </a:lnTo>
                  <a:lnTo>
                    <a:pt x="358069" y="125509"/>
                  </a:lnTo>
                  <a:lnTo>
                    <a:pt x="359804" y="126003"/>
                  </a:lnTo>
                  <a:lnTo>
                    <a:pt x="360427" y="126490"/>
                  </a:lnTo>
                  <a:lnTo>
                    <a:pt x="361884" y="127382"/>
                  </a:lnTo>
                  <a:lnTo>
                    <a:pt x="363455" y="129336"/>
                  </a:lnTo>
                  <a:lnTo>
                    <a:pt x="364552" y="131520"/>
                  </a:lnTo>
                  <a:lnTo>
                    <a:pt x="365352" y="131938"/>
                  </a:lnTo>
                  <a:lnTo>
                    <a:pt x="365762" y="131243"/>
                  </a:lnTo>
                  <a:lnTo>
                    <a:pt x="366639" y="129304"/>
                  </a:lnTo>
                  <a:lnTo>
                    <a:pt x="367877" y="127433"/>
                  </a:lnTo>
                  <a:lnTo>
                    <a:pt x="369373" y="124371"/>
                  </a:lnTo>
                  <a:lnTo>
                    <a:pt x="370505" y="122019"/>
                  </a:lnTo>
                  <a:lnTo>
                    <a:pt x="371394" y="121666"/>
                  </a:lnTo>
                  <a:lnTo>
                    <a:pt x="373107" y="121673"/>
                  </a:lnTo>
                  <a:lnTo>
                    <a:pt x="373880" y="121102"/>
                  </a:lnTo>
                  <a:lnTo>
                    <a:pt x="375178" y="120807"/>
                  </a:lnTo>
                  <a:lnTo>
                    <a:pt x="376321" y="121676"/>
                  </a:lnTo>
                  <a:lnTo>
                    <a:pt x="379514" y="122134"/>
                  </a:lnTo>
                  <a:lnTo>
                    <a:pt x="380369" y="123338"/>
                  </a:lnTo>
                  <a:lnTo>
                    <a:pt x="381884" y="126913"/>
                  </a:lnTo>
                  <a:lnTo>
                    <a:pt x="382741" y="128823"/>
                  </a:lnTo>
                  <a:lnTo>
                    <a:pt x="384226" y="129784"/>
                  </a:lnTo>
                  <a:lnTo>
                    <a:pt x="385125" y="130439"/>
                  </a:lnTo>
                  <a:lnTo>
                    <a:pt x="385920" y="130959"/>
                  </a:lnTo>
                  <a:lnTo>
                    <a:pt x="386714" y="131881"/>
                  </a:lnTo>
                  <a:lnTo>
                    <a:pt x="386903" y="133000"/>
                  </a:lnTo>
                  <a:lnTo>
                    <a:pt x="387220" y="134707"/>
                  </a:lnTo>
                  <a:lnTo>
                    <a:pt x="387707" y="135691"/>
                  </a:lnTo>
                  <a:lnTo>
                    <a:pt x="388606" y="136655"/>
                  </a:lnTo>
                  <a:lnTo>
                    <a:pt x="389292" y="137244"/>
                  </a:lnTo>
                  <a:lnTo>
                    <a:pt x="389511" y="138483"/>
                  </a:lnTo>
                  <a:lnTo>
                    <a:pt x="389726" y="139091"/>
                  </a:lnTo>
                  <a:lnTo>
                    <a:pt x="390351" y="139956"/>
                  </a:lnTo>
                  <a:lnTo>
                    <a:pt x="392206" y="143649"/>
                  </a:lnTo>
                  <a:lnTo>
                    <a:pt x="393109" y="144637"/>
                  </a:lnTo>
                  <a:lnTo>
                    <a:pt x="394478" y="146778"/>
                  </a:lnTo>
                  <a:lnTo>
                    <a:pt x="395047" y="148550"/>
                  </a:lnTo>
                  <a:lnTo>
                    <a:pt x="395080" y="150412"/>
                  </a:lnTo>
                  <a:lnTo>
                    <a:pt x="395433" y="151836"/>
                  </a:lnTo>
                  <a:lnTo>
                    <a:pt x="396349" y="153971"/>
                  </a:lnTo>
                  <a:lnTo>
                    <a:pt x="396782" y="155412"/>
                  </a:lnTo>
                  <a:lnTo>
                    <a:pt x="396614" y="157373"/>
                  </a:lnTo>
                  <a:lnTo>
                    <a:pt x="396758" y="159104"/>
                  </a:lnTo>
                  <a:lnTo>
                    <a:pt x="396404" y="160897"/>
                  </a:lnTo>
                  <a:lnTo>
                    <a:pt x="394927" y="162226"/>
                  </a:lnTo>
                  <a:lnTo>
                    <a:pt x="394423" y="162853"/>
                  </a:lnTo>
                  <a:lnTo>
                    <a:pt x="393357" y="162913"/>
                  </a:lnTo>
                  <a:lnTo>
                    <a:pt x="391553" y="162242"/>
                  </a:lnTo>
                  <a:lnTo>
                    <a:pt x="389798" y="162622"/>
                  </a:lnTo>
                  <a:lnTo>
                    <a:pt x="387703" y="161887"/>
                  </a:lnTo>
                  <a:lnTo>
                    <a:pt x="386055" y="160306"/>
                  </a:lnTo>
                  <a:lnTo>
                    <a:pt x="385174" y="159045"/>
                  </a:lnTo>
                  <a:lnTo>
                    <a:pt x="383777" y="158296"/>
                  </a:lnTo>
                  <a:lnTo>
                    <a:pt x="383116" y="158684"/>
                  </a:lnTo>
                  <a:lnTo>
                    <a:pt x="382284" y="160315"/>
                  </a:lnTo>
                  <a:lnTo>
                    <a:pt x="381369" y="160026"/>
                  </a:lnTo>
                  <a:lnTo>
                    <a:pt x="380526" y="160315"/>
                  </a:lnTo>
                  <a:lnTo>
                    <a:pt x="378353" y="159981"/>
                  </a:lnTo>
                  <a:lnTo>
                    <a:pt x="377173" y="159571"/>
                  </a:lnTo>
                  <a:lnTo>
                    <a:pt x="375299" y="160708"/>
                  </a:lnTo>
                  <a:lnTo>
                    <a:pt x="374243" y="161062"/>
                  </a:lnTo>
                  <a:lnTo>
                    <a:pt x="372258" y="162459"/>
                  </a:lnTo>
                  <a:lnTo>
                    <a:pt x="371062" y="164871"/>
                  </a:lnTo>
                  <a:lnTo>
                    <a:pt x="370170" y="165448"/>
                  </a:lnTo>
                  <a:lnTo>
                    <a:pt x="369305" y="165333"/>
                  </a:lnTo>
                  <a:lnTo>
                    <a:pt x="368680" y="164448"/>
                  </a:lnTo>
                  <a:lnTo>
                    <a:pt x="367772" y="163376"/>
                  </a:lnTo>
                  <a:lnTo>
                    <a:pt x="366429" y="163437"/>
                  </a:lnTo>
                  <a:lnTo>
                    <a:pt x="366028" y="163890"/>
                  </a:lnTo>
                  <a:lnTo>
                    <a:pt x="365863" y="164874"/>
                  </a:lnTo>
                  <a:lnTo>
                    <a:pt x="365421" y="167856"/>
                  </a:lnTo>
                  <a:lnTo>
                    <a:pt x="365428" y="169197"/>
                  </a:lnTo>
                  <a:lnTo>
                    <a:pt x="365138" y="170062"/>
                  </a:lnTo>
                  <a:lnTo>
                    <a:pt x="364344" y="170351"/>
                  </a:lnTo>
                  <a:lnTo>
                    <a:pt x="362948" y="170267"/>
                  </a:lnTo>
                  <a:lnTo>
                    <a:pt x="360762" y="170070"/>
                  </a:lnTo>
                  <a:lnTo>
                    <a:pt x="359285" y="169296"/>
                  </a:lnTo>
                  <a:lnTo>
                    <a:pt x="358395" y="169629"/>
                  </a:lnTo>
                  <a:lnTo>
                    <a:pt x="357184" y="171245"/>
                  </a:lnTo>
                  <a:lnTo>
                    <a:pt x="356326" y="171508"/>
                  </a:lnTo>
                  <a:lnTo>
                    <a:pt x="355626" y="172196"/>
                  </a:lnTo>
                  <a:lnTo>
                    <a:pt x="355060" y="174581"/>
                  </a:lnTo>
                  <a:lnTo>
                    <a:pt x="354173" y="176067"/>
                  </a:lnTo>
                  <a:lnTo>
                    <a:pt x="353097" y="177906"/>
                  </a:lnTo>
                  <a:lnTo>
                    <a:pt x="351948" y="181852"/>
                  </a:lnTo>
                  <a:lnTo>
                    <a:pt x="351312" y="184101"/>
                  </a:lnTo>
                  <a:lnTo>
                    <a:pt x="351511" y="185317"/>
                  </a:lnTo>
                  <a:lnTo>
                    <a:pt x="351653" y="186788"/>
                  </a:lnTo>
                  <a:lnTo>
                    <a:pt x="351123" y="188461"/>
                  </a:lnTo>
                  <a:lnTo>
                    <a:pt x="350040" y="190017"/>
                  </a:lnTo>
                  <a:lnTo>
                    <a:pt x="349172" y="190305"/>
                  </a:lnTo>
                  <a:lnTo>
                    <a:pt x="347872" y="191806"/>
                  </a:lnTo>
                  <a:lnTo>
                    <a:pt x="346082" y="194505"/>
                  </a:lnTo>
                  <a:lnTo>
                    <a:pt x="344748" y="196768"/>
                  </a:lnTo>
                  <a:lnTo>
                    <a:pt x="343001" y="197322"/>
                  </a:lnTo>
                  <a:lnTo>
                    <a:pt x="341767" y="197899"/>
                  </a:lnTo>
                  <a:lnTo>
                    <a:pt x="339028" y="198601"/>
                  </a:lnTo>
                  <a:lnTo>
                    <a:pt x="338350" y="198777"/>
                  </a:lnTo>
                  <a:lnTo>
                    <a:pt x="335347" y="199131"/>
                  </a:lnTo>
                  <a:lnTo>
                    <a:pt x="333120" y="197909"/>
                  </a:lnTo>
                  <a:lnTo>
                    <a:pt x="331955" y="198096"/>
                  </a:lnTo>
                  <a:lnTo>
                    <a:pt x="330916" y="198785"/>
                  </a:lnTo>
                  <a:lnTo>
                    <a:pt x="330386" y="199535"/>
                  </a:lnTo>
                  <a:lnTo>
                    <a:pt x="330202" y="200962"/>
                  </a:lnTo>
                  <a:lnTo>
                    <a:pt x="330017" y="202279"/>
                  </a:lnTo>
                  <a:lnTo>
                    <a:pt x="329176" y="204322"/>
                  </a:lnTo>
                  <a:lnTo>
                    <a:pt x="327472" y="207032"/>
                  </a:lnTo>
                  <a:lnTo>
                    <a:pt x="326070" y="208835"/>
                  </a:lnTo>
                  <a:lnTo>
                    <a:pt x="324995" y="211161"/>
                  </a:lnTo>
                  <a:lnTo>
                    <a:pt x="324378" y="212005"/>
                  </a:lnTo>
                  <a:lnTo>
                    <a:pt x="323151" y="212900"/>
                  </a:lnTo>
                  <a:lnTo>
                    <a:pt x="322487" y="213376"/>
                  </a:lnTo>
                  <a:lnTo>
                    <a:pt x="320946" y="215452"/>
                  </a:lnTo>
                  <a:lnTo>
                    <a:pt x="319718" y="217298"/>
                  </a:lnTo>
                  <a:lnTo>
                    <a:pt x="318908" y="217823"/>
                  </a:lnTo>
                  <a:lnTo>
                    <a:pt x="317932" y="217331"/>
                  </a:lnTo>
                  <a:lnTo>
                    <a:pt x="317287" y="217181"/>
                  </a:lnTo>
                  <a:lnTo>
                    <a:pt x="315378" y="216465"/>
                  </a:lnTo>
                  <a:lnTo>
                    <a:pt x="314084" y="216371"/>
                  </a:lnTo>
                  <a:lnTo>
                    <a:pt x="312274" y="215912"/>
                  </a:lnTo>
                  <a:lnTo>
                    <a:pt x="308046" y="213752"/>
                  </a:lnTo>
                  <a:lnTo>
                    <a:pt x="306688" y="212741"/>
                  </a:lnTo>
                  <a:lnTo>
                    <a:pt x="305486" y="209985"/>
                  </a:lnTo>
                  <a:lnTo>
                    <a:pt x="304400" y="208589"/>
                  </a:lnTo>
                  <a:lnTo>
                    <a:pt x="302929" y="208446"/>
                  </a:lnTo>
                  <a:lnTo>
                    <a:pt x="300718" y="208449"/>
                  </a:lnTo>
                  <a:lnTo>
                    <a:pt x="299727" y="207896"/>
                  </a:lnTo>
                  <a:lnTo>
                    <a:pt x="298066" y="208415"/>
                  </a:lnTo>
                  <a:lnTo>
                    <a:pt x="296253" y="211209"/>
                  </a:lnTo>
                  <a:lnTo>
                    <a:pt x="295394" y="213288"/>
                  </a:lnTo>
                  <a:lnTo>
                    <a:pt x="294651" y="215416"/>
                  </a:lnTo>
                  <a:lnTo>
                    <a:pt x="293740" y="219974"/>
                  </a:lnTo>
                  <a:lnTo>
                    <a:pt x="293336" y="223020"/>
                  </a:lnTo>
                  <a:lnTo>
                    <a:pt x="293024" y="224741"/>
                  </a:lnTo>
                  <a:lnTo>
                    <a:pt x="292055" y="227471"/>
                  </a:lnTo>
                  <a:lnTo>
                    <a:pt x="291948" y="229004"/>
                  </a:lnTo>
                  <a:lnTo>
                    <a:pt x="292286" y="230332"/>
                  </a:lnTo>
                  <a:lnTo>
                    <a:pt x="292985" y="231831"/>
                  </a:lnTo>
                  <a:lnTo>
                    <a:pt x="293398" y="234187"/>
                  </a:lnTo>
                  <a:lnTo>
                    <a:pt x="294421" y="236692"/>
                  </a:lnTo>
                  <a:lnTo>
                    <a:pt x="295422" y="238643"/>
                  </a:lnTo>
                  <a:lnTo>
                    <a:pt x="297312" y="241788"/>
                  </a:lnTo>
                  <a:lnTo>
                    <a:pt x="297847" y="243436"/>
                  </a:lnTo>
                  <a:lnTo>
                    <a:pt x="298482" y="245326"/>
                  </a:lnTo>
                  <a:lnTo>
                    <a:pt x="298619" y="247173"/>
                  </a:lnTo>
                  <a:lnTo>
                    <a:pt x="298500" y="248385"/>
                  </a:lnTo>
                  <a:lnTo>
                    <a:pt x="297820" y="249308"/>
                  </a:lnTo>
                  <a:lnTo>
                    <a:pt x="296500" y="249768"/>
                  </a:lnTo>
                  <a:lnTo>
                    <a:pt x="295866" y="251052"/>
                  </a:lnTo>
                  <a:lnTo>
                    <a:pt x="294892" y="252765"/>
                  </a:lnTo>
                  <a:lnTo>
                    <a:pt x="293739" y="254742"/>
                  </a:lnTo>
                  <a:lnTo>
                    <a:pt x="293198" y="254845"/>
                  </a:lnTo>
                  <a:lnTo>
                    <a:pt x="292551" y="255374"/>
                  </a:lnTo>
                  <a:lnTo>
                    <a:pt x="289290" y="257823"/>
                  </a:lnTo>
                  <a:lnTo>
                    <a:pt x="288052" y="258510"/>
                  </a:lnTo>
                  <a:lnTo>
                    <a:pt x="287074" y="259318"/>
                  </a:lnTo>
                  <a:lnTo>
                    <a:pt x="285915" y="261816"/>
                  </a:lnTo>
                  <a:lnTo>
                    <a:pt x="285005" y="263671"/>
                  </a:lnTo>
                  <a:lnTo>
                    <a:pt x="283882" y="266133"/>
                  </a:lnTo>
                  <a:lnTo>
                    <a:pt x="283389" y="267223"/>
                  </a:lnTo>
                  <a:lnTo>
                    <a:pt x="282388" y="269686"/>
                  </a:lnTo>
                  <a:lnTo>
                    <a:pt x="281073" y="272501"/>
                  </a:lnTo>
                  <a:lnTo>
                    <a:pt x="280342" y="274012"/>
                  </a:lnTo>
                  <a:lnTo>
                    <a:pt x="279946" y="274915"/>
                  </a:lnTo>
                  <a:lnTo>
                    <a:pt x="279586" y="276094"/>
                  </a:lnTo>
                  <a:lnTo>
                    <a:pt x="278209" y="277009"/>
                  </a:lnTo>
                  <a:lnTo>
                    <a:pt x="277074" y="277975"/>
                  </a:lnTo>
                  <a:lnTo>
                    <a:pt x="275361" y="279436"/>
                  </a:lnTo>
                  <a:lnTo>
                    <a:pt x="272902" y="281042"/>
                  </a:lnTo>
                  <a:lnTo>
                    <a:pt x="270919" y="282591"/>
                  </a:lnTo>
                  <a:lnTo>
                    <a:pt x="269653" y="283869"/>
                  </a:lnTo>
                  <a:lnTo>
                    <a:pt x="267774" y="285482"/>
                  </a:lnTo>
                  <a:lnTo>
                    <a:pt x="266499" y="286002"/>
                  </a:lnTo>
                  <a:lnTo>
                    <a:pt x="263929" y="285937"/>
                  </a:lnTo>
                  <a:lnTo>
                    <a:pt x="260756" y="286354"/>
                  </a:lnTo>
                  <a:lnTo>
                    <a:pt x="258446" y="286660"/>
                  </a:lnTo>
                  <a:lnTo>
                    <a:pt x="256709" y="286270"/>
                  </a:lnTo>
                  <a:lnTo>
                    <a:pt x="254086" y="286049"/>
                  </a:lnTo>
                  <a:lnTo>
                    <a:pt x="252078" y="285738"/>
                  </a:lnTo>
                  <a:lnTo>
                    <a:pt x="250734" y="286332"/>
                  </a:lnTo>
                  <a:lnTo>
                    <a:pt x="247571" y="286963"/>
                  </a:lnTo>
                  <a:lnTo>
                    <a:pt x="246864" y="287107"/>
                  </a:lnTo>
                  <a:lnTo>
                    <a:pt x="241233" y="288635"/>
                  </a:lnTo>
                  <a:lnTo>
                    <a:pt x="238745" y="289455"/>
                  </a:lnTo>
                  <a:lnTo>
                    <a:pt x="236466" y="289828"/>
                  </a:lnTo>
                  <a:lnTo>
                    <a:pt x="234787" y="290424"/>
                  </a:lnTo>
                  <a:lnTo>
                    <a:pt x="233839" y="291167"/>
                  </a:lnTo>
                  <a:lnTo>
                    <a:pt x="232432" y="292238"/>
                  </a:lnTo>
                  <a:lnTo>
                    <a:pt x="231687" y="292704"/>
                  </a:lnTo>
                  <a:lnTo>
                    <a:pt x="229200" y="294802"/>
                  </a:lnTo>
                  <a:lnTo>
                    <a:pt x="223651" y="299133"/>
                  </a:lnTo>
                  <a:lnTo>
                    <a:pt x="219935" y="302646"/>
                  </a:lnTo>
                  <a:lnTo>
                    <a:pt x="219327" y="303248"/>
                  </a:lnTo>
                  <a:lnTo>
                    <a:pt x="216825" y="305725"/>
                  </a:lnTo>
                  <a:lnTo>
                    <a:pt x="215377" y="306696"/>
                  </a:lnTo>
                  <a:lnTo>
                    <a:pt x="214370" y="308905"/>
                  </a:lnTo>
                  <a:lnTo>
                    <a:pt x="213570" y="310305"/>
                  </a:lnTo>
                  <a:lnTo>
                    <a:pt x="212724" y="310908"/>
                  </a:lnTo>
                  <a:lnTo>
                    <a:pt x="211222" y="309482"/>
                  </a:lnTo>
                  <a:lnTo>
                    <a:pt x="210152" y="309559"/>
                  </a:lnTo>
                  <a:lnTo>
                    <a:pt x="206754" y="309041"/>
                  </a:lnTo>
                  <a:lnTo>
                    <a:pt x="206754" y="302590"/>
                  </a:lnTo>
                  <a:lnTo>
                    <a:pt x="204372" y="303502"/>
                  </a:lnTo>
                  <a:lnTo>
                    <a:pt x="200572" y="304955"/>
                  </a:lnTo>
                  <a:lnTo>
                    <a:pt x="197041" y="306304"/>
                  </a:lnTo>
                  <a:lnTo>
                    <a:pt x="193815" y="303215"/>
                  </a:lnTo>
                  <a:lnTo>
                    <a:pt x="191324" y="300830"/>
                  </a:lnTo>
                  <a:lnTo>
                    <a:pt x="189165" y="298779"/>
                  </a:lnTo>
                  <a:lnTo>
                    <a:pt x="185882" y="297419"/>
                  </a:lnTo>
                  <a:lnTo>
                    <a:pt x="183024" y="296234"/>
                  </a:lnTo>
                  <a:lnTo>
                    <a:pt x="177859" y="294284"/>
                  </a:lnTo>
                  <a:lnTo>
                    <a:pt x="175592" y="292577"/>
                  </a:lnTo>
                  <a:lnTo>
                    <a:pt x="174444" y="290317"/>
                  </a:lnTo>
                  <a:lnTo>
                    <a:pt x="172395" y="285191"/>
                  </a:lnTo>
                  <a:lnTo>
                    <a:pt x="171730" y="284180"/>
                  </a:lnTo>
                  <a:lnTo>
                    <a:pt x="170732" y="283486"/>
                  </a:lnTo>
                  <a:lnTo>
                    <a:pt x="169699" y="283035"/>
                  </a:lnTo>
                  <a:lnTo>
                    <a:pt x="167458" y="283061"/>
                  </a:lnTo>
                  <a:lnTo>
                    <a:pt x="164722" y="282665"/>
                  </a:lnTo>
                  <a:lnTo>
                    <a:pt x="160780" y="281587"/>
                  </a:lnTo>
                  <a:lnTo>
                    <a:pt x="157652" y="280730"/>
                  </a:lnTo>
                  <a:lnTo>
                    <a:pt x="152312" y="279135"/>
                  </a:lnTo>
                  <a:lnTo>
                    <a:pt x="151047" y="278941"/>
                  </a:lnTo>
                  <a:lnTo>
                    <a:pt x="148253" y="280356"/>
                  </a:lnTo>
                  <a:lnTo>
                    <a:pt x="144680" y="282165"/>
                  </a:lnTo>
                  <a:lnTo>
                    <a:pt x="138251" y="280747"/>
                  </a:lnTo>
                  <a:lnTo>
                    <a:pt x="135406" y="280082"/>
                  </a:lnTo>
                  <a:lnTo>
                    <a:pt x="129630" y="278729"/>
                  </a:lnTo>
                  <a:lnTo>
                    <a:pt x="123099" y="277199"/>
                  </a:lnTo>
                  <a:lnTo>
                    <a:pt x="116765" y="275618"/>
                  </a:lnTo>
                  <a:lnTo>
                    <a:pt x="112167" y="276491"/>
                  </a:lnTo>
                  <a:lnTo>
                    <a:pt x="109603" y="276976"/>
                  </a:lnTo>
                  <a:lnTo>
                    <a:pt x="106644" y="277670"/>
                  </a:lnTo>
                  <a:lnTo>
                    <a:pt x="106235" y="276889"/>
                  </a:lnTo>
                  <a:lnTo>
                    <a:pt x="106114" y="273859"/>
                  </a:lnTo>
                  <a:lnTo>
                    <a:pt x="105583" y="271513"/>
                  </a:lnTo>
                  <a:lnTo>
                    <a:pt x="103966" y="268978"/>
                  </a:lnTo>
                  <a:lnTo>
                    <a:pt x="102878" y="266565"/>
                  </a:lnTo>
                  <a:lnTo>
                    <a:pt x="100808" y="263305"/>
                  </a:lnTo>
                  <a:lnTo>
                    <a:pt x="100154" y="261252"/>
                  </a:lnTo>
                  <a:lnTo>
                    <a:pt x="99938" y="258069"/>
                  </a:lnTo>
                  <a:lnTo>
                    <a:pt x="98029" y="249784"/>
                  </a:lnTo>
                  <a:lnTo>
                    <a:pt x="96843" y="244183"/>
                  </a:lnTo>
                  <a:lnTo>
                    <a:pt x="96546" y="243042"/>
                  </a:lnTo>
                  <a:lnTo>
                    <a:pt x="96033" y="241218"/>
                  </a:lnTo>
                  <a:lnTo>
                    <a:pt x="95363" y="240266"/>
                  </a:lnTo>
                  <a:lnTo>
                    <a:pt x="93946" y="239682"/>
                  </a:lnTo>
                  <a:lnTo>
                    <a:pt x="93565" y="238695"/>
                  </a:lnTo>
                  <a:lnTo>
                    <a:pt x="93565" y="236758"/>
                  </a:lnTo>
                  <a:lnTo>
                    <a:pt x="93788" y="234083"/>
                  </a:lnTo>
                  <a:lnTo>
                    <a:pt x="94074" y="232130"/>
                  </a:lnTo>
                  <a:lnTo>
                    <a:pt x="93870" y="231641"/>
                  </a:lnTo>
                  <a:lnTo>
                    <a:pt x="90162" y="232192"/>
                  </a:lnTo>
                  <a:lnTo>
                    <a:pt x="87894" y="230895"/>
                  </a:lnTo>
                  <a:lnTo>
                    <a:pt x="85994" y="229491"/>
                  </a:lnTo>
                  <a:lnTo>
                    <a:pt x="83308" y="225895"/>
                  </a:lnTo>
                  <a:lnTo>
                    <a:pt x="81709" y="224507"/>
                  </a:lnTo>
                  <a:lnTo>
                    <a:pt x="79667" y="220793"/>
                  </a:lnTo>
                  <a:lnTo>
                    <a:pt x="76688" y="219913"/>
                  </a:lnTo>
                  <a:lnTo>
                    <a:pt x="75581" y="218457"/>
                  </a:lnTo>
                  <a:lnTo>
                    <a:pt x="74188" y="215275"/>
                  </a:lnTo>
                  <a:lnTo>
                    <a:pt x="72968" y="213234"/>
                  </a:lnTo>
                  <a:lnTo>
                    <a:pt x="71238" y="211949"/>
                  </a:lnTo>
                  <a:lnTo>
                    <a:pt x="68500" y="210806"/>
                  </a:lnTo>
                  <a:lnTo>
                    <a:pt x="63832" y="209712"/>
                  </a:lnTo>
                  <a:lnTo>
                    <a:pt x="62250" y="209252"/>
                  </a:lnTo>
                  <a:lnTo>
                    <a:pt x="59672" y="209984"/>
                  </a:lnTo>
                  <a:lnTo>
                    <a:pt x="57758" y="210044"/>
                  </a:lnTo>
                  <a:lnTo>
                    <a:pt x="54659" y="209267"/>
                  </a:lnTo>
                  <a:lnTo>
                    <a:pt x="52896" y="208284"/>
                  </a:lnTo>
                  <a:lnTo>
                    <a:pt x="50712" y="208260"/>
                  </a:lnTo>
                  <a:lnTo>
                    <a:pt x="49292" y="208271"/>
                  </a:lnTo>
                  <a:lnTo>
                    <a:pt x="47399" y="208048"/>
                  </a:lnTo>
                  <a:lnTo>
                    <a:pt x="46482" y="207405"/>
                  </a:lnTo>
                  <a:lnTo>
                    <a:pt x="45630" y="206622"/>
                  </a:lnTo>
                  <a:lnTo>
                    <a:pt x="44040" y="206818"/>
                  </a:lnTo>
                  <a:lnTo>
                    <a:pt x="42925" y="206038"/>
                  </a:lnTo>
                  <a:lnTo>
                    <a:pt x="41887" y="204578"/>
                  </a:lnTo>
                  <a:lnTo>
                    <a:pt x="40805" y="203884"/>
                  </a:lnTo>
                  <a:lnTo>
                    <a:pt x="39616" y="203928"/>
                  </a:lnTo>
                  <a:lnTo>
                    <a:pt x="39127" y="204578"/>
                  </a:lnTo>
                  <a:lnTo>
                    <a:pt x="38673" y="204514"/>
                  </a:lnTo>
                  <a:lnTo>
                    <a:pt x="38377" y="202540"/>
                  </a:lnTo>
                  <a:lnTo>
                    <a:pt x="37266" y="199356"/>
                  </a:lnTo>
                  <a:lnTo>
                    <a:pt x="37099" y="197929"/>
                  </a:lnTo>
                  <a:lnTo>
                    <a:pt x="36418" y="196283"/>
                  </a:lnTo>
                  <a:lnTo>
                    <a:pt x="36015" y="194788"/>
                  </a:lnTo>
                  <a:lnTo>
                    <a:pt x="36125" y="192722"/>
                  </a:lnTo>
                  <a:lnTo>
                    <a:pt x="36606" y="188714"/>
                  </a:lnTo>
                  <a:lnTo>
                    <a:pt x="37670" y="185088"/>
                  </a:lnTo>
                  <a:lnTo>
                    <a:pt x="38367" y="184146"/>
                  </a:lnTo>
                  <a:lnTo>
                    <a:pt x="38795" y="183075"/>
                  </a:lnTo>
                  <a:lnTo>
                    <a:pt x="39692" y="181201"/>
                  </a:lnTo>
                  <a:lnTo>
                    <a:pt x="40210" y="179702"/>
                  </a:lnTo>
                  <a:lnTo>
                    <a:pt x="40149" y="177657"/>
                  </a:lnTo>
                  <a:lnTo>
                    <a:pt x="39541" y="175521"/>
                  </a:lnTo>
                  <a:lnTo>
                    <a:pt x="39096" y="172762"/>
                  </a:lnTo>
                  <a:lnTo>
                    <a:pt x="39180" y="171178"/>
                  </a:lnTo>
                  <a:lnTo>
                    <a:pt x="39836" y="169295"/>
                  </a:lnTo>
                  <a:lnTo>
                    <a:pt x="40606" y="165128"/>
                  </a:lnTo>
                  <a:lnTo>
                    <a:pt x="40545" y="164033"/>
                  </a:lnTo>
                  <a:lnTo>
                    <a:pt x="40241" y="163155"/>
                  </a:lnTo>
                  <a:lnTo>
                    <a:pt x="40162" y="161225"/>
                  </a:lnTo>
                  <a:lnTo>
                    <a:pt x="40012" y="158626"/>
                  </a:lnTo>
                  <a:lnTo>
                    <a:pt x="39084" y="154660"/>
                  </a:lnTo>
                  <a:lnTo>
                    <a:pt x="38583" y="152555"/>
                  </a:lnTo>
                  <a:lnTo>
                    <a:pt x="37708" y="151649"/>
                  </a:lnTo>
                  <a:lnTo>
                    <a:pt x="36678" y="151096"/>
                  </a:lnTo>
                  <a:lnTo>
                    <a:pt x="35787" y="148247"/>
                  </a:lnTo>
                  <a:lnTo>
                    <a:pt x="34671" y="144886"/>
                  </a:lnTo>
                  <a:lnTo>
                    <a:pt x="33971" y="142784"/>
                  </a:lnTo>
                  <a:lnTo>
                    <a:pt x="33728" y="141494"/>
                  </a:lnTo>
                  <a:lnTo>
                    <a:pt x="33617" y="139150"/>
                  </a:lnTo>
                  <a:lnTo>
                    <a:pt x="33095" y="136315"/>
                  </a:lnTo>
                  <a:lnTo>
                    <a:pt x="32546" y="134762"/>
                  </a:lnTo>
                  <a:lnTo>
                    <a:pt x="32136" y="133570"/>
                  </a:lnTo>
                  <a:lnTo>
                    <a:pt x="31929" y="131851"/>
                  </a:lnTo>
                  <a:lnTo>
                    <a:pt x="31714" y="131230"/>
                  </a:lnTo>
                  <a:lnTo>
                    <a:pt x="30206" y="130464"/>
                  </a:lnTo>
                  <a:lnTo>
                    <a:pt x="29122" y="129184"/>
                  </a:lnTo>
                  <a:lnTo>
                    <a:pt x="28670" y="127466"/>
                  </a:lnTo>
                  <a:lnTo>
                    <a:pt x="28514" y="126079"/>
                  </a:lnTo>
                  <a:lnTo>
                    <a:pt x="28193" y="125276"/>
                  </a:lnTo>
                  <a:lnTo>
                    <a:pt x="27339" y="125020"/>
                  </a:lnTo>
                  <a:lnTo>
                    <a:pt x="26743" y="126261"/>
                  </a:lnTo>
                  <a:lnTo>
                    <a:pt x="25767" y="126883"/>
                  </a:lnTo>
                  <a:lnTo>
                    <a:pt x="25111" y="126773"/>
                  </a:lnTo>
                  <a:lnTo>
                    <a:pt x="24462" y="126020"/>
                  </a:lnTo>
                  <a:lnTo>
                    <a:pt x="24062" y="125232"/>
                  </a:lnTo>
                  <a:lnTo>
                    <a:pt x="23387" y="124348"/>
                  </a:lnTo>
                  <a:lnTo>
                    <a:pt x="22430" y="121544"/>
                  </a:lnTo>
                  <a:lnTo>
                    <a:pt x="21422" y="120803"/>
                  </a:lnTo>
                  <a:lnTo>
                    <a:pt x="19579" y="120927"/>
                  </a:lnTo>
                  <a:lnTo>
                    <a:pt x="17931" y="122225"/>
                  </a:lnTo>
                  <a:lnTo>
                    <a:pt x="16935" y="122025"/>
                  </a:lnTo>
                  <a:lnTo>
                    <a:pt x="16097" y="121586"/>
                  </a:lnTo>
                  <a:lnTo>
                    <a:pt x="15152" y="120185"/>
                  </a:lnTo>
                  <a:lnTo>
                    <a:pt x="14494" y="119031"/>
                  </a:lnTo>
                  <a:lnTo>
                    <a:pt x="13513" y="118656"/>
                  </a:lnTo>
                  <a:lnTo>
                    <a:pt x="11583" y="116621"/>
                  </a:lnTo>
                  <a:lnTo>
                    <a:pt x="10276" y="115156"/>
                  </a:lnTo>
                  <a:lnTo>
                    <a:pt x="10163" y="112281"/>
                  </a:lnTo>
                  <a:lnTo>
                    <a:pt x="9550" y="110301"/>
                  </a:lnTo>
                  <a:lnTo>
                    <a:pt x="8277" y="109741"/>
                  </a:lnTo>
                  <a:lnTo>
                    <a:pt x="6994" y="107712"/>
                  </a:lnTo>
                  <a:lnTo>
                    <a:pt x="5121" y="106618"/>
                  </a:lnTo>
                  <a:lnTo>
                    <a:pt x="3941" y="105769"/>
                  </a:lnTo>
                  <a:lnTo>
                    <a:pt x="2918" y="105258"/>
                  </a:lnTo>
                  <a:lnTo>
                    <a:pt x="2766" y="104492"/>
                  </a:lnTo>
                  <a:lnTo>
                    <a:pt x="2826" y="103834"/>
                  </a:lnTo>
                  <a:lnTo>
                    <a:pt x="3300" y="102737"/>
                  </a:lnTo>
                  <a:lnTo>
                    <a:pt x="3788" y="101714"/>
                  </a:lnTo>
                  <a:lnTo>
                    <a:pt x="3910" y="100765"/>
                  </a:lnTo>
                  <a:lnTo>
                    <a:pt x="3513" y="99925"/>
                  </a:lnTo>
                  <a:lnTo>
                    <a:pt x="2455" y="99048"/>
                  </a:lnTo>
                  <a:lnTo>
                    <a:pt x="1094" y="98269"/>
                  </a:lnTo>
                  <a:lnTo>
                    <a:pt x="814" y="96966"/>
                  </a:lnTo>
                  <a:lnTo>
                    <a:pt x="0" y="95610"/>
                  </a:lnTo>
                  <a:lnTo>
                    <a:pt x="142" y="94519"/>
                  </a:lnTo>
                  <a:lnTo>
                    <a:pt x="785" y="93722"/>
                  </a:lnTo>
                  <a:lnTo>
                    <a:pt x="1440" y="93131"/>
                  </a:lnTo>
                  <a:lnTo>
                    <a:pt x="1591" y="92108"/>
                  </a:lnTo>
                  <a:lnTo>
                    <a:pt x="1129" y="91169"/>
                  </a:lnTo>
                  <a:lnTo>
                    <a:pt x="902" y="89740"/>
                  </a:lnTo>
                  <a:lnTo>
                    <a:pt x="1012" y="88675"/>
                  </a:lnTo>
                  <a:lnTo>
                    <a:pt x="926" y="87322"/>
                  </a:lnTo>
                  <a:lnTo>
                    <a:pt x="2364" y="87250"/>
                  </a:lnTo>
                  <a:lnTo>
                    <a:pt x="3022" y="86589"/>
                  </a:lnTo>
                  <a:lnTo>
                    <a:pt x="3521" y="85618"/>
                  </a:lnTo>
                  <a:lnTo>
                    <a:pt x="4597" y="84539"/>
                  </a:lnTo>
                  <a:lnTo>
                    <a:pt x="4826" y="83294"/>
                  </a:lnTo>
                  <a:lnTo>
                    <a:pt x="4841" y="80839"/>
                  </a:lnTo>
                  <a:lnTo>
                    <a:pt x="5545" y="78765"/>
                  </a:lnTo>
                  <a:lnTo>
                    <a:pt x="7337" y="78149"/>
                  </a:lnTo>
                  <a:lnTo>
                    <a:pt x="8023" y="77844"/>
                  </a:lnTo>
                  <a:lnTo>
                    <a:pt x="8752" y="78144"/>
                  </a:lnTo>
                  <a:lnTo>
                    <a:pt x="9886" y="77853"/>
                  </a:lnTo>
                  <a:lnTo>
                    <a:pt x="10982" y="77747"/>
                  </a:lnTo>
                  <a:lnTo>
                    <a:pt x="11593" y="78385"/>
                  </a:lnTo>
                  <a:lnTo>
                    <a:pt x="12397" y="78926"/>
                  </a:lnTo>
                  <a:lnTo>
                    <a:pt x="13431" y="78861"/>
                  </a:lnTo>
                  <a:lnTo>
                    <a:pt x="13785" y="77883"/>
                  </a:lnTo>
                  <a:lnTo>
                    <a:pt x="13829" y="76521"/>
                  </a:lnTo>
                  <a:lnTo>
                    <a:pt x="14277" y="76165"/>
                  </a:lnTo>
                  <a:lnTo>
                    <a:pt x="14835" y="77111"/>
                  </a:lnTo>
                  <a:lnTo>
                    <a:pt x="15146" y="77818"/>
                  </a:lnTo>
                  <a:lnTo>
                    <a:pt x="15612" y="78141"/>
                  </a:lnTo>
                  <a:lnTo>
                    <a:pt x="16860" y="77297"/>
                  </a:lnTo>
                  <a:lnTo>
                    <a:pt x="17730" y="76385"/>
                  </a:lnTo>
                  <a:lnTo>
                    <a:pt x="18013" y="74510"/>
                  </a:lnTo>
                  <a:lnTo>
                    <a:pt x="18519" y="73583"/>
                  </a:lnTo>
                  <a:lnTo>
                    <a:pt x="19201" y="74054"/>
                  </a:lnTo>
                  <a:lnTo>
                    <a:pt x="20390" y="74042"/>
                  </a:lnTo>
                  <a:lnTo>
                    <a:pt x="21370" y="72594"/>
                  </a:lnTo>
                  <a:lnTo>
                    <a:pt x="22656" y="71437"/>
                  </a:lnTo>
                  <a:lnTo>
                    <a:pt x="23580" y="70911"/>
                  </a:lnTo>
                  <a:lnTo>
                    <a:pt x="23771" y="69936"/>
                  </a:lnTo>
                  <a:lnTo>
                    <a:pt x="23335" y="67785"/>
                  </a:lnTo>
                  <a:lnTo>
                    <a:pt x="23454" y="65429"/>
                  </a:lnTo>
                  <a:lnTo>
                    <a:pt x="24692" y="64097"/>
                  </a:lnTo>
                  <a:lnTo>
                    <a:pt x="26343" y="63937"/>
                  </a:lnTo>
                  <a:lnTo>
                    <a:pt x="27569" y="63026"/>
                  </a:lnTo>
                  <a:lnTo>
                    <a:pt x="27910" y="60516"/>
                  </a:lnTo>
                  <a:lnTo>
                    <a:pt x="28511" y="59793"/>
                  </a:lnTo>
                  <a:lnTo>
                    <a:pt x="29128" y="59510"/>
                  </a:lnTo>
                  <a:lnTo>
                    <a:pt x="30619" y="59115"/>
                  </a:lnTo>
                  <a:lnTo>
                    <a:pt x="31690" y="58096"/>
                  </a:lnTo>
                  <a:lnTo>
                    <a:pt x="32351" y="57632"/>
                  </a:lnTo>
                  <a:lnTo>
                    <a:pt x="34227" y="56260"/>
                  </a:lnTo>
                  <a:lnTo>
                    <a:pt x="35932" y="55993"/>
                  </a:lnTo>
                  <a:lnTo>
                    <a:pt x="36663" y="54897"/>
                  </a:lnTo>
                  <a:lnTo>
                    <a:pt x="37236" y="53523"/>
                  </a:lnTo>
                  <a:lnTo>
                    <a:pt x="38190" y="52997"/>
                  </a:lnTo>
                  <a:lnTo>
                    <a:pt x="39166" y="51803"/>
                  </a:lnTo>
                  <a:lnTo>
                    <a:pt x="40455" y="50286"/>
                  </a:lnTo>
                  <a:lnTo>
                    <a:pt x="40963" y="50076"/>
                  </a:lnTo>
                  <a:lnTo>
                    <a:pt x="43073" y="49195"/>
                  </a:lnTo>
                  <a:lnTo>
                    <a:pt x="43897" y="48871"/>
                  </a:lnTo>
                  <a:lnTo>
                    <a:pt x="44394" y="48673"/>
                  </a:lnTo>
                  <a:lnTo>
                    <a:pt x="45310" y="48734"/>
                  </a:lnTo>
                  <a:lnTo>
                    <a:pt x="45698" y="47134"/>
                  </a:lnTo>
                  <a:lnTo>
                    <a:pt x="46626" y="45956"/>
                  </a:lnTo>
                  <a:lnTo>
                    <a:pt x="47554" y="45557"/>
                  </a:lnTo>
                  <a:lnTo>
                    <a:pt x="48014" y="44386"/>
                  </a:lnTo>
                  <a:lnTo>
                    <a:pt x="48904" y="42897"/>
                  </a:lnTo>
                  <a:lnTo>
                    <a:pt x="50113" y="42068"/>
                  </a:lnTo>
                  <a:lnTo>
                    <a:pt x="51992" y="41950"/>
                  </a:lnTo>
                  <a:lnTo>
                    <a:pt x="53811" y="42116"/>
                  </a:lnTo>
                  <a:lnTo>
                    <a:pt x="54902" y="41861"/>
                  </a:lnTo>
                  <a:lnTo>
                    <a:pt x="55802" y="39657"/>
                  </a:lnTo>
                  <a:lnTo>
                    <a:pt x="55971" y="38563"/>
                  </a:lnTo>
                  <a:lnTo>
                    <a:pt x="56178" y="37452"/>
                  </a:lnTo>
                  <a:lnTo>
                    <a:pt x="56906" y="37028"/>
                  </a:lnTo>
                  <a:lnTo>
                    <a:pt x="57789" y="38833"/>
                  </a:lnTo>
                  <a:lnTo>
                    <a:pt x="58531" y="39956"/>
                  </a:lnTo>
                  <a:lnTo>
                    <a:pt x="59672" y="41127"/>
                  </a:lnTo>
                  <a:lnTo>
                    <a:pt x="60261" y="42225"/>
                  </a:lnTo>
                  <a:lnTo>
                    <a:pt x="60936" y="42375"/>
                  </a:lnTo>
                  <a:lnTo>
                    <a:pt x="61643" y="41556"/>
                  </a:lnTo>
                  <a:lnTo>
                    <a:pt x="62144" y="39554"/>
                  </a:lnTo>
                  <a:lnTo>
                    <a:pt x="63096" y="39246"/>
                  </a:lnTo>
                  <a:lnTo>
                    <a:pt x="64144" y="39567"/>
                  </a:lnTo>
                  <a:lnTo>
                    <a:pt x="64418" y="40551"/>
                  </a:lnTo>
                  <a:lnTo>
                    <a:pt x="64506" y="41509"/>
                  </a:lnTo>
                  <a:lnTo>
                    <a:pt x="64990" y="43222"/>
                  </a:lnTo>
                  <a:lnTo>
                    <a:pt x="66140" y="44718"/>
                  </a:lnTo>
                  <a:lnTo>
                    <a:pt x="67614" y="44640"/>
                  </a:lnTo>
                  <a:lnTo>
                    <a:pt x="68206" y="44373"/>
                  </a:lnTo>
                  <a:lnTo>
                    <a:pt x="69641" y="44583"/>
                  </a:lnTo>
                  <a:lnTo>
                    <a:pt x="71051" y="44909"/>
                  </a:lnTo>
                  <a:lnTo>
                    <a:pt x="72587" y="45261"/>
                  </a:lnTo>
                  <a:lnTo>
                    <a:pt x="73037" y="45316"/>
                  </a:lnTo>
                  <a:lnTo>
                    <a:pt x="74683" y="45495"/>
                  </a:lnTo>
                  <a:lnTo>
                    <a:pt x="77082" y="45754"/>
                  </a:lnTo>
                  <a:lnTo>
                    <a:pt x="78143" y="45636"/>
                  </a:lnTo>
                  <a:lnTo>
                    <a:pt x="80306" y="46122"/>
                  </a:lnTo>
                  <a:lnTo>
                    <a:pt x="80749" y="47453"/>
                  </a:lnTo>
                  <a:lnTo>
                    <a:pt x="81148" y="50599"/>
                  </a:lnTo>
                  <a:lnTo>
                    <a:pt x="81488" y="53597"/>
                  </a:lnTo>
                  <a:lnTo>
                    <a:pt x="81584" y="56008"/>
                  </a:lnTo>
                  <a:lnTo>
                    <a:pt x="82146" y="57255"/>
                  </a:lnTo>
                  <a:lnTo>
                    <a:pt x="82865" y="57666"/>
                  </a:lnTo>
                  <a:lnTo>
                    <a:pt x="83339" y="58639"/>
                  </a:lnTo>
                  <a:lnTo>
                    <a:pt x="84175" y="59965"/>
                  </a:lnTo>
                  <a:lnTo>
                    <a:pt x="84794" y="61862"/>
                  </a:lnTo>
                  <a:lnTo>
                    <a:pt x="85543" y="61734"/>
                  </a:lnTo>
                  <a:lnTo>
                    <a:pt x="86068" y="61285"/>
                  </a:lnTo>
                  <a:lnTo>
                    <a:pt x="87218" y="61139"/>
                  </a:lnTo>
                  <a:lnTo>
                    <a:pt x="88687" y="61270"/>
                  </a:lnTo>
                  <a:lnTo>
                    <a:pt x="89707" y="62319"/>
                  </a:lnTo>
                  <a:lnTo>
                    <a:pt x="90095" y="63699"/>
                  </a:lnTo>
                  <a:lnTo>
                    <a:pt x="90923" y="64471"/>
                  </a:lnTo>
                  <a:lnTo>
                    <a:pt x="91599" y="64222"/>
                  </a:lnTo>
                  <a:lnTo>
                    <a:pt x="93613" y="64214"/>
                  </a:lnTo>
                  <a:lnTo>
                    <a:pt x="94306" y="64300"/>
                  </a:lnTo>
                  <a:lnTo>
                    <a:pt x="94999" y="65059"/>
                  </a:lnTo>
                  <a:lnTo>
                    <a:pt x="95997" y="65186"/>
                  </a:lnTo>
                  <a:lnTo>
                    <a:pt x="96546" y="64222"/>
                  </a:lnTo>
                  <a:lnTo>
                    <a:pt x="98282" y="63567"/>
                  </a:lnTo>
                  <a:lnTo>
                    <a:pt x="99288" y="62194"/>
                  </a:lnTo>
                  <a:lnTo>
                    <a:pt x="100060" y="62181"/>
                  </a:lnTo>
                  <a:lnTo>
                    <a:pt x="100646" y="62842"/>
                  </a:lnTo>
                  <a:lnTo>
                    <a:pt x="101094" y="63745"/>
                  </a:lnTo>
                  <a:lnTo>
                    <a:pt x="101758" y="63344"/>
                  </a:lnTo>
                  <a:lnTo>
                    <a:pt x="102116" y="62599"/>
                  </a:lnTo>
                  <a:lnTo>
                    <a:pt x="102696" y="62601"/>
                  </a:lnTo>
                  <a:lnTo>
                    <a:pt x="103266" y="63081"/>
                  </a:lnTo>
                  <a:lnTo>
                    <a:pt x="104722" y="63919"/>
                  </a:lnTo>
                  <a:lnTo>
                    <a:pt x="105775" y="65485"/>
                  </a:lnTo>
                  <a:lnTo>
                    <a:pt x="106591" y="65635"/>
                  </a:lnTo>
                  <a:lnTo>
                    <a:pt x="107643" y="65178"/>
                  </a:lnTo>
                  <a:lnTo>
                    <a:pt x="108128" y="64965"/>
                  </a:lnTo>
                  <a:lnTo>
                    <a:pt x="108591" y="65739"/>
                  </a:lnTo>
                  <a:lnTo>
                    <a:pt x="109272" y="66156"/>
                  </a:lnTo>
                  <a:lnTo>
                    <a:pt x="109788" y="65582"/>
                  </a:lnTo>
                  <a:lnTo>
                    <a:pt x="110670" y="65176"/>
                  </a:lnTo>
                  <a:lnTo>
                    <a:pt x="114051" y="66026"/>
                  </a:lnTo>
                  <a:lnTo>
                    <a:pt x="114833" y="67590"/>
                  </a:lnTo>
                  <a:lnTo>
                    <a:pt x="115432" y="68324"/>
                  </a:lnTo>
                  <a:lnTo>
                    <a:pt x="115917" y="69604"/>
                  </a:lnTo>
                  <a:lnTo>
                    <a:pt x="116801" y="70518"/>
                  </a:lnTo>
                  <a:lnTo>
                    <a:pt x="118667" y="70203"/>
                  </a:lnTo>
                  <a:lnTo>
                    <a:pt x="119390" y="69269"/>
                  </a:lnTo>
                  <a:lnTo>
                    <a:pt x="120901" y="67199"/>
                  </a:lnTo>
                  <a:lnTo>
                    <a:pt x="121500" y="65179"/>
                  </a:lnTo>
                  <a:lnTo>
                    <a:pt x="122260" y="64525"/>
                  </a:lnTo>
                  <a:lnTo>
                    <a:pt x="123121" y="64199"/>
                  </a:lnTo>
                  <a:lnTo>
                    <a:pt x="123921" y="64202"/>
                  </a:lnTo>
                  <a:lnTo>
                    <a:pt x="124764" y="64136"/>
                  </a:lnTo>
                  <a:lnTo>
                    <a:pt x="125785" y="62658"/>
                  </a:lnTo>
                  <a:lnTo>
                    <a:pt x="126615" y="62142"/>
                  </a:lnTo>
                  <a:lnTo>
                    <a:pt x="127843" y="60263"/>
                  </a:lnTo>
                  <a:lnTo>
                    <a:pt x="128072" y="59413"/>
                  </a:lnTo>
                  <a:lnTo>
                    <a:pt x="128666" y="57228"/>
                  </a:lnTo>
                  <a:lnTo>
                    <a:pt x="129035" y="55835"/>
                  </a:lnTo>
                  <a:lnTo>
                    <a:pt x="129656" y="53626"/>
                  </a:lnTo>
                  <a:lnTo>
                    <a:pt x="129989" y="50064"/>
                  </a:lnTo>
                  <a:lnTo>
                    <a:pt x="130179" y="48174"/>
                  </a:lnTo>
                  <a:lnTo>
                    <a:pt x="130016" y="46806"/>
                  </a:lnTo>
                  <a:lnTo>
                    <a:pt x="129288" y="46099"/>
                  </a:lnTo>
                  <a:lnTo>
                    <a:pt x="128357" y="45763"/>
                  </a:lnTo>
                  <a:lnTo>
                    <a:pt x="127541" y="44721"/>
                  </a:lnTo>
                  <a:lnTo>
                    <a:pt x="126935" y="43515"/>
                  </a:lnTo>
                  <a:lnTo>
                    <a:pt x="126581" y="41818"/>
                  </a:lnTo>
                  <a:lnTo>
                    <a:pt x="126097" y="39836"/>
                  </a:lnTo>
                  <a:lnTo>
                    <a:pt x="126125" y="38402"/>
                  </a:lnTo>
                  <a:lnTo>
                    <a:pt x="125989" y="37293"/>
                  </a:lnTo>
                  <a:lnTo>
                    <a:pt x="125578" y="36348"/>
                  </a:lnTo>
                  <a:lnTo>
                    <a:pt x="124792" y="34688"/>
                  </a:lnTo>
                  <a:lnTo>
                    <a:pt x="124411" y="33450"/>
                  </a:lnTo>
                  <a:lnTo>
                    <a:pt x="124540" y="31488"/>
                  </a:lnTo>
                  <a:lnTo>
                    <a:pt x="125467" y="28133"/>
                  </a:lnTo>
                  <a:lnTo>
                    <a:pt x="125554" y="26576"/>
                  </a:lnTo>
                  <a:lnTo>
                    <a:pt x="125670" y="25605"/>
                  </a:lnTo>
                  <a:lnTo>
                    <a:pt x="125620" y="24727"/>
                  </a:lnTo>
                  <a:lnTo>
                    <a:pt x="125911" y="22718"/>
                  </a:lnTo>
                  <a:lnTo>
                    <a:pt x="126433" y="21873"/>
                  </a:lnTo>
                  <a:lnTo>
                    <a:pt x="127031" y="19719"/>
                  </a:lnTo>
                  <a:lnTo>
                    <a:pt x="127840" y="18726"/>
                  </a:lnTo>
                  <a:lnTo>
                    <a:pt x="128846" y="18661"/>
                  </a:lnTo>
                  <a:lnTo>
                    <a:pt x="129281" y="18074"/>
                  </a:lnTo>
                  <a:lnTo>
                    <a:pt x="129498" y="15922"/>
                  </a:lnTo>
                  <a:lnTo>
                    <a:pt x="129983" y="14263"/>
                  </a:lnTo>
                  <a:lnTo>
                    <a:pt x="130307" y="13090"/>
                  </a:lnTo>
                  <a:lnTo>
                    <a:pt x="130920" y="11809"/>
                  </a:lnTo>
                  <a:lnTo>
                    <a:pt x="134471" y="9340"/>
                  </a:lnTo>
                  <a:lnTo>
                    <a:pt x="135947" y="6270"/>
                  </a:lnTo>
                  <a:lnTo>
                    <a:pt x="136470" y="4722"/>
                  </a:lnTo>
                  <a:lnTo>
                    <a:pt x="137039" y="1395"/>
                  </a:lnTo>
                  <a:lnTo>
                    <a:pt x="137588" y="0"/>
                  </a:lnTo>
                  <a:lnTo>
                    <a:pt x="138390" y="460"/>
                  </a:lnTo>
                  <a:lnTo>
                    <a:pt x="139330" y="2419"/>
                  </a:lnTo>
                  <a:lnTo>
                    <a:pt x="140035" y="2435"/>
                  </a:lnTo>
                  <a:lnTo>
                    <a:pt x="141081" y="3498"/>
                  </a:lnTo>
                  <a:lnTo>
                    <a:pt x="143929" y="5725"/>
                  </a:lnTo>
                  <a:lnTo>
                    <a:pt x="145476" y="6423"/>
                  </a:lnTo>
                  <a:lnTo>
                    <a:pt x="146470" y="6641"/>
                  </a:lnTo>
                  <a:lnTo>
                    <a:pt x="147782" y="7258"/>
                  </a:lnTo>
                  <a:lnTo>
                    <a:pt x="148629" y="8561"/>
                  </a:lnTo>
                  <a:lnTo>
                    <a:pt x="150280" y="10689"/>
                  </a:lnTo>
                  <a:lnTo>
                    <a:pt x="151673" y="11233"/>
                  </a:lnTo>
                  <a:lnTo>
                    <a:pt x="154089" y="11448"/>
                  </a:lnTo>
                  <a:lnTo>
                    <a:pt x="157033" y="11559"/>
                  </a:lnTo>
                  <a:lnTo>
                    <a:pt x="157864" y="11932"/>
                  </a:lnTo>
                  <a:lnTo>
                    <a:pt x="160017" y="13465"/>
                  </a:lnTo>
                  <a:lnTo>
                    <a:pt x="162397" y="15159"/>
                  </a:lnTo>
                  <a:lnTo>
                    <a:pt x="164640" y="16673"/>
                  </a:lnTo>
                  <a:lnTo>
                    <a:pt x="166341" y="17847"/>
                  </a:lnTo>
                  <a:lnTo>
                    <a:pt x="167344" y="18986"/>
                  </a:lnTo>
                  <a:lnTo>
                    <a:pt x="168291" y="19639"/>
                  </a:lnTo>
                  <a:lnTo>
                    <a:pt x="169317" y="19082"/>
                  </a:lnTo>
                  <a:lnTo>
                    <a:pt x="170631" y="19209"/>
                  </a:lnTo>
                  <a:lnTo>
                    <a:pt x="173720" y="20573"/>
                  </a:lnTo>
                  <a:lnTo>
                    <a:pt x="175670" y="21720"/>
                  </a:lnTo>
                  <a:lnTo>
                    <a:pt x="177302" y="22570"/>
                  </a:lnTo>
                  <a:lnTo>
                    <a:pt x="177847" y="23743"/>
                  </a:lnTo>
                  <a:lnTo>
                    <a:pt x="177901" y="25307"/>
                  </a:lnTo>
                  <a:lnTo>
                    <a:pt x="177683" y="26630"/>
                  </a:lnTo>
                  <a:lnTo>
                    <a:pt x="177801" y="29837"/>
                  </a:lnTo>
                  <a:lnTo>
                    <a:pt x="178327" y="31516"/>
                  </a:lnTo>
                  <a:lnTo>
                    <a:pt x="178521" y="33773"/>
                  </a:lnTo>
                  <a:lnTo>
                    <a:pt x="178717" y="35926"/>
                  </a:lnTo>
                  <a:lnTo>
                    <a:pt x="178580" y="38054"/>
                  </a:lnTo>
                  <a:lnTo>
                    <a:pt x="178827" y="39184"/>
                  </a:lnTo>
                  <a:lnTo>
                    <a:pt x="179339" y="39849"/>
                  </a:lnTo>
                  <a:lnTo>
                    <a:pt x="179833" y="41333"/>
                  </a:lnTo>
                  <a:lnTo>
                    <a:pt x="179669" y="42897"/>
                  </a:lnTo>
                  <a:lnTo>
                    <a:pt x="179452" y="43809"/>
                  </a:lnTo>
                  <a:lnTo>
                    <a:pt x="179485" y="45274"/>
                  </a:lnTo>
                  <a:lnTo>
                    <a:pt x="180078" y="46481"/>
                  </a:lnTo>
                  <a:lnTo>
                    <a:pt x="180947" y="46720"/>
                  </a:lnTo>
                  <a:lnTo>
                    <a:pt x="181719" y="47030"/>
                  </a:lnTo>
                  <a:lnTo>
                    <a:pt x="182667" y="48931"/>
                  </a:lnTo>
                  <a:lnTo>
                    <a:pt x="184358" y="51123"/>
                  </a:lnTo>
                  <a:lnTo>
                    <a:pt x="185371" y="51732"/>
                  </a:lnTo>
                  <a:lnTo>
                    <a:pt x="186534" y="52716"/>
                  </a:lnTo>
                  <a:lnTo>
                    <a:pt x="188753" y="53680"/>
                  </a:lnTo>
                  <a:lnTo>
                    <a:pt x="190262" y="53973"/>
                  </a:lnTo>
                  <a:lnTo>
                    <a:pt x="191151" y="54755"/>
                  </a:lnTo>
                  <a:lnTo>
                    <a:pt x="192022" y="56645"/>
                  </a:lnTo>
                  <a:lnTo>
                    <a:pt x="193464" y="57036"/>
                  </a:lnTo>
                  <a:lnTo>
                    <a:pt x="194390" y="57689"/>
                  </a:lnTo>
                  <a:lnTo>
                    <a:pt x="196076" y="58468"/>
                  </a:lnTo>
                  <a:lnTo>
                    <a:pt x="197191" y="58017"/>
                  </a:lnTo>
                  <a:lnTo>
                    <a:pt x="198170" y="57360"/>
                  </a:lnTo>
                  <a:lnTo>
                    <a:pt x="198831" y="57486"/>
                  </a:lnTo>
                  <a:lnTo>
                    <a:pt x="200094" y="57916"/>
                  </a:lnTo>
                  <a:lnTo>
                    <a:pt x="201577" y="58005"/>
                  </a:lnTo>
                  <a:lnTo>
                    <a:pt x="202823" y="57557"/>
                  </a:lnTo>
                  <a:lnTo>
                    <a:pt x="203814" y="56226"/>
                  </a:lnTo>
                  <a:lnTo>
                    <a:pt x="204973" y="54429"/>
                  </a:lnTo>
                  <a:lnTo>
                    <a:pt x="206360" y="53517"/>
                  </a:lnTo>
                  <a:lnTo>
                    <a:pt x="207965" y="53191"/>
                  </a:lnTo>
                  <a:lnTo>
                    <a:pt x="209063" y="52462"/>
                  </a:lnTo>
                  <a:lnTo>
                    <a:pt x="212661" y="51249"/>
                  </a:lnTo>
                  <a:lnTo>
                    <a:pt x="214115" y="51041"/>
                  </a:lnTo>
                  <a:lnTo>
                    <a:pt x="215240" y="49869"/>
                  </a:lnTo>
                  <a:lnTo>
                    <a:pt x="216237" y="48956"/>
                  </a:lnTo>
                  <a:lnTo>
                    <a:pt x="217679" y="48565"/>
                  </a:lnTo>
                  <a:lnTo>
                    <a:pt x="219629" y="49524"/>
                  </a:lnTo>
                  <a:lnTo>
                    <a:pt x="221492" y="50325"/>
                  </a:lnTo>
                  <a:lnTo>
                    <a:pt x="223745" y="50585"/>
                  </a:lnTo>
                  <a:lnTo>
                    <a:pt x="225242" y="51692"/>
                  </a:lnTo>
                  <a:lnTo>
                    <a:pt x="226304" y="52736"/>
                  </a:lnTo>
                  <a:lnTo>
                    <a:pt x="227974" y="53563"/>
                  </a:lnTo>
                  <a:lnTo>
                    <a:pt x="229832" y="53179"/>
                  </a:lnTo>
                  <a:lnTo>
                    <a:pt x="232374" y="52847"/>
                  </a:lnTo>
                  <a:lnTo>
                    <a:pt x="234061" y="53326"/>
                  </a:lnTo>
                  <a:lnTo>
                    <a:pt x="235820" y="55226"/>
                  </a:lnTo>
                  <a:lnTo>
                    <a:pt x="236901" y="56752"/>
                  </a:lnTo>
                  <a:lnTo>
                    <a:pt x="238122" y="60008"/>
                  </a:lnTo>
                  <a:lnTo>
                    <a:pt x="239391" y="61588"/>
                  </a:lnTo>
                  <a:lnTo>
                    <a:pt x="240504" y="62876"/>
                  </a:lnTo>
                  <a:lnTo>
                    <a:pt x="241908" y="62957"/>
                  </a:lnTo>
                  <a:lnTo>
                    <a:pt x="245411" y="63062"/>
                  </a:lnTo>
                  <a:lnTo>
                    <a:pt x="247335" y="63745"/>
                  </a:lnTo>
                  <a:lnTo>
                    <a:pt x="248936" y="64106"/>
                  </a:lnTo>
                  <a:lnTo>
                    <a:pt x="249322" y="64788"/>
                  </a:lnTo>
                  <a:lnTo>
                    <a:pt x="249161" y="67024"/>
                  </a:lnTo>
                  <a:lnTo>
                    <a:pt x="249210" y="70225"/>
                  </a:lnTo>
                  <a:lnTo>
                    <a:pt x="249184" y="71693"/>
                  </a:lnTo>
                  <a:lnTo>
                    <a:pt x="249539" y="72801"/>
                  </a:lnTo>
                  <a:lnTo>
                    <a:pt x="250083" y="72998"/>
                  </a:lnTo>
                  <a:lnTo>
                    <a:pt x="250382" y="74560"/>
                  </a:lnTo>
                  <a:lnTo>
                    <a:pt x="251175" y="75487"/>
                  </a:lnTo>
                  <a:lnTo>
                    <a:pt x="252595" y="76605"/>
                  </a:lnTo>
                  <a:lnTo>
                    <a:pt x="254987" y="80399"/>
                  </a:lnTo>
                  <a:lnTo>
                    <a:pt x="256412" y="82021"/>
                  </a:lnTo>
                  <a:lnTo>
                    <a:pt x="257538" y="82574"/>
                  </a:lnTo>
                  <a:lnTo>
                    <a:pt x="259010" y="82194"/>
                  </a:lnTo>
                  <a:lnTo>
                    <a:pt x="261317" y="82203"/>
                  </a:lnTo>
                  <a:lnTo>
                    <a:pt x="265226" y="82216"/>
                  </a:lnTo>
                  <a:lnTo>
                    <a:pt x="267904" y="83356"/>
                  </a:lnTo>
                  <a:lnTo>
                    <a:pt x="268829" y="84138"/>
                  </a:lnTo>
                  <a:lnTo>
                    <a:pt x="271565" y="85041"/>
                  </a:lnTo>
                  <a:lnTo>
                    <a:pt x="274577" y="86036"/>
                  </a:lnTo>
                  <a:lnTo>
                    <a:pt x="277112" y="87077"/>
                  </a:lnTo>
                  <a:lnTo>
                    <a:pt x="278611" y="85733"/>
                  </a:lnTo>
                  <a:lnTo>
                    <a:pt x="279924" y="85612"/>
                  </a:lnTo>
                  <a:lnTo>
                    <a:pt x="281180" y="86585"/>
                  </a:lnTo>
                  <a:lnTo>
                    <a:pt x="282432" y="88046"/>
                  </a:lnTo>
                  <a:lnTo>
                    <a:pt x="283403" y="87888"/>
                  </a:lnTo>
                  <a:lnTo>
                    <a:pt x="284861" y="87202"/>
                  </a:lnTo>
                  <a:lnTo>
                    <a:pt x="289504" y="83121"/>
                  </a:lnTo>
                  <a:lnTo>
                    <a:pt x="291138" y="81597"/>
                  </a:lnTo>
                  <a:lnTo>
                    <a:pt x="292282" y="81988"/>
                  </a:lnTo>
                  <a:lnTo>
                    <a:pt x="293302" y="81447"/>
                  </a:lnTo>
                  <a:lnTo>
                    <a:pt x="294078" y="80990"/>
                  </a:lnTo>
                  <a:lnTo>
                    <a:pt x="296061" y="80359"/>
                  </a:lnTo>
                  <a:lnTo>
                    <a:pt x="297269" y="80186"/>
                  </a:lnTo>
                  <a:lnTo>
                    <a:pt x="298516" y="79819"/>
                  </a:lnTo>
                  <a:lnTo>
                    <a:pt x="300308" y="79577"/>
                  </a:lnTo>
                  <a:lnTo>
                    <a:pt x="303954" y="76906"/>
                  </a:lnTo>
                  <a:lnTo>
                    <a:pt x="305432" y="76383"/>
                  </a:lnTo>
                  <a:lnTo>
                    <a:pt x="307930" y="77123"/>
                  </a:lnTo>
                  <a:lnTo>
                    <a:pt x="309276" y="76641"/>
                  </a:lnTo>
                  <a:lnTo>
                    <a:pt x="310613" y="75292"/>
                  </a:lnTo>
                  <a:lnTo>
                    <a:pt x="312350" y="73902"/>
                  </a:lnTo>
                  <a:lnTo>
                    <a:pt x="312801" y="71649"/>
                  </a:lnTo>
                  <a:lnTo>
                    <a:pt x="313690" y="68557"/>
                  </a:lnTo>
                  <a:lnTo>
                    <a:pt x="315601" y="66277"/>
                  </a:lnTo>
                  <a:lnTo>
                    <a:pt x="317162" y="64289"/>
                  </a:lnTo>
                  <a:lnTo>
                    <a:pt x="318750" y="62355"/>
                  </a:lnTo>
                  <a:lnTo>
                    <a:pt x="320702" y="60745"/>
                  </a:lnTo>
                  <a:lnTo>
                    <a:pt x="322537" y="59575"/>
                  </a:lnTo>
                  <a:lnTo>
                    <a:pt x="324877" y="56513"/>
                  </a:lnTo>
                  <a:lnTo>
                    <a:pt x="326741" y="54961"/>
                  </a:lnTo>
                  <a:lnTo>
                    <a:pt x="327670" y="54455"/>
                  </a:lnTo>
                  <a:lnTo>
                    <a:pt x="328771" y="55014"/>
                  </a:lnTo>
                  <a:lnTo>
                    <a:pt x="330840" y="55428"/>
                  </a:lnTo>
                  <a:lnTo>
                    <a:pt x="332332" y="55303"/>
                  </a:lnTo>
                  <a:lnTo>
                    <a:pt x="333175" y="55658"/>
                  </a:lnTo>
                  <a:lnTo>
                    <a:pt x="334858" y="57154"/>
                  </a:lnTo>
                  <a:lnTo>
                    <a:pt x="336385" y="58468"/>
                  </a:lnTo>
                  <a:lnTo>
                    <a:pt x="337554" y="60807"/>
                  </a:lnTo>
                  <a:lnTo>
                    <a:pt x="339731" y="64074"/>
                  </a:lnTo>
                  <a:lnTo>
                    <a:pt x="340848" y="65170"/>
                  </a:lnTo>
                  <a:lnTo>
                    <a:pt x="341640" y="65622"/>
                  </a:lnTo>
                  <a:lnTo>
                    <a:pt x="343600" y="65931"/>
                  </a:lnTo>
                  <a:lnTo>
                    <a:pt x="345201" y="66091"/>
                  </a:lnTo>
                  <a:lnTo>
                    <a:pt x="346157" y="65344"/>
                  </a:lnTo>
                  <a:lnTo>
                    <a:pt x="347770" y="63977"/>
                  </a:lnTo>
                  <a:lnTo>
                    <a:pt x="350344" y="62244"/>
                  </a:lnTo>
                  <a:lnTo>
                    <a:pt x="351359" y="62289"/>
                  </a:lnTo>
                  <a:lnTo>
                    <a:pt x="353017" y="63211"/>
                  </a:lnTo>
                  <a:lnTo>
                    <a:pt x="355485" y="64918"/>
                  </a:lnTo>
                  <a:lnTo>
                    <a:pt x="356477" y="66196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0" name="pg1019"/>
            <p:cNvSpPr/>
            <p:nvPr/>
          </p:nvSpPr>
          <p:spPr>
            <a:xfrm>
              <a:off x="5155172" y="3214785"/>
              <a:ext cx="1397" cy="2308"/>
            </a:xfrm>
            <a:custGeom>
              <a:avLst/>
              <a:pathLst>
                <a:path w="1397" h="2308">
                  <a:moveTo>
                    <a:pt x="1390" y="926"/>
                  </a:moveTo>
                  <a:lnTo>
                    <a:pt x="779" y="2308"/>
                  </a:lnTo>
                  <a:lnTo>
                    <a:pt x="338" y="2022"/>
                  </a:lnTo>
                  <a:lnTo>
                    <a:pt x="65" y="1552"/>
                  </a:lnTo>
                  <a:lnTo>
                    <a:pt x="0" y="763"/>
                  </a:lnTo>
                  <a:lnTo>
                    <a:pt x="990" y="0"/>
                  </a:lnTo>
                  <a:lnTo>
                    <a:pt x="1397" y="272"/>
                  </a:lnTo>
                  <a:close/>
                </a:path>
              </a:pathLst>
            </a:custGeom>
            <a:solidFill>
              <a:srgbClr val="FFF3E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1" name="pg1020"/>
            <p:cNvSpPr/>
            <p:nvPr/>
          </p:nvSpPr>
          <p:spPr>
            <a:xfrm>
              <a:off x="5160534" y="3189057"/>
              <a:ext cx="932" cy="4155"/>
            </a:xfrm>
            <a:custGeom>
              <a:avLst/>
              <a:pathLst>
                <a:path w="932" h="4155">
                  <a:moveTo>
                    <a:pt x="932" y="2649"/>
                  </a:moveTo>
                  <a:lnTo>
                    <a:pt x="422" y="4155"/>
                  </a:lnTo>
                  <a:lnTo>
                    <a:pt x="60" y="1812"/>
                  </a:lnTo>
                  <a:lnTo>
                    <a:pt x="0" y="867"/>
                  </a:lnTo>
                  <a:lnTo>
                    <a:pt x="469" y="0"/>
                  </a:lnTo>
                  <a:lnTo>
                    <a:pt x="748" y="20"/>
                  </a:lnTo>
                  <a:close/>
                </a:path>
              </a:pathLst>
            </a:custGeom>
            <a:solidFill>
              <a:srgbClr val="FFF3E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2" name="pg1021"/>
            <p:cNvSpPr/>
            <p:nvPr/>
          </p:nvSpPr>
          <p:spPr>
            <a:xfrm>
              <a:off x="5161738" y="3182993"/>
              <a:ext cx="1697" cy="4673"/>
            </a:xfrm>
            <a:custGeom>
              <a:avLst/>
              <a:pathLst>
                <a:path w="1697" h="4673">
                  <a:moveTo>
                    <a:pt x="835" y="3907"/>
                  </a:moveTo>
                  <a:lnTo>
                    <a:pt x="801" y="4673"/>
                  </a:lnTo>
                  <a:lnTo>
                    <a:pt x="172" y="4487"/>
                  </a:lnTo>
                  <a:lnTo>
                    <a:pt x="0" y="4145"/>
                  </a:lnTo>
                  <a:lnTo>
                    <a:pt x="356" y="1480"/>
                  </a:lnTo>
                  <a:lnTo>
                    <a:pt x="1259" y="251"/>
                  </a:lnTo>
                  <a:lnTo>
                    <a:pt x="1697" y="0"/>
                  </a:lnTo>
                  <a:lnTo>
                    <a:pt x="1286" y="1262"/>
                  </a:lnTo>
                  <a:lnTo>
                    <a:pt x="1209" y="2682"/>
                  </a:lnTo>
                  <a:close/>
                </a:path>
              </a:pathLst>
            </a:custGeom>
            <a:solidFill>
              <a:srgbClr val="FFF3E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3" name="pg1022"/>
            <p:cNvSpPr/>
            <p:nvPr/>
          </p:nvSpPr>
          <p:spPr>
            <a:xfrm>
              <a:off x="5161081" y="3150067"/>
              <a:ext cx="1091" cy="1403"/>
            </a:xfrm>
            <a:custGeom>
              <a:avLst/>
              <a:pathLst>
                <a:path w="1091" h="1403">
                  <a:moveTo>
                    <a:pt x="1000" y="1197"/>
                  </a:moveTo>
                  <a:lnTo>
                    <a:pt x="730" y="1403"/>
                  </a:lnTo>
                  <a:lnTo>
                    <a:pt x="336" y="1295"/>
                  </a:lnTo>
                  <a:lnTo>
                    <a:pt x="61" y="831"/>
                  </a:lnTo>
                  <a:lnTo>
                    <a:pt x="0" y="49"/>
                  </a:lnTo>
                  <a:lnTo>
                    <a:pt x="795" y="0"/>
                  </a:lnTo>
                  <a:lnTo>
                    <a:pt x="1091" y="587"/>
                  </a:lnTo>
                  <a:close/>
                </a:path>
              </a:pathLst>
            </a:custGeom>
            <a:solidFill>
              <a:srgbClr val="FFF3E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4" name="pg1023"/>
            <p:cNvSpPr/>
            <p:nvPr/>
          </p:nvSpPr>
          <p:spPr>
            <a:xfrm>
              <a:off x="5162291" y="3097085"/>
              <a:ext cx="1312" cy="3419"/>
            </a:xfrm>
            <a:custGeom>
              <a:avLst/>
              <a:pathLst>
                <a:path w="1312" h="3419">
                  <a:moveTo>
                    <a:pt x="597" y="2768"/>
                  </a:moveTo>
                  <a:lnTo>
                    <a:pt x="0" y="3419"/>
                  </a:lnTo>
                  <a:lnTo>
                    <a:pt x="742" y="509"/>
                  </a:lnTo>
                  <a:lnTo>
                    <a:pt x="966" y="0"/>
                  </a:lnTo>
                  <a:lnTo>
                    <a:pt x="1312" y="1060"/>
                  </a:lnTo>
                  <a:close/>
                </a:path>
              </a:pathLst>
            </a:custGeom>
            <a:solidFill>
              <a:srgbClr val="FFF3E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5" name="pg1024"/>
            <p:cNvSpPr/>
            <p:nvPr/>
          </p:nvSpPr>
          <p:spPr>
            <a:xfrm>
              <a:off x="5161260" y="3078347"/>
              <a:ext cx="776" cy="2409"/>
            </a:xfrm>
            <a:custGeom>
              <a:avLst/>
              <a:pathLst>
                <a:path w="776" h="2409">
                  <a:moveTo>
                    <a:pt x="776" y="1308"/>
                  </a:moveTo>
                  <a:lnTo>
                    <a:pt x="402" y="2409"/>
                  </a:lnTo>
                  <a:lnTo>
                    <a:pt x="86" y="1600"/>
                  </a:lnTo>
                  <a:lnTo>
                    <a:pt x="0" y="0"/>
                  </a:lnTo>
                  <a:lnTo>
                    <a:pt x="550" y="152"/>
                  </a:lnTo>
                  <a:lnTo>
                    <a:pt x="754" y="481"/>
                  </a:lnTo>
                  <a:close/>
                </a:path>
              </a:pathLst>
            </a:custGeom>
            <a:solidFill>
              <a:srgbClr val="FFF3E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6" name="pg1025"/>
            <p:cNvSpPr/>
            <p:nvPr/>
          </p:nvSpPr>
          <p:spPr>
            <a:xfrm>
              <a:off x="3736952" y="3943282"/>
              <a:ext cx="131082" cy="484523"/>
            </a:xfrm>
            <a:custGeom>
              <a:avLst/>
              <a:pathLst>
                <a:path w="131082" h="484523">
                  <a:moveTo>
                    <a:pt x="32877" y="484159"/>
                  </a:moveTo>
                  <a:lnTo>
                    <a:pt x="31525" y="484209"/>
                  </a:lnTo>
                  <a:lnTo>
                    <a:pt x="29208" y="484350"/>
                  </a:lnTo>
                  <a:lnTo>
                    <a:pt x="27838" y="484431"/>
                  </a:lnTo>
                  <a:lnTo>
                    <a:pt x="26305" y="484523"/>
                  </a:lnTo>
                  <a:lnTo>
                    <a:pt x="24406" y="483692"/>
                  </a:lnTo>
                  <a:lnTo>
                    <a:pt x="23335" y="483868"/>
                  </a:lnTo>
                  <a:lnTo>
                    <a:pt x="23250" y="474429"/>
                  </a:lnTo>
                  <a:lnTo>
                    <a:pt x="22904" y="472354"/>
                  </a:lnTo>
                  <a:lnTo>
                    <a:pt x="22539" y="469321"/>
                  </a:lnTo>
                  <a:lnTo>
                    <a:pt x="22453" y="467374"/>
                  </a:lnTo>
                  <a:lnTo>
                    <a:pt x="22682" y="465417"/>
                  </a:lnTo>
                  <a:lnTo>
                    <a:pt x="22792" y="462318"/>
                  </a:lnTo>
                  <a:lnTo>
                    <a:pt x="22690" y="459605"/>
                  </a:lnTo>
                  <a:lnTo>
                    <a:pt x="21553" y="458243"/>
                  </a:lnTo>
                  <a:lnTo>
                    <a:pt x="21304" y="457811"/>
                  </a:lnTo>
                  <a:lnTo>
                    <a:pt x="21058" y="455675"/>
                  </a:lnTo>
                  <a:lnTo>
                    <a:pt x="20959" y="452383"/>
                  </a:lnTo>
                  <a:lnTo>
                    <a:pt x="21752" y="448187"/>
                  </a:lnTo>
                  <a:lnTo>
                    <a:pt x="21688" y="440136"/>
                  </a:lnTo>
                  <a:lnTo>
                    <a:pt x="21782" y="437299"/>
                  </a:lnTo>
                  <a:lnTo>
                    <a:pt x="21767" y="431695"/>
                  </a:lnTo>
                  <a:lnTo>
                    <a:pt x="21750" y="424906"/>
                  </a:lnTo>
                  <a:lnTo>
                    <a:pt x="21735" y="418826"/>
                  </a:lnTo>
                  <a:lnTo>
                    <a:pt x="21768" y="413576"/>
                  </a:lnTo>
                  <a:lnTo>
                    <a:pt x="21530" y="411089"/>
                  </a:lnTo>
                  <a:lnTo>
                    <a:pt x="21333" y="409724"/>
                  </a:lnTo>
                  <a:lnTo>
                    <a:pt x="20807" y="406945"/>
                  </a:lnTo>
                  <a:lnTo>
                    <a:pt x="20194" y="401154"/>
                  </a:lnTo>
                  <a:lnTo>
                    <a:pt x="19470" y="396779"/>
                  </a:lnTo>
                  <a:lnTo>
                    <a:pt x="18537" y="393893"/>
                  </a:lnTo>
                  <a:lnTo>
                    <a:pt x="18241" y="392373"/>
                  </a:lnTo>
                  <a:lnTo>
                    <a:pt x="17939" y="390338"/>
                  </a:lnTo>
                  <a:lnTo>
                    <a:pt x="17057" y="386754"/>
                  </a:lnTo>
                  <a:lnTo>
                    <a:pt x="16335" y="384668"/>
                  </a:lnTo>
                  <a:lnTo>
                    <a:pt x="16139" y="382997"/>
                  </a:lnTo>
                  <a:lnTo>
                    <a:pt x="16164" y="378675"/>
                  </a:lnTo>
                  <a:lnTo>
                    <a:pt x="15362" y="370909"/>
                  </a:lnTo>
                  <a:lnTo>
                    <a:pt x="14777" y="365248"/>
                  </a:lnTo>
                  <a:lnTo>
                    <a:pt x="13897" y="359116"/>
                  </a:lnTo>
                  <a:lnTo>
                    <a:pt x="13307" y="355009"/>
                  </a:lnTo>
                  <a:lnTo>
                    <a:pt x="13220" y="354302"/>
                  </a:lnTo>
                  <a:lnTo>
                    <a:pt x="13155" y="352747"/>
                  </a:lnTo>
                  <a:lnTo>
                    <a:pt x="14902" y="349697"/>
                  </a:lnTo>
                  <a:lnTo>
                    <a:pt x="16655" y="345403"/>
                  </a:lnTo>
                  <a:lnTo>
                    <a:pt x="18706" y="340376"/>
                  </a:lnTo>
                  <a:lnTo>
                    <a:pt x="20535" y="335889"/>
                  </a:lnTo>
                  <a:lnTo>
                    <a:pt x="22144" y="331944"/>
                  </a:lnTo>
                  <a:lnTo>
                    <a:pt x="24345" y="326548"/>
                  </a:lnTo>
                  <a:lnTo>
                    <a:pt x="26522" y="321213"/>
                  </a:lnTo>
                  <a:lnTo>
                    <a:pt x="27031" y="320532"/>
                  </a:lnTo>
                  <a:lnTo>
                    <a:pt x="27246" y="320096"/>
                  </a:lnTo>
                  <a:lnTo>
                    <a:pt x="26306" y="315352"/>
                  </a:lnTo>
                  <a:lnTo>
                    <a:pt x="27818" y="309843"/>
                  </a:lnTo>
                  <a:lnTo>
                    <a:pt x="27900" y="306262"/>
                  </a:lnTo>
                  <a:lnTo>
                    <a:pt x="27836" y="302837"/>
                  </a:lnTo>
                  <a:lnTo>
                    <a:pt x="28018" y="301264"/>
                  </a:lnTo>
                  <a:lnTo>
                    <a:pt x="28474" y="299885"/>
                  </a:lnTo>
                  <a:lnTo>
                    <a:pt x="30242" y="297019"/>
                  </a:lnTo>
                  <a:lnTo>
                    <a:pt x="31578" y="292451"/>
                  </a:lnTo>
                  <a:lnTo>
                    <a:pt x="32674" y="288186"/>
                  </a:lnTo>
                  <a:lnTo>
                    <a:pt x="34193" y="281321"/>
                  </a:lnTo>
                  <a:lnTo>
                    <a:pt x="34343" y="279705"/>
                  </a:lnTo>
                  <a:lnTo>
                    <a:pt x="34365" y="278040"/>
                  </a:lnTo>
                  <a:lnTo>
                    <a:pt x="33945" y="275723"/>
                  </a:lnTo>
                  <a:lnTo>
                    <a:pt x="32930" y="271960"/>
                  </a:lnTo>
                  <a:lnTo>
                    <a:pt x="32194" y="268714"/>
                  </a:lnTo>
                  <a:lnTo>
                    <a:pt x="31538" y="263707"/>
                  </a:lnTo>
                  <a:lnTo>
                    <a:pt x="32196" y="259353"/>
                  </a:lnTo>
                  <a:lnTo>
                    <a:pt x="32431" y="256724"/>
                  </a:lnTo>
                  <a:lnTo>
                    <a:pt x="32429" y="255304"/>
                  </a:lnTo>
                  <a:lnTo>
                    <a:pt x="32137" y="253957"/>
                  </a:lnTo>
                  <a:lnTo>
                    <a:pt x="31397" y="252938"/>
                  </a:lnTo>
                  <a:lnTo>
                    <a:pt x="30784" y="252274"/>
                  </a:lnTo>
                  <a:lnTo>
                    <a:pt x="30577" y="250474"/>
                  </a:lnTo>
                  <a:lnTo>
                    <a:pt x="30571" y="248333"/>
                  </a:lnTo>
                  <a:lnTo>
                    <a:pt x="30851" y="247150"/>
                  </a:lnTo>
                  <a:lnTo>
                    <a:pt x="32487" y="245236"/>
                  </a:lnTo>
                  <a:lnTo>
                    <a:pt x="32858" y="244198"/>
                  </a:lnTo>
                  <a:lnTo>
                    <a:pt x="33052" y="243032"/>
                  </a:lnTo>
                  <a:lnTo>
                    <a:pt x="33069" y="241372"/>
                  </a:lnTo>
                  <a:lnTo>
                    <a:pt x="33573" y="237229"/>
                  </a:lnTo>
                  <a:lnTo>
                    <a:pt x="34197" y="233296"/>
                  </a:lnTo>
                  <a:lnTo>
                    <a:pt x="34238" y="231908"/>
                  </a:lnTo>
                  <a:lnTo>
                    <a:pt x="34017" y="230693"/>
                  </a:lnTo>
                  <a:lnTo>
                    <a:pt x="33846" y="228471"/>
                  </a:lnTo>
                  <a:lnTo>
                    <a:pt x="33734" y="225121"/>
                  </a:lnTo>
                  <a:lnTo>
                    <a:pt x="33723" y="215739"/>
                  </a:lnTo>
                  <a:lnTo>
                    <a:pt x="34045" y="206049"/>
                  </a:lnTo>
                  <a:lnTo>
                    <a:pt x="33904" y="200555"/>
                  </a:lnTo>
                  <a:lnTo>
                    <a:pt x="32855" y="194238"/>
                  </a:lnTo>
                  <a:lnTo>
                    <a:pt x="32755" y="189682"/>
                  </a:lnTo>
                  <a:lnTo>
                    <a:pt x="33516" y="186502"/>
                  </a:lnTo>
                  <a:lnTo>
                    <a:pt x="33641" y="184620"/>
                  </a:lnTo>
                  <a:lnTo>
                    <a:pt x="33084" y="184381"/>
                  </a:lnTo>
                  <a:lnTo>
                    <a:pt x="31941" y="184188"/>
                  </a:lnTo>
                  <a:lnTo>
                    <a:pt x="31096" y="183596"/>
                  </a:lnTo>
                  <a:lnTo>
                    <a:pt x="29789" y="180990"/>
                  </a:lnTo>
                  <a:lnTo>
                    <a:pt x="27519" y="178812"/>
                  </a:lnTo>
                  <a:lnTo>
                    <a:pt x="24944" y="176832"/>
                  </a:lnTo>
                  <a:lnTo>
                    <a:pt x="21200" y="176243"/>
                  </a:lnTo>
                  <a:lnTo>
                    <a:pt x="18087" y="169901"/>
                  </a:lnTo>
                  <a:lnTo>
                    <a:pt x="15647" y="168882"/>
                  </a:lnTo>
                  <a:lnTo>
                    <a:pt x="14862" y="168074"/>
                  </a:lnTo>
                  <a:lnTo>
                    <a:pt x="12518" y="164271"/>
                  </a:lnTo>
                  <a:lnTo>
                    <a:pt x="8847" y="163919"/>
                  </a:lnTo>
                  <a:lnTo>
                    <a:pt x="5039" y="163549"/>
                  </a:lnTo>
                  <a:lnTo>
                    <a:pt x="2665" y="163434"/>
                  </a:lnTo>
                  <a:lnTo>
                    <a:pt x="2314" y="162929"/>
                  </a:lnTo>
                  <a:lnTo>
                    <a:pt x="2176" y="157686"/>
                  </a:lnTo>
                  <a:lnTo>
                    <a:pt x="2151" y="153025"/>
                  </a:lnTo>
                  <a:lnTo>
                    <a:pt x="1950" y="148971"/>
                  </a:lnTo>
                  <a:lnTo>
                    <a:pt x="1589" y="144357"/>
                  </a:lnTo>
                  <a:lnTo>
                    <a:pt x="1035" y="142559"/>
                  </a:lnTo>
                  <a:lnTo>
                    <a:pt x="374" y="139437"/>
                  </a:lnTo>
                  <a:lnTo>
                    <a:pt x="39" y="136000"/>
                  </a:lnTo>
                  <a:lnTo>
                    <a:pt x="0" y="134335"/>
                  </a:lnTo>
                  <a:lnTo>
                    <a:pt x="124" y="133738"/>
                  </a:lnTo>
                  <a:lnTo>
                    <a:pt x="2768" y="131291"/>
                  </a:lnTo>
                  <a:lnTo>
                    <a:pt x="3898" y="130079"/>
                  </a:lnTo>
                  <a:lnTo>
                    <a:pt x="5572" y="128679"/>
                  </a:lnTo>
                  <a:lnTo>
                    <a:pt x="8555" y="126734"/>
                  </a:lnTo>
                  <a:lnTo>
                    <a:pt x="11217" y="125000"/>
                  </a:lnTo>
                  <a:lnTo>
                    <a:pt x="13656" y="123318"/>
                  </a:lnTo>
                  <a:lnTo>
                    <a:pt x="16240" y="121529"/>
                  </a:lnTo>
                  <a:lnTo>
                    <a:pt x="17291" y="120334"/>
                  </a:lnTo>
                  <a:lnTo>
                    <a:pt x="18597" y="119133"/>
                  </a:lnTo>
                  <a:lnTo>
                    <a:pt x="21722" y="116721"/>
                  </a:lnTo>
                  <a:lnTo>
                    <a:pt x="22615" y="115896"/>
                  </a:lnTo>
                  <a:lnTo>
                    <a:pt x="24409" y="114545"/>
                  </a:lnTo>
                  <a:lnTo>
                    <a:pt x="25309" y="114020"/>
                  </a:lnTo>
                  <a:lnTo>
                    <a:pt x="28769" y="111259"/>
                  </a:lnTo>
                  <a:lnTo>
                    <a:pt x="32734" y="108093"/>
                  </a:lnTo>
                  <a:lnTo>
                    <a:pt x="34123" y="106985"/>
                  </a:lnTo>
                  <a:lnTo>
                    <a:pt x="36772" y="104870"/>
                  </a:lnTo>
                  <a:lnTo>
                    <a:pt x="37288" y="105747"/>
                  </a:lnTo>
                  <a:lnTo>
                    <a:pt x="39094" y="113027"/>
                  </a:lnTo>
                  <a:lnTo>
                    <a:pt x="40517" y="117301"/>
                  </a:lnTo>
                  <a:lnTo>
                    <a:pt x="42136" y="121263"/>
                  </a:lnTo>
                  <a:lnTo>
                    <a:pt x="42406" y="121070"/>
                  </a:lnTo>
                  <a:lnTo>
                    <a:pt x="42872" y="120143"/>
                  </a:lnTo>
                  <a:lnTo>
                    <a:pt x="43678" y="119760"/>
                  </a:lnTo>
                  <a:lnTo>
                    <a:pt x="46250" y="118868"/>
                  </a:lnTo>
                  <a:lnTo>
                    <a:pt x="47232" y="118813"/>
                  </a:lnTo>
                  <a:lnTo>
                    <a:pt x="47879" y="117751"/>
                  </a:lnTo>
                  <a:lnTo>
                    <a:pt x="49198" y="116995"/>
                  </a:lnTo>
                  <a:lnTo>
                    <a:pt x="50725" y="116548"/>
                  </a:lnTo>
                  <a:lnTo>
                    <a:pt x="51250" y="117027"/>
                  </a:lnTo>
                  <a:lnTo>
                    <a:pt x="52857" y="122149"/>
                  </a:lnTo>
                  <a:lnTo>
                    <a:pt x="53090" y="126068"/>
                  </a:lnTo>
                  <a:lnTo>
                    <a:pt x="53423" y="131729"/>
                  </a:lnTo>
                  <a:lnTo>
                    <a:pt x="53503" y="134494"/>
                  </a:lnTo>
                  <a:lnTo>
                    <a:pt x="53476" y="138187"/>
                  </a:lnTo>
                  <a:lnTo>
                    <a:pt x="53296" y="142807"/>
                  </a:lnTo>
                  <a:lnTo>
                    <a:pt x="51989" y="148123"/>
                  </a:lnTo>
                  <a:lnTo>
                    <a:pt x="51740" y="150772"/>
                  </a:lnTo>
                  <a:lnTo>
                    <a:pt x="51040" y="154864"/>
                  </a:lnTo>
                  <a:lnTo>
                    <a:pt x="50114" y="156878"/>
                  </a:lnTo>
                  <a:lnTo>
                    <a:pt x="49659" y="158531"/>
                  </a:lnTo>
                  <a:lnTo>
                    <a:pt x="49685" y="160248"/>
                  </a:lnTo>
                  <a:lnTo>
                    <a:pt x="50179" y="161685"/>
                  </a:lnTo>
                  <a:lnTo>
                    <a:pt x="51262" y="164274"/>
                  </a:lnTo>
                  <a:lnTo>
                    <a:pt x="51595" y="165944"/>
                  </a:lnTo>
                  <a:lnTo>
                    <a:pt x="51498" y="167439"/>
                  </a:lnTo>
                  <a:lnTo>
                    <a:pt x="51503" y="169459"/>
                  </a:lnTo>
                  <a:lnTo>
                    <a:pt x="51760" y="170865"/>
                  </a:lnTo>
                  <a:lnTo>
                    <a:pt x="52068" y="171681"/>
                  </a:lnTo>
                  <a:lnTo>
                    <a:pt x="53139" y="173003"/>
                  </a:lnTo>
                  <a:lnTo>
                    <a:pt x="54183" y="176324"/>
                  </a:lnTo>
                  <a:lnTo>
                    <a:pt x="55985" y="180329"/>
                  </a:lnTo>
                  <a:lnTo>
                    <a:pt x="58140" y="186040"/>
                  </a:lnTo>
                  <a:lnTo>
                    <a:pt x="59151" y="187789"/>
                  </a:lnTo>
                  <a:lnTo>
                    <a:pt x="59948" y="188213"/>
                  </a:lnTo>
                  <a:lnTo>
                    <a:pt x="60345" y="190123"/>
                  </a:lnTo>
                  <a:lnTo>
                    <a:pt x="60125" y="192348"/>
                  </a:lnTo>
                  <a:lnTo>
                    <a:pt x="59504" y="193621"/>
                  </a:lnTo>
                  <a:lnTo>
                    <a:pt x="59760" y="195445"/>
                  </a:lnTo>
                  <a:lnTo>
                    <a:pt x="60110" y="196400"/>
                  </a:lnTo>
                  <a:lnTo>
                    <a:pt x="60500" y="196882"/>
                  </a:lnTo>
                  <a:lnTo>
                    <a:pt x="61447" y="196994"/>
                  </a:lnTo>
                  <a:lnTo>
                    <a:pt x="62325" y="196622"/>
                  </a:lnTo>
                  <a:lnTo>
                    <a:pt x="62546" y="195987"/>
                  </a:lnTo>
                  <a:lnTo>
                    <a:pt x="62431" y="187443"/>
                  </a:lnTo>
                  <a:lnTo>
                    <a:pt x="61797" y="182462"/>
                  </a:lnTo>
                  <a:lnTo>
                    <a:pt x="61162" y="180514"/>
                  </a:lnTo>
                  <a:lnTo>
                    <a:pt x="61025" y="180128"/>
                  </a:lnTo>
                  <a:lnTo>
                    <a:pt x="61248" y="178491"/>
                  </a:lnTo>
                  <a:lnTo>
                    <a:pt x="61958" y="174665"/>
                  </a:lnTo>
                  <a:lnTo>
                    <a:pt x="62559" y="170876"/>
                  </a:lnTo>
                  <a:lnTo>
                    <a:pt x="62941" y="169280"/>
                  </a:lnTo>
                  <a:lnTo>
                    <a:pt x="63386" y="168317"/>
                  </a:lnTo>
                  <a:lnTo>
                    <a:pt x="66357" y="167292"/>
                  </a:lnTo>
                  <a:lnTo>
                    <a:pt x="67709" y="166403"/>
                  </a:lnTo>
                  <a:lnTo>
                    <a:pt x="68282" y="165295"/>
                  </a:lnTo>
                  <a:lnTo>
                    <a:pt x="68725" y="162352"/>
                  </a:lnTo>
                  <a:lnTo>
                    <a:pt x="69080" y="154128"/>
                  </a:lnTo>
                  <a:lnTo>
                    <a:pt x="69207" y="146403"/>
                  </a:lnTo>
                  <a:lnTo>
                    <a:pt x="68900" y="141872"/>
                  </a:lnTo>
                  <a:lnTo>
                    <a:pt x="69327" y="135048"/>
                  </a:lnTo>
                  <a:lnTo>
                    <a:pt x="69979" y="130826"/>
                  </a:lnTo>
                  <a:lnTo>
                    <a:pt x="69657" y="129998"/>
                  </a:lnTo>
                  <a:lnTo>
                    <a:pt x="69416" y="124299"/>
                  </a:lnTo>
                  <a:lnTo>
                    <a:pt x="67482" y="118230"/>
                  </a:lnTo>
                  <a:lnTo>
                    <a:pt x="64990" y="110416"/>
                  </a:lnTo>
                  <a:lnTo>
                    <a:pt x="63599" y="106209"/>
                  </a:lnTo>
                  <a:lnTo>
                    <a:pt x="62016" y="101427"/>
                  </a:lnTo>
                  <a:lnTo>
                    <a:pt x="59133" y="93939"/>
                  </a:lnTo>
                  <a:lnTo>
                    <a:pt x="57812" y="91226"/>
                  </a:lnTo>
                  <a:lnTo>
                    <a:pt x="57117" y="90173"/>
                  </a:lnTo>
                  <a:lnTo>
                    <a:pt x="54786" y="89307"/>
                  </a:lnTo>
                  <a:lnTo>
                    <a:pt x="54168" y="87865"/>
                  </a:lnTo>
                  <a:lnTo>
                    <a:pt x="53578" y="85568"/>
                  </a:lnTo>
                  <a:lnTo>
                    <a:pt x="53356" y="81317"/>
                  </a:lnTo>
                  <a:lnTo>
                    <a:pt x="53317" y="78137"/>
                  </a:lnTo>
                  <a:lnTo>
                    <a:pt x="53055" y="72732"/>
                  </a:lnTo>
                  <a:lnTo>
                    <a:pt x="52581" y="65080"/>
                  </a:lnTo>
                  <a:lnTo>
                    <a:pt x="52370" y="62832"/>
                  </a:lnTo>
                  <a:lnTo>
                    <a:pt x="51707" y="57075"/>
                  </a:lnTo>
                  <a:lnTo>
                    <a:pt x="51075" y="51598"/>
                  </a:lnTo>
                  <a:lnTo>
                    <a:pt x="51037" y="50244"/>
                  </a:lnTo>
                  <a:lnTo>
                    <a:pt x="51262" y="48929"/>
                  </a:lnTo>
                  <a:lnTo>
                    <a:pt x="52334" y="44897"/>
                  </a:lnTo>
                  <a:lnTo>
                    <a:pt x="53098" y="42038"/>
                  </a:lnTo>
                  <a:lnTo>
                    <a:pt x="53457" y="40474"/>
                  </a:lnTo>
                  <a:lnTo>
                    <a:pt x="54103" y="36217"/>
                  </a:lnTo>
                  <a:lnTo>
                    <a:pt x="54255" y="34154"/>
                  </a:lnTo>
                  <a:lnTo>
                    <a:pt x="54761" y="33222"/>
                  </a:lnTo>
                  <a:lnTo>
                    <a:pt x="56822" y="32838"/>
                  </a:lnTo>
                  <a:lnTo>
                    <a:pt x="58462" y="32910"/>
                  </a:lnTo>
                  <a:lnTo>
                    <a:pt x="61215" y="32812"/>
                  </a:lnTo>
                  <a:lnTo>
                    <a:pt x="64123" y="33060"/>
                  </a:lnTo>
                  <a:lnTo>
                    <a:pt x="64532" y="33248"/>
                  </a:lnTo>
                  <a:lnTo>
                    <a:pt x="65186" y="33698"/>
                  </a:lnTo>
                  <a:lnTo>
                    <a:pt x="65926" y="33626"/>
                  </a:lnTo>
                  <a:lnTo>
                    <a:pt x="66748" y="33026"/>
                  </a:lnTo>
                  <a:lnTo>
                    <a:pt x="67658" y="31551"/>
                  </a:lnTo>
                  <a:lnTo>
                    <a:pt x="68654" y="29211"/>
                  </a:lnTo>
                  <a:lnTo>
                    <a:pt x="70208" y="29263"/>
                  </a:lnTo>
                  <a:lnTo>
                    <a:pt x="72316" y="31704"/>
                  </a:lnTo>
                  <a:lnTo>
                    <a:pt x="73467" y="33831"/>
                  </a:lnTo>
                  <a:lnTo>
                    <a:pt x="73662" y="35646"/>
                  </a:lnTo>
                  <a:lnTo>
                    <a:pt x="75074" y="36699"/>
                  </a:lnTo>
                  <a:lnTo>
                    <a:pt x="77702" y="36991"/>
                  </a:lnTo>
                  <a:lnTo>
                    <a:pt x="79617" y="36047"/>
                  </a:lnTo>
                  <a:lnTo>
                    <a:pt x="80817" y="33863"/>
                  </a:lnTo>
                  <a:lnTo>
                    <a:pt x="82070" y="32708"/>
                  </a:lnTo>
                  <a:lnTo>
                    <a:pt x="83381" y="32581"/>
                  </a:lnTo>
                  <a:lnTo>
                    <a:pt x="84372" y="33326"/>
                  </a:lnTo>
                  <a:lnTo>
                    <a:pt x="85047" y="34950"/>
                  </a:lnTo>
                  <a:lnTo>
                    <a:pt x="86336" y="36113"/>
                  </a:lnTo>
                  <a:lnTo>
                    <a:pt x="88242" y="36820"/>
                  </a:lnTo>
                  <a:lnTo>
                    <a:pt x="90326" y="35776"/>
                  </a:lnTo>
                  <a:lnTo>
                    <a:pt x="92585" y="32985"/>
                  </a:lnTo>
                  <a:lnTo>
                    <a:pt x="93875" y="30068"/>
                  </a:lnTo>
                  <a:lnTo>
                    <a:pt x="94193" y="27029"/>
                  </a:lnTo>
                  <a:lnTo>
                    <a:pt x="94567" y="25185"/>
                  </a:lnTo>
                  <a:lnTo>
                    <a:pt x="94997" y="24536"/>
                  </a:lnTo>
                  <a:lnTo>
                    <a:pt x="96195" y="24164"/>
                  </a:lnTo>
                  <a:lnTo>
                    <a:pt x="98160" y="24063"/>
                  </a:lnTo>
                  <a:lnTo>
                    <a:pt x="99870" y="25021"/>
                  </a:lnTo>
                  <a:lnTo>
                    <a:pt x="102050" y="28039"/>
                  </a:lnTo>
                  <a:lnTo>
                    <a:pt x="103426" y="26031"/>
                  </a:lnTo>
                  <a:lnTo>
                    <a:pt x="105788" y="22591"/>
                  </a:lnTo>
                  <a:lnTo>
                    <a:pt x="108167" y="20770"/>
                  </a:lnTo>
                  <a:lnTo>
                    <a:pt x="110431" y="20759"/>
                  </a:lnTo>
                  <a:lnTo>
                    <a:pt x="112289" y="19449"/>
                  </a:lnTo>
                  <a:lnTo>
                    <a:pt x="113740" y="16849"/>
                  </a:lnTo>
                  <a:lnTo>
                    <a:pt x="115274" y="15192"/>
                  </a:lnTo>
                  <a:lnTo>
                    <a:pt x="116890" y="14491"/>
                  </a:lnTo>
                  <a:lnTo>
                    <a:pt x="118404" y="13239"/>
                  </a:lnTo>
                  <a:lnTo>
                    <a:pt x="120521" y="10532"/>
                  </a:lnTo>
                  <a:lnTo>
                    <a:pt x="122712" y="6593"/>
                  </a:lnTo>
                  <a:lnTo>
                    <a:pt x="124949" y="2576"/>
                  </a:lnTo>
                  <a:lnTo>
                    <a:pt x="126381" y="0"/>
                  </a:lnTo>
                  <a:lnTo>
                    <a:pt x="127037" y="3044"/>
                  </a:lnTo>
                  <a:lnTo>
                    <a:pt x="128209" y="5826"/>
                  </a:lnTo>
                  <a:lnTo>
                    <a:pt x="127511" y="7442"/>
                  </a:lnTo>
                  <a:lnTo>
                    <a:pt x="126666" y="8887"/>
                  </a:lnTo>
                  <a:lnTo>
                    <a:pt x="128030" y="10824"/>
                  </a:lnTo>
                  <a:lnTo>
                    <a:pt x="127030" y="13747"/>
                  </a:lnTo>
                  <a:lnTo>
                    <a:pt x="126908" y="15781"/>
                  </a:lnTo>
                  <a:lnTo>
                    <a:pt x="127162" y="16578"/>
                  </a:lnTo>
                  <a:lnTo>
                    <a:pt x="127380" y="17766"/>
                  </a:lnTo>
                  <a:lnTo>
                    <a:pt x="126725" y="21114"/>
                  </a:lnTo>
                  <a:lnTo>
                    <a:pt x="125856" y="23676"/>
                  </a:lnTo>
                  <a:lnTo>
                    <a:pt x="125632" y="25639"/>
                  </a:lnTo>
                  <a:lnTo>
                    <a:pt x="126401" y="29107"/>
                  </a:lnTo>
                  <a:lnTo>
                    <a:pt x="126005" y="35251"/>
                  </a:lnTo>
                  <a:lnTo>
                    <a:pt x="126751" y="40779"/>
                  </a:lnTo>
                  <a:lnTo>
                    <a:pt x="126960" y="43616"/>
                  </a:lnTo>
                  <a:lnTo>
                    <a:pt x="127220" y="45512"/>
                  </a:lnTo>
                  <a:lnTo>
                    <a:pt x="126849" y="48905"/>
                  </a:lnTo>
                  <a:lnTo>
                    <a:pt x="126944" y="54622"/>
                  </a:lnTo>
                  <a:lnTo>
                    <a:pt x="127116" y="56982"/>
                  </a:lnTo>
                  <a:lnTo>
                    <a:pt x="126672" y="59920"/>
                  </a:lnTo>
                  <a:lnTo>
                    <a:pt x="127427" y="60936"/>
                  </a:lnTo>
                  <a:lnTo>
                    <a:pt x="127829" y="64156"/>
                  </a:lnTo>
                  <a:lnTo>
                    <a:pt x="127720" y="67786"/>
                  </a:lnTo>
                  <a:lnTo>
                    <a:pt x="127489" y="69743"/>
                  </a:lnTo>
                  <a:lnTo>
                    <a:pt x="126185" y="72112"/>
                  </a:lnTo>
                  <a:lnTo>
                    <a:pt x="126031" y="73032"/>
                  </a:lnTo>
                  <a:lnTo>
                    <a:pt x="126051" y="74426"/>
                  </a:lnTo>
                  <a:lnTo>
                    <a:pt x="127679" y="74472"/>
                  </a:lnTo>
                  <a:lnTo>
                    <a:pt x="127735" y="76631"/>
                  </a:lnTo>
                  <a:lnTo>
                    <a:pt x="127626" y="78330"/>
                  </a:lnTo>
                  <a:lnTo>
                    <a:pt x="127689" y="81528"/>
                  </a:lnTo>
                  <a:lnTo>
                    <a:pt x="127472" y="83605"/>
                  </a:lnTo>
                  <a:lnTo>
                    <a:pt x="127854" y="85977"/>
                  </a:lnTo>
                  <a:lnTo>
                    <a:pt x="127388" y="88603"/>
                  </a:lnTo>
                  <a:lnTo>
                    <a:pt x="127549" y="90629"/>
                  </a:lnTo>
                  <a:lnTo>
                    <a:pt x="127570" y="93255"/>
                  </a:lnTo>
                  <a:lnTo>
                    <a:pt x="127948" y="99895"/>
                  </a:lnTo>
                  <a:lnTo>
                    <a:pt x="128012" y="108105"/>
                  </a:lnTo>
                  <a:lnTo>
                    <a:pt x="128096" y="109420"/>
                  </a:lnTo>
                  <a:lnTo>
                    <a:pt x="128676" y="110350"/>
                  </a:lnTo>
                  <a:lnTo>
                    <a:pt x="129492" y="110811"/>
                  </a:lnTo>
                  <a:lnTo>
                    <a:pt x="129460" y="113062"/>
                  </a:lnTo>
                  <a:lnTo>
                    <a:pt x="128558" y="116000"/>
                  </a:lnTo>
                  <a:lnTo>
                    <a:pt x="128504" y="117826"/>
                  </a:lnTo>
                  <a:lnTo>
                    <a:pt x="128634" y="120392"/>
                  </a:lnTo>
                  <a:lnTo>
                    <a:pt x="129628" y="116906"/>
                  </a:lnTo>
                  <a:lnTo>
                    <a:pt x="130224" y="116923"/>
                  </a:lnTo>
                  <a:lnTo>
                    <a:pt x="130757" y="118291"/>
                  </a:lnTo>
                  <a:lnTo>
                    <a:pt x="130682" y="120299"/>
                  </a:lnTo>
                  <a:lnTo>
                    <a:pt x="130865" y="121289"/>
                  </a:lnTo>
                  <a:lnTo>
                    <a:pt x="130787" y="123237"/>
                  </a:lnTo>
                  <a:lnTo>
                    <a:pt x="131082" y="125710"/>
                  </a:lnTo>
                  <a:lnTo>
                    <a:pt x="130967" y="127863"/>
                  </a:lnTo>
                  <a:lnTo>
                    <a:pt x="130236" y="129369"/>
                  </a:lnTo>
                  <a:lnTo>
                    <a:pt x="129307" y="131949"/>
                  </a:lnTo>
                  <a:lnTo>
                    <a:pt x="129143" y="134367"/>
                  </a:lnTo>
                  <a:lnTo>
                    <a:pt x="129229" y="135951"/>
                  </a:lnTo>
                  <a:lnTo>
                    <a:pt x="128585" y="136459"/>
                  </a:lnTo>
                  <a:lnTo>
                    <a:pt x="128284" y="137437"/>
                  </a:lnTo>
                  <a:lnTo>
                    <a:pt x="128720" y="139717"/>
                  </a:lnTo>
                  <a:lnTo>
                    <a:pt x="128694" y="141734"/>
                  </a:lnTo>
                  <a:lnTo>
                    <a:pt x="127559" y="148013"/>
                  </a:lnTo>
                  <a:lnTo>
                    <a:pt x="124534" y="156598"/>
                  </a:lnTo>
                  <a:lnTo>
                    <a:pt x="123228" y="159645"/>
                  </a:lnTo>
                  <a:lnTo>
                    <a:pt x="122003" y="162961"/>
                  </a:lnTo>
                  <a:lnTo>
                    <a:pt x="122005" y="164320"/>
                  </a:lnTo>
                  <a:lnTo>
                    <a:pt x="121885" y="165503"/>
                  </a:lnTo>
                  <a:lnTo>
                    <a:pt x="120459" y="170235"/>
                  </a:lnTo>
                  <a:lnTo>
                    <a:pt x="118931" y="171012"/>
                  </a:lnTo>
                  <a:lnTo>
                    <a:pt x="118081" y="172276"/>
                  </a:lnTo>
                  <a:lnTo>
                    <a:pt x="118744" y="176445"/>
                  </a:lnTo>
                  <a:lnTo>
                    <a:pt x="117756" y="177406"/>
                  </a:lnTo>
                  <a:lnTo>
                    <a:pt x="116038" y="180693"/>
                  </a:lnTo>
                  <a:lnTo>
                    <a:pt x="111311" y="186992"/>
                  </a:lnTo>
                  <a:lnTo>
                    <a:pt x="110564" y="188453"/>
                  </a:lnTo>
                  <a:lnTo>
                    <a:pt x="109362" y="192319"/>
                  </a:lnTo>
                  <a:lnTo>
                    <a:pt x="107779" y="193257"/>
                  </a:lnTo>
                  <a:lnTo>
                    <a:pt x="106899" y="194351"/>
                  </a:lnTo>
                  <a:lnTo>
                    <a:pt x="105330" y="194752"/>
                  </a:lnTo>
                  <a:lnTo>
                    <a:pt x="104783" y="194472"/>
                  </a:lnTo>
                  <a:lnTo>
                    <a:pt x="104248" y="194608"/>
                  </a:lnTo>
                  <a:lnTo>
                    <a:pt x="103796" y="195436"/>
                  </a:lnTo>
                  <a:lnTo>
                    <a:pt x="100680" y="198148"/>
                  </a:lnTo>
                  <a:lnTo>
                    <a:pt x="97770" y="200295"/>
                  </a:lnTo>
                  <a:lnTo>
                    <a:pt x="97054" y="201276"/>
                  </a:lnTo>
                  <a:lnTo>
                    <a:pt x="96577" y="202618"/>
                  </a:lnTo>
                  <a:lnTo>
                    <a:pt x="94000" y="204739"/>
                  </a:lnTo>
                  <a:lnTo>
                    <a:pt x="89963" y="209985"/>
                  </a:lnTo>
                  <a:lnTo>
                    <a:pt x="86659" y="214986"/>
                  </a:lnTo>
                  <a:lnTo>
                    <a:pt x="84266" y="219990"/>
                  </a:lnTo>
                  <a:lnTo>
                    <a:pt x="83636" y="220749"/>
                  </a:lnTo>
                  <a:lnTo>
                    <a:pt x="82893" y="222477"/>
                  </a:lnTo>
                  <a:lnTo>
                    <a:pt x="82645" y="225037"/>
                  </a:lnTo>
                  <a:lnTo>
                    <a:pt x="82403" y="226483"/>
                  </a:lnTo>
                  <a:lnTo>
                    <a:pt x="80632" y="231752"/>
                  </a:lnTo>
                  <a:lnTo>
                    <a:pt x="77967" y="237982"/>
                  </a:lnTo>
                  <a:lnTo>
                    <a:pt x="77448" y="239684"/>
                  </a:lnTo>
                  <a:lnTo>
                    <a:pt x="76388" y="243147"/>
                  </a:lnTo>
                  <a:lnTo>
                    <a:pt x="76283" y="245415"/>
                  </a:lnTo>
                  <a:lnTo>
                    <a:pt x="75340" y="246108"/>
                  </a:lnTo>
                  <a:lnTo>
                    <a:pt x="74546" y="243935"/>
                  </a:lnTo>
                  <a:lnTo>
                    <a:pt x="74210" y="248122"/>
                  </a:lnTo>
                  <a:lnTo>
                    <a:pt x="73562" y="248419"/>
                  </a:lnTo>
                  <a:lnTo>
                    <a:pt x="72844" y="247562"/>
                  </a:lnTo>
                  <a:lnTo>
                    <a:pt x="71056" y="249634"/>
                  </a:lnTo>
                  <a:lnTo>
                    <a:pt x="69497" y="252023"/>
                  </a:lnTo>
                  <a:lnTo>
                    <a:pt x="66998" y="257062"/>
                  </a:lnTo>
                  <a:lnTo>
                    <a:pt x="63470" y="266815"/>
                  </a:lnTo>
                  <a:lnTo>
                    <a:pt x="58318" y="276234"/>
                  </a:lnTo>
                  <a:lnTo>
                    <a:pt x="57615" y="276502"/>
                  </a:lnTo>
                  <a:lnTo>
                    <a:pt x="57140" y="276465"/>
                  </a:lnTo>
                  <a:lnTo>
                    <a:pt x="55519" y="273187"/>
                  </a:lnTo>
                  <a:lnTo>
                    <a:pt x="54636" y="272944"/>
                  </a:lnTo>
                  <a:lnTo>
                    <a:pt x="55426" y="274889"/>
                  </a:lnTo>
                  <a:lnTo>
                    <a:pt x="55948" y="276508"/>
                  </a:lnTo>
                  <a:lnTo>
                    <a:pt x="55815" y="279685"/>
                  </a:lnTo>
                  <a:lnTo>
                    <a:pt x="55877" y="284452"/>
                  </a:lnTo>
                  <a:lnTo>
                    <a:pt x="55237" y="293718"/>
                  </a:lnTo>
                  <a:lnTo>
                    <a:pt x="55323" y="295747"/>
                  </a:lnTo>
                  <a:lnTo>
                    <a:pt x="56059" y="298373"/>
                  </a:lnTo>
                  <a:lnTo>
                    <a:pt x="57445" y="301590"/>
                  </a:lnTo>
                  <a:lnTo>
                    <a:pt x="58744" y="305593"/>
                  </a:lnTo>
                  <a:lnTo>
                    <a:pt x="60413" y="317086"/>
                  </a:lnTo>
                  <a:lnTo>
                    <a:pt x="60542" y="322999"/>
                  </a:lnTo>
                  <a:lnTo>
                    <a:pt x="62265" y="330554"/>
                  </a:lnTo>
                  <a:lnTo>
                    <a:pt x="62330" y="333826"/>
                  </a:lnTo>
                  <a:lnTo>
                    <a:pt x="63025" y="341972"/>
                  </a:lnTo>
                  <a:lnTo>
                    <a:pt x="62980" y="348560"/>
                  </a:lnTo>
                  <a:lnTo>
                    <a:pt x="62858" y="352594"/>
                  </a:lnTo>
                  <a:lnTo>
                    <a:pt x="63688" y="354299"/>
                  </a:lnTo>
                  <a:lnTo>
                    <a:pt x="63994" y="352761"/>
                  </a:lnTo>
                  <a:lnTo>
                    <a:pt x="63909" y="350210"/>
                  </a:lnTo>
                  <a:lnTo>
                    <a:pt x="64130" y="346116"/>
                  </a:lnTo>
                  <a:lnTo>
                    <a:pt x="64593" y="344292"/>
                  </a:lnTo>
                  <a:lnTo>
                    <a:pt x="65055" y="344552"/>
                  </a:lnTo>
                  <a:lnTo>
                    <a:pt x="65192" y="346485"/>
                  </a:lnTo>
                  <a:lnTo>
                    <a:pt x="65503" y="348199"/>
                  </a:lnTo>
                  <a:lnTo>
                    <a:pt x="65628" y="349809"/>
                  </a:lnTo>
                  <a:lnTo>
                    <a:pt x="65650" y="351994"/>
                  </a:lnTo>
                  <a:lnTo>
                    <a:pt x="65011" y="360302"/>
                  </a:lnTo>
                  <a:lnTo>
                    <a:pt x="65203" y="363681"/>
                  </a:lnTo>
                  <a:lnTo>
                    <a:pt x="66062" y="369325"/>
                  </a:lnTo>
                  <a:lnTo>
                    <a:pt x="65063" y="375887"/>
                  </a:lnTo>
                  <a:lnTo>
                    <a:pt x="63613" y="391331"/>
                  </a:lnTo>
                  <a:lnTo>
                    <a:pt x="63533" y="394003"/>
                  </a:lnTo>
                  <a:lnTo>
                    <a:pt x="63883" y="395169"/>
                  </a:lnTo>
                  <a:lnTo>
                    <a:pt x="64664" y="395564"/>
                  </a:lnTo>
                  <a:lnTo>
                    <a:pt x="64951" y="393596"/>
                  </a:lnTo>
                  <a:lnTo>
                    <a:pt x="65409" y="393611"/>
                  </a:lnTo>
                  <a:lnTo>
                    <a:pt x="65650" y="394776"/>
                  </a:lnTo>
                  <a:lnTo>
                    <a:pt x="65004" y="401901"/>
                  </a:lnTo>
                  <a:lnTo>
                    <a:pt x="64368" y="405023"/>
                  </a:lnTo>
                  <a:lnTo>
                    <a:pt x="62107" y="412679"/>
                  </a:lnTo>
                  <a:lnTo>
                    <a:pt x="60886" y="415963"/>
                  </a:lnTo>
                  <a:lnTo>
                    <a:pt x="58864" y="419189"/>
                  </a:lnTo>
                  <a:lnTo>
                    <a:pt x="54116" y="424233"/>
                  </a:lnTo>
                  <a:lnTo>
                    <a:pt x="44599" y="431522"/>
                  </a:lnTo>
                  <a:lnTo>
                    <a:pt x="40823" y="435095"/>
                  </a:lnTo>
                  <a:lnTo>
                    <a:pt x="38570" y="437224"/>
                  </a:lnTo>
                  <a:lnTo>
                    <a:pt x="33803" y="444006"/>
                  </a:lnTo>
                  <a:lnTo>
                    <a:pt x="31718" y="448553"/>
                  </a:lnTo>
                  <a:lnTo>
                    <a:pt x="30859" y="453771"/>
                  </a:lnTo>
                  <a:lnTo>
                    <a:pt x="30036" y="456160"/>
                  </a:lnTo>
                  <a:lnTo>
                    <a:pt x="29228" y="459184"/>
                  </a:lnTo>
                  <a:lnTo>
                    <a:pt x="29932" y="461781"/>
                  </a:lnTo>
                  <a:lnTo>
                    <a:pt x="30624" y="463746"/>
                  </a:lnTo>
                  <a:lnTo>
                    <a:pt x="31440" y="465062"/>
                  </a:lnTo>
                  <a:lnTo>
                    <a:pt x="31862" y="466196"/>
                  </a:lnTo>
                  <a:lnTo>
                    <a:pt x="32417" y="466984"/>
                  </a:lnTo>
                  <a:lnTo>
                    <a:pt x="32975" y="462901"/>
                  </a:lnTo>
                  <a:lnTo>
                    <a:pt x="33251" y="461631"/>
                  </a:lnTo>
                  <a:lnTo>
                    <a:pt x="33726" y="461533"/>
                  </a:lnTo>
                  <a:lnTo>
                    <a:pt x="33463" y="466519"/>
                  </a:lnTo>
                  <a:lnTo>
                    <a:pt x="32915" y="483603"/>
                  </a:lnTo>
                  <a:close/>
                </a:path>
              </a:pathLst>
            </a:custGeom>
            <a:solidFill>
              <a:srgbClr val="73B06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7" name="pg1026"/>
            <p:cNvSpPr/>
            <p:nvPr/>
          </p:nvSpPr>
          <p:spPr>
            <a:xfrm>
              <a:off x="3790258" y="3987804"/>
              <a:ext cx="1233" cy="2822"/>
            </a:xfrm>
            <a:custGeom>
              <a:avLst/>
              <a:pathLst>
                <a:path w="1233" h="2822">
                  <a:moveTo>
                    <a:pt x="1233" y="1258"/>
                  </a:moveTo>
                  <a:lnTo>
                    <a:pt x="1019" y="404"/>
                  </a:lnTo>
                  <a:lnTo>
                    <a:pt x="614" y="0"/>
                  </a:lnTo>
                  <a:lnTo>
                    <a:pt x="153" y="328"/>
                  </a:lnTo>
                  <a:lnTo>
                    <a:pt x="0" y="1405"/>
                  </a:lnTo>
                  <a:lnTo>
                    <a:pt x="479" y="2799"/>
                  </a:lnTo>
                  <a:lnTo>
                    <a:pt x="989" y="2822"/>
                  </a:lnTo>
                  <a:close/>
                </a:path>
              </a:pathLst>
            </a:custGeom>
            <a:solidFill>
              <a:srgbClr val="73B06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8" name="pg1027"/>
            <p:cNvSpPr/>
            <p:nvPr/>
          </p:nvSpPr>
          <p:spPr>
            <a:xfrm>
              <a:off x="3791745" y="3988739"/>
              <a:ext cx="1161" cy="3425"/>
            </a:xfrm>
            <a:custGeom>
              <a:avLst/>
              <a:pathLst>
                <a:path w="1161" h="3425">
                  <a:moveTo>
                    <a:pt x="706" y="3188"/>
                  </a:moveTo>
                  <a:lnTo>
                    <a:pt x="1035" y="2530"/>
                  </a:lnTo>
                  <a:lnTo>
                    <a:pt x="1161" y="1665"/>
                  </a:lnTo>
                  <a:lnTo>
                    <a:pt x="1158" y="828"/>
                  </a:lnTo>
                  <a:lnTo>
                    <a:pt x="948" y="305"/>
                  </a:lnTo>
                  <a:lnTo>
                    <a:pt x="651" y="0"/>
                  </a:lnTo>
                  <a:lnTo>
                    <a:pt x="219" y="181"/>
                  </a:lnTo>
                  <a:lnTo>
                    <a:pt x="66" y="1324"/>
                  </a:lnTo>
                  <a:lnTo>
                    <a:pt x="0" y="2897"/>
                  </a:lnTo>
                  <a:lnTo>
                    <a:pt x="272" y="3425"/>
                  </a:lnTo>
                  <a:close/>
                </a:path>
              </a:pathLst>
            </a:custGeom>
            <a:solidFill>
              <a:srgbClr val="73B06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9" name="pg1028"/>
            <p:cNvSpPr/>
            <p:nvPr/>
          </p:nvSpPr>
          <p:spPr>
            <a:xfrm>
              <a:off x="3160697" y="3047042"/>
              <a:ext cx="1645" cy="7592"/>
            </a:xfrm>
            <a:custGeom>
              <a:avLst/>
              <a:pathLst>
                <a:path w="1645" h="7592">
                  <a:moveTo>
                    <a:pt x="1279" y="4720"/>
                  </a:moveTo>
                  <a:lnTo>
                    <a:pt x="486" y="7592"/>
                  </a:lnTo>
                  <a:lnTo>
                    <a:pt x="136" y="6495"/>
                  </a:lnTo>
                  <a:lnTo>
                    <a:pt x="0" y="4605"/>
                  </a:lnTo>
                  <a:lnTo>
                    <a:pt x="701" y="1898"/>
                  </a:lnTo>
                  <a:lnTo>
                    <a:pt x="1033" y="500"/>
                  </a:lnTo>
                  <a:lnTo>
                    <a:pt x="1645" y="0"/>
                  </a:lnTo>
                  <a:close/>
                </a:path>
              </a:pathLst>
            </a:custGeom>
            <a:solidFill>
              <a:srgbClr val="DEECD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0" name="pg1029"/>
            <p:cNvSpPr/>
            <p:nvPr/>
          </p:nvSpPr>
          <p:spPr>
            <a:xfrm>
              <a:off x="3153454" y="2827797"/>
              <a:ext cx="151056" cy="370562"/>
            </a:xfrm>
            <a:custGeom>
              <a:avLst/>
              <a:pathLst>
                <a:path w="151056" h="370562">
                  <a:moveTo>
                    <a:pt x="59025" y="368680"/>
                  </a:moveTo>
                  <a:lnTo>
                    <a:pt x="58755" y="368445"/>
                  </a:lnTo>
                  <a:lnTo>
                    <a:pt x="57445" y="366317"/>
                  </a:lnTo>
                  <a:lnTo>
                    <a:pt x="56813" y="363786"/>
                  </a:lnTo>
                  <a:lnTo>
                    <a:pt x="55781" y="361884"/>
                  </a:lnTo>
                  <a:lnTo>
                    <a:pt x="54348" y="360612"/>
                  </a:lnTo>
                  <a:lnTo>
                    <a:pt x="53415" y="359159"/>
                  </a:lnTo>
                  <a:lnTo>
                    <a:pt x="52982" y="357521"/>
                  </a:lnTo>
                  <a:lnTo>
                    <a:pt x="52453" y="356432"/>
                  </a:lnTo>
                  <a:lnTo>
                    <a:pt x="51894" y="355871"/>
                  </a:lnTo>
                  <a:lnTo>
                    <a:pt x="51843" y="355284"/>
                  </a:lnTo>
                  <a:lnTo>
                    <a:pt x="51976" y="354478"/>
                  </a:lnTo>
                  <a:lnTo>
                    <a:pt x="51842" y="352978"/>
                  </a:lnTo>
                  <a:lnTo>
                    <a:pt x="51001" y="349651"/>
                  </a:lnTo>
                  <a:lnTo>
                    <a:pt x="50218" y="348118"/>
                  </a:lnTo>
                  <a:lnTo>
                    <a:pt x="49549" y="348362"/>
                  </a:lnTo>
                  <a:lnTo>
                    <a:pt x="49170" y="347954"/>
                  </a:lnTo>
                  <a:lnTo>
                    <a:pt x="48940" y="347221"/>
                  </a:lnTo>
                  <a:lnTo>
                    <a:pt x="48849" y="346142"/>
                  </a:lnTo>
                  <a:lnTo>
                    <a:pt x="48391" y="345210"/>
                  </a:lnTo>
                  <a:lnTo>
                    <a:pt x="47601" y="344809"/>
                  </a:lnTo>
                  <a:lnTo>
                    <a:pt x="46964" y="342341"/>
                  </a:lnTo>
                  <a:lnTo>
                    <a:pt x="46483" y="337807"/>
                  </a:lnTo>
                  <a:lnTo>
                    <a:pt x="45859" y="334272"/>
                  </a:lnTo>
                  <a:lnTo>
                    <a:pt x="45093" y="331740"/>
                  </a:lnTo>
                  <a:lnTo>
                    <a:pt x="44545" y="330796"/>
                  </a:lnTo>
                  <a:lnTo>
                    <a:pt x="44139" y="330621"/>
                  </a:lnTo>
                  <a:lnTo>
                    <a:pt x="44001" y="330229"/>
                  </a:lnTo>
                  <a:lnTo>
                    <a:pt x="43892" y="329493"/>
                  </a:lnTo>
                  <a:lnTo>
                    <a:pt x="43293" y="329232"/>
                  </a:lnTo>
                  <a:lnTo>
                    <a:pt x="42454" y="329992"/>
                  </a:lnTo>
                  <a:lnTo>
                    <a:pt x="41699" y="329738"/>
                  </a:lnTo>
                  <a:lnTo>
                    <a:pt x="41326" y="328500"/>
                  </a:lnTo>
                  <a:lnTo>
                    <a:pt x="40811" y="328391"/>
                  </a:lnTo>
                  <a:lnTo>
                    <a:pt x="40155" y="329409"/>
                  </a:lnTo>
                  <a:lnTo>
                    <a:pt x="39431" y="329111"/>
                  </a:lnTo>
                  <a:lnTo>
                    <a:pt x="38640" y="327493"/>
                  </a:lnTo>
                  <a:lnTo>
                    <a:pt x="38201" y="325887"/>
                  </a:lnTo>
                  <a:lnTo>
                    <a:pt x="38116" y="324295"/>
                  </a:lnTo>
                  <a:lnTo>
                    <a:pt x="36751" y="321112"/>
                  </a:lnTo>
                  <a:lnTo>
                    <a:pt x="34105" y="316342"/>
                  </a:lnTo>
                  <a:lnTo>
                    <a:pt x="31222" y="314105"/>
                  </a:lnTo>
                  <a:lnTo>
                    <a:pt x="28100" y="314403"/>
                  </a:lnTo>
                  <a:lnTo>
                    <a:pt x="26349" y="314177"/>
                  </a:lnTo>
                  <a:lnTo>
                    <a:pt x="25968" y="313427"/>
                  </a:lnTo>
                  <a:lnTo>
                    <a:pt x="25584" y="313486"/>
                  </a:lnTo>
                  <a:lnTo>
                    <a:pt x="25198" y="314356"/>
                  </a:lnTo>
                  <a:lnTo>
                    <a:pt x="24787" y="314548"/>
                  </a:lnTo>
                  <a:lnTo>
                    <a:pt x="24351" y="314063"/>
                  </a:lnTo>
                  <a:lnTo>
                    <a:pt x="24078" y="314431"/>
                  </a:lnTo>
                  <a:lnTo>
                    <a:pt x="23970" y="315652"/>
                  </a:lnTo>
                  <a:lnTo>
                    <a:pt x="22870" y="316272"/>
                  </a:lnTo>
                  <a:lnTo>
                    <a:pt x="20780" y="316291"/>
                  </a:lnTo>
                  <a:lnTo>
                    <a:pt x="19092" y="317041"/>
                  </a:lnTo>
                  <a:lnTo>
                    <a:pt x="17808" y="318519"/>
                  </a:lnTo>
                  <a:lnTo>
                    <a:pt x="15989" y="319154"/>
                  </a:lnTo>
                  <a:lnTo>
                    <a:pt x="13635" y="318946"/>
                  </a:lnTo>
                  <a:lnTo>
                    <a:pt x="12215" y="318405"/>
                  </a:lnTo>
                  <a:lnTo>
                    <a:pt x="11731" y="317528"/>
                  </a:lnTo>
                  <a:lnTo>
                    <a:pt x="11051" y="317323"/>
                  </a:lnTo>
                  <a:lnTo>
                    <a:pt x="10179" y="317789"/>
                  </a:lnTo>
                  <a:lnTo>
                    <a:pt x="9398" y="320152"/>
                  </a:lnTo>
                  <a:lnTo>
                    <a:pt x="8710" y="324411"/>
                  </a:lnTo>
                  <a:lnTo>
                    <a:pt x="8139" y="326843"/>
                  </a:lnTo>
                  <a:lnTo>
                    <a:pt x="7687" y="327444"/>
                  </a:lnTo>
                  <a:lnTo>
                    <a:pt x="7205" y="330616"/>
                  </a:lnTo>
                  <a:lnTo>
                    <a:pt x="6933" y="335931"/>
                  </a:lnTo>
                  <a:lnTo>
                    <a:pt x="6524" y="338264"/>
                  </a:lnTo>
                  <a:lnTo>
                    <a:pt x="6518" y="325013"/>
                  </a:lnTo>
                  <a:lnTo>
                    <a:pt x="7189" y="320066"/>
                  </a:lnTo>
                  <a:lnTo>
                    <a:pt x="7408" y="315714"/>
                  </a:lnTo>
                  <a:lnTo>
                    <a:pt x="8851" y="306113"/>
                  </a:lnTo>
                  <a:lnTo>
                    <a:pt x="10568" y="298249"/>
                  </a:lnTo>
                  <a:lnTo>
                    <a:pt x="12155" y="287810"/>
                  </a:lnTo>
                  <a:lnTo>
                    <a:pt x="12754" y="277701"/>
                  </a:lnTo>
                  <a:lnTo>
                    <a:pt x="12552" y="267796"/>
                  </a:lnTo>
                  <a:lnTo>
                    <a:pt x="12080" y="258989"/>
                  </a:lnTo>
                  <a:lnTo>
                    <a:pt x="11276" y="253169"/>
                  </a:lnTo>
                  <a:lnTo>
                    <a:pt x="10499" y="244743"/>
                  </a:lnTo>
                  <a:lnTo>
                    <a:pt x="9354" y="240296"/>
                  </a:lnTo>
                  <a:lnTo>
                    <a:pt x="7253" y="236418"/>
                  </a:lnTo>
                  <a:lnTo>
                    <a:pt x="6780" y="234145"/>
                  </a:lnTo>
                  <a:lnTo>
                    <a:pt x="7270" y="233298"/>
                  </a:lnTo>
                  <a:lnTo>
                    <a:pt x="8547" y="232718"/>
                  </a:lnTo>
                  <a:lnTo>
                    <a:pt x="9362" y="229693"/>
                  </a:lnTo>
                  <a:lnTo>
                    <a:pt x="7639" y="230860"/>
                  </a:lnTo>
                  <a:lnTo>
                    <a:pt x="9632" y="221581"/>
                  </a:lnTo>
                  <a:lnTo>
                    <a:pt x="10251" y="215263"/>
                  </a:lnTo>
                  <a:lnTo>
                    <a:pt x="10153" y="211118"/>
                  </a:lnTo>
                  <a:lnTo>
                    <a:pt x="10532" y="208557"/>
                  </a:lnTo>
                  <a:lnTo>
                    <a:pt x="9010" y="203003"/>
                  </a:lnTo>
                  <a:lnTo>
                    <a:pt x="7825" y="196016"/>
                  </a:lnTo>
                  <a:lnTo>
                    <a:pt x="7215" y="194909"/>
                  </a:lnTo>
                  <a:lnTo>
                    <a:pt x="6583" y="194326"/>
                  </a:lnTo>
                  <a:lnTo>
                    <a:pt x="6528" y="195967"/>
                  </a:lnTo>
                  <a:lnTo>
                    <a:pt x="6185" y="197440"/>
                  </a:lnTo>
                  <a:lnTo>
                    <a:pt x="5447" y="196553"/>
                  </a:lnTo>
                  <a:lnTo>
                    <a:pt x="4141" y="191471"/>
                  </a:lnTo>
                  <a:lnTo>
                    <a:pt x="2318" y="183198"/>
                  </a:lnTo>
                  <a:lnTo>
                    <a:pt x="1678" y="182351"/>
                  </a:lnTo>
                  <a:lnTo>
                    <a:pt x="1145" y="183484"/>
                  </a:lnTo>
                  <a:lnTo>
                    <a:pt x="811" y="184570"/>
                  </a:lnTo>
                  <a:lnTo>
                    <a:pt x="196" y="191471"/>
                  </a:lnTo>
                  <a:lnTo>
                    <a:pt x="0" y="188732"/>
                  </a:lnTo>
                  <a:lnTo>
                    <a:pt x="266" y="185506"/>
                  </a:lnTo>
                  <a:lnTo>
                    <a:pt x="716" y="181534"/>
                  </a:lnTo>
                  <a:lnTo>
                    <a:pt x="1226" y="176014"/>
                  </a:lnTo>
                  <a:lnTo>
                    <a:pt x="2809" y="176010"/>
                  </a:lnTo>
                  <a:lnTo>
                    <a:pt x="5638" y="176002"/>
                  </a:lnTo>
                  <a:lnTo>
                    <a:pt x="8467" y="175994"/>
                  </a:lnTo>
                  <a:lnTo>
                    <a:pt x="11297" y="175985"/>
                  </a:lnTo>
                  <a:lnTo>
                    <a:pt x="14126" y="175978"/>
                  </a:lnTo>
                  <a:lnTo>
                    <a:pt x="16957" y="175969"/>
                  </a:lnTo>
                  <a:lnTo>
                    <a:pt x="19785" y="175961"/>
                  </a:lnTo>
                  <a:lnTo>
                    <a:pt x="22615" y="175953"/>
                  </a:lnTo>
                  <a:lnTo>
                    <a:pt x="25445" y="175945"/>
                  </a:lnTo>
                  <a:lnTo>
                    <a:pt x="28274" y="175936"/>
                  </a:lnTo>
                  <a:lnTo>
                    <a:pt x="31105" y="175929"/>
                  </a:lnTo>
                  <a:lnTo>
                    <a:pt x="33934" y="175920"/>
                  </a:lnTo>
                  <a:lnTo>
                    <a:pt x="36763" y="175912"/>
                  </a:lnTo>
                  <a:lnTo>
                    <a:pt x="39593" y="175904"/>
                  </a:lnTo>
                  <a:lnTo>
                    <a:pt x="42423" y="175896"/>
                  </a:lnTo>
                  <a:lnTo>
                    <a:pt x="45253" y="175887"/>
                  </a:lnTo>
                  <a:lnTo>
                    <a:pt x="48082" y="175880"/>
                  </a:lnTo>
                  <a:lnTo>
                    <a:pt x="49948" y="175876"/>
                  </a:lnTo>
                  <a:lnTo>
                    <a:pt x="49838" y="171950"/>
                  </a:lnTo>
                  <a:lnTo>
                    <a:pt x="49750" y="168839"/>
                  </a:lnTo>
                  <a:lnTo>
                    <a:pt x="49633" y="164650"/>
                  </a:lnTo>
                  <a:lnTo>
                    <a:pt x="49516" y="160485"/>
                  </a:lnTo>
                  <a:lnTo>
                    <a:pt x="49400" y="156319"/>
                  </a:lnTo>
                  <a:lnTo>
                    <a:pt x="49289" y="152407"/>
                  </a:lnTo>
                  <a:lnTo>
                    <a:pt x="49180" y="148498"/>
                  </a:lnTo>
                  <a:lnTo>
                    <a:pt x="49077" y="144869"/>
                  </a:lnTo>
                  <a:lnTo>
                    <a:pt x="48984" y="141538"/>
                  </a:lnTo>
                  <a:lnTo>
                    <a:pt x="48824" y="139625"/>
                  </a:lnTo>
                  <a:lnTo>
                    <a:pt x="48224" y="135826"/>
                  </a:lnTo>
                  <a:lnTo>
                    <a:pt x="48093" y="133937"/>
                  </a:lnTo>
                  <a:lnTo>
                    <a:pt x="48257" y="131949"/>
                  </a:lnTo>
                  <a:lnTo>
                    <a:pt x="48656" y="130070"/>
                  </a:lnTo>
                  <a:lnTo>
                    <a:pt x="49759" y="126638"/>
                  </a:lnTo>
                  <a:lnTo>
                    <a:pt x="51431" y="123999"/>
                  </a:lnTo>
                  <a:lnTo>
                    <a:pt x="53361" y="120950"/>
                  </a:lnTo>
                  <a:lnTo>
                    <a:pt x="54832" y="118627"/>
                  </a:lnTo>
                  <a:lnTo>
                    <a:pt x="55585" y="118051"/>
                  </a:lnTo>
                  <a:lnTo>
                    <a:pt x="57886" y="117248"/>
                  </a:lnTo>
                  <a:lnTo>
                    <a:pt x="59697" y="115490"/>
                  </a:lnTo>
                  <a:lnTo>
                    <a:pt x="61459" y="113778"/>
                  </a:lnTo>
                  <a:lnTo>
                    <a:pt x="62199" y="112828"/>
                  </a:lnTo>
                  <a:lnTo>
                    <a:pt x="62287" y="109611"/>
                  </a:lnTo>
                  <a:lnTo>
                    <a:pt x="62287" y="106023"/>
                  </a:lnTo>
                  <a:lnTo>
                    <a:pt x="62287" y="102000"/>
                  </a:lnTo>
                  <a:lnTo>
                    <a:pt x="62287" y="97976"/>
                  </a:lnTo>
                  <a:lnTo>
                    <a:pt x="62287" y="93953"/>
                  </a:lnTo>
                  <a:lnTo>
                    <a:pt x="62287" y="89931"/>
                  </a:lnTo>
                  <a:lnTo>
                    <a:pt x="62287" y="85907"/>
                  </a:lnTo>
                  <a:lnTo>
                    <a:pt x="62287" y="81884"/>
                  </a:lnTo>
                  <a:lnTo>
                    <a:pt x="62287" y="77860"/>
                  </a:lnTo>
                  <a:lnTo>
                    <a:pt x="62287" y="73838"/>
                  </a:lnTo>
                  <a:lnTo>
                    <a:pt x="62287" y="69815"/>
                  </a:lnTo>
                  <a:lnTo>
                    <a:pt x="62287" y="65792"/>
                  </a:lnTo>
                  <a:lnTo>
                    <a:pt x="62287" y="61768"/>
                  </a:lnTo>
                  <a:lnTo>
                    <a:pt x="62287" y="57746"/>
                  </a:lnTo>
                  <a:lnTo>
                    <a:pt x="62287" y="53722"/>
                  </a:lnTo>
                  <a:lnTo>
                    <a:pt x="62287" y="49699"/>
                  </a:lnTo>
                  <a:lnTo>
                    <a:pt x="62287" y="45676"/>
                  </a:lnTo>
                  <a:lnTo>
                    <a:pt x="62287" y="41652"/>
                  </a:lnTo>
                  <a:lnTo>
                    <a:pt x="62287" y="38133"/>
                  </a:lnTo>
                  <a:lnTo>
                    <a:pt x="64133" y="38133"/>
                  </a:lnTo>
                  <a:lnTo>
                    <a:pt x="66432" y="38133"/>
                  </a:lnTo>
                  <a:lnTo>
                    <a:pt x="68731" y="38133"/>
                  </a:lnTo>
                  <a:lnTo>
                    <a:pt x="71031" y="38133"/>
                  </a:lnTo>
                  <a:lnTo>
                    <a:pt x="73330" y="38132"/>
                  </a:lnTo>
                  <a:lnTo>
                    <a:pt x="75628" y="38132"/>
                  </a:lnTo>
                  <a:lnTo>
                    <a:pt x="77928" y="38132"/>
                  </a:lnTo>
                  <a:lnTo>
                    <a:pt x="80227" y="38132"/>
                  </a:lnTo>
                  <a:lnTo>
                    <a:pt x="82526" y="38132"/>
                  </a:lnTo>
                  <a:lnTo>
                    <a:pt x="84826" y="38132"/>
                  </a:lnTo>
                  <a:lnTo>
                    <a:pt x="87124" y="38132"/>
                  </a:lnTo>
                  <a:lnTo>
                    <a:pt x="89423" y="38132"/>
                  </a:lnTo>
                  <a:lnTo>
                    <a:pt x="91723" y="38131"/>
                  </a:lnTo>
                  <a:lnTo>
                    <a:pt x="94022" y="38131"/>
                  </a:lnTo>
                  <a:lnTo>
                    <a:pt x="96321" y="38131"/>
                  </a:lnTo>
                  <a:lnTo>
                    <a:pt x="98620" y="38131"/>
                  </a:lnTo>
                  <a:lnTo>
                    <a:pt x="100918" y="38131"/>
                  </a:lnTo>
                  <a:lnTo>
                    <a:pt x="103429" y="38131"/>
                  </a:lnTo>
                  <a:lnTo>
                    <a:pt x="103430" y="34763"/>
                  </a:lnTo>
                  <a:lnTo>
                    <a:pt x="103430" y="29925"/>
                  </a:lnTo>
                  <a:lnTo>
                    <a:pt x="103427" y="23291"/>
                  </a:lnTo>
                  <a:lnTo>
                    <a:pt x="103424" y="16630"/>
                  </a:lnTo>
                  <a:lnTo>
                    <a:pt x="103421" y="10773"/>
                  </a:lnTo>
                  <a:lnTo>
                    <a:pt x="103418" y="4924"/>
                  </a:lnTo>
                  <a:lnTo>
                    <a:pt x="103415" y="0"/>
                  </a:lnTo>
                  <a:lnTo>
                    <a:pt x="105735" y="3267"/>
                  </a:lnTo>
                  <a:lnTo>
                    <a:pt x="108055" y="6536"/>
                  </a:lnTo>
                  <a:lnTo>
                    <a:pt x="110376" y="9804"/>
                  </a:lnTo>
                  <a:lnTo>
                    <a:pt x="112697" y="13071"/>
                  </a:lnTo>
                  <a:lnTo>
                    <a:pt x="115017" y="16339"/>
                  </a:lnTo>
                  <a:lnTo>
                    <a:pt x="117337" y="19608"/>
                  </a:lnTo>
                  <a:lnTo>
                    <a:pt x="119658" y="22876"/>
                  </a:lnTo>
                  <a:lnTo>
                    <a:pt x="121979" y="26143"/>
                  </a:lnTo>
                  <a:lnTo>
                    <a:pt x="124300" y="29411"/>
                  </a:lnTo>
                  <a:lnTo>
                    <a:pt x="126620" y="32680"/>
                  </a:lnTo>
                  <a:lnTo>
                    <a:pt x="128941" y="35946"/>
                  </a:lnTo>
                  <a:lnTo>
                    <a:pt x="131261" y="39215"/>
                  </a:lnTo>
                  <a:lnTo>
                    <a:pt x="133582" y="42483"/>
                  </a:lnTo>
                  <a:lnTo>
                    <a:pt x="135903" y="45752"/>
                  </a:lnTo>
                  <a:lnTo>
                    <a:pt x="138223" y="49020"/>
                  </a:lnTo>
                  <a:lnTo>
                    <a:pt x="140543" y="52287"/>
                  </a:lnTo>
                  <a:lnTo>
                    <a:pt x="142488" y="55025"/>
                  </a:lnTo>
                  <a:lnTo>
                    <a:pt x="145473" y="59435"/>
                  </a:lnTo>
                  <a:lnTo>
                    <a:pt x="148256" y="63544"/>
                  </a:lnTo>
                  <a:lnTo>
                    <a:pt x="151056" y="67677"/>
                  </a:lnTo>
                  <a:lnTo>
                    <a:pt x="146733" y="67682"/>
                  </a:lnTo>
                  <a:lnTo>
                    <a:pt x="140960" y="67690"/>
                  </a:lnTo>
                  <a:lnTo>
                    <a:pt x="137023" y="67695"/>
                  </a:lnTo>
                  <a:lnTo>
                    <a:pt x="132983" y="67700"/>
                  </a:lnTo>
                  <a:lnTo>
                    <a:pt x="129196" y="67706"/>
                  </a:lnTo>
                  <a:lnTo>
                    <a:pt x="129525" y="74438"/>
                  </a:lnTo>
                  <a:lnTo>
                    <a:pt x="129876" y="81785"/>
                  </a:lnTo>
                  <a:lnTo>
                    <a:pt x="130228" y="89133"/>
                  </a:lnTo>
                  <a:lnTo>
                    <a:pt x="130579" y="96481"/>
                  </a:lnTo>
                  <a:lnTo>
                    <a:pt x="130931" y="103828"/>
                  </a:lnTo>
                  <a:lnTo>
                    <a:pt x="131282" y="111176"/>
                  </a:lnTo>
                  <a:lnTo>
                    <a:pt x="131633" y="118525"/>
                  </a:lnTo>
                  <a:lnTo>
                    <a:pt x="131984" y="125873"/>
                  </a:lnTo>
                  <a:lnTo>
                    <a:pt x="132336" y="133220"/>
                  </a:lnTo>
                  <a:lnTo>
                    <a:pt x="132687" y="140567"/>
                  </a:lnTo>
                  <a:lnTo>
                    <a:pt x="133038" y="147915"/>
                  </a:lnTo>
                  <a:lnTo>
                    <a:pt x="133390" y="155262"/>
                  </a:lnTo>
                  <a:lnTo>
                    <a:pt x="133741" y="162610"/>
                  </a:lnTo>
                  <a:lnTo>
                    <a:pt x="134093" y="169958"/>
                  </a:lnTo>
                  <a:lnTo>
                    <a:pt x="134444" y="177305"/>
                  </a:lnTo>
                  <a:lnTo>
                    <a:pt x="134795" y="184654"/>
                  </a:lnTo>
                  <a:lnTo>
                    <a:pt x="135147" y="192002"/>
                  </a:lnTo>
                  <a:lnTo>
                    <a:pt x="135498" y="199350"/>
                  </a:lnTo>
                  <a:lnTo>
                    <a:pt x="135850" y="206697"/>
                  </a:lnTo>
                  <a:lnTo>
                    <a:pt x="136201" y="214045"/>
                  </a:lnTo>
                  <a:lnTo>
                    <a:pt x="136552" y="221394"/>
                  </a:lnTo>
                  <a:lnTo>
                    <a:pt x="136903" y="228741"/>
                  </a:lnTo>
                  <a:lnTo>
                    <a:pt x="137255" y="236089"/>
                  </a:lnTo>
                  <a:lnTo>
                    <a:pt x="137607" y="243437"/>
                  </a:lnTo>
                  <a:lnTo>
                    <a:pt x="137957" y="250784"/>
                  </a:lnTo>
                  <a:lnTo>
                    <a:pt x="138309" y="258131"/>
                  </a:lnTo>
                  <a:lnTo>
                    <a:pt x="138660" y="265479"/>
                  </a:lnTo>
                  <a:lnTo>
                    <a:pt x="139012" y="272826"/>
                  </a:lnTo>
                  <a:lnTo>
                    <a:pt x="139363" y="280174"/>
                  </a:lnTo>
                  <a:lnTo>
                    <a:pt x="139714" y="287523"/>
                  </a:lnTo>
                  <a:lnTo>
                    <a:pt x="140066" y="294871"/>
                  </a:lnTo>
                  <a:lnTo>
                    <a:pt x="140417" y="302218"/>
                  </a:lnTo>
                  <a:lnTo>
                    <a:pt x="140769" y="309566"/>
                  </a:lnTo>
                  <a:lnTo>
                    <a:pt x="141109" y="316685"/>
                  </a:lnTo>
                  <a:lnTo>
                    <a:pt x="142578" y="320426"/>
                  </a:lnTo>
                  <a:lnTo>
                    <a:pt x="144425" y="325130"/>
                  </a:lnTo>
                  <a:lnTo>
                    <a:pt x="143887" y="331777"/>
                  </a:lnTo>
                  <a:lnTo>
                    <a:pt x="143244" y="339711"/>
                  </a:lnTo>
                  <a:lnTo>
                    <a:pt x="142542" y="348372"/>
                  </a:lnTo>
                  <a:lnTo>
                    <a:pt x="139934" y="348372"/>
                  </a:lnTo>
                  <a:lnTo>
                    <a:pt x="137417" y="348372"/>
                  </a:lnTo>
                  <a:lnTo>
                    <a:pt x="134901" y="348374"/>
                  </a:lnTo>
                  <a:lnTo>
                    <a:pt x="132384" y="348375"/>
                  </a:lnTo>
                  <a:lnTo>
                    <a:pt x="129868" y="348375"/>
                  </a:lnTo>
                  <a:lnTo>
                    <a:pt x="127351" y="348375"/>
                  </a:lnTo>
                  <a:lnTo>
                    <a:pt x="124834" y="348375"/>
                  </a:lnTo>
                  <a:lnTo>
                    <a:pt x="122317" y="348375"/>
                  </a:lnTo>
                  <a:lnTo>
                    <a:pt x="119801" y="348375"/>
                  </a:lnTo>
                  <a:lnTo>
                    <a:pt x="117284" y="348377"/>
                  </a:lnTo>
                  <a:lnTo>
                    <a:pt x="114767" y="348377"/>
                  </a:lnTo>
                  <a:lnTo>
                    <a:pt x="112251" y="348377"/>
                  </a:lnTo>
                  <a:lnTo>
                    <a:pt x="109734" y="348377"/>
                  </a:lnTo>
                  <a:lnTo>
                    <a:pt x="107217" y="348377"/>
                  </a:lnTo>
                  <a:lnTo>
                    <a:pt x="104701" y="348377"/>
                  </a:lnTo>
                  <a:lnTo>
                    <a:pt x="102184" y="348378"/>
                  </a:lnTo>
                  <a:lnTo>
                    <a:pt x="99667" y="348378"/>
                  </a:lnTo>
                  <a:lnTo>
                    <a:pt x="97326" y="348378"/>
                  </a:lnTo>
                  <a:lnTo>
                    <a:pt x="95883" y="348179"/>
                  </a:lnTo>
                  <a:lnTo>
                    <a:pt x="95368" y="347504"/>
                  </a:lnTo>
                  <a:lnTo>
                    <a:pt x="95181" y="343021"/>
                  </a:lnTo>
                  <a:lnTo>
                    <a:pt x="94752" y="343309"/>
                  </a:lnTo>
                  <a:lnTo>
                    <a:pt x="94244" y="344627"/>
                  </a:lnTo>
                  <a:lnTo>
                    <a:pt x="93983" y="346051"/>
                  </a:lnTo>
                  <a:lnTo>
                    <a:pt x="94074" y="347918"/>
                  </a:lnTo>
                  <a:lnTo>
                    <a:pt x="93992" y="349498"/>
                  </a:lnTo>
                  <a:lnTo>
                    <a:pt x="92377" y="350117"/>
                  </a:lnTo>
                  <a:lnTo>
                    <a:pt x="90190" y="351174"/>
                  </a:lnTo>
                  <a:lnTo>
                    <a:pt x="87891" y="351992"/>
                  </a:lnTo>
                  <a:lnTo>
                    <a:pt x="85569" y="351700"/>
                  </a:lnTo>
                  <a:lnTo>
                    <a:pt x="84777" y="351334"/>
                  </a:lnTo>
                  <a:lnTo>
                    <a:pt x="83933" y="350744"/>
                  </a:lnTo>
                  <a:lnTo>
                    <a:pt x="82086" y="350097"/>
                  </a:lnTo>
                  <a:lnTo>
                    <a:pt x="81082" y="350042"/>
                  </a:lnTo>
                  <a:lnTo>
                    <a:pt x="79929" y="350187"/>
                  </a:lnTo>
                  <a:lnTo>
                    <a:pt x="78572" y="350548"/>
                  </a:lnTo>
                  <a:lnTo>
                    <a:pt x="78135" y="351368"/>
                  </a:lnTo>
                  <a:lnTo>
                    <a:pt x="77110" y="354712"/>
                  </a:lnTo>
                  <a:lnTo>
                    <a:pt x="76116" y="358590"/>
                  </a:lnTo>
                  <a:lnTo>
                    <a:pt x="75466" y="358572"/>
                  </a:lnTo>
                  <a:lnTo>
                    <a:pt x="74736" y="356451"/>
                  </a:lnTo>
                  <a:lnTo>
                    <a:pt x="72738" y="352440"/>
                  </a:lnTo>
                  <a:lnTo>
                    <a:pt x="70316" y="347176"/>
                  </a:lnTo>
                  <a:lnTo>
                    <a:pt x="69210" y="344558"/>
                  </a:lnTo>
                  <a:lnTo>
                    <a:pt x="68625" y="344220"/>
                  </a:lnTo>
                  <a:lnTo>
                    <a:pt x="67464" y="346098"/>
                  </a:lnTo>
                  <a:lnTo>
                    <a:pt x="66488" y="347906"/>
                  </a:lnTo>
                  <a:lnTo>
                    <a:pt x="65448" y="350463"/>
                  </a:lnTo>
                  <a:lnTo>
                    <a:pt x="64975" y="352910"/>
                  </a:lnTo>
                  <a:lnTo>
                    <a:pt x="64601" y="355801"/>
                  </a:lnTo>
                  <a:lnTo>
                    <a:pt x="64435" y="359214"/>
                  </a:lnTo>
                  <a:lnTo>
                    <a:pt x="64057" y="363180"/>
                  </a:lnTo>
                  <a:lnTo>
                    <a:pt x="63217" y="366379"/>
                  </a:lnTo>
                  <a:lnTo>
                    <a:pt x="62222" y="368801"/>
                  </a:lnTo>
                  <a:lnTo>
                    <a:pt x="61482" y="369941"/>
                  </a:lnTo>
                  <a:lnTo>
                    <a:pt x="61196" y="370562"/>
                  </a:lnTo>
                  <a:close/>
                </a:path>
              </a:pathLst>
            </a:custGeom>
            <a:solidFill>
              <a:srgbClr val="DEECD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1" name="pg1030"/>
            <p:cNvSpPr/>
            <p:nvPr/>
          </p:nvSpPr>
          <p:spPr>
            <a:xfrm>
              <a:off x="2596199" y="3137363"/>
              <a:ext cx="920" cy="3793"/>
            </a:xfrm>
            <a:custGeom>
              <a:avLst/>
              <a:pathLst>
                <a:path w="920" h="3793">
                  <a:moveTo>
                    <a:pt x="920" y="2045"/>
                  </a:moveTo>
                  <a:lnTo>
                    <a:pt x="848" y="3793"/>
                  </a:lnTo>
                  <a:lnTo>
                    <a:pt x="17" y="3252"/>
                  </a:lnTo>
                  <a:lnTo>
                    <a:pt x="0" y="1714"/>
                  </a:lnTo>
                  <a:lnTo>
                    <a:pt x="390" y="152"/>
                  </a:lnTo>
                  <a:lnTo>
                    <a:pt x="583" y="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2" name="pg1031"/>
            <p:cNvSpPr/>
            <p:nvPr/>
          </p:nvSpPr>
          <p:spPr>
            <a:xfrm>
              <a:off x="4071310" y="4224754"/>
              <a:ext cx="5852" cy="15461"/>
            </a:xfrm>
            <a:custGeom>
              <a:avLst/>
              <a:pathLst>
                <a:path w="5852" h="15461">
                  <a:moveTo>
                    <a:pt x="4116" y="14624"/>
                  </a:moveTo>
                  <a:lnTo>
                    <a:pt x="2555" y="15461"/>
                  </a:lnTo>
                  <a:lnTo>
                    <a:pt x="809" y="15181"/>
                  </a:lnTo>
                  <a:lnTo>
                    <a:pt x="131" y="13594"/>
                  </a:lnTo>
                  <a:lnTo>
                    <a:pt x="0" y="12933"/>
                  </a:lnTo>
                  <a:lnTo>
                    <a:pt x="585" y="12307"/>
                  </a:lnTo>
                  <a:lnTo>
                    <a:pt x="548" y="10272"/>
                  </a:lnTo>
                  <a:lnTo>
                    <a:pt x="839" y="7052"/>
                  </a:lnTo>
                  <a:lnTo>
                    <a:pt x="1213" y="5728"/>
                  </a:lnTo>
                  <a:lnTo>
                    <a:pt x="2082" y="4550"/>
                  </a:lnTo>
                  <a:lnTo>
                    <a:pt x="2435" y="1950"/>
                  </a:lnTo>
                  <a:lnTo>
                    <a:pt x="3184" y="213"/>
                  </a:lnTo>
                  <a:lnTo>
                    <a:pt x="4181" y="0"/>
                  </a:lnTo>
                  <a:lnTo>
                    <a:pt x="5176" y="3205"/>
                  </a:lnTo>
                  <a:lnTo>
                    <a:pt x="5852" y="6579"/>
                  </a:lnTo>
                  <a:lnTo>
                    <a:pt x="5713" y="9958"/>
                  </a:lnTo>
                  <a:lnTo>
                    <a:pt x="5026" y="11196"/>
                  </a:lnTo>
                  <a:lnTo>
                    <a:pt x="4799" y="13147"/>
                  </a:lnTo>
                  <a:close/>
                </a:path>
              </a:pathLst>
            </a:custGeom>
            <a:solidFill>
              <a:srgbClr val="F8FBF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3" name="pg1032"/>
            <p:cNvSpPr/>
            <p:nvPr/>
          </p:nvSpPr>
          <p:spPr>
            <a:xfrm>
              <a:off x="3791745" y="3988739"/>
              <a:ext cx="1161" cy="3425"/>
            </a:xfrm>
            <a:custGeom>
              <a:avLst/>
              <a:pathLst>
                <a:path w="1161" h="3425">
                  <a:moveTo>
                    <a:pt x="706" y="3188"/>
                  </a:moveTo>
                  <a:lnTo>
                    <a:pt x="272" y="3425"/>
                  </a:lnTo>
                  <a:lnTo>
                    <a:pt x="0" y="2897"/>
                  </a:lnTo>
                  <a:lnTo>
                    <a:pt x="66" y="1324"/>
                  </a:lnTo>
                  <a:lnTo>
                    <a:pt x="219" y="181"/>
                  </a:lnTo>
                  <a:lnTo>
                    <a:pt x="651" y="0"/>
                  </a:lnTo>
                  <a:lnTo>
                    <a:pt x="948" y="305"/>
                  </a:lnTo>
                  <a:lnTo>
                    <a:pt x="1158" y="828"/>
                  </a:lnTo>
                  <a:lnTo>
                    <a:pt x="1161" y="1665"/>
                  </a:lnTo>
                  <a:lnTo>
                    <a:pt x="1035" y="2530"/>
                  </a:lnTo>
                  <a:close/>
                </a:path>
              </a:pathLst>
            </a:custGeom>
            <a:solidFill>
              <a:srgbClr val="59A24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4" name="pg1033"/>
            <p:cNvSpPr/>
            <p:nvPr/>
          </p:nvSpPr>
          <p:spPr>
            <a:xfrm>
              <a:off x="3790258" y="3987804"/>
              <a:ext cx="1233" cy="2822"/>
            </a:xfrm>
            <a:custGeom>
              <a:avLst/>
              <a:pathLst>
                <a:path w="1233" h="2822">
                  <a:moveTo>
                    <a:pt x="1233" y="1258"/>
                  </a:moveTo>
                  <a:lnTo>
                    <a:pt x="989" y="2822"/>
                  </a:lnTo>
                  <a:lnTo>
                    <a:pt x="479" y="2799"/>
                  </a:lnTo>
                  <a:lnTo>
                    <a:pt x="0" y="1405"/>
                  </a:lnTo>
                  <a:lnTo>
                    <a:pt x="153" y="328"/>
                  </a:lnTo>
                  <a:lnTo>
                    <a:pt x="614" y="0"/>
                  </a:lnTo>
                  <a:lnTo>
                    <a:pt x="1019" y="404"/>
                  </a:lnTo>
                  <a:close/>
                </a:path>
              </a:pathLst>
            </a:custGeom>
            <a:solidFill>
              <a:srgbClr val="59A24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5" name="pg1034"/>
            <p:cNvSpPr/>
            <p:nvPr/>
          </p:nvSpPr>
          <p:spPr>
            <a:xfrm>
              <a:off x="3767167" y="3911684"/>
              <a:ext cx="39763" cy="228592"/>
            </a:xfrm>
            <a:custGeom>
              <a:avLst/>
              <a:pathLst>
                <a:path w="39763" h="228592">
                  <a:moveTo>
                    <a:pt x="28246" y="64508"/>
                  </a:moveTo>
                  <a:lnTo>
                    <a:pt x="26606" y="64436"/>
                  </a:lnTo>
                  <a:lnTo>
                    <a:pt x="24545" y="64820"/>
                  </a:lnTo>
                  <a:lnTo>
                    <a:pt x="24039" y="65752"/>
                  </a:lnTo>
                  <a:lnTo>
                    <a:pt x="23887" y="67815"/>
                  </a:lnTo>
                  <a:lnTo>
                    <a:pt x="23241" y="72071"/>
                  </a:lnTo>
                  <a:lnTo>
                    <a:pt x="22882" y="73635"/>
                  </a:lnTo>
                  <a:lnTo>
                    <a:pt x="22118" y="76495"/>
                  </a:lnTo>
                  <a:lnTo>
                    <a:pt x="21046" y="80526"/>
                  </a:lnTo>
                  <a:lnTo>
                    <a:pt x="20822" y="81842"/>
                  </a:lnTo>
                  <a:lnTo>
                    <a:pt x="20859" y="83196"/>
                  </a:lnTo>
                  <a:lnTo>
                    <a:pt x="21492" y="88673"/>
                  </a:lnTo>
                  <a:lnTo>
                    <a:pt x="22155" y="94429"/>
                  </a:lnTo>
                  <a:lnTo>
                    <a:pt x="22365" y="96677"/>
                  </a:lnTo>
                  <a:lnTo>
                    <a:pt x="22839" y="104330"/>
                  </a:lnTo>
                  <a:lnTo>
                    <a:pt x="23102" y="109735"/>
                  </a:lnTo>
                  <a:lnTo>
                    <a:pt x="23140" y="112915"/>
                  </a:lnTo>
                  <a:lnTo>
                    <a:pt x="23362" y="117165"/>
                  </a:lnTo>
                  <a:lnTo>
                    <a:pt x="23952" y="119462"/>
                  </a:lnTo>
                  <a:lnTo>
                    <a:pt x="24571" y="120905"/>
                  </a:lnTo>
                  <a:lnTo>
                    <a:pt x="26901" y="121771"/>
                  </a:lnTo>
                  <a:lnTo>
                    <a:pt x="27597" y="122824"/>
                  </a:lnTo>
                  <a:lnTo>
                    <a:pt x="28917" y="125537"/>
                  </a:lnTo>
                  <a:lnTo>
                    <a:pt x="31800" y="133025"/>
                  </a:lnTo>
                  <a:lnTo>
                    <a:pt x="33383" y="137807"/>
                  </a:lnTo>
                  <a:lnTo>
                    <a:pt x="34774" y="142014"/>
                  </a:lnTo>
                  <a:lnTo>
                    <a:pt x="37266" y="149828"/>
                  </a:lnTo>
                  <a:lnTo>
                    <a:pt x="39200" y="155897"/>
                  </a:lnTo>
                  <a:lnTo>
                    <a:pt x="39441" y="161596"/>
                  </a:lnTo>
                  <a:lnTo>
                    <a:pt x="39763" y="162424"/>
                  </a:lnTo>
                  <a:lnTo>
                    <a:pt x="39111" y="166646"/>
                  </a:lnTo>
                  <a:lnTo>
                    <a:pt x="38684" y="173470"/>
                  </a:lnTo>
                  <a:lnTo>
                    <a:pt x="38992" y="178001"/>
                  </a:lnTo>
                  <a:lnTo>
                    <a:pt x="38864" y="185726"/>
                  </a:lnTo>
                  <a:lnTo>
                    <a:pt x="38510" y="193950"/>
                  </a:lnTo>
                  <a:lnTo>
                    <a:pt x="38066" y="196893"/>
                  </a:lnTo>
                  <a:lnTo>
                    <a:pt x="37494" y="198001"/>
                  </a:lnTo>
                  <a:lnTo>
                    <a:pt x="36142" y="198890"/>
                  </a:lnTo>
                  <a:lnTo>
                    <a:pt x="33170" y="199914"/>
                  </a:lnTo>
                  <a:lnTo>
                    <a:pt x="32725" y="200878"/>
                  </a:lnTo>
                  <a:lnTo>
                    <a:pt x="32343" y="202474"/>
                  </a:lnTo>
                  <a:lnTo>
                    <a:pt x="31742" y="206263"/>
                  </a:lnTo>
                  <a:lnTo>
                    <a:pt x="31032" y="210089"/>
                  </a:lnTo>
                  <a:lnTo>
                    <a:pt x="30809" y="211725"/>
                  </a:lnTo>
                  <a:lnTo>
                    <a:pt x="30947" y="212112"/>
                  </a:lnTo>
                  <a:lnTo>
                    <a:pt x="31582" y="214060"/>
                  </a:lnTo>
                  <a:lnTo>
                    <a:pt x="32216" y="219040"/>
                  </a:lnTo>
                  <a:lnTo>
                    <a:pt x="32330" y="227585"/>
                  </a:lnTo>
                  <a:lnTo>
                    <a:pt x="32110" y="228220"/>
                  </a:lnTo>
                  <a:lnTo>
                    <a:pt x="31231" y="228592"/>
                  </a:lnTo>
                  <a:lnTo>
                    <a:pt x="30284" y="228479"/>
                  </a:lnTo>
                  <a:lnTo>
                    <a:pt x="29895" y="227997"/>
                  </a:lnTo>
                  <a:lnTo>
                    <a:pt x="29544" y="227042"/>
                  </a:lnTo>
                  <a:lnTo>
                    <a:pt x="29288" y="225219"/>
                  </a:lnTo>
                  <a:lnTo>
                    <a:pt x="29909" y="223946"/>
                  </a:lnTo>
                  <a:lnTo>
                    <a:pt x="30130" y="221721"/>
                  </a:lnTo>
                  <a:lnTo>
                    <a:pt x="29732" y="219811"/>
                  </a:lnTo>
                  <a:lnTo>
                    <a:pt x="28935" y="219387"/>
                  </a:lnTo>
                  <a:lnTo>
                    <a:pt x="27924" y="217638"/>
                  </a:lnTo>
                  <a:lnTo>
                    <a:pt x="25770" y="211927"/>
                  </a:lnTo>
                  <a:lnTo>
                    <a:pt x="23967" y="207922"/>
                  </a:lnTo>
                  <a:lnTo>
                    <a:pt x="22923" y="204601"/>
                  </a:lnTo>
                  <a:lnTo>
                    <a:pt x="21852" y="203279"/>
                  </a:lnTo>
                  <a:lnTo>
                    <a:pt x="21545" y="202462"/>
                  </a:lnTo>
                  <a:lnTo>
                    <a:pt x="21287" y="201057"/>
                  </a:lnTo>
                  <a:lnTo>
                    <a:pt x="21282" y="199037"/>
                  </a:lnTo>
                  <a:lnTo>
                    <a:pt x="21380" y="197542"/>
                  </a:lnTo>
                  <a:lnTo>
                    <a:pt x="21046" y="195872"/>
                  </a:lnTo>
                  <a:lnTo>
                    <a:pt x="19964" y="193283"/>
                  </a:lnTo>
                  <a:lnTo>
                    <a:pt x="19470" y="191846"/>
                  </a:lnTo>
                  <a:lnTo>
                    <a:pt x="19443" y="190129"/>
                  </a:lnTo>
                  <a:lnTo>
                    <a:pt x="19899" y="188476"/>
                  </a:lnTo>
                  <a:lnTo>
                    <a:pt x="20824" y="186461"/>
                  </a:lnTo>
                  <a:lnTo>
                    <a:pt x="21524" y="182370"/>
                  </a:lnTo>
                  <a:lnTo>
                    <a:pt x="21774" y="179721"/>
                  </a:lnTo>
                  <a:lnTo>
                    <a:pt x="23080" y="174405"/>
                  </a:lnTo>
                  <a:lnTo>
                    <a:pt x="23261" y="169785"/>
                  </a:lnTo>
                  <a:lnTo>
                    <a:pt x="23287" y="166092"/>
                  </a:lnTo>
                  <a:lnTo>
                    <a:pt x="23208" y="163327"/>
                  </a:lnTo>
                  <a:lnTo>
                    <a:pt x="22874" y="157666"/>
                  </a:lnTo>
                  <a:lnTo>
                    <a:pt x="22641" y="153747"/>
                  </a:lnTo>
                  <a:lnTo>
                    <a:pt x="21034" y="148625"/>
                  </a:lnTo>
                  <a:lnTo>
                    <a:pt x="20510" y="148146"/>
                  </a:lnTo>
                  <a:lnTo>
                    <a:pt x="18983" y="148593"/>
                  </a:lnTo>
                  <a:lnTo>
                    <a:pt x="17663" y="149349"/>
                  </a:lnTo>
                  <a:lnTo>
                    <a:pt x="17016" y="150411"/>
                  </a:lnTo>
                  <a:lnTo>
                    <a:pt x="16034" y="150466"/>
                  </a:lnTo>
                  <a:lnTo>
                    <a:pt x="13462" y="151358"/>
                  </a:lnTo>
                  <a:lnTo>
                    <a:pt x="12656" y="151741"/>
                  </a:lnTo>
                  <a:lnTo>
                    <a:pt x="12190" y="152668"/>
                  </a:lnTo>
                  <a:lnTo>
                    <a:pt x="11920" y="152861"/>
                  </a:lnTo>
                  <a:lnTo>
                    <a:pt x="10302" y="148899"/>
                  </a:lnTo>
                  <a:lnTo>
                    <a:pt x="8878" y="144625"/>
                  </a:lnTo>
                  <a:lnTo>
                    <a:pt x="7072" y="137345"/>
                  </a:lnTo>
                  <a:lnTo>
                    <a:pt x="6556" y="136468"/>
                  </a:lnTo>
                  <a:lnTo>
                    <a:pt x="5893" y="134326"/>
                  </a:lnTo>
                  <a:lnTo>
                    <a:pt x="5345" y="134866"/>
                  </a:lnTo>
                  <a:lnTo>
                    <a:pt x="4590" y="136369"/>
                  </a:lnTo>
                  <a:lnTo>
                    <a:pt x="4181" y="136773"/>
                  </a:lnTo>
                  <a:lnTo>
                    <a:pt x="3969" y="136727"/>
                  </a:lnTo>
                  <a:lnTo>
                    <a:pt x="3835" y="136349"/>
                  </a:lnTo>
                  <a:lnTo>
                    <a:pt x="3667" y="135388"/>
                  </a:lnTo>
                  <a:lnTo>
                    <a:pt x="3083" y="132641"/>
                  </a:lnTo>
                  <a:lnTo>
                    <a:pt x="2428" y="130676"/>
                  </a:lnTo>
                  <a:lnTo>
                    <a:pt x="1735" y="129914"/>
                  </a:lnTo>
                  <a:lnTo>
                    <a:pt x="1168" y="129011"/>
                  </a:lnTo>
                  <a:lnTo>
                    <a:pt x="1418" y="128137"/>
                  </a:lnTo>
                  <a:lnTo>
                    <a:pt x="1682" y="127511"/>
                  </a:lnTo>
                  <a:lnTo>
                    <a:pt x="1567" y="126867"/>
                  </a:lnTo>
                  <a:lnTo>
                    <a:pt x="1250" y="125923"/>
                  </a:lnTo>
                  <a:lnTo>
                    <a:pt x="20" y="124559"/>
                  </a:lnTo>
                  <a:lnTo>
                    <a:pt x="0" y="123970"/>
                  </a:lnTo>
                  <a:lnTo>
                    <a:pt x="1085" y="122784"/>
                  </a:lnTo>
                  <a:lnTo>
                    <a:pt x="1772" y="121379"/>
                  </a:lnTo>
                  <a:lnTo>
                    <a:pt x="2238" y="120028"/>
                  </a:lnTo>
                  <a:lnTo>
                    <a:pt x="2829" y="117073"/>
                  </a:lnTo>
                  <a:lnTo>
                    <a:pt x="3309" y="114130"/>
                  </a:lnTo>
                  <a:lnTo>
                    <a:pt x="3667" y="113172"/>
                  </a:lnTo>
                  <a:lnTo>
                    <a:pt x="3791" y="111218"/>
                  </a:lnTo>
                  <a:lnTo>
                    <a:pt x="3710" y="109014"/>
                  </a:lnTo>
                  <a:lnTo>
                    <a:pt x="3948" y="106212"/>
                  </a:lnTo>
                  <a:lnTo>
                    <a:pt x="4067" y="103557"/>
                  </a:lnTo>
                  <a:lnTo>
                    <a:pt x="3703" y="102527"/>
                  </a:lnTo>
                  <a:lnTo>
                    <a:pt x="3395" y="100743"/>
                  </a:lnTo>
                  <a:lnTo>
                    <a:pt x="3760" y="97699"/>
                  </a:lnTo>
                  <a:lnTo>
                    <a:pt x="4333" y="95604"/>
                  </a:lnTo>
                  <a:lnTo>
                    <a:pt x="7071" y="93420"/>
                  </a:lnTo>
                  <a:lnTo>
                    <a:pt x="8977" y="91449"/>
                  </a:lnTo>
                  <a:lnTo>
                    <a:pt x="9381" y="90580"/>
                  </a:lnTo>
                  <a:lnTo>
                    <a:pt x="10029" y="88895"/>
                  </a:lnTo>
                  <a:lnTo>
                    <a:pt x="10388" y="87250"/>
                  </a:lnTo>
                  <a:lnTo>
                    <a:pt x="10130" y="86757"/>
                  </a:lnTo>
                  <a:lnTo>
                    <a:pt x="8633" y="86716"/>
                  </a:lnTo>
                  <a:lnTo>
                    <a:pt x="8264" y="86084"/>
                  </a:lnTo>
                  <a:lnTo>
                    <a:pt x="7180" y="80301"/>
                  </a:lnTo>
                  <a:lnTo>
                    <a:pt x="7781" y="73670"/>
                  </a:lnTo>
                  <a:lnTo>
                    <a:pt x="7831" y="71064"/>
                  </a:lnTo>
                  <a:lnTo>
                    <a:pt x="7817" y="67838"/>
                  </a:lnTo>
                  <a:lnTo>
                    <a:pt x="7624" y="65484"/>
                  </a:lnTo>
                  <a:lnTo>
                    <a:pt x="7152" y="64494"/>
                  </a:lnTo>
                  <a:lnTo>
                    <a:pt x="6860" y="63230"/>
                  </a:lnTo>
                  <a:lnTo>
                    <a:pt x="6938" y="59767"/>
                  </a:lnTo>
                  <a:lnTo>
                    <a:pt x="7378" y="59360"/>
                  </a:lnTo>
                  <a:lnTo>
                    <a:pt x="8330" y="54786"/>
                  </a:lnTo>
                  <a:lnTo>
                    <a:pt x="8753" y="52091"/>
                  </a:lnTo>
                  <a:lnTo>
                    <a:pt x="8246" y="49941"/>
                  </a:lnTo>
                  <a:lnTo>
                    <a:pt x="7685" y="46868"/>
                  </a:lnTo>
                  <a:lnTo>
                    <a:pt x="7432" y="44915"/>
                  </a:lnTo>
                  <a:lnTo>
                    <a:pt x="7291" y="44274"/>
                  </a:lnTo>
                  <a:lnTo>
                    <a:pt x="7679" y="43062"/>
                  </a:lnTo>
                  <a:lnTo>
                    <a:pt x="8323" y="41890"/>
                  </a:lnTo>
                  <a:lnTo>
                    <a:pt x="9041" y="41567"/>
                  </a:lnTo>
                  <a:lnTo>
                    <a:pt x="9801" y="41016"/>
                  </a:lnTo>
                  <a:lnTo>
                    <a:pt x="12200" y="35326"/>
                  </a:lnTo>
                  <a:lnTo>
                    <a:pt x="12230" y="34220"/>
                  </a:lnTo>
                  <a:lnTo>
                    <a:pt x="11793" y="32313"/>
                  </a:lnTo>
                  <a:lnTo>
                    <a:pt x="10899" y="29439"/>
                  </a:lnTo>
                  <a:lnTo>
                    <a:pt x="10700" y="28264"/>
                  </a:lnTo>
                  <a:lnTo>
                    <a:pt x="10593" y="24810"/>
                  </a:lnTo>
                  <a:lnTo>
                    <a:pt x="10238" y="23777"/>
                  </a:lnTo>
                  <a:lnTo>
                    <a:pt x="8923" y="21449"/>
                  </a:lnTo>
                  <a:lnTo>
                    <a:pt x="7911" y="18999"/>
                  </a:lnTo>
                  <a:lnTo>
                    <a:pt x="8226" y="16517"/>
                  </a:lnTo>
                  <a:lnTo>
                    <a:pt x="8398" y="13804"/>
                  </a:lnTo>
                  <a:lnTo>
                    <a:pt x="7897" y="12315"/>
                  </a:lnTo>
                  <a:lnTo>
                    <a:pt x="7152" y="10772"/>
                  </a:lnTo>
                  <a:lnTo>
                    <a:pt x="6691" y="8509"/>
                  </a:lnTo>
                  <a:lnTo>
                    <a:pt x="6482" y="6830"/>
                  </a:lnTo>
                  <a:lnTo>
                    <a:pt x="5893" y="6160"/>
                  </a:lnTo>
                  <a:lnTo>
                    <a:pt x="5356" y="6134"/>
                  </a:lnTo>
                  <a:lnTo>
                    <a:pt x="4961" y="7185"/>
                  </a:lnTo>
                  <a:lnTo>
                    <a:pt x="4533" y="7092"/>
                  </a:lnTo>
                  <a:lnTo>
                    <a:pt x="4017" y="6732"/>
                  </a:lnTo>
                  <a:lnTo>
                    <a:pt x="3846" y="5277"/>
                  </a:lnTo>
                  <a:lnTo>
                    <a:pt x="3818" y="3702"/>
                  </a:lnTo>
                  <a:lnTo>
                    <a:pt x="3463" y="2634"/>
                  </a:lnTo>
                  <a:lnTo>
                    <a:pt x="3121" y="1151"/>
                  </a:lnTo>
                  <a:lnTo>
                    <a:pt x="3078" y="366"/>
                  </a:lnTo>
                  <a:lnTo>
                    <a:pt x="3293" y="138"/>
                  </a:lnTo>
                  <a:lnTo>
                    <a:pt x="3746" y="0"/>
                  </a:lnTo>
                  <a:lnTo>
                    <a:pt x="5677" y="2980"/>
                  </a:lnTo>
                  <a:lnTo>
                    <a:pt x="6847" y="3116"/>
                  </a:lnTo>
                  <a:lnTo>
                    <a:pt x="8149" y="3667"/>
                  </a:lnTo>
                  <a:lnTo>
                    <a:pt x="9260" y="6293"/>
                  </a:lnTo>
                  <a:lnTo>
                    <a:pt x="9839" y="6639"/>
                  </a:lnTo>
                  <a:lnTo>
                    <a:pt x="10576" y="6279"/>
                  </a:lnTo>
                  <a:lnTo>
                    <a:pt x="12676" y="6002"/>
                  </a:lnTo>
                  <a:lnTo>
                    <a:pt x="13522" y="6380"/>
                  </a:lnTo>
                  <a:lnTo>
                    <a:pt x="14607" y="7918"/>
                  </a:lnTo>
                  <a:lnTo>
                    <a:pt x="15035" y="8128"/>
                  </a:lnTo>
                  <a:lnTo>
                    <a:pt x="15715" y="8189"/>
                  </a:lnTo>
                  <a:lnTo>
                    <a:pt x="15835" y="7776"/>
                  </a:lnTo>
                  <a:lnTo>
                    <a:pt x="15905" y="6864"/>
                  </a:lnTo>
                  <a:lnTo>
                    <a:pt x="15785" y="5032"/>
                  </a:lnTo>
                  <a:lnTo>
                    <a:pt x="15939" y="4039"/>
                  </a:lnTo>
                  <a:lnTo>
                    <a:pt x="16352" y="2966"/>
                  </a:lnTo>
                  <a:lnTo>
                    <a:pt x="17499" y="4218"/>
                  </a:lnTo>
                  <a:lnTo>
                    <a:pt x="20366" y="9943"/>
                  </a:lnTo>
                  <a:lnTo>
                    <a:pt x="20452" y="10682"/>
                  </a:lnTo>
                  <a:lnTo>
                    <a:pt x="22280" y="16364"/>
                  </a:lnTo>
                  <a:lnTo>
                    <a:pt x="22875" y="18768"/>
                  </a:lnTo>
                  <a:lnTo>
                    <a:pt x="22875" y="20037"/>
                  </a:lnTo>
                  <a:lnTo>
                    <a:pt x="23439" y="25001"/>
                  </a:lnTo>
                  <a:lnTo>
                    <a:pt x="23563" y="27327"/>
                  </a:lnTo>
                  <a:lnTo>
                    <a:pt x="23437" y="29095"/>
                  </a:lnTo>
                  <a:lnTo>
                    <a:pt x="23460" y="30512"/>
                  </a:lnTo>
                  <a:lnTo>
                    <a:pt x="23681" y="32538"/>
                  </a:lnTo>
                  <a:lnTo>
                    <a:pt x="23608" y="33392"/>
                  </a:lnTo>
                  <a:lnTo>
                    <a:pt x="24261" y="36362"/>
                  </a:lnTo>
                  <a:lnTo>
                    <a:pt x="24573" y="38858"/>
                  </a:lnTo>
                  <a:lnTo>
                    <a:pt x="24638" y="41293"/>
                  </a:lnTo>
                  <a:lnTo>
                    <a:pt x="24456" y="43668"/>
                  </a:lnTo>
                  <a:lnTo>
                    <a:pt x="23880" y="47137"/>
                  </a:lnTo>
                  <a:lnTo>
                    <a:pt x="23781" y="48533"/>
                  </a:lnTo>
                  <a:lnTo>
                    <a:pt x="23908" y="49803"/>
                  </a:lnTo>
                  <a:lnTo>
                    <a:pt x="24280" y="51182"/>
                  </a:lnTo>
                  <a:lnTo>
                    <a:pt x="24902" y="52668"/>
                  </a:lnTo>
                  <a:lnTo>
                    <a:pt x="25371" y="54463"/>
                  </a:lnTo>
                  <a:lnTo>
                    <a:pt x="25688" y="56570"/>
                  </a:lnTo>
                  <a:lnTo>
                    <a:pt x="25955" y="57522"/>
                  </a:lnTo>
                  <a:lnTo>
                    <a:pt x="26289" y="57499"/>
                  </a:lnTo>
                  <a:lnTo>
                    <a:pt x="26902" y="57825"/>
                  </a:lnTo>
                  <a:lnTo>
                    <a:pt x="27397" y="59054"/>
                  </a:lnTo>
                  <a:lnTo>
                    <a:pt x="27969" y="61120"/>
                  </a:lnTo>
                  <a:lnTo>
                    <a:pt x="28162" y="63492"/>
                  </a:lnTo>
                  <a:close/>
                </a:path>
              </a:pathLst>
            </a:custGeom>
            <a:solidFill>
              <a:srgbClr val="59A24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6" name="pg1035"/>
            <p:cNvSpPr/>
            <p:nvPr/>
          </p:nvSpPr>
          <p:spPr>
            <a:xfrm>
              <a:off x="4737447" y="3552269"/>
              <a:ext cx="1096" cy="10818"/>
            </a:xfrm>
            <a:custGeom>
              <a:avLst/>
              <a:pathLst>
                <a:path w="1096" h="10818">
                  <a:moveTo>
                    <a:pt x="1096" y="10430"/>
                  </a:moveTo>
                  <a:lnTo>
                    <a:pt x="719" y="10818"/>
                  </a:lnTo>
                  <a:lnTo>
                    <a:pt x="137" y="9772"/>
                  </a:lnTo>
                  <a:lnTo>
                    <a:pt x="0" y="802"/>
                  </a:lnTo>
                  <a:lnTo>
                    <a:pt x="408" y="0"/>
                  </a:lnTo>
                  <a:lnTo>
                    <a:pt x="674" y="113"/>
                  </a:lnTo>
                  <a:lnTo>
                    <a:pt x="961" y="1742"/>
                  </a:lnTo>
                  <a:lnTo>
                    <a:pt x="936" y="5673"/>
                  </a:lnTo>
                  <a:lnTo>
                    <a:pt x="988" y="9141"/>
                  </a:lnTo>
                  <a:close/>
                </a:path>
              </a:pathLst>
            </a:custGeom>
            <a:solidFill>
              <a:srgbClr val="F3F8F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7" name="pg1036"/>
            <p:cNvSpPr/>
            <p:nvPr/>
          </p:nvSpPr>
          <p:spPr>
            <a:xfrm>
              <a:off x="4648955" y="3549213"/>
              <a:ext cx="1161" cy="4443"/>
            </a:xfrm>
            <a:custGeom>
              <a:avLst/>
              <a:pathLst>
                <a:path w="1161" h="4443">
                  <a:moveTo>
                    <a:pt x="1141" y="4136"/>
                  </a:moveTo>
                  <a:lnTo>
                    <a:pt x="545" y="4443"/>
                  </a:lnTo>
                  <a:lnTo>
                    <a:pt x="219" y="4240"/>
                  </a:lnTo>
                  <a:lnTo>
                    <a:pt x="0" y="3087"/>
                  </a:lnTo>
                  <a:lnTo>
                    <a:pt x="502" y="440"/>
                  </a:lnTo>
                  <a:lnTo>
                    <a:pt x="686" y="0"/>
                  </a:lnTo>
                  <a:lnTo>
                    <a:pt x="1161" y="2881"/>
                  </a:lnTo>
                  <a:close/>
                </a:path>
              </a:pathLst>
            </a:custGeom>
            <a:solidFill>
              <a:srgbClr val="F3F8F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8" name="pg1037"/>
            <p:cNvSpPr/>
            <p:nvPr/>
          </p:nvSpPr>
          <p:spPr>
            <a:xfrm>
              <a:off x="4613618" y="3543432"/>
              <a:ext cx="777" cy="2865"/>
            </a:xfrm>
            <a:custGeom>
              <a:avLst/>
              <a:pathLst>
                <a:path w="777" h="2865">
                  <a:moveTo>
                    <a:pt x="655" y="2331"/>
                  </a:moveTo>
                  <a:lnTo>
                    <a:pt x="32" y="2865"/>
                  </a:lnTo>
                  <a:lnTo>
                    <a:pt x="0" y="2094"/>
                  </a:lnTo>
                  <a:lnTo>
                    <a:pt x="108" y="1021"/>
                  </a:lnTo>
                  <a:lnTo>
                    <a:pt x="565" y="0"/>
                  </a:lnTo>
                  <a:lnTo>
                    <a:pt x="777" y="584"/>
                  </a:lnTo>
                  <a:close/>
                </a:path>
              </a:pathLst>
            </a:custGeom>
            <a:solidFill>
              <a:srgbClr val="F3F8F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9" name="pg1038"/>
            <p:cNvSpPr/>
            <p:nvPr/>
          </p:nvSpPr>
          <p:spPr>
            <a:xfrm>
              <a:off x="4815788" y="3508120"/>
              <a:ext cx="2908" cy="2820"/>
            </a:xfrm>
            <a:custGeom>
              <a:avLst/>
              <a:pathLst>
                <a:path w="2908" h="2820">
                  <a:moveTo>
                    <a:pt x="2908" y="2253"/>
                  </a:moveTo>
                  <a:lnTo>
                    <a:pt x="1189" y="2820"/>
                  </a:lnTo>
                  <a:lnTo>
                    <a:pt x="0" y="2760"/>
                  </a:lnTo>
                  <a:lnTo>
                    <a:pt x="219" y="1725"/>
                  </a:lnTo>
                  <a:lnTo>
                    <a:pt x="161" y="360"/>
                  </a:lnTo>
                  <a:lnTo>
                    <a:pt x="727" y="0"/>
                  </a:lnTo>
                  <a:lnTo>
                    <a:pt x="1386" y="297"/>
                  </a:lnTo>
                  <a:close/>
                </a:path>
              </a:pathLst>
            </a:custGeom>
            <a:solidFill>
              <a:srgbClr val="F3F8F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0" name="pg1039"/>
            <p:cNvSpPr/>
            <p:nvPr/>
          </p:nvSpPr>
          <p:spPr>
            <a:xfrm>
              <a:off x="4600359" y="3472502"/>
              <a:ext cx="1824" cy="5932"/>
            </a:xfrm>
            <a:custGeom>
              <a:avLst/>
              <a:pathLst>
                <a:path w="1824" h="5932">
                  <a:moveTo>
                    <a:pt x="1208" y="5113"/>
                  </a:moveTo>
                  <a:lnTo>
                    <a:pt x="897" y="5932"/>
                  </a:lnTo>
                  <a:lnTo>
                    <a:pt x="0" y="5463"/>
                  </a:lnTo>
                  <a:lnTo>
                    <a:pt x="159" y="617"/>
                  </a:lnTo>
                  <a:lnTo>
                    <a:pt x="672" y="0"/>
                  </a:lnTo>
                  <a:lnTo>
                    <a:pt x="1470" y="881"/>
                  </a:lnTo>
                  <a:lnTo>
                    <a:pt x="1824" y="1705"/>
                  </a:lnTo>
                  <a:close/>
                </a:path>
              </a:pathLst>
            </a:custGeom>
            <a:solidFill>
              <a:srgbClr val="F3F8F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1" name="pg1040"/>
            <p:cNvSpPr/>
            <p:nvPr/>
          </p:nvSpPr>
          <p:spPr>
            <a:xfrm>
              <a:off x="4593638" y="3443014"/>
              <a:ext cx="3360" cy="5981"/>
            </a:xfrm>
            <a:custGeom>
              <a:avLst/>
              <a:pathLst>
                <a:path w="3360" h="5981">
                  <a:moveTo>
                    <a:pt x="2489" y="0"/>
                  </a:moveTo>
                  <a:lnTo>
                    <a:pt x="3360" y="3165"/>
                  </a:lnTo>
                  <a:lnTo>
                    <a:pt x="2925" y="4576"/>
                  </a:lnTo>
                  <a:lnTo>
                    <a:pt x="2708" y="4983"/>
                  </a:lnTo>
                  <a:lnTo>
                    <a:pt x="2183" y="4520"/>
                  </a:lnTo>
                  <a:lnTo>
                    <a:pt x="1682" y="5736"/>
                  </a:lnTo>
                  <a:lnTo>
                    <a:pt x="1202" y="5981"/>
                  </a:lnTo>
                  <a:lnTo>
                    <a:pt x="720" y="3787"/>
                  </a:lnTo>
                  <a:lnTo>
                    <a:pt x="127" y="2913"/>
                  </a:lnTo>
                  <a:lnTo>
                    <a:pt x="0" y="1399"/>
                  </a:lnTo>
                  <a:lnTo>
                    <a:pt x="792" y="1134"/>
                  </a:lnTo>
                  <a:lnTo>
                    <a:pt x="1270" y="1657"/>
                  </a:lnTo>
                  <a:lnTo>
                    <a:pt x="2164" y="611"/>
                  </a:lnTo>
                  <a:close/>
                </a:path>
              </a:pathLst>
            </a:custGeom>
            <a:solidFill>
              <a:srgbClr val="F3F8F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2" name="pg1041"/>
            <p:cNvSpPr/>
            <p:nvPr/>
          </p:nvSpPr>
          <p:spPr>
            <a:xfrm>
              <a:off x="4599473" y="3436487"/>
              <a:ext cx="51448" cy="158298"/>
            </a:xfrm>
            <a:custGeom>
              <a:avLst/>
              <a:pathLst>
                <a:path w="51448" h="158298">
                  <a:moveTo>
                    <a:pt x="24456" y="13131"/>
                  </a:moveTo>
                  <a:lnTo>
                    <a:pt x="26590" y="14278"/>
                  </a:lnTo>
                  <a:lnTo>
                    <a:pt x="27406" y="15205"/>
                  </a:lnTo>
                  <a:lnTo>
                    <a:pt x="29803" y="24350"/>
                  </a:lnTo>
                  <a:lnTo>
                    <a:pt x="32960" y="30781"/>
                  </a:lnTo>
                  <a:lnTo>
                    <a:pt x="34297" y="33179"/>
                  </a:lnTo>
                  <a:lnTo>
                    <a:pt x="35332" y="34326"/>
                  </a:lnTo>
                  <a:lnTo>
                    <a:pt x="36747" y="37768"/>
                  </a:lnTo>
                  <a:lnTo>
                    <a:pt x="37979" y="42091"/>
                  </a:lnTo>
                  <a:lnTo>
                    <a:pt x="40680" y="54261"/>
                  </a:lnTo>
                  <a:lnTo>
                    <a:pt x="41150" y="59604"/>
                  </a:lnTo>
                  <a:lnTo>
                    <a:pt x="41333" y="67766"/>
                  </a:lnTo>
                  <a:lnTo>
                    <a:pt x="40738" y="80070"/>
                  </a:lnTo>
                  <a:lnTo>
                    <a:pt x="40016" y="86208"/>
                  </a:lnTo>
                  <a:lnTo>
                    <a:pt x="40156" y="89105"/>
                  </a:lnTo>
                  <a:lnTo>
                    <a:pt x="41145" y="93552"/>
                  </a:lnTo>
                  <a:lnTo>
                    <a:pt x="40849" y="97749"/>
                  </a:lnTo>
                  <a:lnTo>
                    <a:pt x="41040" y="101235"/>
                  </a:lnTo>
                  <a:lnTo>
                    <a:pt x="40972" y="110912"/>
                  </a:lnTo>
                  <a:lnTo>
                    <a:pt x="41536" y="113765"/>
                  </a:lnTo>
                  <a:lnTo>
                    <a:pt x="42179" y="115591"/>
                  </a:lnTo>
                  <a:lnTo>
                    <a:pt x="45571" y="121332"/>
                  </a:lnTo>
                  <a:lnTo>
                    <a:pt x="45819" y="123459"/>
                  </a:lnTo>
                  <a:lnTo>
                    <a:pt x="47491" y="130766"/>
                  </a:lnTo>
                  <a:lnTo>
                    <a:pt x="50586" y="146674"/>
                  </a:lnTo>
                  <a:lnTo>
                    <a:pt x="51448" y="153831"/>
                  </a:lnTo>
                  <a:lnTo>
                    <a:pt x="51348" y="155754"/>
                  </a:lnTo>
                  <a:lnTo>
                    <a:pt x="50975" y="156552"/>
                  </a:lnTo>
                  <a:lnTo>
                    <a:pt x="50065" y="157251"/>
                  </a:lnTo>
                  <a:lnTo>
                    <a:pt x="49307" y="155852"/>
                  </a:lnTo>
                  <a:lnTo>
                    <a:pt x="49051" y="154849"/>
                  </a:lnTo>
                  <a:lnTo>
                    <a:pt x="49130" y="153604"/>
                  </a:lnTo>
                  <a:lnTo>
                    <a:pt x="48829" y="152379"/>
                  </a:lnTo>
                  <a:lnTo>
                    <a:pt x="48086" y="150916"/>
                  </a:lnTo>
                  <a:lnTo>
                    <a:pt x="47660" y="149606"/>
                  </a:lnTo>
                  <a:lnTo>
                    <a:pt x="47780" y="151780"/>
                  </a:lnTo>
                  <a:lnTo>
                    <a:pt x="47784" y="154595"/>
                  </a:lnTo>
                  <a:lnTo>
                    <a:pt x="46841" y="154835"/>
                  </a:lnTo>
                  <a:lnTo>
                    <a:pt x="45628" y="153952"/>
                  </a:lnTo>
                  <a:lnTo>
                    <a:pt x="44119" y="154747"/>
                  </a:lnTo>
                  <a:lnTo>
                    <a:pt x="42333" y="158199"/>
                  </a:lnTo>
                  <a:lnTo>
                    <a:pt x="41475" y="158298"/>
                  </a:lnTo>
                  <a:lnTo>
                    <a:pt x="40822" y="155333"/>
                  </a:lnTo>
                  <a:lnTo>
                    <a:pt x="40485" y="153323"/>
                  </a:lnTo>
                  <a:lnTo>
                    <a:pt x="39952" y="151896"/>
                  </a:lnTo>
                  <a:lnTo>
                    <a:pt x="34276" y="144621"/>
                  </a:lnTo>
                  <a:lnTo>
                    <a:pt x="32182" y="142753"/>
                  </a:lnTo>
                  <a:lnTo>
                    <a:pt x="29974" y="137232"/>
                  </a:lnTo>
                  <a:lnTo>
                    <a:pt x="25006" y="131142"/>
                  </a:lnTo>
                  <a:lnTo>
                    <a:pt x="21851" y="125205"/>
                  </a:lnTo>
                  <a:lnTo>
                    <a:pt x="20510" y="121536"/>
                  </a:lnTo>
                  <a:lnTo>
                    <a:pt x="17282" y="118284"/>
                  </a:lnTo>
                  <a:lnTo>
                    <a:pt x="15889" y="114447"/>
                  </a:lnTo>
                  <a:lnTo>
                    <a:pt x="15205" y="113694"/>
                  </a:lnTo>
                  <a:lnTo>
                    <a:pt x="14516" y="112328"/>
                  </a:lnTo>
                  <a:lnTo>
                    <a:pt x="15241" y="108607"/>
                  </a:lnTo>
                  <a:lnTo>
                    <a:pt x="14943" y="104725"/>
                  </a:lnTo>
                  <a:lnTo>
                    <a:pt x="14570" y="101452"/>
                  </a:lnTo>
                  <a:lnTo>
                    <a:pt x="12294" y="94988"/>
                  </a:lnTo>
                  <a:lnTo>
                    <a:pt x="11175" y="90476"/>
                  </a:lnTo>
                  <a:lnTo>
                    <a:pt x="9034" y="85985"/>
                  </a:lnTo>
                  <a:lnTo>
                    <a:pt x="8177" y="83392"/>
                  </a:lnTo>
                  <a:lnTo>
                    <a:pt x="7358" y="80385"/>
                  </a:lnTo>
                  <a:lnTo>
                    <a:pt x="7871" y="79333"/>
                  </a:lnTo>
                  <a:lnTo>
                    <a:pt x="8346" y="78695"/>
                  </a:lnTo>
                  <a:lnTo>
                    <a:pt x="7911" y="76514"/>
                  </a:lnTo>
                  <a:lnTo>
                    <a:pt x="6686" y="72716"/>
                  </a:lnTo>
                  <a:lnTo>
                    <a:pt x="6113" y="68352"/>
                  </a:lnTo>
                  <a:lnTo>
                    <a:pt x="6113" y="60113"/>
                  </a:lnTo>
                  <a:lnTo>
                    <a:pt x="4371" y="48529"/>
                  </a:lnTo>
                  <a:lnTo>
                    <a:pt x="2881" y="32472"/>
                  </a:lnTo>
                  <a:lnTo>
                    <a:pt x="3145" y="26849"/>
                  </a:lnTo>
                  <a:lnTo>
                    <a:pt x="2765" y="20756"/>
                  </a:lnTo>
                  <a:lnTo>
                    <a:pt x="1778" y="14895"/>
                  </a:lnTo>
                  <a:lnTo>
                    <a:pt x="484" y="10708"/>
                  </a:lnTo>
                  <a:lnTo>
                    <a:pt x="0" y="7228"/>
                  </a:lnTo>
                  <a:lnTo>
                    <a:pt x="232" y="5849"/>
                  </a:lnTo>
                  <a:lnTo>
                    <a:pt x="519" y="1330"/>
                  </a:lnTo>
                  <a:lnTo>
                    <a:pt x="710" y="437"/>
                  </a:lnTo>
                  <a:lnTo>
                    <a:pt x="1202" y="0"/>
                  </a:lnTo>
                  <a:lnTo>
                    <a:pt x="1755" y="115"/>
                  </a:lnTo>
                  <a:lnTo>
                    <a:pt x="2792" y="4039"/>
                  </a:lnTo>
                  <a:lnTo>
                    <a:pt x="5487" y="6473"/>
                  </a:lnTo>
                  <a:lnTo>
                    <a:pt x="6297" y="7051"/>
                  </a:lnTo>
                  <a:lnTo>
                    <a:pt x="7360" y="6085"/>
                  </a:lnTo>
                  <a:lnTo>
                    <a:pt x="7840" y="6694"/>
                  </a:lnTo>
                  <a:lnTo>
                    <a:pt x="8324" y="7696"/>
                  </a:lnTo>
                  <a:lnTo>
                    <a:pt x="8605" y="10489"/>
                  </a:lnTo>
                  <a:lnTo>
                    <a:pt x="9313" y="13037"/>
                  </a:lnTo>
                  <a:lnTo>
                    <a:pt x="10731" y="12675"/>
                  </a:lnTo>
                  <a:lnTo>
                    <a:pt x="11232" y="13040"/>
                  </a:lnTo>
                  <a:lnTo>
                    <a:pt x="11529" y="13121"/>
                  </a:lnTo>
                  <a:lnTo>
                    <a:pt x="11807" y="15381"/>
                  </a:lnTo>
                  <a:lnTo>
                    <a:pt x="11937" y="19293"/>
                  </a:lnTo>
                  <a:lnTo>
                    <a:pt x="11802" y="21574"/>
                  </a:lnTo>
                  <a:lnTo>
                    <a:pt x="10780" y="24833"/>
                  </a:lnTo>
                  <a:lnTo>
                    <a:pt x="10643" y="27054"/>
                  </a:lnTo>
                  <a:lnTo>
                    <a:pt x="11180" y="28429"/>
                  </a:lnTo>
                  <a:lnTo>
                    <a:pt x="11878" y="29895"/>
                  </a:lnTo>
                  <a:lnTo>
                    <a:pt x="12275" y="31022"/>
                  </a:lnTo>
                  <a:lnTo>
                    <a:pt x="12691" y="30836"/>
                  </a:lnTo>
                  <a:lnTo>
                    <a:pt x="13221" y="30077"/>
                  </a:lnTo>
                  <a:lnTo>
                    <a:pt x="13705" y="28158"/>
                  </a:lnTo>
                  <a:lnTo>
                    <a:pt x="14041" y="26513"/>
                  </a:lnTo>
                  <a:lnTo>
                    <a:pt x="15857" y="24672"/>
                  </a:lnTo>
                  <a:lnTo>
                    <a:pt x="17731" y="23014"/>
                  </a:lnTo>
                  <a:lnTo>
                    <a:pt x="17986" y="23184"/>
                  </a:lnTo>
                  <a:lnTo>
                    <a:pt x="18290" y="23919"/>
                  </a:lnTo>
                  <a:lnTo>
                    <a:pt x="18890" y="26317"/>
                  </a:lnTo>
                  <a:lnTo>
                    <a:pt x="19241" y="26824"/>
                  </a:lnTo>
                  <a:lnTo>
                    <a:pt x="19748" y="27067"/>
                  </a:lnTo>
                  <a:lnTo>
                    <a:pt x="20627" y="26809"/>
                  </a:lnTo>
                  <a:lnTo>
                    <a:pt x="21650" y="25451"/>
                  </a:lnTo>
                  <a:lnTo>
                    <a:pt x="22187" y="22907"/>
                  </a:lnTo>
                  <a:lnTo>
                    <a:pt x="22421" y="20899"/>
                  </a:lnTo>
                  <a:lnTo>
                    <a:pt x="23890" y="17432"/>
                  </a:lnTo>
                  <a:lnTo>
                    <a:pt x="24053" y="14832"/>
                  </a:lnTo>
                  <a:close/>
                </a:path>
              </a:pathLst>
            </a:custGeom>
            <a:solidFill>
              <a:srgbClr val="F3F8F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3" name="pg1042"/>
            <p:cNvSpPr/>
            <p:nvPr/>
          </p:nvSpPr>
          <p:spPr>
            <a:xfrm>
              <a:off x="4715712" y="3427515"/>
              <a:ext cx="120033" cy="181084"/>
            </a:xfrm>
            <a:custGeom>
              <a:avLst/>
              <a:pathLst>
                <a:path w="120033" h="181084">
                  <a:moveTo>
                    <a:pt x="99155" y="83317"/>
                  </a:moveTo>
                  <a:lnTo>
                    <a:pt x="98698" y="83294"/>
                  </a:lnTo>
                  <a:lnTo>
                    <a:pt x="97631" y="82659"/>
                  </a:lnTo>
                  <a:lnTo>
                    <a:pt x="95492" y="79514"/>
                  </a:lnTo>
                  <a:lnTo>
                    <a:pt x="93308" y="78398"/>
                  </a:lnTo>
                  <a:lnTo>
                    <a:pt x="90137" y="78307"/>
                  </a:lnTo>
                  <a:lnTo>
                    <a:pt x="88339" y="77869"/>
                  </a:lnTo>
                  <a:lnTo>
                    <a:pt x="87609" y="78338"/>
                  </a:lnTo>
                  <a:lnTo>
                    <a:pt x="86996" y="78358"/>
                  </a:lnTo>
                  <a:lnTo>
                    <a:pt x="86553" y="77724"/>
                  </a:lnTo>
                  <a:lnTo>
                    <a:pt x="86079" y="77401"/>
                  </a:lnTo>
                  <a:lnTo>
                    <a:pt x="84843" y="79251"/>
                  </a:lnTo>
                  <a:lnTo>
                    <a:pt x="84265" y="78685"/>
                  </a:lnTo>
                  <a:lnTo>
                    <a:pt x="83680" y="77906"/>
                  </a:lnTo>
                  <a:lnTo>
                    <a:pt x="82642" y="77645"/>
                  </a:lnTo>
                  <a:lnTo>
                    <a:pt x="81387" y="77863"/>
                  </a:lnTo>
                  <a:lnTo>
                    <a:pt x="79994" y="79769"/>
                  </a:lnTo>
                  <a:lnTo>
                    <a:pt x="78446" y="78055"/>
                  </a:lnTo>
                  <a:lnTo>
                    <a:pt x="78009" y="78074"/>
                  </a:lnTo>
                  <a:lnTo>
                    <a:pt x="77714" y="78509"/>
                  </a:lnTo>
                  <a:lnTo>
                    <a:pt x="77042" y="80860"/>
                  </a:lnTo>
                  <a:lnTo>
                    <a:pt x="75764" y="82655"/>
                  </a:lnTo>
                  <a:lnTo>
                    <a:pt x="75131" y="85936"/>
                  </a:lnTo>
                  <a:lnTo>
                    <a:pt x="74743" y="89081"/>
                  </a:lnTo>
                  <a:lnTo>
                    <a:pt x="74402" y="90167"/>
                  </a:lnTo>
                  <a:lnTo>
                    <a:pt x="74310" y="96246"/>
                  </a:lnTo>
                  <a:lnTo>
                    <a:pt x="74107" y="99182"/>
                  </a:lnTo>
                  <a:lnTo>
                    <a:pt x="74430" y="103065"/>
                  </a:lnTo>
                  <a:lnTo>
                    <a:pt x="74373" y="104736"/>
                  </a:lnTo>
                  <a:lnTo>
                    <a:pt x="73803" y="107220"/>
                  </a:lnTo>
                  <a:lnTo>
                    <a:pt x="73733" y="107790"/>
                  </a:lnTo>
                  <a:lnTo>
                    <a:pt x="73431" y="111742"/>
                  </a:lnTo>
                  <a:lnTo>
                    <a:pt x="73547" y="112791"/>
                  </a:lnTo>
                  <a:lnTo>
                    <a:pt x="73473" y="114121"/>
                  </a:lnTo>
                  <a:lnTo>
                    <a:pt x="72995" y="116893"/>
                  </a:lnTo>
                  <a:lnTo>
                    <a:pt x="72128" y="117649"/>
                  </a:lnTo>
                  <a:lnTo>
                    <a:pt x="71215" y="118086"/>
                  </a:lnTo>
                  <a:lnTo>
                    <a:pt x="70435" y="117141"/>
                  </a:lnTo>
                  <a:lnTo>
                    <a:pt x="69731" y="118662"/>
                  </a:lnTo>
                  <a:lnTo>
                    <a:pt x="68838" y="121014"/>
                  </a:lnTo>
                  <a:lnTo>
                    <a:pt x="68453" y="122602"/>
                  </a:lnTo>
                  <a:lnTo>
                    <a:pt x="68455" y="124077"/>
                  </a:lnTo>
                  <a:lnTo>
                    <a:pt x="68543" y="125064"/>
                  </a:lnTo>
                  <a:lnTo>
                    <a:pt x="68361" y="126079"/>
                  </a:lnTo>
                  <a:lnTo>
                    <a:pt x="68338" y="127156"/>
                  </a:lnTo>
                  <a:lnTo>
                    <a:pt x="68384" y="128715"/>
                  </a:lnTo>
                  <a:lnTo>
                    <a:pt x="68990" y="129360"/>
                  </a:lnTo>
                  <a:lnTo>
                    <a:pt x="69619" y="130705"/>
                  </a:lnTo>
                  <a:lnTo>
                    <a:pt x="69598" y="131996"/>
                  </a:lnTo>
                  <a:lnTo>
                    <a:pt x="69248" y="132891"/>
                  </a:lnTo>
                  <a:lnTo>
                    <a:pt x="68455" y="134273"/>
                  </a:lnTo>
                  <a:lnTo>
                    <a:pt x="67007" y="137089"/>
                  </a:lnTo>
                  <a:lnTo>
                    <a:pt x="65368" y="139496"/>
                  </a:lnTo>
                  <a:lnTo>
                    <a:pt x="64752" y="140054"/>
                  </a:lnTo>
                  <a:lnTo>
                    <a:pt x="64529" y="141164"/>
                  </a:lnTo>
                  <a:lnTo>
                    <a:pt x="64410" y="142657"/>
                  </a:lnTo>
                  <a:lnTo>
                    <a:pt x="64771" y="145931"/>
                  </a:lnTo>
                  <a:lnTo>
                    <a:pt x="65115" y="146896"/>
                  </a:lnTo>
                  <a:lnTo>
                    <a:pt x="65297" y="148046"/>
                  </a:lnTo>
                  <a:lnTo>
                    <a:pt x="65076" y="149413"/>
                  </a:lnTo>
                  <a:lnTo>
                    <a:pt x="64920" y="150590"/>
                  </a:lnTo>
                  <a:lnTo>
                    <a:pt x="64316" y="151327"/>
                  </a:lnTo>
                  <a:lnTo>
                    <a:pt x="63729" y="151865"/>
                  </a:lnTo>
                  <a:lnTo>
                    <a:pt x="63514" y="152803"/>
                  </a:lnTo>
                  <a:lnTo>
                    <a:pt x="63204" y="156726"/>
                  </a:lnTo>
                  <a:lnTo>
                    <a:pt x="62849" y="158772"/>
                  </a:lnTo>
                  <a:lnTo>
                    <a:pt x="62050" y="161812"/>
                  </a:lnTo>
                  <a:lnTo>
                    <a:pt x="61784" y="163202"/>
                  </a:lnTo>
                  <a:lnTo>
                    <a:pt x="61372" y="163649"/>
                  </a:lnTo>
                  <a:lnTo>
                    <a:pt x="59825" y="162229"/>
                  </a:lnTo>
                  <a:lnTo>
                    <a:pt x="58438" y="163091"/>
                  </a:lnTo>
                  <a:lnTo>
                    <a:pt x="56602" y="163639"/>
                  </a:lnTo>
                  <a:lnTo>
                    <a:pt x="55048" y="163552"/>
                  </a:lnTo>
                  <a:lnTo>
                    <a:pt x="53843" y="164173"/>
                  </a:lnTo>
                  <a:lnTo>
                    <a:pt x="53015" y="165780"/>
                  </a:lnTo>
                  <a:lnTo>
                    <a:pt x="52091" y="167804"/>
                  </a:lnTo>
                  <a:lnTo>
                    <a:pt x="51119" y="169305"/>
                  </a:lnTo>
                  <a:lnTo>
                    <a:pt x="50387" y="170033"/>
                  </a:lnTo>
                  <a:lnTo>
                    <a:pt x="49041" y="167892"/>
                  </a:lnTo>
                  <a:lnTo>
                    <a:pt x="48362" y="168077"/>
                  </a:lnTo>
                  <a:lnTo>
                    <a:pt x="47138" y="167338"/>
                  </a:lnTo>
                  <a:lnTo>
                    <a:pt x="44266" y="164946"/>
                  </a:lnTo>
                  <a:lnTo>
                    <a:pt x="43555" y="164246"/>
                  </a:lnTo>
                  <a:lnTo>
                    <a:pt x="42789" y="164184"/>
                  </a:lnTo>
                  <a:lnTo>
                    <a:pt x="42563" y="163497"/>
                  </a:lnTo>
                  <a:lnTo>
                    <a:pt x="42684" y="162342"/>
                  </a:lnTo>
                  <a:lnTo>
                    <a:pt x="42563" y="160825"/>
                  </a:lnTo>
                  <a:lnTo>
                    <a:pt x="42004" y="160251"/>
                  </a:lnTo>
                  <a:lnTo>
                    <a:pt x="36244" y="160485"/>
                  </a:lnTo>
                  <a:lnTo>
                    <a:pt x="34583" y="161795"/>
                  </a:lnTo>
                  <a:lnTo>
                    <a:pt x="33461" y="162832"/>
                  </a:lnTo>
                  <a:lnTo>
                    <a:pt x="32660" y="164031"/>
                  </a:lnTo>
                  <a:lnTo>
                    <a:pt x="32434" y="167012"/>
                  </a:lnTo>
                  <a:lnTo>
                    <a:pt x="31955" y="169807"/>
                  </a:lnTo>
                  <a:lnTo>
                    <a:pt x="31337" y="172769"/>
                  </a:lnTo>
                  <a:lnTo>
                    <a:pt x="29420" y="173658"/>
                  </a:lnTo>
                  <a:lnTo>
                    <a:pt x="28011" y="176660"/>
                  </a:lnTo>
                  <a:lnTo>
                    <a:pt x="27527" y="177021"/>
                  </a:lnTo>
                  <a:lnTo>
                    <a:pt x="26559" y="176585"/>
                  </a:lnTo>
                  <a:lnTo>
                    <a:pt x="25524" y="176337"/>
                  </a:lnTo>
                  <a:lnTo>
                    <a:pt x="24774" y="177173"/>
                  </a:lnTo>
                  <a:lnTo>
                    <a:pt x="23991" y="177131"/>
                  </a:lnTo>
                  <a:lnTo>
                    <a:pt x="21566" y="175728"/>
                  </a:lnTo>
                  <a:lnTo>
                    <a:pt x="19279" y="175512"/>
                  </a:lnTo>
                  <a:lnTo>
                    <a:pt x="17980" y="176226"/>
                  </a:lnTo>
                  <a:lnTo>
                    <a:pt x="17264" y="176493"/>
                  </a:lnTo>
                  <a:lnTo>
                    <a:pt x="13274" y="180607"/>
                  </a:lnTo>
                  <a:lnTo>
                    <a:pt x="11930" y="181084"/>
                  </a:lnTo>
                  <a:lnTo>
                    <a:pt x="11382" y="180490"/>
                  </a:lnTo>
                  <a:lnTo>
                    <a:pt x="10612" y="178806"/>
                  </a:lnTo>
                  <a:lnTo>
                    <a:pt x="9578" y="177124"/>
                  </a:lnTo>
                  <a:lnTo>
                    <a:pt x="7104" y="171387"/>
                  </a:lnTo>
                  <a:lnTo>
                    <a:pt x="6192" y="170039"/>
                  </a:lnTo>
                  <a:lnTo>
                    <a:pt x="5586" y="168656"/>
                  </a:lnTo>
                  <a:lnTo>
                    <a:pt x="5009" y="167017"/>
                  </a:lnTo>
                  <a:lnTo>
                    <a:pt x="4189" y="165249"/>
                  </a:lnTo>
                  <a:lnTo>
                    <a:pt x="3444" y="164034"/>
                  </a:lnTo>
                  <a:lnTo>
                    <a:pt x="2428" y="161553"/>
                  </a:lnTo>
                  <a:lnTo>
                    <a:pt x="1419" y="158836"/>
                  </a:lnTo>
                  <a:lnTo>
                    <a:pt x="1195" y="154056"/>
                  </a:lnTo>
                  <a:lnTo>
                    <a:pt x="392" y="153180"/>
                  </a:lnTo>
                  <a:lnTo>
                    <a:pt x="122" y="151938"/>
                  </a:lnTo>
                  <a:lnTo>
                    <a:pt x="0" y="150524"/>
                  </a:lnTo>
                  <a:lnTo>
                    <a:pt x="1109" y="146642"/>
                  </a:lnTo>
                  <a:lnTo>
                    <a:pt x="1917" y="150743"/>
                  </a:lnTo>
                  <a:lnTo>
                    <a:pt x="2229" y="151658"/>
                  </a:lnTo>
                  <a:lnTo>
                    <a:pt x="4021" y="154416"/>
                  </a:lnTo>
                  <a:lnTo>
                    <a:pt x="5498" y="155800"/>
                  </a:lnTo>
                  <a:lnTo>
                    <a:pt x="7096" y="156363"/>
                  </a:lnTo>
                  <a:lnTo>
                    <a:pt x="8723" y="156477"/>
                  </a:lnTo>
                  <a:lnTo>
                    <a:pt x="9370" y="156286"/>
                  </a:lnTo>
                  <a:lnTo>
                    <a:pt x="9998" y="155738"/>
                  </a:lnTo>
                  <a:lnTo>
                    <a:pt x="10618" y="156325"/>
                  </a:lnTo>
                  <a:lnTo>
                    <a:pt x="14020" y="160811"/>
                  </a:lnTo>
                  <a:lnTo>
                    <a:pt x="15339" y="161615"/>
                  </a:lnTo>
                  <a:lnTo>
                    <a:pt x="16732" y="161271"/>
                  </a:lnTo>
                  <a:lnTo>
                    <a:pt x="17287" y="161718"/>
                  </a:lnTo>
                  <a:lnTo>
                    <a:pt x="19243" y="165160"/>
                  </a:lnTo>
                  <a:lnTo>
                    <a:pt x="19820" y="165571"/>
                  </a:lnTo>
                  <a:lnTo>
                    <a:pt x="20783" y="165308"/>
                  </a:lnTo>
                  <a:lnTo>
                    <a:pt x="19552" y="163737"/>
                  </a:lnTo>
                  <a:lnTo>
                    <a:pt x="18744" y="162625"/>
                  </a:lnTo>
                  <a:lnTo>
                    <a:pt x="18383" y="160522"/>
                  </a:lnTo>
                  <a:lnTo>
                    <a:pt x="18603" y="158282"/>
                  </a:lnTo>
                  <a:lnTo>
                    <a:pt x="19388" y="156791"/>
                  </a:lnTo>
                  <a:lnTo>
                    <a:pt x="19931" y="155175"/>
                  </a:lnTo>
                  <a:lnTo>
                    <a:pt x="20126" y="150343"/>
                  </a:lnTo>
                  <a:lnTo>
                    <a:pt x="20472" y="147896"/>
                  </a:lnTo>
                  <a:lnTo>
                    <a:pt x="21124" y="145569"/>
                  </a:lnTo>
                  <a:lnTo>
                    <a:pt x="21337" y="143327"/>
                  </a:lnTo>
                  <a:lnTo>
                    <a:pt x="20606" y="141616"/>
                  </a:lnTo>
                  <a:lnTo>
                    <a:pt x="20441" y="138675"/>
                  </a:lnTo>
                  <a:lnTo>
                    <a:pt x="20602" y="136238"/>
                  </a:lnTo>
                  <a:lnTo>
                    <a:pt x="21017" y="134580"/>
                  </a:lnTo>
                  <a:lnTo>
                    <a:pt x="21680" y="135673"/>
                  </a:lnTo>
                  <a:lnTo>
                    <a:pt x="22364" y="136687"/>
                  </a:lnTo>
                  <a:lnTo>
                    <a:pt x="23040" y="136586"/>
                  </a:lnTo>
                  <a:lnTo>
                    <a:pt x="23505" y="136182"/>
                  </a:lnTo>
                  <a:lnTo>
                    <a:pt x="23591" y="134925"/>
                  </a:lnTo>
                  <a:lnTo>
                    <a:pt x="23463" y="132738"/>
                  </a:lnTo>
                  <a:lnTo>
                    <a:pt x="23498" y="128712"/>
                  </a:lnTo>
                  <a:lnTo>
                    <a:pt x="24353" y="125501"/>
                  </a:lnTo>
                  <a:lnTo>
                    <a:pt x="25719" y="123286"/>
                  </a:lnTo>
                  <a:lnTo>
                    <a:pt x="27008" y="122227"/>
                  </a:lnTo>
                  <a:lnTo>
                    <a:pt x="31835" y="120428"/>
                  </a:lnTo>
                  <a:lnTo>
                    <a:pt x="39466" y="115825"/>
                  </a:lnTo>
                  <a:lnTo>
                    <a:pt x="41727" y="114045"/>
                  </a:lnTo>
                  <a:lnTo>
                    <a:pt x="42559" y="113123"/>
                  </a:lnTo>
                  <a:lnTo>
                    <a:pt x="43260" y="111843"/>
                  </a:lnTo>
                  <a:lnTo>
                    <a:pt x="44438" y="107757"/>
                  </a:lnTo>
                  <a:lnTo>
                    <a:pt x="46658" y="101316"/>
                  </a:lnTo>
                  <a:lnTo>
                    <a:pt x="48213" y="96024"/>
                  </a:lnTo>
                  <a:lnTo>
                    <a:pt x="51495" y="88316"/>
                  </a:lnTo>
                  <a:lnTo>
                    <a:pt x="54109" y="81171"/>
                  </a:lnTo>
                  <a:lnTo>
                    <a:pt x="54462" y="79827"/>
                  </a:lnTo>
                  <a:lnTo>
                    <a:pt x="54897" y="75927"/>
                  </a:lnTo>
                  <a:lnTo>
                    <a:pt x="54930" y="74091"/>
                  </a:lnTo>
                  <a:lnTo>
                    <a:pt x="54854" y="72230"/>
                  </a:lnTo>
                  <a:lnTo>
                    <a:pt x="55202" y="71360"/>
                  </a:lnTo>
                  <a:lnTo>
                    <a:pt x="55836" y="70845"/>
                  </a:lnTo>
                  <a:lnTo>
                    <a:pt x="56222" y="71656"/>
                  </a:lnTo>
                  <a:lnTo>
                    <a:pt x="57131" y="72787"/>
                  </a:lnTo>
                  <a:lnTo>
                    <a:pt x="57813" y="74237"/>
                  </a:lnTo>
                  <a:lnTo>
                    <a:pt x="58269" y="76117"/>
                  </a:lnTo>
                  <a:lnTo>
                    <a:pt x="58597" y="77876"/>
                  </a:lnTo>
                  <a:lnTo>
                    <a:pt x="58622" y="79369"/>
                  </a:lnTo>
                  <a:lnTo>
                    <a:pt x="59033" y="80593"/>
                  </a:lnTo>
                  <a:lnTo>
                    <a:pt x="60189" y="80798"/>
                  </a:lnTo>
                  <a:lnTo>
                    <a:pt x="60565" y="82343"/>
                  </a:lnTo>
                  <a:lnTo>
                    <a:pt x="61368" y="85002"/>
                  </a:lnTo>
                  <a:lnTo>
                    <a:pt x="62103" y="86908"/>
                  </a:lnTo>
                  <a:lnTo>
                    <a:pt x="62554" y="87650"/>
                  </a:lnTo>
                  <a:lnTo>
                    <a:pt x="63119" y="87246"/>
                  </a:lnTo>
                  <a:lnTo>
                    <a:pt x="63994" y="85506"/>
                  </a:lnTo>
                  <a:lnTo>
                    <a:pt x="64626" y="83370"/>
                  </a:lnTo>
                  <a:lnTo>
                    <a:pt x="65049" y="80483"/>
                  </a:lnTo>
                  <a:lnTo>
                    <a:pt x="64716" y="80062"/>
                  </a:lnTo>
                  <a:lnTo>
                    <a:pt x="65303" y="77883"/>
                  </a:lnTo>
                  <a:lnTo>
                    <a:pt x="65416" y="76739"/>
                  </a:lnTo>
                  <a:lnTo>
                    <a:pt x="65145" y="75689"/>
                  </a:lnTo>
                  <a:lnTo>
                    <a:pt x="64798" y="74650"/>
                  </a:lnTo>
                  <a:lnTo>
                    <a:pt x="64664" y="72017"/>
                  </a:lnTo>
                  <a:lnTo>
                    <a:pt x="64426" y="68664"/>
                  </a:lnTo>
                  <a:lnTo>
                    <a:pt x="64262" y="67140"/>
                  </a:lnTo>
                  <a:lnTo>
                    <a:pt x="64725" y="66053"/>
                  </a:lnTo>
                  <a:lnTo>
                    <a:pt x="65716" y="64667"/>
                  </a:lnTo>
                  <a:lnTo>
                    <a:pt x="66705" y="63057"/>
                  </a:lnTo>
                  <a:lnTo>
                    <a:pt x="67718" y="61773"/>
                  </a:lnTo>
                  <a:lnTo>
                    <a:pt x="67743" y="64094"/>
                  </a:lnTo>
                  <a:lnTo>
                    <a:pt x="67718" y="67929"/>
                  </a:lnTo>
                  <a:lnTo>
                    <a:pt x="68024" y="71141"/>
                  </a:lnTo>
                  <a:lnTo>
                    <a:pt x="68708" y="76821"/>
                  </a:lnTo>
                  <a:lnTo>
                    <a:pt x="69493" y="77596"/>
                  </a:lnTo>
                  <a:lnTo>
                    <a:pt x="70432" y="78098"/>
                  </a:lnTo>
                  <a:lnTo>
                    <a:pt x="70974" y="77939"/>
                  </a:lnTo>
                  <a:lnTo>
                    <a:pt x="71327" y="77564"/>
                  </a:lnTo>
                  <a:lnTo>
                    <a:pt x="71420" y="77107"/>
                  </a:lnTo>
                  <a:lnTo>
                    <a:pt x="70834" y="74873"/>
                  </a:lnTo>
                  <a:lnTo>
                    <a:pt x="70679" y="69624"/>
                  </a:lnTo>
                  <a:lnTo>
                    <a:pt x="70200" y="66179"/>
                  </a:lnTo>
                  <a:lnTo>
                    <a:pt x="69466" y="62748"/>
                  </a:lnTo>
                  <a:lnTo>
                    <a:pt x="69116" y="61771"/>
                  </a:lnTo>
                  <a:lnTo>
                    <a:pt x="72014" y="60796"/>
                  </a:lnTo>
                  <a:lnTo>
                    <a:pt x="72665" y="59719"/>
                  </a:lnTo>
                  <a:lnTo>
                    <a:pt x="73802" y="57363"/>
                  </a:lnTo>
                  <a:lnTo>
                    <a:pt x="74230" y="56045"/>
                  </a:lnTo>
                  <a:lnTo>
                    <a:pt x="74570" y="53072"/>
                  </a:lnTo>
                  <a:lnTo>
                    <a:pt x="73149" y="51301"/>
                  </a:lnTo>
                  <a:lnTo>
                    <a:pt x="72591" y="49043"/>
                  </a:lnTo>
                  <a:lnTo>
                    <a:pt x="72558" y="46600"/>
                  </a:lnTo>
                  <a:lnTo>
                    <a:pt x="74254" y="42064"/>
                  </a:lnTo>
                  <a:lnTo>
                    <a:pt x="74840" y="40979"/>
                  </a:lnTo>
                  <a:lnTo>
                    <a:pt x="75094" y="42590"/>
                  </a:lnTo>
                  <a:lnTo>
                    <a:pt x="75841" y="42997"/>
                  </a:lnTo>
                  <a:lnTo>
                    <a:pt x="76529" y="43059"/>
                  </a:lnTo>
                  <a:lnTo>
                    <a:pt x="77221" y="42967"/>
                  </a:lnTo>
                  <a:lnTo>
                    <a:pt x="78211" y="40680"/>
                  </a:lnTo>
                  <a:lnTo>
                    <a:pt x="78721" y="37387"/>
                  </a:lnTo>
                  <a:lnTo>
                    <a:pt x="80465" y="32736"/>
                  </a:lnTo>
                  <a:lnTo>
                    <a:pt x="81086" y="29163"/>
                  </a:lnTo>
                  <a:lnTo>
                    <a:pt x="81435" y="25432"/>
                  </a:lnTo>
                  <a:lnTo>
                    <a:pt x="85832" y="13845"/>
                  </a:lnTo>
                  <a:lnTo>
                    <a:pt x="86370" y="12041"/>
                  </a:lnTo>
                  <a:lnTo>
                    <a:pt x="88980" y="388"/>
                  </a:lnTo>
                  <a:lnTo>
                    <a:pt x="89305" y="0"/>
                  </a:lnTo>
                  <a:lnTo>
                    <a:pt x="90007" y="1128"/>
                  </a:lnTo>
                  <a:lnTo>
                    <a:pt x="90214" y="4832"/>
                  </a:lnTo>
                  <a:lnTo>
                    <a:pt x="90117" y="6446"/>
                  </a:lnTo>
                  <a:lnTo>
                    <a:pt x="89694" y="8840"/>
                  </a:lnTo>
                  <a:lnTo>
                    <a:pt x="89452" y="11350"/>
                  </a:lnTo>
                  <a:lnTo>
                    <a:pt x="89752" y="11297"/>
                  </a:lnTo>
                  <a:lnTo>
                    <a:pt x="90997" y="9767"/>
                  </a:lnTo>
                  <a:lnTo>
                    <a:pt x="92296" y="5699"/>
                  </a:lnTo>
                  <a:lnTo>
                    <a:pt x="93029" y="2168"/>
                  </a:lnTo>
                  <a:lnTo>
                    <a:pt x="93653" y="630"/>
                  </a:lnTo>
                  <a:lnTo>
                    <a:pt x="94904" y="1484"/>
                  </a:lnTo>
                  <a:lnTo>
                    <a:pt x="95182" y="2097"/>
                  </a:lnTo>
                  <a:lnTo>
                    <a:pt x="95094" y="4634"/>
                  </a:lnTo>
                  <a:lnTo>
                    <a:pt x="95214" y="6110"/>
                  </a:lnTo>
                  <a:lnTo>
                    <a:pt x="95696" y="9258"/>
                  </a:lnTo>
                  <a:lnTo>
                    <a:pt x="96761" y="11168"/>
                  </a:lnTo>
                  <a:lnTo>
                    <a:pt x="98228" y="12373"/>
                  </a:lnTo>
                  <a:lnTo>
                    <a:pt x="99590" y="14112"/>
                  </a:lnTo>
                  <a:lnTo>
                    <a:pt x="100035" y="15263"/>
                  </a:lnTo>
                  <a:lnTo>
                    <a:pt x="100330" y="16650"/>
                  </a:lnTo>
                  <a:lnTo>
                    <a:pt x="100628" y="18918"/>
                  </a:lnTo>
                  <a:lnTo>
                    <a:pt x="100651" y="21213"/>
                  </a:lnTo>
                  <a:lnTo>
                    <a:pt x="99668" y="23453"/>
                  </a:lnTo>
                  <a:lnTo>
                    <a:pt x="100086" y="27086"/>
                  </a:lnTo>
                  <a:lnTo>
                    <a:pt x="100021" y="29205"/>
                  </a:lnTo>
                  <a:lnTo>
                    <a:pt x="99683" y="31012"/>
                  </a:lnTo>
                  <a:lnTo>
                    <a:pt x="98252" y="32668"/>
                  </a:lnTo>
                  <a:lnTo>
                    <a:pt x="102157" y="31020"/>
                  </a:lnTo>
                  <a:lnTo>
                    <a:pt x="103121" y="30080"/>
                  </a:lnTo>
                  <a:lnTo>
                    <a:pt x="104454" y="27684"/>
                  </a:lnTo>
                  <a:lnTo>
                    <a:pt x="105169" y="29749"/>
                  </a:lnTo>
                  <a:lnTo>
                    <a:pt x="105836" y="33323"/>
                  </a:lnTo>
                  <a:lnTo>
                    <a:pt x="105299" y="34222"/>
                  </a:lnTo>
                  <a:lnTo>
                    <a:pt x="103602" y="35539"/>
                  </a:lnTo>
                  <a:lnTo>
                    <a:pt x="103519" y="36080"/>
                  </a:lnTo>
                  <a:lnTo>
                    <a:pt x="104082" y="37940"/>
                  </a:lnTo>
                  <a:lnTo>
                    <a:pt x="104791" y="37767"/>
                  </a:lnTo>
                  <a:lnTo>
                    <a:pt x="106192" y="36523"/>
                  </a:lnTo>
                  <a:lnTo>
                    <a:pt x="107481" y="34562"/>
                  </a:lnTo>
                  <a:lnTo>
                    <a:pt x="108107" y="34587"/>
                  </a:lnTo>
                  <a:lnTo>
                    <a:pt x="108764" y="34991"/>
                  </a:lnTo>
                  <a:lnTo>
                    <a:pt x="110038" y="36250"/>
                  </a:lnTo>
                  <a:lnTo>
                    <a:pt x="110752" y="37271"/>
                  </a:lnTo>
                  <a:lnTo>
                    <a:pt x="111355" y="38582"/>
                  </a:lnTo>
                  <a:lnTo>
                    <a:pt x="111747" y="41313"/>
                  </a:lnTo>
                  <a:lnTo>
                    <a:pt x="113214" y="42305"/>
                  </a:lnTo>
                  <a:lnTo>
                    <a:pt x="116220" y="46132"/>
                  </a:lnTo>
                  <a:lnTo>
                    <a:pt x="116778" y="46463"/>
                  </a:lnTo>
                  <a:lnTo>
                    <a:pt x="117364" y="46539"/>
                  </a:lnTo>
                  <a:lnTo>
                    <a:pt x="118948" y="46076"/>
                  </a:lnTo>
                  <a:lnTo>
                    <a:pt x="119504" y="46616"/>
                  </a:lnTo>
                  <a:lnTo>
                    <a:pt x="119901" y="47996"/>
                  </a:lnTo>
                  <a:lnTo>
                    <a:pt x="120033" y="49705"/>
                  </a:lnTo>
                  <a:lnTo>
                    <a:pt x="119990" y="51543"/>
                  </a:lnTo>
                  <a:lnTo>
                    <a:pt x="119828" y="52937"/>
                  </a:lnTo>
                  <a:lnTo>
                    <a:pt x="119457" y="54087"/>
                  </a:lnTo>
                  <a:lnTo>
                    <a:pt x="118379" y="55840"/>
                  </a:lnTo>
                  <a:lnTo>
                    <a:pt x="115667" y="58132"/>
                  </a:lnTo>
                  <a:lnTo>
                    <a:pt x="112700" y="59871"/>
                  </a:lnTo>
                  <a:lnTo>
                    <a:pt x="111211" y="59751"/>
                  </a:lnTo>
                  <a:lnTo>
                    <a:pt x="109119" y="58262"/>
                  </a:lnTo>
                  <a:lnTo>
                    <a:pt x="108356" y="58454"/>
                  </a:lnTo>
                  <a:lnTo>
                    <a:pt x="107622" y="59138"/>
                  </a:lnTo>
                  <a:lnTo>
                    <a:pt x="106694" y="63876"/>
                  </a:lnTo>
                  <a:lnTo>
                    <a:pt x="108408" y="68599"/>
                  </a:lnTo>
                  <a:lnTo>
                    <a:pt x="111348" y="73520"/>
                  </a:lnTo>
                  <a:lnTo>
                    <a:pt x="111751" y="74746"/>
                  </a:lnTo>
                  <a:lnTo>
                    <a:pt x="111642" y="76253"/>
                  </a:lnTo>
                  <a:lnTo>
                    <a:pt x="111173" y="77152"/>
                  </a:lnTo>
                  <a:lnTo>
                    <a:pt x="110553" y="77651"/>
                  </a:lnTo>
                  <a:lnTo>
                    <a:pt x="108900" y="78437"/>
                  </a:lnTo>
                  <a:lnTo>
                    <a:pt x="107229" y="79020"/>
                  </a:lnTo>
                  <a:lnTo>
                    <a:pt x="105854" y="79860"/>
                  </a:lnTo>
                  <a:lnTo>
                    <a:pt x="104508" y="80964"/>
                  </a:lnTo>
                  <a:lnTo>
                    <a:pt x="103119" y="80588"/>
                  </a:lnTo>
                  <a:lnTo>
                    <a:pt x="101211" y="78384"/>
                  </a:lnTo>
                  <a:lnTo>
                    <a:pt x="100662" y="78228"/>
                  </a:lnTo>
                  <a:lnTo>
                    <a:pt x="100086" y="79361"/>
                  </a:lnTo>
                  <a:lnTo>
                    <a:pt x="99518" y="82448"/>
                  </a:lnTo>
                  <a:close/>
                </a:path>
              </a:pathLst>
            </a:custGeom>
            <a:solidFill>
              <a:srgbClr val="F3F8F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4" name="pg1043"/>
            <p:cNvSpPr/>
            <p:nvPr/>
          </p:nvSpPr>
          <p:spPr>
            <a:xfrm>
              <a:off x="4808522" y="3416835"/>
              <a:ext cx="2722" cy="6984"/>
            </a:xfrm>
            <a:custGeom>
              <a:avLst/>
              <a:pathLst>
                <a:path w="2722" h="6984">
                  <a:moveTo>
                    <a:pt x="1005" y="5420"/>
                  </a:moveTo>
                  <a:lnTo>
                    <a:pt x="253" y="6984"/>
                  </a:lnTo>
                  <a:lnTo>
                    <a:pt x="0" y="5106"/>
                  </a:lnTo>
                  <a:lnTo>
                    <a:pt x="50" y="2687"/>
                  </a:lnTo>
                  <a:lnTo>
                    <a:pt x="1070" y="432"/>
                  </a:lnTo>
                  <a:lnTo>
                    <a:pt x="2516" y="0"/>
                  </a:lnTo>
                  <a:lnTo>
                    <a:pt x="2722" y="1803"/>
                  </a:lnTo>
                  <a:lnTo>
                    <a:pt x="2549" y="3866"/>
                  </a:lnTo>
                  <a:lnTo>
                    <a:pt x="2211" y="4931"/>
                  </a:lnTo>
                  <a:close/>
                </a:path>
              </a:pathLst>
            </a:custGeom>
            <a:solidFill>
              <a:srgbClr val="F3F8F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5" name="pg1044"/>
            <p:cNvSpPr/>
            <p:nvPr/>
          </p:nvSpPr>
          <p:spPr>
            <a:xfrm>
              <a:off x="3508664" y="4135449"/>
              <a:ext cx="167045" cy="353734"/>
            </a:xfrm>
            <a:custGeom>
              <a:avLst/>
              <a:pathLst>
                <a:path w="167045" h="353734">
                  <a:moveTo>
                    <a:pt x="143869" y="19884"/>
                  </a:moveTo>
                  <a:lnTo>
                    <a:pt x="146513" y="18667"/>
                  </a:lnTo>
                  <a:lnTo>
                    <a:pt x="149034" y="17507"/>
                  </a:lnTo>
                  <a:lnTo>
                    <a:pt x="151967" y="16347"/>
                  </a:lnTo>
                  <a:lnTo>
                    <a:pt x="154315" y="15420"/>
                  </a:lnTo>
                  <a:lnTo>
                    <a:pt x="154904" y="15169"/>
                  </a:lnTo>
                  <a:lnTo>
                    <a:pt x="160556" y="16254"/>
                  </a:lnTo>
                  <a:lnTo>
                    <a:pt x="163018" y="17013"/>
                  </a:lnTo>
                  <a:lnTo>
                    <a:pt x="163873" y="17755"/>
                  </a:lnTo>
                  <a:lnTo>
                    <a:pt x="164989" y="19700"/>
                  </a:lnTo>
                  <a:lnTo>
                    <a:pt x="167045" y="24403"/>
                  </a:lnTo>
                  <a:lnTo>
                    <a:pt x="166517" y="24227"/>
                  </a:lnTo>
                  <a:lnTo>
                    <a:pt x="162730" y="25226"/>
                  </a:lnTo>
                  <a:lnTo>
                    <a:pt x="161287" y="26504"/>
                  </a:lnTo>
                  <a:lnTo>
                    <a:pt x="158059" y="32062"/>
                  </a:lnTo>
                  <a:lnTo>
                    <a:pt x="157372" y="31346"/>
                  </a:lnTo>
                  <a:lnTo>
                    <a:pt x="156598" y="30192"/>
                  </a:lnTo>
                  <a:lnTo>
                    <a:pt x="155942" y="29860"/>
                  </a:lnTo>
                  <a:lnTo>
                    <a:pt x="154522" y="31196"/>
                  </a:lnTo>
                  <a:lnTo>
                    <a:pt x="153107" y="32795"/>
                  </a:lnTo>
                  <a:lnTo>
                    <a:pt x="151544" y="35057"/>
                  </a:lnTo>
                  <a:lnTo>
                    <a:pt x="150257" y="37276"/>
                  </a:lnTo>
                  <a:lnTo>
                    <a:pt x="149837" y="38468"/>
                  </a:lnTo>
                  <a:lnTo>
                    <a:pt x="147816" y="43042"/>
                  </a:lnTo>
                  <a:lnTo>
                    <a:pt x="147158" y="43783"/>
                  </a:lnTo>
                  <a:lnTo>
                    <a:pt x="146572" y="44095"/>
                  </a:lnTo>
                  <a:lnTo>
                    <a:pt x="146336" y="43887"/>
                  </a:lnTo>
                  <a:lnTo>
                    <a:pt x="146084" y="41922"/>
                  </a:lnTo>
                  <a:lnTo>
                    <a:pt x="144845" y="37331"/>
                  </a:lnTo>
                  <a:lnTo>
                    <a:pt x="142857" y="31312"/>
                  </a:lnTo>
                  <a:lnTo>
                    <a:pt x="142276" y="30726"/>
                  </a:lnTo>
                  <a:lnTo>
                    <a:pt x="141878" y="30495"/>
                  </a:lnTo>
                  <a:lnTo>
                    <a:pt x="140405" y="30786"/>
                  </a:lnTo>
                  <a:lnTo>
                    <a:pt x="136121" y="32489"/>
                  </a:lnTo>
                  <a:lnTo>
                    <a:pt x="132509" y="33923"/>
                  </a:lnTo>
                  <a:lnTo>
                    <a:pt x="126973" y="36373"/>
                  </a:lnTo>
                  <a:lnTo>
                    <a:pt x="121029" y="38353"/>
                  </a:lnTo>
                  <a:lnTo>
                    <a:pt x="117362" y="39570"/>
                  </a:lnTo>
                  <a:lnTo>
                    <a:pt x="114173" y="39925"/>
                  </a:lnTo>
                  <a:lnTo>
                    <a:pt x="114175" y="45884"/>
                  </a:lnTo>
                  <a:lnTo>
                    <a:pt x="114184" y="57940"/>
                  </a:lnTo>
                  <a:lnTo>
                    <a:pt x="114191" y="69994"/>
                  </a:lnTo>
                  <a:lnTo>
                    <a:pt x="114198" y="82047"/>
                  </a:lnTo>
                  <a:lnTo>
                    <a:pt x="114207" y="94103"/>
                  </a:lnTo>
                  <a:lnTo>
                    <a:pt x="114214" y="106157"/>
                  </a:lnTo>
                  <a:lnTo>
                    <a:pt x="114222" y="118210"/>
                  </a:lnTo>
                  <a:lnTo>
                    <a:pt x="114230" y="130263"/>
                  </a:lnTo>
                  <a:lnTo>
                    <a:pt x="114237" y="142320"/>
                  </a:lnTo>
                  <a:lnTo>
                    <a:pt x="114239" y="147574"/>
                  </a:lnTo>
                  <a:lnTo>
                    <a:pt x="114134" y="148706"/>
                  </a:lnTo>
                  <a:lnTo>
                    <a:pt x="112305" y="148706"/>
                  </a:lnTo>
                  <a:lnTo>
                    <a:pt x="108168" y="148706"/>
                  </a:lnTo>
                  <a:lnTo>
                    <a:pt x="104687" y="148706"/>
                  </a:lnTo>
                  <a:lnTo>
                    <a:pt x="101873" y="148706"/>
                  </a:lnTo>
                  <a:lnTo>
                    <a:pt x="101877" y="155868"/>
                  </a:lnTo>
                  <a:lnTo>
                    <a:pt x="101880" y="164340"/>
                  </a:lnTo>
                  <a:lnTo>
                    <a:pt x="101884" y="172809"/>
                  </a:lnTo>
                  <a:lnTo>
                    <a:pt x="101887" y="181279"/>
                  </a:lnTo>
                  <a:lnTo>
                    <a:pt x="101892" y="189748"/>
                  </a:lnTo>
                  <a:lnTo>
                    <a:pt x="101897" y="198218"/>
                  </a:lnTo>
                  <a:lnTo>
                    <a:pt x="101901" y="206687"/>
                  </a:lnTo>
                  <a:lnTo>
                    <a:pt x="101904" y="215156"/>
                  </a:lnTo>
                  <a:lnTo>
                    <a:pt x="101908" y="223629"/>
                  </a:lnTo>
                  <a:lnTo>
                    <a:pt x="101911" y="230017"/>
                  </a:lnTo>
                  <a:lnTo>
                    <a:pt x="101911" y="230750"/>
                  </a:lnTo>
                  <a:lnTo>
                    <a:pt x="101911" y="243162"/>
                  </a:lnTo>
                  <a:lnTo>
                    <a:pt x="101911" y="256306"/>
                  </a:lnTo>
                  <a:lnTo>
                    <a:pt x="101911" y="269447"/>
                  </a:lnTo>
                  <a:lnTo>
                    <a:pt x="101911" y="282591"/>
                  </a:lnTo>
                  <a:lnTo>
                    <a:pt x="101911" y="295735"/>
                  </a:lnTo>
                  <a:lnTo>
                    <a:pt x="101911" y="308876"/>
                  </a:lnTo>
                  <a:lnTo>
                    <a:pt x="101911" y="322021"/>
                  </a:lnTo>
                  <a:lnTo>
                    <a:pt x="101911" y="335165"/>
                  </a:lnTo>
                  <a:lnTo>
                    <a:pt x="101911" y="339329"/>
                  </a:lnTo>
                  <a:lnTo>
                    <a:pt x="100645" y="339274"/>
                  </a:lnTo>
                  <a:lnTo>
                    <a:pt x="98099" y="340884"/>
                  </a:lnTo>
                  <a:lnTo>
                    <a:pt x="96474" y="342973"/>
                  </a:lnTo>
                  <a:lnTo>
                    <a:pt x="95772" y="345544"/>
                  </a:lnTo>
                  <a:lnTo>
                    <a:pt x="94838" y="347106"/>
                  </a:lnTo>
                  <a:lnTo>
                    <a:pt x="93671" y="347662"/>
                  </a:lnTo>
                  <a:lnTo>
                    <a:pt x="93157" y="348975"/>
                  </a:lnTo>
                  <a:lnTo>
                    <a:pt x="93295" y="351050"/>
                  </a:lnTo>
                  <a:lnTo>
                    <a:pt x="92846" y="352637"/>
                  </a:lnTo>
                  <a:lnTo>
                    <a:pt x="91808" y="353734"/>
                  </a:lnTo>
                  <a:lnTo>
                    <a:pt x="90134" y="353414"/>
                  </a:lnTo>
                  <a:lnTo>
                    <a:pt x="87823" y="351676"/>
                  </a:lnTo>
                  <a:lnTo>
                    <a:pt x="84882" y="351267"/>
                  </a:lnTo>
                  <a:lnTo>
                    <a:pt x="81309" y="352181"/>
                  </a:lnTo>
                  <a:lnTo>
                    <a:pt x="78741" y="351751"/>
                  </a:lnTo>
                  <a:lnTo>
                    <a:pt x="77178" y="349968"/>
                  </a:lnTo>
                  <a:lnTo>
                    <a:pt x="75518" y="348952"/>
                  </a:lnTo>
                  <a:lnTo>
                    <a:pt x="73762" y="348698"/>
                  </a:lnTo>
                  <a:lnTo>
                    <a:pt x="72744" y="347951"/>
                  </a:lnTo>
                  <a:lnTo>
                    <a:pt x="70661" y="346624"/>
                  </a:lnTo>
                  <a:lnTo>
                    <a:pt x="70263" y="344347"/>
                  </a:lnTo>
                  <a:lnTo>
                    <a:pt x="70018" y="342621"/>
                  </a:lnTo>
                  <a:lnTo>
                    <a:pt x="69425" y="340803"/>
                  </a:lnTo>
                  <a:lnTo>
                    <a:pt x="69360" y="339340"/>
                  </a:lnTo>
                  <a:lnTo>
                    <a:pt x="69826" y="338226"/>
                  </a:lnTo>
                  <a:lnTo>
                    <a:pt x="69893" y="336432"/>
                  </a:lnTo>
                  <a:lnTo>
                    <a:pt x="69559" y="333956"/>
                  </a:lnTo>
                  <a:lnTo>
                    <a:pt x="68983" y="332749"/>
                  </a:lnTo>
                  <a:lnTo>
                    <a:pt x="68166" y="332816"/>
                  </a:lnTo>
                  <a:lnTo>
                    <a:pt x="67658" y="331869"/>
                  </a:lnTo>
                  <a:lnTo>
                    <a:pt x="67459" y="329910"/>
                  </a:lnTo>
                  <a:lnTo>
                    <a:pt x="66977" y="328424"/>
                  </a:lnTo>
                  <a:lnTo>
                    <a:pt x="65827" y="326912"/>
                  </a:lnTo>
                  <a:lnTo>
                    <a:pt x="64310" y="328052"/>
                  </a:lnTo>
                  <a:lnTo>
                    <a:pt x="63594" y="329774"/>
                  </a:lnTo>
                  <a:lnTo>
                    <a:pt x="63174" y="332464"/>
                  </a:lnTo>
                  <a:lnTo>
                    <a:pt x="62790" y="333811"/>
                  </a:lnTo>
                  <a:lnTo>
                    <a:pt x="62598" y="336065"/>
                  </a:lnTo>
                  <a:lnTo>
                    <a:pt x="62511" y="337658"/>
                  </a:lnTo>
                  <a:lnTo>
                    <a:pt x="62119" y="339355"/>
                  </a:lnTo>
                  <a:lnTo>
                    <a:pt x="61715" y="340044"/>
                  </a:lnTo>
                  <a:lnTo>
                    <a:pt x="61301" y="339733"/>
                  </a:lnTo>
                  <a:lnTo>
                    <a:pt x="60520" y="340411"/>
                  </a:lnTo>
                  <a:lnTo>
                    <a:pt x="58804" y="342921"/>
                  </a:lnTo>
                  <a:lnTo>
                    <a:pt x="58316" y="344243"/>
                  </a:lnTo>
                  <a:lnTo>
                    <a:pt x="56928" y="341848"/>
                  </a:lnTo>
                  <a:lnTo>
                    <a:pt x="52881" y="332842"/>
                  </a:lnTo>
                  <a:lnTo>
                    <a:pt x="51447" y="330501"/>
                  </a:lnTo>
                  <a:lnTo>
                    <a:pt x="49326" y="324984"/>
                  </a:lnTo>
                  <a:lnTo>
                    <a:pt x="44667" y="307866"/>
                  </a:lnTo>
                  <a:lnTo>
                    <a:pt x="44002" y="304571"/>
                  </a:lnTo>
                  <a:lnTo>
                    <a:pt x="43115" y="296301"/>
                  </a:lnTo>
                  <a:lnTo>
                    <a:pt x="42092" y="290169"/>
                  </a:lnTo>
                  <a:lnTo>
                    <a:pt x="41980" y="286631"/>
                  </a:lnTo>
                  <a:lnTo>
                    <a:pt x="42468" y="284631"/>
                  </a:lnTo>
                  <a:lnTo>
                    <a:pt x="42169" y="281907"/>
                  </a:lnTo>
                  <a:lnTo>
                    <a:pt x="41645" y="279477"/>
                  </a:lnTo>
                  <a:lnTo>
                    <a:pt x="40056" y="276295"/>
                  </a:lnTo>
                  <a:lnTo>
                    <a:pt x="39605" y="265661"/>
                  </a:lnTo>
                  <a:lnTo>
                    <a:pt x="38543" y="258790"/>
                  </a:lnTo>
                  <a:lnTo>
                    <a:pt x="38771" y="253114"/>
                  </a:lnTo>
                  <a:lnTo>
                    <a:pt x="38264" y="247943"/>
                  </a:lnTo>
                  <a:lnTo>
                    <a:pt x="38214" y="244628"/>
                  </a:lnTo>
                  <a:lnTo>
                    <a:pt x="38443" y="238328"/>
                  </a:lnTo>
                  <a:lnTo>
                    <a:pt x="37590" y="231082"/>
                  </a:lnTo>
                  <a:lnTo>
                    <a:pt x="35862" y="223992"/>
                  </a:lnTo>
                  <a:lnTo>
                    <a:pt x="34303" y="213766"/>
                  </a:lnTo>
                  <a:lnTo>
                    <a:pt x="34079" y="209287"/>
                  </a:lnTo>
                  <a:lnTo>
                    <a:pt x="34245" y="197245"/>
                  </a:lnTo>
                  <a:lnTo>
                    <a:pt x="33944" y="192334"/>
                  </a:lnTo>
                  <a:lnTo>
                    <a:pt x="33961" y="186557"/>
                  </a:lnTo>
                  <a:lnTo>
                    <a:pt x="33344" y="180572"/>
                  </a:lnTo>
                  <a:lnTo>
                    <a:pt x="33090" y="177305"/>
                  </a:lnTo>
                  <a:lnTo>
                    <a:pt x="33524" y="174720"/>
                  </a:lnTo>
                  <a:lnTo>
                    <a:pt x="33781" y="175536"/>
                  </a:lnTo>
                  <a:lnTo>
                    <a:pt x="34230" y="175926"/>
                  </a:lnTo>
                  <a:lnTo>
                    <a:pt x="34529" y="172492"/>
                  </a:lnTo>
                  <a:lnTo>
                    <a:pt x="34604" y="169459"/>
                  </a:lnTo>
                  <a:lnTo>
                    <a:pt x="33824" y="161971"/>
                  </a:lnTo>
                  <a:lnTo>
                    <a:pt x="32085" y="154312"/>
                  </a:lnTo>
                  <a:lnTo>
                    <a:pt x="27783" y="141832"/>
                  </a:lnTo>
                  <a:lnTo>
                    <a:pt x="26733" y="137077"/>
                  </a:lnTo>
                  <a:lnTo>
                    <a:pt x="26131" y="133135"/>
                  </a:lnTo>
                  <a:lnTo>
                    <a:pt x="21334" y="116689"/>
                  </a:lnTo>
                  <a:lnTo>
                    <a:pt x="19283" y="105083"/>
                  </a:lnTo>
                  <a:lnTo>
                    <a:pt x="17851" y="95059"/>
                  </a:lnTo>
                  <a:lnTo>
                    <a:pt x="16293" y="90436"/>
                  </a:lnTo>
                  <a:lnTo>
                    <a:pt x="9088" y="57888"/>
                  </a:lnTo>
                  <a:lnTo>
                    <a:pt x="7490" y="52697"/>
                  </a:lnTo>
                  <a:lnTo>
                    <a:pt x="4615" y="46487"/>
                  </a:lnTo>
                  <a:lnTo>
                    <a:pt x="3942" y="44413"/>
                  </a:lnTo>
                  <a:lnTo>
                    <a:pt x="2834" y="38497"/>
                  </a:lnTo>
                  <a:lnTo>
                    <a:pt x="668" y="30556"/>
                  </a:lnTo>
                  <a:lnTo>
                    <a:pt x="145" y="23145"/>
                  </a:lnTo>
                  <a:lnTo>
                    <a:pt x="0" y="14748"/>
                  </a:lnTo>
                  <a:lnTo>
                    <a:pt x="263" y="8319"/>
                  </a:lnTo>
                  <a:lnTo>
                    <a:pt x="2231" y="7649"/>
                  </a:lnTo>
                  <a:lnTo>
                    <a:pt x="3606" y="5935"/>
                  </a:lnTo>
                  <a:lnTo>
                    <a:pt x="4845" y="5817"/>
                  </a:lnTo>
                  <a:lnTo>
                    <a:pt x="6067" y="7159"/>
                  </a:lnTo>
                  <a:lnTo>
                    <a:pt x="7364" y="7260"/>
                  </a:lnTo>
                  <a:lnTo>
                    <a:pt x="7867" y="7038"/>
                  </a:lnTo>
                  <a:lnTo>
                    <a:pt x="10198" y="7240"/>
                  </a:lnTo>
                  <a:lnTo>
                    <a:pt x="11536" y="5699"/>
                  </a:lnTo>
                  <a:lnTo>
                    <a:pt x="13123" y="4152"/>
                  </a:lnTo>
                  <a:lnTo>
                    <a:pt x="14037" y="2804"/>
                  </a:lnTo>
                  <a:lnTo>
                    <a:pt x="15319" y="1411"/>
                  </a:lnTo>
                  <a:lnTo>
                    <a:pt x="17022" y="0"/>
                  </a:lnTo>
                  <a:lnTo>
                    <a:pt x="17989" y="118"/>
                  </a:lnTo>
                  <a:lnTo>
                    <a:pt x="19176" y="646"/>
                  </a:lnTo>
                  <a:lnTo>
                    <a:pt x="20755" y="1185"/>
                  </a:lnTo>
                  <a:lnTo>
                    <a:pt x="21647" y="2138"/>
                  </a:lnTo>
                  <a:lnTo>
                    <a:pt x="22705" y="5127"/>
                  </a:lnTo>
                  <a:lnTo>
                    <a:pt x="24342" y="7854"/>
                  </a:lnTo>
                  <a:lnTo>
                    <a:pt x="25547" y="9476"/>
                  </a:lnTo>
                  <a:lnTo>
                    <a:pt x="26931" y="11614"/>
                  </a:lnTo>
                  <a:lnTo>
                    <a:pt x="27348" y="12442"/>
                  </a:lnTo>
                  <a:lnTo>
                    <a:pt x="27958" y="12898"/>
                  </a:lnTo>
                  <a:lnTo>
                    <a:pt x="28329" y="13037"/>
                  </a:lnTo>
                  <a:lnTo>
                    <a:pt x="30901" y="12708"/>
                  </a:lnTo>
                  <a:lnTo>
                    <a:pt x="33231" y="12411"/>
                  </a:lnTo>
                  <a:lnTo>
                    <a:pt x="35739" y="12419"/>
                  </a:lnTo>
                  <a:lnTo>
                    <a:pt x="40461" y="12437"/>
                  </a:lnTo>
                  <a:lnTo>
                    <a:pt x="45182" y="12454"/>
                  </a:lnTo>
                  <a:lnTo>
                    <a:pt x="49903" y="12468"/>
                  </a:lnTo>
                  <a:lnTo>
                    <a:pt x="54625" y="12486"/>
                  </a:lnTo>
                  <a:lnTo>
                    <a:pt x="59346" y="12503"/>
                  </a:lnTo>
                  <a:lnTo>
                    <a:pt x="64068" y="12520"/>
                  </a:lnTo>
                  <a:lnTo>
                    <a:pt x="68789" y="12538"/>
                  </a:lnTo>
                  <a:lnTo>
                    <a:pt x="73509" y="12555"/>
                  </a:lnTo>
                  <a:lnTo>
                    <a:pt x="75441" y="12561"/>
                  </a:lnTo>
                  <a:lnTo>
                    <a:pt x="78815" y="12656"/>
                  </a:lnTo>
                  <a:lnTo>
                    <a:pt x="82364" y="12757"/>
                  </a:lnTo>
                  <a:lnTo>
                    <a:pt x="82757" y="12927"/>
                  </a:lnTo>
                  <a:lnTo>
                    <a:pt x="83153" y="13501"/>
                  </a:lnTo>
                  <a:lnTo>
                    <a:pt x="83478" y="14038"/>
                  </a:lnTo>
                  <a:lnTo>
                    <a:pt x="84731" y="17798"/>
                  </a:lnTo>
                  <a:lnTo>
                    <a:pt x="86334" y="21734"/>
                  </a:lnTo>
                  <a:lnTo>
                    <a:pt x="87665" y="23598"/>
                  </a:lnTo>
                  <a:lnTo>
                    <a:pt x="89261" y="24698"/>
                  </a:lnTo>
                  <a:lnTo>
                    <a:pt x="90756" y="25116"/>
                  </a:lnTo>
                  <a:lnTo>
                    <a:pt x="92150" y="24845"/>
                  </a:lnTo>
                  <a:lnTo>
                    <a:pt x="94467" y="25347"/>
                  </a:lnTo>
                  <a:lnTo>
                    <a:pt x="97702" y="26622"/>
                  </a:lnTo>
                  <a:lnTo>
                    <a:pt x="101064" y="26998"/>
                  </a:lnTo>
                  <a:lnTo>
                    <a:pt x="104551" y="26475"/>
                  </a:lnTo>
                  <a:lnTo>
                    <a:pt x="107002" y="27177"/>
                  </a:lnTo>
                  <a:lnTo>
                    <a:pt x="108416" y="29101"/>
                  </a:lnTo>
                  <a:lnTo>
                    <a:pt x="109866" y="30406"/>
                  </a:lnTo>
                  <a:lnTo>
                    <a:pt x="111352" y="31087"/>
                  </a:lnTo>
                  <a:lnTo>
                    <a:pt x="113361" y="30683"/>
                  </a:lnTo>
                  <a:lnTo>
                    <a:pt x="115893" y="29196"/>
                  </a:lnTo>
                  <a:lnTo>
                    <a:pt x="118045" y="29410"/>
                  </a:lnTo>
                  <a:lnTo>
                    <a:pt x="119043" y="30489"/>
                  </a:lnTo>
                  <a:lnTo>
                    <a:pt x="119637" y="30524"/>
                  </a:lnTo>
                  <a:lnTo>
                    <a:pt x="123358" y="28960"/>
                  </a:lnTo>
                  <a:lnTo>
                    <a:pt x="126349" y="27702"/>
                  </a:lnTo>
                  <a:lnTo>
                    <a:pt x="130833" y="25702"/>
                  </a:lnTo>
                  <a:lnTo>
                    <a:pt x="134532" y="24051"/>
                  </a:lnTo>
                  <a:lnTo>
                    <a:pt x="140014" y="21604"/>
                  </a:lnTo>
                  <a:close/>
                </a:path>
              </a:pathLst>
            </a:custGeom>
            <a:solidFill>
              <a:srgbClr val="BBD8B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6" name="pg1045"/>
            <p:cNvSpPr/>
            <p:nvPr/>
          </p:nvSpPr>
          <p:spPr>
            <a:xfrm>
              <a:off x="5429979" y="4300147"/>
              <a:ext cx="1509" cy="3537"/>
            </a:xfrm>
            <a:custGeom>
              <a:avLst/>
              <a:pathLst>
                <a:path w="1509" h="3537">
                  <a:moveTo>
                    <a:pt x="1509" y="2418"/>
                  </a:moveTo>
                  <a:lnTo>
                    <a:pt x="1118" y="3537"/>
                  </a:lnTo>
                  <a:lnTo>
                    <a:pt x="633" y="3306"/>
                  </a:lnTo>
                  <a:lnTo>
                    <a:pt x="267" y="2888"/>
                  </a:lnTo>
                  <a:lnTo>
                    <a:pt x="0" y="2279"/>
                  </a:lnTo>
                  <a:lnTo>
                    <a:pt x="263" y="0"/>
                  </a:lnTo>
                  <a:lnTo>
                    <a:pt x="1325" y="1116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7" name="pg1046"/>
            <p:cNvSpPr/>
            <p:nvPr/>
          </p:nvSpPr>
          <p:spPr>
            <a:xfrm>
              <a:off x="5434832" y="4264584"/>
              <a:ext cx="3993" cy="9020"/>
            </a:xfrm>
            <a:custGeom>
              <a:avLst/>
              <a:pathLst>
                <a:path w="3993" h="9020">
                  <a:moveTo>
                    <a:pt x="2412" y="2721"/>
                  </a:moveTo>
                  <a:lnTo>
                    <a:pt x="2992" y="3266"/>
                  </a:lnTo>
                  <a:lnTo>
                    <a:pt x="3993" y="3171"/>
                  </a:lnTo>
                  <a:lnTo>
                    <a:pt x="3767" y="8212"/>
                  </a:lnTo>
                  <a:lnTo>
                    <a:pt x="2357" y="9020"/>
                  </a:lnTo>
                  <a:lnTo>
                    <a:pt x="1867" y="8974"/>
                  </a:lnTo>
                  <a:lnTo>
                    <a:pt x="1553" y="7915"/>
                  </a:lnTo>
                  <a:lnTo>
                    <a:pt x="745" y="7216"/>
                  </a:lnTo>
                  <a:lnTo>
                    <a:pt x="785" y="5488"/>
                  </a:lnTo>
                  <a:lnTo>
                    <a:pt x="0" y="1618"/>
                  </a:lnTo>
                  <a:lnTo>
                    <a:pt x="1364" y="1033"/>
                  </a:lnTo>
                  <a:lnTo>
                    <a:pt x="2135" y="0"/>
                  </a:lnTo>
                  <a:lnTo>
                    <a:pt x="2092" y="940"/>
                  </a:lnTo>
                  <a:lnTo>
                    <a:pt x="2211" y="204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8" name="pg1047"/>
            <p:cNvSpPr/>
            <p:nvPr/>
          </p:nvSpPr>
          <p:spPr>
            <a:xfrm>
              <a:off x="5425174" y="4244953"/>
              <a:ext cx="4909" cy="14633"/>
            </a:xfrm>
            <a:custGeom>
              <a:avLst/>
              <a:pathLst>
                <a:path w="4909" h="14633">
                  <a:moveTo>
                    <a:pt x="4543" y="14393"/>
                  </a:moveTo>
                  <a:lnTo>
                    <a:pt x="3868" y="14633"/>
                  </a:lnTo>
                  <a:lnTo>
                    <a:pt x="2968" y="12506"/>
                  </a:lnTo>
                  <a:lnTo>
                    <a:pt x="1248" y="11438"/>
                  </a:lnTo>
                  <a:lnTo>
                    <a:pt x="492" y="9565"/>
                  </a:lnTo>
                  <a:lnTo>
                    <a:pt x="0" y="7358"/>
                  </a:lnTo>
                  <a:lnTo>
                    <a:pt x="974" y="6813"/>
                  </a:lnTo>
                  <a:lnTo>
                    <a:pt x="1934" y="3840"/>
                  </a:lnTo>
                  <a:lnTo>
                    <a:pt x="1279" y="2735"/>
                  </a:lnTo>
                  <a:lnTo>
                    <a:pt x="151" y="2539"/>
                  </a:lnTo>
                  <a:lnTo>
                    <a:pt x="284" y="1379"/>
                  </a:lnTo>
                  <a:lnTo>
                    <a:pt x="2113" y="0"/>
                  </a:lnTo>
                  <a:lnTo>
                    <a:pt x="2914" y="799"/>
                  </a:lnTo>
                  <a:lnTo>
                    <a:pt x="3272" y="1742"/>
                  </a:lnTo>
                  <a:lnTo>
                    <a:pt x="3217" y="6440"/>
                  </a:lnTo>
                  <a:lnTo>
                    <a:pt x="4049" y="7935"/>
                  </a:lnTo>
                  <a:lnTo>
                    <a:pt x="4909" y="11280"/>
                  </a:lnTo>
                  <a:lnTo>
                    <a:pt x="4905" y="12217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9" name="pg1048"/>
            <p:cNvSpPr/>
            <p:nvPr/>
          </p:nvSpPr>
          <p:spPr>
            <a:xfrm>
              <a:off x="5418521" y="4237266"/>
              <a:ext cx="2187" cy="8723"/>
            </a:xfrm>
            <a:custGeom>
              <a:avLst/>
              <a:pathLst>
                <a:path w="2187" h="8723">
                  <a:moveTo>
                    <a:pt x="656" y="8431"/>
                  </a:moveTo>
                  <a:lnTo>
                    <a:pt x="0" y="8723"/>
                  </a:lnTo>
                  <a:lnTo>
                    <a:pt x="793" y="6019"/>
                  </a:lnTo>
                  <a:lnTo>
                    <a:pt x="815" y="4366"/>
                  </a:lnTo>
                  <a:lnTo>
                    <a:pt x="1134" y="1096"/>
                  </a:lnTo>
                  <a:lnTo>
                    <a:pt x="1097" y="0"/>
                  </a:lnTo>
                  <a:lnTo>
                    <a:pt x="1618" y="144"/>
                  </a:lnTo>
                  <a:lnTo>
                    <a:pt x="2187" y="1087"/>
                  </a:lnTo>
                  <a:lnTo>
                    <a:pt x="1534" y="1895"/>
                  </a:lnTo>
                  <a:lnTo>
                    <a:pt x="1317" y="3309"/>
                  </a:lnTo>
                  <a:lnTo>
                    <a:pt x="1340" y="5081"/>
                  </a:lnTo>
                  <a:lnTo>
                    <a:pt x="1591" y="5404"/>
                  </a:lnTo>
                  <a:lnTo>
                    <a:pt x="1176" y="7343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0" name="pg1049"/>
            <p:cNvSpPr/>
            <p:nvPr/>
          </p:nvSpPr>
          <p:spPr>
            <a:xfrm>
              <a:off x="5388211" y="4229232"/>
              <a:ext cx="36612" cy="66032"/>
            </a:xfrm>
            <a:custGeom>
              <a:avLst/>
              <a:pathLst>
                <a:path w="36612" h="66032">
                  <a:moveTo>
                    <a:pt x="2036" y="3090"/>
                  </a:moveTo>
                  <a:lnTo>
                    <a:pt x="3428" y="4945"/>
                  </a:lnTo>
                  <a:lnTo>
                    <a:pt x="4919" y="4158"/>
                  </a:lnTo>
                  <a:lnTo>
                    <a:pt x="6796" y="7081"/>
                  </a:lnTo>
                  <a:lnTo>
                    <a:pt x="11579" y="15943"/>
                  </a:lnTo>
                  <a:lnTo>
                    <a:pt x="13260" y="17818"/>
                  </a:lnTo>
                  <a:lnTo>
                    <a:pt x="14246" y="18537"/>
                  </a:lnTo>
                  <a:lnTo>
                    <a:pt x="14993" y="19988"/>
                  </a:lnTo>
                  <a:lnTo>
                    <a:pt x="15663" y="22029"/>
                  </a:lnTo>
                  <a:lnTo>
                    <a:pt x="16575" y="23471"/>
                  </a:lnTo>
                  <a:lnTo>
                    <a:pt x="16969" y="24816"/>
                  </a:lnTo>
                  <a:lnTo>
                    <a:pt x="17068" y="26631"/>
                  </a:lnTo>
                  <a:lnTo>
                    <a:pt x="17397" y="27748"/>
                  </a:lnTo>
                  <a:lnTo>
                    <a:pt x="19066" y="30685"/>
                  </a:lnTo>
                  <a:lnTo>
                    <a:pt x="20058" y="33262"/>
                  </a:lnTo>
                  <a:lnTo>
                    <a:pt x="21438" y="34578"/>
                  </a:lnTo>
                  <a:lnTo>
                    <a:pt x="22033" y="36116"/>
                  </a:lnTo>
                  <a:lnTo>
                    <a:pt x="22804" y="36867"/>
                  </a:lnTo>
                  <a:lnTo>
                    <a:pt x="23596" y="38439"/>
                  </a:lnTo>
                  <a:lnTo>
                    <a:pt x="24932" y="39666"/>
                  </a:lnTo>
                  <a:lnTo>
                    <a:pt x="27962" y="44196"/>
                  </a:lnTo>
                  <a:lnTo>
                    <a:pt x="30302" y="48499"/>
                  </a:lnTo>
                  <a:lnTo>
                    <a:pt x="31468" y="51159"/>
                  </a:lnTo>
                  <a:lnTo>
                    <a:pt x="32729" y="53528"/>
                  </a:lnTo>
                  <a:lnTo>
                    <a:pt x="34339" y="55418"/>
                  </a:lnTo>
                  <a:lnTo>
                    <a:pt x="35848" y="57580"/>
                  </a:lnTo>
                  <a:lnTo>
                    <a:pt x="36612" y="62644"/>
                  </a:lnTo>
                  <a:lnTo>
                    <a:pt x="36192" y="64456"/>
                  </a:lnTo>
                  <a:lnTo>
                    <a:pt x="35325" y="65357"/>
                  </a:lnTo>
                  <a:lnTo>
                    <a:pt x="34522" y="65420"/>
                  </a:lnTo>
                  <a:lnTo>
                    <a:pt x="33771" y="66032"/>
                  </a:lnTo>
                  <a:lnTo>
                    <a:pt x="31260" y="62762"/>
                  </a:lnTo>
                  <a:lnTo>
                    <a:pt x="30662" y="62280"/>
                  </a:lnTo>
                  <a:lnTo>
                    <a:pt x="29993" y="62482"/>
                  </a:lnTo>
                  <a:lnTo>
                    <a:pt x="29620" y="61758"/>
                  </a:lnTo>
                  <a:lnTo>
                    <a:pt x="29357" y="60714"/>
                  </a:lnTo>
                  <a:lnTo>
                    <a:pt x="27825" y="59499"/>
                  </a:lnTo>
                  <a:lnTo>
                    <a:pt x="26399" y="57551"/>
                  </a:lnTo>
                  <a:lnTo>
                    <a:pt x="25985" y="56229"/>
                  </a:lnTo>
                  <a:lnTo>
                    <a:pt x="25745" y="54584"/>
                  </a:lnTo>
                  <a:lnTo>
                    <a:pt x="25404" y="53635"/>
                  </a:lnTo>
                  <a:lnTo>
                    <a:pt x="23392" y="52198"/>
                  </a:lnTo>
                  <a:lnTo>
                    <a:pt x="22040" y="50596"/>
                  </a:lnTo>
                  <a:lnTo>
                    <a:pt x="21058" y="48337"/>
                  </a:lnTo>
                  <a:lnTo>
                    <a:pt x="19532" y="46767"/>
                  </a:lnTo>
                  <a:lnTo>
                    <a:pt x="17156" y="43541"/>
                  </a:lnTo>
                  <a:lnTo>
                    <a:pt x="15934" y="42508"/>
                  </a:lnTo>
                  <a:lnTo>
                    <a:pt x="14865" y="40895"/>
                  </a:lnTo>
                  <a:lnTo>
                    <a:pt x="12004" y="35026"/>
                  </a:lnTo>
                  <a:lnTo>
                    <a:pt x="10984" y="33932"/>
                  </a:lnTo>
                  <a:lnTo>
                    <a:pt x="10093" y="31323"/>
                  </a:lnTo>
                  <a:lnTo>
                    <a:pt x="7630" y="25134"/>
                  </a:lnTo>
                  <a:lnTo>
                    <a:pt x="6443" y="22586"/>
                  </a:lnTo>
                  <a:lnTo>
                    <a:pt x="5150" y="20317"/>
                  </a:lnTo>
                  <a:lnTo>
                    <a:pt x="4161" y="17663"/>
                  </a:lnTo>
                  <a:lnTo>
                    <a:pt x="3400" y="14514"/>
                  </a:lnTo>
                  <a:lnTo>
                    <a:pt x="1633" y="10007"/>
                  </a:lnTo>
                  <a:lnTo>
                    <a:pt x="1417" y="8079"/>
                  </a:lnTo>
                  <a:lnTo>
                    <a:pt x="1490" y="6100"/>
                  </a:lnTo>
                  <a:lnTo>
                    <a:pt x="1065" y="4827"/>
                  </a:lnTo>
                  <a:lnTo>
                    <a:pt x="342" y="4051"/>
                  </a:lnTo>
                  <a:lnTo>
                    <a:pt x="0" y="2721"/>
                  </a:lnTo>
                  <a:lnTo>
                    <a:pt x="39" y="926"/>
                  </a:lnTo>
                  <a:lnTo>
                    <a:pt x="275" y="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1" name="pg1050"/>
            <p:cNvSpPr/>
            <p:nvPr/>
          </p:nvSpPr>
          <p:spPr>
            <a:xfrm>
              <a:off x="5337506" y="4198890"/>
              <a:ext cx="578" cy="6455"/>
            </a:xfrm>
            <a:custGeom>
              <a:avLst/>
              <a:pathLst>
                <a:path w="578" h="6455">
                  <a:moveTo>
                    <a:pt x="290" y="5823"/>
                  </a:moveTo>
                  <a:lnTo>
                    <a:pt x="101" y="6455"/>
                  </a:lnTo>
                  <a:lnTo>
                    <a:pt x="0" y="1763"/>
                  </a:lnTo>
                  <a:lnTo>
                    <a:pt x="390" y="0"/>
                  </a:lnTo>
                  <a:lnTo>
                    <a:pt x="578" y="3653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2" name="pg1051"/>
            <p:cNvSpPr/>
            <p:nvPr/>
          </p:nvSpPr>
          <p:spPr>
            <a:xfrm>
              <a:off x="3366043" y="2939139"/>
              <a:ext cx="194960" cy="349316"/>
            </a:xfrm>
            <a:custGeom>
              <a:avLst/>
              <a:pathLst>
                <a:path w="194960" h="349316">
                  <a:moveTo>
                    <a:pt x="182816" y="15415"/>
                  </a:moveTo>
                  <a:lnTo>
                    <a:pt x="184173" y="32489"/>
                  </a:lnTo>
                  <a:lnTo>
                    <a:pt x="185200" y="47154"/>
                  </a:lnTo>
                  <a:lnTo>
                    <a:pt x="185269" y="56499"/>
                  </a:lnTo>
                  <a:lnTo>
                    <a:pt x="185318" y="58935"/>
                  </a:lnTo>
                  <a:lnTo>
                    <a:pt x="185738" y="60588"/>
                  </a:lnTo>
                  <a:lnTo>
                    <a:pt x="186698" y="62240"/>
                  </a:lnTo>
                  <a:lnTo>
                    <a:pt x="190569" y="75748"/>
                  </a:lnTo>
                  <a:lnTo>
                    <a:pt x="189742" y="78097"/>
                  </a:lnTo>
                  <a:lnTo>
                    <a:pt x="190320" y="82281"/>
                  </a:lnTo>
                  <a:lnTo>
                    <a:pt x="191323" y="84082"/>
                  </a:lnTo>
                  <a:lnTo>
                    <a:pt x="194542" y="92134"/>
                  </a:lnTo>
                  <a:lnTo>
                    <a:pt x="194960" y="93720"/>
                  </a:lnTo>
                  <a:lnTo>
                    <a:pt x="194783" y="94991"/>
                  </a:lnTo>
                  <a:lnTo>
                    <a:pt x="192530" y="104464"/>
                  </a:lnTo>
                  <a:lnTo>
                    <a:pt x="192145" y="106784"/>
                  </a:lnTo>
                  <a:lnTo>
                    <a:pt x="191696" y="118865"/>
                  </a:lnTo>
                  <a:lnTo>
                    <a:pt x="191379" y="127388"/>
                  </a:lnTo>
                  <a:lnTo>
                    <a:pt x="190943" y="139088"/>
                  </a:lnTo>
                  <a:lnTo>
                    <a:pt x="190423" y="153088"/>
                  </a:lnTo>
                  <a:lnTo>
                    <a:pt x="190004" y="164901"/>
                  </a:lnTo>
                  <a:lnTo>
                    <a:pt x="189451" y="180526"/>
                  </a:lnTo>
                  <a:lnTo>
                    <a:pt x="188928" y="195303"/>
                  </a:lnTo>
                  <a:lnTo>
                    <a:pt x="185692" y="203415"/>
                  </a:lnTo>
                  <a:lnTo>
                    <a:pt x="179949" y="217813"/>
                  </a:lnTo>
                  <a:lnTo>
                    <a:pt x="175276" y="229528"/>
                  </a:lnTo>
                  <a:lnTo>
                    <a:pt x="172934" y="237370"/>
                  </a:lnTo>
                  <a:lnTo>
                    <a:pt x="168355" y="252696"/>
                  </a:lnTo>
                  <a:lnTo>
                    <a:pt x="166322" y="262605"/>
                  </a:lnTo>
                  <a:lnTo>
                    <a:pt x="164734" y="267783"/>
                  </a:lnTo>
                  <a:lnTo>
                    <a:pt x="163926" y="269995"/>
                  </a:lnTo>
                  <a:lnTo>
                    <a:pt x="164636" y="277271"/>
                  </a:lnTo>
                  <a:lnTo>
                    <a:pt x="165877" y="289973"/>
                  </a:lnTo>
                  <a:lnTo>
                    <a:pt x="163664" y="290056"/>
                  </a:lnTo>
                  <a:lnTo>
                    <a:pt x="162391" y="290970"/>
                  </a:lnTo>
                  <a:lnTo>
                    <a:pt x="160787" y="293860"/>
                  </a:lnTo>
                  <a:lnTo>
                    <a:pt x="158993" y="294998"/>
                  </a:lnTo>
                  <a:lnTo>
                    <a:pt x="156812" y="297524"/>
                  </a:lnTo>
                  <a:lnTo>
                    <a:pt x="155433" y="299553"/>
                  </a:lnTo>
                  <a:lnTo>
                    <a:pt x="154135" y="301143"/>
                  </a:lnTo>
                  <a:lnTo>
                    <a:pt x="152350" y="305050"/>
                  </a:lnTo>
                  <a:lnTo>
                    <a:pt x="151771" y="308022"/>
                  </a:lnTo>
                  <a:lnTo>
                    <a:pt x="149992" y="308615"/>
                  </a:lnTo>
                  <a:lnTo>
                    <a:pt x="147511" y="308120"/>
                  </a:lnTo>
                  <a:lnTo>
                    <a:pt x="145932" y="305125"/>
                  </a:lnTo>
                  <a:lnTo>
                    <a:pt x="142271" y="301996"/>
                  </a:lnTo>
                  <a:lnTo>
                    <a:pt x="139899" y="300730"/>
                  </a:lnTo>
                  <a:lnTo>
                    <a:pt x="138798" y="300344"/>
                  </a:lnTo>
                  <a:lnTo>
                    <a:pt x="133208" y="299814"/>
                  </a:lnTo>
                  <a:lnTo>
                    <a:pt x="127248" y="301035"/>
                  </a:lnTo>
                  <a:lnTo>
                    <a:pt x="124209" y="302489"/>
                  </a:lnTo>
                  <a:lnTo>
                    <a:pt x="123654" y="302811"/>
                  </a:lnTo>
                  <a:lnTo>
                    <a:pt x="121932" y="304701"/>
                  </a:lnTo>
                  <a:lnTo>
                    <a:pt x="120503" y="306796"/>
                  </a:lnTo>
                  <a:lnTo>
                    <a:pt x="116636" y="316388"/>
                  </a:lnTo>
                  <a:lnTo>
                    <a:pt x="111523" y="316068"/>
                  </a:lnTo>
                  <a:lnTo>
                    <a:pt x="108513" y="315004"/>
                  </a:lnTo>
                  <a:lnTo>
                    <a:pt x="105958" y="313507"/>
                  </a:lnTo>
                  <a:lnTo>
                    <a:pt x="102324" y="309029"/>
                  </a:lnTo>
                  <a:lnTo>
                    <a:pt x="97868" y="302189"/>
                  </a:lnTo>
                  <a:lnTo>
                    <a:pt x="96150" y="301256"/>
                  </a:lnTo>
                  <a:lnTo>
                    <a:pt x="94604" y="300719"/>
                  </a:lnTo>
                  <a:lnTo>
                    <a:pt x="94088" y="300808"/>
                  </a:lnTo>
                  <a:lnTo>
                    <a:pt x="88771" y="307626"/>
                  </a:lnTo>
                  <a:lnTo>
                    <a:pt x="87746" y="307476"/>
                  </a:lnTo>
                  <a:lnTo>
                    <a:pt x="86492" y="308242"/>
                  </a:lnTo>
                  <a:lnTo>
                    <a:pt x="85665" y="309933"/>
                  </a:lnTo>
                  <a:lnTo>
                    <a:pt x="85056" y="310787"/>
                  </a:lnTo>
                  <a:lnTo>
                    <a:pt x="84419" y="310924"/>
                  </a:lnTo>
                  <a:lnTo>
                    <a:pt x="83581" y="310550"/>
                  </a:lnTo>
                  <a:lnTo>
                    <a:pt x="82759" y="309514"/>
                  </a:lnTo>
                  <a:lnTo>
                    <a:pt x="81941" y="307611"/>
                  </a:lnTo>
                  <a:lnTo>
                    <a:pt x="79748" y="300029"/>
                  </a:lnTo>
                  <a:lnTo>
                    <a:pt x="79296" y="298703"/>
                  </a:lnTo>
                  <a:lnTo>
                    <a:pt x="78360" y="296449"/>
                  </a:lnTo>
                  <a:lnTo>
                    <a:pt x="76784" y="292956"/>
                  </a:lnTo>
                  <a:lnTo>
                    <a:pt x="75716" y="291326"/>
                  </a:lnTo>
                  <a:lnTo>
                    <a:pt x="75066" y="290906"/>
                  </a:lnTo>
                  <a:lnTo>
                    <a:pt x="74290" y="291182"/>
                  </a:lnTo>
                  <a:lnTo>
                    <a:pt x="70020" y="288176"/>
                  </a:lnTo>
                  <a:lnTo>
                    <a:pt x="65748" y="285001"/>
                  </a:lnTo>
                  <a:lnTo>
                    <a:pt x="64808" y="285405"/>
                  </a:lnTo>
                  <a:lnTo>
                    <a:pt x="64139" y="286064"/>
                  </a:lnTo>
                  <a:lnTo>
                    <a:pt x="62661" y="288417"/>
                  </a:lnTo>
                  <a:lnTo>
                    <a:pt x="60921" y="288846"/>
                  </a:lnTo>
                  <a:lnTo>
                    <a:pt x="58710" y="288657"/>
                  </a:lnTo>
                  <a:lnTo>
                    <a:pt x="57497" y="288342"/>
                  </a:lnTo>
                  <a:lnTo>
                    <a:pt x="55541" y="289127"/>
                  </a:lnTo>
                  <a:lnTo>
                    <a:pt x="54240" y="290055"/>
                  </a:lnTo>
                  <a:lnTo>
                    <a:pt x="52537" y="291659"/>
                  </a:lnTo>
                  <a:lnTo>
                    <a:pt x="50325" y="295986"/>
                  </a:lnTo>
                  <a:lnTo>
                    <a:pt x="49691" y="296546"/>
                  </a:lnTo>
                  <a:lnTo>
                    <a:pt x="49158" y="297268"/>
                  </a:lnTo>
                  <a:lnTo>
                    <a:pt x="48415" y="309154"/>
                  </a:lnTo>
                  <a:lnTo>
                    <a:pt x="47815" y="312723"/>
                  </a:lnTo>
                  <a:lnTo>
                    <a:pt x="46693" y="317440"/>
                  </a:lnTo>
                  <a:lnTo>
                    <a:pt x="44489" y="321957"/>
                  </a:lnTo>
                  <a:lnTo>
                    <a:pt x="42977" y="324681"/>
                  </a:lnTo>
                  <a:lnTo>
                    <a:pt x="42942" y="328366"/>
                  </a:lnTo>
                  <a:lnTo>
                    <a:pt x="42823" y="334384"/>
                  </a:lnTo>
                  <a:lnTo>
                    <a:pt x="42802" y="338522"/>
                  </a:lnTo>
                  <a:lnTo>
                    <a:pt x="42902" y="341217"/>
                  </a:lnTo>
                  <a:lnTo>
                    <a:pt x="42649" y="342500"/>
                  </a:lnTo>
                  <a:lnTo>
                    <a:pt x="42547" y="343672"/>
                  </a:lnTo>
                  <a:lnTo>
                    <a:pt x="42629" y="345432"/>
                  </a:lnTo>
                  <a:lnTo>
                    <a:pt x="42985" y="346262"/>
                  </a:lnTo>
                  <a:lnTo>
                    <a:pt x="43200" y="347361"/>
                  </a:lnTo>
                  <a:lnTo>
                    <a:pt x="43056" y="348266"/>
                  </a:lnTo>
                  <a:lnTo>
                    <a:pt x="42344" y="349316"/>
                  </a:lnTo>
                  <a:lnTo>
                    <a:pt x="41558" y="346622"/>
                  </a:lnTo>
                  <a:lnTo>
                    <a:pt x="40547" y="344716"/>
                  </a:lnTo>
                  <a:lnTo>
                    <a:pt x="39439" y="343874"/>
                  </a:lnTo>
                  <a:lnTo>
                    <a:pt x="38688" y="342494"/>
                  </a:lnTo>
                  <a:lnTo>
                    <a:pt x="38296" y="340581"/>
                  </a:lnTo>
                  <a:lnTo>
                    <a:pt x="36843" y="336853"/>
                  </a:lnTo>
                  <a:lnTo>
                    <a:pt x="33493" y="329476"/>
                  </a:lnTo>
                  <a:lnTo>
                    <a:pt x="33148" y="329300"/>
                  </a:lnTo>
                  <a:lnTo>
                    <a:pt x="32594" y="329000"/>
                  </a:lnTo>
                  <a:lnTo>
                    <a:pt x="31647" y="329893"/>
                  </a:lnTo>
                  <a:lnTo>
                    <a:pt x="31065" y="331099"/>
                  </a:lnTo>
                  <a:lnTo>
                    <a:pt x="30659" y="331572"/>
                  </a:lnTo>
                  <a:lnTo>
                    <a:pt x="30042" y="331644"/>
                  </a:lnTo>
                  <a:lnTo>
                    <a:pt x="28449" y="332576"/>
                  </a:lnTo>
                  <a:lnTo>
                    <a:pt x="27174" y="333784"/>
                  </a:lnTo>
                  <a:lnTo>
                    <a:pt x="27140" y="334774"/>
                  </a:lnTo>
                  <a:lnTo>
                    <a:pt x="27750" y="340362"/>
                  </a:lnTo>
                  <a:lnTo>
                    <a:pt x="27459" y="343383"/>
                  </a:lnTo>
                  <a:lnTo>
                    <a:pt x="26894" y="341937"/>
                  </a:lnTo>
                  <a:lnTo>
                    <a:pt x="25056" y="336309"/>
                  </a:lnTo>
                  <a:lnTo>
                    <a:pt x="23785" y="332128"/>
                  </a:lnTo>
                  <a:lnTo>
                    <a:pt x="23557" y="331200"/>
                  </a:lnTo>
                  <a:lnTo>
                    <a:pt x="23378" y="329764"/>
                  </a:lnTo>
                  <a:lnTo>
                    <a:pt x="23503" y="329138"/>
                  </a:lnTo>
                  <a:lnTo>
                    <a:pt x="24007" y="328704"/>
                  </a:lnTo>
                  <a:lnTo>
                    <a:pt x="25172" y="328150"/>
                  </a:lnTo>
                  <a:lnTo>
                    <a:pt x="25389" y="327717"/>
                  </a:lnTo>
                  <a:lnTo>
                    <a:pt x="25449" y="326570"/>
                  </a:lnTo>
                  <a:lnTo>
                    <a:pt x="25267" y="324432"/>
                  </a:lnTo>
                  <a:lnTo>
                    <a:pt x="24629" y="321536"/>
                  </a:lnTo>
                  <a:lnTo>
                    <a:pt x="23948" y="319620"/>
                  </a:lnTo>
                  <a:lnTo>
                    <a:pt x="23568" y="319245"/>
                  </a:lnTo>
                  <a:lnTo>
                    <a:pt x="22872" y="319178"/>
                  </a:lnTo>
                  <a:lnTo>
                    <a:pt x="22116" y="319438"/>
                  </a:lnTo>
                  <a:lnTo>
                    <a:pt x="20694" y="321788"/>
                  </a:lnTo>
                  <a:lnTo>
                    <a:pt x="20064" y="322220"/>
                  </a:lnTo>
                  <a:lnTo>
                    <a:pt x="18598" y="322026"/>
                  </a:lnTo>
                  <a:lnTo>
                    <a:pt x="17289" y="321566"/>
                  </a:lnTo>
                  <a:lnTo>
                    <a:pt x="16493" y="320353"/>
                  </a:lnTo>
                  <a:lnTo>
                    <a:pt x="14126" y="315690"/>
                  </a:lnTo>
                  <a:lnTo>
                    <a:pt x="11511" y="310759"/>
                  </a:lnTo>
                  <a:lnTo>
                    <a:pt x="10415" y="310060"/>
                  </a:lnTo>
                  <a:lnTo>
                    <a:pt x="10161" y="309555"/>
                  </a:lnTo>
                  <a:lnTo>
                    <a:pt x="9985" y="305759"/>
                  </a:lnTo>
                  <a:lnTo>
                    <a:pt x="10030" y="301204"/>
                  </a:lnTo>
                  <a:lnTo>
                    <a:pt x="10175" y="300012"/>
                  </a:lnTo>
                  <a:lnTo>
                    <a:pt x="11266" y="300723"/>
                  </a:lnTo>
                  <a:lnTo>
                    <a:pt x="12426" y="301054"/>
                  </a:lnTo>
                  <a:lnTo>
                    <a:pt x="12800" y="300228"/>
                  </a:lnTo>
                  <a:lnTo>
                    <a:pt x="11872" y="298608"/>
                  </a:lnTo>
                  <a:lnTo>
                    <a:pt x="10538" y="296967"/>
                  </a:lnTo>
                  <a:lnTo>
                    <a:pt x="10042" y="294483"/>
                  </a:lnTo>
                  <a:lnTo>
                    <a:pt x="9658" y="293620"/>
                  </a:lnTo>
                  <a:lnTo>
                    <a:pt x="9058" y="292740"/>
                  </a:lnTo>
                  <a:lnTo>
                    <a:pt x="8371" y="292283"/>
                  </a:lnTo>
                  <a:lnTo>
                    <a:pt x="7677" y="291584"/>
                  </a:lnTo>
                  <a:lnTo>
                    <a:pt x="7205" y="290861"/>
                  </a:lnTo>
                  <a:lnTo>
                    <a:pt x="6425" y="290540"/>
                  </a:lnTo>
                  <a:lnTo>
                    <a:pt x="5605" y="290007"/>
                  </a:lnTo>
                  <a:lnTo>
                    <a:pt x="4423" y="285979"/>
                  </a:lnTo>
                  <a:lnTo>
                    <a:pt x="3274" y="282067"/>
                  </a:lnTo>
                  <a:lnTo>
                    <a:pt x="2593" y="278987"/>
                  </a:lnTo>
                  <a:lnTo>
                    <a:pt x="2357" y="277136"/>
                  </a:lnTo>
                  <a:lnTo>
                    <a:pt x="2698" y="273980"/>
                  </a:lnTo>
                  <a:lnTo>
                    <a:pt x="2353" y="272732"/>
                  </a:lnTo>
                  <a:lnTo>
                    <a:pt x="1070" y="269529"/>
                  </a:lnTo>
                  <a:lnTo>
                    <a:pt x="0" y="266551"/>
                  </a:lnTo>
                  <a:lnTo>
                    <a:pt x="261" y="261950"/>
                  </a:lnTo>
                  <a:lnTo>
                    <a:pt x="479" y="258112"/>
                  </a:lnTo>
                  <a:lnTo>
                    <a:pt x="492" y="255682"/>
                  </a:lnTo>
                  <a:lnTo>
                    <a:pt x="661" y="254310"/>
                  </a:lnTo>
                  <a:lnTo>
                    <a:pt x="800" y="252768"/>
                  </a:lnTo>
                  <a:lnTo>
                    <a:pt x="1509" y="252280"/>
                  </a:lnTo>
                  <a:lnTo>
                    <a:pt x="3321" y="252315"/>
                  </a:lnTo>
                  <a:lnTo>
                    <a:pt x="6845" y="253028"/>
                  </a:lnTo>
                  <a:lnTo>
                    <a:pt x="9669" y="252223"/>
                  </a:lnTo>
                  <a:lnTo>
                    <a:pt x="9824" y="252081"/>
                  </a:lnTo>
                  <a:lnTo>
                    <a:pt x="11814" y="247968"/>
                  </a:lnTo>
                  <a:lnTo>
                    <a:pt x="14022" y="243649"/>
                  </a:lnTo>
                  <a:lnTo>
                    <a:pt x="17340" y="243229"/>
                  </a:lnTo>
                  <a:lnTo>
                    <a:pt x="20922" y="242779"/>
                  </a:lnTo>
                  <a:lnTo>
                    <a:pt x="23745" y="242553"/>
                  </a:lnTo>
                  <a:lnTo>
                    <a:pt x="27850" y="242227"/>
                  </a:lnTo>
                  <a:lnTo>
                    <a:pt x="31167" y="241947"/>
                  </a:lnTo>
                  <a:lnTo>
                    <a:pt x="35010" y="241619"/>
                  </a:lnTo>
                  <a:lnTo>
                    <a:pt x="35127" y="239630"/>
                  </a:lnTo>
                  <a:lnTo>
                    <a:pt x="35360" y="239140"/>
                  </a:lnTo>
                  <a:lnTo>
                    <a:pt x="35739" y="239071"/>
                  </a:lnTo>
                  <a:lnTo>
                    <a:pt x="38564" y="240137"/>
                  </a:lnTo>
                  <a:lnTo>
                    <a:pt x="41220" y="241165"/>
                  </a:lnTo>
                  <a:lnTo>
                    <a:pt x="41420" y="237419"/>
                  </a:lnTo>
                  <a:lnTo>
                    <a:pt x="43753" y="232733"/>
                  </a:lnTo>
                  <a:lnTo>
                    <a:pt x="45072" y="231778"/>
                  </a:lnTo>
                  <a:lnTo>
                    <a:pt x="45399" y="230960"/>
                  </a:lnTo>
                  <a:lnTo>
                    <a:pt x="45818" y="229377"/>
                  </a:lnTo>
                  <a:lnTo>
                    <a:pt x="46077" y="226933"/>
                  </a:lnTo>
                  <a:lnTo>
                    <a:pt x="46192" y="225194"/>
                  </a:lnTo>
                  <a:lnTo>
                    <a:pt x="46684" y="223751"/>
                  </a:lnTo>
                  <a:lnTo>
                    <a:pt x="47043" y="221095"/>
                  </a:lnTo>
                  <a:lnTo>
                    <a:pt x="47520" y="216451"/>
                  </a:lnTo>
                  <a:lnTo>
                    <a:pt x="48833" y="211575"/>
                  </a:lnTo>
                  <a:lnTo>
                    <a:pt x="49584" y="204954"/>
                  </a:lnTo>
                  <a:lnTo>
                    <a:pt x="49696" y="198560"/>
                  </a:lnTo>
                  <a:lnTo>
                    <a:pt x="49841" y="193699"/>
                  </a:lnTo>
                  <a:lnTo>
                    <a:pt x="50232" y="192703"/>
                  </a:lnTo>
                  <a:lnTo>
                    <a:pt x="50220" y="184074"/>
                  </a:lnTo>
                  <a:lnTo>
                    <a:pt x="50208" y="175394"/>
                  </a:lnTo>
                  <a:lnTo>
                    <a:pt x="50199" y="168055"/>
                  </a:lnTo>
                  <a:lnTo>
                    <a:pt x="50185" y="158927"/>
                  </a:lnTo>
                  <a:lnTo>
                    <a:pt x="50175" y="150915"/>
                  </a:lnTo>
                  <a:lnTo>
                    <a:pt x="50163" y="142235"/>
                  </a:lnTo>
                  <a:lnTo>
                    <a:pt x="50153" y="134442"/>
                  </a:lnTo>
                  <a:lnTo>
                    <a:pt x="50146" y="129280"/>
                  </a:lnTo>
                  <a:lnTo>
                    <a:pt x="52837" y="128046"/>
                  </a:lnTo>
                  <a:lnTo>
                    <a:pt x="55620" y="126768"/>
                  </a:lnTo>
                  <a:lnTo>
                    <a:pt x="59693" y="124898"/>
                  </a:lnTo>
                  <a:lnTo>
                    <a:pt x="64103" y="122875"/>
                  </a:lnTo>
                  <a:lnTo>
                    <a:pt x="68911" y="120667"/>
                  </a:lnTo>
                  <a:lnTo>
                    <a:pt x="70000" y="119340"/>
                  </a:lnTo>
                  <a:lnTo>
                    <a:pt x="73629" y="111869"/>
                  </a:lnTo>
                  <a:lnTo>
                    <a:pt x="75266" y="108496"/>
                  </a:lnTo>
                  <a:lnTo>
                    <a:pt x="78520" y="101794"/>
                  </a:lnTo>
                  <a:lnTo>
                    <a:pt x="81033" y="96620"/>
                  </a:lnTo>
                  <a:lnTo>
                    <a:pt x="84225" y="90046"/>
                  </a:lnTo>
                  <a:lnTo>
                    <a:pt x="87606" y="83428"/>
                  </a:lnTo>
                  <a:lnTo>
                    <a:pt x="90301" y="78150"/>
                  </a:lnTo>
                  <a:lnTo>
                    <a:pt x="94539" y="72167"/>
                  </a:lnTo>
                  <a:lnTo>
                    <a:pt x="100929" y="63146"/>
                  </a:lnTo>
                  <a:lnTo>
                    <a:pt x="107320" y="54126"/>
                  </a:lnTo>
                  <a:lnTo>
                    <a:pt x="113709" y="45105"/>
                  </a:lnTo>
                  <a:lnTo>
                    <a:pt x="120098" y="36083"/>
                  </a:lnTo>
                  <a:lnTo>
                    <a:pt x="126489" y="27063"/>
                  </a:lnTo>
                  <a:lnTo>
                    <a:pt x="132879" y="18042"/>
                  </a:lnTo>
                  <a:lnTo>
                    <a:pt x="139268" y="9020"/>
                  </a:lnTo>
                  <a:lnTo>
                    <a:pt x="145659" y="0"/>
                  </a:lnTo>
                  <a:lnTo>
                    <a:pt x="152087" y="3433"/>
                  </a:lnTo>
                  <a:lnTo>
                    <a:pt x="158193" y="6696"/>
                  </a:lnTo>
                  <a:lnTo>
                    <a:pt x="164334" y="9978"/>
                  </a:lnTo>
                  <a:lnTo>
                    <a:pt x="165782" y="11770"/>
                  </a:lnTo>
                  <a:lnTo>
                    <a:pt x="169041" y="18195"/>
                  </a:lnTo>
                  <a:lnTo>
                    <a:pt x="173211" y="26420"/>
                  </a:lnTo>
                  <a:lnTo>
                    <a:pt x="173394" y="26540"/>
                  </a:lnTo>
                  <a:lnTo>
                    <a:pt x="173582" y="26576"/>
                  </a:lnTo>
                  <a:lnTo>
                    <a:pt x="177592" y="21728"/>
                  </a:lnTo>
                  <a:close/>
                </a:path>
              </a:pathLst>
            </a:custGeom>
            <a:solidFill>
              <a:srgbClr val="FFCCB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3" name="pg1052"/>
            <p:cNvSpPr/>
            <p:nvPr/>
          </p:nvSpPr>
          <p:spPr>
            <a:xfrm>
              <a:off x="5435952" y="4491405"/>
              <a:ext cx="1039" cy="2432"/>
            </a:xfrm>
            <a:custGeom>
              <a:avLst/>
              <a:pathLst>
                <a:path w="1039" h="2432">
                  <a:moveTo>
                    <a:pt x="410" y="109"/>
                  </a:moveTo>
                  <a:lnTo>
                    <a:pt x="661" y="424"/>
                  </a:lnTo>
                  <a:lnTo>
                    <a:pt x="887" y="600"/>
                  </a:lnTo>
                  <a:lnTo>
                    <a:pt x="1039" y="831"/>
                  </a:lnTo>
                  <a:lnTo>
                    <a:pt x="1018" y="1330"/>
                  </a:lnTo>
                  <a:lnTo>
                    <a:pt x="898" y="1823"/>
                  </a:lnTo>
                  <a:lnTo>
                    <a:pt x="673" y="2432"/>
                  </a:lnTo>
                  <a:lnTo>
                    <a:pt x="598" y="2014"/>
                  </a:lnTo>
                  <a:lnTo>
                    <a:pt x="472" y="1742"/>
                  </a:lnTo>
                  <a:lnTo>
                    <a:pt x="340" y="1719"/>
                  </a:lnTo>
                  <a:lnTo>
                    <a:pt x="175" y="2034"/>
                  </a:lnTo>
                  <a:lnTo>
                    <a:pt x="149" y="1711"/>
                  </a:lnTo>
                  <a:lnTo>
                    <a:pt x="99" y="1416"/>
                  </a:lnTo>
                  <a:lnTo>
                    <a:pt x="77" y="1148"/>
                  </a:lnTo>
                  <a:lnTo>
                    <a:pt x="126" y="920"/>
                  </a:lnTo>
                  <a:lnTo>
                    <a:pt x="220" y="646"/>
                  </a:lnTo>
                  <a:lnTo>
                    <a:pt x="152" y="328"/>
                  </a:lnTo>
                  <a:lnTo>
                    <a:pt x="0" y="418"/>
                  </a:lnTo>
                  <a:lnTo>
                    <a:pt x="178" y="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4" name="pg1053"/>
            <p:cNvSpPr/>
            <p:nvPr/>
          </p:nvSpPr>
          <p:spPr>
            <a:xfrm>
              <a:off x="3452132" y="3500291"/>
              <a:ext cx="2313" cy="4127"/>
            </a:xfrm>
            <a:custGeom>
              <a:avLst/>
              <a:pathLst>
                <a:path w="2313" h="4127">
                  <a:moveTo>
                    <a:pt x="1978" y="3226"/>
                  </a:moveTo>
                  <a:lnTo>
                    <a:pt x="783" y="4127"/>
                  </a:lnTo>
                  <a:lnTo>
                    <a:pt x="0" y="3907"/>
                  </a:lnTo>
                  <a:lnTo>
                    <a:pt x="1072" y="0"/>
                  </a:lnTo>
                  <a:lnTo>
                    <a:pt x="1615" y="839"/>
                  </a:lnTo>
                  <a:lnTo>
                    <a:pt x="2313" y="1185"/>
                  </a:lnTo>
                  <a:close/>
                </a:path>
              </a:pathLst>
            </a:custGeom>
            <a:solidFill>
              <a:srgbClr val="E7F1E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5" name="pg1054"/>
            <p:cNvSpPr/>
            <p:nvPr/>
          </p:nvSpPr>
          <p:spPr>
            <a:xfrm>
              <a:off x="3397166" y="3224140"/>
              <a:ext cx="147351" cy="283536"/>
            </a:xfrm>
            <a:custGeom>
              <a:avLst/>
              <a:pathLst>
                <a:path w="147351" h="283536">
                  <a:moveTo>
                    <a:pt x="134754" y="4971"/>
                  </a:moveTo>
                  <a:lnTo>
                    <a:pt x="136693" y="11326"/>
                  </a:lnTo>
                  <a:lnTo>
                    <a:pt x="138777" y="18153"/>
                  </a:lnTo>
                  <a:lnTo>
                    <a:pt x="140401" y="23471"/>
                  </a:lnTo>
                  <a:lnTo>
                    <a:pt x="141587" y="37233"/>
                  </a:lnTo>
                  <a:lnTo>
                    <a:pt x="141713" y="39855"/>
                  </a:lnTo>
                  <a:lnTo>
                    <a:pt x="141804" y="41036"/>
                  </a:lnTo>
                  <a:lnTo>
                    <a:pt x="141893" y="42126"/>
                  </a:lnTo>
                  <a:lnTo>
                    <a:pt x="142048" y="44000"/>
                  </a:lnTo>
                  <a:lnTo>
                    <a:pt x="142979" y="44806"/>
                  </a:lnTo>
                  <a:lnTo>
                    <a:pt x="144738" y="45171"/>
                  </a:lnTo>
                  <a:lnTo>
                    <a:pt x="146015" y="46528"/>
                  </a:lnTo>
                  <a:lnTo>
                    <a:pt x="146781" y="48779"/>
                  </a:lnTo>
                  <a:lnTo>
                    <a:pt x="146855" y="49152"/>
                  </a:lnTo>
                  <a:lnTo>
                    <a:pt x="147259" y="50879"/>
                  </a:lnTo>
                  <a:lnTo>
                    <a:pt x="147351" y="52129"/>
                  </a:lnTo>
                  <a:lnTo>
                    <a:pt x="147240" y="55736"/>
                  </a:lnTo>
                  <a:lnTo>
                    <a:pt x="146983" y="60369"/>
                  </a:lnTo>
                  <a:lnTo>
                    <a:pt x="146544" y="63357"/>
                  </a:lnTo>
                  <a:lnTo>
                    <a:pt x="146789" y="67421"/>
                  </a:lnTo>
                  <a:lnTo>
                    <a:pt x="146712" y="69157"/>
                  </a:lnTo>
                  <a:lnTo>
                    <a:pt x="146519" y="70343"/>
                  </a:lnTo>
                  <a:lnTo>
                    <a:pt x="145733" y="71706"/>
                  </a:lnTo>
                  <a:lnTo>
                    <a:pt x="144665" y="73035"/>
                  </a:lnTo>
                  <a:lnTo>
                    <a:pt x="142109" y="76966"/>
                  </a:lnTo>
                  <a:lnTo>
                    <a:pt x="141380" y="77546"/>
                  </a:lnTo>
                  <a:lnTo>
                    <a:pt x="140312" y="77649"/>
                  </a:lnTo>
                  <a:lnTo>
                    <a:pt x="139383" y="78629"/>
                  </a:lnTo>
                  <a:lnTo>
                    <a:pt x="138280" y="80750"/>
                  </a:lnTo>
                  <a:lnTo>
                    <a:pt x="135909" y="88638"/>
                  </a:lnTo>
                  <a:lnTo>
                    <a:pt x="133878" y="96559"/>
                  </a:lnTo>
                  <a:lnTo>
                    <a:pt x="133177" y="103114"/>
                  </a:lnTo>
                  <a:lnTo>
                    <a:pt x="132387" y="109373"/>
                  </a:lnTo>
                  <a:lnTo>
                    <a:pt x="130603" y="113369"/>
                  </a:lnTo>
                  <a:lnTo>
                    <a:pt x="130354" y="115619"/>
                  </a:lnTo>
                  <a:lnTo>
                    <a:pt x="130280" y="116923"/>
                  </a:lnTo>
                  <a:lnTo>
                    <a:pt x="130218" y="119934"/>
                  </a:lnTo>
                  <a:lnTo>
                    <a:pt x="130001" y="124924"/>
                  </a:lnTo>
                  <a:lnTo>
                    <a:pt x="129724" y="127329"/>
                  </a:lnTo>
                  <a:lnTo>
                    <a:pt x="129437" y="128042"/>
                  </a:lnTo>
                  <a:lnTo>
                    <a:pt x="127512" y="129558"/>
                  </a:lnTo>
                  <a:lnTo>
                    <a:pt x="126402" y="131392"/>
                  </a:lnTo>
                  <a:lnTo>
                    <a:pt x="125738" y="135019"/>
                  </a:lnTo>
                  <a:lnTo>
                    <a:pt x="125494" y="138942"/>
                  </a:lnTo>
                  <a:lnTo>
                    <a:pt x="125105" y="143413"/>
                  </a:lnTo>
                  <a:lnTo>
                    <a:pt x="124885" y="147338"/>
                  </a:lnTo>
                  <a:lnTo>
                    <a:pt x="124585" y="149369"/>
                  </a:lnTo>
                  <a:lnTo>
                    <a:pt x="123954" y="151503"/>
                  </a:lnTo>
                  <a:lnTo>
                    <a:pt x="122972" y="153805"/>
                  </a:lnTo>
                  <a:lnTo>
                    <a:pt x="122123" y="155094"/>
                  </a:lnTo>
                  <a:lnTo>
                    <a:pt x="119911" y="155939"/>
                  </a:lnTo>
                  <a:lnTo>
                    <a:pt x="118774" y="161134"/>
                  </a:lnTo>
                  <a:lnTo>
                    <a:pt x="117812" y="165194"/>
                  </a:lnTo>
                  <a:lnTo>
                    <a:pt x="117785" y="166817"/>
                  </a:lnTo>
                  <a:lnTo>
                    <a:pt x="116857" y="175236"/>
                  </a:lnTo>
                  <a:lnTo>
                    <a:pt x="115243" y="181580"/>
                  </a:lnTo>
                  <a:lnTo>
                    <a:pt x="115137" y="183820"/>
                  </a:lnTo>
                  <a:lnTo>
                    <a:pt x="115130" y="185659"/>
                  </a:lnTo>
                  <a:lnTo>
                    <a:pt x="113111" y="191244"/>
                  </a:lnTo>
                  <a:lnTo>
                    <a:pt x="112577" y="192889"/>
                  </a:lnTo>
                  <a:lnTo>
                    <a:pt x="112062" y="195041"/>
                  </a:lnTo>
                  <a:lnTo>
                    <a:pt x="112570" y="197118"/>
                  </a:lnTo>
                  <a:lnTo>
                    <a:pt x="113140" y="199008"/>
                  </a:lnTo>
                  <a:lnTo>
                    <a:pt x="113222" y="199646"/>
                  </a:lnTo>
                  <a:lnTo>
                    <a:pt x="112304" y="201425"/>
                  </a:lnTo>
                  <a:lnTo>
                    <a:pt x="110706" y="204517"/>
                  </a:lnTo>
                  <a:lnTo>
                    <a:pt x="109750" y="206370"/>
                  </a:lnTo>
                  <a:lnTo>
                    <a:pt x="109539" y="207381"/>
                  </a:lnTo>
                  <a:lnTo>
                    <a:pt x="109400" y="212031"/>
                  </a:lnTo>
                  <a:lnTo>
                    <a:pt x="109121" y="213279"/>
                  </a:lnTo>
                  <a:lnTo>
                    <a:pt x="108485" y="214982"/>
                  </a:lnTo>
                  <a:lnTo>
                    <a:pt x="107550" y="216857"/>
                  </a:lnTo>
                  <a:lnTo>
                    <a:pt x="106598" y="218313"/>
                  </a:lnTo>
                  <a:lnTo>
                    <a:pt x="105521" y="219322"/>
                  </a:lnTo>
                  <a:lnTo>
                    <a:pt x="104484" y="219694"/>
                  </a:lnTo>
                  <a:lnTo>
                    <a:pt x="103906" y="219110"/>
                  </a:lnTo>
                  <a:lnTo>
                    <a:pt x="103576" y="217697"/>
                  </a:lnTo>
                  <a:lnTo>
                    <a:pt x="102994" y="212012"/>
                  </a:lnTo>
                  <a:lnTo>
                    <a:pt x="102700" y="210795"/>
                  </a:lnTo>
                  <a:lnTo>
                    <a:pt x="102027" y="209688"/>
                  </a:lnTo>
                  <a:lnTo>
                    <a:pt x="100698" y="206579"/>
                  </a:lnTo>
                  <a:lnTo>
                    <a:pt x="99354" y="203432"/>
                  </a:lnTo>
                  <a:lnTo>
                    <a:pt x="97734" y="201222"/>
                  </a:lnTo>
                  <a:lnTo>
                    <a:pt x="97386" y="201380"/>
                  </a:lnTo>
                  <a:lnTo>
                    <a:pt x="97118" y="201979"/>
                  </a:lnTo>
                  <a:lnTo>
                    <a:pt x="96657" y="205140"/>
                  </a:lnTo>
                  <a:lnTo>
                    <a:pt x="96204" y="206299"/>
                  </a:lnTo>
                  <a:lnTo>
                    <a:pt x="95351" y="206699"/>
                  </a:lnTo>
                  <a:lnTo>
                    <a:pt x="93869" y="206727"/>
                  </a:lnTo>
                  <a:lnTo>
                    <a:pt x="92788" y="206289"/>
                  </a:lnTo>
                  <a:lnTo>
                    <a:pt x="92542" y="205663"/>
                  </a:lnTo>
                  <a:lnTo>
                    <a:pt x="92323" y="204292"/>
                  </a:lnTo>
                  <a:lnTo>
                    <a:pt x="92024" y="203191"/>
                  </a:lnTo>
                  <a:lnTo>
                    <a:pt x="90732" y="205409"/>
                  </a:lnTo>
                  <a:lnTo>
                    <a:pt x="88700" y="208899"/>
                  </a:lnTo>
                  <a:lnTo>
                    <a:pt x="88040" y="209470"/>
                  </a:lnTo>
                  <a:lnTo>
                    <a:pt x="87536" y="210173"/>
                  </a:lnTo>
                  <a:lnTo>
                    <a:pt x="86866" y="213428"/>
                  </a:lnTo>
                  <a:lnTo>
                    <a:pt x="86056" y="216915"/>
                  </a:lnTo>
                  <a:lnTo>
                    <a:pt x="84996" y="218735"/>
                  </a:lnTo>
                  <a:lnTo>
                    <a:pt x="83962" y="220264"/>
                  </a:lnTo>
                  <a:lnTo>
                    <a:pt x="83369" y="221601"/>
                  </a:lnTo>
                  <a:lnTo>
                    <a:pt x="82520" y="223190"/>
                  </a:lnTo>
                  <a:lnTo>
                    <a:pt x="80859" y="227135"/>
                  </a:lnTo>
                  <a:lnTo>
                    <a:pt x="78655" y="232366"/>
                  </a:lnTo>
                  <a:lnTo>
                    <a:pt x="77878" y="235066"/>
                  </a:lnTo>
                  <a:lnTo>
                    <a:pt x="77111" y="239106"/>
                  </a:lnTo>
                  <a:lnTo>
                    <a:pt x="76664" y="243577"/>
                  </a:lnTo>
                  <a:lnTo>
                    <a:pt x="76175" y="248480"/>
                  </a:lnTo>
                  <a:lnTo>
                    <a:pt x="75457" y="256349"/>
                  </a:lnTo>
                  <a:lnTo>
                    <a:pt x="74404" y="260799"/>
                  </a:lnTo>
                  <a:lnTo>
                    <a:pt x="73477" y="264341"/>
                  </a:lnTo>
                  <a:lnTo>
                    <a:pt x="72794" y="267124"/>
                  </a:lnTo>
                  <a:lnTo>
                    <a:pt x="72432" y="269417"/>
                  </a:lnTo>
                  <a:lnTo>
                    <a:pt x="72283" y="269340"/>
                  </a:lnTo>
                  <a:lnTo>
                    <a:pt x="71926" y="270318"/>
                  </a:lnTo>
                  <a:lnTo>
                    <a:pt x="70896" y="269682"/>
                  </a:lnTo>
                  <a:lnTo>
                    <a:pt x="70430" y="267687"/>
                  </a:lnTo>
                  <a:lnTo>
                    <a:pt x="69794" y="267362"/>
                  </a:lnTo>
                  <a:lnTo>
                    <a:pt x="68692" y="264430"/>
                  </a:lnTo>
                  <a:lnTo>
                    <a:pt x="68458" y="264918"/>
                  </a:lnTo>
                  <a:lnTo>
                    <a:pt x="69621" y="272346"/>
                  </a:lnTo>
                  <a:lnTo>
                    <a:pt x="69189" y="275256"/>
                  </a:lnTo>
                  <a:lnTo>
                    <a:pt x="65925" y="275322"/>
                  </a:lnTo>
                  <a:lnTo>
                    <a:pt x="63115" y="276300"/>
                  </a:lnTo>
                  <a:lnTo>
                    <a:pt x="61183" y="276210"/>
                  </a:lnTo>
                  <a:lnTo>
                    <a:pt x="60213" y="275158"/>
                  </a:lnTo>
                  <a:lnTo>
                    <a:pt x="59783" y="272373"/>
                  </a:lnTo>
                  <a:lnTo>
                    <a:pt x="59617" y="272660"/>
                  </a:lnTo>
                  <a:lnTo>
                    <a:pt x="59520" y="274153"/>
                  </a:lnTo>
                  <a:lnTo>
                    <a:pt x="58908" y="275326"/>
                  </a:lnTo>
                  <a:lnTo>
                    <a:pt x="56742" y="275550"/>
                  </a:lnTo>
                  <a:lnTo>
                    <a:pt x="55784" y="273647"/>
                  </a:lnTo>
                  <a:lnTo>
                    <a:pt x="55008" y="271519"/>
                  </a:lnTo>
                  <a:lnTo>
                    <a:pt x="54178" y="270571"/>
                  </a:lnTo>
                  <a:lnTo>
                    <a:pt x="54306" y="271467"/>
                  </a:lnTo>
                  <a:lnTo>
                    <a:pt x="55259" y="273543"/>
                  </a:lnTo>
                  <a:lnTo>
                    <a:pt x="55142" y="276533"/>
                  </a:lnTo>
                  <a:lnTo>
                    <a:pt x="53398" y="279993"/>
                  </a:lnTo>
                  <a:lnTo>
                    <a:pt x="52286" y="280189"/>
                  </a:lnTo>
                  <a:lnTo>
                    <a:pt x="51603" y="278698"/>
                  </a:lnTo>
                  <a:lnTo>
                    <a:pt x="51248" y="276264"/>
                  </a:lnTo>
                  <a:lnTo>
                    <a:pt x="51070" y="272666"/>
                  </a:lnTo>
                  <a:lnTo>
                    <a:pt x="50612" y="270318"/>
                  </a:lnTo>
                  <a:lnTo>
                    <a:pt x="50366" y="270318"/>
                  </a:lnTo>
                  <a:lnTo>
                    <a:pt x="50593" y="272467"/>
                  </a:lnTo>
                  <a:lnTo>
                    <a:pt x="50669" y="274221"/>
                  </a:lnTo>
                  <a:lnTo>
                    <a:pt x="50680" y="277870"/>
                  </a:lnTo>
                  <a:lnTo>
                    <a:pt x="51510" y="280701"/>
                  </a:lnTo>
                  <a:lnTo>
                    <a:pt x="50235" y="281581"/>
                  </a:lnTo>
                  <a:lnTo>
                    <a:pt x="49718" y="281614"/>
                  </a:lnTo>
                  <a:lnTo>
                    <a:pt x="48704" y="281679"/>
                  </a:lnTo>
                  <a:lnTo>
                    <a:pt x="48510" y="280629"/>
                  </a:lnTo>
                  <a:lnTo>
                    <a:pt x="48316" y="278283"/>
                  </a:lnTo>
                  <a:lnTo>
                    <a:pt x="48050" y="277668"/>
                  </a:lnTo>
                  <a:lnTo>
                    <a:pt x="47737" y="281645"/>
                  </a:lnTo>
                  <a:lnTo>
                    <a:pt x="47063" y="281925"/>
                  </a:lnTo>
                  <a:lnTo>
                    <a:pt x="46596" y="281888"/>
                  </a:lnTo>
                  <a:lnTo>
                    <a:pt x="44593" y="282754"/>
                  </a:lnTo>
                  <a:lnTo>
                    <a:pt x="44147" y="282590"/>
                  </a:lnTo>
                  <a:lnTo>
                    <a:pt x="44052" y="281850"/>
                  </a:lnTo>
                  <a:lnTo>
                    <a:pt x="44290" y="280750"/>
                  </a:lnTo>
                  <a:lnTo>
                    <a:pt x="44237" y="278964"/>
                  </a:lnTo>
                  <a:lnTo>
                    <a:pt x="43542" y="280342"/>
                  </a:lnTo>
                  <a:lnTo>
                    <a:pt x="43430" y="283096"/>
                  </a:lnTo>
                  <a:lnTo>
                    <a:pt x="43032" y="283536"/>
                  </a:lnTo>
                  <a:lnTo>
                    <a:pt x="41838" y="283145"/>
                  </a:lnTo>
                  <a:lnTo>
                    <a:pt x="40532" y="281728"/>
                  </a:lnTo>
                  <a:lnTo>
                    <a:pt x="39739" y="280275"/>
                  </a:lnTo>
                  <a:lnTo>
                    <a:pt x="38408" y="278260"/>
                  </a:lnTo>
                  <a:lnTo>
                    <a:pt x="35807" y="272608"/>
                  </a:lnTo>
                  <a:lnTo>
                    <a:pt x="35385" y="270067"/>
                  </a:lnTo>
                  <a:lnTo>
                    <a:pt x="34640" y="266948"/>
                  </a:lnTo>
                  <a:lnTo>
                    <a:pt x="34083" y="263784"/>
                  </a:lnTo>
                  <a:lnTo>
                    <a:pt x="33283" y="258372"/>
                  </a:lnTo>
                  <a:lnTo>
                    <a:pt x="33529" y="257979"/>
                  </a:lnTo>
                  <a:lnTo>
                    <a:pt x="34133" y="258444"/>
                  </a:lnTo>
                  <a:lnTo>
                    <a:pt x="34427" y="257637"/>
                  </a:lnTo>
                  <a:lnTo>
                    <a:pt x="33345" y="257049"/>
                  </a:lnTo>
                  <a:lnTo>
                    <a:pt x="33119" y="256421"/>
                  </a:lnTo>
                  <a:lnTo>
                    <a:pt x="33047" y="254522"/>
                  </a:lnTo>
                  <a:lnTo>
                    <a:pt x="33094" y="252204"/>
                  </a:lnTo>
                  <a:lnTo>
                    <a:pt x="33974" y="251389"/>
                  </a:lnTo>
                  <a:lnTo>
                    <a:pt x="34734" y="250996"/>
                  </a:lnTo>
                  <a:lnTo>
                    <a:pt x="35116" y="249585"/>
                  </a:lnTo>
                  <a:lnTo>
                    <a:pt x="35337" y="248171"/>
                  </a:lnTo>
                  <a:lnTo>
                    <a:pt x="33315" y="250312"/>
                  </a:lnTo>
                  <a:lnTo>
                    <a:pt x="31421" y="247888"/>
                  </a:lnTo>
                  <a:lnTo>
                    <a:pt x="31012" y="246418"/>
                  </a:lnTo>
                  <a:lnTo>
                    <a:pt x="31217" y="245291"/>
                  </a:lnTo>
                  <a:lnTo>
                    <a:pt x="32120" y="245120"/>
                  </a:lnTo>
                  <a:lnTo>
                    <a:pt x="33413" y="245208"/>
                  </a:lnTo>
                  <a:lnTo>
                    <a:pt x="34188" y="244108"/>
                  </a:lnTo>
                  <a:lnTo>
                    <a:pt x="33712" y="243724"/>
                  </a:lnTo>
                  <a:lnTo>
                    <a:pt x="32876" y="243766"/>
                  </a:lnTo>
                  <a:lnTo>
                    <a:pt x="32567" y="243038"/>
                  </a:lnTo>
                  <a:lnTo>
                    <a:pt x="32593" y="241277"/>
                  </a:lnTo>
                  <a:lnTo>
                    <a:pt x="32322" y="241667"/>
                  </a:lnTo>
                  <a:lnTo>
                    <a:pt x="31963" y="243227"/>
                  </a:lnTo>
                  <a:lnTo>
                    <a:pt x="30686" y="244374"/>
                  </a:lnTo>
                  <a:lnTo>
                    <a:pt x="29940" y="243227"/>
                  </a:lnTo>
                  <a:lnTo>
                    <a:pt x="29865" y="240668"/>
                  </a:lnTo>
                  <a:lnTo>
                    <a:pt x="29702" y="239517"/>
                  </a:lnTo>
                  <a:lnTo>
                    <a:pt x="29073" y="238618"/>
                  </a:lnTo>
                  <a:lnTo>
                    <a:pt x="26839" y="231857"/>
                  </a:lnTo>
                  <a:lnTo>
                    <a:pt x="24032" y="226217"/>
                  </a:lnTo>
                  <a:lnTo>
                    <a:pt x="21536" y="222334"/>
                  </a:lnTo>
                  <a:lnTo>
                    <a:pt x="17767" y="220479"/>
                  </a:lnTo>
                  <a:lnTo>
                    <a:pt x="9879" y="220551"/>
                  </a:lnTo>
                  <a:lnTo>
                    <a:pt x="9436" y="220016"/>
                  </a:lnTo>
                  <a:lnTo>
                    <a:pt x="9920" y="219123"/>
                  </a:lnTo>
                  <a:lnTo>
                    <a:pt x="10612" y="218527"/>
                  </a:lnTo>
                  <a:lnTo>
                    <a:pt x="13149" y="215383"/>
                  </a:lnTo>
                  <a:lnTo>
                    <a:pt x="12721" y="214966"/>
                  </a:lnTo>
                  <a:lnTo>
                    <a:pt x="10085" y="216934"/>
                  </a:lnTo>
                  <a:lnTo>
                    <a:pt x="9182" y="217122"/>
                  </a:lnTo>
                  <a:lnTo>
                    <a:pt x="8014" y="220906"/>
                  </a:lnTo>
                  <a:lnTo>
                    <a:pt x="1066" y="221532"/>
                  </a:lnTo>
                  <a:lnTo>
                    <a:pt x="251" y="221724"/>
                  </a:lnTo>
                  <a:lnTo>
                    <a:pt x="271" y="219997"/>
                  </a:lnTo>
                  <a:lnTo>
                    <a:pt x="612" y="215032"/>
                  </a:lnTo>
                  <a:lnTo>
                    <a:pt x="835" y="213080"/>
                  </a:lnTo>
                  <a:lnTo>
                    <a:pt x="1092" y="211604"/>
                  </a:lnTo>
                  <a:lnTo>
                    <a:pt x="825" y="209834"/>
                  </a:lnTo>
                  <a:lnTo>
                    <a:pt x="563" y="207434"/>
                  </a:lnTo>
                  <a:lnTo>
                    <a:pt x="436" y="203669"/>
                  </a:lnTo>
                  <a:lnTo>
                    <a:pt x="761" y="202500"/>
                  </a:lnTo>
                  <a:lnTo>
                    <a:pt x="872" y="201079"/>
                  </a:lnTo>
                  <a:lnTo>
                    <a:pt x="796" y="198854"/>
                  </a:lnTo>
                  <a:lnTo>
                    <a:pt x="795" y="191412"/>
                  </a:lnTo>
                  <a:lnTo>
                    <a:pt x="984" y="190601"/>
                  </a:lnTo>
                  <a:lnTo>
                    <a:pt x="1208" y="189983"/>
                  </a:lnTo>
                  <a:lnTo>
                    <a:pt x="1223" y="188995"/>
                  </a:lnTo>
                  <a:lnTo>
                    <a:pt x="801" y="187073"/>
                  </a:lnTo>
                  <a:lnTo>
                    <a:pt x="410" y="184876"/>
                  </a:lnTo>
                  <a:lnTo>
                    <a:pt x="424" y="181719"/>
                  </a:lnTo>
                  <a:lnTo>
                    <a:pt x="267" y="178660"/>
                  </a:lnTo>
                  <a:lnTo>
                    <a:pt x="0" y="177268"/>
                  </a:lnTo>
                  <a:lnTo>
                    <a:pt x="201" y="172065"/>
                  </a:lnTo>
                  <a:lnTo>
                    <a:pt x="314" y="165470"/>
                  </a:lnTo>
                  <a:lnTo>
                    <a:pt x="210" y="162550"/>
                  </a:lnTo>
                  <a:lnTo>
                    <a:pt x="463" y="160479"/>
                  </a:lnTo>
                  <a:lnTo>
                    <a:pt x="600" y="155393"/>
                  </a:lnTo>
                  <a:lnTo>
                    <a:pt x="578" y="150414"/>
                  </a:lnTo>
                  <a:lnTo>
                    <a:pt x="1095" y="142553"/>
                  </a:lnTo>
                  <a:lnTo>
                    <a:pt x="2616" y="142174"/>
                  </a:lnTo>
                  <a:lnTo>
                    <a:pt x="4428" y="141510"/>
                  </a:lnTo>
                  <a:lnTo>
                    <a:pt x="5237" y="138424"/>
                  </a:lnTo>
                  <a:lnTo>
                    <a:pt x="5701" y="134514"/>
                  </a:lnTo>
                  <a:lnTo>
                    <a:pt x="5554" y="130643"/>
                  </a:lnTo>
                  <a:lnTo>
                    <a:pt x="5905" y="129370"/>
                  </a:lnTo>
                  <a:lnTo>
                    <a:pt x="6631" y="127274"/>
                  </a:lnTo>
                  <a:lnTo>
                    <a:pt x="7940" y="124277"/>
                  </a:lnTo>
                  <a:lnTo>
                    <a:pt x="7887" y="120985"/>
                  </a:lnTo>
                  <a:lnTo>
                    <a:pt x="8248" y="119970"/>
                  </a:lnTo>
                  <a:lnTo>
                    <a:pt x="8869" y="119207"/>
                  </a:lnTo>
                  <a:lnTo>
                    <a:pt x="9757" y="118815"/>
                  </a:lnTo>
                  <a:lnTo>
                    <a:pt x="10750" y="117177"/>
                  </a:lnTo>
                  <a:lnTo>
                    <a:pt x="11303" y="114304"/>
                  </a:lnTo>
                  <a:lnTo>
                    <a:pt x="11844" y="109706"/>
                  </a:lnTo>
                  <a:lnTo>
                    <a:pt x="10988" y="106509"/>
                  </a:lnTo>
                  <a:lnTo>
                    <a:pt x="11005" y="105796"/>
                  </a:lnTo>
                  <a:lnTo>
                    <a:pt x="11328" y="104076"/>
                  </a:lnTo>
                  <a:lnTo>
                    <a:pt x="11852" y="102353"/>
                  </a:lnTo>
                  <a:lnTo>
                    <a:pt x="12268" y="101798"/>
                  </a:lnTo>
                  <a:lnTo>
                    <a:pt x="13233" y="102244"/>
                  </a:lnTo>
                  <a:lnTo>
                    <a:pt x="13397" y="102098"/>
                  </a:lnTo>
                  <a:lnTo>
                    <a:pt x="13546" y="101559"/>
                  </a:lnTo>
                  <a:lnTo>
                    <a:pt x="14171" y="96490"/>
                  </a:lnTo>
                  <a:lnTo>
                    <a:pt x="14112" y="95121"/>
                  </a:lnTo>
                  <a:lnTo>
                    <a:pt x="13213" y="91723"/>
                  </a:lnTo>
                  <a:lnTo>
                    <a:pt x="13066" y="89309"/>
                  </a:lnTo>
                  <a:lnTo>
                    <a:pt x="12933" y="85719"/>
                  </a:lnTo>
                  <a:lnTo>
                    <a:pt x="12714" y="82538"/>
                  </a:lnTo>
                  <a:lnTo>
                    <a:pt x="12454" y="81334"/>
                  </a:lnTo>
                  <a:lnTo>
                    <a:pt x="11972" y="80322"/>
                  </a:lnTo>
                  <a:lnTo>
                    <a:pt x="11757" y="79664"/>
                  </a:lnTo>
                  <a:lnTo>
                    <a:pt x="9893" y="73206"/>
                  </a:lnTo>
                  <a:lnTo>
                    <a:pt x="9927" y="70138"/>
                  </a:lnTo>
                  <a:lnTo>
                    <a:pt x="10709" y="66218"/>
                  </a:lnTo>
                  <a:lnTo>
                    <a:pt x="11221" y="64315"/>
                  </a:lnTo>
                  <a:lnTo>
                    <a:pt x="11933" y="63264"/>
                  </a:lnTo>
                  <a:lnTo>
                    <a:pt x="12077" y="62360"/>
                  </a:lnTo>
                  <a:lnTo>
                    <a:pt x="11862" y="61260"/>
                  </a:lnTo>
                  <a:lnTo>
                    <a:pt x="11505" y="60431"/>
                  </a:lnTo>
                  <a:lnTo>
                    <a:pt x="11423" y="58671"/>
                  </a:lnTo>
                  <a:lnTo>
                    <a:pt x="11526" y="57499"/>
                  </a:lnTo>
                  <a:lnTo>
                    <a:pt x="11779" y="56216"/>
                  </a:lnTo>
                  <a:lnTo>
                    <a:pt x="11679" y="53521"/>
                  </a:lnTo>
                  <a:lnTo>
                    <a:pt x="11699" y="49383"/>
                  </a:lnTo>
                  <a:lnTo>
                    <a:pt x="11819" y="43365"/>
                  </a:lnTo>
                  <a:lnTo>
                    <a:pt x="11854" y="39680"/>
                  </a:lnTo>
                  <a:lnTo>
                    <a:pt x="13366" y="36956"/>
                  </a:lnTo>
                  <a:lnTo>
                    <a:pt x="15570" y="32439"/>
                  </a:lnTo>
                  <a:lnTo>
                    <a:pt x="16692" y="27722"/>
                  </a:lnTo>
                  <a:lnTo>
                    <a:pt x="17292" y="24152"/>
                  </a:lnTo>
                  <a:lnTo>
                    <a:pt x="18034" y="12266"/>
                  </a:lnTo>
                  <a:lnTo>
                    <a:pt x="18568" y="11545"/>
                  </a:lnTo>
                  <a:lnTo>
                    <a:pt x="19202" y="10985"/>
                  </a:lnTo>
                  <a:lnTo>
                    <a:pt x="21413" y="6658"/>
                  </a:lnTo>
                  <a:lnTo>
                    <a:pt x="23117" y="5054"/>
                  </a:lnTo>
                  <a:lnTo>
                    <a:pt x="24418" y="4126"/>
                  </a:lnTo>
                  <a:lnTo>
                    <a:pt x="26373" y="3341"/>
                  </a:lnTo>
                  <a:lnTo>
                    <a:pt x="27587" y="3656"/>
                  </a:lnTo>
                  <a:lnTo>
                    <a:pt x="29798" y="3845"/>
                  </a:lnTo>
                  <a:lnTo>
                    <a:pt x="31538" y="3416"/>
                  </a:lnTo>
                  <a:lnTo>
                    <a:pt x="33016" y="1063"/>
                  </a:lnTo>
                  <a:lnTo>
                    <a:pt x="33685" y="404"/>
                  </a:lnTo>
                  <a:lnTo>
                    <a:pt x="34625" y="0"/>
                  </a:lnTo>
                  <a:lnTo>
                    <a:pt x="38896" y="3175"/>
                  </a:lnTo>
                  <a:lnTo>
                    <a:pt x="43167" y="6181"/>
                  </a:lnTo>
                  <a:lnTo>
                    <a:pt x="43943" y="5905"/>
                  </a:lnTo>
                  <a:lnTo>
                    <a:pt x="44593" y="6325"/>
                  </a:lnTo>
                  <a:lnTo>
                    <a:pt x="45660" y="7955"/>
                  </a:lnTo>
                  <a:lnTo>
                    <a:pt x="47237" y="11448"/>
                  </a:lnTo>
                  <a:lnTo>
                    <a:pt x="48173" y="13702"/>
                  </a:lnTo>
                  <a:lnTo>
                    <a:pt x="48625" y="15028"/>
                  </a:lnTo>
                  <a:lnTo>
                    <a:pt x="50818" y="22610"/>
                  </a:lnTo>
                  <a:lnTo>
                    <a:pt x="51636" y="24513"/>
                  </a:lnTo>
                  <a:lnTo>
                    <a:pt x="52458" y="25549"/>
                  </a:lnTo>
                  <a:lnTo>
                    <a:pt x="53296" y="25923"/>
                  </a:lnTo>
                  <a:lnTo>
                    <a:pt x="53933" y="25786"/>
                  </a:lnTo>
                  <a:lnTo>
                    <a:pt x="54542" y="24932"/>
                  </a:lnTo>
                  <a:lnTo>
                    <a:pt x="55368" y="23241"/>
                  </a:lnTo>
                  <a:lnTo>
                    <a:pt x="56623" y="22474"/>
                  </a:lnTo>
                  <a:lnTo>
                    <a:pt x="57648" y="22624"/>
                  </a:lnTo>
                  <a:lnTo>
                    <a:pt x="62965" y="15807"/>
                  </a:lnTo>
                  <a:lnTo>
                    <a:pt x="63481" y="15718"/>
                  </a:lnTo>
                  <a:lnTo>
                    <a:pt x="65027" y="16254"/>
                  </a:lnTo>
                  <a:lnTo>
                    <a:pt x="66745" y="17188"/>
                  </a:lnTo>
                  <a:lnTo>
                    <a:pt x="71200" y="24028"/>
                  </a:lnTo>
                  <a:lnTo>
                    <a:pt x="74835" y="28505"/>
                  </a:lnTo>
                  <a:lnTo>
                    <a:pt x="77390" y="30003"/>
                  </a:lnTo>
                  <a:lnTo>
                    <a:pt x="80400" y="31066"/>
                  </a:lnTo>
                  <a:lnTo>
                    <a:pt x="85513" y="31387"/>
                  </a:lnTo>
                  <a:lnTo>
                    <a:pt x="89380" y="21795"/>
                  </a:lnTo>
                  <a:lnTo>
                    <a:pt x="90809" y="19700"/>
                  </a:lnTo>
                  <a:lnTo>
                    <a:pt x="92531" y="17810"/>
                  </a:lnTo>
                  <a:lnTo>
                    <a:pt x="93086" y="17488"/>
                  </a:lnTo>
                  <a:lnTo>
                    <a:pt x="96125" y="16034"/>
                  </a:lnTo>
                  <a:lnTo>
                    <a:pt x="102085" y="14813"/>
                  </a:lnTo>
                  <a:lnTo>
                    <a:pt x="107675" y="15343"/>
                  </a:lnTo>
                  <a:lnTo>
                    <a:pt x="108775" y="15729"/>
                  </a:lnTo>
                  <a:lnTo>
                    <a:pt x="111148" y="16995"/>
                  </a:lnTo>
                  <a:lnTo>
                    <a:pt x="114809" y="20124"/>
                  </a:lnTo>
                  <a:lnTo>
                    <a:pt x="116388" y="23119"/>
                  </a:lnTo>
                  <a:lnTo>
                    <a:pt x="118869" y="23614"/>
                  </a:lnTo>
                  <a:lnTo>
                    <a:pt x="120648" y="23021"/>
                  </a:lnTo>
                  <a:lnTo>
                    <a:pt x="121227" y="20049"/>
                  </a:lnTo>
                  <a:lnTo>
                    <a:pt x="123012" y="16142"/>
                  </a:lnTo>
                  <a:lnTo>
                    <a:pt x="124310" y="14552"/>
                  </a:lnTo>
                  <a:lnTo>
                    <a:pt x="125688" y="12523"/>
                  </a:lnTo>
                  <a:lnTo>
                    <a:pt x="127870" y="9997"/>
                  </a:lnTo>
                  <a:lnTo>
                    <a:pt x="129664" y="8858"/>
                  </a:lnTo>
                  <a:lnTo>
                    <a:pt x="131268" y="5968"/>
                  </a:lnTo>
                  <a:lnTo>
                    <a:pt x="132540" y="5055"/>
                  </a:lnTo>
                  <a:close/>
                </a:path>
              </a:pathLst>
            </a:custGeom>
            <a:solidFill>
              <a:srgbClr val="E7F1E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6" name="pg1055"/>
            <p:cNvSpPr/>
            <p:nvPr/>
          </p:nvSpPr>
          <p:spPr>
            <a:xfrm>
              <a:off x="2282187" y="3190596"/>
              <a:ext cx="55685" cy="126254"/>
            </a:xfrm>
            <a:custGeom>
              <a:avLst/>
              <a:pathLst>
                <a:path w="55685" h="126254">
                  <a:moveTo>
                    <a:pt x="55685" y="442"/>
                  </a:moveTo>
                  <a:lnTo>
                    <a:pt x="55341" y="1526"/>
                  </a:lnTo>
                  <a:lnTo>
                    <a:pt x="54964" y="2236"/>
                  </a:lnTo>
                  <a:lnTo>
                    <a:pt x="54175" y="5769"/>
                  </a:lnTo>
                  <a:lnTo>
                    <a:pt x="53902" y="6085"/>
                  </a:lnTo>
                  <a:lnTo>
                    <a:pt x="53848" y="3472"/>
                  </a:lnTo>
                  <a:lnTo>
                    <a:pt x="53379" y="3130"/>
                  </a:lnTo>
                  <a:lnTo>
                    <a:pt x="52828" y="4060"/>
                  </a:lnTo>
                  <a:lnTo>
                    <a:pt x="52523" y="5399"/>
                  </a:lnTo>
                  <a:lnTo>
                    <a:pt x="53003" y="7149"/>
                  </a:lnTo>
                  <a:lnTo>
                    <a:pt x="53424" y="7173"/>
                  </a:lnTo>
                  <a:lnTo>
                    <a:pt x="53936" y="7654"/>
                  </a:lnTo>
                  <a:lnTo>
                    <a:pt x="55312" y="19737"/>
                  </a:lnTo>
                  <a:lnTo>
                    <a:pt x="55016" y="21893"/>
                  </a:lnTo>
                  <a:lnTo>
                    <a:pt x="54163" y="25247"/>
                  </a:lnTo>
                  <a:lnTo>
                    <a:pt x="53352" y="28103"/>
                  </a:lnTo>
                  <a:lnTo>
                    <a:pt x="52541" y="29891"/>
                  </a:lnTo>
                  <a:lnTo>
                    <a:pt x="51536" y="37504"/>
                  </a:lnTo>
                  <a:lnTo>
                    <a:pt x="50628" y="49871"/>
                  </a:lnTo>
                  <a:lnTo>
                    <a:pt x="51280" y="60992"/>
                  </a:lnTo>
                  <a:lnTo>
                    <a:pt x="50950" y="71265"/>
                  </a:lnTo>
                  <a:lnTo>
                    <a:pt x="51237" y="73693"/>
                  </a:lnTo>
                  <a:lnTo>
                    <a:pt x="51324" y="76716"/>
                  </a:lnTo>
                  <a:lnTo>
                    <a:pt x="50654" y="77260"/>
                  </a:lnTo>
                  <a:lnTo>
                    <a:pt x="50275" y="77169"/>
                  </a:lnTo>
                  <a:lnTo>
                    <a:pt x="49889" y="75312"/>
                  </a:lnTo>
                  <a:lnTo>
                    <a:pt x="49932" y="73680"/>
                  </a:lnTo>
                  <a:lnTo>
                    <a:pt x="50333" y="71766"/>
                  </a:lnTo>
                  <a:lnTo>
                    <a:pt x="50495" y="69171"/>
                  </a:lnTo>
                  <a:lnTo>
                    <a:pt x="50307" y="67814"/>
                  </a:lnTo>
                  <a:lnTo>
                    <a:pt x="49912" y="70774"/>
                  </a:lnTo>
                  <a:lnTo>
                    <a:pt x="49217" y="72097"/>
                  </a:lnTo>
                  <a:lnTo>
                    <a:pt x="48764" y="72555"/>
                  </a:lnTo>
                  <a:lnTo>
                    <a:pt x="48321" y="74052"/>
                  </a:lnTo>
                  <a:lnTo>
                    <a:pt x="48791" y="76866"/>
                  </a:lnTo>
                  <a:lnTo>
                    <a:pt x="49394" y="78925"/>
                  </a:lnTo>
                  <a:lnTo>
                    <a:pt x="49592" y="80402"/>
                  </a:lnTo>
                  <a:lnTo>
                    <a:pt x="49370" y="82161"/>
                  </a:lnTo>
                  <a:lnTo>
                    <a:pt x="49232" y="88166"/>
                  </a:lnTo>
                  <a:lnTo>
                    <a:pt x="49019" y="87999"/>
                  </a:lnTo>
                  <a:lnTo>
                    <a:pt x="48798" y="87188"/>
                  </a:lnTo>
                  <a:lnTo>
                    <a:pt x="48162" y="87133"/>
                  </a:lnTo>
                  <a:lnTo>
                    <a:pt x="48086" y="89553"/>
                  </a:lnTo>
                  <a:lnTo>
                    <a:pt x="48135" y="90905"/>
                  </a:lnTo>
                  <a:lnTo>
                    <a:pt x="47594" y="91946"/>
                  </a:lnTo>
                  <a:lnTo>
                    <a:pt x="47400" y="92991"/>
                  </a:lnTo>
                  <a:lnTo>
                    <a:pt x="47843" y="93725"/>
                  </a:lnTo>
                  <a:lnTo>
                    <a:pt x="48332" y="94165"/>
                  </a:lnTo>
                  <a:lnTo>
                    <a:pt x="48934" y="94069"/>
                  </a:lnTo>
                  <a:lnTo>
                    <a:pt x="49431" y="97044"/>
                  </a:lnTo>
                  <a:lnTo>
                    <a:pt x="49586" y="99462"/>
                  </a:lnTo>
                  <a:lnTo>
                    <a:pt x="48436" y="101694"/>
                  </a:lnTo>
                  <a:lnTo>
                    <a:pt x="48045" y="103542"/>
                  </a:lnTo>
                  <a:lnTo>
                    <a:pt x="47394" y="105782"/>
                  </a:lnTo>
                  <a:lnTo>
                    <a:pt x="47028" y="107983"/>
                  </a:lnTo>
                  <a:lnTo>
                    <a:pt x="46919" y="109568"/>
                  </a:lnTo>
                  <a:lnTo>
                    <a:pt x="47364" y="114577"/>
                  </a:lnTo>
                  <a:lnTo>
                    <a:pt x="48152" y="118131"/>
                  </a:lnTo>
                  <a:lnTo>
                    <a:pt x="48817" y="120389"/>
                  </a:lnTo>
                  <a:lnTo>
                    <a:pt x="49706" y="120879"/>
                  </a:lnTo>
                  <a:lnTo>
                    <a:pt x="49497" y="123254"/>
                  </a:lnTo>
                  <a:lnTo>
                    <a:pt x="48831" y="124761"/>
                  </a:lnTo>
                  <a:lnTo>
                    <a:pt x="47619" y="126020"/>
                  </a:lnTo>
                  <a:lnTo>
                    <a:pt x="46285" y="126254"/>
                  </a:lnTo>
                  <a:lnTo>
                    <a:pt x="44102" y="125062"/>
                  </a:lnTo>
                  <a:lnTo>
                    <a:pt x="43211" y="124924"/>
                  </a:lnTo>
                  <a:lnTo>
                    <a:pt x="42863" y="124293"/>
                  </a:lnTo>
                  <a:lnTo>
                    <a:pt x="42759" y="123123"/>
                  </a:lnTo>
                  <a:lnTo>
                    <a:pt x="42135" y="121367"/>
                  </a:lnTo>
                  <a:lnTo>
                    <a:pt x="40991" y="119028"/>
                  </a:lnTo>
                  <a:lnTo>
                    <a:pt x="40330" y="119188"/>
                  </a:lnTo>
                  <a:lnTo>
                    <a:pt x="39253" y="118680"/>
                  </a:lnTo>
                  <a:lnTo>
                    <a:pt x="37463" y="117086"/>
                  </a:lnTo>
                  <a:lnTo>
                    <a:pt x="36636" y="116891"/>
                  </a:lnTo>
                  <a:lnTo>
                    <a:pt x="35449" y="118259"/>
                  </a:lnTo>
                  <a:lnTo>
                    <a:pt x="34070" y="120050"/>
                  </a:lnTo>
                  <a:lnTo>
                    <a:pt x="30741" y="117254"/>
                  </a:lnTo>
                  <a:lnTo>
                    <a:pt x="28403" y="115288"/>
                  </a:lnTo>
                  <a:lnTo>
                    <a:pt x="26301" y="113519"/>
                  </a:lnTo>
                  <a:lnTo>
                    <a:pt x="25740" y="112836"/>
                  </a:lnTo>
                  <a:lnTo>
                    <a:pt x="25281" y="112983"/>
                  </a:lnTo>
                  <a:lnTo>
                    <a:pt x="24883" y="113910"/>
                  </a:lnTo>
                  <a:lnTo>
                    <a:pt x="24428" y="115554"/>
                  </a:lnTo>
                  <a:lnTo>
                    <a:pt x="24278" y="116024"/>
                  </a:lnTo>
                  <a:lnTo>
                    <a:pt x="24036" y="116476"/>
                  </a:lnTo>
                  <a:lnTo>
                    <a:pt x="23764" y="116598"/>
                  </a:lnTo>
                  <a:lnTo>
                    <a:pt x="23753" y="115816"/>
                  </a:lnTo>
                  <a:lnTo>
                    <a:pt x="22725" y="112561"/>
                  </a:lnTo>
                  <a:lnTo>
                    <a:pt x="21089" y="108643"/>
                  </a:lnTo>
                  <a:lnTo>
                    <a:pt x="14823" y="96618"/>
                  </a:lnTo>
                  <a:lnTo>
                    <a:pt x="12520" y="89430"/>
                  </a:lnTo>
                  <a:lnTo>
                    <a:pt x="11285" y="84256"/>
                  </a:lnTo>
                  <a:lnTo>
                    <a:pt x="10108" y="81564"/>
                  </a:lnTo>
                  <a:lnTo>
                    <a:pt x="6724" y="76057"/>
                  </a:lnTo>
                  <a:lnTo>
                    <a:pt x="5944" y="73863"/>
                  </a:lnTo>
                  <a:lnTo>
                    <a:pt x="2591" y="66499"/>
                  </a:lnTo>
                  <a:lnTo>
                    <a:pt x="32" y="62185"/>
                  </a:lnTo>
                  <a:lnTo>
                    <a:pt x="0" y="60350"/>
                  </a:lnTo>
                  <a:lnTo>
                    <a:pt x="1050" y="58056"/>
                  </a:lnTo>
                  <a:lnTo>
                    <a:pt x="1565" y="58163"/>
                  </a:lnTo>
                  <a:lnTo>
                    <a:pt x="2125" y="59803"/>
                  </a:lnTo>
                  <a:lnTo>
                    <a:pt x="3033" y="61666"/>
                  </a:lnTo>
                  <a:lnTo>
                    <a:pt x="3461" y="61680"/>
                  </a:lnTo>
                  <a:lnTo>
                    <a:pt x="4091" y="60815"/>
                  </a:lnTo>
                  <a:lnTo>
                    <a:pt x="4108" y="59949"/>
                  </a:lnTo>
                  <a:lnTo>
                    <a:pt x="7539" y="59588"/>
                  </a:lnTo>
                  <a:lnTo>
                    <a:pt x="8154" y="59105"/>
                  </a:lnTo>
                  <a:lnTo>
                    <a:pt x="8777" y="57749"/>
                  </a:lnTo>
                  <a:lnTo>
                    <a:pt x="9094" y="55863"/>
                  </a:lnTo>
                  <a:lnTo>
                    <a:pt x="9148" y="54035"/>
                  </a:lnTo>
                  <a:lnTo>
                    <a:pt x="9278" y="52729"/>
                  </a:lnTo>
                  <a:lnTo>
                    <a:pt x="9830" y="51461"/>
                  </a:lnTo>
                  <a:lnTo>
                    <a:pt x="10834" y="51068"/>
                  </a:lnTo>
                  <a:lnTo>
                    <a:pt x="11610" y="50933"/>
                  </a:lnTo>
                  <a:lnTo>
                    <a:pt x="11839" y="50076"/>
                  </a:lnTo>
                  <a:lnTo>
                    <a:pt x="11606" y="47303"/>
                  </a:lnTo>
                  <a:lnTo>
                    <a:pt x="11187" y="40565"/>
                  </a:lnTo>
                  <a:lnTo>
                    <a:pt x="11100" y="38689"/>
                  </a:lnTo>
                  <a:lnTo>
                    <a:pt x="11243" y="37288"/>
                  </a:lnTo>
                  <a:lnTo>
                    <a:pt x="11556" y="36776"/>
                  </a:lnTo>
                  <a:lnTo>
                    <a:pt x="13079" y="36439"/>
                  </a:lnTo>
                  <a:lnTo>
                    <a:pt x="15958" y="37007"/>
                  </a:lnTo>
                  <a:lnTo>
                    <a:pt x="16515" y="36581"/>
                  </a:lnTo>
                  <a:lnTo>
                    <a:pt x="17669" y="32757"/>
                  </a:lnTo>
                  <a:lnTo>
                    <a:pt x="18743" y="29947"/>
                  </a:lnTo>
                  <a:lnTo>
                    <a:pt x="19508" y="28687"/>
                  </a:lnTo>
                  <a:lnTo>
                    <a:pt x="20111" y="28305"/>
                  </a:lnTo>
                  <a:lnTo>
                    <a:pt x="20809" y="30801"/>
                  </a:lnTo>
                  <a:lnTo>
                    <a:pt x="23241" y="34383"/>
                  </a:lnTo>
                  <a:lnTo>
                    <a:pt x="23652" y="34158"/>
                  </a:lnTo>
                  <a:lnTo>
                    <a:pt x="23892" y="33962"/>
                  </a:lnTo>
                  <a:lnTo>
                    <a:pt x="23969" y="33449"/>
                  </a:lnTo>
                  <a:lnTo>
                    <a:pt x="23926" y="31801"/>
                  </a:lnTo>
                  <a:lnTo>
                    <a:pt x="24534" y="30302"/>
                  </a:lnTo>
                  <a:lnTo>
                    <a:pt x="25794" y="28953"/>
                  </a:lnTo>
                  <a:lnTo>
                    <a:pt x="27062" y="26575"/>
                  </a:lnTo>
                  <a:lnTo>
                    <a:pt x="28336" y="23171"/>
                  </a:lnTo>
                  <a:lnTo>
                    <a:pt x="29442" y="21169"/>
                  </a:lnTo>
                  <a:lnTo>
                    <a:pt x="30378" y="20573"/>
                  </a:lnTo>
                  <a:lnTo>
                    <a:pt x="30734" y="19642"/>
                  </a:lnTo>
                  <a:lnTo>
                    <a:pt x="30511" y="18381"/>
                  </a:lnTo>
                  <a:lnTo>
                    <a:pt x="30586" y="16589"/>
                  </a:lnTo>
                  <a:lnTo>
                    <a:pt x="30958" y="14269"/>
                  </a:lnTo>
                  <a:lnTo>
                    <a:pt x="31502" y="12926"/>
                  </a:lnTo>
                  <a:lnTo>
                    <a:pt x="32216" y="12561"/>
                  </a:lnTo>
                  <a:lnTo>
                    <a:pt x="32498" y="11831"/>
                  </a:lnTo>
                  <a:lnTo>
                    <a:pt x="32349" y="10736"/>
                  </a:lnTo>
                  <a:lnTo>
                    <a:pt x="32488" y="9529"/>
                  </a:lnTo>
                  <a:lnTo>
                    <a:pt x="33132" y="7553"/>
                  </a:lnTo>
                  <a:lnTo>
                    <a:pt x="34671" y="5859"/>
                  </a:lnTo>
                  <a:lnTo>
                    <a:pt x="35551" y="6432"/>
                  </a:lnTo>
                  <a:lnTo>
                    <a:pt x="36283" y="8707"/>
                  </a:lnTo>
                  <a:lnTo>
                    <a:pt x="37318" y="10252"/>
                  </a:lnTo>
                  <a:lnTo>
                    <a:pt x="38654" y="11070"/>
                  </a:lnTo>
                  <a:lnTo>
                    <a:pt x="39692" y="10766"/>
                  </a:lnTo>
                  <a:lnTo>
                    <a:pt x="40431" y="9346"/>
                  </a:lnTo>
                  <a:lnTo>
                    <a:pt x="41096" y="8915"/>
                  </a:lnTo>
                  <a:lnTo>
                    <a:pt x="41686" y="9476"/>
                  </a:lnTo>
                  <a:lnTo>
                    <a:pt x="41998" y="9157"/>
                  </a:lnTo>
                  <a:lnTo>
                    <a:pt x="42031" y="7964"/>
                  </a:lnTo>
                  <a:lnTo>
                    <a:pt x="42337" y="7688"/>
                  </a:lnTo>
                  <a:lnTo>
                    <a:pt x="42915" y="8333"/>
                  </a:lnTo>
                  <a:lnTo>
                    <a:pt x="43428" y="8499"/>
                  </a:lnTo>
                  <a:lnTo>
                    <a:pt x="43877" y="8186"/>
                  </a:lnTo>
                  <a:lnTo>
                    <a:pt x="44051" y="7606"/>
                  </a:lnTo>
                  <a:lnTo>
                    <a:pt x="44141" y="7007"/>
                  </a:lnTo>
                  <a:lnTo>
                    <a:pt x="44476" y="6559"/>
                  </a:lnTo>
                  <a:lnTo>
                    <a:pt x="45631" y="7002"/>
                  </a:lnTo>
                  <a:lnTo>
                    <a:pt x="46926" y="6310"/>
                  </a:lnTo>
                  <a:lnTo>
                    <a:pt x="48362" y="4485"/>
                  </a:lnTo>
                  <a:lnTo>
                    <a:pt x="49316" y="3679"/>
                  </a:lnTo>
                  <a:lnTo>
                    <a:pt x="49787" y="3889"/>
                  </a:lnTo>
                  <a:lnTo>
                    <a:pt x="50351" y="2969"/>
                  </a:lnTo>
                  <a:lnTo>
                    <a:pt x="51008" y="917"/>
                  </a:lnTo>
                  <a:lnTo>
                    <a:pt x="52507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7" name="pg1056"/>
            <p:cNvSpPr/>
            <p:nvPr/>
          </p:nvSpPr>
          <p:spPr>
            <a:xfrm>
              <a:off x="1266889" y="4194498"/>
              <a:ext cx="1911" cy="5078"/>
            </a:xfrm>
            <a:custGeom>
              <a:avLst/>
              <a:pathLst>
                <a:path w="1911" h="5078">
                  <a:moveTo>
                    <a:pt x="1788" y="3456"/>
                  </a:moveTo>
                  <a:lnTo>
                    <a:pt x="549" y="5078"/>
                  </a:lnTo>
                  <a:lnTo>
                    <a:pt x="0" y="3156"/>
                  </a:lnTo>
                  <a:lnTo>
                    <a:pt x="488" y="715"/>
                  </a:lnTo>
                  <a:lnTo>
                    <a:pt x="1070" y="77"/>
                  </a:lnTo>
                  <a:lnTo>
                    <a:pt x="1410" y="0"/>
                  </a:lnTo>
                  <a:lnTo>
                    <a:pt x="1911" y="2262"/>
                  </a:lnTo>
                  <a:close/>
                </a:path>
              </a:pathLst>
            </a:custGeom>
            <a:solidFill>
              <a:srgbClr val="F8FBF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8" name="pg1057"/>
            <p:cNvSpPr/>
            <p:nvPr/>
          </p:nvSpPr>
          <p:spPr>
            <a:xfrm>
              <a:off x="2520334" y="3270559"/>
              <a:ext cx="2039" cy="7974"/>
            </a:xfrm>
            <a:custGeom>
              <a:avLst/>
              <a:pathLst>
                <a:path w="2039" h="7974">
                  <a:moveTo>
                    <a:pt x="2039" y="4650"/>
                  </a:moveTo>
                  <a:lnTo>
                    <a:pt x="1440" y="7974"/>
                  </a:lnTo>
                  <a:lnTo>
                    <a:pt x="1096" y="6491"/>
                  </a:lnTo>
                  <a:lnTo>
                    <a:pt x="1034" y="3848"/>
                  </a:lnTo>
                  <a:lnTo>
                    <a:pt x="789" y="2813"/>
                  </a:lnTo>
                  <a:lnTo>
                    <a:pt x="279" y="2182"/>
                  </a:lnTo>
                  <a:lnTo>
                    <a:pt x="0" y="1312"/>
                  </a:lnTo>
                  <a:lnTo>
                    <a:pt x="22" y="0"/>
                  </a:lnTo>
                  <a:lnTo>
                    <a:pt x="1870" y="2089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9" name="pg1058"/>
            <p:cNvSpPr/>
            <p:nvPr/>
          </p:nvSpPr>
          <p:spPr>
            <a:xfrm>
              <a:off x="2586617" y="3116064"/>
              <a:ext cx="766" cy="1634"/>
            </a:xfrm>
            <a:custGeom>
              <a:avLst/>
              <a:pathLst>
                <a:path w="766" h="1634">
                  <a:moveTo>
                    <a:pt x="766" y="1025"/>
                  </a:moveTo>
                  <a:lnTo>
                    <a:pt x="467" y="1634"/>
                  </a:lnTo>
                  <a:lnTo>
                    <a:pt x="203" y="1579"/>
                  </a:lnTo>
                  <a:lnTo>
                    <a:pt x="30" y="991"/>
                  </a:lnTo>
                  <a:lnTo>
                    <a:pt x="0" y="0"/>
                  </a:lnTo>
                  <a:lnTo>
                    <a:pt x="250" y="271"/>
                  </a:lnTo>
                  <a:lnTo>
                    <a:pt x="343" y="422"/>
                  </a:lnTo>
                  <a:lnTo>
                    <a:pt x="421" y="623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0" name="pg1059"/>
            <p:cNvSpPr/>
            <p:nvPr/>
          </p:nvSpPr>
          <p:spPr>
            <a:xfrm>
              <a:off x="2583472" y="3112476"/>
              <a:ext cx="340" cy="952"/>
            </a:xfrm>
            <a:custGeom>
              <a:avLst/>
              <a:pathLst>
                <a:path w="340" h="952">
                  <a:moveTo>
                    <a:pt x="159" y="952"/>
                  </a:moveTo>
                  <a:lnTo>
                    <a:pt x="0" y="683"/>
                  </a:lnTo>
                  <a:lnTo>
                    <a:pt x="28" y="193"/>
                  </a:lnTo>
                  <a:lnTo>
                    <a:pt x="158" y="0"/>
                  </a:lnTo>
                  <a:lnTo>
                    <a:pt x="259" y="135"/>
                  </a:lnTo>
                  <a:lnTo>
                    <a:pt x="340" y="522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1" name="pg1060"/>
            <p:cNvSpPr/>
            <p:nvPr/>
          </p:nvSpPr>
          <p:spPr>
            <a:xfrm>
              <a:off x="3405360" y="2115266"/>
              <a:ext cx="10810" cy="5665"/>
            </a:xfrm>
            <a:custGeom>
              <a:avLst/>
              <a:pathLst>
                <a:path w="10810" h="5665">
                  <a:moveTo>
                    <a:pt x="10810" y="382"/>
                  </a:moveTo>
                  <a:lnTo>
                    <a:pt x="10628" y="1497"/>
                  </a:lnTo>
                  <a:lnTo>
                    <a:pt x="10149" y="2728"/>
                  </a:lnTo>
                  <a:lnTo>
                    <a:pt x="8513" y="4501"/>
                  </a:lnTo>
                  <a:lnTo>
                    <a:pt x="6810" y="5665"/>
                  </a:lnTo>
                  <a:lnTo>
                    <a:pt x="5931" y="5520"/>
                  </a:lnTo>
                  <a:lnTo>
                    <a:pt x="5328" y="4911"/>
                  </a:lnTo>
                  <a:lnTo>
                    <a:pt x="5004" y="4272"/>
                  </a:lnTo>
                  <a:lnTo>
                    <a:pt x="4093" y="3656"/>
                  </a:lnTo>
                  <a:lnTo>
                    <a:pt x="2840" y="3345"/>
                  </a:lnTo>
                  <a:lnTo>
                    <a:pt x="2060" y="4012"/>
                  </a:lnTo>
                  <a:lnTo>
                    <a:pt x="1503" y="4644"/>
                  </a:lnTo>
                  <a:lnTo>
                    <a:pt x="1017" y="4540"/>
                  </a:lnTo>
                  <a:lnTo>
                    <a:pt x="650" y="4012"/>
                  </a:lnTo>
                  <a:lnTo>
                    <a:pt x="369" y="3200"/>
                  </a:lnTo>
                  <a:lnTo>
                    <a:pt x="0" y="642"/>
                  </a:lnTo>
                  <a:lnTo>
                    <a:pt x="933" y="174"/>
                  </a:lnTo>
                  <a:lnTo>
                    <a:pt x="2953" y="0"/>
                  </a:lnTo>
                  <a:lnTo>
                    <a:pt x="4521" y="894"/>
                  </a:lnTo>
                  <a:lnTo>
                    <a:pt x="6580" y="1327"/>
                  </a:lnTo>
                  <a:lnTo>
                    <a:pt x="8155" y="102"/>
                  </a:lnTo>
                  <a:lnTo>
                    <a:pt x="9395" y="1145"/>
                  </a:lnTo>
                  <a:close/>
                </a:path>
              </a:pathLst>
            </a:custGeom>
            <a:solidFill>
              <a:srgbClr val="E7F1E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2" name="pg1061"/>
            <p:cNvSpPr/>
            <p:nvPr/>
          </p:nvSpPr>
          <p:spPr>
            <a:xfrm>
              <a:off x="3409660" y="2105012"/>
              <a:ext cx="4646" cy="3527"/>
            </a:xfrm>
            <a:custGeom>
              <a:avLst/>
              <a:pathLst>
                <a:path w="4646" h="3527">
                  <a:moveTo>
                    <a:pt x="3092" y="206"/>
                  </a:moveTo>
                  <a:lnTo>
                    <a:pt x="4297" y="1817"/>
                  </a:lnTo>
                  <a:lnTo>
                    <a:pt x="4553" y="2333"/>
                  </a:lnTo>
                  <a:lnTo>
                    <a:pt x="4646" y="2885"/>
                  </a:lnTo>
                  <a:lnTo>
                    <a:pt x="3115" y="3527"/>
                  </a:lnTo>
                  <a:lnTo>
                    <a:pt x="1487" y="1549"/>
                  </a:lnTo>
                  <a:lnTo>
                    <a:pt x="410" y="2015"/>
                  </a:lnTo>
                  <a:lnTo>
                    <a:pt x="6" y="1079"/>
                  </a:lnTo>
                  <a:lnTo>
                    <a:pt x="0" y="494"/>
                  </a:lnTo>
                  <a:lnTo>
                    <a:pt x="1117" y="0"/>
                  </a:lnTo>
                  <a:close/>
                </a:path>
              </a:pathLst>
            </a:custGeom>
            <a:solidFill>
              <a:srgbClr val="E7F1E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3" name="pg1062"/>
            <p:cNvSpPr/>
            <p:nvPr/>
          </p:nvSpPr>
          <p:spPr>
            <a:xfrm>
              <a:off x="3422131" y="2062554"/>
              <a:ext cx="2187" cy="5422"/>
            </a:xfrm>
            <a:custGeom>
              <a:avLst/>
              <a:pathLst>
                <a:path w="2187" h="5422">
                  <a:moveTo>
                    <a:pt x="2183" y="3327"/>
                  </a:moveTo>
                  <a:lnTo>
                    <a:pt x="961" y="5422"/>
                  </a:lnTo>
                  <a:lnTo>
                    <a:pt x="216" y="4836"/>
                  </a:lnTo>
                  <a:lnTo>
                    <a:pt x="0" y="4351"/>
                  </a:lnTo>
                  <a:lnTo>
                    <a:pt x="378" y="2718"/>
                  </a:lnTo>
                  <a:lnTo>
                    <a:pt x="2187" y="0"/>
                  </a:lnTo>
                  <a:close/>
                </a:path>
              </a:pathLst>
            </a:custGeom>
            <a:solidFill>
              <a:srgbClr val="E7F1E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4" name="pg1063"/>
            <p:cNvSpPr/>
            <p:nvPr/>
          </p:nvSpPr>
          <p:spPr>
            <a:xfrm>
              <a:off x="3424583" y="2058804"/>
              <a:ext cx="2476" cy="2234"/>
            </a:xfrm>
            <a:custGeom>
              <a:avLst/>
              <a:pathLst>
                <a:path w="2476" h="2234">
                  <a:moveTo>
                    <a:pt x="2476" y="64"/>
                  </a:moveTo>
                  <a:lnTo>
                    <a:pt x="195" y="2234"/>
                  </a:lnTo>
                  <a:lnTo>
                    <a:pt x="0" y="1890"/>
                  </a:lnTo>
                  <a:lnTo>
                    <a:pt x="1470" y="0"/>
                  </a:lnTo>
                  <a:close/>
                </a:path>
              </a:pathLst>
            </a:custGeom>
            <a:solidFill>
              <a:srgbClr val="E7F1E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5" name="pg1064"/>
            <p:cNvSpPr/>
            <p:nvPr/>
          </p:nvSpPr>
          <p:spPr>
            <a:xfrm>
              <a:off x="3406580" y="2054935"/>
              <a:ext cx="46253" cy="79508"/>
            </a:xfrm>
            <a:custGeom>
              <a:avLst/>
              <a:pathLst>
                <a:path w="46253" h="79508">
                  <a:moveTo>
                    <a:pt x="9591" y="60714"/>
                  </a:moveTo>
                  <a:lnTo>
                    <a:pt x="8513" y="60269"/>
                  </a:lnTo>
                  <a:lnTo>
                    <a:pt x="6880" y="59037"/>
                  </a:lnTo>
                  <a:lnTo>
                    <a:pt x="4602" y="60037"/>
                  </a:lnTo>
                  <a:lnTo>
                    <a:pt x="3018" y="58839"/>
                  </a:lnTo>
                  <a:lnTo>
                    <a:pt x="1702" y="58721"/>
                  </a:lnTo>
                  <a:lnTo>
                    <a:pt x="883" y="57767"/>
                  </a:lnTo>
                  <a:lnTo>
                    <a:pt x="0" y="56154"/>
                  </a:lnTo>
                  <a:lnTo>
                    <a:pt x="625" y="55094"/>
                  </a:lnTo>
                  <a:lnTo>
                    <a:pt x="1230" y="54726"/>
                  </a:lnTo>
                  <a:lnTo>
                    <a:pt x="3640" y="54521"/>
                  </a:lnTo>
                  <a:lnTo>
                    <a:pt x="5393" y="55166"/>
                  </a:lnTo>
                  <a:lnTo>
                    <a:pt x="8543" y="58666"/>
                  </a:lnTo>
                  <a:lnTo>
                    <a:pt x="9339" y="58639"/>
                  </a:lnTo>
                  <a:lnTo>
                    <a:pt x="10182" y="58197"/>
                  </a:lnTo>
                  <a:lnTo>
                    <a:pt x="9753" y="57244"/>
                  </a:lnTo>
                  <a:lnTo>
                    <a:pt x="8965" y="56789"/>
                  </a:lnTo>
                  <a:lnTo>
                    <a:pt x="7793" y="55848"/>
                  </a:lnTo>
                  <a:lnTo>
                    <a:pt x="6859" y="54527"/>
                  </a:lnTo>
                  <a:lnTo>
                    <a:pt x="9053" y="54100"/>
                  </a:lnTo>
                  <a:lnTo>
                    <a:pt x="8749" y="53416"/>
                  </a:lnTo>
                  <a:lnTo>
                    <a:pt x="8460" y="52250"/>
                  </a:lnTo>
                  <a:lnTo>
                    <a:pt x="6144" y="48183"/>
                  </a:lnTo>
                  <a:lnTo>
                    <a:pt x="6539" y="47082"/>
                  </a:lnTo>
                  <a:lnTo>
                    <a:pt x="7121" y="44720"/>
                  </a:lnTo>
                  <a:lnTo>
                    <a:pt x="7847" y="42759"/>
                  </a:lnTo>
                  <a:lnTo>
                    <a:pt x="8425" y="42232"/>
                  </a:lnTo>
                  <a:lnTo>
                    <a:pt x="9376" y="40842"/>
                  </a:lnTo>
                  <a:lnTo>
                    <a:pt x="11443" y="36769"/>
                  </a:lnTo>
                  <a:lnTo>
                    <a:pt x="12757" y="33449"/>
                  </a:lnTo>
                  <a:lnTo>
                    <a:pt x="13736" y="29507"/>
                  </a:lnTo>
                  <a:lnTo>
                    <a:pt x="15170" y="18657"/>
                  </a:lnTo>
                  <a:lnTo>
                    <a:pt x="15594" y="16814"/>
                  </a:lnTo>
                  <a:lnTo>
                    <a:pt x="16286" y="14770"/>
                  </a:lnTo>
                  <a:lnTo>
                    <a:pt x="17154" y="15155"/>
                  </a:lnTo>
                  <a:lnTo>
                    <a:pt x="17757" y="15744"/>
                  </a:lnTo>
                  <a:lnTo>
                    <a:pt x="19895" y="14198"/>
                  </a:lnTo>
                  <a:lnTo>
                    <a:pt x="23562" y="10184"/>
                  </a:lnTo>
                  <a:lnTo>
                    <a:pt x="24643" y="6710"/>
                  </a:lnTo>
                  <a:lnTo>
                    <a:pt x="25705" y="5096"/>
                  </a:lnTo>
                  <a:lnTo>
                    <a:pt x="29919" y="1949"/>
                  </a:lnTo>
                  <a:lnTo>
                    <a:pt x="32247" y="1007"/>
                  </a:lnTo>
                  <a:lnTo>
                    <a:pt x="35838" y="764"/>
                  </a:lnTo>
                  <a:lnTo>
                    <a:pt x="38434" y="203"/>
                  </a:lnTo>
                  <a:lnTo>
                    <a:pt x="41551" y="0"/>
                  </a:lnTo>
                  <a:lnTo>
                    <a:pt x="42738" y="1943"/>
                  </a:lnTo>
                  <a:lnTo>
                    <a:pt x="43426" y="3364"/>
                  </a:lnTo>
                  <a:lnTo>
                    <a:pt x="44535" y="4153"/>
                  </a:lnTo>
                  <a:lnTo>
                    <a:pt x="46253" y="4694"/>
                  </a:lnTo>
                  <a:lnTo>
                    <a:pt x="46151" y="7504"/>
                  </a:lnTo>
                  <a:lnTo>
                    <a:pt x="46163" y="13050"/>
                  </a:lnTo>
                  <a:lnTo>
                    <a:pt x="46034" y="14034"/>
                  </a:lnTo>
                  <a:lnTo>
                    <a:pt x="45264" y="16374"/>
                  </a:lnTo>
                  <a:lnTo>
                    <a:pt x="44447" y="20577"/>
                  </a:lnTo>
                  <a:lnTo>
                    <a:pt x="44226" y="23337"/>
                  </a:lnTo>
                  <a:lnTo>
                    <a:pt x="43982" y="23864"/>
                  </a:lnTo>
                  <a:lnTo>
                    <a:pt x="40715" y="23848"/>
                  </a:lnTo>
                  <a:lnTo>
                    <a:pt x="40250" y="24327"/>
                  </a:lnTo>
                  <a:lnTo>
                    <a:pt x="40183" y="24924"/>
                  </a:lnTo>
                  <a:lnTo>
                    <a:pt x="40349" y="25636"/>
                  </a:lnTo>
                  <a:lnTo>
                    <a:pt x="40270" y="26343"/>
                  </a:lnTo>
                  <a:lnTo>
                    <a:pt x="40014" y="26918"/>
                  </a:lnTo>
                  <a:lnTo>
                    <a:pt x="40153" y="27833"/>
                  </a:lnTo>
                  <a:lnTo>
                    <a:pt x="40720" y="28873"/>
                  </a:lnTo>
                  <a:lnTo>
                    <a:pt x="41752" y="29515"/>
                  </a:lnTo>
                  <a:lnTo>
                    <a:pt x="42857" y="29574"/>
                  </a:lnTo>
                  <a:lnTo>
                    <a:pt x="43426" y="29462"/>
                  </a:lnTo>
                  <a:lnTo>
                    <a:pt x="43842" y="30204"/>
                  </a:lnTo>
                  <a:lnTo>
                    <a:pt x="44253" y="31349"/>
                  </a:lnTo>
                  <a:lnTo>
                    <a:pt x="44222" y="32789"/>
                  </a:lnTo>
                  <a:lnTo>
                    <a:pt x="44061" y="34724"/>
                  </a:lnTo>
                  <a:lnTo>
                    <a:pt x="43538" y="36512"/>
                  </a:lnTo>
                  <a:lnTo>
                    <a:pt x="42031" y="38572"/>
                  </a:lnTo>
                  <a:lnTo>
                    <a:pt x="41356" y="39298"/>
                  </a:lnTo>
                  <a:lnTo>
                    <a:pt x="40722" y="39668"/>
                  </a:lnTo>
                  <a:lnTo>
                    <a:pt x="40420" y="40214"/>
                  </a:lnTo>
                  <a:lnTo>
                    <a:pt x="40277" y="40904"/>
                  </a:lnTo>
                  <a:lnTo>
                    <a:pt x="40310" y="41515"/>
                  </a:lnTo>
                  <a:lnTo>
                    <a:pt x="41381" y="43170"/>
                  </a:lnTo>
                  <a:lnTo>
                    <a:pt x="41356" y="43548"/>
                  </a:lnTo>
                  <a:lnTo>
                    <a:pt x="41045" y="44408"/>
                  </a:lnTo>
                  <a:lnTo>
                    <a:pt x="40633" y="45218"/>
                  </a:lnTo>
                  <a:lnTo>
                    <a:pt x="37866" y="46900"/>
                  </a:lnTo>
                  <a:lnTo>
                    <a:pt x="36724" y="46769"/>
                  </a:lnTo>
                  <a:lnTo>
                    <a:pt x="36072" y="47607"/>
                  </a:lnTo>
                  <a:lnTo>
                    <a:pt x="35868" y="47766"/>
                  </a:lnTo>
                  <a:lnTo>
                    <a:pt x="35145" y="46995"/>
                  </a:lnTo>
                  <a:lnTo>
                    <a:pt x="33534" y="46108"/>
                  </a:lnTo>
                  <a:lnTo>
                    <a:pt x="32925" y="46414"/>
                  </a:lnTo>
                  <a:lnTo>
                    <a:pt x="32588" y="46900"/>
                  </a:lnTo>
                  <a:lnTo>
                    <a:pt x="31573" y="47490"/>
                  </a:lnTo>
                  <a:lnTo>
                    <a:pt x="30847" y="48415"/>
                  </a:lnTo>
                  <a:lnTo>
                    <a:pt x="30844" y="49605"/>
                  </a:lnTo>
                  <a:lnTo>
                    <a:pt x="32130" y="52683"/>
                  </a:lnTo>
                  <a:lnTo>
                    <a:pt x="32582" y="53287"/>
                  </a:lnTo>
                  <a:lnTo>
                    <a:pt x="32604" y="54436"/>
                  </a:lnTo>
                  <a:lnTo>
                    <a:pt x="33227" y="55879"/>
                  </a:lnTo>
                  <a:lnTo>
                    <a:pt x="33864" y="57686"/>
                  </a:lnTo>
                  <a:lnTo>
                    <a:pt x="33933" y="58836"/>
                  </a:lnTo>
                  <a:lnTo>
                    <a:pt x="33859" y="60001"/>
                  </a:lnTo>
                  <a:lnTo>
                    <a:pt x="33530" y="61649"/>
                  </a:lnTo>
                  <a:lnTo>
                    <a:pt x="32416" y="65511"/>
                  </a:lnTo>
                  <a:lnTo>
                    <a:pt x="32402" y="66253"/>
                  </a:lnTo>
                  <a:lnTo>
                    <a:pt x="32496" y="66815"/>
                  </a:lnTo>
                  <a:lnTo>
                    <a:pt x="32878" y="66971"/>
                  </a:lnTo>
                  <a:lnTo>
                    <a:pt x="33169" y="67263"/>
                  </a:lnTo>
                  <a:lnTo>
                    <a:pt x="33083" y="67778"/>
                  </a:lnTo>
                  <a:lnTo>
                    <a:pt x="30998" y="70458"/>
                  </a:lnTo>
                  <a:lnTo>
                    <a:pt x="30730" y="70927"/>
                  </a:lnTo>
                  <a:lnTo>
                    <a:pt x="29855" y="70795"/>
                  </a:lnTo>
                  <a:lnTo>
                    <a:pt x="29721" y="71243"/>
                  </a:lnTo>
                  <a:lnTo>
                    <a:pt x="29840" y="71966"/>
                  </a:lnTo>
                  <a:lnTo>
                    <a:pt x="30180" y="72600"/>
                  </a:lnTo>
                  <a:lnTo>
                    <a:pt x="30925" y="72933"/>
                  </a:lnTo>
                  <a:lnTo>
                    <a:pt x="31564" y="73612"/>
                  </a:lnTo>
                  <a:lnTo>
                    <a:pt x="32077" y="74944"/>
                  </a:lnTo>
                  <a:lnTo>
                    <a:pt x="31405" y="79508"/>
                  </a:lnTo>
                  <a:lnTo>
                    <a:pt x="30152" y="79445"/>
                  </a:lnTo>
                  <a:lnTo>
                    <a:pt x="28979" y="79387"/>
                  </a:lnTo>
                  <a:lnTo>
                    <a:pt x="28358" y="79238"/>
                  </a:lnTo>
                  <a:lnTo>
                    <a:pt x="27698" y="78789"/>
                  </a:lnTo>
                  <a:lnTo>
                    <a:pt x="27397" y="77867"/>
                  </a:lnTo>
                  <a:lnTo>
                    <a:pt x="27030" y="76755"/>
                  </a:lnTo>
                  <a:lnTo>
                    <a:pt x="27130" y="76074"/>
                  </a:lnTo>
                  <a:lnTo>
                    <a:pt x="28229" y="74139"/>
                  </a:lnTo>
                  <a:lnTo>
                    <a:pt x="28394" y="73604"/>
                  </a:lnTo>
                  <a:lnTo>
                    <a:pt x="28281" y="73318"/>
                  </a:lnTo>
                  <a:lnTo>
                    <a:pt x="28392" y="72465"/>
                  </a:lnTo>
                  <a:lnTo>
                    <a:pt x="29237" y="69580"/>
                  </a:lnTo>
                  <a:lnTo>
                    <a:pt x="29346" y="68421"/>
                  </a:lnTo>
                  <a:lnTo>
                    <a:pt x="28968" y="67610"/>
                  </a:lnTo>
                  <a:lnTo>
                    <a:pt x="28423" y="67125"/>
                  </a:lnTo>
                  <a:lnTo>
                    <a:pt x="26652" y="66270"/>
                  </a:lnTo>
                  <a:lnTo>
                    <a:pt x="25808" y="65062"/>
                  </a:lnTo>
                  <a:lnTo>
                    <a:pt x="25418" y="64008"/>
                  </a:lnTo>
                  <a:lnTo>
                    <a:pt x="25024" y="63710"/>
                  </a:lnTo>
                  <a:lnTo>
                    <a:pt x="24443" y="64067"/>
                  </a:lnTo>
                  <a:lnTo>
                    <a:pt x="22975" y="64459"/>
                  </a:lnTo>
                  <a:lnTo>
                    <a:pt x="21782" y="63891"/>
                  </a:lnTo>
                  <a:lnTo>
                    <a:pt x="20372" y="61895"/>
                  </a:lnTo>
                  <a:lnTo>
                    <a:pt x="20046" y="60112"/>
                  </a:lnTo>
                  <a:lnTo>
                    <a:pt x="19873" y="58744"/>
                  </a:lnTo>
                  <a:lnTo>
                    <a:pt x="19521" y="58272"/>
                  </a:lnTo>
                  <a:lnTo>
                    <a:pt x="19048" y="58973"/>
                  </a:lnTo>
                  <a:lnTo>
                    <a:pt x="18448" y="60084"/>
                  </a:lnTo>
                  <a:lnTo>
                    <a:pt x="17264" y="60217"/>
                  </a:lnTo>
                  <a:lnTo>
                    <a:pt x="16927" y="59958"/>
                  </a:lnTo>
                  <a:lnTo>
                    <a:pt x="16869" y="59344"/>
                  </a:lnTo>
                  <a:lnTo>
                    <a:pt x="16802" y="58756"/>
                  </a:lnTo>
                  <a:lnTo>
                    <a:pt x="16476" y="58027"/>
                  </a:lnTo>
                  <a:lnTo>
                    <a:pt x="16124" y="57622"/>
                  </a:lnTo>
                  <a:lnTo>
                    <a:pt x="14623" y="59672"/>
                  </a:lnTo>
                  <a:lnTo>
                    <a:pt x="14065" y="59666"/>
                  </a:lnTo>
                  <a:lnTo>
                    <a:pt x="13360" y="58878"/>
                  </a:lnTo>
                  <a:lnTo>
                    <a:pt x="13012" y="58106"/>
                  </a:lnTo>
                  <a:lnTo>
                    <a:pt x="12241" y="58546"/>
                  </a:lnTo>
                  <a:lnTo>
                    <a:pt x="11548" y="59499"/>
                  </a:lnTo>
                  <a:lnTo>
                    <a:pt x="11785" y="61286"/>
                  </a:lnTo>
                  <a:lnTo>
                    <a:pt x="11411" y="61614"/>
                  </a:lnTo>
                  <a:lnTo>
                    <a:pt x="10557" y="61451"/>
                  </a:lnTo>
                  <a:close/>
                </a:path>
              </a:pathLst>
            </a:custGeom>
            <a:solidFill>
              <a:srgbClr val="E7F1E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6" name="pg1065"/>
            <p:cNvSpPr/>
            <p:nvPr/>
          </p:nvSpPr>
          <p:spPr>
            <a:xfrm>
              <a:off x="3428067" y="2054864"/>
              <a:ext cx="4841" cy="1943"/>
            </a:xfrm>
            <a:custGeom>
              <a:avLst/>
              <a:pathLst>
                <a:path w="4841" h="1943">
                  <a:moveTo>
                    <a:pt x="1672" y="1708"/>
                  </a:moveTo>
                  <a:lnTo>
                    <a:pt x="523" y="1943"/>
                  </a:lnTo>
                  <a:lnTo>
                    <a:pt x="0" y="1529"/>
                  </a:lnTo>
                  <a:lnTo>
                    <a:pt x="2775" y="357"/>
                  </a:lnTo>
                  <a:lnTo>
                    <a:pt x="4531" y="0"/>
                  </a:lnTo>
                  <a:lnTo>
                    <a:pt x="4841" y="161"/>
                  </a:lnTo>
                  <a:close/>
                </a:path>
              </a:pathLst>
            </a:custGeom>
            <a:solidFill>
              <a:srgbClr val="E7F1E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7" name="pg1066"/>
            <p:cNvSpPr/>
            <p:nvPr/>
          </p:nvSpPr>
          <p:spPr>
            <a:xfrm>
              <a:off x="3433794" y="2053932"/>
              <a:ext cx="3393" cy="959"/>
            </a:xfrm>
            <a:custGeom>
              <a:avLst/>
              <a:pathLst>
                <a:path w="3393" h="959">
                  <a:moveTo>
                    <a:pt x="3393" y="480"/>
                  </a:moveTo>
                  <a:lnTo>
                    <a:pt x="959" y="959"/>
                  </a:lnTo>
                  <a:lnTo>
                    <a:pt x="136" y="597"/>
                  </a:lnTo>
                  <a:lnTo>
                    <a:pt x="0" y="253"/>
                  </a:lnTo>
                  <a:lnTo>
                    <a:pt x="663" y="50"/>
                  </a:lnTo>
                  <a:lnTo>
                    <a:pt x="2739" y="0"/>
                  </a:lnTo>
                  <a:lnTo>
                    <a:pt x="3380" y="298"/>
                  </a:lnTo>
                  <a:close/>
                </a:path>
              </a:pathLst>
            </a:custGeom>
            <a:solidFill>
              <a:srgbClr val="E7F1E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8" name="pg1067"/>
            <p:cNvSpPr/>
            <p:nvPr/>
          </p:nvSpPr>
          <p:spPr>
            <a:xfrm>
              <a:off x="3440025" y="2052753"/>
              <a:ext cx="2148" cy="1128"/>
            </a:xfrm>
            <a:custGeom>
              <a:avLst/>
              <a:pathLst>
                <a:path w="2148" h="1128">
                  <a:moveTo>
                    <a:pt x="2148" y="125"/>
                  </a:moveTo>
                  <a:lnTo>
                    <a:pt x="419" y="1128"/>
                  </a:lnTo>
                  <a:lnTo>
                    <a:pt x="0" y="917"/>
                  </a:lnTo>
                  <a:lnTo>
                    <a:pt x="103" y="627"/>
                  </a:lnTo>
                  <a:lnTo>
                    <a:pt x="1624" y="0"/>
                  </a:lnTo>
                  <a:close/>
                </a:path>
              </a:pathLst>
            </a:custGeom>
            <a:solidFill>
              <a:srgbClr val="E7F1E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9" name="pg1068"/>
            <p:cNvSpPr/>
            <p:nvPr/>
          </p:nvSpPr>
          <p:spPr>
            <a:xfrm>
              <a:off x="3445983" y="2049488"/>
              <a:ext cx="1959" cy="1367"/>
            </a:xfrm>
            <a:custGeom>
              <a:avLst/>
              <a:pathLst>
                <a:path w="1959" h="1367">
                  <a:moveTo>
                    <a:pt x="1143" y="1269"/>
                  </a:moveTo>
                  <a:lnTo>
                    <a:pt x="0" y="1367"/>
                  </a:lnTo>
                  <a:lnTo>
                    <a:pt x="326" y="585"/>
                  </a:lnTo>
                  <a:lnTo>
                    <a:pt x="1388" y="0"/>
                  </a:lnTo>
                  <a:lnTo>
                    <a:pt x="1959" y="0"/>
                  </a:lnTo>
                  <a:close/>
                </a:path>
              </a:pathLst>
            </a:custGeom>
            <a:solidFill>
              <a:srgbClr val="F8FBF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0" name="pg1069"/>
            <p:cNvSpPr/>
            <p:nvPr/>
          </p:nvSpPr>
          <p:spPr>
            <a:xfrm>
              <a:off x="3424857" y="1847770"/>
              <a:ext cx="1961" cy="7779"/>
            </a:xfrm>
            <a:custGeom>
              <a:avLst/>
              <a:pathLst>
                <a:path w="1961" h="7779">
                  <a:moveTo>
                    <a:pt x="1922" y="4269"/>
                  </a:moveTo>
                  <a:lnTo>
                    <a:pt x="1961" y="7779"/>
                  </a:lnTo>
                  <a:lnTo>
                    <a:pt x="825" y="7514"/>
                  </a:lnTo>
                  <a:lnTo>
                    <a:pt x="314" y="6167"/>
                  </a:lnTo>
                  <a:lnTo>
                    <a:pt x="166" y="5308"/>
                  </a:lnTo>
                  <a:lnTo>
                    <a:pt x="255" y="3276"/>
                  </a:lnTo>
                  <a:lnTo>
                    <a:pt x="0" y="1181"/>
                  </a:lnTo>
                  <a:lnTo>
                    <a:pt x="335" y="141"/>
                  </a:lnTo>
                  <a:lnTo>
                    <a:pt x="747" y="0"/>
                  </a:lnTo>
                  <a:lnTo>
                    <a:pt x="1482" y="1864"/>
                  </a:lnTo>
                  <a:close/>
                </a:path>
              </a:pathLst>
            </a:custGeom>
            <a:solidFill>
              <a:srgbClr val="FFF8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1" name="pg1070"/>
            <p:cNvSpPr/>
            <p:nvPr/>
          </p:nvSpPr>
          <p:spPr>
            <a:xfrm>
              <a:off x="3423240" y="1825687"/>
              <a:ext cx="2149" cy="3765"/>
            </a:xfrm>
            <a:custGeom>
              <a:avLst/>
              <a:pathLst>
                <a:path w="2149" h="3765">
                  <a:moveTo>
                    <a:pt x="1970" y="3392"/>
                  </a:moveTo>
                  <a:lnTo>
                    <a:pt x="877" y="3765"/>
                  </a:lnTo>
                  <a:lnTo>
                    <a:pt x="0" y="3446"/>
                  </a:lnTo>
                  <a:lnTo>
                    <a:pt x="313" y="624"/>
                  </a:lnTo>
                  <a:lnTo>
                    <a:pt x="772" y="162"/>
                  </a:lnTo>
                  <a:lnTo>
                    <a:pt x="1436" y="0"/>
                  </a:lnTo>
                  <a:lnTo>
                    <a:pt x="2149" y="1510"/>
                  </a:lnTo>
                  <a:close/>
                </a:path>
              </a:pathLst>
            </a:custGeom>
            <a:solidFill>
              <a:srgbClr val="FFF8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2" name="pg1071"/>
            <p:cNvSpPr/>
            <p:nvPr/>
          </p:nvSpPr>
          <p:spPr>
            <a:xfrm>
              <a:off x="3460321" y="1758568"/>
              <a:ext cx="4157" cy="3956"/>
            </a:xfrm>
            <a:custGeom>
              <a:avLst/>
              <a:pathLst>
                <a:path w="4157" h="3956">
                  <a:moveTo>
                    <a:pt x="3686" y="3935"/>
                  </a:moveTo>
                  <a:lnTo>
                    <a:pt x="2476" y="3956"/>
                  </a:lnTo>
                  <a:lnTo>
                    <a:pt x="1039" y="3500"/>
                  </a:lnTo>
                  <a:lnTo>
                    <a:pt x="139" y="2533"/>
                  </a:lnTo>
                  <a:lnTo>
                    <a:pt x="0" y="1681"/>
                  </a:lnTo>
                  <a:lnTo>
                    <a:pt x="1658" y="620"/>
                  </a:lnTo>
                  <a:lnTo>
                    <a:pt x="3325" y="0"/>
                  </a:lnTo>
                  <a:lnTo>
                    <a:pt x="4098" y="1165"/>
                  </a:lnTo>
                  <a:lnTo>
                    <a:pt x="4157" y="3084"/>
                  </a:lnTo>
                  <a:close/>
                </a:path>
              </a:pathLst>
            </a:custGeom>
            <a:solidFill>
              <a:srgbClr val="FFF8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3" name="pg1072"/>
            <p:cNvSpPr/>
            <p:nvPr/>
          </p:nvSpPr>
          <p:spPr>
            <a:xfrm>
              <a:off x="3466282" y="1748704"/>
              <a:ext cx="6512" cy="4132"/>
            </a:xfrm>
            <a:custGeom>
              <a:avLst/>
              <a:pathLst>
                <a:path w="6512" h="4132">
                  <a:moveTo>
                    <a:pt x="2266" y="4062"/>
                  </a:moveTo>
                  <a:lnTo>
                    <a:pt x="851" y="4132"/>
                  </a:lnTo>
                  <a:lnTo>
                    <a:pt x="0" y="3471"/>
                  </a:lnTo>
                  <a:lnTo>
                    <a:pt x="2025" y="2151"/>
                  </a:lnTo>
                  <a:lnTo>
                    <a:pt x="5204" y="895"/>
                  </a:lnTo>
                  <a:lnTo>
                    <a:pt x="5507" y="98"/>
                  </a:lnTo>
                  <a:lnTo>
                    <a:pt x="5892" y="0"/>
                  </a:lnTo>
                  <a:lnTo>
                    <a:pt x="6442" y="981"/>
                  </a:lnTo>
                  <a:lnTo>
                    <a:pt x="6512" y="2324"/>
                  </a:lnTo>
                  <a:lnTo>
                    <a:pt x="6162" y="2989"/>
                  </a:lnTo>
                  <a:close/>
                </a:path>
              </a:pathLst>
            </a:custGeom>
            <a:solidFill>
              <a:srgbClr val="FFF8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4" name="pg1073"/>
            <p:cNvSpPr/>
            <p:nvPr/>
          </p:nvSpPr>
          <p:spPr>
            <a:xfrm>
              <a:off x="3496548" y="1714011"/>
              <a:ext cx="6248" cy="4156"/>
            </a:xfrm>
            <a:custGeom>
              <a:avLst/>
              <a:pathLst>
                <a:path w="6248" h="4156">
                  <a:moveTo>
                    <a:pt x="6066" y="3334"/>
                  </a:moveTo>
                  <a:lnTo>
                    <a:pt x="5419" y="4156"/>
                  </a:lnTo>
                  <a:lnTo>
                    <a:pt x="3981" y="3496"/>
                  </a:lnTo>
                  <a:lnTo>
                    <a:pt x="1143" y="4006"/>
                  </a:lnTo>
                  <a:lnTo>
                    <a:pt x="0" y="3203"/>
                  </a:lnTo>
                  <a:lnTo>
                    <a:pt x="908" y="1639"/>
                  </a:lnTo>
                  <a:lnTo>
                    <a:pt x="3469" y="0"/>
                  </a:lnTo>
                  <a:lnTo>
                    <a:pt x="4846" y="75"/>
                  </a:lnTo>
                  <a:lnTo>
                    <a:pt x="6248" y="2092"/>
                  </a:lnTo>
                  <a:close/>
                </a:path>
              </a:pathLst>
            </a:custGeom>
            <a:solidFill>
              <a:srgbClr val="FFF8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5" name="pg1074"/>
            <p:cNvSpPr/>
            <p:nvPr/>
          </p:nvSpPr>
          <p:spPr>
            <a:xfrm>
              <a:off x="3509200" y="1692523"/>
              <a:ext cx="2937" cy="3256"/>
            </a:xfrm>
            <a:custGeom>
              <a:avLst/>
              <a:pathLst>
                <a:path w="2937" h="3256">
                  <a:moveTo>
                    <a:pt x="2502" y="2346"/>
                  </a:moveTo>
                  <a:lnTo>
                    <a:pt x="1687" y="3256"/>
                  </a:lnTo>
                  <a:lnTo>
                    <a:pt x="162" y="2995"/>
                  </a:lnTo>
                  <a:lnTo>
                    <a:pt x="0" y="2214"/>
                  </a:lnTo>
                  <a:lnTo>
                    <a:pt x="435" y="650"/>
                  </a:lnTo>
                  <a:lnTo>
                    <a:pt x="1360" y="0"/>
                  </a:lnTo>
                  <a:lnTo>
                    <a:pt x="2557" y="128"/>
                  </a:lnTo>
                  <a:lnTo>
                    <a:pt x="2937" y="782"/>
                  </a:lnTo>
                  <a:close/>
                </a:path>
              </a:pathLst>
            </a:custGeom>
            <a:solidFill>
              <a:srgbClr val="FFF8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6" name="pg1075"/>
            <p:cNvSpPr/>
            <p:nvPr/>
          </p:nvSpPr>
          <p:spPr>
            <a:xfrm>
              <a:off x="3517398" y="1683497"/>
              <a:ext cx="4310" cy="3318"/>
            </a:xfrm>
            <a:custGeom>
              <a:avLst/>
              <a:pathLst>
                <a:path w="4310" h="3318">
                  <a:moveTo>
                    <a:pt x="988" y="3233"/>
                  </a:moveTo>
                  <a:lnTo>
                    <a:pt x="0" y="3318"/>
                  </a:lnTo>
                  <a:lnTo>
                    <a:pt x="8" y="2110"/>
                  </a:lnTo>
                  <a:lnTo>
                    <a:pt x="574" y="1012"/>
                  </a:lnTo>
                  <a:lnTo>
                    <a:pt x="1472" y="279"/>
                  </a:lnTo>
                  <a:lnTo>
                    <a:pt x="2627" y="83"/>
                  </a:lnTo>
                  <a:lnTo>
                    <a:pt x="3918" y="0"/>
                  </a:lnTo>
                  <a:lnTo>
                    <a:pt x="4310" y="581"/>
                  </a:lnTo>
                  <a:lnTo>
                    <a:pt x="3568" y="1403"/>
                  </a:lnTo>
                  <a:close/>
                </a:path>
              </a:pathLst>
            </a:custGeom>
            <a:solidFill>
              <a:srgbClr val="FFF8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7" name="pg1076"/>
            <p:cNvSpPr/>
            <p:nvPr/>
          </p:nvSpPr>
          <p:spPr>
            <a:xfrm>
              <a:off x="3516138" y="1677611"/>
              <a:ext cx="3644" cy="5139"/>
            </a:xfrm>
            <a:custGeom>
              <a:avLst/>
              <a:pathLst>
                <a:path w="3644" h="5139">
                  <a:moveTo>
                    <a:pt x="1142" y="4943"/>
                  </a:moveTo>
                  <a:lnTo>
                    <a:pt x="0" y="5139"/>
                  </a:lnTo>
                  <a:lnTo>
                    <a:pt x="190" y="3834"/>
                  </a:lnTo>
                  <a:lnTo>
                    <a:pt x="1114" y="2597"/>
                  </a:lnTo>
                  <a:lnTo>
                    <a:pt x="1468" y="1750"/>
                  </a:lnTo>
                  <a:lnTo>
                    <a:pt x="1653" y="754"/>
                  </a:lnTo>
                  <a:lnTo>
                    <a:pt x="2469" y="0"/>
                  </a:lnTo>
                  <a:lnTo>
                    <a:pt x="3621" y="963"/>
                  </a:lnTo>
                  <a:lnTo>
                    <a:pt x="3644" y="2602"/>
                  </a:lnTo>
                  <a:lnTo>
                    <a:pt x="3072" y="4096"/>
                  </a:lnTo>
                  <a:close/>
                </a:path>
              </a:pathLst>
            </a:custGeom>
            <a:solidFill>
              <a:srgbClr val="FFF8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8" name="pg1077"/>
            <p:cNvSpPr/>
            <p:nvPr/>
          </p:nvSpPr>
          <p:spPr>
            <a:xfrm>
              <a:off x="3522267" y="1622627"/>
              <a:ext cx="3687" cy="7390"/>
            </a:xfrm>
            <a:custGeom>
              <a:avLst/>
              <a:pathLst>
                <a:path w="3687" h="7390">
                  <a:moveTo>
                    <a:pt x="1823" y="5827"/>
                  </a:moveTo>
                  <a:lnTo>
                    <a:pt x="0" y="7390"/>
                  </a:lnTo>
                  <a:lnTo>
                    <a:pt x="665" y="4537"/>
                  </a:lnTo>
                  <a:lnTo>
                    <a:pt x="1649" y="1650"/>
                  </a:lnTo>
                  <a:lnTo>
                    <a:pt x="3011" y="0"/>
                  </a:lnTo>
                  <a:lnTo>
                    <a:pt x="3687" y="647"/>
                  </a:lnTo>
                  <a:lnTo>
                    <a:pt x="3377" y="2028"/>
                  </a:lnTo>
                  <a:lnTo>
                    <a:pt x="3383" y="3394"/>
                  </a:lnTo>
                  <a:lnTo>
                    <a:pt x="3092" y="4041"/>
                  </a:lnTo>
                  <a:close/>
                </a:path>
              </a:pathLst>
            </a:custGeom>
            <a:solidFill>
              <a:srgbClr val="FFF8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9" name="pg1078"/>
            <p:cNvSpPr/>
            <p:nvPr/>
          </p:nvSpPr>
          <p:spPr>
            <a:xfrm>
              <a:off x="3526900" y="1616576"/>
              <a:ext cx="11344" cy="8296"/>
            </a:xfrm>
            <a:custGeom>
              <a:avLst/>
              <a:pathLst>
                <a:path w="11344" h="8296">
                  <a:moveTo>
                    <a:pt x="8308" y="318"/>
                  </a:moveTo>
                  <a:lnTo>
                    <a:pt x="9042" y="823"/>
                  </a:lnTo>
                  <a:lnTo>
                    <a:pt x="10960" y="676"/>
                  </a:lnTo>
                  <a:lnTo>
                    <a:pt x="11344" y="865"/>
                  </a:lnTo>
                  <a:lnTo>
                    <a:pt x="11072" y="1699"/>
                  </a:lnTo>
                  <a:lnTo>
                    <a:pt x="10239" y="2617"/>
                  </a:lnTo>
                  <a:lnTo>
                    <a:pt x="8492" y="3180"/>
                  </a:lnTo>
                  <a:lnTo>
                    <a:pt x="7706" y="4580"/>
                  </a:lnTo>
                  <a:lnTo>
                    <a:pt x="7143" y="5057"/>
                  </a:lnTo>
                  <a:lnTo>
                    <a:pt x="5634" y="5062"/>
                  </a:lnTo>
                  <a:lnTo>
                    <a:pt x="4744" y="5386"/>
                  </a:lnTo>
                  <a:lnTo>
                    <a:pt x="3648" y="6632"/>
                  </a:lnTo>
                  <a:lnTo>
                    <a:pt x="2772" y="5713"/>
                  </a:lnTo>
                  <a:lnTo>
                    <a:pt x="2528" y="6365"/>
                  </a:lnTo>
                  <a:lnTo>
                    <a:pt x="2369" y="7531"/>
                  </a:lnTo>
                  <a:lnTo>
                    <a:pt x="1882" y="7873"/>
                  </a:lnTo>
                  <a:lnTo>
                    <a:pt x="368" y="8296"/>
                  </a:lnTo>
                  <a:lnTo>
                    <a:pt x="0" y="5581"/>
                  </a:lnTo>
                  <a:lnTo>
                    <a:pt x="696" y="4595"/>
                  </a:lnTo>
                  <a:lnTo>
                    <a:pt x="1242" y="3417"/>
                  </a:lnTo>
                  <a:lnTo>
                    <a:pt x="2078" y="3237"/>
                  </a:lnTo>
                  <a:lnTo>
                    <a:pt x="2828" y="3335"/>
                  </a:lnTo>
                  <a:lnTo>
                    <a:pt x="4176" y="800"/>
                  </a:lnTo>
                  <a:lnTo>
                    <a:pt x="6024" y="80"/>
                  </a:lnTo>
                  <a:lnTo>
                    <a:pt x="7213" y="0"/>
                  </a:lnTo>
                  <a:close/>
                </a:path>
              </a:pathLst>
            </a:custGeom>
            <a:solidFill>
              <a:srgbClr val="FFF8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0" name="pg1079"/>
            <p:cNvSpPr/>
            <p:nvPr/>
          </p:nvSpPr>
          <p:spPr>
            <a:xfrm>
              <a:off x="3541386" y="1594949"/>
              <a:ext cx="12625" cy="11868"/>
            </a:xfrm>
            <a:custGeom>
              <a:avLst/>
              <a:pathLst>
                <a:path w="12625" h="11868">
                  <a:moveTo>
                    <a:pt x="10287" y="1917"/>
                  </a:moveTo>
                  <a:lnTo>
                    <a:pt x="11892" y="4892"/>
                  </a:lnTo>
                  <a:lnTo>
                    <a:pt x="12625" y="6631"/>
                  </a:lnTo>
                  <a:lnTo>
                    <a:pt x="12031" y="9916"/>
                  </a:lnTo>
                  <a:lnTo>
                    <a:pt x="10471" y="11574"/>
                  </a:lnTo>
                  <a:lnTo>
                    <a:pt x="8065" y="11868"/>
                  </a:lnTo>
                  <a:lnTo>
                    <a:pt x="6377" y="11731"/>
                  </a:lnTo>
                  <a:lnTo>
                    <a:pt x="5313" y="10933"/>
                  </a:lnTo>
                  <a:lnTo>
                    <a:pt x="5180" y="10039"/>
                  </a:lnTo>
                  <a:lnTo>
                    <a:pt x="4565" y="9775"/>
                  </a:lnTo>
                  <a:lnTo>
                    <a:pt x="2945" y="10923"/>
                  </a:lnTo>
                  <a:lnTo>
                    <a:pt x="1818" y="11079"/>
                  </a:lnTo>
                  <a:lnTo>
                    <a:pt x="385" y="10187"/>
                  </a:lnTo>
                  <a:lnTo>
                    <a:pt x="0" y="8763"/>
                  </a:lnTo>
                  <a:lnTo>
                    <a:pt x="1520" y="6977"/>
                  </a:lnTo>
                  <a:lnTo>
                    <a:pt x="2224" y="5589"/>
                  </a:lnTo>
                  <a:lnTo>
                    <a:pt x="3911" y="5712"/>
                  </a:lnTo>
                  <a:lnTo>
                    <a:pt x="4333" y="6143"/>
                  </a:lnTo>
                  <a:lnTo>
                    <a:pt x="5286" y="6413"/>
                  </a:lnTo>
                  <a:lnTo>
                    <a:pt x="5866" y="4741"/>
                  </a:lnTo>
                  <a:lnTo>
                    <a:pt x="5732" y="3585"/>
                  </a:lnTo>
                  <a:lnTo>
                    <a:pt x="6156" y="2781"/>
                  </a:lnTo>
                  <a:lnTo>
                    <a:pt x="8194" y="3360"/>
                  </a:lnTo>
                  <a:lnTo>
                    <a:pt x="8198" y="220"/>
                  </a:lnTo>
                  <a:lnTo>
                    <a:pt x="8988" y="0"/>
                  </a:lnTo>
                  <a:lnTo>
                    <a:pt x="9312" y="119"/>
                  </a:lnTo>
                  <a:lnTo>
                    <a:pt x="9898" y="782"/>
                  </a:lnTo>
                  <a:close/>
                </a:path>
              </a:pathLst>
            </a:custGeom>
            <a:solidFill>
              <a:srgbClr val="FFF8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1" name="pg1080"/>
            <p:cNvSpPr/>
            <p:nvPr/>
          </p:nvSpPr>
          <p:spPr>
            <a:xfrm>
              <a:off x="3539952" y="1586261"/>
              <a:ext cx="28259" cy="33206"/>
            </a:xfrm>
            <a:custGeom>
              <a:avLst/>
              <a:pathLst>
                <a:path w="28259" h="33206">
                  <a:moveTo>
                    <a:pt x="18548" y="21890"/>
                  </a:moveTo>
                  <a:lnTo>
                    <a:pt x="18696" y="22098"/>
                  </a:lnTo>
                  <a:lnTo>
                    <a:pt x="20377" y="19252"/>
                  </a:lnTo>
                  <a:lnTo>
                    <a:pt x="22240" y="18365"/>
                  </a:lnTo>
                  <a:lnTo>
                    <a:pt x="22356" y="17375"/>
                  </a:lnTo>
                  <a:lnTo>
                    <a:pt x="23078" y="16417"/>
                  </a:lnTo>
                  <a:lnTo>
                    <a:pt x="22996" y="14853"/>
                  </a:lnTo>
                  <a:lnTo>
                    <a:pt x="23363" y="13582"/>
                  </a:lnTo>
                  <a:lnTo>
                    <a:pt x="24313" y="13246"/>
                  </a:lnTo>
                  <a:lnTo>
                    <a:pt x="24906" y="12816"/>
                  </a:lnTo>
                  <a:lnTo>
                    <a:pt x="25564" y="12579"/>
                  </a:lnTo>
                  <a:lnTo>
                    <a:pt x="26752" y="13607"/>
                  </a:lnTo>
                  <a:lnTo>
                    <a:pt x="27424" y="14748"/>
                  </a:lnTo>
                  <a:lnTo>
                    <a:pt x="28259" y="17300"/>
                  </a:lnTo>
                  <a:lnTo>
                    <a:pt x="27912" y="19769"/>
                  </a:lnTo>
                  <a:lnTo>
                    <a:pt x="25676" y="21694"/>
                  </a:lnTo>
                  <a:lnTo>
                    <a:pt x="23898" y="22562"/>
                  </a:lnTo>
                  <a:lnTo>
                    <a:pt x="22103" y="24773"/>
                  </a:lnTo>
                  <a:lnTo>
                    <a:pt x="21200" y="26580"/>
                  </a:lnTo>
                  <a:lnTo>
                    <a:pt x="20425" y="26972"/>
                  </a:lnTo>
                  <a:lnTo>
                    <a:pt x="19935" y="26825"/>
                  </a:lnTo>
                  <a:lnTo>
                    <a:pt x="19499" y="26387"/>
                  </a:lnTo>
                  <a:lnTo>
                    <a:pt x="18589" y="26386"/>
                  </a:lnTo>
                  <a:lnTo>
                    <a:pt x="17587" y="27954"/>
                  </a:lnTo>
                  <a:lnTo>
                    <a:pt x="14564" y="29230"/>
                  </a:lnTo>
                  <a:lnTo>
                    <a:pt x="13378" y="28862"/>
                  </a:lnTo>
                  <a:lnTo>
                    <a:pt x="13324" y="27298"/>
                  </a:lnTo>
                  <a:lnTo>
                    <a:pt x="12616" y="27428"/>
                  </a:lnTo>
                  <a:lnTo>
                    <a:pt x="11484" y="29302"/>
                  </a:lnTo>
                  <a:lnTo>
                    <a:pt x="10375" y="29928"/>
                  </a:lnTo>
                  <a:lnTo>
                    <a:pt x="9630" y="30120"/>
                  </a:lnTo>
                  <a:lnTo>
                    <a:pt x="8263" y="29414"/>
                  </a:lnTo>
                  <a:lnTo>
                    <a:pt x="4586" y="32609"/>
                  </a:lnTo>
                  <a:lnTo>
                    <a:pt x="1138" y="33206"/>
                  </a:lnTo>
                  <a:lnTo>
                    <a:pt x="3" y="32837"/>
                  </a:lnTo>
                  <a:lnTo>
                    <a:pt x="0" y="30882"/>
                  </a:lnTo>
                  <a:lnTo>
                    <a:pt x="2228" y="28381"/>
                  </a:lnTo>
                  <a:lnTo>
                    <a:pt x="4055" y="26644"/>
                  </a:lnTo>
                  <a:lnTo>
                    <a:pt x="10341" y="25431"/>
                  </a:lnTo>
                  <a:lnTo>
                    <a:pt x="14257" y="20277"/>
                  </a:lnTo>
                  <a:lnTo>
                    <a:pt x="15203" y="14677"/>
                  </a:lnTo>
                  <a:lnTo>
                    <a:pt x="16128" y="12656"/>
                  </a:lnTo>
                  <a:lnTo>
                    <a:pt x="15693" y="11513"/>
                  </a:lnTo>
                  <a:lnTo>
                    <a:pt x="14640" y="11313"/>
                  </a:lnTo>
                  <a:lnTo>
                    <a:pt x="14576" y="9558"/>
                  </a:lnTo>
                  <a:lnTo>
                    <a:pt x="15125" y="7641"/>
                  </a:lnTo>
                  <a:lnTo>
                    <a:pt x="17180" y="5007"/>
                  </a:lnTo>
                  <a:lnTo>
                    <a:pt x="18321" y="3886"/>
                  </a:lnTo>
                  <a:lnTo>
                    <a:pt x="20181" y="714"/>
                  </a:lnTo>
                  <a:lnTo>
                    <a:pt x="21077" y="0"/>
                  </a:lnTo>
                  <a:lnTo>
                    <a:pt x="22098" y="0"/>
                  </a:lnTo>
                  <a:lnTo>
                    <a:pt x="23103" y="830"/>
                  </a:lnTo>
                  <a:lnTo>
                    <a:pt x="22922" y="2530"/>
                  </a:lnTo>
                  <a:lnTo>
                    <a:pt x="21415" y="5596"/>
                  </a:lnTo>
                  <a:lnTo>
                    <a:pt x="19182" y="8209"/>
                  </a:lnTo>
                  <a:lnTo>
                    <a:pt x="19454" y="10085"/>
                  </a:lnTo>
                  <a:lnTo>
                    <a:pt x="20343" y="11629"/>
                  </a:lnTo>
                  <a:lnTo>
                    <a:pt x="20561" y="14267"/>
                  </a:lnTo>
                  <a:lnTo>
                    <a:pt x="20616" y="16808"/>
                  </a:lnTo>
                  <a:lnTo>
                    <a:pt x="18923" y="20241"/>
                  </a:lnTo>
                  <a:close/>
                </a:path>
              </a:pathLst>
            </a:custGeom>
            <a:solidFill>
              <a:srgbClr val="FFF8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2" name="pg1081"/>
            <p:cNvSpPr/>
            <p:nvPr/>
          </p:nvSpPr>
          <p:spPr>
            <a:xfrm>
              <a:off x="3571458" y="1577568"/>
              <a:ext cx="15626" cy="17214"/>
            </a:xfrm>
            <a:custGeom>
              <a:avLst/>
              <a:pathLst>
                <a:path w="15626" h="17214">
                  <a:moveTo>
                    <a:pt x="8546" y="0"/>
                  </a:moveTo>
                  <a:lnTo>
                    <a:pt x="10029" y="1689"/>
                  </a:lnTo>
                  <a:lnTo>
                    <a:pt x="10697" y="1172"/>
                  </a:lnTo>
                  <a:lnTo>
                    <a:pt x="12009" y="980"/>
                  </a:lnTo>
                  <a:lnTo>
                    <a:pt x="12985" y="1574"/>
                  </a:lnTo>
                  <a:lnTo>
                    <a:pt x="13783" y="2647"/>
                  </a:lnTo>
                  <a:lnTo>
                    <a:pt x="14729" y="2696"/>
                  </a:lnTo>
                  <a:lnTo>
                    <a:pt x="15323" y="4098"/>
                  </a:lnTo>
                  <a:lnTo>
                    <a:pt x="15626" y="5924"/>
                  </a:lnTo>
                  <a:lnTo>
                    <a:pt x="14939" y="7287"/>
                  </a:lnTo>
                  <a:lnTo>
                    <a:pt x="13964" y="7905"/>
                  </a:lnTo>
                  <a:lnTo>
                    <a:pt x="13700" y="9512"/>
                  </a:lnTo>
                  <a:lnTo>
                    <a:pt x="14070" y="11763"/>
                  </a:lnTo>
                  <a:lnTo>
                    <a:pt x="11884" y="12535"/>
                  </a:lnTo>
                  <a:lnTo>
                    <a:pt x="9350" y="12878"/>
                  </a:lnTo>
                  <a:lnTo>
                    <a:pt x="8359" y="11802"/>
                  </a:lnTo>
                  <a:lnTo>
                    <a:pt x="6332" y="13775"/>
                  </a:lnTo>
                  <a:lnTo>
                    <a:pt x="4324" y="16852"/>
                  </a:lnTo>
                  <a:lnTo>
                    <a:pt x="3357" y="17214"/>
                  </a:lnTo>
                  <a:lnTo>
                    <a:pt x="3289" y="16240"/>
                  </a:lnTo>
                  <a:lnTo>
                    <a:pt x="1847" y="15567"/>
                  </a:lnTo>
                  <a:lnTo>
                    <a:pt x="0" y="15529"/>
                  </a:lnTo>
                  <a:lnTo>
                    <a:pt x="61" y="14807"/>
                  </a:lnTo>
                  <a:lnTo>
                    <a:pt x="396" y="14298"/>
                  </a:lnTo>
                  <a:lnTo>
                    <a:pt x="1990" y="13543"/>
                  </a:lnTo>
                  <a:lnTo>
                    <a:pt x="2308" y="11985"/>
                  </a:lnTo>
                  <a:lnTo>
                    <a:pt x="2019" y="9205"/>
                  </a:lnTo>
                  <a:lnTo>
                    <a:pt x="2300" y="7856"/>
                  </a:lnTo>
                  <a:lnTo>
                    <a:pt x="2360" y="6923"/>
                  </a:lnTo>
                  <a:lnTo>
                    <a:pt x="3363" y="5833"/>
                  </a:lnTo>
                  <a:lnTo>
                    <a:pt x="6791" y="6345"/>
                  </a:lnTo>
                  <a:lnTo>
                    <a:pt x="7207" y="5305"/>
                  </a:lnTo>
                  <a:lnTo>
                    <a:pt x="6947" y="4650"/>
                  </a:lnTo>
                  <a:lnTo>
                    <a:pt x="5175" y="3502"/>
                  </a:lnTo>
                  <a:lnTo>
                    <a:pt x="5448" y="2731"/>
                  </a:lnTo>
                  <a:lnTo>
                    <a:pt x="6726" y="2041"/>
                  </a:lnTo>
                  <a:lnTo>
                    <a:pt x="7936" y="1951"/>
                  </a:lnTo>
                  <a:lnTo>
                    <a:pt x="8300" y="784"/>
                  </a:lnTo>
                  <a:lnTo>
                    <a:pt x="8363" y="277"/>
                  </a:lnTo>
                  <a:close/>
                </a:path>
              </a:pathLst>
            </a:custGeom>
            <a:solidFill>
              <a:srgbClr val="FFF8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3" name="pg1082"/>
            <p:cNvSpPr/>
            <p:nvPr/>
          </p:nvSpPr>
          <p:spPr>
            <a:xfrm>
              <a:off x="3731059" y="1568427"/>
              <a:ext cx="3836" cy="4078"/>
            </a:xfrm>
            <a:custGeom>
              <a:avLst/>
              <a:pathLst>
                <a:path w="3836" h="4078">
                  <a:moveTo>
                    <a:pt x="2614" y="3214"/>
                  </a:moveTo>
                  <a:lnTo>
                    <a:pt x="271" y="4078"/>
                  </a:lnTo>
                  <a:lnTo>
                    <a:pt x="0" y="3367"/>
                  </a:lnTo>
                  <a:lnTo>
                    <a:pt x="514" y="2260"/>
                  </a:lnTo>
                  <a:lnTo>
                    <a:pt x="1130" y="0"/>
                  </a:lnTo>
                  <a:lnTo>
                    <a:pt x="2094" y="92"/>
                  </a:lnTo>
                  <a:lnTo>
                    <a:pt x="3069" y="954"/>
                  </a:lnTo>
                  <a:lnTo>
                    <a:pt x="3836" y="1985"/>
                  </a:lnTo>
                  <a:close/>
                </a:path>
              </a:pathLst>
            </a:custGeom>
            <a:solidFill>
              <a:srgbClr val="FFF8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4" name="pg1083"/>
            <p:cNvSpPr/>
            <p:nvPr/>
          </p:nvSpPr>
          <p:spPr>
            <a:xfrm>
              <a:off x="3615815" y="1558815"/>
              <a:ext cx="5113" cy="5136"/>
            </a:xfrm>
            <a:custGeom>
              <a:avLst/>
              <a:pathLst>
                <a:path w="5113" h="5136">
                  <a:moveTo>
                    <a:pt x="4616" y="4169"/>
                  </a:moveTo>
                  <a:lnTo>
                    <a:pt x="3951" y="4856"/>
                  </a:lnTo>
                  <a:lnTo>
                    <a:pt x="2930" y="5136"/>
                  </a:lnTo>
                  <a:lnTo>
                    <a:pt x="2381" y="4710"/>
                  </a:lnTo>
                  <a:lnTo>
                    <a:pt x="1599" y="4430"/>
                  </a:lnTo>
                  <a:lnTo>
                    <a:pt x="730" y="4559"/>
                  </a:lnTo>
                  <a:lnTo>
                    <a:pt x="0" y="3301"/>
                  </a:lnTo>
                  <a:lnTo>
                    <a:pt x="81" y="2244"/>
                  </a:lnTo>
                  <a:lnTo>
                    <a:pt x="1082" y="813"/>
                  </a:lnTo>
                  <a:lnTo>
                    <a:pt x="3082" y="0"/>
                  </a:lnTo>
                  <a:lnTo>
                    <a:pt x="4700" y="334"/>
                  </a:lnTo>
                  <a:lnTo>
                    <a:pt x="5113" y="750"/>
                  </a:lnTo>
                  <a:close/>
                </a:path>
              </a:pathLst>
            </a:custGeom>
            <a:solidFill>
              <a:srgbClr val="FFF8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5" name="pg1084"/>
            <p:cNvSpPr/>
            <p:nvPr/>
          </p:nvSpPr>
          <p:spPr>
            <a:xfrm>
              <a:off x="3586896" y="1558325"/>
              <a:ext cx="19080" cy="21037"/>
            </a:xfrm>
            <a:custGeom>
              <a:avLst/>
              <a:pathLst>
                <a:path w="19080" h="21037">
                  <a:moveTo>
                    <a:pt x="14728" y="5349"/>
                  </a:moveTo>
                  <a:lnTo>
                    <a:pt x="15822" y="6958"/>
                  </a:lnTo>
                  <a:lnTo>
                    <a:pt x="16791" y="6804"/>
                  </a:lnTo>
                  <a:lnTo>
                    <a:pt x="17082" y="6196"/>
                  </a:lnTo>
                  <a:lnTo>
                    <a:pt x="17744" y="5896"/>
                  </a:lnTo>
                  <a:lnTo>
                    <a:pt x="19080" y="6746"/>
                  </a:lnTo>
                  <a:lnTo>
                    <a:pt x="18889" y="8193"/>
                  </a:lnTo>
                  <a:lnTo>
                    <a:pt x="17039" y="10018"/>
                  </a:lnTo>
                  <a:lnTo>
                    <a:pt x="15711" y="12623"/>
                  </a:lnTo>
                  <a:lnTo>
                    <a:pt x="14012" y="13227"/>
                  </a:lnTo>
                  <a:lnTo>
                    <a:pt x="13195" y="12913"/>
                  </a:lnTo>
                  <a:lnTo>
                    <a:pt x="11677" y="14416"/>
                  </a:lnTo>
                  <a:lnTo>
                    <a:pt x="10459" y="15979"/>
                  </a:lnTo>
                  <a:lnTo>
                    <a:pt x="9198" y="17954"/>
                  </a:lnTo>
                  <a:lnTo>
                    <a:pt x="9121" y="18973"/>
                  </a:lnTo>
                  <a:lnTo>
                    <a:pt x="8924" y="19752"/>
                  </a:lnTo>
                  <a:lnTo>
                    <a:pt x="4303" y="20525"/>
                  </a:lnTo>
                  <a:lnTo>
                    <a:pt x="2623" y="21037"/>
                  </a:lnTo>
                  <a:lnTo>
                    <a:pt x="843" y="20376"/>
                  </a:lnTo>
                  <a:lnTo>
                    <a:pt x="0" y="19069"/>
                  </a:lnTo>
                  <a:lnTo>
                    <a:pt x="271" y="18359"/>
                  </a:lnTo>
                  <a:lnTo>
                    <a:pt x="2047" y="18075"/>
                  </a:lnTo>
                  <a:lnTo>
                    <a:pt x="2104" y="16863"/>
                  </a:lnTo>
                  <a:lnTo>
                    <a:pt x="2553" y="16123"/>
                  </a:lnTo>
                  <a:lnTo>
                    <a:pt x="3128" y="15719"/>
                  </a:lnTo>
                  <a:lnTo>
                    <a:pt x="3551" y="14171"/>
                  </a:lnTo>
                  <a:lnTo>
                    <a:pt x="4253" y="13767"/>
                  </a:lnTo>
                  <a:lnTo>
                    <a:pt x="5563" y="14148"/>
                  </a:lnTo>
                  <a:lnTo>
                    <a:pt x="6447" y="13027"/>
                  </a:lnTo>
                  <a:lnTo>
                    <a:pt x="6944" y="12836"/>
                  </a:lnTo>
                  <a:lnTo>
                    <a:pt x="7558" y="13764"/>
                  </a:lnTo>
                  <a:lnTo>
                    <a:pt x="7853" y="12487"/>
                  </a:lnTo>
                  <a:lnTo>
                    <a:pt x="7558" y="11321"/>
                  </a:lnTo>
                  <a:lnTo>
                    <a:pt x="7712" y="10535"/>
                  </a:lnTo>
                  <a:lnTo>
                    <a:pt x="9406" y="8491"/>
                  </a:lnTo>
                  <a:lnTo>
                    <a:pt x="10139" y="7000"/>
                  </a:lnTo>
                  <a:lnTo>
                    <a:pt x="11193" y="6041"/>
                  </a:lnTo>
                  <a:lnTo>
                    <a:pt x="12209" y="6194"/>
                  </a:lnTo>
                  <a:lnTo>
                    <a:pt x="12504" y="4780"/>
                  </a:lnTo>
                  <a:lnTo>
                    <a:pt x="12209" y="3332"/>
                  </a:lnTo>
                  <a:lnTo>
                    <a:pt x="12321" y="2389"/>
                  </a:lnTo>
                  <a:lnTo>
                    <a:pt x="13218" y="98"/>
                  </a:lnTo>
                  <a:lnTo>
                    <a:pt x="14205" y="0"/>
                  </a:lnTo>
                  <a:lnTo>
                    <a:pt x="14658" y="2035"/>
                  </a:lnTo>
                  <a:close/>
                </a:path>
              </a:pathLst>
            </a:custGeom>
            <a:solidFill>
              <a:srgbClr val="FFF8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6" name="pg1085"/>
            <p:cNvSpPr/>
            <p:nvPr/>
          </p:nvSpPr>
          <p:spPr>
            <a:xfrm>
              <a:off x="3605869" y="1557553"/>
              <a:ext cx="6039" cy="6061"/>
            </a:xfrm>
            <a:custGeom>
              <a:avLst/>
              <a:pathLst>
                <a:path w="6039" h="6061">
                  <a:moveTo>
                    <a:pt x="2078" y="1680"/>
                  </a:moveTo>
                  <a:lnTo>
                    <a:pt x="2706" y="2027"/>
                  </a:lnTo>
                  <a:lnTo>
                    <a:pt x="3327" y="1812"/>
                  </a:lnTo>
                  <a:lnTo>
                    <a:pt x="3842" y="2118"/>
                  </a:lnTo>
                  <a:lnTo>
                    <a:pt x="4875" y="3673"/>
                  </a:lnTo>
                  <a:lnTo>
                    <a:pt x="5987" y="4285"/>
                  </a:lnTo>
                  <a:lnTo>
                    <a:pt x="6039" y="5068"/>
                  </a:lnTo>
                  <a:lnTo>
                    <a:pt x="5021" y="5831"/>
                  </a:lnTo>
                  <a:lnTo>
                    <a:pt x="3680" y="6061"/>
                  </a:lnTo>
                  <a:lnTo>
                    <a:pt x="2243" y="5795"/>
                  </a:lnTo>
                  <a:lnTo>
                    <a:pt x="1822" y="4819"/>
                  </a:lnTo>
                  <a:lnTo>
                    <a:pt x="1379" y="3198"/>
                  </a:lnTo>
                  <a:lnTo>
                    <a:pt x="178" y="1610"/>
                  </a:lnTo>
                  <a:lnTo>
                    <a:pt x="0" y="219"/>
                  </a:lnTo>
                  <a:lnTo>
                    <a:pt x="1045" y="0"/>
                  </a:lnTo>
                  <a:close/>
                </a:path>
              </a:pathLst>
            </a:custGeom>
            <a:solidFill>
              <a:srgbClr val="FFF8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7" name="pg1086"/>
            <p:cNvSpPr/>
            <p:nvPr/>
          </p:nvSpPr>
          <p:spPr>
            <a:xfrm>
              <a:off x="3646822" y="1547402"/>
              <a:ext cx="8924" cy="9883"/>
            </a:xfrm>
            <a:custGeom>
              <a:avLst/>
              <a:pathLst>
                <a:path w="8924" h="9883">
                  <a:moveTo>
                    <a:pt x="8607" y="2002"/>
                  </a:moveTo>
                  <a:lnTo>
                    <a:pt x="8837" y="3384"/>
                  </a:lnTo>
                  <a:lnTo>
                    <a:pt x="8924" y="4524"/>
                  </a:lnTo>
                  <a:lnTo>
                    <a:pt x="7773" y="6173"/>
                  </a:lnTo>
                  <a:lnTo>
                    <a:pt x="5121" y="8336"/>
                  </a:lnTo>
                  <a:lnTo>
                    <a:pt x="5273" y="8918"/>
                  </a:lnTo>
                  <a:lnTo>
                    <a:pt x="4355" y="9473"/>
                  </a:lnTo>
                  <a:lnTo>
                    <a:pt x="2978" y="9883"/>
                  </a:lnTo>
                  <a:lnTo>
                    <a:pt x="2252" y="9484"/>
                  </a:lnTo>
                  <a:lnTo>
                    <a:pt x="2352" y="7630"/>
                  </a:lnTo>
                  <a:lnTo>
                    <a:pt x="2132" y="7075"/>
                  </a:lnTo>
                  <a:lnTo>
                    <a:pt x="1088" y="7809"/>
                  </a:lnTo>
                  <a:lnTo>
                    <a:pt x="1" y="6867"/>
                  </a:lnTo>
                  <a:lnTo>
                    <a:pt x="0" y="5919"/>
                  </a:lnTo>
                  <a:lnTo>
                    <a:pt x="286" y="5097"/>
                  </a:lnTo>
                  <a:lnTo>
                    <a:pt x="1291" y="3846"/>
                  </a:lnTo>
                  <a:lnTo>
                    <a:pt x="2969" y="2985"/>
                  </a:lnTo>
                  <a:lnTo>
                    <a:pt x="4075" y="3308"/>
                  </a:lnTo>
                  <a:lnTo>
                    <a:pt x="7760" y="0"/>
                  </a:lnTo>
                  <a:lnTo>
                    <a:pt x="8158" y="692"/>
                  </a:lnTo>
                  <a:close/>
                </a:path>
              </a:pathLst>
            </a:custGeom>
            <a:solidFill>
              <a:srgbClr val="FFF8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8" name="pg1087"/>
            <p:cNvSpPr/>
            <p:nvPr/>
          </p:nvSpPr>
          <p:spPr>
            <a:xfrm>
              <a:off x="3656021" y="1543553"/>
              <a:ext cx="5121" cy="6497"/>
            </a:xfrm>
            <a:custGeom>
              <a:avLst/>
              <a:pathLst>
                <a:path w="5121" h="6497">
                  <a:moveTo>
                    <a:pt x="4371" y="5318"/>
                  </a:moveTo>
                  <a:lnTo>
                    <a:pt x="2022" y="6497"/>
                  </a:lnTo>
                  <a:lnTo>
                    <a:pt x="657" y="5481"/>
                  </a:lnTo>
                  <a:lnTo>
                    <a:pt x="84" y="4441"/>
                  </a:lnTo>
                  <a:lnTo>
                    <a:pt x="0" y="2131"/>
                  </a:lnTo>
                  <a:lnTo>
                    <a:pt x="319" y="725"/>
                  </a:lnTo>
                  <a:lnTo>
                    <a:pt x="1420" y="0"/>
                  </a:lnTo>
                  <a:lnTo>
                    <a:pt x="2137" y="531"/>
                  </a:lnTo>
                  <a:lnTo>
                    <a:pt x="2329" y="975"/>
                  </a:lnTo>
                  <a:lnTo>
                    <a:pt x="3617" y="1411"/>
                  </a:lnTo>
                  <a:lnTo>
                    <a:pt x="5121" y="2859"/>
                  </a:lnTo>
                  <a:close/>
                </a:path>
              </a:pathLst>
            </a:custGeom>
            <a:solidFill>
              <a:srgbClr val="FFF8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9" name="pg1088"/>
            <p:cNvSpPr/>
            <p:nvPr/>
          </p:nvSpPr>
          <p:spPr>
            <a:xfrm>
              <a:off x="3635429" y="1540740"/>
              <a:ext cx="17843" cy="9851"/>
            </a:xfrm>
            <a:custGeom>
              <a:avLst/>
              <a:pathLst>
                <a:path w="17843" h="9851">
                  <a:moveTo>
                    <a:pt x="17843" y="791"/>
                  </a:moveTo>
                  <a:lnTo>
                    <a:pt x="17601" y="1718"/>
                  </a:lnTo>
                  <a:lnTo>
                    <a:pt x="17184" y="2620"/>
                  </a:lnTo>
                  <a:lnTo>
                    <a:pt x="16173" y="3572"/>
                  </a:lnTo>
                  <a:lnTo>
                    <a:pt x="13248" y="7342"/>
                  </a:lnTo>
                  <a:lnTo>
                    <a:pt x="11530" y="7949"/>
                  </a:lnTo>
                  <a:lnTo>
                    <a:pt x="10985" y="8541"/>
                  </a:lnTo>
                  <a:lnTo>
                    <a:pt x="10298" y="8895"/>
                  </a:lnTo>
                  <a:lnTo>
                    <a:pt x="8163" y="8378"/>
                  </a:lnTo>
                  <a:lnTo>
                    <a:pt x="7537" y="9142"/>
                  </a:lnTo>
                  <a:lnTo>
                    <a:pt x="6947" y="9653"/>
                  </a:lnTo>
                  <a:lnTo>
                    <a:pt x="5401" y="9851"/>
                  </a:lnTo>
                  <a:lnTo>
                    <a:pt x="4493" y="9685"/>
                  </a:lnTo>
                  <a:lnTo>
                    <a:pt x="2149" y="8287"/>
                  </a:lnTo>
                  <a:lnTo>
                    <a:pt x="755" y="6774"/>
                  </a:lnTo>
                  <a:lnTo>
                    <a:pt x="0" y="5479"/>
                  </a:lnTo>
                  <a:lnTo>
                    <a:pt x="2165" y="5504"/>
                  </a:lnTo>
                  <a:lnTo>
                    <a:pt x="2937" y="5191"/>
                  </a:lnTo>
                  <a:lnTo>
                    <a:pt x="4390" y="5464"/>
                  </a:lnTo>
                  <a:lnTo>
                    <a:pt x="5262" y="4136"/>
                  </a:lnTo>
                  <a:lnTo>
                    <a:pt x="7109" y="4296"/>
                  </a:lnTo>
                  <a:lnTo>
                    <a:pt x="10656" y="3373"/>
                  </a:lnTo>
                  <a:lnTo>
                    <a:pt x="11957" y="3888"/>
                  </a:lnTo>
                  <a:lnTo>
                    <a:pt x="14933" y="800"/>
                  </a:lnTo>
                  <a:lnTo>
                    <a:pt x="15864" y="881"/>
                  </a:lnTo>
                  <a:lnTo>
                    <a:pt x="17288" y="0"/>
                  </a:lnTo>
                  <a:close/>
                </a:path>
              </a:pathLst>
            </a:custGeom>
            <a:solidFill>
              <a:srgbClr val="FFF8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0" name="pg1089"/>
            <p:cNvSpPr/>
            <p:nvPr/>
          </p:nvSpPr>
          <p:spPr>
            <a:xfrm>
              <a:off x="3424613" y="1533390"/>
              <a:ext cx="321455" cy="386216"/>
            </a:xfrm>
            <a:custGeom>
              <a:avLst/>
              <a:pathLst>
                <a:path w="321455" h="386216">
                  <a:moveTo>
                    <a:pt x="320333" y="38646"/>
                  </a:moveTo>
                  <a:lnTo>
                    <a:pt x="321005" y="42537"/>
                  </a:lnTo>
                  <a:lnTo>
                    <a:pt x="320984" y="43895"/>
                  </a:lnTo>
                  <a:lnTo>
                    <a:pt x="320666" y="45212"/>
                  </a:lnTo>
                  <a:lnTo>
                    <a:pt x="320223" y="45886"/>
                  </a:lnTo>
                  <a:lnTo>
                    <a:pt x="319336" y="46178"/>
                  </a:lnTo>
                  <a:lnTo>
                    <a:pt x="317195" y="46059"/>
                  </a:lnTo>
                  <a:lnTo>
                    <a:pt x="314286" y="44518"/>
                  </a:lnTo>
                  <a:lnTo>
                    <a:pt x="312409" y="43068"/>
                  </a:lnTo>
                  <a:lnTo>
                    <a:pt x="311825" y="43007"/>
                  </a:lnTo>
                  <a:lnTo>
                    <a:pt x="311573" y="43183"/>
                  </a:lnTo>
                  <a:lnTo>
                    <a:pt x="312026" y="44640"/>
                  </a:lnTo>
                  <a:lnTo>
                    <a:pt x="311905" y="45757"/>
                  </a:lnTo>
                  <a:lnTo>
                    <a:pt x="311622" y="46973"/>
                  </a:lnTo>
                  <a:lnTo>
                    <a:pt x="311228" y="48077"/>
                  </a:lnTo>
                  <a:lnTo>
                    <a:pt x="310679" y="49005"/>
                  </a:lnTo>
                  <a:lnTo>
                    <a:pt x="309528" y="50198"/>
                  </a:lnTo>
                  <a:lnTo>
                    <a:pt x="307537" y="51145"/>
                  </a:lnTo>
                  <a:lnTo>
                    <a:pt x="302053" y="52986"/>
                  </a:lnTo>
                  <a:lnTo>
                    <a:pt x="301618" y="53799"/>
                  </a:lnTo>
                  <a:lnTo>
                    <a:pt x="299852" y="58929"/>
                  </a:lnTo>
                  <a:lnTo>
                    <a:pt x="299370" y="59682"/>
                  </a:lnTo>
                  <a:lnTo>
                    <a:pt x="298724" y="60319"/>
                  </a:lnTo>
                  <a:lnTo>
                    <a:pt x="296840" y="61146"/>
                  </a:lnTo>
                  <a:lnTo>
                    <a:pt x="295927" y="60005"/>
                  </a:lnTo>
                  <a:lnTo>
                    <a:pt x="295196" y="58279"/>
                  </a:lnTo>
                  <a:lnTo>
                    <a:pt x="295365" y="56568"/>
                  </a:lnTo>
                  <a:lnTo>
                    <a:pt x="297569" y="53286"/>
                  </a:lnTo>
                  <a:lnTo>
                    <a:pt x="299628" y="50960"/>
                  </a:lnTo>
                  <a:lnTo>
                    <a:pt x="300209" y="50155"/>
                  </a:lnTo>
                  <a:lnTo>
                    <a:pt x="301375" y="47819"/>
                  </a:lnTo>
                  <a:lnTo>
                    <a:pt x="299009" y="41955"/>
                  </a:lnTo>
                  <a:lnTo>
                    <a:pt x="294798" y="40181"/>
                  </a:lnTo>
                  <a:lnTo>
                    <a:pt x="290002" y="37484"/>
                  </a:lnTo>
                  <a:lnTo>
                    <a:pt x="288243" y="36046"/>
                  </a:lnTo>
                  <a:lnTo>
                    <a:pt x="285505" y="33083"/>
                  </a:lnTo>
                  <a:lnTo>
                    <a:pt x="283563" y="30424"/>
                  </a:lnTo>
                  <a:lnTo>
                    <a:pt x="281810" y="30331"/>
                  </a:lnTo>
                  <a:lnTo>
                    <a:pt x="279883" y="30999"/>
                  </a:lnTo>
                  <a:lnTo>
                    <a:pt x="276877" y="33427"/>
                  </a:lnTo>
                  <a:lnTo>
                    <a:pt x="275120" y="34649"/>
                  </a:lnTo>
                  <a:lnTo>
                    <a:pt x="274156" y="35010"/>
                  </a:lnTo>
                  <a:lnTo>
                    <a:pt x="273923" y="35063"/>
                  </a:lnTo>
                  <a:lnTo>
                    <a:pt x="271771" y="34371"/>
                  </a:lnTo>
                  <a:lnTo>
                    <a:pt x="269376" y="34225"/>
                  </a:lnTo>
                  <a:lnTo>
                    <a:pt x="267452" y="34424"/>
                  </a:lnTo>
                  <a:lnTo>
                    <a:pt x="266725" y="34757"/>
                  </a:lnTo>
                  <a:lnTo>
                    <a:pt x="264045" y="38690"/>
                  </a:lnTo>
                  <a:lnTo>
                    <a:pt x="262169" y="40677"/>
                  </a:lnTo>
                  <a:lnTo>
                    <a:pt x="261136" y="41361"/>
                  </a:lnTo>
                  <a:lnTo>
                    <a:pt x="260384" y="42511"/>
                  </a:lnTo>
                  <a:lnTo>
                    <a:pt x="259767" y="44402"/>
                  </a:lnTo>
                  <a:lnTo>
                    <a:pt x="258393" y="50966"/>
                  </a:lnTo>
                  <a:lnTo>
                    <a:pt x="257369" y="53443"/>
                  </a:lnTo>
                  <a:lnTo>
                    <a:pt x="257140" y="54957"/>
                  </a:lnTo>
                  <a:lnTo>
                    <a:pt x="257381" y="59546"/>
                  </a:lnTo>
                  <a:lnTo>
                    <a:pt x="257136" y="62087"/>
                  </a:lnTo>
                  <a:lnTo>
                    <a:pt x="255882" y="64185"/>
                  </a:lnTo>
                  <a:lnTo>
                    <a:pt x="255001" y="65130"/>
                  </a:lnTo>
                  <a:lnTo>
                    <a:pt x="253836" y="65323"/>
                  </a:lnTo>
                  <a:lnTo>
                    <a:pt x="252309" y="65860"/>
                  </a:lnTo>
                  <a:lnTo>
                    <a:pt x="250976" y="67075"/>
                  </a:lnTo>
                  <a:lnTo>
                    <a:pt x="250035" y="68731"/>
                  </a:lnTo>
                  <a:lnTo>
                    <a:pt x="248975" y="72445"/>
                  </a:lnTo>
                  <a:lnTo>
                    <a:pt x="247179" y="73814"/>
                  </a:lnTo>
                  <a:lnTo>
                    <a:pt x="245464" y="73423"/>
                  </a:lnTo>
                  <a:lnTo>
                    <a:pt x="244240" y="72054"/>
                  </a:lnTo>
                  <a:lnTo>
                    <a:pt x="241615" y="70995"/>
                  </a:lnTo>
                  <a:lnTo>
                    <a:pt x="239660" y="70320"/>
                  </a:lnTo>
                  <a:lnTo>
                    <a:pt x="237464" y="68861"/>
                  </a:lnTo>
                  <a:lnTo>
                    <a:pt x="235530" y="67752"/>
                  </a:lnTo>
                  <a:lnTo>
                    <a:pt x="233761" y="67531"/>
                  </a:lnTo>
                  <a:lnTo>
                    <a:pt x="232756" y="68935"/>
                  </a:lnTo>
                  <a:lnTo>
                    <a:pt x="231947" y="70251"/>
                  </a:lnTo>
                  <a:lnTo>
                    <a:pt x="228930" y="71321"/>
                  </a:lnTo>
                  <a:lnTo>
                    <a:pt x="227221" y="72168"/>
                  </a:lnTo>
                  <a:lnTo>
                    <a:pt x="225004" y="72357"/>
                  </a:lnTo>
                  <a:lnTo>
                    <a:pt x="224107" y="71418"/>
                  </a:lnTo>
                  <a:lnTo>
                    <a:pt x="220891" y="70799"/>
                  </a:lnTo>
                  <a:lnTo>
                    <a:pt x="217061" y="70063"/>
                  </a:lnTo>
                  <a:lnTo>
                    <a:pt x="215954" y="70073"/>
                  </a:lnTo>
                  <a:lnTo>
                    <a:pt x="215608" y="68397"/>
                  </a:lnTo>
                  <a:lnTo>
                    <a:pt x="214589" y="66055"/>
                  </a:lnTo>
                  <a:lnTo>
                    <a:pt x="211866" y="62009"/>
                  </a:lnTo>
                  <a:lnTo>
                    <a:pt x="210753" y="60581"/>
                  </a:lnTo>
                  <a:lnTo>
                    <a:pt x="208658" y="57231"/>
                  </a:lnTo>
                  <a:lnTo>
                    <a:pt x="206215" y="53797"/>
                  </a:lnTo>
                  <a:lnTo>
                    <a:pt x="205870" y="53712"/>
                  </a:lnTo>
                  <a:lnTo>
                    <a:pt x="204234" y="53596"/>
                  </a:lnTo>
                  <a:lnTo>
                    <a:pt x="201835" y="53709"/>
                  </a:lnTo>
                  <a:lnTo>
                    <a:pt x="200317" y="54489"/>
                  </a:lnTo>
                  <a:lnTo>
                    <a:pt x="199359" y="55469"/>
                  </a:lnTo>
                  <a:lnTo>
                    <a:pt x="199192" y="56283"/>
                  </a:lnTo>
                  <a:lnTo>
                    <a:pt x="200120" y="59408"/>
                  </a:lnTo>
                  <a:lnTo>
                    <a:pt x="199832" y="60187"/>
                  </a:lnTo>
                  <a:lnTo>
                    <a:pt x="199354" y="60562"/>
                  </a:lnTo>
                  <a:lnTo>
                    <a:pt x="197176" y="59685"/>
                  </a:lnTo>
                  <a:lnTo>
                    <a:pt x="194543" y="59743"/>
                  </a:lnTo>
                  <a:lnTo>
                    <a:pt x="193880" y="60706"/>
                  </a:lnTo>
                  <a:lnTo>
                    <a:pt x="192274" y="60812"/>
                  </a:lnTo>
                  <a:lnTo>
                    <a:pt x="187643" y="61178"/>
                  </a:lnTo>
                  <a:lnTo>
                    <a:pt x="189687" y="63736"/>
                  </a:lnTo>
                  <a:lnTo>
                    <a:pt x="190363" y="64761"/>
                  </a:lnTo>
                  <a:lnTo>
                    <a:pt x="190498" y="66265"/>
                  </a:lnTo>
                  <a:lnTo>
                    <a:pt x="190145" y="69063"/>
                  </a:lnTo>
                  <a:lnTo>
                    <a:pt x="189165" y="71454"/>
                  </a:lnTo>
                  <a:lnTo>
                    <a:pt x="188023" y="73399"/>
                  </a:lnTo>
                  <a:lnTo>
                    <a:pt x="185819" y="75328"/>
                  </a:lnTo>
                  <a:lnTo>
                    <a:pt x="189165" y="77234"/>
                  </a:lnTo>
                  <a:lnTo>
                    <a:pt x="186894" y="79809"/>
                  </a:lnTo>
                  <a:lnTo>
                    <a:pt x="185831" y="80813"/>
                  </a:lnTo>
                  <a:lnTo>
                    <a:pt x="184599" y="80640"/>
                  </a:lnTo>
                  <a:lnTo>
                    <a:pt x="182393" y="79749"/>
                  </a:lnTo>
                  <a:lnTo>
                    <a:pt x="177059" y="77595"/>
                  </a:lnTo>
                  <a:lnTo>
                    <a:pt x="174513" y="76785"/>
                  </a:lnTo>
                  <a:lnTo>
                    <a:pt x="172238" y="76537"/>
                  </a:lnTo>
                  <a:lnTo>
                    <a:pt x="171023" y="76569"/>
                  </a:lnTo>
                  <a:lnTo>
                    <a:pt x="166195" y="74726"/>
                  </a:lnTo>
                  <a:lnTo>
                    <a:pt x="165263" y="74933"/>
                  </a:lnTo>
                  <a:lnTo>
                    <a:pt x="163530" y="75731"/>
                  </a:lnTo>
                  <a:lnTo>
                    <a:pt x="163338" y="77522"/>
                  </a:lnTo>
                  <a:lnTo>
                    <a:pt x="163448" y="81982"/>
                  </a:lnTo>
                  <a:lnTo>
                    <a:pt x="163703" y="85416"/>
                  </a:lnTo>
                  <a:lnTo>
                    <a:pt x="163066" y="87402"/>
                  </a:lnTo>
                  <a:lnTo>
                    <a:pt x="162427" y="88749"/>
                  </a:lnTo>
                  <a:lnTo>
                    <a:pt x="160495" y="92382"/>
                  </a:lnTo>
                  <a:lnTo>
                    <a:pt x="156152" y="89913"/>
                  </a:lnTo>
                  <a:lnTo>
                    <a:pt x="153189" y="88277"/>
                  </a:lnTo>
                  <a:lnTo>
                    <a:pt x="151288" y="90454"/>
                  </a:lnTo>
                  <a:lnTo>
                    <a:pt x="146513" y="94447"/>
                  </a:lnTo>
                  <a:lnTo>
                    <a:pt x="144069" y="102328"/>
                  </a:lnTo>
                  <a:lnTo>
                    <a:pt x="143928" y="102586"/>
                  </a:lnTo>
                  <a:lnTo>
                    <a:pt x="142485" y="104590"/>
                  </a:lnTo>
                  <a:lnTo>
                    <a:pt x="140634" y="105510"/>
                  </a:lnTo>
                  <a:lnTo>
                    <a:pt x="139232" y="105966"/>
                  </a:lnTo>
                  <a:lnTo>
                    <a:pt x="138416" y="108311"/>
                  </a:lnTo>
                  <a:lnTo>
                    <a:pt x="140318" y="111673"/>
                  </a:lnTo>
                  <a:lnTo>
                    <a:pt x="141294" y="113447"/>
                  </a:lnTo>
                  <a:lnTo>
                    <a:pt x="142203" y="116311"/>
                  </a:lnTo>
                  <a:lnTo>
                    <a:pt x="142035" y="118135"/>
                  </a:lnTo>
                  <a:lnTo>
                    <a:pt x="141823" y="119269"/>
                  </a:lnTo>
                  <a:lnTo>
                    <a:pt x="139777" y="121591"/>
                  </a:lnTo>
                  <a:lnTo>
                    <a:pt x="135415" y="127724"/>
                  </a:lnTo>
                  <a:lnTo>
                    <a:pt x="131378" y="134129"/>
                  </a:lnTo>
                  <a:lnTo>
                    <a:pt x="129723" y="135968"/>
                  </a:lnTo>
                  <a:lnTo>
                    <a:pt x="130474" y="141402"/>
                  </a:lnTo>
                  <a:lnTo>
                    <a:pt x="129130" y="142995"/>
                  </a:lnTo>
                  <a:lnTo>
                    <a:pt x="126396" y="144797"/>
                  </a:lnTo>
                  <a:lnTo>
                    <a:pt x="124998" y="145493"/>
                  </a:lnTo>
                  <a:lnTo>
                    <a:pt x="123492" y="145901"/>
                  </a:lnTo>
                  <a:lnTo>
                    <a:pt x="118868" y="146621"/>
                  </a:lnTo>
                  <a:lnTo>
                    <a:pt x="119691" y="152444"/>
                  </a:lnTo>
                  <a:lnTo>
                    <a:pt x="120002" y="155022"/>
                  </a:lnTo>
                  <a:lnTo>
                    <a:pt x="119995" y="156552"/>
                  </a:lnTo>
                  <a:lnTo>
                    <a:pt x="119516" y="158041"/>
                  </a:lnTo>
                  <a:lnTo>
                    <a:pt x="118945" y="160892"/>
                  </a:lnTo>
                  <a:lnTo>
                    <a:pt x="118083" y="171084"/>
                  </a:lnTo>
                  <a:lnTo>
                    <a:pt x="117424" y="172180"/>
                  </a:lnTo>
                  <a:lnTo>
                    <a:pt x="116513" y="174943"/>
                  </a:lnTo>
                  <a:lnTo>
                    <a:pt x="113585" y="181583"/>
                  </a:lnTo>
                  <a:lnTo>
                    <a:pt x="111236" y="185997"/>
                  </a:lnTo>
                  <a:lnTo>
                    <a:pt x="107849" y="192357"/>
                  </a:lnTo>
                  <a:lnTo>
                    <a:pt x="110604" y="194365"/>
                  </a:lnTo>
                  <a:lnTo>
                    <a:pt x="113122" y="195830"/>
                  </a:lnTo>
                  <a:lnTo>
                    <a:pt x="113644" y="198084"/>
                  </a:lnTo>
                  <a:lnTo>
                    <a:pt x="113991" y="201849"/>
                  </a:lnTo>
                  <a:lnTo>
                    <a:pt x="113907" y="204413"/>
                  </a:lnTo>
                  <a:lnTo>
                    <a:pt x="112945" y="206719"/>
                  </a:lnTo>
                  <a:lnTo>
                    <a:pt x="112198" y="208338"/>
                  </a:lnTo>
                  <a:lnTo>
                    <a:pt x="111677" y="209127"/>
                  </a:lnTo>
                  <a:lnTo>
                    <a:pt x="108101" y="208340"/>
                  </a:lnTo>
                  <a:lnTo>
                    <a:pt x="103521" y="207330"/>
                  </a:lnTo>
                  <a:lnTo>
                    <a:pt x="102336" y="207322"/>
                  </a:lnTo>
                  <a:lnTo>
                    <a:pt x="99671" y="208049"/>
                  </a:lnTo>
                  <a:lnTo>
                    <a:pt x="97267" y="209541"/>
                  </a:lnTo>
                  <a:lnTo>
                    <a:pt x="95999" y="210799"/>
                  </a:lnTo>
                  <a:lnTo>
                    <a:pt x="95660" y="211300"/>
                  </a:lnTo>
                  <a:lnTo>
                    <a:pt x="94058" y="214164"/>
                  </a:lnTo>
                  <a:lnTo>
                    <a:pt x="91211" y="219257"/>
                  </a:lnTo>
                  <a:lnTo>
                    <a:pt x="89646" y="221480"/>
                  </a:lnTo>
                  <a:lnTo>
                    <a:pt x="90102" y="224545"/>
                  </a:lnTo>
                  <a:lnTo>
                    <a:pt x="87483" y="230470"/>
                  </a:lnTo>
                  <a:lnTo>
                    <a:pt x="89196" y="236455"/>
                  </a:lnTo>
                  <a:lnTo>
                    <a:pt x="89269" y="236652"/>
                  </a:lnTo>
                  <a:lnTo>
                    <a:pt x="90177" y="239071"/>
                  </a:lnTo>
                  <a:lnTo>
                    <a:pt x="89225" y="240631"/>
                  </a:lnTo>
                  <a:lnTo>
                    <a:pt x="88825" y="241469"/>
                  </a:lnTo>
                  <a:lnTo>
                    <a:pt x="88961" y="244234"/>
                  </a:lnTo>
                  <a:lnTo>
                    <a:pt x="89210" y="247324"/>
                  </a:lnTo>
                  <a:lnTo>
                    <a:pt x="88988" y="249136"/>
                  </a:lnTo>
                  <a:lnTo>
                    <a:pt x="88898" y="251149"/>
                  </a:lnTo>
                  <a:lnTo>
                    <a:pt x="91230" y="260200"/>
                  </a:lnTo>
                  <a:lnTo>
                    <a:pt x="91203" y="262322"/>
                  </a:lnTo>
                  <a:lnTo>
                    <a:pt x="91088" y="263692"/>
                  </a:lnTo>
                  <a:lnTo>
                    <a:pt x="90368" y="269323"/>
                  </a:lnTo>
                  <a:lnTo>
                    <a:pt x="89402" y="276890"/>
                  </a:lnTo>
                  <a:lnTo>
                    <a:pt x="91089" y="278879"/>
                  </a:lnTo>
                  <a:lnTo>
                    <a:pt x="93492" y="281256"/>
                  </a:lnTo>
                  <a:lnTo>
                    <a:pt x="94840" y="282193"/>
                  </a:lnTo>
                  <a:lnTo>
                    <a:pt x="96832" y="285018"/>
                  </a:lnTo>
                  <a:lnTo>
                    <a:pt x="98353" y="287778"/>
                  </a:lnTo>
                  <a:lnTo>
                    <a:pt x="98142" y="289610"/>
                  </a:lnTo>
                  <a:lnTo>
                    <a:pt x="97705" y="291633"/>
                  </a:lnTo>
                  <a:lnTo>
                    <a:pt x="97065" y="293047"/>
                  </a:lnTo>
                  <a:lnTo>
                    <a:pt x="96466" y="294989"/>
                  </a:lnTo>
                  <a:lnTo>
                    <a:pt x="96197" y="296419"/>
                  </a:lnTo>
                  <a:lnTo>
                    <a:pt x="95913" y="296804"/>
                  </a:lnTo>
                  <a:lnTo>
                    <a:pt x="93254" y="296962"/>
                  </a:lnTo>
                  <a:lnTo>
                    <a:pt x="91849" y="297503"/>
                  </a:lnTo>
                  <a:lnTo>
                    <a:pt x="91114" y="298109"/>
                  </a:lnTo>
                  <a:lnTo>
                    <a:pt x="91367" y="301375"/>
                  </a:lnTo>
                  <a:lnTo>
                    <a:pt x="92980" y="307359"/>
                  </a:lnTo>
                  <a:lnTo>
                    <a:pt x="94318" y="311614"/>
                  </a:lnTo>
                  <a:lnTo>
                    <a:pt x="94749" y="314418"/>
                  </a:lnTo>
                  <a:lnTo>
                    <a:pt x="94306" y="317262"/>
                  </a:lnTo>
                  <a:lnTo>
                    <a:pt x="93850" y="318718"/>
                  </a:lnTo>
                  <a:lnTo>
                    <a:pt x="93835" y="320679"/>
                  </a:lnTo>
                  <a:lnTo>
                    <a:pt x="93483" y="324582"/>
                  </a:lnTo>
                  <a:lnTo>
                    <a:pt x="92446" y="326554"/>
                  </a:lnTo>
                  <a:lnTo>
                    <a:pt x="91088" y="328705"/>
                  </a:lnTo>
                  <a:lnTo>
                    <a:pt x="89573" y="330311"/>
                  </a:lnTo>
                  <a:lnTo>
                    <a:pt x="88371" y="330763"/>
                  </a:lnTo>
                  <a:lnTo>
                    <a:pt x="87340" y="330949"/>
                  </a:lnTo>
                  <a:lnTo>
                    <a:pt x="86647" y="331765"/>
                  </a:lnTo>
                  <a:lnTo>
                    <a:pt x="86019" y="334165"/>
                  </a:lnTo>
                  <a:lnTo>
                    <a:pt x="85439" y="336685"/>
                  </a:lnTo>
                  <a:lnTo>
                    <a:pt x="83545" y="339785"/>
                  </a:lnTo>
                  <a:lnTo>
                    <a:pt x="83596" y="340864"/>
                  </a:lnTo>
                  <a:lnTo>
                    <a:pt x="84318" y="344537"/>
                  </a:lnTo>
                  <a:lnTo>
                    <a:pt x="84994" y="348720"/>
                  </a:lnTo>
                  <a:lnTo>
                    <a:pt x="84422" y="352630"/>
                  </a:lnTo>
                  <a:lnTo>
                    <a:pt x="83933" y="356735"/>
                  </a:lnTo>
                  <a:lnTo>
                    <a:pt x="83076" y="359470"/>
                  </a:lnTo>
                  <a:lnTo>
                    <a:pt x="81852" y="360447"/>
                  </a:lnTo>
                  <a:lnTo>
                    <a:pt x="80953" y="359960"/>
                  </a:lnTo>
                  <a:lnTo>
                    <a:pt x="79936" y="356207"/>
                  </a:lnTo>
                  <a:lnTo>
                    <a:pt x="79913" y="355344"/>
                  </a:lnTo>
                  <a:lnTo>
                    <a:pt x="79660" y="354197"/>
                  </a:lnTo>
                  <a:lnTo>
                    <a:pt x="76775" y="353054"/>
                  </a:lnTo>
                  <a:lnTo>
                    <a:pt x="76265" y="353096"/>
                  </a:lnTo>
                  <a:lnTo>
                    <a:pt x="75131" y="352427"/>
                  </a:lnTo>
                  <a:lnTo>
                    <a:pt x="74466" y="352238"/>
                  </a:lnTo>
                  <a:lnTo>
                    <a:pt x="73102" y="351851"/>
                  </a:lnTo>
                  <a:lnTo>
                    <a:pt x="71968" y="348540"/>
                  </a:lnTo>
                  <a:lnTo>
                    <a:pt x="70763" y="345785"/>
                  </a:lnTo>
                  <a:lnTo>
                    <a:pt x="70592" y="344634"/>
                  </a:lnTo>
                  <a:lnTo>
                    <a:pt x="70633" y="339483"/>
                  </a:lnTo>
                  <a:lnTo>
                    <a:pt x="70264" y="337192"/>
                  </a:lnTo>
                  <a:lnTo>
                    <a:pt x="70151" y="334694"/>
                  </a:lnTo>
                  <a:lnTo>
                    <a:pt x="69393" y="336726"/>
                  </a:lnTo>
                  <a:lnTo>
                    <a:pt x="69833" y="339938"/>
                  </a:lnTo>
                  <a:lnTo>
                    <a:pt x="68898" y="341285"/>
                  </a:lnTo>
                  <a:lnTo>
                    <a:pt x="67718" y="341940"/>
                  </a:lnTo>
                  <a:lnTo>
                    <a:pt x="67829" y="343822"/>
                  </a:lnTo>
                  <a:lnTo>
                    <a:pt x="68313" y="344178"/>
                  </a:lnTo>
                  <a:lnTo>
                    <a:pt x="68414" y="346132"/>
                  </a:lnTo>
                  <a:lnTo>
                    <a:pt x="68128" y="349023"/>
                  </a:lnTo>
                  <a:lnTo>
                    <a:pt x="65805" y="355452"/>
                  </a:lnTo>
                  <a:lnTo>
                    <a:pt x="65337" y="356143"/>
                  </a:lnTo>
                  <a:lnTo>
                    <a:pt x="65019" y="357012"/>
                  </a:lnTo>
                  <a:lnTo>
                    <a:pt x="63830" y="356435"/>
                  </a:lnTo>
                  <a:lnTo>
                    <a:pt x="62306" y="358225"/>
                  </a:lnTo>
                  <a:lnTo>
                    <a:pt x="60862" y="358513"/>
                  </a:lnTo>
                  <a:lnTo>
                    <a:pt x="60339" y="356487"/>
                  </a:lnTo>
                  <a:lnTo>
                    <a:pt x="58303" y="353806"/>
                  </a:lnTo>
                  <a:lnTo>
                    <a:pt x="57341" y="353956"/>
                  </a:lnTo>
                  <a:lnTo>
                    <a:pt x="58204" y="355279"/>
                  </a:lnTo>
                  <a:lnTo>
                    <a:pt x="59055" y="356999"/>
                  </a:lnTo>
                  <a:lnTo>
                    <a:pt x="58571" y="358137"/>
                  </a:lnTo>
                  <a:lnTo>
                    <a:pt x="58097" y="358881"/>
                  </a:lnTo>
                  <a:lnTo>
                    <a:pt x="57265" y="359266"/>
                  </a:lnTo>
                  <a:lnTo>
                    <a:pt x="54290" y="361517"/>
                  </a:lnTo>
                  <a:lnTo>
                    <a:pt x="55349" y="363029"/>
                  </a:lnTo>
                  <a:lnTo>
                    <a:pt x="54450" y="364746"/>
                  </a:lnTo>
                  <a:lnTo>
                    <a:pt x="53410" y="364998"/>
                  </a:lnTo>
                  <a:lnTo>
                    <a:pt x="52856" y="365800"/>
                  </a:lnTo>
                  <a:lnTo>
                    <a:pt x="52663" y="366890"/>
                  </a:lnTo>
                  <a:lnTo>
                    <a:pt x="49582" y="369993"/>
                  </a:lnTo>
                  <a:lnTo>
                    <a:pt x="44559" y="377953"/>
                  </a:lnTo>
                  <a:lnTo>
                    <a:pt x="41978" y="380203"/>
                  </a:lnTo>
                  <a:lnTo>
                    <a:pt x="40175" y="382541"/>
                  </a:lnTo>
                  <a:lnTo>
                    <a:pt x="38587" y="382484"/>
                  </a:lnTo>
                  <a:lnTo>
                    <a:pt x="36590" y="384472"/>
                  </a:lnTo>
                  <a:lnTo>
                    <a:pt x="31535" y="386216"/>
                  </a:lnTo>
                  <a:lnTo>
                    <a:pt x="28181" y="385427"/>
                  </a:lnTo>
                  <a:lnTo>
                    <a:pt x="25846" y="386120"/>
                  </a:lnTo>
                  <a:lnTo>
                    <a:pt x="24594" y="384752"/>
                  </a:lnTo>
                  <a:lnTo>
                    <a:pt x="24431" y="383812"/>
                  </a:lnTo>
                  <a:lnTo>
                    <a:pt x="24494" y="383267"/>
                  </a:lnTo>
                  <a:lnTo>
                    <a:pt x="24703" y="382613"/>
                  </a:lnTo>
                  <a:lnTo>
                    <a:pt x="24268" y="382381"/>
                  </a:lnTo>
                  <a:lnTo>
                    <a:pt x="23352" y="382269"/>
                  </a:lnTo>
                  <a:lnTo>
                    <a:pt x="22961" y="382928"/>
                  </a:lnTo>
                  <a:lnTo>
                    <a:pt x="22908" y="384426"/>
                  </a:lnTo>
                  <a:lnTo>
                    <a:pt x="22471" y="384817"/>
                  </a:lnTo>
                  <a:lnTo>
                    <a:pt x="20733" y="383960"/>
                  </a:lnTo>
                  <a:lnTo>
                    <a:pt x="20295" y="383188"/>
                  </a:lnTo>
                  <a:lnTo>
                    <a:pt x="20921" y="381624"/>
                  </a:lnTo>
                  <a:lnTo>
                    <a:pt x="21991" y="380216"/>
                  </a:lnTo>
                  <a:lnTo>
                    <a:pt x="21797" y="379927"/>
                  </a:lnTo>
                  <a:lnTo>
                    <a:pt x="21588" y="379071"/>
                  </a:lnTo>
                  <a:lnTo>
                    <a:pt x="21066" y="378963"/>
                  </a:lnTo>
                  <a:lnTo>
                    <a:pt x="19511" y="379169"/>
                  </a:lnTo>
                  <a:lnTo>
                    <a:pt x="18247" y="378917"/>
                  </a:lnTo>
                  <a:lnTo>
                    <a:pt x="14120" y="375750"/>
                  </a:lnTo>
                  <a:lnTo>
                    <a:pt x="13156" y="374060"/>
                  </a:lnTo>
                  <a:lnTo>
                    <a:pt x="9828" y="371362"/>
                  </a:lnTo>
                  <a:lnTo>
                    <a:pt x="8336" y="368503"/>
                  </a:lnTo>
                  <a:lnTo>
                    <a:pt x="7489" y="365367"/>
                  </a:lnTo>
                  <a:lnTo>
                    <a:pt x="7553" y="362527"/>
                  </a:lnTo>
                  <a:lnTo>
                    <a:pt x="7961" y="358019"/>
                  </a:lnTo>
                  <a:lnTo>
                    <a:pt x="8660" y="356905"/>
                  </a:lnTo>
                  <a:lnTo>
                    <a:pt x="11648" y="358484"/>
                  </a:lnTo>
                  <a:lnTo>
                    <a:pt x="14667" y="361120"/>
                  </a:lnTo>
                  <a:lnTo>
                    <a:pt x="15140" y="360990"/>
                  </a:lnTo>
                  <a:lnTo>
                    <a:pt x="16088" y="358921"/>
                  </a:lnTo>
                  <a:lnTo>
                    <a:pt x="17928" y="357259"/>
                  </a:lnTo>
                  <a:lnTo>
                    <a:pt x="17408" y="356800"/>
                  </a:lnTo>
                  <a:lnTo>
                    <a:pt x="14672" y="358706"/>
                  </a:lnTo>
                  <a:lnTo>
                    <a:pt x="13655" y="357650"/>
                  </a:lnTo>
                  <a:lnTo>
                    <a:pt x="12078" y="355498"/>
                  </a:lnTo>
                  <a:lnTo>
                    <a:pt x="12078" y="354392"/>
                  </a:lnTo>
                  <a:lnTo>
                    <a:pt x="12813" y="353284"/>
                  </a:lnTo>
                  <a:lnTo>
                    <a:pt x="13058" y="351786"/>
                  </a:lnTo>
                  <a:lnTo>
                    <a:pt x="12672" y="350372"/>
                  </a:lnTo>
                  <a:lnTo>
                    <a:pt x="12851" y="348449"/>
                  </a:lnTo>
                  <a:lnTo>
                    <a:pt x="14071" y="346407"/>
                  </a:lnTo>
                  <a:lnTo>
                    <a:pt x="15900" y="344341"/>
                  </a:lnTo>
                  <a:lnTo>
                    <a:pt x="17217" y="342347"/>
                  </a:lnTo>
                  <a:lnTo>
                    <a:pt x="18571" y="341119"/>
                  </a:lnTo>
                  <a:lnTo>
                    <a:pt x="18430" y="340710"/>
                  </a:lnTo>
                  <a:lnTo>
                    <a:pt x="16882" y="341491"/>
                  </a:lnTo>
                  <a:lnTo>
                    <a:pt x="15403" y="342817"/>
                  </a:lnTo>
                  <a:lnTo>
                    <a:pt x="13660" y="345039"/>
                  </a:lnTo>
                  <a:lnTo>
                    <a:pt x="11536" y="346841"/>
                  </a:lnTo>
                  <a:lnTo>
                    <a:pt x="9965" y="347540"/>
                  </a:lnTo>
                  <a:lnTo>
                    <a:pt x="9217" y="348118"/>
                  </a:lnTo>
                  <a:lnTo>
                    <a:pt x="8066" y="348681"/>
                  </a:lnTo>
                  <a:lnTo>
                    <a:pt x="6876" y="351264"/>
                  </a:lnTo>
                  <a:lnTo>
                    <a:pt x="5577" y="352370"/>
                  </a:lnTo>
                  <a:lnTo>
                    <a:pt x="3244" y="352483"/>
                  </a:lnTo>
                  <a:lnTo>
                    <a:pt x="2730" y="350594"/>
                  </a:lnTo>
                  <a:lnTo>
                    <a:pt x="3389" y="343881"/>
                  </a:lnTo>
                  <a:lnTo>
                    <a:pt x="4094" y="340611"/>
                  </a:lnTo>
                  <a:lnTo>
                    <a:pt x="4868" y="338299"/>
                  </a:lnTo>
                  <a:lnTo>
                    <a:pt x="6085" y="337909"/>
                  </a:lnTo>
                  <a:lnTo>
                    <a:pt x="6936" y="336215"/>
                  </a:lnTo>
                  <a:lnTo>
                    <a:pt x="7642" y="336215"/>
                  </a:lnTo>
                  <a:lnTo>
                    <a:pt x="8257" y="336997"/>
                  </a:lnTo>
                  <a:lnTo>
                    <a:pt x="10634" y="337756"/>
                  </a:lnTo>
                  <a:lnTo>
                    <a:pt x="11808" y="335598"/>
                  </a:lnTo>
                  <a:lnTo>
                    <a:pt x="13335" y="335282"/>
                  </a:lnTo>
                  <a:lnTo>
                    <a:pt x="16118" y="333104"/>
                  </a:lnTo>
                  <a:lnTo>
                    <a:pt x="16061" y="332708"/>
                  </a:lnTo>
                  <a:lnTo>
                    <a:pt x="14177" y="333187"/>
                  </a:lnTo>
                  <a:lnTo>
                    <a:pt x="13035" y="333257"/>
                  </a:lnTo>
                  <a:lnTo>
                    <a:pt x="11397" y="333804"/>
                  </a:lnTo>
                  <a:lnTo>
                    <a:pt x="10527" y="333413"/>
                  </a:lnTo>
                  <a:lnTo>
                    <a:pt x="10120" y="331783"/>
                  </a:lnTo>
                  <a:lnTo>
                    <a:pt x="10775" y="330314"/>
                  </a:lnTo>
                  <a:lnTo>
                    <a:pt x="13402" y="326806"/>
                  </a:lnTo>
                  <a:lnTo>
                    <a:pt x="14308" y="325270"/>
                  </a:lnTo>
                  <a:lnTo>
                    <a:pt x="14825" y="323834"/>
                  </a:lnTo>
                  <a:lnTo>
                    <a:pt x="14743" y="322858"/>
                  </a:lnTo>
                  <a:lnTo>
                    <a:pt x="15180" y="320837"/>
                  </a:lnTo>
                  <a:lnTo>
                    <a:pt x="17749" y="317307"/>
                  </a:lnTo>
                  <a:lnTo>
                    <a:pt x="19838" y="315694"/>
                  </a:lnTo>
                  <a:lnTo>
                    <a:pt x="20524" y="317082"/>
                  </a:lnTo>
                  <a:lnTo>
                    <a:pt x="19941" y="321425"/>
                  </a:lnTo>
                  <a:lnTo>
                    <a:pt x="19947" y="323218"/>
                  </a:lnTo>
                  <a:lnTo>
                    <a:pt x="21601" y="316886"/>
                  </a:lnTo>
                  <a:lnTo>
                    <a:pt x="22329" y="315381"/>
                  </a:lnTo>
                  <a:lnTo>
                    <a:pt x="23158" y="314319"/>
                  </a:lnTo>
                  <a:lnTo>
                    <a:pt x="25165" y="313606"/>
                  </a:lnTo>
                  <a:lnTo>
                    <a:pt x="25732" y="312609"/>
                  </a:lnTo>
                  <a:lnTo>
                    <a:pt x="23396" y="312939"/>
                  </a:lnTo>
                  <a:lnTo>
                    <a:pt x="17727" y="315353"/>
                  </a:lnTo>
                  <a:lnTo>
                    <a:pt x="15338" y="317506"/>
                  </a:lnTo>
                  <a:lnTo>
                    <a:pt x="14701" y="319164"/>
                  </a:lnTo>
                  <a:lnTo>
                    <a:pt x="13043" y="321663"/>
                  </a:lnTo>
                  <a:lnTo>
                    <a:pt x="12266" y="323286"/>
                  </a:lnTo>
                  <a:lnTo>
                    <a:pt x="11922" y="325668"/>
                  </a:lnTo>
                  <a:lnTo>
                    <a:pt x="10988" y="326962"/>
                  </a:lnTo>
                  <a:lnTo>
                    <a:pt x="9729" y="327441"/>
                  </a:lnTo>
                  <a:lnTo>
                    <a:pt x="7979" y="330462"/>
                  </a:lnTo>
                  <a:lnTo>
                    <a:pt x="7208" y="332891"/>
                  </a:lnTo>
                  <a:lnTo>
                    <a:pt x="5467" y="334826"/>
                  </a:lnTo>
                  <a:lnTo>
                    <a:pt x="4362" y="336313"/>
                  </a:lnTo>
                  <a:lnTo>
                    <a:pt x="3999" y="336844"/>
                  </a:lnTo>
                  <a:lnTo>
                    <a:pt x="3401" y="338307"/>
                  </a:lnTo>
                  <a:lnTo>
                    <a:pt x="2905" y="338410"/>
                  </a:lnTo>
                  <a:lnTo>
                    <a:pt x="2472" y="337553"/>
                  </a:lnTo>
                  <a:lnTo>
                    <a:pt x="2400" y="335665"/>
                  </a:lnTo>
                  <a:lnTo>
                    <a:pt x="2577" y="332651"/>
                  </a:lnTo>
                  <a:lnTo>
                    <a:pt x="3415" y="330483"/>
                  </a:lnTo>
                  <a:lnTo>
                    <a:pt x="3815" y="328365"/>
                  </a:lnTo>
                  <a:lnTo>
                    <a:pt x="3258" y="326387"/>
                  </a:lnTo>
                  <a:lnTo>
                    <a:pt x="3644" y="325139"/>
                  </a:lnTo>
                  <a:lnTo>
                    <a:pt x="4381" y="325182"/>
                  </a:lnTo>
                  <a:lnTo>
                    <a:pt x="5751" y="325750"/>
                  </a:lnTo>
                  <a:lnTo>
                    <a:pt x="7208" y="325659"/>
                  </a:lnTo>
                  <a:lnTo>
                    <a:pt x="9603" y="324097"/>
                  </a:lnTo>
                  <a:lnTo>
                    <a:pt x="9221" y="323183"/>
                  </a:lnTo>
                  <a:lnTo>
                    <a:pt x="8187" y="323054"/>
                  </a:lnTo>
                  <a:lnTo>
                    <a:pt x="6256" y="323183"/>
                  </a:lnTo>
                  <a:lnTo>
                    <a:pt x="4633" y="321658"/>
                  </a:lnTo>
                  <a:lnTo>
                    <a:pt x="3371" y="318624"/>
                  </a:lnTo>
                  <a:lnTo>
                    <a:pt x="2798" y="314570"/>
                  </a:lnTo>
                  <a:lnTo>
                    <a:pt x="3181" y="313411"/>
                  </a:lnTo>
                  <a:lnTo>
                    <a:pt x="7849" y="309282"/>
                  </a:lnTo>
                  <a:lnTo>
                    <a:pt x="9106" y="307408"/>
                  </a:lnTo>
                  <a:lnTo>
                    <a:pt x="8378" y="307221"/>
                  </a:lnTo>
                  <a:lnTo>
                    <a:pt x="6626" y="309495"/>
                  </a:lnTo>
                  <a:lnTo>
                    <a:pt x="4117" y="310907"/>
                  </a:lnTo>
                  <a:lnTo>
                    <a:pt x="2535" y="308944"/>
                  </a:lnTo>
                  <a:lnTo>
                    <a:pt x="1712" y="306831"/>
                  </a:lnTo>
                  <a:lnTo>
                    <a:pt x="1238" y="302368"/>
                  </a:lnTo>
                  <a:lnTo>
                    <a:pt x="1409" y="300075"/>
                  </a:lnTo>
                  <a:lnTo>
                    <a:pt x="1212" y="297060"/>
                  </a:lnTo>
                  <a:lnTo>
                    <a:pt x="2283" y="296080"/>
                  </a:lnTo>
                  <a:lnTo>
                    <a:pt x="3481" y="296601"/>
                  </a:lnTo>
                  <a:lnTo>
                    <a:pt x="4662" y="296794"/>
                  </a:lnTo>
                  <a:lnTo>
                    <a:pt x="7341" y="296530"/>
                  </a:lnTo>
                  <a:lnTo>
                    <a:pt x="13248" y="294721"/>
                  </a:lnTo>
                  <a:lnTo>
                    <a:pt x="17056" y="295796"/>
                  </a:lnTo>
                  <a:lnTo>
                    <a:pt x="18603" y="295698"/>
                  </a:lnTo>
                  <a:lnTo>
                    <a:pt x="20971" y="294140"/>
                  </a:lnTo>
                  <a:lnTo>
                    <a:pt x="23044" y="293979"/>
                  </a:lnTo>
                  <a:lnTo>
                    <a:pt x="24594" y="295170"/>
                  </a:lnTo>
                  <a:lnTo>
                    <a:pt x="25441" y="296535"/>
                  </a:lnTo>
                  <a:lnTo>
                    <a:pt x="25546" y="298361"/>
                  </a:lnTo>
                  <a:lnTo>
                    <a:pt x="26263" y="299579"/>
                  </a:lnTo>
                  <a:lnTo>
                    <a:pt x="26747" y="299184"/>
                  </a:lnTo>
                  <a:lnTo>
                    <a:pt x="26361" y="297736"/>
                  </a:lnTo>
                  <a:lnTo>
                    <a:pt x="26281" y="295494"/>
                  </a:lnTo>
                  <a:lnTo>
                    <a:pt x="32511" y="292953"/>
                  </a:lnTo>
                  <a:lnTo>
                    <a:pt x="33245" y="291967"/>
                  </a:lnTo>
                  <a:lnTo>
                    <a:pt x="30770" y="291623"/>
                  </a:lnTo>
                  <a:lnTo>
                    <a:pt x="30062" y="289306"/>
                  </a:lnTo>
                  <a:lnTo>
                    <a:pt x="31370" y="285800"/>
                  </a:lnTo>
                  <a:lnTo>
                    <a:pt x="31247" y="285345"/>
                  </a:lnTo>
                  <a:lnTo>
                    <a:pt x="29872" y="287195"/>
                  </a:lnTo>
                  <a:lnTo>
                    <a:pt x="29195" y="289798"/>
                  </a:lnTo>
                  <a:lnTo>
                    <a:pt x="29463" y="291876"/>
                  </a:lnTo>
                  <a:lnTo>
                    <a:pt x="29191" y="292841"/>
                  </a:lnTo>
                  <a:lnTo>
                    <a:pt x="27927" y="293284"/>
                  </a:lnTo>
                  <a:lnTo>
                    <a:pt x="25077" y="293444"/>
                  </a:lnTo>
                  <a:lnTo>
                    <a:pt x="23248" y="292562"/>
                  </a:lnTo>
                  <a:lnTo>
                    <a:pt x="21553" y="292084"/>
                  </a:lnTo>
                  <a:lnTo>
                    <a:pt x="20976" y="291418"/>
                  </a:lnTo>
                  <a:lnTo>
                    <a:pt x="21169" y="289935"/>
                  </a:lnTo>
                  <a:lnTo>
                    <a:pt x="20848" y="289629"/>
                  </a:lnTo>
                  <a:lnTo>
                    <a:pt x="20147" y="290962"/>
                  </a:lnTo>
                  <a:lnTo>
                    <a:pt x="19524" y="293620"/>
                  </a:lnTo>
                  <a:lnTo>
                    <a:pt x="18178" y="294232"/>
                  </a:lnTo>
                  <a:lnTo>
                    <a:pt x="14464" y="293245"/>
                  </a:lnTo>
                  <a:lnTo>
                    <a:pt x="9087" y="293826"/>
                  </a:lnTo>
                  <a:lnTo>
                    <a:pt x="6674" y="295164"/>
                  </a:lnTo>
                  <a:lnTo>
                    <a:pt x="5111" y="294989"/>
                  </a:lnTo>
                  <a:lnTo>
                    <a:pt x="2423" y="292646"/>
                  </a:lnTo>
                  <a:lnTo>
                    <a:pt x="1373" y="290783"/>
                  </a:lnTo>
                  <a:lnTo>
                    <a:pt x="982" y="287028"/>
                  </a:lnTo>
                  <a:lnTo>
                    <a:pt x="1139" y="285376"/>
                  </a:lnTo>
                  <a:lnTo>
                    <a:pt x="3234" y="284680"/>
                  </a:lnTo>
                  <a:lnTo>
                    <a:pt x="4293" y="284729"/>
                  </a:lnTo>
                  <a:lnTo>
                    <a:pt x="5285" y="283842"/>
                  </a:lnTo>
                  <a:lnTo>
                    <a:pt x="4408" y="283265"/>
                  </a:lnTo>
                  <a:lnTo>
                    <a:pt x="3174" y="282132"/>
                  </a:lnTo>
                  <a:lnTo>
                    <a:pt x="2333" y="279863"/>
                  </a:lnTo>
                  <a:lnTo>
                    <a:pt x="1065" y="279122"/>
                  </a:lnTo>
                  <a:lnTo>
                    <a:pt x="215" y="277188"/>
                  </a:lnTo>
                  <a:lnTo>
                    <a:pt x="0" y="274266"/>
                  </a:lnTo>
                  <a:lnTo>
                    <a:pt x="243" y="272235"/>
                  </a:lnTo>
                  <a:lnTo>
                    <a:pt x="921" y="271581"/>
                  </a:lnTo>
                  <a:lnTo>
                    <a:pt x="2549" y="272025"/>
                  </a:lnTo>
                  <a:lnTo>
                    <a:pt x="6848" y="271685"/>
                  </a:lnTo>
                  <a:lnTo>
                    <a:pt x="10894" y="273748"/>
                  </a:lnTo>
                  <a:lnTo>
                    <a:pt x="13641" y="274918"/>
                  </a:lnTo>
                  <a:lnTo>
                    <a:pt x="19205" y="274330"/>
                  </a:lnTo>
                  <a:lnTo>
                    <a:pt x="22463" y="272487"/>
                  </a:lnTo>
                  <a:lnTo>
                    <a:pt x="21865" y="271978"/>
                  </a:lnTo>
                  <a:lnTo>
                    <a:pt x="18331" y="273043"/>
                  </a:lnTo>
                  <a:lnTo>
                    <a:pt x="15064" y="272999"/>
                  </a:lnTo>
                  <a:lnTo>
                    <a:pt x="9305" y="270917"/>
                  </a:lnTo>
                  <a:lnTo>
                    <a:pt x="6943" y="270246"/>
                  </a:lnTo>
                  <a:lnTo>
                    <a:pt x="4399" y="270542"/>
                  </a:lnTo>
                  <a:lnTo>
                    <a:pt x="3075" y="269910"/>
                  </a:lnTo>
                  <a:lnTo>
                    <a:pt x="2296" y="267851"/>
                  </a:lnTo>
                  <a:lnTo>
                    <a:pt x="2872" y="263914"/>
                  </a:lnTo>
                  <a:lnTo>
                    <a:pt x="4079" y="263064"/>
                  </a:lnTo>
                  <a:lnTo>
                    <a:pt x="4732" y="264091"/>
                  </a:lnTo>
                  <a:lnTo>
                    <a:pt x="5520" y="264156"/>
                  </a:lnTo>
                  <a:lnTo>
                    <a:pt x="6318" y="262511"/>
                  </a:lnTo>
                  <a:lnTo>
                    <a:pt x="7082" y="261574"/>
                  </a:lnTo>
                  <a:lnTo>
                    <a:pt x="7687" y="259453"/>
                  </a:lnTo>
                  <a:lnTo>
                    <a:pt x="9968" y="257443"/>
                  </a:lnTo>
                  <a:lnTo>
                    <a:pt x="10932" y="257272"/>
                  </a:lnTo>
                  <a:lnTo>
                    <a:pt x="12314" y="256346"/>
                  </a:lnTo>
                  <a:lnTo>
                    <a:pt x="13196" y="256609"/>
                  </a:lnTo>
                  <a:lnTo>
                    <a:pt x="13761" y="257538"/>
                  </a:lnTo>
                  <a:lnTo>
                    <a:pt x="14476" y="258308"/>
                  </a:lnTo>
                  <a:lnTo>
                    <a:pt x="16024" y="258215"/>
                  </a:lnTo>
                  <a:lnTo>
                    <a:pt x="20604" y="256604"/>
                  </a:lnTo>
                  <a:lnTo>
                    <a:pt x="21096" y="256131"/>
                  </a:lnTo>
                  <a:lnTo>
                    <a:pt x="21989" y="254808"/>
                  </a:lnTo>
                  <a:lnTo>
                    <a:pt x="19086" y="255398"/>
                  </a:lnTo>
                  <a:lnTo>
                    <a:pt x="16675" y="256337"/>
                  </a:lnTo>
                  <a:lnTo>
                    <a:pt x="15125" y="256599"/>
                  </a:lnTo>
                  <a:lnTo>
                    <a:pt x="14907" y="255426"/>
                  </a:lnTo>
                  <a:lnTo>
                    <a:pt x="15479" y="254384"/>
                  </a:lnTo>
                  <a:lnTo>
                    <a:pt x="16376" y="253276"/>
                  </a:lnTo>
                  <a:lnTo>
                    <a:pt x="16813" y="251387"/>
                  </a:lnTo>
                  <a:lnTo>
                    <a:pt x="17801" y="250581"/>
                  </a:lnTo>
                  <a:lnTo>
                    <a:pt x="18868" y="250624"/>
                  </a:lnTo>
                  <a:lnTo>
                    <a:pt x="21076" y="250280"/>
                  </a:lnTo>
                  <a:lnTo>
                    <a:pt x="22634" y="249790"/>
                  </a:lnTo>
                  <a:lnTo>
                    <a:pt x="25306" y="250119"/>
                  </a:lnTo>
                  <a:lnTo>
                    <a:pt x="29287" y="250842"/>
                  </a:lnTo>
                  <a:lnTo>
                    <a:pt x="31854" y="252599"/>
                  </a:lnTo>
                  <a:lnTo>
                    <a:pt x="32821" y="252440"/>
                  </a:lnTo>
                  <a:lnTo>
                    <a:pt x="33845" y="251973"/>
                  </a:lnTo>
                  <a:lnTo>
                    <a:pt x="34309" y="251335"/>
                  </a:lnTo>
                  <a:lnTo>
                    <a:pt x="32294" y="250605"/>
                  </a:lnTo>
                  <a:lnTo>
                    <a:pt x="32179" y="249565"/>
                  </a:lnTo>
                  <a:lnTo>
                    <a:pt x="32429" y="248780"/>
                  </a:lnTo>
                  <a:lnTo>
                    <a:pt x="35715" y="247334"/>
                  </a:lnTo>
                  <a:lnTo>
                    <a:pt x="39304" y="247014"/>
                  </a:lnTo>
                  <a:lnTo>
                    <a:pt x="38687" y="245850"/>
                  </a:lnTo>
                  <a:lnTo>
                    <a:pt x="30825" y="247607"/>
                  </a:lnTo>
                  <a:lnTo>
                    <a:pt x="28773" y="246408"/>
                  </a:lnTo>
                  <a:lnTo>
                    <a:pt x="27153" y="246418"/>
                  </a:lnTo>
                  <a:lnTo>
                    <a:pt x="26093" y="247103"/>
                  </a:lnTo>
                  <a:lnTo>
                    <a:pt x="23070" y="247933"/>
                  </a:lnTo>
                  <a:lnTo>
                    <a:pt x="22515" y="247343"/>
                  </a:lnTo>
                  <a:lnTo>
                    <a:pt x="23090" y="245306"/>
                  </a:lnTo>
                  <a:lnTo>
                    <a:pt x="24900" y="241964"/>
                  </a:lnTo>
                  <a:lnTo>
                    <a:pt x="25050" y="241145"/>
                  </a:lnTo>
                  <a:lnTo>
                    <a:pt x="25890" y="240341"/>
                  </a:lnTo>
                  <a:lnTo>
                    <a:pt x="30586" y="238402"/>
                  </a:lnTo>
                  <a:lnTo>
                    <a:pt x="32842" y="236149"/>
                  </a:lnTo>
                  <a:lnTo>
                    <a:pt x="33859" y="235864"/>
                  </a:lnTo>
                  <a:lnTo>
                    <a:pt x="34868" y="236021"/>
                  </a:lnTo>
                  <a:lnTo>
                    <a:pt x="36402" y="235757"/>
                  </a:lnTo>
                  <a:lnTo>
                    <a:pt x="39366" y="236402"/>
                  </a:lnTo>
                  <a:lnTo>
                    <a:pt x="40731" y="239223"/>
                  </a:lnTo>
                  <a:lnTo>
                    <a:pt x="41957" y="240109"/>
                  </a:lnTo>
                  <a:lnTo>
                    <a:pt x="45815" y="243633"/>
                  </a:lnTo>
                  <a:lnTo>
                    <a:pt x="45642" y="242619"/>
                  </a:lnTo>
                  <a:lnTo>
                    <a:pt x="42303" y="237843"/>
                  </a:lnTo>
                  <a:lnTo>
                    <a:pt x="41027" y="236662"/>
                  </a:lnTo>
                  <a:lnTo>
                    <a:pt x="40075" y="234317"/>
                  </a:lnTo>
                  <a:lnTo>
                    <a:pt x="40402" y="232101"/>
                  </a:lnTo>
                  <a:lnTo>
                    <a:pt x="41475" y="230622"/>
                  </a:lnTo>
                  <a:lnTo>
                    <a:pt x="45284" y="229830"/>
                  </a:lnTo>
                  <a:lnTo>
                    <a:pt x="45968" y="228974"/>
                  </a:lnTo>
                  <a:lnTo>
                    <a:pt x="46035" y="227504"/>
                  </a:lnTo>
                  <a:lnTo>
                    <a:pt x="45452" y="226498"/>
                  </a:lnTo>
                  <a:lnTo>
                    <a:pt x="44050" y="226556"/>
                  </a:lnTo>
                  <a:lnTo>
                    <a:pt x="42895" y="225933"/>
                  </a:lnTo>
                  <a:lnTo>
                    <a:pt x="42577" y="224349"/>
                  </a:lnTo>
                  <a:lnTo>
                    <a:pt x="43038" y="223278"/>
                  </a:lnTo>
                  <a:lnTo>
                    <a:pt x="45235" y="221326"/>
                  </a:lnTo>
                  <a:lnTo>
                    <a:pt x="46438" y="220693"/>
                  </a:lnTo>
                  <a:lnTo>
                    <a:pt x="48520" y="220004"/>
                  </a:lnTo>
                  <a:lnTo>
                    <a:pt x="52141" y="221548"/>
                  </a:lnTo>
                  <a:lnTo>
                    <a:pt x="52416" y="222357"/>
                  </a:lnTo>
                  <a:lnTo>
                    <a:pt x="51401" y="224304"/>
                  </a:lnTo>
                  <a:lnTo>
                    <a:pt x="51504" y="225396"/>
                  </a:lnTo>
                  <a:lnTo>
                    <a:pt x="52391" y="225517"/>
                  </a:lnTo>
                  <a:lnTo>
                    <a:pt x="54459" y="222236"/>
                  </a:lnTo>
                  <a:lnTo>
                    <a:pt x="56890" y="221783"/>
                  </a:lnTo>
                  <a:lnTo>
                    <a:pt x="57897" y="221078"/>
                  </a:lnTo>
                  <a:lnTo>
                    <a:pt x="59064" y="220635"/>
                  </a:lnTo>
                  <a:lnTo>
                    <a:pt x="60735" y="223601"/>
                  </a:lnTo>
                  <a:lnTo>
                    <a:pt x="61466" y="224551"/>
                  </a:lnTo>
                  <a:lnTo>
                    <a:pt x="62016" y="224940"/>
                  </a:lnTo>
                  <a:lnTo>
                    <a:pt x="62548" y="227410"/>
                  </a:lnTo>
                  <a:lnTo>
                    <a:pt x="63064" y="227541"/>
                  </a:lnTo>
                  <a:lnTo>
                    <a:pt x="63799" y="226304"/>
                  </a:lnTo>
                  <a:lnTo>
                    <a:pt x="65132" y="225651"/>
                  </a:lnTo>
                  <a:lnTo>
                    <a:pt x="67001" y="225222"/>
                  </a:lnTo>
                  <a:lnTo>
                    <a:pt x="70097" y="225875"/>
                  </a:lnTo>
                  <a:lnTo>
                    <a:pt x="71498" y="225392"/>
                  </a:lnTo>
                  <a:lnTo>
                    <a:pt x="72185" y="225460"/>
                  </a:lnTo>
                  <a:lnTo>
                    <a:pt x="71526" y="223242"/>
                  </a:lnTo>
                  <a:lnTo>
                    <a:pt x="71117" y="222602"/>
                  </a:lnTo>
                  <a:lnTo>
                    <a:pt x="71755" y="220622"/>
                  </a:lnTo>
                  <a:lnTo>
                    <a:pt x="72420" y="219848"/>
                  </a:lnTo>
                  <a:lnTo>
                    <a:pt x="74559" y="218459"/>
                  </a:lnTo>
                  <a:lnTo>
                    <a:pt x="76599" y="217839"/>
                  </a:lnTo>
                  <a:lnTo>
                    <a:pt x="77931" y="216520"/>
                  </a:lnTo>
                  <a:lnTo>
                    <a:pt x="79719" y="215308"/>
                  </a:lnTo>
                  <a:lnTo>
                    <a:pt x="79438" y="214337"/>
                  </a:lnTo>
                  <a:lnTo>
                    <a:pt x="78941" y="213213"/>
                  </a:lnTo>
                  <a:lnTo>
                    <a:pt x="77784" y="213142"/>
                  </a:lnTo>
                  <a:lnTo>
                    <a:pt x="77311" y="212529"/>
                  </a:lnTo>
                  <a:lnTo>
                    <a:pt x="78780" y="211072"/>
                  </a:lnTo>
                  <a:lnTo>
                    <a:pt x="80792" y="209453"/>
                  </a:lnTo>
                  <a:lnTo>
                    <a:pt x="80441" y="208817"/>
                  </a:lnTo>
                  <a:lnTo>
                    <a:pt x="78929" y="208097"/>
                  </a:lnTo>
                  <a:lnTo>
                    <a:pt x="77780" y="208639"/>
                  </a:lnTo>
                  <a:lnTo>
                    <a:pt x="76073" y="209891"/>
                  </a:lnTo>
                  <a:lnTo>
                    <a:pt x="74087" y="211872"/>
                  </a:lnTo>
                  <a:lnTo>
                    <a:pt x="74734" y="212450"/>
                  </a:lnTo>
                  <a:lnTo>
                    <a:pt x="75728" y="214115"/>
                  </a:lnTo>
                  <a:lnTo>
                    <a:pt x="74341" y="216331"/>
                  </a:lnTo>
                  <a:lnTo>
                    <a:pt x="66990" y="222216"/>
                  </a:lnTo>
                  <a:lnTo>
                    <a:pt x="63484" y="223940"/>
                  </a:lnTo>
                  <a:lnTo>
                    <a:pt x="61867" y="223672"/>
                  </a:lnTo>
                  <a:lnTo>
                    <a:pt x="61482" y="222063"/>
                  </a:lnTo>
                  <a:lnTo>
                    <a:pt x="60736" y="220873"/>
                  </a:lnTo>
                  <a:lnTo>
                    <a:pt x="59936" y="218420"/>
                  </a:lnTo>
                  <a:lnTo>
                    <a:pt x="58575" y="218485"/>
                  </a:lnTo>
                  <a:lnTo>
                    <a:pt x="57803" y="219027"/>
                  </a:lnTo>
                  <a:lnTo>
                    <a:pt x="57465" y="218224"/>
                  </a:lnTo>
                  <a:lnTo>
                    <a:pt x="58051" y="215604"/>
                  </a:lnTo>
                  <a:lnTo>
                    <a:pt x="59202" y="213533"/>
                  </a:lnTo>
                  <a:lnTo>
                    <a:pt x="61132" y="211969"/>
                  </a:lnTo>
                  <a:lnTo>
                    <a:pt x="62058" y="210081"/>
                  </a:lnTo>
                  <a:lnTo>
                    <a:pt x="62928" y="207084"/>
                  </a:lnTo>
                  <a:lnTo>
                    <a:pt x="65720" y="204233"/>
                  </a:lnTo>
                  <a:lnTo>
                    <a:pt x="69785" y="197180"/>
                  </a:lnTo>
                  <a:lnTo>
                    <a:pt x="73096" y="194929"/>
                  </a:lnTo>
                  <a:lnTo>
                    <a:pt x="74310" y="192469"/>
                  </a:lnTo>
                  <a:lnTo>
                    <a:pt x="76261" y="191381"/>
                  </a:lnTo>
                  <a:lnTo>
                    <a:pt x="77926" y="189462"/>
                  </a:lnTo>
                  <a:lnTo>
                    <a:pt x="79233" y="189272"/>
                  </a:lnTo>
                  <a:lnTo>
                    <a:pt x="81609" y="187545"/>
                  </a:lnTo>
                  <a:lnTo>
                    <a:pt x="82955" y="185490"/>
                  </a:lnTo>
                  <a:lnTo>
                    <a:pt x="82076" y="185362"/>
                  </a:lnTo>
                  <a:lnTo>
                    <a:pt x="79988" y="186699"/>
                  </a:lnTo>
                  <a:lnTo>
                    <a:pt x="78807" y="187238"/>
                  </a:lnTo>
                  <a:lnTo>
                    <a:pt x="78890" y="185033"/>
                  </a:lnTo>
                  <a:lnTo>
                    <a:pt x="79462" y="182772"/>
                  </a:lnTo>
                  <a:lnTo>
                    <a:pt x="81183" y="180706"/>
                  </a:lnTo>
                  <a:lnTo>
                    <a:pt x="89455" y="174704"/>
                  </a:lnTo>
                  <a:lnTo>
                    <a:pt x="90280" y="175697"/>
                  </a:lnTo>
                  <a:lnTo>
                    <a:pt x="91267" y="177451"/>
                  </a:lnTo>
                  <a:lnTo>
                    <a:pt x="93758" y="177054"/>
                  </a:lnTo>
                  <a:lnTo>
                    <a:pt x="96596" y="173656"/>
                  </a:lnTo>
                  <a:lnTo>
                    <a:pt x="98782" y="169967"/>
                  </a:lnTo>
                  <a:lnTo>
                    <a:pt x="97601" y="170611"/>
                  </a:lnTo>
                  <a:lnTo>
                    <a:pt x="96312" y="172121"/>
                  </a:lnTo>
                  <a:lnTo>
                    <a:pt x="93799" y="174221"/>
                  </a:lnTo>
                  <a:lnTo>
                    <a:pt x="92637" y="174552"/>
                  </a:lnTo>
                  <a:lnTo>
                    <a:pt x="91975" y="174280"/>
                  </a:lnTo>
                  <a:lnTo>
                    <a:pt x="91606" y="172879"/>
                  </a:lnTo>
                  <a:lnTo>
                    <a:pt x="90735" y="172424"/>
                  </a:lnTo>
                  <a:lnTo>
                    <a:pt x="89948" y="172739"/>
                  </a:lnTo>
                  <a:lnTo>
                    <a:pt x="89137" y="171743"/>
                  </a:lnTo>
                  <a:lnTo>
                    <a:pt x="88992" y="169285"/>
                  </a:lnTo>
                  <a:lnTo>
                    <a:pt x="90030" y="165624"/>
                  </a:lnTo>
                  <a:lnTo>
                    <a:pt x="90851" y="163203"/>
                  </a:lnTo>
                  <a:lnTo>
                    <a:pt x="91740" y="161371"/>
                  </a:lnTo>
                  <a:lnTo>
                    <a:pt x="95231" y="156171"/>
                  </a:lnTo>
                  <a:lnTo>
                    <a:pt x="95985" y="153333"/>
                  </a:lnTo>
                  <a:lnTo>
                    <a:pt x="97564" y="151835"/>
                  </a:lnTo>
                  <a:lnTo>
                    <a:pt x="99615" y="152168"/>
                  </a:lnTo>
                  <a:lnTo>
                    <a:pt x="100233" y="151736"/>
                  </a:lnTo>
                  <a:lnTo>
                    <a:pt x="99529" y="149876"/>
                  </a:lnTo>
                  <a:lnTo>
                    <a:pt x="97294" y="148401"/>
                  </a:lnTo>
                  <a:lnTo>
                    <a:pt x="97156" y="147475"/>
                  </a:lnTo>
                  <a:lnTo>
                    <a:pt x="104601" y="145042"/>
                  </a:lnTo>
                  <a:lnTo>
                    <a:pt x="108146" y="145125"/>
                  </a:lnTo>
                  <a:lnTo>
                    <a:pt x="109198" y="143911"/>
                  </a:lnTo>
                  <a:lnTo>
                    <a:pt x="111125" y="143134"/>
                  </a:lnTo>
                  <a:lnTo>
                    <a:pt x="112586" y="141650"/>
                  </a:lnTo>
                  <a:lnTo>
                    <a:pt x="111833" y="140995"/>
                  </a:lnTo>
                  <a:lnTo>
                    <a:pt x="108232" y="142359"/>
                  </a:lnTo>
                  <a:lnTo>
                    <a:pt x="105981" y="142999"/>
                  </a:lnTo>
                  <a:lnTo>
                    <a:pt x="104963" y="142979"/>
                  </a:lnTo>
                  <a:lnTo>
                    <a:pt x="104169" y="143448"/>
                  </a:lnTo>
                  <a:lnTo>
                    <a:pt x="101291" y="143627"/>
                  </a:lnTo>
                  <a:lnTo>
                    <a:pt x="100665" y="137713"/>
                  </a:lnTo>
                  <a:lnTo>
                    <a:pt x="101116" y="134504"/>
                  </a:lnTo>
                  <a:lnTo>
                    <a:pt x="102189" y="134570"/>
                  </a:lnTo>
                  <a:lnTo>
                    <a:pt x="102433" y="131507"/>
                  </a:lnTo>
                  <a:lnTo>
                    <a:pt x="103672" y="129704"/>
                  </a:lnTo>
                  <a:lnTo>
                    <a:pt x="105382" y="129300"/>
                  </a:lnTo>
                  <a:lnTo>
                    <a:pt x="106244" y="128528"/>
                  </a:lnTo>
                  <a:lnTo>
                    <a:pt x="107488" y="126957"/>
                  </a:lnTo>
                  <a:lnTo>
                    <a:pt x="109548" y="127322"/>
                  </a:lnTo>
                  <a:lnTo>
                    <a:pt x="111664" y="126971"/>
                  </a:lnTo>
                  <a:lnTo>
                    <a:pt x="111140" y="126231"/>
                  </a:lnTo>
                  <a:lnTo>
                    <a:pt x="108513" y="125277"/>
                  </a:lnTo>
                  <a:lnTo>
                    <a:pt x="107864" y="123639"/>
                  </a:lnTo>
                  <a:lnTo>
                    <a:pt x="108791" y="122725"/>
                  </a:lnTo>
                  <a:lnTo>
                    <a:pt x="109800" y="122052"/>
                  </a:lnTo>
                  <a:lnTo>
                    <a:pt x="110686" y="121931"/>
                  </a:lnTo>
                  <a:lnTo>
                    <a:pt x="112440" y="118734"/>
                  </a:lnTo>
                  <a:lnTo>
                    <a:pt x="113507" y="117370"/>
                  </a:lnTo>
                  <a:lnTo>
                    <a:pt x="114701" y="117607"/>
                  </a:lnTo>
                  <a:lnTo>
                    <a:pt x="116364" y="116197"/>
                  </a:lnTo>
                  <a:lnTo>
                    <a:pt x="117997" y="116678"/>
                  </a:lnTo>
                  <a:lnTo>
                    <a:pt x="119576" y="115756"/>
                  </a:lnTo>
                  <a:lnTo>
                    <a:pt x="121735" y="115147"/>
                  </a:lnTo>
                  <a:lnTo>
                    <a:pt x="129634" y="114912"/>
                  </a:lnTo>
                  <a:lnTo>
                    <a:pt x="129869" y="113605"/>
                  </a:lnTo>
                  <a:lnTo>
                    <a:pt x="128207" y="113302"/>
                  </a:lnTo>
                  <a:lnTo>
                    <a:pt x="122337" y="112965"/>
                  </a:lnTo>
                  <a:lnTo>
                    <a:pt x="119340" y="112991"/>
                  </a:lnTo>
                  <a:lnTo>
                    <a:pt x="118079" y="113330"/>
                  </a:lnTo>
                  <a:lnTo>
                    <a:pt x="117615" y="112875"/>
                  </a:lnTo>
                  <a:lnTo>
                    <a:pt x="117697" y="112093"/>
                  </a:lnTo>
                  <a:lnTo>
                    <a:pt x="118786" y="110855"/>
                  </a:lnTo>
                  <a:lnTo>
                    <a:pt x="119303" y="109487"/>
                  </a:lnTo>
                  <a:lnTo>
                    <a:pt x="121480" y="106148"/>
                  </a:lnTo>
                  <a:lnTo>
                    <a:pt x="124034" y="103925"/>
                  </a:lnTo>
                  <a:lnTo>
                    <a:pt x="125991" y="104493"/>
                  </a:lnTo>
                  <a:lnTo>
                    <a:pt x="128072" y="106617"/>
                  </a:lnTo>
                  <a:lnTo>
                    <a:pt x="129556" y="106883"/>
                  </a:lnTo>
                  <a:lnTo>
                    <a:pt x="130246" y="107569"/>
                  </a:lnTo>
                  <a:lnTo>
                    <a:pt x="131327" y="110500"/>
                  </a:lnTo>
                  <a:lnTo>
                    <a:pt x="131839" y="110595"/>
                  </a:lnTo>
                  <a:lnTo>
                    <a:pt x="131608" y="107778"/>
                  </a:lnTo>
                  <a:lnTo>
                    <a:pt x="133037" y="105487"/>
                  </a:lnTo>
                  <a:lnTo>
                    <a:pt x="132665" y="104854"/>
                  </a:lnTo>
                  <a:lnTo>
                    <a:pt x="130517" y="105682"/>
                  </a:lnTo>
                  <a:lnTo>
                    <a:pt x="128872" y="104821"/>
                  </a:lnTo>
                  <a:lnTo>
                    <a:pt x="127573" y="103101"/>
                  </a:lnTo>
                  <a:lnTo>
                    <a:pt x="127202" y="101528"/>
                  </a:lnTo>
                  <a:lnTo>
                    <a:pt x="128009" y="99974"/>
                  </a:lnTo>
                  <a:lnTo>
                    <a:pt x="128771" y="99192"/>
                  </a:lnTo>
                  <a:lnTo>
                    <a:pt x="128254" y="98280"/>
                  </a:lnTo>
                  <a:lnTo>
                    <a:pt x="125008" y="100724"/>
                  </a:lnTo>
                  <a:lnTo>
                    <a:pt x="122711" y="101293"/>
                  </a:lnTo>
                  <a:lnTo>
                    <a:pt x="121806" y="100951"/>
                  </a:lnTo>
                  <a:lnTo>
                    <a:pt x="122296" y="98736"/>
                  </a:lnTo>
                  <a:lnTo>
                    <a:pt x="122023" y="96979"/>
                  </a:lnTo>
                  <a:lnTo>
                    <a:pt x="125102" y="92652"/>
                  </a:lnTo>
                  <a:lnTo>
                    <a:pt x="126161" y="92151"/>
                  </a:lnTo>
                  <a:lnTo>
                    <a:pt x="127890" y="92499"/>
                  </a:lnTo>
                  <a:lnTo>
                    <a:pt x="129451" y="93720"/>
                  </a:lnTo>
                  <a:lnTo>
                    <a:pt x="130756" y="93525"/>
                  </a:lnTo>
                  <a:lnTo>
                    <a:pt x="132172" y="92873"/>
                  </a:lnTo>
                  <a:lnTo>
                    <a:pt x="131979" y="91703"/>
                  </a:lnTo>
                  <a:lnTo>
                    <a:pt x="128908" y="91238"/>
                  </a:lnTo>
                  <a:lnTo>
                    <a:pt x="128118" y="90267"/>
                  </a:lnTo>
                  <a:lnTo>
                    <a:pt x="128404" y="89313"/>
                  </a:lnTo>
                  <a:lnTo>
                    <a:pt x="130511" y="88306"/>
                  </a:lnTo>
                  <a:lnTo>
                    <a:pt x="132607" y="86488"/>
                  </a:lnTo>
                  <a:lnTo>
                    <a:pt x="135008" y="85961"/>
                  </a:lnTo>
                  <a:lnTo>
                    <a:pt x="136941" y="84586"/>
                  </a:lnTo>
                  <a:lnTo>
                    <a:pt x="137314" y="84898"/>
                  </a:lnTo>
                  <a:lnTo>
                    <a:pt x="137640" y="85438"/>
                  </a:lnTo>
                  <a:lnTo>
                    <a:pt x="138334" y="90537"/>
                  </a:lnTo>
                  <a:lnTo>
                    <a:pt x="140061" y="94696"/>
                  </a:lnTo>
                  <a:lnTo>
                    <a:pt x="140698" y="94848"/>
                  </a:lnTo>
                  <a:lnTo>
                    <a:pt x="140035" y="91309"/>
                  </a:lnTo>
                  <a:lnTo>
                    <a:pt x="140653" y="90291"/>
                  </a:lnTo>
                  <a:lnTo>
                    <a:pt x="141436" y="89518"/>
                  </a:lnTo>
                  <a:lnTo>
                    <a:pt x="141681" y="88638"/>
                  </a:lnTo>
                  <a:lnTo>
                    <a:pt x="140783" y="88338"/>
                  </a:lnTo>
                  <a:lnTo>
                    <a:pt x="140049" y="87074"/>
                  </a:lnTo>
                  <a:lnTo>
                    <a:pt x="139001" y="83034"/>
                  </a:lnTo>
                  <a:lnTo>
                    <a:pt x="139359" y="81985"/>
                  </a:lnTo>
                  <a:lnTo>
                    <a:pt x="141630" y="79834"/>
                  </a:lnTo>
                  <a:lnTo>
                    <a:pt x="144480" y="79339"/>
                  </a:lnTo>
                  <a:lnTo>
                    <a:pt x="147517" y="80847"/>
                  </a:lnTo>
                  <a:lnTo>
                    <a:pt x="148583" y="80864"/>
                  </a:lnTo>
                  <a:lnTo>
                    <a:pt x="150344" y="80459"/>
                  </a:lnTo>
                  <a:lnTo>
                    <a:pt x="153331" y="79219"/>
                  </a:lnTo>
                  <a:lnTo>
                    <a:pt x="155088" y="78748"/>
                  </a:lnTo>
                  <a:lnTo>
                    <a:pt x="156005" y="78749"/>
                  </a:lnTo>
                  <a:lnTo>
                    <a:pt x="156232" y="78123"/>
                  </a:lnTo>
                  <a:lnTo>
                    <a:pt x="155382" y="77720"/>
                  </a:lnTo>
                  <a:lnTo>
                    <a:pt x="155109" y="77329"/>
                  </a:lnTo>
                  <a:lnTo>
                    <a:pt x="154442" y="77104"/>
                  </a:lnTo>
                  <a:lnTo>
                    <a:pt x="151680" y="77773"/>
                  </a:lnTo>
                  <a:lnTo>
                    <a:pt x="144061" y="77561"/>
                  </a:lnTo>
                  <a:lnTo>
                    <a:pt x="143326" y="76846"/>
                  </a:lnTo>
                  <a:lnTo>
                    <a:pt x="143191" y="75608"/>
                  </a:lnTo>
                  <a:lnTo>
                    <a:pt x="143999" y="73832"/>
                  </a:lnTo>
                  <a:lnTo>
                    <a:pt x="144888" y="72854"/>
                  </a:lnTo>
                  <a:lnTo>
                    <a:pt x="147760" y="71092"/>
                  </a:lnTo>
                  <a:lnTo>
                    <a:pt x="150802" y="70854"/>
                  </a:lnTo>
                  <a:lnTo>
                    <a:pt x="154006" y="67724"/>
                  </a:lnTo>
                  <a:lnTo>
                    <a:pt x="155231" y="65378"/>
                  </a:lnTo>
                  <a:lnTo>
                    <a:pt x="155925" y="61762"/>
                  </a:lnTo>
                  <a:lnTo>
                    <a:pt x="157878" y="58839"/>
                  </a:lnTo>
                  <a:lnTo>
                    <a:pt x="162775" y="57177"/>
                  </a:lnTo>
                  <a:lnTo>
                    <a:pt x="162973" y="56441"/>
                  </a:lnTo>
                  <a:lnTo>
                    <a:pt x="162454" y="54922"/>
                  </a:lnTo>
                  <a:lnTo>
                    <a:pt x="162495" y="52185"/>
                  </a:lnTo>
                  <a:lnTo>
                    <a:pt x="163837" y="48998"/>
                  </a:lnTo>
                  <a:lnTo>
                    <a:pt x="164729" y="47890"/>
                  </a:lnTo>
                  <a:lnTo>
                    <a:pt x="165141" y="47757"/>
                  </a:lnTo>
                  <a:lnTo>
                    <a:pt x="166197" y="48799"/>
                  </a:lnTo>
                  <a:lnTo>
                    <a:pt x="167479" y="51015"/>
                  </a:lnTo>
                  <a:lnTo>
                    <a:pt x="169489" y="52285"/>
                  </a:lnTo>
                  <a:lnTo>
                    <a:pt x="172123" y="52504"/>
                  </a:lnTo>
                  <a:lnTo>
                    <a:pt x="172826" y="51879"/>
                  </a:lnTo>
                  <a:lnTo>
                    <a:pt x="170778" y="50614"/>
                  </a:lnTo>
                  <a:lnTo>
                    <a:pt x="169229" y="48960"/>
                  </a:lnTo>
                  <a:lnTo>
                    <a:pt x="169106" y="47300"/>
                  </a:lnTo>
                  <a:lnTo>
                    <a:pt x="169841" y="46419"/>
                  </a:lnTo>
                  <a:lnTo>
                    <a:pt x="170983" y="46518"/>
                  </a:lnTo>
                  <a:lnTo>
                    <a:pt x="172417" y="46332"/>
                  </a:lnTo>
                  <a:lnTo>
                    <a:pt x="173754" y="45215"/>
                  </a:lnTo>
                  <a:lnTo>
                    <a:pt x="173948" y="44430"/>
                  </a:lnTo>
                  <a:lnTo>
                    <a:pt x="174003" y="43365"/>
                  </a:lnTo>
                  <a:lnTo>
                    <a:pt x="174337" y="42281"/>
                  </a:lnTo>
                  <a:lnTo>
                    <a:pt x="176297" y="39697"/>
                  </a:lnTo>
                  <a:lnTo>
                    <a:pt x="182341" y="38016"/>
                  </a:lnTo>
                  <a:lnTo>
                    <a:pt x="182778" y="38699"/>
                  </a:lnTo>
                  <a:lnTo>
                    <a:pt x="182452" y="43684"/>
                  </a:lnTo>
                  <a:lnTo>
                    <a:pt x="181758" y="46909"/>
                  </a:lnTo>
                  <a:lnTo>
                    <a:pt x="181779" y="49266"/>
                  </a:lnTo>
                  <a:lnTo>
                    <a:pt x="182955" y="46909"/>
                  </a:lnTo>
                  <a:lnTo>
                    <a:pt x="184533" y="40458"/>
                  </a:lnTo>
                  <a:lnTo>
                    <a:pt x="185716" y="37429"/>
                  </a:lnTo>
                  <a:lnTo>
                    <a:pt x="187054" y="35691"/>
                  </a:lnTo>
                  <a:lnTo>
                    <a:pt x="188009" y="35298"/>
                  </a:lnTo>
                  <a:lnTo>
                    <a:pt x="188955" y="34398"/>
                  </a:lnTo>
                  <a:lnTo>
                    <a:pt x="190204" y="33863"/>
                  </a:lnTo>
                  <a:lnTo>
                    <a:pt x="190586" y="34554"/>
                  </a:lnTo>
                  <a:lnTo>
                    <a:pt x="190981" y="36158"/>
                  </a:lnTo>
                  <a:lnTo>
                    <a:pt x="190309" y="41792"/>
                  </a:lnTo>
                  <a:lnTo>
                    <a:pt x="190376" y="43574"/>
                  </a:lnTo>
                  <a:lnTo>
                    <a:pt x="189623" y="45962"/>
                  </a:lnTo>
                  <a:lnTo>
                    <a:pt x="186743" y="51286"/>
                  </a:lnTo>
                  <a:lnTo>
                    <a:pt x="186875" y="51966"/>
                  </a:lnTo>
                  <a:lnTo>
                    <a:pt x="187526" y="51713"/>
                  </a:lnTo>
                  <a:lnTo>
                    <a:pt x="188642" y="50834"/>
                  </a:lnTo>
                  <a:lnTo>
                    <a:pt x="192209" y="45777"/>
                  </a:lnTo>
                  <a:lnTo>
                    <a:pt x="195328" y="46415"/>
                  </a:lnTo>
                  <a:lnTo>
                    <a:pt x="195366" y="46001"/>
                  </a:lnTo>
                  <a:lnTo>
                    <a:pt x="194366" y="44518"/>
                  </a:lnTo>
                  <a:lnTo>
                    <a:pt x="193144" y="43097"/>
                  </a:lnTo>
                  <a:lnTo>
                    <a:pt x="192777" y="41338"/>
                  </a:lnTo>
                  <a:lnTo>
                    <a:pt x="192941" y="36647"/>
                  </a:lnTo>
                  <a:lnTo>
                    <a:pt x="193879" y="34790"/>
                  </a:lnTo>
                  <a:lnTo>
                    <a:pt x="196573" y="34985"/>
                  </a:lnTo>
                  <a:lnTo>
                    <a:pt x="198186" y="34728"/>
                  </a:lnTo>
                  <a:lnTo>
                    <a:pt x="198939" y="35572"/>
                  </a:lnTo>
                  <a:lnTo>
                    <a:pt x="200555" y="35512"/>
                  </a:lnTo>
                  <a:lnTo>
                    <a:pt x="201674" y="32151"/>
                  </a:lnTo>
                  <a:lnTo>
                    <a:pt x="203885" y="31857"/>
                  </a:lnTo>
                  <a:lnTo>
                    <a:pt x="205826" y="34078"/>
                  </a:lnTo>
                  <a:lnTo>
                    <a:pt x="208163" y="35572"/>
                  </a:lnTo>
                  <a:lnTo>
                    <a:pt x="210040" y="37722"/>
                  </a:lnTo>
                  <a:lnTo>
                    <a:pt x="210571" y="37135"/>
                  </a:lnTo>
                  <a:lnTo>
                    <a:pt x="209557" y="32121"/>
                  </a:lnTo>
                  <a:lnTo>
                    <a:pt x="208448" y="30295"/>
                  </a:lnTo>
                  <a:lnTo>
                    <a:pt x="206043" y="29345"/>
                  </a:lnTo>
                  <a:lnTo>
                    <a:pt x="203484" y="27091"/>
                  </a:lnTo>
                  <a:lnTo>
                    <a:pt x="202816" y="26093"/>
                  </a:lnTo>
                  <a:lnTo>
                    <a:pt x="202933" y="25350"/>
                  </a:lnTo>
                  <a:lnTo>
                    <a:pt x="205191" y="24633"/>
                  </a:lnTo>
                  <a:lnTo>
                    <a:pt x="208171" y="25454"/>
                  </a:lnTo>
                  <a:lnTo>
                    <a:pt x="210827" y="23578"/>
                  </a:lnTo>
                  <a:lnTo>
                    <a:pt x="211554" y="24092"/>
                  </a:lnTo>
                  <a:lnTo>
                    <a:pt x="213590" y="23111"/>
                  </a:lnTo>
                  <a:lnTo>
                    <a:pt x="214856" y="24431"/>
                  </a:lnTo>
                  <a:lnTo>
                    <a:pt x="215631" y="24040"/>
                  </a:lnTo>
                  <a:lnTo>
                    <a:pt x="216080" y="22271"/>
                  </a:lnTo>
                  <a:lnTo>
                    <a:pt x="219330" y="21173"/>
                  </a:lnTo>
                  <a:lnTo>
                    <a:pt x="221392" y="22186"/>
                  </a:lnTo>
                  <a:lnTo>
                    <a:pt x="222497" y="23235"/>
                  </a:lnTo>
                  <a:lnTo>
                    <a:pt x="223010" y="25250"/>
                  </a:lnTo>
                  <a:lnTo>
                    <a:pt x="223796" y="29237"/>
                  </a:lnTo>
                  <a:lnTo>
                    <a:pt x="225406" y="31388"/>
                  </a:lnTo>
                  <a:lnTo>
                    <a:pt x="226405" y="32444"/>
                  </a:lnTo>
                  <a:lnTo>
                    <a:pt x="227590" y="32737"/>
                  </a:lnTo>
                  <a:lnTo>
                    <a:pt x="228161" y="31662"/>
                  </a:lnTo>
                  <a:lnTo>
                    <a:pt x="227051" y="30368"/>
                  </a:lnTo>
                  <a:lnTo>
                    <a:pt x="226752" y="29149"/>
                  </a:lnTo>
                  <a:lnTo>
                    <a:pt x="227284" y="26123"/>
                  </a:lnTo>
                  <a:lnTo>
                    <a:pt x="227904" y="24934"/>
                  </a:lnTo>
                  <a:lnTo>
                    <a:pt x="231382" y="20434"/>
                  </a:lnTo>
                  <a:lnTo>
                    <a:pt x="234293" y="18100"/>
                  </a:lnTo>
                  <a:lnTo>
                    <a:pt x="236037" y="17905"/>
                  </a:lnTo>
                  <a:lnTo>
                    <a:pt x="239086" y="12673"/>
                  </a:lnTo>
                  <a:lnTo>
                    <a:pt x="239950" y="11722"/>
                  </a:lnTo>
                  <a:lnTo>
                    <a:pt x="240745" y="11503"/>
                  </a:lnTo>
                  <a:lnTo>
                    <a:pt x="240542" y="10223"/>
                  </a:lnTo>
                  <a:lnTo>
                    <a:pt x="238871" y="9414"/>
                  </a:lnTo>
                  <a:lnTo>
                    <a:pt x="238814" y="7830"/>
                  </a:lnTo>
                  <a:lnTo>
                    <a:pt x="241014" y="5902"/>
                  </a:lnTo>
                  <a:lnTo>
                    <a:pt x="243682" y="2667"/>
                  </a:lnTo>
                  <a:lnTo>
                    <a:pt x="244999" y="2448"/>
                  </a:lnTo>
                  <a:lnTo>
                    <a:pt x="245825" y="3347"/>
                  </a:lnTo>
                  <a:lnTo>
                    <a:pt x="248423" y="4807"/>
                  </a:lnTo>
                  <a:lnTo>
                    <a:pt x="250015" y="6479"/>
                  </a:lnTo>
                  <a:lnTo>
                    <a:pt x="251168" y="7322"/>
                  </a:lnTo>
                  <a:lnTo>
                    <a:pt x="251917" y="7147"/>
                  </a:lnTo>
                  <a:lnTo>
                    <a:pt x="252537" y="5891"/>
                  </a:lnTo>
                  <a:lnTo>
                    <a:pt x="253282" y="5302"/>
                  </a:lnTo>
                  <a:lnTo>
                    <a:pt x="254934" y="5632"/>
                  </a:lnTo>
                  <a:lnTo>
                    <a:pt x="255919" y="6440"/>
                  </a:lnTo>
                  <a:lnTo>
                    <a:pt x="256687" y="6547"/>
                  </a:lnTo>
                  <a:lnTo>
                    <a:pt x="257381" y="7036"/>
                  </a:lnTo>
                  <a:lnTo>
                    <a:pt x="257545" y="8111"/>
                  </a:lnTo>
                  <a:lnTo>
                    <a:pt x="256116" y="9283"/>
                  </a:lnTo>
                  <a:lnTo>
                    <a:pt x="253680" y="12390"/>
                  </a:lnTo>
                  <a:lnTo>
                    <a:pt x="251277" y="15924"/>
                  </a:lnTo>
                  <a:lnTo>
                    <a:pt x="250485" y="17785"/>
                  </a:lnTo>
                  <a:lnTo>
                    <a:pt x="249709" y="22672"/>
                  </a:lnTo>
                  <a:lnTo>
                    <a:pt x="247831" y="25799"/>
                  </a:lnTo>
                  <a:lnTo>
                    <a:pt x="247689" y="27992"/>
                  </a:lnTo>
                  <a:lnTo>
                    <a:pt x="248443" y="29025"/>
                  </a:lnTo>
                  <a:lnTo>
                    <a:pt x="250516" y="28214"/>
                  </a:lnTo>
                  <a:lnTo>
                    <a:pt x="253071" y="25288"/>
                  </a:lnTo>
                  <a:lnTo>
                    <a:pt x="253708" y="22183"/>
                  </a:lnTo>
                  <a:lnTo>
                    <a:pt x="260095" y="13767"/>
                  </a:lnTo>
                  <a:lnTo>
                    <a:pt x="263091" y="9121"/>
                  </a:lnTo>
                  <a:lnTo>
                    <a:pt x="266497" y="5274"/>
                  </a:lnTo>
                  <a:lnTo>
                    <a:pt x="268403" y="4478"/>
                  </a:lnTo>
                  <a:lnTo>
                    <a:pt x="269299" y="7025"/>
                  </a:lnTo>
                  <a:lnTo>
                    <a:pt x="268577" y="10352"/>
                  </a:lnTo>
                  <a:lnTo>
                    <a:pt x="267130" y="12474"/>
                  </a:lnTo>
                  <a:lnTo>
                    <a:pt x="268197" y="13447"/>
                  </a:lnTo>
                  <a:lnTo>
                    <a:pt x="267993" y="15969"/>
                  </a:lnTo>
                  <a:lnTo>
                    <a:pt x="267660" y="17370"/>
                  </a:lnTo>
                  <a:lnTo>
                    <a:pt x="267448" y="18837"/>
                  </a:lnTo>
                  <a:lnTo>
                    <a:pt x="267461" y="20131"/>
                  </a:lnTo>
                  <a:lnTo>
                    <a:pt x="268462" y="19786"/>
                  </a:lnTo>
                  <a:lnTo>
                    <a:pt x="272450" y="17136"/>
                  </a:lnTo>
                  <a:lnTo>
                    <a:pt x="273461" y="14268"/>
                  </a:lnTo>
                  <a:lnTo>
                    <a:pt x="274399" y="12118"/>
                  </a:lnTo>
                  <a:lnTo>
                    <a:pt x="274848" y="10261"/>
                  </a:lnTo>
                  <a:lnTo>
                    <a:pt x="276399" y="8502"/>
                  </a:lnTo>
                  <a:lnTo>
                    <a:pt x="279325" y="8489"/>
                  </a:lnTo>
                  <a:lnTo>
                    <a:pt x="279439" y="7798"/>
                  </a:lnTo>
                  <a:lnTo>
                    <a:pt x="275902" y="5357"/>
                  </a:lnTo>
                  <a:lnTo>
                    <a:pt x="275485" y="4257"/>
                  </a:lnTo>
                  <a:lnTo>
                    <a:pt x="276674" y="2794"/>
                  </a:lnTo>
                  <a:lnTo>
                    <a:pt x="279949" y="0"/>
                  </a:lnTo>
                  <a:lnTo>
                    <a:pt x="281633" y="308"/>
                  </a:lnTo>
                  <a:lnTo>
                    <a:pt x="282639" y="943"/>
                  </a:lnTo>
                  <a:lnTo>
                    <a:pt x="286670" y="1427"/>
                  </a:lnTo>
                  <a:lnTo>
                    <a:pt x="289762" y="3428"/>
                  </a:lnTo>
                  <a:lnTo>
                    <a:pt x="289644" y="6556"/>
                  </a:lnTo>
                  <a:lnTo>
                    <a:pt x="288955" y="7863"/>
                  </a:lnTo>
                  <a:lnTo>
                    <a:pt x="288276" y="8668"/>
                  </a:lnTo>
                  <a:lnTo>
                    <a:pt x="284317" y="11043"/>
                  </a:lnTo>
                  <a:lnTo>
                    <a:pt x="283663" y="12214"/>
                  </a:lnTo>
                  <a:lnTo>
                    <a:pt x="284907" y="12619"/>
                  </a:lnTo>
                  <a:lnTo>
                    <a:pt x="287582" y="11434"/>
                  </a:lnTo>
                  <a:lnTo>
                    <a:pt x="288275" y="12509"/>
                  </a:lnTo>
                  <a:lnTo>
                    <a:pt x="287423" y="15200"/>
                  </a:lnTo>
                  <a:lnTo>
                    <a:pt x="287279" y="19240"/>
                  </a:lnTo>
                  <a:lnTo>
                    <a:pt x="286970" y="21597"/>
                  </a:lnTo>
                  <a:lnTo>
                    <a:pt x="286970" y="23747"/>
                  </a:lnTo>
                  <a:lnTo>
                    <a:pt x="287303" y="24901"/>
                  </a:lnTo>
                  <a:lnTo>
                    <a:pt x="288378" y="20326"/>
                  </a:lnTo>
                  <a:lnTo>
                    <a:pt x="288745" y="19154"/>
                  </a:lnTo>
                  <a:lnTo>
                    <a:pt x="290318" y="17432"/>
                  </a:lnTo>
                  <a:lnTo>
                    <a:pt x="290903" y="13962"/>
                  </a:lnTo>
                  <a:lnTo>
                    <a:pt x="292441" y="9799"/>
                  </a:lnTo>
                  <a:lnTo>
                    <a:pt x="294174" y="7381"/>
                  </a:lnTo>
                  <a:lnTo>
                    <a:pt x="295183" y="6717"/>
                  </a:lnTo>
                  <a:lnTo>
                    <a:pt x="298524" y="6813"/>
                  </a:lnTo>
                  <a:lnTo>
                    <a:pt x="299958" y="7723"/>
                  </a:lnTo>
                  <a:lnTo>
                    <a:pt x="301224" y="9746"/>
                  </a:lnTo>
                  <a:lnTo>
                    <a:pt x="302168" y="10554"/>
                  </a:lnTo>
                  <a:lnTo>
                    <a:pt x="305147" y="11414"/>
                  </a:lnTo>
                  <a:lnTo>
                    <a:pt x="306170" y="12492"/>
                  </a:lnTo>
                  <a:lnTo>
                    <a:pt x="306362" y="13133"/>
                  </a:lnTo>
                  <a:lnTo>
                    <a:pt x="307090" y="13260"/>
                  </a:lnTo>
                  <a:lnTo>
                    <a:pt x="309100" y="11728"/>
                  </a:lnTo>
                  <a:lnTo>
                    <a:pt x="310405" y="11474"/>
                  </a:lnTo>
                  <a:lnTo>
                    <a:pt x="312534" y="13862"/>
                  </a:lnTo>
                  <a:lnTo>
                    <a:pt x="312107" y="15631"/>
                  </a:lnTo>
                  <a:lnTo>
                    <a:pt x="312232" y="16192"/>
                  </a:lnTo>
                  <a:lnTo>
                    <a:pt x="314809" y="16078"/>
                  </a:lnTo>
                  <a:lnTo>
                    <a:pt x="316954" y="16772"/>
                  </a:lnTo>
                  <a:lnTo>
                    <a:pt x="321032" y="20394"/>
                  </a:lnTo>
                  <a:lnTo>
                    <a:pt x="321455" y="22086"/>
                  </a:lnTo>
                  <a:lnTo>
                    <a:pt x="321252" y="24138"/>
                  </a:lnTo>
                  <a:lnTo>
                    <a:pt x="315388" y="26400"/>
                  </a:lnTo>
                  <a:lnTo>
                    <a:pt x="312846" y="28562"/>
                  </a:lnTo>
                  <a:lnTo>
                    <a:pt x="308687" y="29396"/>
                  </a:lnTo>
                  <a:lnTo>
                    <a:pt x="294561" y="27950"/>
                  </a:lnTo>
                  <a:lnTo>
                    <a:pt x="294846" y="29512"/>
                  </a:lnTo>
                  <a:lnTo>
                    <a:pt x="304682" y="32934"/>
                  </a:lnTo>
                  <a:lnTo>
                    <a:pt x="305244" y="33910"/>
                  </a:lnTo>
                  <a:lnTo>
                    <a:pt x="304929" y="35968"/>
                  </a:lnTo>
                  <a:lnTo>
                    <a:pt x="304924" y="37618"/>
                  </a:lnTo>
                  <a:lnTo>
                    <a:pt x="305109" y="38744"/>
                  </a:lnTo>
                  <a:lnTo>
                    <a:pt x="305833" y="39794"/>
                  </a:lnTo>
                  <a:lnTo>
                    <a:pt x="307036" y="40288"/>
                  </a:lnTo>
                  <a:lnTo>
                    <a:pt x="309482" y="40028"/>
                  </a:lnTo>
                  <a:lnTo>
                    <a:pt x="310691" y="40592"/>
                  </a:lnTo>
                  <a:lnTo>
                    <a:pt x="311516" y="39754"/>
                  </a:lnTo>
                  <a:lnTo>
                    <a:pt x="311823" y="36940"/>
                  </a:lnTo>
                  <a:lnTo>
                    <a:pt x="312533" y="36318"/>
                  </a:lnTo>
                  <a:lnTo>
                    <a:pt x="313906" y="37135"/>
                  </a:lnTo>
                  <a:lnTo>
                    <a:pt x="314503" y="40142"/>
                  </a:lnTo>
                  <a:lnTo>
                    <a:pt x="314887" y="40453"/>
                  </a:lnTo>
                  <a:lnTo>
                    <a:pt x="315578" y="38308"/>
                  </a:lnTo>
                  <a:lnTo>
                    <a:pt x="316938" y="38462"/>
                  </a:lnTo>
                  <a:lnTo>
                    <a:pt x="318417" y="38283"/>
                  </a:lnTo>
                  <a:close/>
                </a:path>
              </a:pathLst>
            </a:custGeom>
            <a:solidFill>
              <a:srgbClr val="FFF8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1" name="pg1090"/>
            <p:cNvSpPr/>
            <p:nvPr/>
          </p:nvSpPr>
          <p:spPr>
            <a:xfrm>
              <a:off x="3676402" y="1531889"/>
              <a:ext cx="10265" cy="5563"/>
            </a:xfrm>
            <a:custGeom>
              <a:avLst/>
              <a:pathLst>
                <a:path w="10265" h="5563">
                  <a:moveTo>
                    <a:pt x="3348" y="0"/>
                  </a:moveTo>
                  <a:lnTo>
                    <a:pt x="6645" y="1129"/>
                  </a:lnTo>
                  <a:lnTo>
                    <a:pt x="7775" y="1106"/>
                  </a:lnTo>
                  <a:lnTo>
                    <a:pt x="9411" y="3218"/>
                  </a:lnTo>
                  <a:lnTo>
                    <a:pt x="10265" y="3031"/>
                  </a:lnTo>
                  <a:lnTo>
                    <a:pt x="10104" y="4322"/>
                  </a:lnTo>
                  <a:lnTo>
                    <a:pt x="8449" y="4934"/>
                  </a:lnTo>
                  <a:lnTo>
                    <a:pt x="5878" y="5306"/>
                  </a:lnTo>
                  <a:lnTo>
                    <a:pt x="5493" y="5563"/>
                  </a:lnTo>
                  <a:lnTo>
                    <a:pt x="3295" y="5357"/>
                  </a:lnTo>
                  <a:lnTo>
                    <a:pt x="2061" y="3619"/>
                  </a:lnTo>
                  <a:lnTo>
                    <a:pt x="0" y="3189"/>
                  </a:lnTo>
                  <a:lnTo>
                    <a:pt x="3" y="2633"/>
                  </a:lnTo>
                  <a:lnTo>
                    <a:pt x="1338" y="1320"/>
                  </a:lnTo>
                  <a:close/>
                </a:path>
              </a:pathLst>
            </a:custGeom>
            <a:solidFill>
              <a:srgbClr val="FFF8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2" name="pg1091"/>
            <p:cNvSpPr/>
            <p:nvPr/>
          </p:nvSpPr>
          <p:spPr>
            <a:xfrm>
              <a:off x="3251742" y="1530837"/>
              <a:ext cx="13821" cy="10195"/>
            </a:xfrm>
            <a:custGeom>
              <a:avLst/>
              <a:pathLst>
                <a:path w="13821" h="10195">
                  <a:moveTo>
                    <a:pt x="1793" y="10003"/>
                  </a:moveTo>
                  <a:lnTo>
                    <a:pt x="654" y="10195"/>
                  </a:lnTo>
                  <a:lnTo>
                    <a:pt x="0" y="9538"/>
                  </a:lnTo>
                  <a:lnTo>
                    <a:pt x="1656" y="7734"/>
                  </a:lnTo>
                  <a:lnTo>
                    <a:pt x="7133" y="4344"/>
                  </a:lnTo>
                  <a:lnTo>
                    <a:pt x="9318" y="1109"/>
                  </a:lnTo>
                  <a:lnTo>
                    <a:pt x="13543" y="0"/>
                  </a:lnTo>
                  <a:lnTo>
                    <a:pt x="13821" y="1796"/>
                  </a:lnTo>
                  <a:lnTo>
                    <a:pt x="13534" y="4031"/>
                  </a:lnTo>
                  <a:lnTo>
                    <a:pt x="9829" y="5807"/>
                  </a:lnTo>
                  <a:lnTo>
                    <a:pt x="5719" y="7010"/>
                  </a:lnTo>
                  <a:close/>
                </a:path>
              </a:pathLst>
            </a:custGeom>
            <a:solidFill>
              <a:srgbClr val="FFF8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3" name="pg1092"/>
            <p:cNvSpPr/>
            <p:nvPr/>
          </p:nvSpPr>
          <p:spPr>
            <a:xfrm>
              <a:off x="3595978" y="1432137"/>
              <a:ext cx="5889" cy="4898"/>
            </a:xfrm>
            <a:custGeom>
              <a:avLst/>
              <a:pathLst>
                <a:path w="5889" h="4898">
                  <a:moveTo>
                    <a:pt x="5205" y="3749"/>
                  </a:moveTo>
                  <a:lnTo>
                    <a:pt x="3715" y="4898"/>
                  </a:lnTo>
                  <a:lnTo>
                    <a:pt x="1482" y="3169"/>
                  </a:lnTo>
                  <a:lnTo>
                    <a:pt x="0" y="952"/>
                  </a:lnTo>
                  <a:lnTo>
                    <a:pt x="786" y="110"/>
                  </a:lnTo>
                  <a:lnTo>
                    <a:pt x="4756" y="0"/>
                  </a:lnTo>
                  <a:lnTo>
                    <a:pt x="5726" y="1151"/>
                  </a:lnTo>
                  <a:lnTo>
                    <a:pt x="5889" y="1807"/>
                  </a:lnTo>
                  <a:close/>
                </a:path>
              </a:pathLst>
            </a:custGeom>
            <a:solidFill>
              <a:srgbClr val="FFF8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4" name="pg1093"/>
            <p:cNvSpPr/>
            <p:nvPr/>
          </p:nvSpPr>
          <p:spPr>
            <a:xfrm>
              <a:off x="3613630" y="1311587"/>
              <a:ext cx="57675" cy="39327"/>
            </a:xfrm>
            <a:custGeom>
              <a:avLst/>
              <a:pathLst>
                <a:path w="57675" h="39327">
                  <a:moveTo>
                    <a:pt x="17031" y="55"/>
                  </a:moveTo>
                  <a:lnTo>
                    <a:pt x="18727" y="754"/>
                  </a:lnTo>
                  <a:lnTo>
                    <a:pt x="22399" y="608"/>
                  </a:lnTo>
                  <a:lnTo>
                    <a:pt x="24425" y="5611"/>
                  </a:lnTo>
                  <a:lnTo>
                    <a:pt x="25562" y="10915"/>
                  </a:lnTo>
                  <a:lnTo>
                    <a:pt x="27411" y="11297"/>
                  </a:lnTo>
                  <a:lnTo>
                    <a:pt x="30931" y="10567"/>
                  </a:lnTo>
                  <a:lnTo>
                    <a:pt x="34069" y="10212"/>
                  </a:lnTo>
                  <a:lnTo>
                    <a:pt x="35678" y="10606"/>
                  </a:lnTo>
                  <a:lnTo>
                    <a:pt x="38546" y="12153"/>
                  </a:lnTo>
                  <a:lnTo>
                    <a:pt x="39783" y="13241"/>
                  </a:lnTo>
                  <a:lnTo>
                    <a:pt x="38706" y="14096"/>
                  </a:lnTo>
                  <a:lnTo>
                    <a:pt x="36081" y="15054"/>
                  </a:lnTo>
                  <a:lnTo>
                    <a:pt x="35646" y="17908"/>
                  </a:lnTo>
                  <a:lnTo>
                    <a:pt x="38285" y="18902"/>
                  </a:lnTo>
                  <a:lnTo>
                    <a:pt x="42647" y="21338"/>
                  </a:lnTo>
                  <a:lnTo>
                    <a:pt x="45103" y="21654"/>
                  </a:lnTo>
                  <a:lnTo>
                    <a:pt x="49487" y="20655"/>
                  </a:lnTo>
                  <a:lnTo>
                    <a:pt x="53598" y="22549"/>
                  </a:lnTo>
                  <a:lnTo>
                    <a:pt x="57675" y="24849"/>
                  </a:lnTo>
                  <a:lnTo>
                    <a:pt x="48148" y="27755"/>
                  </a:lnTo>
                  <a:lnTo>
                    <a:pt x="47310" y="28572"/>
                  </a:lnTo>
                  <a:lnTo>
                    <a:pt x="45991" y="30726"/>
                  </a:lnTo>
                  <a:lnTo>
                    <a:pt x="44587" y="32498"/>
                  </a:lnTo>
                  <a:lnTo>
                    <a:pt x="43290" y="33544"/>
                  </a:lnTo>
                  <a:lnTo>
                    <a:pt x="40440" y="35344"/>
                  </a:lnTo>
                  <a:lnTo>
                    <a:pt x="38906" y="35968"/>
                  </a:lnTo>
                  <a:lnTo>
                    <a:pt x="35457" y="35828"/>
                  </a:lnTo>
                  <a:lnTo>
                    <a:pt x="34165" y="36545"/>
                  </a:lnTo>
                  <a:lnTo>
                    <a:pt x="32966" y="38005"/>
                  </a:lnTo>
                  <a:lnTo>
                    <a:pt x="31760" y="39057"/>
                  </a:lnTo>
                  <a:lnTo>
                    <a:pt x="28699" y="39327"/>
                  </a:lnTo>
                  <a:lnTo>
                    <a:pt x="27135" y="37871"/>
                  </a:lnTo>
                  <a:lnTo>
                    <a:pt x="27652" y="37422"/>
                  </a:lnTo>
                  <a:lnTo>
                    <a:pt x="27871" y="36565"/>
                  </a:lnTo>
                  <a:lnTo>
                    <a:pt x="27327" y="34519"/>
                  </a:lnTo>
                  <a:lnTo>
                    <a:pt x="30244" y="32427"/>
                  </a:lnTo>
                  <a:lnTo>
                    <a:pt x="30907" y="31269"/>
                  </a:lnTo>
                  <a:lnTo>
                    <a:pt x="30324" y="30850"/>
                  </a:lnTo>
                  <a:lnTo>
                    <a:pt x="29521" y="30965"/>
                  </a:lnTo>
                  <a:lnTo>
                    <a:pt x="27398" y="30329"/>
                  </a:lnTo>
                  <a:lnTo>
                    <a:pt x="26769" y="30360"/>
                  </a:lnTo>
                  <a:lnTo>
                    <a:pt x="25008" y="31579"/>
                  </a:lnTo>
                  <a:lnTo>
                    <a:pt x="22568" y="32397"/>
                  </a:lnTo>
                  <a:lnTo>
                    <a:pt x="20091" y="32605"/>
                  </a:lnTo>
                  <a:lnTo>
                    <a:pt x="10142" y="34176"/>
                  </a:lnTo>
                  <a:lnTo>
                    <a:pt x="8640" y="33623"/>
                  </a:lnTo>
                  <a:lnTo>
                    <a:pt x="7961" y="30501"/>
                  </a:lnTo>
                  <a:lnTo>
                    <a:pt x="12008" y="28901"/>
                  </a:lnTo>
                  <a:lnTo>
                    <a:pt x="12630" y="26198"/>
                  </a:lnTo>
                  <a:lnTo>
                    <a:pt x="13650" y="24401"/>
                  </a:lnTo>
                  <a:lnTo>
                    <a:pt x="14843" y="23209"/>
                  </a:lnTo>
                  <a:lnTo>
                    <a:pt x="17034" y="20137"/>
                  </a:lnTo>
                  <a:lnTo>
                    <a:pt x="17586" y="19916"/>
                  </a:lnTo>
                  <a:lnTo>
                    <a:pt x="12124" y="17487"/>
                  </a:lnTo>
                  <a:lnTo>
                    <a:pt x="9964" y="15908"/>
                  </a:lnTo>
                  <a:lnTo>
                    <a:pt x="7613" y="12756"/>
                  </a:lnTo>
                  <a:lnTo>
                    <a:pt x="6891" y="10206"/>
                  </a:lnTo>
                  <a:lnTo>
                    <a:pt x="3706" y="8036"/>
                  </a:lnTo>
                  <a:lnTo>
                    <a:pt x="4100" y="5265"/>
                  </a:lnTo>
                  <a:lnTo>
                    <a:pt x="1787" y="5482"/>
                  </a:lnTo>
                  <a:lnTo>
                    <a:pt x="0" y="3537"/>
                  </a:lnTo>
                  <a:lnTo>
                    <a:pt x="1662" y="2445"/>
                  </a:lnTo>
                  <a:lnTo>
                    <a:pt x="10105" y="1206"/>
                  </a:lnTo>
                  <a:lnTo>
                    <a:pt x="15139" y="0"/>
                  </a:lnTo>
                  <a:close/>
                </a:path>
              </a:pathLst>
            </a:custGeom>
            <a:solidFill>
              <a:srgbClr val="FFF8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5" name="pg1094"/>
            <p:cNvSpPr/>
            <p:nvPr/>
          </p:nvSpPr>
          <p:spPr>
            <a:xfrm>
              <a:off x="3689887" y="1305266"/>
              <a:ext cx="7402" cy="4875"/>
            </a:xfrm>
            <a:custGeom>
              <a:avLst/>
              <a:pathLst>
                <a:path w="7402" h="4875">
                  <a:moveTo>
                    <a:pt x="5778" y="4803"/>
                  </a:moveTo>
                  <a:lnTo>
                    <a:pt x="3970" y="4875"/>
                  </a:lnTo>
                  <a:lnTo>
                    <a:pt x="639" y="2695"/>
                  </a:lnTo>
                  <a:lnTo>
                    <a:pt x="0" y="802"/>
                  </a:lnTo>
                  <a:lnTo>
                    <a:pt x="592" y="28"/>
                  </a:lnTo>
                  <a:lnTo>
                    <a:pt x="2199" y="0"/>
                  </a:lnTo>
                  <a:lnTo>
                    <a:pt x="4702" y="2585"/>
                  </a:lnTo>
                  <a:lnTo>
                    <a:pt x="7402" y="3367"/>
                  </a:lnTo>
                  <a:close/>
                </a:path>
              </a:pathLst>
            </a:custGeom>
            <a:solidFill>
              <a:srgbClr val="FFF8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6" name="pg1095"/>
            <p:cNvSpPr/>
            <p:nvPr/>
          </p:nvSpPr>
          <p:spPr>
            <a:xfrm>
              <a:off x="3494300" y="1302564"/>
              <a:ext cx="19235" cy="20036"/>
            </a:xfrm>
            <a:custGeom>
              <a:avLst/>
              <a:pathLst>
                <a:path w="19235" h="20036">
                  <a:moveTo>
                    <a:pt x="8547" y="8635"/>
                  </a:moveTo>
                  <a:lnTo>
                    <a:pt x="8688" y="10674"/>
                  </a:lnTo>
                  <a:lnTo>
                    <a:pt x="10693" y="10470"/>
                  </a:lnTo>
                  <a:lnTo>
                    <a:pt x="13064" y="12642"/>
                  </a:lnTo>
                  <a:lnTo>
                    <a:pt x="15647" y="13794"/>
                  </a:lnTo>
                  <a:lnTo>
                    <a:pt x="16377" y="14585"/>
                  </a:lnTo>
                  <a:lnTo>
                    <a:pt x="16927" y="15602"/>
                  </a:lnTo>
                  <a:lnTo>
                    <a:pt x="18491" y="17650"/>
                  </a:lnTo>
                  <a:lnTo>
                    <a:pt x="19235" y="19808"/>
                  </a:lnTo>
                  <a:lnTo>
                    <a:pt x="17367" y="20036"/>
                  </a:lnTo>
                  <a:lnTo>
                    <a:pt x="14794" y="16959"/>
                  </a:lnTo>
                  <a:lnTo>
                    <a:pt x="12696" y="15208"/>
                  </a:lnTo>
                  <a:lnTo>
                    <a:pt x="10055" y="13715"/>
                  </a:lnTo>
                  <a:lnTo>
                    <a:pt x="7917" y="13641"/>
                  </a:lnTo>
                  <a:lnTo>
                    <a:pt x="6955" y="12991"/>
                  </a:lnTo>
                  <a:lnTo>
                    <a:pt x="3492" y="7629"/>
                  </a:lnTo>
                  <a:lnTo>
                    <a:pt x="2853" y="6394"/>
                  </a:lnTo>
                  <a:lnTo>
                    <a:pt x="873" y="4404"/>
                  </a:lnTo>
                  <a:lnTo>
                    <a:pt x="0" y="1933"/>
                  </a:lnTo>
                  <a:lnTo>
                    <a:pt x="7" y="0"/>
                  </a:lnTo>
                  <a:lnTo>
                    <a:pt x="2655" y="456"/>
                  </a:lnTo>
                  <a:lnTo>
                    <a:pt x="4975" y="1670"/>
                  </a:lnTo>
                  <a:lnTo>
                    <a:pt x="6988" y="4419"/>
                  </a:lnTo>
                  <a:lnTo>
                    <a:pt x="7346" y="5273"/>
                  </a:lnTo>
                  <a:lnTo>
                    <a:pt x="6424" y="6409"/>
                  </a:lnTo>
                  <a:lnTo>
                    <a:pt x="7371" y="7752"/>
                  </a:lnTo>
                  <a:close/>
                </a:path>
              </a:pathLst>
            </a:custGeom>
            <a:solidFill>
              <a:srgbClr val="FFF8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7" name="pg1096"/>
            <p:cNvSpPr/>
            <p:nvPr/>
          </p:nvSpPr>
          <p:spPr>
            <a:xfrm>
              <a:off x="3708167" y="1300557"/>
              <a:ext cx="22305" cy="4200"/>
            </a:xfrm>
            <a:custGeom>
              <a:avLst/>
              <a:pathLst>
                <a:path w="22305" h="4200">
                  <a:moveTo>
                    <a:pt x="14289" y="1737"/>
                  </a:moveTo>
                  <a:lnTo>
                    <a:pt x="17971" y="1923"/>
                  </a:lnTo>
                  <a:lnTo>
                    <a:pt x="21669" y="1454"/>
                  </a:lnTo>
                  <a:lnTo>
                    <a:pt x="22305" y="1953"/>
                  </a:lnTo>
                  <a:lnTo>
                    <a:pt x="17540" y="3508"/>
                  </a:lnTo>
                  <a:lnTo>
                    <a:pt x="12242" y="2682"/>
                  </a:lnTo>
                  <a:lnTo>
                    <a:pt x="7471" y="2471"/>
                  </a:lnTo>
                  <a:lnTo>
                    <a:pt x="1836" y="4200"/>
                  </a:lnTo>
                  <a:lnTo>
                    <a:pt x="0" y="3507"/>
                  </a:lnTo>
                  <a:lnTo>
                    <a:pt x="2861" y="1844"/>
                  </a:lnTo>
                  <a:lnTo>
                    <a:pt x="5984" y="1294"/>
                  </a:lnTo>
                  <a:lnTo>
                    <a:pt x="6486" y="278"/>
                  </a:lnTo>
                  <a:lnTo>
                    <a:pt x="7676" y="104"/>
                  </a:lnTo>
                  <a:lnTo>
                    <a:pt x="11798" y="0"/>
                  </a:lnTo>
                  <a:close/>
                </a:path>
              </a:pathLst>
            </a:custGeom>
            <a:solidFill>
              <a:srgbClr val="FFF8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8" name="pg1097"/>
            <p:cNvSpPr/>
            <p:nvPr/>
          </p:nvSpPr>
          <p:spPr>
            <a:xfrm>
              <a:off x="3495836" y="1268592"/>
              <a:ext cx="132117" cy="102632"/>
            </a:xfrm>
            <a:custGeom>
              <a:avLst/>
              <a:pathLst>
                <a:path w="132117" h="102632">
                  <a:moveTo>
                    <a:pt x="75329" y="4309"/>
                  </a:moveTo>
                  <a:lnTo>
                    <a:pt x="75968" y="4367"/>
                  </a:lnTo>
                  <a:lnTo>
                    <a:pt x="76591" y="4052"/>
                  </a:lnTo>
                  <a:lnTo>
                    <a:pt x="77043" y="3224"/>
                  </a:lnTo>
                  <a:lnTo>
                    <a:pt x="77546" y="2767"/>
                  </a:lnTo>
                  <a:lnTo>
                    <a:pt x="80669" y="3304"/>
                  </a:lnTo>
                  <a:lnTo>
                    <a:pt x="85096" y="4961"/>
                  </a:lnTo>
                  <a:lnTo>
                    <a:pt x="86411" y="5778"/>
                  </a:lnTo>
                  <a:lnTo>
                    <a:pt x="88259" y="7462"/>
                  </a:lnTo>
                  <a:lnTo>
                    <a:pt x="89760" y="10292"/>
                  </a:lnTo>
                  <a:lnTo>
                    <a:pt x="88570" y="12339"/>
                  </a:lnTo>
                  <a:lnTo>
                    <a:pt x="87001" y="14273"/>
                  </a:lnTo>
                  <a:lnTo>
                    <a:pt x="86445" y="15342"/>
                  </a:lnTo>
                  <a:lnTo>
                    <a:pt x="87018" y="16879"/>
                  </a:lnTo>
                  <a:lnTo>
                    <a:pt x="86784" y="18374"/>
                  </a:lnTo>
                  <a:lnTo>
                    <a:pt x="86213" y="19699"/>
                  </a:lnTo>
                  <a:lnTo>
                    <a:pt x="88586" y="18188"/>
                  </a:lnTo>
                  <a:lnTo>
                    <a:pt x="93658" y="13356"/>
                  </a:lnTo>
                  <a:lnTo>
                    <a:pt x="94414" y="13057"/>
                  </a:lnTo>
                  <a:lnTo>
                    <a:pt x="95204" y="13220"/>
                  </a:lnTo>
                  <a:lnTo>
                    <a:pt x="97476" y="14213"/>
                  </a:lnTo>
                  <a:lnTo>
                    <a:pt x="99536" y="16677"/>
                  </a:lnTo>
                  <a:lnTo>
                    <a:pt x="99991" y="17492"/>
                  </a:lnTo>
                  <a:lnTo>
                    <a:pt x="100361" y="18495"/>
                  </a:lnTo>
                  <a:lnTo>
                    <a:pt x="100573" y="19733"/>
                  </a:lnTo>
                  <a:lnTo>
                    <a:pt x="100456" y="21154"/>
                  </a:lnTo>
                  <a:lnTo>
                    <a:pt x="100264" y="22144"/>
                  </a:lnTo>
                  <a:lnTo>
                    <a:pt x="99186" y="22785"/>
                  </a:lnTo>
                  <a:lnTo>
                    <a:pt x="98665" y="23369"/>
                  </a:lnTo>
                  <a:lnTo>
                    <a:pt x="99830" y="23412"/>
                  </a:lnTo>
                  <a:lnTo>
                    <a:pt x="101161" y="24180"/>
                  </a:lnTo>
                  <a:lnTo>
                    <a:pt x="102381" y="25809"/>
                  </a:lnTo>
                  <a:lnTo>
                    <a:pt x="103744" y="26462"/>
                  </a:lnTo>
                  <a:lnTo>
                    <a:pt x="108690" y="25911"/>
                  </a:lnTo>
                  <a:lnTo>
                    <a:pt x="111906" y="26764"/>
                  </a:lnTo>
                  <a:lnTo>
                    <a:pt x="113667" y="29442"/>
                  </a:lnTo>
                  <a:lnTo>
                    <a:pt x="116384" y="28836"/>
                  </a:lnTo>
                  <a:lnTo>
                    <a:pt x="116393" y="27409"/>
                  </a:lnTo>
                  <a:lnTo>
                    <a:pt x="116988" y="26798"/>
                  </a:lnTo>
                  <a:lnTo>
                    <a:pt x="120634" y="27283"/>
                  </a:lnTo>
                  <a:lnTo>
                    <a:pt x="122520" y="27951"/>
                  </a:lnTo>
                  <a:lnTo>
                    <a:pt x="124447" y="29355"/>
                  </a:lnTo>
                  <a:lnTo>
                    <a:pt x="121159" y="31652"/>
                  </a:lnTo>
                  <a:lnTo>
                    <a:pt x="123869" y="33860"/>
                  </a:lnTo>
                  <a:lnTo>
                    <a:pt x="128426" y="35457"/>
                  </a:lnTo>
                  <a:lnTo>
                    <a:pt x="131173" y="37135"/>
                  </a:lnTo>
                  <a:lnTo>
                    <a:pt x="131670" y="37839"/>
                  </a:lnTo>
                  <a:lnTo>
                    <a:pt x="132117" y="38773"/>
                  </a:lnTo>
                  <a:lnTo>
                    <a:pt x="130330" y="39984"/>
                  </a:lnTo>
                  <a:lnTo>
                    <a:pt x="128508" y="40668"/>
                  </a:lnTo>
                  <a:lnTo>
                    <a:pt x="123924" y="40785"/>
                  </a:lnTo>
                  <a:lnTo>
                    <a:pt x="119756" y="41644"/>
                  </a:lnTo>
                  <a:lnTo>
                    <a:pt x="112127" y="42251"/>
                  </a:lnTo>
                  <a:lnTo>
                    <a:pt x="110992" y="42639"/>
                  </a:lnTo>
                  <a:lnTo>
                    <a:pt x="110723" y="42986"/>
                  </a:lnTo>
                  <a:lnTo>
                    <a:pt x="110273" y="44040"/>
                  </a:lnTo>
                  <a:lnTo>
                    <a:pt x="107338" y="46474"/>
                  </a:lnTo>
                  <a:lnTo>
                    <a:pt x="104498" y="49441"/>
                  </a:lnTo>
                  <a:lnTo>
                    <a:pt x="103327" y="51227"/>
                  </a:lnTo>
                  <a:lnTo>
                    <a:pt x="102440" y="53730"/>
                  </a:lnTo>
                  <a:lnTo>
                    <a:pt x="102118" y="55260"/>
                  </a:lnTo>
                  <a:lnTo>
                    <a:pt x="102748" y="56743"/>
                  </a:lnTo>
                  <a:lnTo>
                    <a:pt x="102580" y="58244"/>
                  </a:lnTo>
                  <a:lnTo>
                    <a:pt x="100445" y="59419"/>
                  </a:lnTo>
                  <a:lnTo>
                    <a:pt x="99090" y="59467"/>
                  </a:lnTo>
                  <a:lnTo>
                    <a:pt x="97391" y="59233"/>
                  </a:lnTo>
                  <a:lnTo>
                    <a:pt x="95721" y="59911"/>
                  </a:lnTo>
                  <a:lnTo>
                    <a:pt x="95615" y="60930"/>
                  </a:lnTo>
                  <a:lnTo>
                    <a:pt x="95714" y="62364"/>
                  </a:lnTo>
                  <a:lnTo>
                    <a:pt x="95286" y="66740"/>
                  </a:lnTo>
                  <a:lnTo>
                    <a:pt x="94767" y="70040"/>
                  </a:lnTo>
                  <a:lnTo>
                    <a:pt x="93987" y="73104"/>
                  </a:lnTo>
                  <a:lnTo>
                    <a:pt x="93113" y="74758"/>
                  </a:lnTo>
                  <a:lnTo>
                    <a:pt x="91996" y="75218"/>
                  </a:lnTo>
                  <a:lnTo>
                    <a:pt x="88414" y="75521"/>
                  </a:lnTo>
                  <a:lnTo>
                    <a:pt x="85653" y="78400"/>
                  </a:lnTo>
                  <a:lnTo>
                    <a:pt x="83421" y="83545"/>
                  </a:lnTo>
                  <a:lnTo>
                    <a:pt x="82263" y="85565"/>
                  </a:lnTo>
                  <a:lnTo>
                    <a:pt x="79843" y="88755"/>
                  </a:lnTo>
                  <a:lnTo>
                    <a:pt x="80279" y="89886"/>
                  </a:lnTo>
                  <a:lnTo>
                    <a:pt x="81034" y="91111"/>
                  </a:lnTo>
                  <a:lnTo>
                    <a:pt x="79713" y="93306"/>
                  </a:lnTo>
                  <a:lnTo>
                    <a:pt x="77673" y="95767"/>
                  </a:lnTo>
                  <a:lnTo>
                    <a:pt x="77713" y="96719"/>
                  </a:lnTo>
                  <a:lnTo>
                    <a:pt x="78400" y="98464"/>
                  </a:lnTo>
                  <a:lnTo>
                    <a:pt x="78735" y="100277"/>
                  </a:lnTo>
                  <a:lnTo>
                    <a:pt x="77161" y="101838"/>
                  </a:lnTo>
                  <a:lnTo>
                    <a:pt x="74265" y="102632"/>
                  </a:lnTo>
                  <a:lnTo>
                    <a:pt x="71321" y="101745"/>
                  </a:lnTo>
                  <a:lnTo>
                    <a:pt x="69888" y="100697"/>
                  </a:lnTo>
                  <a:lnTo>
                    <a:pt x="68559" y="99021"/>
                  </a:lnTo>
                  <a:lnTo>
                    <a:pt x="67149" y="97927"/>
                  </a:lnTo>
                  <a:lnTo>
                    <a:pt x="65676" y="97270"/>
                  </a:lnTo>
                  <a:lnTo>
                    <a:pt x="60028" y="93557"/>
                  </a:lnTo>
                  <a:lnTo>
                    <a:pt x="54814" y="87686"/>
                  </a:lnTo>
                  <a:lnTo>
                    <a:pt x="50054" y="85403"/>
                  </a:lnTo>
                  <a:lnTo>
                    <a:pt x="46950" y="84320"/>
                  </a:lnTo>
                  <a:lnTo>
                    <a:pt x="45456" y="83272"/>
                  </a:lnTo>
                  <a:lnTo>
                    <a:pt x="43996" y="81864"/>
                  </a:lnTo>
                  <a:lnTo>
                    <a:pt x="42735" y="80284"/>
                  </a:lnTo>
                  <a:lnTo>
                    <a:pt x="41563" y="78286"/>
                  </a:lnTo>
                  <a:lnTo>
                    <a:pt x="40993" y="77045"/>
                  </a:lnTo>
                  <a:lnTo>
                    <a:pt x="40888" y="75184"/>
                  </a:lnTo>
                  <a:lnTo>
                    <a:pt x="41263" y="74091"/>
                  </a:lnTo>
                  <a:lnTo>
                    <a:pt x="41821" y="73532"/>
                  </a:lnTo>
                  <a:lnTo>
                    <a:pt x="45601" y="73073"/>
                  </a:lnTo>
                  <a:lnTo>
                    <a:pt x="46961" y="73333"/>
                  </a:lnTo>
                  <a:lnTo>
                    <a:pt x="48300" y="74305"/>
                  </a:lnTo>
                  <a:lnTo>
                    <a:pt x="49518" y="74686"/>
                  </a:lnTo>
                  <a:lnTo>
                    <a:pt x="52304" y="69847"/>
                  </a:lnTo>
                  <a:lnTo>
                    <a:pt x="68163" y="67079"/>
                  </a:lnTo>
                  <a:lnTo>
                    <a:pt x="73261" y="66600"/>
                  </a:lnTo>
                  <a:lnTo>
                    <a:pt x="78372" y="66629"/>
                  </a:lnTo>
                  <a:lnTo>
                    <a:pt x="77575" y="65322"/>
                  </a:lnTo>
                  <a:lnTo>
                    <a:pt x="76900" y="63665"/>
                  </a:lnTo>
                  <a:lnTo>
                    <a:pt x="76146" y="63264"/>
                  </a:lnTo>
                  <a:lnTo>
                    <a:pt x="72280" y="64191"/>
                  </a:lnTo>
                  <a:lnTo>
                    <a:pt x="66362" y="65169"/>
                  </a:lnTo>
                  <a:lnTo>
                    <a:pt x="63478" y="65171"/>
                  </a:lnTo>
                  <a:lnTo>
                    <a:pt x="60504" y="64518"/>
                  </a:lnTo>
                  <a:lnTo>
                    <a:pt x="57536" y="64877"/>
                  </a:lnTo>
                  <a:lnTo>
                    <a:pt x="54477" y="66295"/>
                  </a:lnTo>
                  <a:lnTo>
                    <a:pt x="51392" y="67192"/>
                  </a:lnTo>
                  <a:lnTo>
                    <a:pt x="48394" y="67553"/>
                  </a:lnTo>
                  <a:lnTo>
                    <a:pt x="42051" y="67407"/>
                  </a:lnTo>
                  <a:lnTo>
                    <a:pt x="40479" y="66673"/>
                  </a:lnTo>
                  <a:lnTo>
                    <a:pt x="38364" y="64971"/>
                  </a:lnTo>
                  <a:lnTo>
                    <a:pt x="37852" y="64100"/>
                  </a:lnTo>
                  <a:lnTo>
                    <a:pt x="37414" y="63032"/>
                  </a:lnTo>
                  <a:lnTo>
                    <a:pt x="37000" y="59821"/>
                  </a:lnTo>
                  <a:lnTo>
                    <a:pt x="37458" y="58949"/>
                  </a:lnTo>
                  <a:lnTo>
                    <a:pt x="38105" y="58447"/>
                  </a:lnTo>
                  <a:lnTo>
                    <a:pt x="38770" y="58139"/>
                  </a:lnTo>
                  <a:lnTo>
                    <a:pt x="40163" y="58124"/>
                  </a:lnTo>
                  <a:lnTo>
                    <a:pt x="41531" y="58676"/>
                  </a:lnTo>
                  <a:lnTo>
                    <a:pt x="44733" y="60502"/>
                  </a:lnTo>
                  <a:lnTo>
                    <a:pt x="44003" y="58542"/>
                  </a:lnTo>
                  <a:lnTo>
                    <a:pt x="53216" y="56183"/>
                  </a:lnTo>
                  <a:lnTo>
                    <a:pt x="57494" y="54123"/>
                  </a:lnTo>
                  <a:lnTo>
                    <a:pt x="59691" y="53775"/>
                  </a:lnTo>
                  <a:lnTo>
                    <a:pt x="61895" y="53926"/>
                  </a:lnTo>
                  <a:lnTo>
                    <a:pt x="61409" y="52830"/>
                  </a:lnTo>
                  <a:lnTo>
                    <a:pt x="61390" y="51816"/>
                  </a:lnTo>
                  <a:lnTo>
                    <a:pt x="62954" y="50988"/>
                  </a:lnTo>
                  <a:lnTo>
                    <a:pt x="64083" y="50631"/>
                  </a:lnTo>
                  <a:lnTo>
                    <a:pt x="67476" y="50224"/>
                  </a:lnTo>
                  <a:lnTo>
                    <a:pt x="75209" y="50296"/>
                  </a:lnTo>
                  <a:lnTo>
                    <a:pt x="77997" y="49737"/>
                  </a:lnTo>
                  <a:lnTo>
                    <a:pt x="80083" y="48326"/>
                  </a:lnTo>
                  <a:lnTo>
                    <a:pt x="77860" y="48817"/>
                  </a:lnTo>
                  <a:lnTo>
                    <a:pt x="75631" y="48913"/>
                  </a:lnTo>
                  <a:lnTo>
                    <a:pt x="74587" y="48620"/>
                  </a:lnTo>
                  <a:lnTo>
                    <a:pt x="72227" y="47388"/>
                  </a:lnTo>
                  <a:lnTo>
                    <a:pt x="71157" y="45772"/>
                  </a:lnTo>
                  <a:lnTo>
                    <a:pt x="74217" y="42541"/>
                  </a:lnTo>
                  <a:lnTo>
                    <a:pt x="75278" y="41042"/>
                  </a:lnTo>
                  <a:lnTo>
                    <a:pt x="72167" y="41258"/>
                  </a:lnTo>
                  <a:lnTo>
                    <a:pt x="71128" y="41784"/>
                  </a:lnTo>
                  <a:lnTo>
                    <a:pt x="67565" y="44750"/>
                  </a:lnTo>
                  <a:lnTo>
                    <a:pt x="64931" y="46083"/>
                  </a:lnTo>
                  <a:lnTo>
                    <a:pt x="61681" y="46724"/>
                  </a:lnTo>
                  <a:lnTo>
                    <a:pt x="58432" y="46668"/>
                  </a:lnTo>
                  <a:lnTo>
                    <a:pt x="57723" y="46245"/>
                  </a:lnTo>
                  <a:lnTo>
                    <a:pt x="56729" y="44278"/>
                  </a:lnTo>
                  <a:lnTo>
                    <a:pt x="56418" y="43245"/>
                  </a:lnTo>
                  <a:lnTo>
                    <a:pt x="56551" y="42677"/>
                  </a:lnTo>
                  <a:lnTo>
                    <a:pt x="57580" y="41057"/>
                  </a:lnTo>
                  <a:lnTo>
                    <a:pt x="58114" y="39341"/>
                  </a:lnTo>
                  <a:lnTo>
                    <a:pt x="58022" y="37863"/>
                  </a:lnTo>
                  <a:lnTo>
                    <a:pt x="57264" y="37568"/>
                  </a:lnTo>
                  <a:lnTo>
                    <a:pt x="56061" y="39012"/>
                  </a:lnTo>
                  <a:lnTo>
                    <a:pt x="54976" y="41023"/>
                  </a:lnTo>
                  <a:lnTo>
                    <a:pt x="53482" y="42032"/>
                  </a:lnTo>
                  <a:lnTo>
                    <a:pt x="51946" y="41756"/>
                  </a:lnTo>
                  <a:lnTo>
                    <a:pt x="51290" y="40985"/>
                  </a:lnTo>
                  <a:lnTo>
                    <a:pt x="50719" y="39803"/>
                  </a:lnTo>
                  <a:lnTo>
                    <a:pt x="50117" y="39348"/>
                  </a:lnTo>
                  <a:lnTo>
                    <a:pt x="49447" y="39348"/>
                  </a:lnTo>
                  <a:lnTo>
                    <a:pt x="48069" y="39820"/>
                  </a:lnTo>
                  <a:lnTo>
                    <a:pt x="46706" y="40694"/>
                  </a:lnTo>
                  <a:lnTo>
                    <a:pt x="47176" y="42020"/>
                  </a:lnTo>
                  <a:lnTo>
                    <a:pt x="47302" y="43496"/>
                  </a:lnTo>
                  <a:lnTo>
                    <a:pt x="46714" y="44668"/>
                  </a:lnTo>
                  <a:lnTo>
                    <a:pt x="46270" y="46099"/>
                  </a:lnTo>
                  <a:lnTo>
                    <a:pt x="47674" y="47001"/>
                  </a:lnTo>
                  <a:lnTo>
                    <a:pt x="48818" y="48400"/>
                  </a:lnTo>
                  <a:lnTo>
                    <a:pt x="47105" y="49057"/>
                  </a:lnTo>
                  <a:lnTo>
                    <a:pt x="45424" y="50017"/>
                  </a:lnTo>
                  <a:lnTo>
                    <a:pt x="43882" y="51495"/>
                  </a:lnTo>
                  <a:lnTo>
                    <a:pt x="42304" y="52647"/>
                  </a:lnTo>
                  <a:lnTo>
                    <a:pt x="39801" y="52769"/>
                  </a:lnTo>
                  <a:lnTo>
                    <a:pt x="36684" y="53407"/>
                  </a:lnTo>
                  <a:lnTo>
                    <a:pt x="30455" y="53634"/>
                  </a:lnTo>
                  <a:lnTo>
                    <a:pt x="27525" y="51755"/>
                  </a:lnTo>
                  <a:lnTo>
                    <a:pt x="26992" y="50863"/>
                  </a:lnTo>
                  <a:lnTo>
                    <a:pt x="26407" y="50266"/>
                  </a:lnTo>
                  <a:lnTo>
                    <a:pt x="24463" y="49282"/>
                  </a:lnTo>
                  <a:lnTo>
                    <a:pt x="21627" y="46381"/>
                  </a:lnTo>
                  <a:lnTo>
                    <a:pt x="19444" y="43079"/>
                  </a:lnTo>
                  <a:lnTo>
                    <a:pt x="17968" y="42759"/>
                  </a:lnTo>
                  <a:lnTo>
                    <a:pt x="15789" y="41670"/>
                  </a:lnTo>
                  <a:lnTo>
                    <a:pt x="14602" y="40729"/>
                  </a:lnTo>
                  <a:lnTo>
                    <a:pt x="13471" y="39482"/>
                  </a:lnTo>
                  <a:lnTo>
                    <a:pt x="13131" y="38009"/>
                  </a:lnTo>
                  <a:lnTo>
                    <a:pt x="13241" y="36668"/>
                  </a:lnTo>
                  <a:lnTo>
                    <a:pt x="14547" y="36070"/>
                  </a:lnTo>
                  <a:lnTo>
                    <a:pt x="11462" y="34561"/>
                  </a:lnTo>
                  <a:lnTo>
                    <a:pt x="8431" y="32569"/>
                  </a:lnTo>
                  <a:lnTo>
                    <a:pt x="9551" y="31900"/>
                  </a:lnTo>
                  <a:lnTo>
                    <a:pt x="10679" y="31606"/>
                  </a:lnTo>
                  <a:lnTo>
                    <a:pt x="19654" y="33925"/>
                  </a:lnTo>
                  <a:lnTo>
                    <a:pt x="20253" y="33636"/>
                  </a:lnTo>
                  <a:lnTo>
                    <a:pt x="21239" y="32485"/>
                  </a:lnTo>
                  <a:lnTo>
                    <a:pt x="20889" y="32097"/>
                  </a:lnTo>
                  <a:lnTo>
                    <a:pt x="19385" y="31831"/>
                  </a:lnTo>
                  <a:lnTo>
                    <a:pt x="17339" y="31838"/>
                  </a:lnTo>
                  <a:lnTo>
                    <a:pt x="16827" y="31600"/>
                  </a:lnTo>
                  <a:lnTo>
                    <a:pt x="16038" y="30355"/>
                  </a:lnTo>
                  <a:lnTo>
                    <a:pt x="15345" y="28820"/>
                  </a:lnTo>
                  <a:lnTo>
                    <a:pt x="15052" y="27797"/>
                  </a:lnTo>
                  <a:lnTo>
                    <a:pt x="14939" y="26601"/>
                  </a:lnTo>
                  <a:lnTo>
                    <a:pt x="16461" y="24806"/>
                  </a:lnTo>
                  <a:lnTo>
                    <a:pt x="17298" y="23197"/>
                  </a:lnTo>
                  <a:lnTo>
                    <a:pt x="15994" y="22454"/>
                  </a:lnTo>
                  <a:lnTo>
                    <a:pt x="12304" y="22499"/>
                  </a:lnTo>
                  <a:lnTo>
                    <a:pt x="11076" y="22725"/>
                  </a:lnTo>
                  <a:lnTo>
                    <a:pt x="11528" y="25037"/>
                  </a:lnTo>
                  <a:lnTo>
                    <a:pt x="10353" y="26633"/>
                  </a:lnTo>
                  <a:lnTo>
                    <a:pt x="8104" y="27878"/>
                  </a:lnTo>
                  <a:lnTo>
                    <a:pt x="6490" y="27272"/>
                  </a:lnTo>
                  <a:lnTo>
                    <a:pt x="5245" y="24219"/>
                  </a:lnTo>
                  <a:lnTo>
                    <a:pt x="3618" y="22093"/>
                  </a:lnTo>
                  <a:lnTo>
                    <a:pt x="3006" y="20755"/>
                  </a:lnTo>
                  <a:lnTo>
                    <a:pt x="2541" y="18827"/>
                  </a:lnTo>
                  <a:lnTo>
                    <a:pt x="1878" y="17426"/>
                  </a:lnTo>
                  <a:lnTo>
                    <a:pt x="684" y="15732"/>
                  </a:lnTo>
                  <a:lnTo>
                    <a:pt x="529" y="14687"/>
                  </a:lnTo>
                  <a:lnTo>
                    <a:pt x="677" y="13916"/>
                  </a:lnTo>
                  <a:lnTo>
                    <a:pt x="1587" y="12164"/>
                  </a:lnTo>
                  <a:lnTo>
                    <a:pt x="894" y="10704"/>
                  </a:lnTo>
                  <a:lnTo>
                    <a:pt x="50" y="9426"/>
                  </a:lnTo>
                  <a:lnTo>
                    <a:pt x="0" y="8697"/>
                  </a:lnTo>
                  <a:lnTo>
                    <a:pt x="792" y="7798"/>
                  </a:lnTo>
                  <a:lnTo>
                    <a:pt x="1503" y="7499"/>
                  </a:lnTo>
                  <a:lnTo>
                    <a:pt x="2267" y="7564"/>
                  </a:lnTo>
                  <a:lnTo>
                    <a:pt x="4534" y="8636"/>
                  </a:lnTo>
                  <a:lnTo>
                    <a:pt x="5778" y="9916"/>
                  </a:lnTo>
                  <a:lnTo>
                    <a:pt x="6208" y="9814"/>
                  </a:lnTo>
                  <a:lnTo>
                    <a:pt x="7014" y="7911"/>
                  </a:lnTo>
                  <a:lnTo>
                    <a:pt x="8163" y="7481"/>
                  </a:lnTo>
                  <a:lnTo>
                    <a:pt x="12589" y="6854"/>
                  </a:lnTo>
                  <a:lnTo>
                    <a:pt x="17517" y="9309"/>
                  </a:lnTo>
                  <a:lnTo>
                    <a:pt x="18794" y="9854"/>
                  </a:lnTo>
                  <a:lnTo>
                    <a:pt x="19813" y="10030"/>
                  </a:lnTo>
                  <a:lnTo>
                    <a:pt x="19288" y="8941"/>
                  </a:lnTo>
                  <a:lnTo>
                    <a:pt x="18966" y="7525"/>
                  </a:lnTo>
                  <a:lnTo>
                    <a:pt x="19717" y="6992"/>
                  </a:lnTo>
                  <a:lnTo>
                    <a:pt x="23696" y="8254"/>
                  </a:lnTo>
                  <a:lnTo>
                    <a:pt x="25560" y="8179"/>
                  </a:lnTo>
                  <a:lnTo>
                    <a:pt x="29928" y="6526"/>
                  </a:lnTo>
                  <a:lnTo>
                    <a:pt x="37151" y="5661"/>
                  </a:lnTo>
                  <a:lnTo>
                    <a:pt x="39882" y="6963"/>
                  </a:lnTo>
                  <a:lnTo>
                    <a:pt x="40024" y="7658"/>
                  </a:lnTo>
                  <a:lnTo>
                    <a:pt x="39968" y="8594"/>
                  </a:lnTo>
                  <a:lnTo>
                    <a:pt x="39794" y="8876"/>
                  </a:lnTo>
                  <a:lnTo>
                    <a:pt x="38196" y="9967"/>
                  </a:lnTo>
                  <a:lnTo>
                    <a:pt x="29086" y="10857"/>
                  </a:lnTo>
                  <a:lnTo>
                    <a:pt x="23115" y="14275"/>
                  </a:lnTo>
                  <a:lnTo>
                    <a:pt x="31256" y="13725"/>
                  </a:lnTo>
                  <a:lnTo>
                    <a:pt x="32721" y="14118"/>
                  </a:lnTo>
                  <a:lnTo>
                    <a:pt x="33335" y="16897"/>
                  </a:lnTo>
                  <a:lnTo>
                    <a:pt x="33928" y="17188"/>
                  </a:lnTo>
                  <a:lnTo>
                    <a:pt x="36021" y="17592"/>
                  </a:lnTo>
                  <a:lnTo>
                    <a:pt x="37440" y="18421"/>
                  </a:lnTo>
                  <a:lnTo>
                    <a:pt x="38889" y="20001"/>
                  </a:lnTo>
                  <a:lnTo>
                    <a:pt x="40414" y="21066"/>
                  </a:lnTo>
                  <a:lnTo>
                    <a:pt x="41307" y="20934"/>
                  </a:lnTo>
                  <a:lnTo>
                    <a:pt x="41631" y="19782"/>
                  </a:lnTo>
                  <a:lnTo>
                    <a:pt x="41267" y="18417"/>
                  </a:lnTo>
                  <a:lnTo>
                    <a:pt x="41079" y="16862"/>
                  </a:lnTo>
                  <a:lnTo>
                    <a:pt x="41186" y="15185"/>
                  </a:lnTo>
                  <a:lnTo>
                    <a:pt x="41433" y="13797"/>
                  </a:lnTo>
                  <a:lnTo>
                    <a:pt x="43143" y="12820"/>
                  </a:lnTo>
                  <a:lnTo>
                    <a:pt x="45628" y="9651"/>
                  </a:lnTo>
                  <a:lnTo>
                    <a:pt x="48267" y="7501"/>
                  </a:lnTo>
                  <a:lnTo>
                    <a:pt x="51206" y="8456"/>
                  </a:lnTo>
                  <a:lnTo>
                    <a:pt x="53927" y="11147"/>
                  </a:lnTo>
                  <a:lnTo>
                    <a:pt x="56382" y="14985"/>
                  </a:lnTo>
                  <a:lnTo>
                    <a:pt x="58759" y="19082"/>
                  </a:lnTo>
                  <a:lnTo>
                    <a:pt x="61427" y="24163"/>
                  </a:lnTo>
                  <a:lnTo>
                    <a:pt x="62710" y="25953"/>
                  </a:lnTo>
                  <a:lnTo>
                    <a:pt x="63875" y="26377"/>
                  </a:lnTo>
                  <a:lnTo>
                    <a:pt x="69256" y="31662"/>
                  </a:lnTo>
                  <a:lnTo>
                    <a:pt x="69863" y="31808"/>
                  </a:lnTo>
                  <a:lnTo>
                    <a:pt x="68749" y="27790"/>
                  </a:lnTo>
                  <a:lnTo>
                    <a:pt x="65961" y="20986"/>
                  </a:lnTo>
                  <a:lnTo>
                    <a:pt x="64080" y="15759"/>
                  </a:lnTo>
                  <a:lnTo>
                    <a:pt x="63656" y="13761"/>
                  </a:lnTo>
                  <a:lnTo>
                    <a:pt x="63352" y="10955"/>
                  </a:lnTo>
                  <a:lnTo>
                    <a:pt x="63471" y="10151"/>
                  </a:lnTo>
                  <a:lnTo>
                    <a:pt x="63710" y="9426"/>
                  </a:lnTo>
                  <a:lnTo>
                    <a:pt x="65075" y="6426"/>
                  </a:lnTo>
                  <a:lnTo>
                    <a:pt x="66857" y="4969"/>
                  </a:lnTo>
                  <a:lnTo>
                    <a:pt x="66320" y="2914"/>
                  </a:lnTo>
                  <a:lnTo>
                    <a:pt x="66779" y="1337"/>
                  </a:lnTo>
                  <a:lnTo>
                    <a:pt x="68653" y="92"/>
                  </a:lnTo>
                  <a:lnTo>
                    <a:pt x="70392" y="0"/>
                  </a:lnTo>
                  <a:lnTo>
                    <a:pt x="72087" y="947"/>
                  </a:lnTo>
                  <a:close/>
                </a:path>
              </a:pathLst>
            </a:custGeom>
            <a:solidFill>
              <a:srgbClr val="FFF8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9" name="pg1098"/>
            <p:cNvSpPr/>
            <p:nvPr/>
          </p:nvSpPr>
          <p:spPr>
            <a:xfrm>
              <a:off x="3752502" y="1262986"/>
              <a:ext cx="26498" cy="4753"/>
            </a:xfrm>
            <a:custGeom>
              <a:avLst/>
              <a:pathLst>
                <a:path w="26498" h="4753">
                  <a:moveTo>
                    <a:pt x="12883" y="3640"/>
                  </a:moveTo>
                  <a:lnTo>
                    <a:pt x="1180" y="4753"/>
                  </a:lnTo>
                  <a:lnTo>
                    <a:pt x="0" y="3972"/>
                  </a:lnTo>
                  <a:lnTo>
                    <a:pt x="18968" y="719"/>
                  </a:lnTo>
                  <a:lnTo>
                    <a:pt x="19949" y="402"/>
                  </a:lnTo>
                  <a:lnTo>
                    <a:pt x="23470" y="0"/>
                  </a:lnTo>
                  <a:lnTo>
                    <a:pt x="26498" y="735"/>
                  </a:lnTo>
                  <a:lnTo>
                    <a:pt x="25601" y="1305"/>
                  </a:lnTo>
                  <a:close/>
                </a:path>
              </a:pathLst>
            </a:custGeom>
            <a:solidFill>
              <a:srgbClr val="FFF8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0" name="pg1099"/>
            <p:cNvSpPr/>
            <p:nvPr/>
          </p:nvSpPr>
          <p:spPr>
            <a:xfrm>
              <a:off x="3588139" y="1259557"/>
              <a:ext cx="7149" cy="3331"/>
            </a:xfrm>
            <a:custGeom>
              <a:avLst/>
              <a:pathLst>
                <a:path w="7149" h="3331">
                  <a:moveTo>
                    <a:pt x="7149" y="1696"/>
                  </a:moveTo>
                  <a:lnTo>
                    <a:pt x="4476" y="3331"/>
                  </a:lnTo>
                  <a:lnTo>
                    <a:pt x="0" y="2073"/>
                  </a:lnTo>
                  <a:lnTo>
                    <a:pt x="535" y="784"/>
                  </a:lnTo>
                  <a:lnTo>
                    <a:pt x="1597" y="0"/>
                  </a:lnTo>
                  <a:lnTo>
                    <a:pt x="4406" y="296"/>
                  </a:lnTo>
                  <a:close/>
                </a:path>
              </a:pathLst>
            </a:custGeom>
            <a:solidFill>
              <a:srgbClr val="FFF8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1" name="pg1100"/>
            <p:cNvSpPr/>
            <p:nvPr/>
          </p:nvSpPr>
          <p:spPr>
            <a:xfrm>
              <a:off x="3585112" y="1256027"/>
              <a:ext cx="114534" cy="37927"/>
            </a:xfrm>
            <a:custGeom>
              <a:avLst/>
              <a:pathLst>
                <a:path w="114534" h="37927">
                  <a:moveTo>
                    <a:pt x="36784" y="6733"/>
                  </a:moveTo>
                  <a:lnTo>
                    <a:pt x="38025" y="7062"/>
                  </a:lnTo>
                  <a:lnTo>
                    <a:pt x="44822" y="6941"/>
                  </a:lnTo>
                  <a:lnTo>
                    <a:pt x="46126" y="7664"/>
                  </a:lnTo>
                  <a:lnTo>
                    <a:pt x="46641" y="9415"/>
                  </a:lnTo>
                  <a:lnTo>
                    <a:pt x="47678" y="10019"/>
                  </a:lnTo>
                  <a:lnTo>
                    <a:pt x="49123" y="10205"/>
                  </a:lnTo>
                  <a:lnTo>
                    <a:pt x="52732" y="12354"/>
                  </a:lnTo>
                  <a:lnTo>
                    <a:pt x="53960" y="12665"/>
                  </a:lnTo>
                  <a:lnTo>
                    <a:pt x="55029" y="11470"/>
                  </a:lnTo>
                  <a:lnTo>
                    <a:pt x="55847" y="8496"/>
                  </a:lnTo>
                  <a:lnTo>
                    <a:pt x="55890" y="5007"/>
                  </a:lnTo>
                  <a:lnTo>
                    <a:pt x="55541" y="3318"/>
                  </a:lnTo>
                  <a:lnTo>
                    <a:pt x="55947" y="2233"/>
                  </a:lnTo>
                  <a:lnTo>
                    <a:pt x="57157" y="1813"/>
                  </a:lnTo>
                  <a:lnTo>
                    <a:pt x="58677" y="1926"/>
                  </a:lnTo>
                  <a:lnTo>
                    <a:pt x="60165" y="1324"/>
                  </a:lnTo>
                  <a:lnTo>
                    <a:pt x="61452" y="261"/>
                  </a:lnTo>
                  <a:lnTo>
                    <a:pt x="62823" y="114"/>
                  </a:lnTo>
                  <a:lnTo>
                    <a:pt x="65826" y="920"/>
                  </a:lnTo>
                  <a:lnTo>
                    <a:pt x="66616" y="1553"/>
                  </a:lnTo>
                  <a:lnTo>
                    <a:pt x="65810" y="2865"/>
                  </a:lnTo>
                  <a:lnTo>
                    <a:pt x="65496" y="4733"/>
                  </a:lnTo>
                  <a:lnTo>
                    <a:pt x="64138" y="8594"/>
                  </a:lnTo>
                  <a:lnTo>
                    <a:pt x="67084" y="8834"/>
                  </a:lnTo>
                  <a:lnTo>
                    <a:pt x="71214" y="8016"/>
                  </a:lnTo>
                  <a:lnTo>
                    <a:pt x="72262" y="6898"/>
                  </a:lnTo>
                  <a:lnTo>
                    <a:pt x="74483" y="5119"/>
                  </a:lnTo>
                  <a:lnTo>
                    <a:pt x="76828" y="5397"/>
                  </a:lnTo>
                  <a:lnTo>
                    <a:pt x="77952" y="5162"/>
                  </a:lnTo>
                  <a:lnTo>
                    <a:pt x="78521" y="4389"/>
                  </a:lnTo>
                  <a:lnTo>
                    <a:pt x="78736" y="3469"/>
                  </a:lnTo>
                  <a:lnTo>
                    <a:pt x="80032" y="3624"/>
                  </a:lnTo>
                  <a:lnTo>
                    <a:pt x="81810" y="5397"/>
                  </a:lnTo>
                  <a:lnTo>
                    <a:pt x="82637" y="5673"/>
                  </a:lnTo>
                  <a:lnTo>
                    <a:pt x="84150" y="5215"/>
                  </a:lnTo>
                  <a:lnTo>
                    <a:pt x="84762" y="5234"/>
                  </a:lnTo>
                  <a:lnTo>
                    <a:pt x="86256" y="5944"/>
                  </a:lnTo>
                  <a:lnTo>
                    <a:pt x="93219" y="7231"/>
                  </a:lnTo>
                  <a:lnTo>
                    <a:pt x="95633" y="7920"/>
                  </a:lnTo>
                  <a:lnTo>
                    <a:pt x="96673" y="8562"/>
                  </a:lnTo>
                  <a:lnTo>
                    <a:pt x="97724" y="8943"/>
                  </a:lnTo>
                  <a:lnTo>
                    <a:pt x="105133" y="8934"/>
                  </a:lnTo>
                  <a:lnTo>
                    <a:pt x="110366" y="9391"/>
                  </a:lnTo>
                  <a:lnTo>
                    <a:pt x="112295" y="10411"/>
                  </a:lnTo>
                  <a:lnTo>
                    <a:pt x="113914" y="12369"/>
                  </a:lnTo>
                  <a:lnTo>
                    <a:pt x="114534" y="16879"/>
                  </a:lnTo>
                  <a:lnTo>
                    <a:pt x="113069" y="18097"/>
                  </a:lnTo>
                  <a:lnTo>
                    <a:pt x="102472" y="23650"/>
                  </a:lnTo>
                  <a:lnTo>
                    <a:pt x="99816" y="25435"/>
                  </a:lnTo>
                  <a:lnTo>
                    <a:pt x="98535" y="27080"/>
                  </a:lnTo>
                  <a:lnTo>
                    <a:pt x="96367" y="30674"/>
                  </a:lnTo>
                  <a:lnTo>
                    <a:pt x="95316" y="31759"/>
                  </a:lnTo>
                  <a:lnTo>
                    <a:pt x="90354" y="33471"/>
                  </a:lnTo>
                  <a:lnTo>
                    <a:pt x="89194" y="33655"/>
                  </a:lnTo>
                  <a:lnTo>
                    <a:pt x="85465" y="32817"/>
                  </a:lnTo>
                  <a:lnTo>
                    <a:pt x="84326" y="32894"/>
                  </a:lnTo>
                  <a:lnTo>
                    <a:pt x="79795" y="34756"/>
                  </a:lnTo>
                  <a:lnTo>
                    <a:pt x="78233" y="35882"/>
                  </a:lnTo>
                  <a:lnTo>
                    <a:pt x="76704" y="37301"/>
                  </a:lnTo>
                  <a:lnTo>
                    <a:pt x="74419" y="37927"/>
                  </a:lnTo>
                  <a:lnTo>
                    <a:pt x="72087" y="37592"/>
                  </a:lnTo>
                  <a:lnTo>
                    <a:pt x="61536" y="36852"/>
                  </a:lnTo>
                  <a:lnTo>
                    <a:pt x="60122" y="35857"/>
                  </a:lnTo>
                  <a:lnTo>
                    <a:pt x="58969" y="33945"/>
                  </a:lnTo>
                  <a:lnTo>
                    <a:pt x="61065" y="31498"/>
                  </a:lnTo>
                  <a:lnTo>
                    <a:pt x="49291" y="32408"/>
                  </a:lnTo>
                  <a:lnTo>
                    <a:pt x="36331" y="31912"/>
                  </a:lnTo>
                  <a:lnTo>
                    <a:pt x="35645" y="31567"/>
                  </a:lnTo>
                  <a:lnTo>
                    <a:pt x="35093" y="30622"/>
                  </a:lnTo>
                  <a:lnTo>
                    <a:pt x="30635" y="29976"/>
                  </a:lnTo>
                  <a:lnTo>
                    <a:pt x="27287" y="29201"/>
                  </a:lnTo>
                  <a:lnTo>
                    <a:pt x="24473" y="27895"/>
                  </a:lnTo>
                  <a:lnTo>
                    <a:pt x="21689" y="26200"/>
                  </a:lnTo>
                  <a:lnTo>
                    <a:pt x="22579" y="25407"/>
                  </a:lnTo>
                  <a:lnTo>
                    <a:pt x="23497" y="24945"/>
                  </a:lnTo>
                  <a:lnTo>
                    <a:pt x="25888" y="24750"/>
                  </a:lnTo>
                  <a:lnTo>
                    <a:pt x="28014" y="24985"/>
                  </a:lnTo>
                  <a:lnTo>
                    <a:pt x="31794" y="24970"/>
                  </a:lnTo>
                  <a:lnTo>
                    <a:pt x="32675" y="23263"/>
                  </a:lnTo>
                  <a:lnTo>
                    <a:pt x="34180" y="22771"/>
                  </a:lnTo>
                  <a:lnTo>
                    <a:pt x="35380" y="21548"/>
                  </a:lnTo>
                  <a:lnTo>
                    <a:pt x="31390" y="20778"/>
                  </a:lnTo>
                  <a:lnTo>
                    <a:pt x="27228" y="20662"/>
                  </a:lnTo>
                  <a:lnTo>
                    <a:pt x="24454" y="21678"/>
                  </a:lnTo>
                  <a:lnTo>
                    <a:pt x="21239" y="22138"/>
                  </a:lnTo>
                  <a:lnTo>
                    <a:pt x="18301" y="22199"/>
                  </a:lnTo>
                  <a:lnTo>
                    <a:pt x="12650" y="21910"/>
                  </a:lnTo>
                  <a:lnTo>
                    <a:pt x="9971" y="21189"/>
                  </a:lnTo>
                  <a:lnTo>
                    <a:pt x="6307" y="19304"/>
                  </a:lnTo>
                  <a:lnTo>
                    <a:pt x="5032" y="18264"/>
                  </a:lnTo>
                  <a:lnTo>
                    <a:pt x="4539" y="17448"/>
                  </a:lnTo>
                  <a:lnTo>
                    <a:pt x="4176" y="16211"/>
                  </a:lnTo>
                  <a:lnTo>
                    <a:pt x="8363" y="15103"/>
                  </a:lnTo>
                  <a:lnTo>
                    <a:pt x="9989" y="14230"/>
                  </a:lnTo>
                  <a:lnTo>
                    <a:pt x="11587" y="13037"/>
                  </a:lnTo>
                  <a:lnTo>
                    <a:pt x="5268" y="12359"/>
                  </a:lnTo>
                  <a:lnTo>
                    <a:pt x="2623" y="11359"/>
                  </a:lnTo>
                  <a:lnTo>
                    <a:pt x="0" y="9890"/>
                  </a:lnTo>
                  <a:lnTo>
                    <a:pt x="2129" y="9062"/>
                  </a:lnTo>
                  <a:lnTo>
                    <a:pt x="10641" y="8401"/>
                  </a:lnTo>
                  <a:lnTo>
                    <a:pt x="12895" y="8954"/>
                  </a:lnTo>
                  <a:lnTo>
                    <a:pt x="15129" y="10021"/>
                  </a:lnTo>
                  <a:lnTo>
                    <a:pt x="17602" y="10679"/>
                  </a:lnTo>
                  <a:lnTo>
                    <a:pt x="19993" y="9296"/>
                  </a:lnTo>
                  <a:lnTo>
                    <a:pt x="17742" y="8640"/>
                  </a:lnTo>
                  <a:lnTo>
                    <a:pt x="15727" y="6341"/>
                  </a:lnTo>
                  <a:lnTo>
                    <a:pt x="15301" y="5199"/>
                  </a:lnTo>
                  <a:lnTo>
                    <a:pt x="15565" y="4322"/>
                  </a:lnTo>
                  <a:lnTo>
                    <a:pt x="16620" y="4191"/>
                  </a:lnTo>
                  <a:lnTo>
                    <a:pt x="17405" y="4572"/>
                  </a:lnTo>
                  <a:lnTo>
                    <a:pt x="20379" y="6732"/>
                  </a:lnTo>
                  <a:lnTo>
                    <a:pt x="22633" y="7405"/>
                  </a:lnTo>
                  <a:lnTo>
                    <a:pt x="23264" y="5410"/>
                  </a:lnTo>
                  <a:lnTo>
                    <a:pt x="23364" y="4462"/>
                  </a:lnTo>
                  <a:lnTo>
                    <a:pt x="22955" y="3677"/>
                  </a:lnTo>
                  <a:lnTo>
                    <a:pt x="21895" y="2230"/>
                  </a:lnTo>
                  <a:lnTo>
                    <a:pt x="20946" y="451"/>
                  </a:lnTo>
                  <a:lnTo>
                    <a:pt x="22414" y="0"/>
                  </a:lnTo>
                  <a:lnTo>
                    <a:pt x="23868" y="196"/>
                  </a:lnTo>
                  <a:lnTo>
                    <a:pt x="26992" y="1413"/>
                  </a:lnTo>
                  <a:lnTo>
                    <a:pt x="30139" y="2272"/>
                  </a:lnTo>
                  <a:lnTo>
                    <a:pt x="31577" y="3138"/>
                  </a:lnTo>
                  <a:lnTo>
                    <a:pt x="34262" y="5293"/>
                  </a:lnTo>
                  <a:close/>
                </a:path>
              </a:pathLst>
            </a:custGeom>
            <a:solidFill>
              <a:srgbClr val="FFF8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2" name="pg1101"/>
            <p:cNvSpPr/>
            <p:nvPr/>
          </p:nvSpPr>
          <p:spPr>
            <a:xfrm>
              <a:off x="4351843" y="2736148"/>
              <a:ext cx="100074" cy="118999"/>
            </a:xfrm>
            <a:custGeom>
              <a:avLst/>
              <a:pathLst>
                <a:path w="100074" h="118999">
                  <a:moveTo>
                    <a:pt x="99435" y="74371"/>
                  </a:moveTo>
                  <a:lnTo>
                    <a:pt x="99935" y="75178"/>
                  </a:lnTo>
                  <a:lnTo>
                    <a:pt x="99985" y="76497"/>
                  </a:lnTo>
                  <a:lnTo>
                    <a:pt x="99894" y="77958"/>
                  </a:lnTo>
                  <a:lnTo>
                    <a:pt x="99383" y="81114"/>
                  </a:lnTo>
                  <a:lnTo>
                    <a:pt x="98918" y="83331"/>
                  </a:lnTo>
                  <a:lnTo>
                    <a:pt x="98378" y="88015"/>
                  </a:lnTo>
                  <a:lnTo>
                    <a:pt x="97888" y="96139"/>
                  </a:lnTo>
                  <a:lnTo>
                    <a:pt x="97996" y="97553"/>
                  </a:lnTo>
                  <a:lnTo>
                    <a:pt x="99451" y="102211"/>
                  </a:lnTo>
                  <a:lnTo>
                    <a:pt x="100021" y="105790"/>
                  </a:lnTo>
                  <a:lnTo>
                    <a:pt x="100074" y="108229"/>
                  </a:lnTo>
                  <a:lnTo>
                    <a:pt x="99457" y="112318"/>
                  </a:lnTo>
                  <a:lnTo>
                    <a:pt x="98758" y="116939"/>
                  </a:lnTo>
                  <a:lnTo>
                    <a:pt x="98413" y="117974"/>
                  </a:lnTo>
                  <a:lnTo>
                    <a:pt x="98020" y="118347"/>
                  </a:lnTo>
                  <a:lnTo>
                    <a:pt x="96220" y="116736"/>
                  </a:lnTo>
                  <a:lnTo>
                    <a:pt x="94981" y="116961"/>
                  </a:lnTo>
                  <a:lnTo>
                    <a:pt x="93557" y="117852"/>
                  </a:lnTo>
                  <a:lnTo>
                    <a:pt x="92072" y="117679"/>
                  </a:lnTo>
                  <a:lnTo>
                    <a:pt x="90844" y="117148"/>
                  </a:lnTo>
                  <a:lnTo>
                    <a:pt x="89287" y="118999"/>
                  </a:lnTo>
                  <a:lnTo>
                    <a:pt x="87799" y="117997"/>
                  </a:lnTo>
                  <a:lnTo>
                    <a:pt x="86846" y="116845"/>
                  </a:lnTo>
                  <a:lnTo>
                    <a:pt x="86208" y="113642"/>
                  </a:lnTo>
                  <a:lnTo>
                    <a:pt x="85943" y="113234"/>
                  </a:lnTo>
                  <a:lnTo>
                    <a:pt x="82810" y="116587"/>
                  </a:lnTo>
                  <a:lnTo>
                    <a:pt x="82056" y="116790"/>
                  </a:lnTo>
                  <a:lnTo>
                    <a:pt x="80110" y="114990"/>
                  </a:lnTo>
                  <a:lnTo>
                    <a:pt x="78515" y="113208"/>
                  </a:lnTo>
                  <a:lnTo>
                    <a:pt x="77919" y="112673"/>
                  </a:lnTo>
                  <a:lnTo>
                    <a:pt x="76382" y="111976"/>
                  </a:lnTo>
                  <a:lnTo>
                    <a:pt x="74998" y="111570"/>
                  </a:lnTo>
                  <a:lnTo>
                    <a:pt x="73491" y="110458"/>
                  </a:lnTo>
                  <a:lnTo>
                    <a:pt x="71620" y="111911"/>
                  </a:lnTo>
                  <a:lnTo>
                    <a:pt x="70866" y="111794"/>
                  </a:lnTo>
                  <a:lnTo>
                    <a:pt x="70159" y="110742"/>
                  </a:lnTo>
                  <a:lnTo>
                    <a:pt x="69791" y="108588"/>
                  </a:lnTo>
                  <a:lnTo>
                    <a:pt x="69698" y="106549"/>
                  </a:lnTo>
                  <a:lnTo>
                    <a:pt x="69063" y="105150"/>
                  </a:lnTo>
                  <a:lnTo>
                    <a:pt x="68076" y="104829"/>
                  </a:lnTo>
                  <a:lnTo>
                    <a:pt x="66694" y="106089"/>
                  </a:lnTo>
                  <a:lnTo>
                    <a:pt x="64676" y="107750"/>
                  </a:lnTo>
                  <a:lnTo>
                    <a:pt x="64026" y="107474"/>
                  </a:lnTo>
                  <a:lnTo>
                    <a:pt x="63428" y="106995"/>
                  </a:lnTo>
                  <a:lnTo>
                    <a:pt x="63210" y="106552"/>
                  </a:lnTo>
                  <a:lnTo>
                    <a:pt x="62931" y="104629"/>
                  </a:lnTo>
                  <a:lnTo>
                    <a:pt x="62608" y="104205"/>
                  </a:lnTo>
                  <a:lnTo>
                    <a:pt x="62139" y="104147"/>
                  </a:lnTo>
                  <a:lnTo>
                    <a:pt x="61309" y="103687"/>
                  </a:lnTo>
                  <a:lnTo>
                    <a:pt x="60286" y="102257"/>
                  </a:lnTo>
                  <a:lnTo>
                    <a:pt x="57178" y="98885"/>
                  </a:lnTo>
                  <a:lnTo>
                    <a:pt x="56789" y="97387"/>
                  </a:lnTo>
                  <a:lnTo>
                    <a:pt x="56801" y="94079"/>
                  </a:lnTo>
                  <a:lnTo>
                    <a:pt x="56628" y="92714"/>
                  </a:lnTo>
                  <a:lnTo>
                    <a:pt x="56250" y="91271"/>
                  </a:lnTo>
                  <a:lnTo>
                    <a:pt x="54655" y="89808"/>
                  </a:lnTo>
                  <a:lnTo>
                    <a:pt x="51557" y="87455"/>
                  </a:lnTo>
                  <a:lnTo>
                    <a:pt x="49844" y="85578"/>
                  </a:lnTo>
                  <a:lnTo>
                    <a:pt x="49027" y="86455"/>
                  </a:lnTo>
                  <a:lnTo>
                    <a:pt x="47452" y="87240"/>
                  </a:lnTo>
                  <a:lnTo>
                    <a:pt x="46609" y="88932"/>
                  </a:lnTo>
                  <a:lnTo>
                    <a:pt x="45599" y="88397"/>
                  </a:lnTo>
                  <a:lnTo>
                    <a:pt x="43189" y="86612"/>
                  </a:lnTo>
                  <a:lnTo>
                    <a:pt x="41899" y="86347"/>
                  </a:lnTo>
                  <a:lnTo>
                    <a:pt x="41120" y="86953"/>
                  </a:lnTo>
                  <a:lnTo>
                    <a:pt x="40940" y="87974"/>
                  </a:lnTo>
                  <a:lnTo>
                    <a:pt x="39957" y="89134"/>
                  </a:lnTo>
                  <a:lnTo>
                    <a:pt x="39021" y="88209"/>
                  </a:lnTo>
                  <a:lnTo>
                    <a:pt x="37172" y="86961"/>
                  </a:lnTo>
                  <a:lnTo>
                    <a:pt x="35552" y="86278"/>
                  </a:lnTo>
                  <a:lnTo>
                    <a:pt x="33092" y="84761"/>
                  </a:lnTo>
                  <a:lnTo>
                    <a:pt x="32813" y="82466"/>
                  </a:lnTo>
                  <a:lnTo>
                    <a:pt x="32400" y="80197"/>
                  </a:lnTo>
                  <a:lnTo>
                    <a:pt x="31814" y="79795"/>
                  </a:lnTo>
                  <a:lnTo>
                    <a:pt x="29611" y="80245"/>
                  </a:lnTo>
                  <a:lnTo>
                    <a:pt x="27592" y="77742"/>
                  </a:lnTo>
                  <a:lnTo>
                    <a:pt x="25423" y="74539"/>
                  </a:lnTo>
                  <a:lnTo>
                    <a:pt x="24498" y="73485"/>
                  </a:lnTo>
                  <a:lnTo>
                    <a:pt x="23890" y="73096"/>
                  </a:lnTo>
                  <a:lnTo>
                    <a:pt x="23366" y="73524"/>
                  </a:lnTo>
                  <a:lnTo>
                    <a:pt x="22769" y="74257"/>
                  </a:lnTo>
                  <a:lnTo>
                    <a:pt x="22223" y="74475"/>
                  </a:lnTo>
                  <a:lnTo>
                    <a:pt x="21046" y="73094"/>
                  </a:lnTo>
                  <a:lnTo>
                    <a:pt x="19544" y="71125"/>
                  </a:lnTo>
                  <a:lnTo>
                    <a:pt x="17699" y="68710"/>
                  </a:lnTo>
                  <a:lnTo>
                    <a:pt x="15538" y="65336"/>
                  </a:lnTo>
                  <a:lnTo>
                    <a:pt x="14651" y="63430"/>
                  </a:lnTo>
                  <a:lnTo>
                    <a:pt x="14247" y="61996"/>
                  </a:lnTo>
                  <a:lnTo>
                    <a:pt x="13787" y="60649"/>
                  </a:lnTo>
                  <a:lnTo>
                    <a:pt x="11907" y="58445"/>
                  </a:lnTo>
                  <a:lnTo>
                    <a:pt x="10420" y="56703"/>
                  </a:lnTo>
                  <a:lnTo>
                    <a:pt x="8627" y="54600"/>
                  </a:lnTo>
                  <a:lnTo>
                    <a:pt x="8323" y="54180"/>
                  </a:lnTo>
                  <a:lnTo>
                    <a:pt x="7646" y="52930"/>
                  </a:lnTo>
                  <a:lnTo>
                    <a:pt x="6606" y="51353"/>
                  </a:lnTo>
                  <a:lnTo>
                    <a:pt x="5752" y="50892"/>
                  </a:lnTo>
                  <a:lnTo>
                    <a:pt x="5480" y="51761"/>
                  </a:lnTo>
                  <a:lnTo>
                    <a:pt x="5274" y="52674"/>
                  </a:lnTo>
                  <a:lnTo>
                    <a:pt x="4527" y="52463"/>
                  </a:lnTo>
                  <a:lnTo>
                    <a:pt x="3370" y="50856"/>
                  </a:lnTo>
                  <a:lnTo>
                    <a:pt x="2158" y="49174"/>
                  </a:lnTo>
                  <a:lnTo>
                    <a:pt x="1208" y="47616"/>
                  </a:lnTo>
                  <a:lnTo>
                    <a:pt x="234" y="46017"/>
                  </a:lnTo>
                  <a:lnTo>
                    <a:pt x="0" y="44831"/>
                  </a:lnTo>
                  <a:lnTo>
                    <a:pt x="406" y="41170"/>
                  </a:lnTo>
                  <a:lnTo>
                    <a:pt x="972" y="38032"/>
                  </a:lnTo>
                  <a:lnTo>
                    <a:pt x="1454" y="37325"/>
                  </a:lnTo>
                  <a:lnTo>
                    <a:pt x="2237" y="35248"/>
                  </a:lnTo>
                  <a:lnTo>
                    <a:pt x="2521" y="31602"/>
                  </a:lnTo>
                  <a:lnTo>
                    <a:pt x="2507" y="28489"/>
                  </a:lnTo>
                  <a:lnTo>
                    <a:pt x="3272" y="24095"/>
                  </a:lnTo>
                  <a:lnTo>
                    <a:pt x="4321" y="19420"/>
                  </a:lnTo>
                  <a:lnTo>
                    <a:pt x="6137" y="14410"/>
                  </a:lnTo>
                  <a:lnTo>
                    <a:pt x="6925" y="12754"/>
                  </a:lnTo>
                  <a:lnTo>
                    <a:pt x="7803" y="11617"/>
                  </a:lnTo>
                  <a:lnTo>
                    <a:pt x="9480" y="7924"/>
                  </a:lnTo>
                  <a:lnTo>
                    <a:pt x="9828" y="7320"/>
                  </a:lnTo>
                  <a:lnTo>
                    <a:pt x="10562" y="6370"/>
                  </a:lnTo>
                  <a:lnTo>
                    <a:pt x="11284" y="6130"/>
                  </a:lnTo>
                  <a:lnTo>
                    <a:pt x="11828" y="6589"/>
                  </a:lnTo>
                  <a:lnTo>
                    <a:pt x="12388" y="8525"/>
                  </a:lnTo>
                  <a:lnTo>
                    <a:pt x="13064" y="10362"/>
                  </a:lnTo>
                  <a:lnTo>
                    <a:pt x="13888" y="10271"/>
                  </a:lnTo>
                  <a:lnTo>
                    <a:pt x="14850" y="8693"/>
                  </a:lnTo>
                  <a:lnTo>
                    <a:pt x="16850" y="1474"/>
                  </a:lnTo>
                  <a:lnTo>
                    <a:pt x="19623" y="0"/>
                  </a:lnTo>
                  <a:lnTo>
                    <a:pt x="22251" y="741"/>
                  </a:lnTo>
                  <a:lnTo>
                    <a:pt x="24577" y="1794"/>
                  </a:lnTo>
                  <a:lnTo>
                    <a:pt x="25262" y="4208"/>
                  </a:lnTo>
                  <a:lnTo>
                    <a:pt x="25712" y="6752"/>
                  </a:lnTo>
                  <a:lnTo>
                    <a:pt x="26004" y="8046"/>
                  </a:lnTo>
                  <a:lnTo>
                    <a:pt x="26765" y="9563"/>
                  </a:lnTo>
                  <a:lnTo>
                    <a:pt x="30045" y="13178"/>
                  </a:lnTo>
                  <a:lnTo>
                    <a:pt x="31949" y="16438"/>
                  </a:lnTo>
                  <a:lnTo>
                    <a:pt x="34584" y="20805"/>
                  </a:lnTo>
                  <a:lnTo>
                    <a:pt x="36554" y="22736"/>
                  </a:lnTo>
                  <a:lnTo>
                    <a:pt x="38300" y="22896"/>
                  </a:lnTo>
                  <a:lnTo>
                    <a:pt x="39283" y="24611"/>
                  </a:lnTo>
                  <a:lnTo>
                    <a:pt x="40764" y="28022"/>
                  </a:lnTo>
                  <a:lnTo>
                    <a:pt x="42016" y="31947"/>
                  </a:lnTo>
                  <a:lnTo>
                    <a:pt x="43582" y="35574"/>
                  </a:lnTo>
                  <a:lnTo>
                    <a:pt x="44663" y="35456"/>
                  </a:lnTo>
                  <a:lnTo>
                    <a:pt x="46135" y="34278"/>
                  </a:lnTo>
                  <a:lnTo>
                    <a:pt x="47931" y="32740"/>
                  </a:lnTo>
                  <a:lnTo>
                    <a:pt x="48992" y="33498"/>
                  </a:lnTo>
                  <a:lnTo>
                    <a:pt x="49972" y="34499"/>
                  </a:lnTo>
                  <a:lnTo>
                    <a:pt x="50299" y="36380"/>
                  </a:lnTo>
                  <a:lnTo>
                    <a:pt x="50888" y="39924"/>
                  </a:lnTo>
                  <a:lnTo>
                    <a:pt x="51544" y="43606"/>
                  </a:lnTo>
                  <a:lnTo>
                    <a:pt x="52573" y="44896"/>
                  </a:lnTo>
                  <a:lnTo>
                    <a:pt x="53790" y="46793"/>
                  </a:lnTo>
                  <a:lnTo>
                    <a:pt x="54465" y="48299"/>
                  </a:lnTo>
                  <a:lnTo>
                    <a:pt x="56749" y="51058"/>
                  </a:lnTo>
                  <a:lnTo>
                    <a:pt x="57072" y="52182"/>
                  </a:lnTo>
                  <a:lnTo>
                    <a:pt x="57535" y="52950"/>
                  </a:lnTo>
                  <a:lnTo>
                    <a:pt x="58092" y="53432"/>
                  </a:lnTo>
                  <a:lnTo>
                    <a:pt x="58555" y="53994"/>
                  </a:lnTo>
                  <a:lnTo>
                    <a:pt x="59273" y="54189"/>
                  </a:lnTo>
                  <a:lnTo>
                    <a:pt x="61914" y="52533"/>
                  </a:lnTo>
                  <a:lnTo>
                    <a:pt x="62620" y="52741"/>
                  </a:lnTo>
                  <a:lnTo>
                    <a:pt x="63024" y="53048"/>
                  </a:lnTo>
                  <a:lnTo>
                    <a:pt x="63037" y="53650"/>
                  </a:lnTo>
                  <a:lnTo>
                    <a:pt x="62560" y="56238"/>
                  </a:lnTo>
                  <a:lnTo>
                    <a:pt x="62154" y="59548"/>
                  </a:lnTo>
                  <a:lnTo>
                    <a:pt x="62572" y="61211"/>
                  </a:lnTo>
                  <a:lnTo>
                    <a:pt x="63678" y="61901"/>
                  </a:lnTo>
                  <a:lnTo>
                    <a:pt x="66128" y="62392"/>
                  </a:lnTo>
                  <a:lnTo>
                    <a:pt x="69432" y="62350"/>
                  </a:lnTo>
                  <a:lnTo>
                    <a:pt x="70433" y="64028"/>
                  </a:lnTo>
                  <a:lnTo>
                    <a:pt x="71429" y="66548"/>
                  </a:lnTo>
                  <a:lnTo>
                    <a:pt x="72435" y="70852"/>
                  </a:lnTo>
                  <a:lnTo>
                    <a:pt x="72835" y="72669"/>
                  </a:lnTo>
                  <a:lnTo>
                    <a:pt x="73334" y="73195"/>
                  </a:lnTo>
                  <a:lnTo>
                    <a:pt x="74193" y="72477"/>
                  </a:lnTo>
                  <a:lnTo>
                    <a:pt x="74333" y="70708"/>
                  </a:lnTo>
                  <a:lnTo>
                    <a:pt x="74372" y="68078"/>
                  </a:lnTo>
                  <a:lnTo>
                    <a:pt x="75092" y="67169"/>
                  </a:lnTo>
                  <a:lnTo>
                    <a:pt x="75551" y="67838"/>
                  </a:lnTo>
                  <a:lnTo>
                    <a:pt x="76091" y="69896"/>
                  </a:lnTo>
                  <a:lnTo>
                    <a:pt x="77456" y="71744"/>
                  </a:lnTo>
                  <a:lnTo>
                    <a:pt x="78444" y="72656"/>
                  </a:lnTo>
                  <a:lnTo>
                    <a:pt x="79385" y="72334"/>
                  </a:lnTo>
                  <a:lnTo>
                    <a:pt x="79779" y="71626"/>
                  </a:lnTo>
                  <a:lnTo>
                    <a:pt x="80243" y="68030"/>
                  </a:lnTo>
                  <a:lnTo>
                    <a:pt x="80983" y="67504"/>
                  </a:lnTo>
                  <a:lnTo>
                    <a:pt x="81922" y="67743"/>
                  </a:lnTo>
                  <a:lnTo>
                    <a:pt x="82281" y="68460"/>
                  </a:lnTo>
                  <a:lnTo>
                    <a:pt x="82661" y="69896"/>
                  </a:lnTo>
                  <a:lnTo>
                    <a:pt x="83796" y="70572"/>
                  </a:lnTo>
                  <a:lnTo>
                    <a:pt x="84924" y="71480"/>
                  </a:lnTo>
                  <a:lnTo>
                    <a:pt x="85989" y="72656"/>
                  </a:lnTo>
                  <a:lnTo>
                    <a:pt x="87486" y="75325"/>
                  </a:lnTo>
                  <a:lnTo>
                    <a:pt x="89328" y="75810"/>
                  </a:lnTo>
                  <a:lnTo>
                    <a:pt x="91468" y="75754"/>
                  </a:lnTo>
                  <a:lnTo>
                    <a:pt x="92593" y="75813"/>
                  </a:lnTo>
                  <a:lnTo>
                    <a:pt x="93423" y="76009"/>
                  </a:lnTo>
                  <a:lnTo>
                    <a:pt x="94165" y="75826"/>
                  </a:lnTo>
                  <a:lnTo>
                    <a:pt x="96362" y="73914"/>
                  </a:lnTo>
                  <a:lnTo>
                    <a:pt x="97259" y="73774"/>
                  </a:lnTo>
                  <a:lnTo>
                    <a:pt x="98369" y="73993"/>
                  </a:lnTo>
                  <a:close/>
                </a:path>
              </a:pathLst>
            </a:custGeom>
            <a:solidFill>
              <a:srgbClr val="F0F6E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3" name="pg1102"/>
            <p:cNvSpPr/>
            <p:nvPr/>
          </p:nvSpPr>
          <p:spPr>
            <a:xfrm>
              <a:off x="5423623" y="3648530"/>
              <a:ext cx="633" cy="1815"/>
            </a:xfrm>
            <a:custGeom>
              <a:avLst/>
              <a:pathLst>
                <a:path w="633" h="1815">
                  <a:moveTo>
                    <a:pt x="633" y="805"/>
                  </a:moveTo>
                  <a:lnTo>
                    <a:pt x="393" y="1815"/>
                  </a:lnTo>
                  <a:lnTo>
                    <a:pt x="115" y="1688"/>
                  </a:lnTo>
                  <a:lnTo>
                    <a:pt x="0" y="1015"/>
                  </a:lnTo>
                  <a:lnTo>
                    <a:pt x="80" y="288"/>
                  </a:lnTo>
                  <a:lnTo>
                    <a:pt x="393" y="0"/>
                  </a:lnTo>
                  <a:lnTo>
                    <a:pt x="600" y="225"/>
                  </a:lnTo>
                  <a:close/>
                </a:path>
              </a:pathLst>
            </a:custGeom>
            <a:solidFill>
              <a:srgbClr val="F6FAF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4" name="pg1103"/>
            <p:cNvSpPr/>
            <p:nvPr/>
          </p:nvSpPr>
          <p:spPr>
            <a:xfrm>
              <a:off x="5449719" y="5184956"/>
              <a:ext cx="2612" cy="2516"/>
            </a:xfrm>
            <a:custGeom>
              <a:avLst/>
              <a:pathLst>
                <a:path w="2612" h="2516">
                  <a:moveTo>
                    <a:pt x="1930" y="357"/>
                  </a:moveTo>
                  <a:lnTo>
                    <a:pt x="2612" y="1864"/>
                  </a:lnTo>
                  <a:lnTo>
                    <a:pt x="1305" y="2516"/>
                  </a:lnTo>
                  <a:lnTo>
                    <a:pt x="668" y="1970"/>
                  </a:lnTo>
                  <a:lnTo>
                    <a:pt x="222" y="1281"/>
                  </a:lnTo>
                  <a:lnTo>
                    <a:pt x="0" y="303"/>
                  </a:lnTo>
                  <a:lnTo>
                    <a:pt x="707" y="404"/>
                  </a:lnTo>
                  <a:lnTo>
                    <a:pt x="1318" y="0"/>
                  </a:lnTo>
                  <a:close/>
                </a:path>
              </a:pathLst>
            </a:custGeom>
            <a:solidFill>
              <a:srgbClr val="EAF3E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5" name="pg1104"/>
            <p:cNvSpPr/>
            <p:nvPr/>
          </p:nvSpPr>
          <p:spPr>
            <a:xfrm>
              <a:off x="5411063" y="5127211"/>
              <a:ext cx="4668" cy="9311"/>
            </a:xfrm>
            <a:custGeom>
              <a:avLst/>
              <a:pathLst>
                <a:path w="4668" h="9311">
                  <a:moveTo>
                    <a:pt x="4096" y="6812"/>
                  </a:moveTo>
                  <a:lnTo>
                    <a:pt x="4364" y="9300"/>
                  </a:lnTo>
                  <a:lnTo>
                    <a:pt x="3686" y="9311"/>
                  </a:lnTo>
                  <a:lnTo>
                    <a:pt x="2271" y="8619"/>
                  </a:lnTo>
                  <a:lnTo>
                    <a:pt x="1832" y="7557"/>
                  </a:lnTo>
                  <a:lnTo>
                    <a:pt x="1531" y="7297"/>
                  </a:lnTo>
                  <a:lnTo>
                    <a:pt x="1014" y="8527"/>
                  </a:lnTo>
                  <a:lnTo>
                    <a:pt x="184" y="8584"/>
                  </a:lnTo>
                  <a:lnTo>
                    <a:pt x="0" y="8177"/>
                  </a:lnTo>
                  <a:lnTo>
                    <a:pt x="326" y="6859"/>
                  </a:lnTo>
                  <a:lnTo>
                    <a:pt x="2278" y="4374"/>
                  </a:lnTo>
                  <a:lnTo>
                    <a:pt x="2640" y="1243"/>
                  </a:lnTo>
                  <a:lnTo>
                    <a:pt x="2618" y="236"/>
                  </a:lnTo>
                  <a:lnTo>
                    <a:pt x="4145" y="0"/>
                  </a:lnTo>
                  <a:lnTo>
                    <a:pt x="4505" y="383"/>
                  </a:lnTo>
                  <a:lnTo>
                    <a:pt x="4668" y="816"/>
                  </a:lnTo>
                  <a:lnTo>
                    <a:pt x="4568" y="1367"/>
                  </a:lnTo>
                  <a:lnTo>
                    <a:pt x="3953" y="2395"/>
                  </a:lnTo>
                  <a:lnTo>
                    <a:pt x="3929" y="3589"/>
                  </a:lnTo>
                  <a:lnTo>
                    <a:pt x="4087" y="4827"/>
                  </a:lnTo>
                  <a:lnTo>
                    <a:pt x="3582" y="5427"/>
                  </a:lnTo>
                  <a:lnTo>
                    <a:pt x="3845" y="6498"/>
                  </a:lnTo>
                  <a:close/>
                </a:path>
              </a:pathLst>
            </a:custGeom>
            <a:solidFill>
              <a:srgbClr val="EAF3E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6" name="pg1105"/>
            <p:cNvSpPr/>
            <p:nvPr/>
          </p:nvSpPr>
          <p:spPr>
            <a:xfrm>
              <a:off x="5431211" y="5013846"/>
              <a:ext cx="9115" cy="16820"/>
            </a:xfrm>
            <a:custGeom>
              <a:avLst/>
              <a:pathLst>
                <a:path w="9115" h="16820">
                  <a:moveTo>
                    <a:pt x="7687" y="4957"/>
                  </a:moveTo>
                  <a:lnTo>
                    <a:pt x="7691" y="6137"/>
                  </a:lnTo>
                  <a:lnTo>
                    <a:pt x="6404" y="5713"/>
                  </a:lnTo>
                  <a:lnTo>
                    <a:pt x="6431" y="7038"/>
                  </a:lnTo>
                  <a:lnTo>
                    <a:pt x="7447" y="7733"/>
                  </a:lnTo>
                  <a:lnTo>
                    <a:pt x="7823" y="8682"/>
                  </a:lnTo>
                  <a:lnTo>
                    <a:pt x="8877" y="8408"/>
                  </a:lnTo>
                  <a:lnTo>
                    <a:pt x="9115" y="9828"/>
                  </a:lnTo>
                  <a:lnTo>
                    <a:pt x="8871" y="11098"/>
                  </a:lnTo>
                  <a:lnTo>
                    <a:pt x="8167" y="12030"/>
                  </a:lnTo>
                  <a:lnTo>
                    <a:pt x="6084" y="12500"/>
                  </a:lnTo>
                  <a:lnTo>
                    <a:pt x="4733" y="14344"/>
                  </a:lnTo>
                  <a:lnTo>
                    <a:pt x="3563" y="14064"/>
                  </a:lnTo>
                  <a:lnTo>
                    <a:pt x="3245" y="14231"/>
                  </a:lnTo>
                  <a:lnTo>
                    <a:pt x="1905" y="16208"/>
                  </a:lnTo>
                  <a:lnTo>
                    <a:pt x="406" y="16820"/>
                  </a:lnTo>
                  <a:lnTo>
                    <a:pt x="0" y="16673"/>
                  </a:lnTo>
                  <a:lnTo>
                    <a:pt x="207" y="14910"/>
                  </a:lnTo>
                  <a:lnTo>
                    <a:pt x="1320" y="13233"/>
                  </a:lnTo>
                  <a:lnTo>
                    <a:pt x="1344" y="11623"/>
                  </a:lnTo>
                  <a:lnTo>
                    <a:pt x="1630" y="10336"/>
                  </a:lnTo>
                  <a:lnTo>
                    <a:pt x="2701" y="9430"/>
                  </a:lnTo>
                  <a:lnTo>
                    <a:pt x="2714" y="7753"/>
                  </a:lnTo>
                  <a:lnTo>
                    <a:pt x="3440" y="6267"/>
                  </a:lnTo>
                  <a:lnTo>
                    <a:pt x="3001" y="3050"/>
                  </a:lnTo>
                  <a:lnTo>
                    <a:pt x="3233" y="158"/>
                  </a:lnTo>
                  <a:lnTo>
                    <a:pt x="5352" y="0"/>
                  </a:lnTo>
                  <a:close/>
                </a:path>
              </a:pathLst>
            </a:custGeom>
            <a:solidFill>
              <a:srgbClr val="EAF3E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7" name="pg1106"/>
            <p:cNvSpPr/>
            <p:nvPr/>
          </p:nvSpPr>
          <p:spPr>
            <a:xfrm>
              <a:off x="5418996" y="4981951"/>
              <a:ext cx="2643" cy="3393"/>
            </a:xfrm>
            <a:custGeom>
              <a:avLst/>
              <a:pathLst>
                <a:path w="2643" h="3393">
                  <a:moveTo>
                    <a:pt x="2643" y="1206"/>
                  </a:moveTo>
                  <a:lnTo>
                    <a:pt x="2578" y="2657"/>
                  </a:lnTo>
                  <a:lnTo>
                    <a:pt x="2432" y="3387"/>
                  </a:lnTo>
                  <a:lnTo>
                    <a:pt x="2005" y="3393"/>
                  </a:lnTo>
                  <a:lnTo>
                    <a:pt x="1362" y="3231"/>
                  </a:lnTo>
                  <a:lnTo>
                    <a:pt x="736" y="2562"/>
                  </a:lnTo>
                  <a:lnTo>
                    <a:pt x="334" y="2752"/>
                  </a:lnTo>
                  <a:lnTo>
                    <a:pt x="0" y="2504"/>
                  </a:lnTo>
                  <a:lnTo>
                    <a:pt x="432" y="868"/>
                  </a:lnTo>
                  <a:lnTo>
                    <a:pt x="1895" y="0"/>
                  </a:lnTo>
                  <a:lnTo>
                    <a:pt x="2460" y="698"/>
                  </a:lnTo>
                  <a:close/>
                </a:path>
              </a:pathLst>
            </a:custGeom>
            <a:solidFill>
              <a:srgbClr val="EAF3E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8" name="pg1107"/>
            <p:cNvSpPr/>
            <p:nvPr/>
          </p:nvSpPr>
          <p:spPr>
            <a:xfrm>
              <a:off x="5423446" y="4969087"/>
              <a:ext cx="1603" cy="3549"/>
            </a:xfrm>
            <a:custGeom>
              <a:avLst/>
              <a:pathLst>
                <a:path w="1603" h="3549">
                  <a:moveTo>
                    <a:pt x="1071" y="0"/>
                  </a:moveTo>
                  <a:lnTo>
                    <a:pt x="1603" y="3549"/>
                  </a:lnTo>
                  <a:lnTo>
                    <a:pt x="474" y="2871"/>
                  </a:lnTo>
                  <a:lnTo>
                    <a:pt x="0" y="1797"/>
                  </a:lnTo>
                  <a:lnTo>
                    <a:pt x="863" y="20"/>
                  </a:lnTo>
                  <a:close/>
                </a:path>
              </a:pathLst>
            </a:custGeom>
            <a:solidFill>
              <a:srgbClr val="EAF3E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9" name="pg1108"/>
            <p:cNvSpPr/>
            <p:nvPr/>
          </p:nvSpPr>
          <p:spPr>
            <a:xfrm>
              <a:off x="1189383" y="4940862"/>
              <a:ext cx="1317" cy="3133"/>
            </a:xfrm>
            <a:custGeom>
              <a:avLst/>
              <a:pathLst>
                <a:path w="1317" h="3133">
                  <a:moveTo>
                    <a:pt x="652" y="2871"/>
                  </a:moveTo>
                  <a:lnTo>
                    <a:pt x="104" y="3133"/>
                  </a:lnTo>
                  <a:lnTo>
                    <a:pt x="181" y="1448"/>
                  </a:lnTo>
                  <a:lnTo>
                    <a:pt x="0" y="360"/>
                  </a:lnTo>
                  <a:lnTo>
                    <a:pt x="920" y="0"/>
                  </a:lnTo>
                  <a:lnTo>
                    <a:pt x="1317" y="1298"/>
                  </a:lnTo>
                  <a:close/>
                </a:path>
              </a:pathLst>
            </a:custGeom>
            <a:solidFill>
              <a:srgbClr val="EAF3E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0" name="pg1109"/>
            <p:cNvSpPr/>
            <p:nvPr/>
          </p:nvSpPr>
          <p:spPr>
            <a:xfrm>
              <a:off x="1181753" y="4925883"/>
              <a:ext cx="8267" cy="11790"/>
            </a:xfrm>
            <a:custGeom>
              <a:avLst/>
              <a:pathLst>
                <a:path w="8267" h="11790">
                  <a:moveTo>
                    <a:pt x="8267" y="672"/>
                  </a:moveTo>
                  <a:lnTo>
                    <a:pt x="7824" y="1439"/>
                  </a:lnTo>
                  <a:lnTo>
                    <a:pt x="7068" y="1396"/>
                  </a:lnTo>
                  <a:lnTo>
                    <a:pt x="5749" y="4409"/>
                  </a:lnTo>
                  <a:lnTo>
                    <a:pt x="5829" y="2158"/>
                  </a:lnTo>
                  <a:lnTo>
                    <a:pt x="5433" y="1281"/>
                  </a:lnTo>
                  <a:lnTo>
                    <a:pt x="4300" y="1491"/>
                  </a:lnTo>
                  <a:lnTo>
                    <a:pt x="4085" y="1985"/>
                  </a:lnTo>
                  <a:lnTo>
                    <a:pt x="4846" y="2579"/>
                  </a:lnTo>
                  <a:lnTo>
                    <a:pt x="5014" y="2911"/>
                  </a:lnTo>
                  <a:lnTo>
                    <a:pt x="4288" y="4213"/>
                  </a:lnTo>
                  <a:lnTo>
                    <a:pt x="5041" y="7006"/>
                  </a:lnTo>
                  <a:lnTo>
                    <a:pt x="5703" y="6911"/>
                  </a:lnTo>
                  <a:lnTo>
                    <a:pt x="6343" y="9092"/>
                  </a:lnTo>
                  <a:lnTo>
                    <a:pt x="6340" y="9776"/>
                  </a:lnTo>
                  <a:lnTo>
                    <a:pt x="4872" y="10616"/>
                  </a:lnTo>
                  <a:lnTo>
                    <a:pt x="4098" y="11790"/>
                  </a:lnTo>
                  <a:lnTo>
                    <a:pt x="3407" y="11741"/>
                  </a:lnTo>
                  <a:lnTo>
                    <a:pt x="3080" y="11513"/>
                  </a:lnTo>
                  <a:lnTo>
                    <a:pt x="2693" y="9412"/>
                  </a:lnTo>
                  <a:lnTo>
                    <a:pt x="2666" y="8529"/>
                  </a:lnTo>
                  <a:lnTo>
                    <a:pt x="3515" y="6989"/>
                  </a:lnTo>
                  <a:lnTo>
                    <a:pt x="3996" y="5419"/>
                  </a:lnTo>
                  <a:lnTo>
                    <a:pt x="3609" y="3970"/>
                  </a:lnTo>
                  <a:lnTo>
                    <a:pt x="2629" y="3032"/>
                  </a:lnTo>
                  <a:lnTo>
                    <a:pt x="489" y="3456"/>
                  </a:lnTo>
                  <a:lnTo>
                    <a:pt x="0" y="3142"/>
                  </a:lnTo>
                  <a:lnTo>
                    <a:pt x="1068" y="1191"/>
                  </a:lnTo>
                  <a:lnTo>
                    <a:pt x="2226" y="1405"/>
                  </a:lnTo>
                  <a:lnTo>
                    <a:pt x="3474" y="0"/>
                  </a:lnTo>
                  <a:close/>
                </a:path>
              </a:pathLst>
            </a:custGeom>
            <a:solidFill>
              <a:srgbClr val="EAF3E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1" name="pg1110"/>
            <p:cNvSpPr/>
            <p:nvPr/>
          </p:nvSpPr>
          <p:spPr>
            <a:xfrm>
              <a:off x="5508445" y="4837100"/>
              <a:ext cx="2265" cy="6169"/>
            </a:xfrm>
            <a:custGeom>
              <a:avLst/>
              <a:pathLst>
                <a:path w="2265" h="6169">
                  <a:moveTo>
                    <a:pt x="1650" y="4452"/>
                  </a:moveTo>
                  <a:lnTo>
                    <a:pt x="0" y="6169"/>
                  </a:lnTo>
                  <a:lnTo>
                    <a:pt x="66" y="4977"/>
                  </a:lnTo>
                  <a:lnTo>
                    <a:pt x="389" y="2383"/>
                  </a:lnTo>
                  <a:lnTo>
                    <a:pt x="1141" y="1073"/>
                  </a:lnTo>
                  <a:lnTo>
                    <a:pt x="1511" y="983"/>
                  </a:lnTo>
                  <a:lnTo>
                    <a:pt x="2265" y="0"/>
                  </a:lnTo>
                  <a:lnTo>
                    <a:pt x="2186" y="2181"/>
                  </a:lnTo>
                  <a:close/>
                </a:path>
              </a:pathLst>
            </a:custGeom>
            <a:solidFill>
              <a:srgbClr val="EAF3E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2" name="pg1111"/>
            <p:cNvSpPr/>
            <p:nvPr/>
          </p:nvSpPr>
          <p:spPr>
            <a:xfrm>
              <a:off x="5418324" y="4830512"/>
              <a:ext cx="97391" cy="181449"/>
            </a:xfrm>
            <a:custGeom>
              <a:avLst/>
              <a:pathLst>
                <a:path w="97391" h="181449">
                  <a:moveTo>
                    <a:pt x="81908" y="23321"/>
                  </a:moveTo>
                  <a:lnTo>
                    <a:pt x="83333" y="23466"/>
                  </a:lnTo>
                  <a:lnTo>
                    <a:pt x="84653" y="21301"/>
                  </a:lnTo>
                  <a:lnTo>
                    <a:pt x="86004" y="19541"/>
                  </a:lnTo>
                  <a:lnTo>
                    <a:pt x="87426" y="18084"/>
                  </a:lnTo>
                  <a:lnTo>
                    <a:pt x="89590" y="14742"/>
                  </a:lnTo>
                  <a:lnTo>
                    <a:pt x="90156" y="14252"/>
                  </a:lnTo>
                  <a:lnTo>
                    <a:pt x="91560" y="13614"/>
                  </a:lnTo>
                  <a:lnTo>
                    <a:pt x="92172" y="12826"/>
                  </a:lnTo>
                  <a:lnTo>
                    <a:pt x="92854" y="12639"/>
                  </a:lnTo>
                  <a:lnTo>
                    <a:pt x="92242" y="14621"/>
                  </a:lnTo>
                  <a:lnTo>
                    <a:pt x="91465" y="15282"/>
                  </a:lnTo>
                  <a:lnTo>
                    <a:pt x="91342" y="15997"/>
                  </a:lnTo>
                  <a:lnTo>
                    <a:pt x="91777" y="17140"/>
                  </a:lnTo>
                  <a:lnTo>
                    <a:pt x="91101" y="18745"/>
                  </a:lnTo>
                  <a:lnTo>
                    <a:pt x="91126" y="20744"/>
                  </a:lnTo>
                  <a:lnTo>
                    <a:pt x="90330" y="23105"/>
                  </a:lnTo>
                  <a:lnTo>
                    <a:pt x="91554" y="22141"/>
                  </a:lnTo>
                  <a:lnTo>
                    <a:pt x="92002" y="20603"/>
                  </a:lnTo>
                  <a:lnTo>
                    <a:pt x="91771" y="19737"/>
                  </a:lnTo>
                  <a:lnTo>
                    <a:pt x="92301" y="18020"/>
                  </a:lnTo>
                  <a:lnTo>
                    <a:pt x="93121" y="17204"/>
                  </a:lnTo>
                  <a:lnTo>
                    <a:pt x="92794" y="15899"/>
                  </a:lnTo>
                  <a:lnTo>
                    <a:pt x="92817" y="14869"/>
                  </a:lnTo>
                  <a:lnTo>
                    <a:pt x="93818" y="15250"/>
                  </a:lnTo>
                  <a:lnTo>
                    <a:pt x="94320" y="15207"/>
                  </a:lnTo>
                  <a:lnTo>
                    <a:pt x="94715" y="14800"/>
                  </a:lnTo>
                  <a:lnTo>
                    <a:pt x="95438" y="14638"/>
                  </a:lnTo>
                  <a:lnTo>
                    <a:pt x="95586" y="15790"/>
                  </a:lnTo>
                  <a:lnTo>
                    <a:pt x="96557" y="15645"/>
                  </a:lnTo>
                  <a:lnTo>
                    <a:pt x="96204" y="17100"/>
                  </a:lnTo>
                  <a:lnTo>
                    <a:pt x="95461" y="18779"/>
                  </a:lnTo>
                  <a:lnTo>
                    <a:pt x="95286" y="19801"/>
                  </a:lnTo>
                  <a:lnTo>
                    <a:pt x="94097" y="21492"/>
                  </a:lnTo>
                  <a:lnTo>
                    <a:pt x="93300" y="22216"/>
                  </a:lnTo>
                  <a:lnTo>
                    <a:pt x="94528" y="22404"/>
                  </a:lnTo>
                  <a:lnTo>
                    <a:pt x="96324" y="20138"/>
                  </a:lnTo>
                  <a:lnTo>
                    <a:pt x="97391" y="18133"/>
                  </a:lnTo>
                  <a:lnTo>
                    <a:pt x="97360" y="20635"/>
                  </a:lnTo>
                  <a:lnTo>
                    <a:pt x="96492" y="22877"/>
                  </a:lnTo>
                  <a:lnTo>
                    <a:pt x="95750" y="24294"/>
                  </a:lnTo>
                  <a:lnTo>
                    <a:pt x="94916" y="24732"/>
                  </a:lnTo>
                  <a:lnTo>
                    <a:pt x="94083" y="25881"/>
                  </a:lnTo>
                  <a:lnTo>
                    <a:pt x="93680" y="27759"/>
                  </a:lnTo>
                  <a:lnTo>
                    <a:pt x="93724" y="29006"/>
                  </a:lnTo>
                  <a:lnTo>
                    <a:pt x="93964" y="29996"/>
                  </a:lnTo>
                  <a:lnTo>
                    <a:pt x="94813" y="31669"/>
                  </a:lnTo>
                  <a:lnTo>
                    <a:pt x="93857" y="34890"/>
                  </a:lnTo>
                  <a:lnTo>
                    <a:pt x="94921" y="34489"/>
                  </a:lnTo>
                  <a:lnTo>
                    <a:pt x="95503" y="35095"/>
                  </a:lnTo>
                  <a:lnTo>
                    <a:pt x="96318" y="36953"/>
                  </a:lnTo>
                  <a:lnTo>
                    <a:pt x="95827" y="39094"/>
                  </a:lnTo>
                  <a:lnTo>
                    <a:pt x="95483" y="40191"/>
                  </a:lnTo>
                  <a:lnTo>
                    <a:pt x="93407" y="44707"/>
                  </a:lnTo>
                  <a:lnTo>
                    <a:pt x="92502" y="46998"/>
                  </a:lnTo>
                  <a:lnTo>
                    <a:pt x="91442" y="48464"/>
                  </a:lnTo>
                  <a:lnTo>
                    <a:pt x="91456" y="50871"/>
                  </a:lnTo>
                  <a:lnTo>
                    <a:pt x="90848" y="52622"/>
                  </a:lnTo>
                  <a:lnTo>
                    <a:pt x="87756" y="58621"/>
                  </a:lnTo>
                  <a:lnTo>
                    <a:pt x="87211" y="59923"/>
                  </a:lnTo>
                  <a:lnTo>
                    <a:pt x="84773" y="69463"/>
                  </a:lnTo>
                  <a:lnTo>
                    <a:pt x="83214" y="73474"/>
                  </a:lnTo>
                  <a:lnTo>
                    <a:pt x="82321" y="74839"/>
                  </a:lnTo>
                  <a:lnTo>
                    <a:pt x="81377" y="75947"/>
                  </a:lnTo>
                  <a:lnTo>
                    <a:pt x="79113" y="77837"/>
                  </a:lnTo>
                  <a:lnTo>
                    <a:pt x="78115" y="80010"/>
                  </a:lnTo>
                  <a:lnTo>
                    <a:pt x="77011" y="81813"/>
                  </a:lnTo>
                  <a:lnTo>
                    <a:pt x="75845" y="82217"/>
                  </a:lnTo>
                  <a:lnTo>
                    <a:pt x="75881" y="83017"/>
                  </a:lnTo>
                  <a:lnTo>
                    <a:pt x="76628" y="83464"/>
                  </a:lnTo>
                  <a:lnTo>
                    <a:pt x="77211" y="84650"/>
                  </a:lnTo>
                  <a:lnTo>
                    <a:pt x="76779" y="85977"/>
                  </a:lnTo>
                  <a:lnTo>
                    <a:pt x="75946" y="86811"/>
                  </a:lnTo>
                  <a:lnTo>
                    <a:pt x="75082" y="87051"/>
                  </a:lnTo>
                  <a:lnTo>
                    <a:pt x="74643" y="87899"/>
                  </a:lnTo>
                  <a:lnTo>
                    <a:pt x="76702" y="87296"/>
                  </a:lnTo>
                  <a:lnTo>
                    <a:pt x="77281" y="87992"/>
                  </a:lnTo>
                  <a:lnTo>
                    <a:pt x="77390" y="89452"/>
                  </a:lnTo>
                  <a:lnTo>
                    <a:pt x="77604" y="90771"/>
                  </a:lnTo>
                  <a:lnTo>
                    <a:pt x="78103" y="92516"/>
                  </a:lnTo>
                  <a:lnTo>
                    <a:pt x="79834" y="93627"/>
                  </a:lnTo>
                  <a:lnTo>
                    <a:pt x="81388" y="94147"/>
                  </a:lnTo>
                  <a:lnTo>
                    <a:pt x="81694" y="94955"/>
                  </a:lnTo>
                  <a:lnTo>
                    <a:pt x="81927" y="97742"/>
                  </a:lnTo>
                  <a:lnTo>
                    <a:pt x="81644" y="99110"/>
                  </a:lnTo>
                  <a:lnTo>
                    <a:pt x="81294" y="100010"/>
                  </a:lnTo>
                  <a:lnTo>
                    <a:pt x="80772" y="100331"/>
                  </a:lnTo>
                  <a:lnTo>
                    <a:pt x="79505" y="100507"/>
                  </a:lnTo>
                  <a:lnTo>
                    <a:pt x="78234" y="99878"/>
                  </a:lnTo>
                  <a:lnTo>
                    <a:pt x="77391" y="98192"/>
                  </a:lnTo>
                  <a:lnTo>
                    <a:pt x="74989" y="98732"/>
                  </a:lnTo>
                  <a:lnTo>
                    <a:pt x="74348" y="99096"/>
                  </a:lnTo>
                  <a:lnTo>
                    <a:pt x="74018" y="98793"/>
                  </a:lnTo>
                  <a:lnTo>
                    <a:pt x="75348" y="97024"/>
                  </a:lnTo>
                  <a:lnTo>
                    <a:pt x="74651" y="96017"/>
                  </a:lnTo>
                  <a:lnTo>
                    <a:pt x="74072" y="95638"/>
                  </a:lnTo>
                  <a:lnTo>
                    <a:pt x="73447" y="96224"/>
                  </a:lnTo>
                  <a:lnTo>
                    <a:pt x="73026" y="97151"/>
                  </a:lnTo>
                  <a:lnTo>
                    <a:pt x="72898" y="98680"/>
                  </a:lnTo>
                  <a:lnTo>
                    <a:pt x="72468" y="99560"/>
                  </a:lnTo>
                  <a:lnTo>
                    <a:pt x="71804" y="99811"/>
                  </a:lnTo>
                  <a:lnTo>
                    <a:pt x="70868" y="98544"/>
                  </a:lnTo>
                  <a:lnTo>
                    <a:pt x="69944" y="96729"/>
                  </a:lnTo>
                  <a:lnTo>
                    <a:pt x="68583" y="94903"/>
                  </a:lnTo>
                  <a:lnTo>
                    <a:pt x="68789" y="96034"/>
                  </a:lnTo>
                  <a:lnTo>
                    <a:pt x="69838" y="98804"/>
                  </a:lnTo>
                  <a:lnTo>
                    <a:pt x="70363" y="100642"/>
                  </a:lnTo>
                  <a:lnTo>
                    <a:pt x="69141" y="102108"/>
                  </a:lnTo>
                  <a:lnTo>
                    <a:pt x="67869" y="103251"/>
                  </a:lnTo>
                  <a:lnTo>
                    <a:pt x="66795" y="103920"/>
                  </a:lnTo>
                  <a:lnTo>
                    <a:pt x="65780" y="104965"/>
                  </a:lnTo>
                  <a:lnTo>
                    <a:pt x="64591" y="106595"/>
                  </a:lnTo>
                  <a:lnTo>
                    <a:pt x="63936" y="107178"/>
                  </a:lnTo>
                  <a:lnTo>
                    <a:pt x="62194" y="107213"/>
                  </a:lnTo>
                  <a:lnTo>
                    <a:pt x="61266" y="107729"/>
                  </a:lnTo>
                  <a:lnTo>
                    <a:pt x="60956" y="109882"/>
                  </a:lnTo>
                  <a:lnTo>
                    <a:pt x="60303" y="111250"/>
                  </a:lnTo>
                  <a:lnTo>
                    <a:pt x="58775" y="111521"/>
                  </a:lnTo>
                  <a:lnTo>
                    <a:pt x="59326" y="111951"/>
                  </a:lnTo>
                  <a:lnTo>
                    <a:pt x="59667" y="112635"/>
                  </a:lnTo>
                  <a:lnTo>
                    <a:pt x="58656" y="119116"/>
                  </a:lnTo>
                  <a:lnTo>
                    <a:pt x="58434" y="121806"/>
                  </a:lnTo>
                  <a:lnTo>
                    <a:pt x="58246" y="126405"/>
                  </a:lnTo>
                  <a:lnTo>
                    <a:pt x="57610" y="130673"/>
                  </a:lnTo>
                  <a:lnTo>
                    <a:pt x="55793" y="130647"/>
                  </a:lnTo>
                  <a:lnTo>
                    <a:pt x="56087" y="131403"/>
                  </a:lnTo>
                  <a:lnTo>
                    <a:pt x="57460" y="132607"/>
                  </a:lnTo>
                  <a:lnTo>
                    <a:pt x="57203" y="134425"/>
                  </a:lnTo>
                  <a:lnTo>
                    <a:pt x="55690" y="137740"/>
                  </a:lnTo>
                  <a:lnTo>
                    <a:pt x="55060" y="139659"/>
                  </a:lnTo>
                  <a:lnTo>
                    <a:pt x="54447" y="144314"/>
                  </a:lnTo>
                  <a:lnTo>
                    <a:pt x="53525" y="148605"/>
                  </a:lnTo>
                  <a:lnTo>
                    <a:pt x="52110" y="153484"/>
                  </a:lnTo>
                  <a:lnTo>
                    <a:pt x="52099" y="154361"/>
                  </a:lnTo>
                  <a:lnTo>
                    <a:pt x="52594" y="155605"/>
                  </a:lnTo>
                  <a:lnTo>
                    <a:pt x="53194" y="156682"/>
                  </a:lnTo>
                  <a:lnTo>
                    <a:pt x="53228" y="158199"/>
                  </a:lnTo>
                  <a:lnTo>
                    <a:pt x="53044" y="158999"/>
                  </a:lnTo>
                  <a:lnTo>
                    <a:pt x="52372" y="159209"/>
                  </a:lnTo>
                  <a:lnTo>
                    <a:pt x="51785" y="159732"/>
                  </a:lnTo>
                  <a:lnTo>
                    <a:pt x="48637" y="161071"/>
                  </a:lnTo>
                  <a:lnTo>
                    <a:pt x="47604" y="162571"/>
                  </a:lnTo>
                  <a:lnTo>
                    <a:pt x="46757" y="165255"/>
                  </a:lnTo>
                  <a:lnTo>
                    <a:pt x="45762" y="167566"/>
                  </a:lnTo>
                  <a:lnTo>
                    <a:pt x="42456" y="172694"/>
                  </a:lnTo>
                  <a:lnTo>
                    <a:pt x="40513" y="176991"/>
                  </a:lnTo>
                  <a:lnTo>
                    <a:pt x="40122" y="178220"/>
                  </a:lnTo>
                  <a:lnTo>
                    <a:pt x="39598" y="179115"/>
                  </a:lnTo>
                  <a:lnTo>
                    <a:pt x="35349" y="181149"/>
                  </a:lnTo>
                  <a:lnTo>
                    <a:pt x="32342" y="181449"/>
                  </a:lnTo>
                  <a:lnTo>
                    <a:pt x="30703" y="180927"/>
                  </a:lnTo>
                  <a:lnTo>
                    <a:pt x="29124" y="179900"/>
                  </a:lnTo>
                  <a:lnTo>
                    <a:pt x="28247" y="179548"/>
                  </a:lnTo>
                  <a:lnTo>
                    <a:pt x="26577" y="180176"/>
                  </a:lnTo>
                  <a:lnTo>
                    <a:pt x="25847" y="180869"/>
                  </a:lnTo>
                  <a:lnTo>
                    <a:pt x="24541" y="180185"/>
                  </a:lnTo>
                  <a:lnTo>
                    <a:pt x="23501" y="180702"/>
                  </a:lnTo>
                  <a:lnTo>
                    <a:pt x="23193" y="180200"/>
                  </a:lnTo>
                  <a:lnTo>
                    <a:pt x="22804" y="178939"/>
                  </a:lnTo>
                  <a:lnTo>
                    <a:pt x="23019" y="177265"/>
                  </a:lnTo>
                  <a:lnTo>
                    <a:pt x="22731" y="176027"/>
                  </a:lnTo>
                  <a:lnTo>
                    <a:pt x="22070" y="175187"/>
                  </a:lnTo>
                  <a:lnTo>
                    <a:pt x="21627" y="174212"/>
                  </a:lnTo>
                  <a:lnTo>
                    <a:pt x="21120" y="173516"/>
                  </a:lnTo>
                  <a:lnTo>
                    <a:pt x="19740" y="173242"/>
                  </a:lnTo>
                  <a:lnTo>
                    <a:pt x="17556" y="173681"/>
                  </a:lnTo>
                  <a:lnTo>
                    <a:pt x="16836" y="173635"/>
                  </a:lnTo>
                  <a:lnTo>
                    <a:pt x="15356" y="169526"/>
                  </a:lnTo>
                  <a:lnTo>
                    <a:pt x="14864" y="168516"/>
                  </a:lnTo>
                  <a:lnTo>
                    <a:pt x="13102" y="167203"/>
                  </a:lnTo>
                  <a:lnTo>
                    <a:pt x="12500" y="167384"/>
                  </a:lnTo>
                  <a:lnTo>
                    <a:pt x="11557" y="169577"/>
                  </a:lnTo>
                  <a:lnTo>
                    <a:pt x="10998" y="169950"/>
                  </a:lnTo>
                  <a:lnTo>
                    <a:pt x="7683" y="170183"/>
                  </a:lnTo>
                  <a:lnTo>
                    <a:pt x="4357" y="169476"/>
                  </a:lnTo>
                  <a:lnTo>
                    <a:pt x="3133" y="168660"/>
                  </a:lnTo>
                  <a:lnTo>
                    <a:pt x="2893" y="166764"/>
                  </a:lnTo>
                  <a:lnTo>
                    <a:pt x="5418" y="161550"/>
                  </a:lnTo>
                  <a:lnTo>
                    <a:pt x="4674" y="162248"/>
                  </a:lnTo>
                  <a:lnTo>
                    <a:pt x="3117" y="164372"/>
                  </a:lnTo>
                  <a:lnTo>
                    <a:pt x="2125" y="164046"/>
                  </a:lnTo>
                  <a:lnTo>
                    <a:pt x="3076" y="161729"/>
                  </a:lnTo>
                  <a:lnTo>
                    <a:pt x="3160" y="160695"/>
                  </a:lnTo>
                  <a:lnTo>
                    <a:pt x="2965" y="159544"/>
                  </a:lnTo>
                  <a:lnTo>
                    <a:pt x="1666" y="161495"/>
                  </a:lnTo>
                  <a:lnTo>
                    <a:pt x="191" y="161746"/>
                  </a:lnTo>
                  <a:lnTo>
                    <a:pt x="0" y="159939"/>
                  </a:lnTo>
                  <a:lnTo>
                    <a:pt x="131" y="157844"/>
                  </a:lnTo>
                  <a:lnTo>
                    <a:pt x="435" y="157250"/>
                  </a:lnTo>
                  <a:lnTo>
                    <a:pt x="4422" y="156151"/>
                  </a:lnTo>
                  <a:lnTo>
                    <a:pt x="5860" y="155432"/>
                  </a:lnTo>
                  <a:lnTo>
                    <a:pt x="6486" y="154307"/>
                  </a:lnTo>
                  <a:lnTo>
                    <a:pt x="4100" y="153920"/>
                  </a:lnTo>
                  <a:lnTo>
                    <a:pt x="3949" y="152341"/>
                  </a:lnTo>
                  <a:lnTo>
                    <a:pt x="4293" y="151078"/>
                  </a:lnTo>
                  <a:lnTo>
                    <a:pt x="6332" y="148977"/>
                  </a:lnTo>
                  <a:lnTo>
                    <a:pt x="4830" y="149514"/>
                  </a:lnTo>
                  <a:lnTo>
                    <a:pt x="3163" y="149326"/>
                  </a:lnTo>
                  <a:lnTo>
                    <a:pt x="3275" y="147107"/>
                  </a:lnTo>
                  <a:lnTo>
                    <a:pt x="3710" y="145370"/>
                  </a:lnTo>
                  <a:lnTo>
                    <a:pt x="5457" y="145318"/>
                  </a:lnTo>
                  <a:lnTo>
                    <a:pt x="4910" y="144126"/>
                  </a:lnTo>
                  <a:lnTo>
                    <a:pt x="4832" y="142461"/>
                  </a:lnTo>
                  <a:lnTo>
                    <a:pt x="5318" y="142349"/>
                  </a:lnTo>
                  <a:lnTo>
                    <a:pt x="7089" y="144588"/>
                  </a:lnTo>
                  <a:lnTo>
                    <a:pt x="8366" y="145407"/>
                  </a:lnTo>
                  <a:lnTo>
                    <a:pt x="7829" y="143722"/>
                  </a:lnTo>
                  <a:lnTo>
                    <a:pt x="7899" y="142660"/>
                  </a:lnTo>
                  <a:lnTo>
                    <a:pt x="8239" y="142184"/>
                  </a:lnTo>
                  <a:lnTo>
                    <a:pt x="9284" y="141844"/>
                  </a:lnTo>
                  <a:lnTo>
                    <a:pt x="8998" y="141546"/>
                  </a:lnTo>
                  <a:lnTo>
                    <a:pt x="8017" y="141119"/>
                  </a:lnTo>
                  <a:lnTo>
                    <a:pt x="6850" y="139838"/>
                  </a:lnTo>
                  <a:lnTo>
                    <a:pt x="6725" y="138485"/>
                  </a:lnTo>
                  <a:lnTo>
                    <a:pt x="6765" y="136918"/>
                  </a:lnTo>
                  <a:lnTo>
                    <a:pt x="8024" y="134765"/>
                  </a:lnTo>
                  <a:lnTo>
                    <a:pt x="8768" y="136046"/>
                  </a:lnTo>
                  <a:lnTo>
                    <a:pt x="9647" y="135694"/>
                  </a:lnTo>
                  <a:lnTo>
                    <a:pt x="8976" y="134687"/>
                  </a:lnTo>
                  <a:lnTo>
                    <a:pt x="8566" y="133178"/>
                  </a:lnTo>
                  <a:lnTo>
                    <a:pt x="8846" y="132185"/>
                  </a:lnTo>
                  <a:lnTo>
                    <a:pt x="11514" y="128180"/>
                  </a:lnTo>
                  <a:lnTo>
                    <a:pt x="12198" y="132032"/>
                  </a:lnTo>
                  <a:lnTo>
                    <a:pt x="12359" y="130754"/>
                  </a:lnTo>
                  <a:lnTo>
                    <a:pt x="12395" y="129539"/>
                  </a:lnTo>
                  <a:lnTo>
                    <a:pt x="12076" y="128486"/>
                  </a:lnTo>
                  <a:lnTo>
                    <a:pt x="12121" y="127424"/>
                  </a:lnTo>
                  <a:lnTo>
                    <a:pt x="12430" y="126509"/>
                  </a:lnTo>
                  <a:lnTo>
                    <a:pt x="13573" y="125606"/>
                  </a:lnTo>
                  <a:lnTo>
                    <a:pt x="15060" y="122666"/>
                  </a:lnTo>
                  <a:lnTo>
                    <a:pt x="16157" y="121298"/>
                  </a:lnTo>
                  <a:lnTo>
                    <a:pt x="17050" y="122175"/>
                  </a:lnTo>
                  <a:lnTo>
                    <a:pt x="17662" y="123358"/>
                  </a:lnTo>
                  <a:lnTo>
                    <a:pt x="17571" y="122184"/>
                  </a:lnTo>
                  <a:lnTo>
                    <a:pt x="17137" y="121211"/>
                  </a:lnTo>
                  <a:lnTo>
                    <a:pt x="17015" y="118510"/>
                  </a:lnTo>
                  <a:lnTo>
                    <a:pt x="19012" y="114317"/>
                  </a:lnTo>
                  <a:lnTo>
                    <a:pt x="21206" y="110324"/>
                  </a:lnTo>
                  <a:lnTo>
                    <a:pt x="23309" y="106139"/>
                  </a:lnTo>
                  <a:lnTo>
                    <a:pt x="24430" y="104619"/>
                  </a:lnTo>
                  <a:lnTo>
                    <a:pt x="26818" y="102893"/>
                  </a:lnTo>
                  <a:lnTo>
                    <a:pt x="28346" y="103612"/>
                  </a:lnTo>
                  <a:lnTo>
                    <a:pt x="28737" y="103479"/>
                  </a:lnTo>
                  <a:lnTo>
                    <a:pt x="31007" y="100463"/>
                  </a:lnTo>
                  <a:lnTo>
                    <a:pt x="31946" y="99681"/>
                  </a:lnTo>
                  <a:lnTo>
                    <a:pt x="32803" y="100758"/>
                  </a:lnTo>
                  <a:lnTo>
                    <a:pt x="33333" y="101147"/>
                  </a:lnTo>
                  <a:lnTo>
                    <a:pt x="32800" y="98391"/>
                  </a:lnTo>
                  <a:lnTo>
                    <a:pt x="33217" y="97128"/>
                  </a:lnTo>
                  <a:lnTo>
                    <a:pt x="35113" y="94897"/>
                  </a:lnTo>
                  <a:lnTo>
                    <a:pt x="37483" y="92594"/>
                  </a:lnTo>
                  <a:lnTo>
                    <a:pt x="39288" y="91636"/>
                  </a:lnTo>
                  <a:lnTo>
                    <a:pt x="40617" y="90078"/>
                  </a:lnTo>
                  <a:lnTo>
                    <a:pt x="41415" y="90035"/>
                  </a:lnTo>
                  <a:lnTo>
                    <a:pt x="41293" y="88857"/>
                  </a:lnTo>
                  <a:lnTo>
                    <a:pt x="41429" y="87729"/>
                  </a:lnTo>
                  <a:lnTo>
                    <a:pt x="42118" y="87807"/>
                  </a:lnTo>
                  <a:lnTo>
                    <a:pt x="42330" y="87363"/>
                  </a:lnTo>
                  <a:lnTo>
                    <a:pt x="41725" y="86754"/>
                  </a:lnTo>
                  <a:lnTo>
                    <a:pt x="43682" y="84491"/>
                  </a:lnTo>
                  <a:lnTo>
                    <a:pt x="44745" y="81998"/>
                  </a:lnTo>
                  <a:lnTo>
                    <a:pt x="45301" y="81482"/>
                  </a:lnTo>
                  <a:lnTo>
                    <a:pt x="45805" y="80728"/>
                  </a:lnTo>
                  <a:lnTo>
                    <a:pt x="46429" y="79009"/>
                  </a:lnTo>
                  <a:lnTo>
                    <a:pt x="47167" y="78440"/>
                  </a:lnTo>
                  <a:lnTo>
                    <a:pt x="47855" y="78706"/>
                  </a:lnTo>
                  <a:lnTo>
                    <a:pt x="48353" y="79551"/>
                  </a:lnTo>
                  <a:lnTo>
                    <a:pt x="48084" y="78146"/>
                  </a:lnTo>
                  <a:lnTo>
                    <a:pt x="47202" y="77346"/>
                  </a:lnTo>
                  <a:lnTo>
                    <a:pt x="48148" y="76123"/>
                  </a:lnTo>
                  <a:lnTo>
                    <a:pt x="49125" y="75280"/>
                  </a:lnTo>
                  <a:lnTo>
                    <a:pt x="50077" y="75895"/>
                  </a:lnTo>
                  <a:lnTo>
                    <a:pt x="51015" y="76879"/>
                  </a:lnTo>
                  <a:lnTo>
                    <a:pt x="50077" y="75370"/>
                  </a:lnTo>
                  <a:lnTo>
                    <a:pt x="49926" y="74432"/>
                  </a:lnTo>
                  <a:lnTo>
                    <a:pt x="51060" y="73353"/>
                  </a:lnTo>
                  <a:lnTo>
                    <a:pt x="51676" y="73021"/>
                  </a:lnTo>
                  <a:lnTo>
                    <a:pt x="52538" y="75047"/>
                  </a:lnTo>
                  <a:lnTo>
                    <a:pt x="52415" y="73442"/>
                  </a:lnTo>
                  <a:lnTo>
                    <a:pt x="52616" y="72019"/>
                  </a:lnTo>
                  <a:lnTo>
                    <a:pt x="53834" y="69694"/>
                  </a:lnTo>
                  <a:lnTo>
                    <a:pt x="55434" y="65844"/>
                  </a:lnTo>
                  <a:lnTo>
                    <a:pt x="55946" y="67183"/>
                  </a:lnTo>
                  <a:lnTo>
                    <a:pt x="56024" y="68811"/>
                  </a:lnTo>
                  <a:lnTo>
                    <a:pt x="55949" y="70770"/>
                  </a:lnTo>
                  <a:lnTo>
                    <a:pt x="56278" y="70092"/>
                  </a:lnTo>
                  <a:lnTo>
                    <a:pt x="56391" y="68311"/>
                  </a:lnTo>
                  <a:lnTo>
                    <a:pt x="56147" y="65186"/>
                  </a:lnTo>
                  <a:lnTo>
                    <a:pt x="58144" y="59406"/>
                  </a:lnTo>
                  <a:lnTo>
                    <a:pt x="58535" y="58760"/>
                  </a:lnTo>
                  <a:lnTo>
                    <a:pt x="58976" y="58367"/>
                  </a:lnTo>
                  <a:lnTo>
                    <a:pt x="59672" y="58215"/>
                  </a:lnTo>
                  <a:lnTo>
                    <a:pt x="59458" y="57340"/>
                  </a:lnTo>
                  <a:lnTo>
                    <a:pt x="58917" y="56495"/>
                  </a:lnTo>
                  <a:lnTo>
                    <a:pt x="59463" y="53557"/>
                  </a:lnTo>
                  <a:lnTo>
                    <a:pt x="59786" y="50204"/>
                  </a:lnTo>
                  <a:lnTo>
                    <a:pt x="60250" y="46981"/>
                  </a:lnTo>
                  <a:lnTo>
                    <a:pt x="60995" y="43821"/>
                  </a:lnTo>
                  <a:lnTo>
                    <a:pt x="61805" y="38552"/>
                  </a:lnTo>
                  <a:lnTo>
                    <a:pt x="62423" y="37452"/>
                  </a:lnTo>
                  <a:lnTo>
                    <a:pt x="64099" y="37074"/>
                  </a:lnTo>
                  <a:lnTo>
                    <a:pt x="64833" y="36333"/>
                  </a:lnTo>
                  <a:lnTo>
                    <a:pt x="66055" y="34428"/>
                  </a:lnTo>
                  <a:lnTo>
                    <a:pt x="67503" y="30986"/>
                  </a:lnTo>
                  <a:lnTo>
                    <a:pt x="68277" y="28210"/>
                  </a:lnTo>
                  <a:lnTo>
                    <a:pt x="69297" y="21024"/>
                  </a:lnTo>
                  <a:lnTo>
                    <a:pt x="69865" y="13510"/>
                  </a:lnTo>
                  <a:lnTo>
                    <a:pt x="71510" y="7938"/>
                  </a:lnTo>
                  <a:lnTo>
                    <a:pt x="73922" y="3904"/>
                  </a:lnTo>
                  <a:lnTo>
                    <a:pt x="76050" y="833"/>
                  </a:lnTo>
                  <a:lnTo>
                    <a:pt x="76920" y="196"/>
                  </a:lnTo>
                  <a:lnTo>
                    <a:pt x="78389" y="0"/>
                  </a:lnTo>
                  <a:lnTo>
                    <a:pt x="79789" y="848"/>
                  </a:lnTo>
                  <a:lnTo>
                    <a:pt x="77185" y="1587"/>
                  </a:lnTo>
                  <a:lnTo>
                    <a:pt x="76920" y="3407"/>
                  </a:lnTo>
                  <a:lnTo>
                    <a:pt x="76837" y="5251"/>
                  </a:lnTo>
                  <a:lnTo>
                    <a:pt x="77139" y="6902"/>
                  </a:lnTo>
                  <a:lnTo>
                    <a:pt x="77607" y="8374"/>
                  </a:lnTo>
                  <a:lnTo>
                    <a:pt x="78870" y="9759"/>
                  </a:lnTo>
                  <a:lnTo>
                    <a:pt x="80344" y="10584"/>
                  </a:lnTo>
                  <a:lnTo>
                    <a:pt x="81006" y="13698"/>
                  </a:lnTo>
                  <a:lnTo>
                    <a:pt x="81128" y="17391"/>
                  </a:lnTo>
                  <a:lnTo>
                    <a:pt x="81331" y="20560"/>
                  </a:lnTo>
                  <a:close/>
                </a:path>
              </a:pathLst>
            </a:custGeom>
            <a:solidFill>
              <a:srgbClr val="EAF3E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3" name="pg1112"/>
            <p:cNvSpPr/>
            <p:nvPr/>
          </p:nvSpPr>
          <p:spPr>
            <a:xfrm>
              <a:off x="5527643" y="4699931"/>
              <a:ext cx="2647" cy="7771"/>
            </a:xfrm>
            <a:custGeom>
              <a:avLst/>
              <a:pathLst>
                <a:path w="2647" h="7771">
                  <a:moveTo>
                    <a:pt x="2548" y="6157"/>
                  </a:moveTo>
                  <a:lnTo>
                    <a:pt x="2647" y="7771"/>
                  </a:lnTo>
                  <a:lnTo>
                    <a:pt x="1702" y="7196"/>
                  </a:lnTo>
                  <a:lnTo>
                    <a:pt x="1332" y="5979"/>
                  </a:lnTo>
                  <a:lnTo>
                    <a:pt x="273" y="4720"/>
                  </a:lnTo>
                  <a:lnTo>
                    <a:pt x="118" y="4339"/>
                  </a:lnTo>
                  <a:lnTo>
                    <a:pt x="0" y="1887"/>
                  </a:lnTo>
                  <a:lnTo>
                    <a:pt x="555" y="706"/>
                  </a:lnTo>
                  <a:lnTo>
                    <a:pt x="652" y="201"/>
                  </a:lnTo>
                  <a:lnTo>
                    <a:pt x="897" y="0"/>
                  </a:lnTo>
                  <a:lnTo>
                    <a:pt x="1329" y="1292"/>
                  </a:lnTo>
                  <a:lnTo>
                    <a:pt x="2171" y="3133"/>
                  </a:lnTo>
                  <a:close/>
                </a:path>
              </a:pathLst>
            </a:custGeom>
            <a:solidFill>
              <a:srgbClr val="EAF3E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4" name="pg1113"/>
            <p:cNvSpPr/>
            <p:nvPr/>
          </p:nvSpPr>
          <p:spPr>
            <a:xfrm>
              <a:off x="5495181" y="4651417"/>
              <a:ext cx="71944" cy="212207"/>
            </a:xfrm>
            <a:custGeom>
              <a:avLst/>
              <a:pathLst>
                <a:path w="71944" h="212207">
                  <a:moveTo>
                    <a:pt x="6953" y="14941"/>
                  </a:moveTo>
                  <a:lnTo>
                    <a:pt x="7140" y="16295"/>
                  </a:lnTo>
                  <a:lnTo>
                    <a:pt x="7823" y="15331"/>
                  </a:lnTo>
                  <a:lnTo>
                    <a:pt x="8333" y="13810"/>
                  </a:lnTo>
                  <a:lnTo>
                    <a:pt x="9154" y="12269"/>
                  </a:lnTo>
                  <a:lnTo>
                    <a:pt x="9041" y="14757"/>
                  </a:lnTo>
                  <a:lnTo>
                    <a:pt x="9461" y="15302"/>
                  </a:lnTo>
                  <a:lnTo>
                    <a:pt x="12189" y="17036"/>
                  </a:lnTo>
                  <a:lnTo>
                    <a:pt x="12750" y="18482"/>
                  </a:lnTo>
                  <a:lnTo>
                    <a:pt x="13330" y="18895"/>
                  </a:lnTo>
                  <a:lnTo>
                    <a:pt x="13658" y="18087"/>
                  </a:lnTo>
                  <a:lnTo>
                    <a:pt x="14042" y="17645"/>
                  </a:lnTo>
                  <a:lnTo>
                    <a:pt x="15028" y="18557"/>
                  </a:lnTo>
                  <a:lnTo>
                    <a:pt x="17251" y="21091"/>
                  </a:lnTo>
                  <a:lnTo>
                    <a:pt x="17436" y="21962"/>
                  </a:lnTo>
                  <a:lnTo>
                    <a:pt x="17322" y="23264"/>
                  </a:lnTo>
                  <a:lnTo>
                    <a:pt x="17433" y="24637"/>
                  </a:lnTo>
                  <a:lnTo>
                    <a:pt x="17734" y="25734"/>
                  </a:lnTo>
                  <a:lnTo>
                    <a:pt x="18476" y="25988"/>
                  </a:lnTo>
                  <a:lnTo>
                    <a:pt x="19459" y="24360"/>
                  </a:lnTo>
                  <a:lnTo>
                    <a:pt x="19920" y="24158"/>
                  </a:lnTo>
                  <a:lnTo>
                    <a:pt x="20575" y="26458"/>
                  </a:lnTo>
                  <a:lnTo>
                    <a:pt x="20718" y="27716"/>
                  </a:lnTo>
                  <a:lnTo>
                    <a:pt x="21140" y="29006"/>
                  </a:lnTo>
                  <a:lnTo>
                    <a:pt x="21703" y="30287"/>
                  </a:lnTo>
                  <a:lnTo>
                    <a:pt x="22674" y="34068"/>
                  </a:lnTo>
                  <a:lnTo>
                    <a:pt x="22529" y="35395"/>
                  </a:lnTo>
                  <a:lnTo>
                    <a:pt x="22244" y="36590"/>
                  </a:lnTo>
                  <a:lnTo>
                    <a:pt x="23133" y="40081"/>
                  </a:lnTo>
                  <a:lnTo>
                    <a:pt x="22551" y="40324"/>
                  </a:lnTo>
                  <a:lnTo>
                    <a:pt x="20793" y="39732"/>
                  </a:lnTo>
                  <a:lnTo>
                    <a:pt x="20852" y="40430"/>
                  </a:lnTo>
                  <a:lnTo>
                    <a:pt x="21875" y="42993"/>
                  </a:lnTo>
                  <a:lnTo>
                    <a:pt x="22739" y="46614"/>
                  </a:lnTo>
                  <a:lnTo>
                    <a:pt x="23432" y="48799"/>
                  </a:lnTo>
                  <a:lnTo>
                    <a:pt x="25866" y="55563"/>
                  </a:lnTo>
                  <a:lnTo>
                    <a:pt x="25500" y="57969"/>
                  </a:lnTo>
                  <a:lnTo>
                    <a:pt x="25557" y="59556"/>
                  </a:lnTo>
                  <a:lnTo>
                    <a:pt x="25244" y="60921"/>
                  </a:lnTo>
                  <a:lnTo>
                    <a:pt x="26077" y="64505"/>
                  </a:lnTo>
                  <a:lnTo>
                    <a:pt x="25558" y="65619"/>
                  </a:lnTo>
                  <a:lnTo>
                    <a:pt x="25213" y="69290"/>
                  </a:lnTo>
                  <a:lnTo>
                    <a:pt x="24836" y="69933"/>
                  </a:lnTo>
                  <a:lnTo>
                    <a:pt x="24883" y="71275"/>
                  </a:lnTo>
                  <a:lnTo>
                    <a:pt x="25864" y="71630"/>
                  </a:lnTo>
                  <a:lnTo>
                    <a:pt x="26455" y="72201"/>
                  </a:lnTo>
                  <a:lnTo>
                    <a:pt x="26968" y="73289"/>
                  </a:lnTo>
                  <a:lnTo>
                    <a:pt x="27286" y="71979"/>
                  </a:lnTo>
                  <a:lnTo>
                    <a:pt x="27716" y="71621"/>
                  </a:lnTo>
                  <a:lnTo>
                    <a:pt x="28889" y="73373"/>
                  </a:lnTo>
                  <a:lnTo>
                    <a:pt x="31332" y="75119"/>
                  </a:lnTo>
                  <a:lnTo>
                    <a:pt x="32004" y="75768"/>
                  </a:lnTo>
                  <a:lnTo>
                    <a:pt x="32336" y="77176"/>
                  </a:lnTo>
                  <a:lnTo>
                    <a:pt x="32586" y="80581"/>
                  </a:lnTo>
                  <a:lnTo>
                    <a:pt x="33063" y="82082"/>
                  </a:lnTo>
                  <a:lnTo>
                    <a:pt x="33996" y="82370"/>
                  </a:lnTo>
                  <a:lnTo>
                    <a:pt x="35002" y="81917"/>
                  </a:lnTo>
                  <a:lnTo>
                    <a:pt x="35319" y="80676"/>
                  </a:lnTo>
                  <a:lnTo>
                    <a:pt x="35119" y="77341"/>
                  </a:lnTo>
                  <a:lnTo>
                    <a:pt x="34393" y="71999"/>
                  </a:lnTo>
                  <a:lnTo>
                    <a:pt x="34390" y="70262"/>
                  </a:lnTo>
                  <a:lnTo>
                    <a:pt x="34493" y="68522"/>
                  </a:lnTo>
                  <a:lnTo>
                    <a:pt x="34322" y="66794"/>
                  </a:lnTo>
                  <a:lnTo>
                    <a:pt x="33959" y="65160"/>
                  </a:lnTo>
                  <a:lnTo>
                    <a:pt x="33569" y="63908"/>
                  </a:lnTo>
                  <a:lnTo>
                    <a:pt x="33065" y="62858"/>
                  </a:lnTo>
                  <a:lnTo>
                    <a:pt x="33241" y="61216"/>
                  </a:lnTo>
                  <a:lnTo>
                    <a:pt x="33994" y="60474"/>
                  </a:lnTo>
                  <a:lnTo>
                    <a:pt x="34449" y="61862"/>
                  </a:lnTo>
                  <a:lnTo>
                    <a:pt x="34823" y="63536"/>
                  </a:lnTo>
                  <a:lnTo>
                    <a:pt x="36717" y="68490"/>
                  </a:lnTo>
                  <a:lnTo>
                    <a:pt x="37836" y="68141"/>
                  </a:lnTo>
                  <a:lnTo>
                    <a:pt x="37941" y="70193"/>
                  </a:lnTo>
                  <a:lnTo>
                    <a:pt x="38700" y="72276"/>
                  </a:lnTo>
                  <a:lnTo>
                    <a:pt x="39120" y="74718"/>
                  </a:lnTo>
                  <a:lnTo>
                    <a:pt x="39674" y="82013"/>
                  </a:lnTo>
                  <a:lnTo>
                    <a:pt x="40526" y="88880"/>
                  </a:lnTo>
                  <a:lnTo>
                    <a:pt x="42061" y="91873"/>
                  </a:lnTo>
                  <a:lnTo>
                    <a:pt x="42240" y="93304"/>
                  </a:lnTo>
                  <a:lnTo>
                    <a:pt x="41305" y="92565"/>
                  </a:lnTo>
                  <a:lnTo>
                    <a:pt x="41016" y="92995"/>
                  </a:lnTo>
                  <a:lnTo>
                    <a:pt x="41115" y="93717"/>
                  </a:lnTo>
                  <a:lnTo>
                    <a:pt x="41985" y="95030"/>
                  </a:lnTo>
                  <a:lnTo>
                    <a:pt x="43006" y="95676"/>
                  </a:lnTo>
                  <a:lnTo>
                    <a:pt x="43648" y="95584"/>
                  </a:lnTo>
                  <a:lnTo>
                    <a:pt x="44247" y="96063"/>
                  </a:lnTo>
                  <a:lnTo>
                    <a:pt x="48233" y="100521"/>
                  </a:lnTo>
                  <a:lnTo>
                    <a:pt x="50149" y="102255"/>
                  </a:lnTo>
                  <a:lnTo>
                    <a:pt x="54984" y="105095"/>
                  </a:lnTo>
                  <a:lnTo>
                    <a:pt x="56369" y="105323"/>
                  </a:lnTo>
                  <a:lnTo>
                    <a:pt x="57133" y="105245"/>
                  </a:lnTo>
                  <a:lnTo>
                    <a:pt x="58581" y="104258"/>
                  </a:lnTo>
                  <a:lnTo>
                    <a:pt x="59877" y="102486"/>
                  </a:lnTo>
                  <a:lnTo>
                    <a:pt x="60995" y="99837"/>
                  </a:lnTo>
                  <a:lnTo>
                    <a:pt x="61963" y="96816"/>
                  </a:lnTo>
                  <a:lnTo>
                    <a:pt x="63016" y="95350"/>
                  </a:lnTo>
                  <a:lnTo>
                    <a:pt x="64210" y="94196"/>
                  </a:lnTo>
                  <a:lnTo>
                    <a:pt x="64809" y="93125"/>
                  </a:lnTo>
                  <a:lnTo>
                    <a:pt x="65440" y="92363"/>
                  </a:lnTo>
                  <a:lnTo>
                    <a:pt x="68686" y="92718"/>
                  </a:lnTo>
                  <a:lnTo>
                    <a:pt x="69779" y="94242"/>
                  </a:lnTo>
                  <a:lnTo>
                    <a:pt x="71200" y="95463"/>
                  </a:lnTo>
                  <a:lnTo>
                    <a:pt x="71944" y="96418"/>
                  </a:lnTo>
                  <a:lnTo>
                    <a:pt x="71695" y="98354"/>
                  </a:lnTo>
                  <a:lnTo>
                    <a:pt x="70844" y="101214"/>
                  </a:lnTo>
                  <a:lnTo>
                    <a:pt x="70188" y="104342"/>
                  </a:lnTo>
                  <a:lnTo>
                    <a:pt x="69612" y="111452"/>
                  </a:lnTo>
                  <a:lnTo>
                    <a:pt x="69219" y="118637"/>
                  </a:lnTo>
                  <a:lnTo>
                    <a:pt x="68630" y="121803"/>
                  </a:lnTo>
                  <a:lnTo>
                    <a:pt x="67557" y="124241"/>
                  </a:lnTo>
                  <a:lnTo>
                    <a:pt x="66374" y="126022"/>
                  </a:lnTo>
                  <a:lnTo>
                    <a:pt x="65033" y="126858"/>
                  </a:lnTo>
                  <a:lnTo>
                    <a:pt x="64490" y="130936"/>
                  </a:lnTo>
                  <a:lnTo>
                    <a:pt x="64221" y="135709"/>
                  </a:lnTo>
                  <a:lnTo>
                    <a:pt x="64298" y="136909"/>
                  </a:lnTo>
                  <a:lnTo>
                    <a:pt x="64727" y="137859"/>
                  </a:lnTo>
                  <a:lnTo>
                    <a:pt x="64903" y="139275"/>
                  </a:lnTo>
                  <a:lnTo>
                    <a:pt x="64202" y="142144"/>
                  </a:lnTo>
                  <a:lnTo>
                    <a:pt x="63791" y="141728"/>
                  </a:lnTo>
                  <a:lnTo>
                    <a:pt x="63214" y="139342"/>
                  </a:lnTo>
                  <a:lnTo>
                    <a:pt x="62688" y="138343"/>
                  </a:lnTo>
                  <a:lnTo>
                    <a:pt x="61080" y="137599"/>
                  </a:lnTo>
                  <a:lnTo>
                    <a:pt x="59440" y="137247"/>
                  </a:lnTo>
                  <a:lnTo>
                    <a:pt x="58016" y="137463"/>
                  </a:lnTo>
                  <a:lnTo>
                    <a:pt x="56647" y="138488"/>
                  </a:lnTo>
                  <a:lnTo>
                    <a:pt x="54576" y="140565"/>
                  </a:lnTo>
                  <a:lnTo>
                    <a:pt x="53934" y="141619"/>
                  </a:lnTo>
                  <a:lnTo>
                    <a:pt x="53373" y="142952"/>
                  </a:lnTo>
                  <a:lnTo>
                    <a:pt x="52421" y="145927"/>
                  </a:lnTo>
                  <a:lnTo>
                    <a:pt x="52194" y="149566"/>
                  </a:lnTo>
                  <a:lnTo>
                    <a:pt x="52238" y="151473"/>
                  </a:lnTo>
                  <a:lnTo>
                    <a:pt x="52575" y="152948"/>
                  </a:lnTo>
                  <a:lnTo>
                    <a:pt x="54343" y="154956"/>
                  </a:lnTo>
                  <a:lnTo>
                    <a:pt x="52592" y="161977"/>
                  </a:lnTo>
                  <a:lnTo>
                    <a:pt x="51040" y="169278"/>
                  </a:lnTo>
                  <a:lnTo>
                    <a:pt x="50158" y="171364"/>
                  </a:lnTo>
                  <a:lnTo>
                    <a:pt x="49147" y="173286"/>
                  </a:lnTo>
                  <a:lnTo>
                    <a:pt x="48194" y="177675"/>
                  </a:lnTo>
                  <a:lnTo>
                    <a:pt x="46527" y="181458"/>
                  </a:lnTo>
                  <a:lnTo>
                    <a:pt x="45400" y="184344"/>
                  </a:lnTo>
                  <a:lnTo>
                    <a:pt x="44520" y="187336"/>
                  </a:lnTo>
                  <a:lnTo>
                    <a:pt x="43754" y="190524"/>
                  </a:lnTo>
                  <a:lnTo>
                    <a:pt x="42112" y="195023"/>
                  </a:lnTo>
                  <a:lnTo>
                    <a:pt x="41387" y="197995"/>
                  </a:lnTo>
                  <a:lnTo>
                    <a:pt x="40437" y="200466"/>
                  </a:lnTo>
                  <a:lnTo>
                    <a:pt x="38669" y="203623"/>
                  </a:lnTo>
                  <a:lnTo>
                    <a:pt x="36789" y="206329"/>
                  </a:lnTo>
                  <a:lnTo>
                    <a:pt x="33824" y="210069"/>
                  </a:lnTo>
                  <a:lnTo>
                    <a:pt x="33000" y="211304"/>
                  </a:lnTo>
                  <a:lnTo>
                    <a:pt x="32130" y="212207"/>
                  </a:lnTo>
                  <a:lnTo>
                    <a:pt x="31049" y="211137"/>
                  </a:lnTo>
                  <a:lnTo>
                    <a:pt x="30831" y="209971"/>
                  </a:lnTo>
                  <a:lnTo>
                    <a:pt x="30586" y="207432"/>
                  </a:lnTo>
                  <a:lnTo>
                    <a:pt x="30351" y="206497"/>
                  </a:lnTo>
                  <a:lnTo>
                    <a:pt x="28973" y="205723"/>
                  </a:lnTo>
                  <a:lnTo>
                    <a:pt x="27148" y="206955"/>
                  </a:lnTo>
                  <a:lnTo>
                    <a:pt x="26844" y="206693"/>
                  </a:lnTo>
                  <a:lnTo>
                    <a:pt x="26768" y="206110"/>
                  </a:lnTo>
                  <a:lnTo>
                    <a:pt x="26765" y="202384"/>
                  </a:lnTo>
                  <a:lnTo>
                    <a:pt x="27076" y="201334"/>
                  </a:lnTo>
                  <a:lnTo>
                    <a:pt x="26650" y="200754"/>
                  </a:lnTo>
                  <a:lnTo>
                    <a:pt x="26229" y="200982"/>
                  </a:lnTo>
                  <a:lnTo>
                    <a:pt x="26083" y="201931"/>
                  </a:lnTo>
                  <a:lnTo>
                    <a:pt x="26348" y="202754"/>
                  </a:lnTo>
                  <a:lnTo>
                    <a:pt x="25310" y="203775"/>
                  </a:lnTo>
                  <a:lnTo>
                    <a:pt x="24230" y="203804"/>
                  </a:lnTo>
                  <a:lnTo>
                    <a:pt x="23902" y="203403"/>
                  </a:lnTo>
                  <a:lnTo>
                    <a:pt x="23808" y="202716"/>
                  </a:lnTo>
                  <a:lnTo>
                    <a:pt x="24069" y="201588"/>
                  </a:lnTo>
                  <a:lnTo>
                    <a:pt x="24419" y="200595"/>
                  </a:lnTo>
                  <a:lnTo>
                    <a:pt x="26429" y="195901"/>
                  </a:lnTo>
                  <a:lnTo>
                    <a:pt x="28515" y="189662"/>
                  </a:lnTo>
                  <a:lnTo>
                    <a:pt x="30313" y="182981"/>
                  </a:lnTo>
                  <a:lnTo>
                    <a:pt x="30782" y="179548"/>
                  </a:lnTo>
                  <a:lnTo>
                    <a:pt x="31443" y="173164"/>
                  </a:lnTo>
                  <a:lnTo>
                    <a:pt x="30901" y="170507"/>
                  </a:lnTo>
                  <a:lnTo>
                    <a:pt x="30232" y="168011"/>
                  </a:lnTo>
                  <a:lnTo>
                    <a:pt x="28422" y="163200"/>
                  </a:lnTo>
                  <a:lnTo>
                    <a:pt x="26010" y="160482"/>
                  </a:lnTo>
                  <a:lnTo>
                    <a:pt x="24449" y="160098"/>
                  </a:lnTo>
                  <a:lnTo>
                    <a:pt x="22970" y="159088"/>
                  </a:lnTo>
                  <a:lnTo>
                    <a:pt x="21579" y="156788"/>
                  </a:lnTo>
                  <a:lnTo>
                    <a:pt x="20312" y="154076"/>
                  </a:lnTo>
                  <a:lnTo>
                    <a:pt x="17802" y="151854"/>
                  </a:lnTo>
                  <a:lnTo>
                    <a:pt x="15158" y="150108"/>
                  </a:lnTo>
                  <a:lnTo>
                    <a:pt x="13649" y="147647"/>
                  </a:lnTo>
                  <a:lnTo>
                    <a:pt x="13290" y="146181"/>
                  </a:lnTo>
                  <a:lnTo>
                    <a:pt x="13052" y="144484"/>
                  </a:lnTo>
                  <a:lnTo>
                    <a:pt x="13085" y="142906"/>
                  </a:lnTo>
                  <a:lnTo>
                    <a:pt x="13273" y="141307"/>
                  </a:lnTo>
                  <a:lnTo>
                    <a:pt x="13575" y="140075"/>
                  </a:lnTo>
                  <a:lnTo>
                    <a:pt x="14047" y="139183"/>
                  </a:lnTo>
                  <a:lnTo>
                    <a:pt x="16849" y="135989"/>
                  </a:lnTo>
                  <a:lnTo>
                    <a:pt x="19814" y="134211"/>
                  </a:lnTo>
                  <a:lnTo>
                    <a:pt x="20361" y="134243"/>
                  </a:lnTo>
                  <a:lnTo>
                    <a:pt x="20885" y="133960"/>
                  </a:lnTo>
                  <a:lnTo>
                    <a:pt x="21626" y="132872"/>
                  </a:lnTo>
                  <a:lnTo>
                    <a:pt x="22955" y="130385"/>
                  </a:lnTo>
                  <a:lnTo>
                    <a:pt x="23339" y="128714"/>
                  </a:lnTo>
                  <a:lnTo>
                    <a:pt x="23601" y="123401"/>
                  </a:lnTo>
                  <a:lnTo>
                    <a:pt x="24026" y="118173"/>
                  </a:lnTo>
                  <a:lnTo>
                    <a:pt x="24795" y="112182"/>
                  </a:lnTo>
                  <a:lnTo>
                    <a:pt x="25954" y="108465"/>
                  </a:lnTo>
                  <a:lnTo>
                    <a:pt x="26334" y="106186"/>
                  </a:lnTo>
                  <a:lnTo>
                    <a:pt x="25860" y="102429"/>
                  </a:lnTo>
                  <a:lnTo>
                    <a:pt x="26294" y="101052"/>
                  </a:lnTo>
                  <a:lnTo>
                    <a:pt x="26822" y="100221"/>
                  </a:lnTo>
                  <a:lnTo>
                    <a:pt x="27420" y="99739"/>
                  </a:lnTo>
                  <a:lnTo>
                    <a:pt x="26407" y="96213"/>
                  </a:lnTo>
                  <a:lnTo>
                    <a:pt x="25216" y="90880"/>
                  </a:lnTo>
                  <a:lnTo>
                    <a:pt x="24966" y="89227"/>
                  </a:lnTo>
                  <a:lnTo>
                    <a:pt x="25148" y="87593"/>
                  </a:lnTo>
                  <a:lnTo>
                    <a:pt x="25441" y="85986"/>
                  </a:lnTo>
                  <a:lnTo>
                    <a:pt x="24697" y="85579"/>
                  </a:lnTo>
                  <a:lnTo>
                    <a:pt x="24267" y="84038"/>
                  </a:lnTo>
                  <a:lnTo>
                    <a:pt x="23197" y="78856"/>
                  </a:lnTo>
                  <a:lnTo>
                    <a:pt x="23491" y="78033"/>
                  </a:lnTo>
                  <a:lnTo>
                    <a:pt x="24108" y="78590"/>
                  </a:lnTo>
                  <a:lnTo>
                    <a:pt x="25029" y="82327"/>
                  </a:lnTo>
                  <a:lnTo>
                    <a:pt x="25178" y="80402"/>
                  </a:lnTo>
                  <a:lnTo>
                    <a:pt x="25884" y="79219"/>
                  </a:lnTo>
                  <a:lnTo>
                    <a:pt x="26628" y="78605"/>
                  </a:lnTo>
                  <a:lnTo>
                    <a:pt x="27430" y="78472"/>
                  </a:lnTo>
                  <a:lnTo>
                    <a:pt x="25618" y="74305"/>
                  </a:lnTo>
                  <a:lnTo>
                    <a:pt x="25012" y="74472"/>
                  </a:lnTo>
                  <a:lnTo>
                    <a:pt x="24210" y="75136"/>
                  </a:lnTo>
                  <a:lnTo>
                    <a:pt x="23390" y="75546"/>
                  </a:lnTo>
                  <a:lnTo>
                    <a:pt x="22589" y="75179"/>
                  </a:lnTo>
                  <a:lnTo>
                    <a:pt x="21837" y="74250"/>
                  </a:lnTo>
                  <a:lnTo>
                    <a:pt x="21453" y="72496"/>
                  </a:lnTo>
                  <a:lnTo>
                    <a:pt x="20978" y="69119"/>
                  </a:lnTo>
                  <a:lnTo>
                    <a:pt x="20681" y="67870"/>
                  </a:lnTo>
                  <a:lnTo>
                    <a:pt x="18299" y="60965"/>
                  </a:lnTo>
                  <a:lnTo>
                    <a:pt x="19000" y="60748"/>
                  </a:lnTo>
                  <a:lnTo>
                    <a:pt x="20923" y="64205"/>
                  </a:lnTo>
                  <a:lnTo>
                    <a:pt x="21295" y="63100"/>
                  </a:lnTo>
                  <a:lnTo>
                    <a:pt x="21574" y="61510"/>
                  </a:lnTo>
                  <a:lnTo>
                    <a:pt x="21482" y="59741"/>
                  </a:lnTo>
                  <a:lnTo>
                    <a:pt x="21022" y="58402"/>
                  </a:lnTo>
                  <a:lnTo>
                    <a:pt x="20337" y="57528"/>
                  </a:lnTo>
                  <a:lnTo>
                    <a:pt x="20325" y="55958"/>
                  </a:lnTo>
                  <a:lnTo>
                    <a:pt x="20847" y="54518"/>
                  </a:lnTo>
                  <a:lnTo>
                    <a:pt x="20815" y="53511"/>
                  </a:lnTo>
                  <a:lnTo>
                    <a:pt x="19713" y="51456"/>
                  </a:lnTo>
                  <a:lnTo>
                    <a:pt x="19273" y="51237"/>
                  </a:lnTo>
                  <a:lnTo>
                    <a:pt x="19078" y="52198"/>
                  </a:lnTo>
                  <a:lnTo>
                    <a:pt x="19393" y="53621"/>
                  </a:lnTo>
                  <a:lnTo>
                    <a:pt x="19099" y="53779"/>
                  </a:lnTo>
                  <a:lnTo>
                    <a:pt x="16417" y="50037"/>
                  </a:lnTo>
                  <a:lnTo>
                    <a:pt x="15589" y="47027"/>
                  </a:lnTo>
                  <a:lnTo>
                    <a:pt x="14912" y="43720"/>
                  </a:lnTo>
                  <a:lnTo>
                    <a:pt x="14844" y="45065"/>
                  </a:lnTo>
                  <a:lnTo>
                    <a:pt x="14947" y="46955"/>
                  </a:lnTo>
                  <a:lnTo>
                    <a:pt x="16006" y="50741"/>
                  </a:lnTo>
                  <a:lnTo>
                    <a:pt x="17725" y="54971"/>
                  </a:lnTo>
                  <a:lnTo>
                    <a:pt x="18021" y="56099"/>
                  </a:lnTo>
                  <a:lnTo>
                    <a:pt x="17767" y="57557"/>
                  </a:lnTo>
                  <a:lnTo>
                    <a:pt x="17170" y="57972"/>
                  </a:lnTo>
                  <a:lnTo>
                    <a:pt x="16643" y="57049"/>
                  </a:lnTo>
                  <a:lnTo>
                    <a:pt x="15857" y="53427"/>
                  </a:lnTo>
                  <a:lnTo>
                    <a:pt x="15291" y="51615"/>
                  </a:lnTo>
                  <a:lnTo>
                    <a:pt x="8715" y="32902"/>
                  </a:lnTo>
                  <a:lnTo>
                    <a:pt x="9554" y="30432"/>
                  </a:lnTo>
                  <a:lnTo>
                    <a:pt x="10857" y="28351"/>
                  </a:lnTo>
                  <a:lnTo>
                    <a:pt x="11160" y="27425"/>
                  </a:lnTo>
                  <a:lnTo>
                    <a:pt x="11355" y="26299"/>
                  </a:lnTo>
                  <a:lnTo>
                    <a:pt x="10805" y="26106"/>
                  </a:lnTo>
                  <a:lnTo>
                    <a:pt x="10313" y="26617"/>
                  </a:lnTo>
                  <a:lnTo>
                    <a:pt x="9750" y="27575"/>
                  </a:lnTo>
                  <a:lnTo>
                    <a:pt x="9234" y="28665"/>
                  </a:lnTo>
                  <a:lnTo>
                    <a:pt x="8584" y="31087"/>
                  </a:lnTo>
                  <a:lnTo>
                    <a:pt x="8272" y="31646"/>
                  </a:lnTo>
                  <a:lnTo>
                    <a:pt x="7502" y="29970"/>
                  </a:lnTo>
                  <a:lnTo>
                    <a:pt x="7210" y="28934"/>
                  </a:lnTo>
                  <a:lnTo>
                    <a:pt x="7222" y="27693"/>
                  </a:lnTo>
                  <a:lnTo>
                    <a:pt x="7015" y="26905"/>
                  </a:lnTo>
                  <a:lnTo>
                    <a:pt x="6443" y="26657"/>
                  </a:lnTo>
                  <a:lnTo>
                    <a:pt x="5604" y="24190"/>
                  </a:lnTo>
                  <a:lnTo>
                    <a:pt x="5068" y="22935"/>
                  </a:lnTo>
                  <a:lnTo>
                    <a:pt x="5958" y="20525"/>
                  </a:lnTo>
                  <a:lnTo>
                    <a:pt x="5980" y="17348"/>
                  </a:lnTo>
                  <a:lnTo>
                    <a:pt x="5075" y="14012"/>
                  </a:lnTo>
                  <a:lnTo>
                    <a:pt x="3993" y="10956"/>
                  </a:lnTo>
                  <a:lnTo>
                    <a:pt x="1910" y="6005"/>
                  </a:lnTo>
                  <a:lnTo>
                    <a:pt x="0" y="770"/>
                  </a:lnTo>
                  <a:lnTo>
                    <a:pt x="2070" y="112"/>
                  </a:lnTo>
                  <a:lnTo>
                    <a:pt x="4170" y="0"/>
                  </a:lnTo>
                  <a:lnTo>
                    <a:pt x="3181" y="3133"/>
                  </a:lnTo>
                  <a:lnTo>
                    <a:pt x="3626" y="4946"/>
                  </a:lnTo>
                  <a:lnTo>
                    <a:pt x="4299" y="6475"/>
                  </a:lnTo>
                  <a:lnTo>
                    <a:pt x="5739" y="11164"/>
                  </a:lnTo>
                  <a:lnTo>
                    <a:pt x="5865" y="12517"/>
                  </a:lnTo>
                  <a:lnTo>
                    <a:pt x="6596" y="13885"/>
                  </a:lnTo>
                  <a:close/>
                </a:path>
              </a:pathLst>
            </a:custGeom>
            <a:solidFill>
              <a:srgbClr val="EAF3E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5" name="pg1114"/>
            <p:cNvSpPr/>
            <p:nvPr/>
          </p:nvSpPr>
          <p:spPr>
            <a:xfrm>
              <a:off x="1251423" y="3909840"/>
              <a:ext cx="160" cy="758"/>
            </a:xfrm>
            <a:custGeom>
              <a:avLst/>
              <a:pathLst>
                <a:path w="160" h="758">
                  <a:moveTo>
                    <a:pt x="160" y="758"/>
                  </a:moveTo>
                  <a:lnTo>
                    <a:pt x="106" y="585"/>
                  </a:lnTo>
                  <a:lnTo>
                    <a:pt x="19" y="357"/>
                  </a:lnTo>
                  <a:lnTo>
                    <a:pt x="0" y="0"/>
                  </a:lnTo>
                  <a:lnTo>
                    <a:pt x="89" y="181"/>
                  </a:lnTo>
                  <a:lnTo>
                    <a:pt x="152" y="412"/>
                  </a:lnTo>
                  <a:close/>
                </a:path>
              </a:pathLst>
            </a:custGeom>
            <a:solidFill>
              <a:srgbClr val="EAF3E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6" name="pg1115"/>
            <p:cNvSpPr/>
            <p:nvPr/>
          </p:nvSpPr>
          <p:spPr>
            <a:xfrm>
              <a:off x="1235439" y="3886610"/>
              <a:ext cx="196" cy="1076"/>
            </a:xfrm>
            <a:custGeom>
              <a:avLst/>
              <a:pathLst>
                <a:path w="196" h="1076">
                  <a:moveTo>
                    <a:pt x="164" y="1076"/>
                  </a:moveTo>
                  <a:lnTo>
                    <a:pt x="108" y="741"/>
                  </a:lnTo>
                  <a:lnTo>
                    <a:pt x="36" y="375"/>
                  </a:lnTo>
                  <a:lnTo>
                    <a:pt x="0" y="0"/>
                  </a:lnTo>
                  <a:lnTo>
                    <a:pt x="120" y="285"/>
                  </a:lnTo>
                  <a:lnTo>
                    <a:pt x="196" y="620"/>
                  </a:lnTo>
                  <a:close/>
                </a:path>
              </a:pathLst>
            </a:custGeom>
            <a:solidFill>
              <a:srgbClr val="EAF3E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7" name="pg1116"/>
            <p:cNvSpPr/>
            <p:nvPr/>
          </p:nvSpPr>
          <p:spPr>
            <a:xfrm>
              <a:off x="4087639" y="3022979"/>
              <a:ext cx="3823" cy="14093"/>
            </a:xfrm>
            <a:custGeom>
              <a:avLst/>
              <a:pathLst>
                <a:path w="3823" h="14093">
                  <a:moveTo>
                    <a:pt x="1001" y="13646"/>
                  </a:moveTo>
                  <a:lnTo>
                    <a:pt x="224" y="14093"/>
                  </a:lnTo>
                  <a:lnTo>
                    <a:pt x="0" y="13884"/>
                  </a:lnTo>
                  <a:lnTo>
                    <a:pt x="3" y="10141"/>
                  </a:lnTo>
                  <a:lnTo>
                    <a:pt x="1814" y="5436"/>
                  </a:lnTo>
                  <a:lnTo>
                    <a:pt x="3004" y="0"/>
                  </a:lnTo>
                  <a:lnTo>
                    <a:pt x="3823" y="4857"/>
                  </a:lnTo>
                  <a:lnTo>
                    <a:pt x="2396" y="7583"/>
                  </a:lnTo>
                  <a:lnTo>
                    <a:pt x="1620" y="12225"/>
                  </a:lnTo>
                  <a:close/>
                </a:path>
              </a:pathLst>
            </a:custGeom>
            <a:solidFill>
              <a:srgbClr val="CAE1C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8" name="pg1117"/>
            <p:cNvSpPr/>
            <p:nvPr/>
          </p:nvSpPr>
          <p:spPr>
            <a:xfrm>
              <a:off x="4005415" y="2895958"/>
              <a:ext cx="96989" cy="246167"/>
            </a:xfrm>
            <a:custGeom>
              <a:avLst/>
              <a:pathLst>
                <a:path w="96989" h="246167">
                  <a:moveTo>
                    <a:pt x="54422" y="0"/>
                  </a:moveTo>
                  <a:lnTo>
                    <a:pt x="55679" y="7766"/>
                  </a:lnTo>
                  <a:lnTo>
                    <a:pt x="57540" y="15037"/>
                  </a:lnTo>
                  <a:lnTo>
                    <a:pt x="59187" y="19048"/>
                  </a:lnTo>
                  <a:lnTo>
                    <a:pt x="60895" y="24496"/>
                  </a:lnTo>
                  <a:lnTo>
                    <a:pt x="63493" y="29504"/>
                  </a:lnTo>
                  <a:lnTo>
                    <a:pt x="64687" y="31216"/>
                  </a:lnTo>
                  <a:lnTo>
                    <a:pt x="69518" y="34735"/>
                  </a:lnTo>
                  <a:lnTo>
                    <a:pt x="72156" y="36051"/>
                  </a:lnTo>
                  <a:lnTo>
                    <a:pt x="75800" y="37309"/>
                  </a:lnTo>
                  <a:lnTo>
                    <a:pt x="78319" y="40049"/>
                  </a:lnTo>
                  <a:lnTo>
                    <a:pt x="79166" y="40217"/>
                  </a:lnTo>
                  <a:lnTo>
                    <a:pt x="80484" y="39404"/>
                  </a:lnTo>
                  <a:lnTo>
                    <a:pt x="81447" y="39469"/>
                  </a:lnTo>
                  <a:lnTo>
                    <a:pt x="83854" y="43201"/>
                  </a:lnTo>
                  <a:lnTo>
                    <a:pt x="84561" y="46738"/>
                  </a:lnTo>
                  <a:lnTo>
                    <a:pt x="85562" y="48608"/>
                  </a:lnTo>
                  <a:lnTo>
                    <a:pt x="86449" y="51547"/>
                  </a:lnTo>
                  <a:lnTo>
                    <a:pt x="87023" y="54625"/>
                  </a:lnTo>
                  <a:lnTo>
                    <a:pt x="89057" y="59314"/>
                  </a:lnTo>
                  <a:lnTo>
                    <a:pt x="90491" y="64589"/>
                  </a:lnTo>
                  <a:lnTo>
                    <a:pt x="91953" y="68505"/>
                  </a:lnTo>
                  <a:lnTo>
                    <a:pt x="93258" y="70937"/>
                  </a:lnTo>
                  <a:lnTo>
                    <a:pt x="95238" y="71894"/>
                  </a:lnTo>
                  <a:lnTo>
                    <a:pt x="96813" y="72992"/>
                  </a:lnTo>
                  <a:lnTo>
                    <a:pt x="96989" y="75605"/>
                  </a:lnTo>
                  <a:lnTo>
                    <a:pt x="96827" y="79014"/>
                  </a:lnTo>
                  <a:lnTo>
                    <a:pt x="96526" y="81534"/>
                  </a:lnTo>
                  <a:lnTo>
                    <a:pt x="95056" y="86442"/>
                  </a:lnTo>
                  <a:lnTo>
                    <a:pt x="94706" y="89469"/>
                  </a:lnTo>
                  <a:lnTo>
                    <a:pt x="93041" y="94464"/>
                  </a:lnTo>
                  <a:lnTo>
                    <a:pt x="91238" y="102841"/>
                  </a:lnTo>
                  <a:lnTo>
                    <a:pt x="90412" y="104717"/>
                  </a:lnTo>
                  <a:lnTo>
                    <a:pt x="87503" y="109039"/>
                  </a:lnTo>
                  <a:lnTo>
                    <a:pt x="85367" y="114248"/>
                  </a:lnTo>
                  <a:lnTo>
                    <a:pt x="82834" y="123280"/>
                  </a:lnTo>
                  <a:lnTo>
                    <a:pt x="80906" y="132240"/>
                  </a:lnTo>
                  <a:lnTo>
                    <a:pt x="80166" y="135107"/>
                  </a:lnTo>
                  <a:lnTo>
                    <a:pt x="78618" y="135697"/>
                  </a:lnTo>
                  <a:lnTo>
                    <a:pt x="77597" y="135445"/>
                  </a:lnTo>
                  <a:lnTo>
                    <a:pt x="76893" y="134602"/>
                  </a:lnTo>
                  <a:lnTo>
                    <a:pt x="77173" y="132154"/>
                  </a:lnTo>
                  <a:lnTo>
                    <a:pt x="77338" y="129424"/>
                  </a:lnTo>
                  <a:lnTo>
                    <a:pt x="76405" y="129711"/>
                  </a:lnTo>
                  <a:lnTo>
                    <a:pt x="75585" y="130276"/>
                  </a:lnTo>
                  <a:lnTo>
                    <a:pt x="73662" y="136977"/>
                  </a:lnTo>
                  <a:lnTo>
                    <a:pt x="72609" y="139916"/>
                  </a:lnTo>
                  <a:lnTo>
                    <a:pt x="72385" y="143651"/>
                  </a:lnTo>
                  <a:lnTo>
                    <a:pt x="71873" y="148472"/>
                  </a:lnTo>
                  <a:lnTo>
                    <a:pt x="71121" y="152907"/>
                  </a:lnTo>
                  <a:lnTo>
                    <a:pt x="70787" y="156632"/>
                  </a:lnTo>
                  <a:lnTo>
                    <a:pt x="70799" y="158745"/>
                  </a:lnTo>
                  <a:lnTo>
                    <a:pt x="71363" y="163907"/>
                  </a:lnTo>
                  <a:lnTo>
                    <a:pt x="71402" y="169194"/>
                  </a:lnTo>
                  <a:lnTo>
                    <a:pt x="71727" y="172367"/>
                  </a:lnTo>
                  <a:lnTo>
                    <a:pt x="71990" y="176174"/>
                  </a:lnTo>
                  <a:lnTo>
                    <a:pt x="71087" y="177349"/>
                  </a:lnTo>
                  <a:lnTo>
                    <a:pt x="70314" y="177924"/>
                  </a:lnTo>
                  <a:lnTo>
                    <a:pt x="67255" y="178340"/>
                  </a:lnTo>
                  <a:lnTo>
                    <a:pt x="64153" y="179558"/>
                  </a:lnTo>
                  <a:lnTo>
                    <a:pt x="61447" y="181767"/>
                  </a:lnTo>
                  <a:lnTo>
                    <a:pt x="59827" y="183962"/>
                  </a:lnTo>
                  <a:lnTo>
                    <a:pt x="57718" y="188872"/>
                  </a:lnTo>
                  <a:lnTo>
                    <a:pt x="56431" y="201324"/>
                  </a:lnTo>
                  <a:lnTo>
                    <a:pt x="54367" y="206583"/>
                  </a:lnTo>
                  <a:lnTo>
                    <a:pt x="52970" y="207682"/>
                  </a:lnTo>
                  <a:lnTo>
                    <a:pt x="49606" y="208143"/>
                  </a:lnTo>
                  <a:lnTo>
                    <a:pt x="44870" y="209594"/>
                  </a:lnTo>
                  <a:lnTo>
                    <a:pt x="43207" y="210860"/>
                  </a:lnTo>
                  <a:lnTo>
                    <a:pt x="40446" y="218472"/>
                  </a:lnTo>
                  <a:lnTo>
                    <a:pt x="40234" y="220863"/>
                  </a:lnTo>
                  <a:lnTo>
                    <a:pt x="40768" y="222591"/>
                  </a:lnTo>
                  <a:lnTo>
                    <a:pt x="40943" y="224502"/>
                  </a:lnTo>
                  <a:lnTo>
                    <a:pt x="40691" y="226295"/>
                  </a:lnTo>
                  <a:lnTo>
                    <a:pt x="39439" y="231120"/>
                  </a:lnTo>
                  <a:lnTo>
                    <a:pt x="38087" y="234627"/>
                  </a:lnTo>
                  <a:lnTo>
                    <a:pt x="34480" y="236822"/>
                  </a:lnTo>
                  <a:lnTo>
                    <a:pt x="33157" y="235515"/>
                  </a:lnTo>
                  <a:lnTo>
                    <a:pt x="31946" y="234854"/>
                  </a:lnTo>
                  <a:lnTo>
                    <a:pt x="29607" y="234783"/>
                  </a:lnTo>
                  <a:lnTo>
                    <a:pt x="25796" y="235614"/>
                  </a:lnTo>
                  <a:lnTo>
                    <a:pt x="24392" y="238205"/>
                  </a:lnTo>
                  <a:lnTo>
                    <a:pt x="22183" y="240041"/>
                  </a:lnTo>
                  <a:lnTo>
                    <a:pt x="20141" y="242870"/>
                  </a:lnTo>
                  <a:lnTo>
                    <a:pt x="16290" y="243952"/>
                  </a:lnTo>
                  <a:lnTo>
                    <a:pt x="13672" y="246167"/>
                  </a:lnTo>
                  <a:lnTo>
                    <a:pt x="12924" y="242271"/>
                  </a:lnTo>
                  <a:lnTo>
                    <a:pt x="12175" y="238376"/>
                  </a:lnTo>
                  <a:lnTo>
                    <a:pt x="11427" y="234482"/>
                  </a:lnTo>
                  <a:lnTo>
                    <a:pt x="10678" y="230586"/>
                  </a:lnTo>
                  <a:lnTo>
                    <a:pt x="10155" y="227860"/>
                  </a:lnTo>
                  <a:lnTo>
                    <a:pt x="9274" y="226901"/>
                  </a:lnTo>
                  <a:lnTo>
                    <a:pt x="8740" y="224018"/>
                  </a:lnTo>
                  <a:lnTo>
                    <a:pt x="8194" y="221066"/>
                  </a:lnTo>
                  <a:lnTo>
                    <a:pt x="7647" y="218114"/>
                  </a:lnTo>
                  <a:lnTo>
                    <a:pt x="7101" y="215164"/>
                  </a:lnTo>
                  <a:lnTo>
                    <a:pt x="6555" y="212212"/>
                  </a:lnTo>
                  <a:lnTo>
                    <a:pt x="6008" y="209259"/>
                  </a:lnTo>
                  <a:lnTo>
                    <a:pt x="5462" y="206308"/>
                  </a:lnTo>
                  <a:lnTo>
                    <a:pt x="4916" y="203357"/>
                  </a:lnTo>
                  <a:lnTo>
                    <a:pt x="4369" y="200405"/>
                  </a:lnTo>
                  <a:lnTo>
                    <a:pt x="3823" y="197454"/>
                  </a:lnTo>
                  <a:lnTo>
                    <a:pt x="3277" y="194502"/>
                  </a:lnTo>
                  <a:lnTo>
                    <a:pt x="2731" y="191552"/>
                  </a:lnTo>
                  <a:lnTo>
                    <a:pt x="2184" y="188600"/>
                  </a:lnTo>
                  <a:lnTo>
                    <a:pt x="1638" y="185648"/>
                  </a:lnTo>
                  <a:lnTo>
                    <a:pt x="1092" y="182696"/>
                  </a:lnTo>
                  <a:lnTo>
                    <a:pt x="545" y="179744"/>
                  </a:lnTo>
                  <a:lnTo>
                    <a:pt x="0" y="176793"/>
                  </a:lnTo>
                  <a:lnTo>
                    <a:pt x="1738" y="175404"/>
                  </a:lnTo>
                  <a:lnTo>
                    <a:pt x="3862" y="173710"/>
                  </a:lnTo>
                  <a:lnTo>
                    <a:pt x="5985" y="172016"/>
                  </a:lnTo>
                  <a:lnTo>
                    <a:pt x="8107" y="170322"/>
                  </a:lnTo>
                  <a:lnTo>
                    <a:pt x="10230" y="168628"/>
                  </a:lnTo>
                  <a:lnTo>
                    <a:pt x="12353" y="166934"/>
                  </a:lnTo>
                  <a:lnTo>
                    <a:pt x="14476" y="165239"/>
                  </a:lnTo>
                  <a:lnTo>
                    <a:pt x="16599" y="163545"/>
                  </a:lnTo>
                  <a:lnTo>
                    <a:pt x="18721" y="161851"/>
                  </a:lnTo>
                  <a:lnTo>
                    <a:pt x="20845" y="160157"/>
                  </a:lnTo>
                  <a:lnTo>
                    <a:pt x="22967" y="158462"/>
                  </a:lnTo>
                  <a:lnTo>
                    <a:pt x="25090" y="156768"/>
                  </a:lnTo>
                  <a:lnTo>
                    <a:pt x="27213" y="155074"/>
                  </a:lnTo>
                  <a:lnTo>
                    <a:pt x="29335" y="153380"/>
                  </a:lnTo>
                  <a:lnTo>
                    <a:pt x="31459" y="151687"/>
                  </a:lnTo>
                  <a:lnTo>
                    <a:pt x="33581" y="149993"/>
                  </a:lnTo>
                  <a:lnTo>
                    <a:pt x="35704" y="148297"/>
                  </a:lnTo>
                  <a:lnTo>
                    <a:pt x="37015" y="147250"/>
                  </a:lnTo>
                  <a:lnTo>
                    <a:pt x="37560" y="143311"/>
                  </a:lnTo>
                  <a:lnTo>
                    <a:pt x="38013" y="140040"/>
                  </a:lnTo>
                  <a:lnTo>
                    <a:pt x="38464" y="136769"/>
                  </a:lnTo>
                  <a:lnTo>
                    <a:pt x="38917" y="133498"/>
                  </a:lnTo>
                  <a:lnTo>
                    <a:pt x="39369" y="130227"/>
                  </a:lnTo>
                  <a:lnTo>
                    <a:pt x="39819" y="126957"/>
                  </a:lnTo>
                  <a:lnTo>
                    <a:pt x="40271" y="123686"/>
                  </a:lnTo>
                  <a:lnTo>
                    <a:pt x="40725" y="120415"/>
                  </a:lnTo>
                  <a:lnTo>
                    <a:pt x="41175" y="117144"/>
                  </a:lnTo>
                  <a:lnTo>
                    <a:pt x="41627" y="113871"/>
                  </a:lnTo>
                  <a:lnTo>
                    <a:pt x="42079" y="110601"/>
                  </a:lnTo>
                  <a:lnTo>
                    <a:pt x="42531" y="107330"/>
                  </a:lnTo>
                  <a:lnTo>
                    <a:pt x="42983" y="104059"/>
                  </a:lnTo>
                  <a:lnTo>
                    <a:pt x="43435" y="100788"/>
                  </a:lnTo>
                  <a:lnTo>
                    <a:pt x="43887" y="97517"/>
                  </a:lnTo>
                  <a:lnTo>
                    <a:pt x="44338" y="94246"/>
                  </a:lnTo>
                  <a:lnTo>
                    <a:pt x="44790" y="90975"/>
                  </a:lnTo>
                  <a:lnTo>
                    <a:pt x="45205" y="87977"/>
                  </a:lnTo>
                  <a:lnTo>
                    <a:pt x="44424" y="85092"/>
                  </a:lnTo>
                  <a:lnTo>
                    <a:pt x="43376" y="81216"/>
                  </a:lnTo>
                  <a:lnTo>
                    <a:pt x="42278" y="77163"/>
                  </a:lnTo>
                  <a:lnTo>
                    <a:pt x="41245" y="73348"/>
                  </a:lnTo>
                  <a:lnTo>
                    <a:pt x="40494" y="70571"/>
                  </a:lnTo>
                  <a:lnTo>
                    <a:pt x="39588" y="67226"/>
                  </a:lnTo>
                  <a:lnTo>
                    <a:pt x="39689" y="62915"/>
                  </a:lnTo>
                  <a:lnTo>
                    <a:pt x="39666" y="60760"/>
                  </a:lnTo>
                  <a:lnTo>
                    <a:pt x="39762" y="57456"/>
                  </a:lnTo>
                  <a:lnTo>
                    <a:pt x="40629" y="52870"/>
                  </a:lnTo>
                  <a:lnTo>
                    <a:pt x="41654" y="47034"/>
                  </a:lnTo>
                  <a:lnTo>
                    <a:pt x="42402" y="43154"/>
                  </a:lnTo>
                  <a:lnTo>
                    <a:pt x="43049" y="39781"/>
                  </a:lnTo>
                  <a:lnTo>
                    <a:pt x="43570" y="37071"/>
                  </a:lnTo>
                  <a:lnTo>
                    <a:pt x="43855" y="34281"/>
                  </a:lnTo>
                  <a:lnTo>
                    <a:pt x="43703" y="32317"/>
                  </a:lnTo>
                  <a:lnTo>
                    <a:pt x="43364" y="31603"/>
                  </a:lnTo>
                  <a:lnTo>
                    <a:pt x="43076" y="30674"/>
                  </a:lnTo>
                  <a:lnTo>
                    <a:pt x="44055" y="29189"/>
                  </a:lnTo>
                  <a:lnTo>
                    <a:pt x="45891" y="28221"/>
                  </a:lnTo>
                  <a:lnTo>
                    <a:pt x="46909" y="28429"/>
                  </a:lnTo>
                  <a:lnTo>
                    <a:pt x="48328" y="27710"/>
                  </a:lnTo>
                  <a:lnTo>
                    <a:pt x="49452" y="27061"/>
                  </a:lnTo>
                  <a:lnTo>
                    <a:pt x="49538" y="26187"/>
                  </a:lnTo>
                  <a:lnTo>
                    <a:pt x="49219" y="24719"/>
                  </a:lnTo>
                  <a:lnTo>
                    <a:pt x="48754" y="22577"/>
                  </a:lnTo>
                  <a:lnTo>
                    <a:pt x="47163" y="22355"/>
                  </a:lnTo>
                  <a:lnTo>
                    <a:pt x="46684" y="21763"/>
                  </a:lnTo>
                  <a:lnTo>
                    <a:pt x="47237" y="18598"/>
                  </a:lnTo>
                  <a:lnTo>
                    <a:pt x="47216" y="17600"/>
                  </a:lnTo>
                  <a:lnTo>
                    <a:pt x="47004" y="16419"/>
                  </a:lnTo>
                  <a:lnTo>
                    <a:pt x="46774" y="14436"/>
                  </a:lnTo>
                  <a:lnTo>
                    <a:pt x="46890" y="11874"/>
                  </a:lnTo>
                  <a:lnTo>
                    <a:pt x="47215" y="10134"/>
                  </a:lnTo>
                  <a:lnTo>
                    <a:pt x="47219" y="8734"/>
                  </a:lnTo>
                  <a:lnTo>
                    <a:pt x="47063" y="5847"/>
                  </a:lnTo>
                  <a:lnTo>
                    <a:pt x="47114" y="3282"/>
                  </a:lnTo>
                  <a:lnTo>
                    <a:pt x="47449" y="2006"/>
                  </a:lnTo>
                  <a:lnTo>
                    <a:pt x="48039" y="820"/>
                  </a:lnTo>
                  <a:lnTo>
                    <a:pt x="48596" y="219"/>
                  </a:lnTo>
                  <a:lnTo>
                    <a:pt x="49179" y="264"/>
                  </a:lnTo>
                  <a:lnTo>
                    <a:pt x="49642" y="767"/>
                  </a:lnTo>
                  <a:lnTo>
                    <a:pt x="49841" y="2112"/>
                  </a:lnTo>
                  <a:lnTo>
                    <a:pt x="49713" y="3037"/>
                  </a:lnTo>
                  <a:lnTo>
                    <a:pt x="49384" y="3165"/>
                  </a:lnTo>
                  <a:lnTo>
                    <a:pt x="49268" y="3553"/>
                  </a:lnTo>
                  <a:lnTo>
                    <a:pt x="49738" y="5347"/>
                  </a:lnTo>
                  <a:lnTo>
                    <a:pt x="50423" y="7104"/>
                  </a:lnTo>
                  <a:lnTo>
                    <a:pt x="50949" y="6811"/>
                  </a:lnTo>
                  <a:lnTo>
                    <a:pt x="51541" y="5427"/>
                  </a:lnTo>
                  <a:lnTo>
                    <a:pt x="52161" y="4311"/>
                  </a:lnTo>
                  <a:lnTo>
                    <a:pt x="52940" y="3324"/>
                  </a:lnTo>
                  <a:lnTo>
                    <a:pt x="53504" y="1415"/>
                  </a:lnTo>
                  <a:lnTo>
                    <a:pt x="53990" y="174"/>
                  </a:lnTo>
                  <a:close/>
                </a:path>
              </a:pathLst>
            </a:custGeom>
            <a:solidFill>
              <a:srgbClr val="CAE1C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9" name="pg1118"/>
            <p:cNvSpPr/>
            <p:nvPr/>
          </p:nvSpPr>
          <p:spPr>
            <a:xfrm>
              <a:off x="4057648" y="2886367"/>
              <a:ext cx="953" cy="2806"/>
            </a:xfrm>
            <a:custGeom>
              <a:avLst/>
              <a:pathLst>
                <a:path w="953" h="2806">
                  <a:moveTo>
                    <a:pt x="0" y="2674"/>
                  </a:moveTo>
                  <a:lnTo>
                    <a:pt x="73" y="1096"/>
                  </a:lnTo>
                  <a:lnTo>
                    <a:pt x="292" y="0"/>
                  </a:lnTo>
                  <a:lnTo>
                    <a:pt x="824" y="86"/>
                  </a:lnTo>
                  <a:lnTo>
                    <a:pt x="953" y="744"/>
                  </a:lnTo>
                  <a:lnTo>
                    <a:pt x="879" y="2017"/>
                  </a:lnTo>
                  <a:lnTo>
                    <a:pt x="366" y="2806"/>
                  </a:lnTo>
                  <a:close/>
                </a:path>
              </a:pathLst>
            </a:custGeom>
            <a:solidFill>
              <a:srgbClr val="CAE1C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0" name="pg1119"/>
            <p:cNvSpPr/>
            <p:nvPr/>
          </p:nvSpPr>
          <p:spPr>
            <a:xfrm>
              <a:off x="4056043" y="2855265"/>
              <a:ext cx="4310" cy="21599"/>
            </a:xfrm>
            <a:custGeom>
              <a:avLst/>
              <a:pathLst>
                <a:path w="4310" h="21599">
                  <a:moveTo>
                    <a:pt x="2682" y="20851"/>
                  </a:moveTo>
                  <a:lnTo>
                    <a:pt x="2443" y="21529"/>
                  </a:lnTo>
                  <a:lnTo>
                    <a:pt x="2085" y="21599"/>
                  </a:lnTo>
                  <a:lnTo>
                    <a:pt x="1272" y="21021"/>
                  </a:lnTo>
                  <a:lnTo>
                    <a:pt x="791" y="19674"/>
                  </a:lnTo>
                  <a:lnTo>
                    <a:pt x="882" y="18032"/>
                  </a:lnTo>
                  <a:lnTo>
                    <a:pt x="908" y="15006"/>
                  </a:lnTo>
                  <a:lnTo>
                    <a:pt x="1136" y="12150"/>
                  </a:lnTo>
                  <a:lnTo>
                    <a:pt x="1073" y="9127"/>
                  </a:lnTo>
                  <a:lnTo>
                    <a:pt x="444" y="8515"/>
                  </a:lnTo>
                  <a:lnTo>
                    <a:pt x="0" y="8678"/>
                  </a:lnTo>
                  <a:lnTo>
                    <a:pt x="1036" y="4412"/>
                  </a:lnTo>
                  <a:lnTo>
                    <a:pt x="1441" y="3757"/>
                  </a:lnTo>
                  <a:lnTo>
                    <a:pt x="1825" y="4035"/>
                  </a:lnTo>
                  <a:lnTo>
                    <a:pt x="2777" y="3579"/>
                  </a:lnTo>
                  <a:lnTo>
                    <a:pt x="3282" y="1262"/>
                  </a:lnTo>
                  <a:lnTo>
                    <a:pt x="3680" y="0"/>
                  </a:lnTo>
                  <a:lnTo>
                    <a:pt x="4104" y="152"/>
                  </a:lnTo>
                  <a:lnTo>
                    <a:pt x="4310" y="861"/>
                  </a:lnTo>
                  <a:lnTo>
                    <a:pt x="4162" y="4378"/>
                  </a:lnTo>
                  <a:lnTo>
                    <a:pt x="4145" y="7316"/>
                  </a:lnTo>
                  <a:lnTo>
                    <a:pt x="3617" y="16303"/>
                  </a:lnTo>
                  <a:lnTo>
                    <a:pt x="3070" y="17859"/>
                  </a:lnTo>
                  <a:lnTo>
                    <a:pt x="2798" y="19118"/>
                  </a:lnTo>
                  <a:close/>
                </a:path>
              </a:pathLst>
            </a:custGeom>
            <a:solidFill>
              <a:srgbClr val="CAE1C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1" name="pg1120"/>
            <p:cNvSpPr/>
            <p:nvPr/>
          </p:nvSpPr>
          <p:spPr>
            <a:xfrm>
              <a:off x="4114817" y="2539672"/>
              <a:ext cx="199970" cy="392508"/>
            </a:xfrm>
            <a:custGeom>
              <a:avLst/>
              <a:pathLst>
                <a:path w="199970" h="392508">
                  <a:moveTo>
                    <a:pt x="196493" y="40628"/>
                  </a:moveTo>
                  <a:lnTo>
                    <a:pt x="197059" y="43284"/>
                  </a:lnTo>
                  <a:lnTo>
                    <a:pt x="197916" y="47305"/>
                  </a:lnTo>
                  <a:lnTo>
                    <a:pt x="198478" y="49939"/>
                  </a:lnTo>
                  <a:lnTo>
                    <a:pt x="199109" y="52899"/>
                  </a:lnTo>
                  <a:lnTo>
                    <a:pt x="199425" y="54380"/>
                  </a:lnTo>
                  <a:lnTo>
                    <a:pt x="199970" y="56933"/>
                  </a:lnTo>
                  <a:lnTo>
                    <a:pt x="199748" y="58339"/>
                  </a:lnTo>
                  <a:lnTo>
                    <a:pt x="199380" y="60418"/>
                  </a:lnTo>
                  <a:lnTo>
                    <a:pt x="198033" y="61992"/>
                  </a:lnTo>
                  <a:lnTo>
                    <a:pt x="196691" y="63130"/>
                  </a:lnTo>
                  <a:lnTo>
                    <a:pt x="196377" y="63791"/>
                  </a:lnTo>
                  <a:lnTo>
                    <a:pt x="196272" y="64686"/>
                  </a:lnTo>
                  <a:lnTo>
                    <a:pt x="195622" y="66478"/>
                  </a:lnTo>
                  <a:lnTo>
                    <a:pt x="194365" y="67987"/>
                  </a:lnTo>
                  <a:lnTo>
                    <a:pt x="193323" y="67838"/>
                  </a:lnTo>
                  <a:lnTo>
                    <a:pt x="192666" y="67388"/>
                  </a:lnTo>
                  <a:lnTo>
                    <a:pt x="189158" y="70000"/>
                  </a:lnTo>
                  <a:lnTo>
                    <a:pt x="187536" y="69935"/>
                  </a:lnTo>
                  <a:lnTo>
                    <a:pt x="186268" y="71630"/>
                  </a:lnTo>
                  <a:lnTo>
                    <a:pt x="185328" y="73175"/>
                  </a:lnTo>
                  <a:lnTo>
                    <a:pt x="183441" y="74865"/>
                  </a:lnTo>
                  <a:lnTo>
                    <a:pt x="182162" y="74875"/>
                  </a:lnTo>
                  <a:lnTo>
                    <a:pt x="180274" y="73871"/>
                  </a:lnTo>
                  <a:lnTo>
                    <a:pt x="177948" y="71960"/>
                  </a:lnTo>
                  <a:lnTo>
                    <a:pt x="177004" y="70848"/>
                  </a:lnTo>
                  <a:lnTo>
                    <a:pt x="176152" y="70913"/>
                  </a:lnTo>
                  <a:lnTo>
                    <a:pt x="174096" y="70646"/>
                  </a:lnTo>
                  <a:lnTo>
                    <a:pt x="172083" y="69704"/>
                  </a:lnTo>
                  <a:lnTo>
                    <a:pt x="169682" y="68580"/>
                  </a:lnTo>
                  <a:lnTo>
                    <a:pt x="168495" y="68099"/>
                  </a:lnTo>
                  <a:lnTo>
                    <a:pt x="166057" y="67114"/>
                  </a:lnTo>
                  <a:lnTo>
                    <a:pt x="164472" y="68428"/>
                  </a:lnTo>
                  <a:lnTo>
                    <a:pt x="163039" y="69617"/>
                  </a:lnTo>
                  <a:lnTo>
                    <a:pt x="161872" y="70421"/>
                  </a:lnTo>
                  <a:lnTo>
                    <a:pt x="160908" y="74097"/>
                  </a:lnTo>
                  <a:lnTo>
                    <a:pt x="160500" y="75390"/>
                  </a:lnTo>
                  <a:lnTo>
                    <a:pt x="160032" y="77250"/>
                  </a:lnTo>
                  <a:lnTo>
                    <a:pt x="159815" y="78554"/>
                  </a:lnTo>
                  <a:lnTo>
                    <a:pt x="160005" y="80117"/>
                  </a:lnTo>
                  <a:lnTo>
                    <a:pt x="161420" y="81225"/>
                  </a:lnTo>
                  <a:lnTo>
                    <a:pt x="162009" y="82738"/>
                  </a:lnTo>
                  <a:lnTo>
                    <a:pt x="162097" y="84077"/>
                  </a:lnTo>
                  <a:lnTo>
                    <a:pt x="161588" y="85452"/>
                  </a:lnTo>
                  <a:lnTo>
                    <a:pt x="161164" y="86539"/>
                  </a:lnTo>
                  <a:lnTo>
                    <a:pt x="161167" y="87494"/>
                  </a:lnTo>
                  <a:lnTo>
                    <a:pt x="161392" y="88458"/>
                  </a:lnTo>
                  <a:lnTo>
                    <a:pt x="161732" y="89175"/>
                  </a:lnTo>
                  <a:lnTo>
                    <a:pt x="163740" y="89621"/>
                  </a:lnTo>
                  <a:lnTo>
                    <a:pt x="164929" y="89629"/>
                  </a:lnTo>
                  <a:lnTo>
                    <a:pt x="165392" y="90020"/>
                  </a:lnTo>
                  <a:lnTo>
                    <a:pt x="165446" y="91323"/>
                  </a:lnTo>
                  <a:lnTo>
                    <a:pt x="165011" y="93082"/>
                  </a:lnTo>
                  <a:lnTo>
                    <a:pt x="163318" y="94497"/>
                  </a:lnTo>
                  <a:lnTo>
                    <a:pt x="162362" y="95989"/>
                  </a:lnTo>
                  <a:lnTo>
                    <a:pt x="162060" y="97966"/>
                  </a:lnTo>
                  <a:lnTo>
                    <a:pt x="162073" y="99546"/>
                  </a:lnTo>
                  <a:lnTo>
                    <a:pt x="162399" y="100592"/>
                  </a:lnTo>
                  <a:lnTo>
                    <a:pt x="163210" y="101795"/>
                  </a:lnTo>
                  <a:lnTo>
                    <a:pt x="163970" y="103173"/>
                  </a:lnTo>
                  <a:lnTo>
                    <a:pt x="164201" y="104298"/>
                  </a:lnTo>
                  <a:lnTo>
                    <a:pt x="164109" y="105824"/>
                  </a:lnTo>
                  <a:lnTo>
                    <a:pt x="163803" y="107929"/>
                  </a:lnTo>
                  <a:lnTo>
                    <a:pt x="162972" y="110377"/>
                  </a:lnTo>
                  <a:lnTo>
                    <a:pt x="162279" y="112123"/>
                  </a:lnTo>
                  <a:lnTo>
                    <a:pt x="162225" y="112743"/>
                  </a:lnTo>
                  <a:lnTo>
                    <a:pt x="162397" y="113681"/>
                  </a:lnTo>
                  <a:lnTo>
                    <a:pt x="162956" y="115042"/>
                  </a:lnTo>
                  <a:lnTo>
                    <a:pt x="163908" y="117050"/>
                  </a:lnTo>
                  <a:lnTo>
                    <a:pt x="165090" y="118679"/>
                  </a:lnTo>
                  <a:lnTo>
                    <a:pt x="165850" y="119128"/>
                  </a:lnTo>
                  <a:lnTo>
                    <a:pt x="166097" y="119522"/>
                  </a:lnTo>
                  <a:lnTo>
                    <a:pt x="166333" y="121407"/>
                  </a:lnTo>
                  <a:lnTo>
                    <a:pt x="166422" y="123391"/>
                  </a:lnTo>
                  <a:lnTo>
                    <a:pt x="166120" y="124880"/>
                  </a:lnTo>
                  <a:lnTo>
                    <a:pt x="166726" y="126114"/>
                  </a:lnTo>
                  <a:lnTo>
                    <a:pt x="168315" y="126046"/>
                  </a:lnTo>
                  <a:lnTo>
                    <a:pt x="169609" y="126571"/>
                  </a:lnTo>
                  <a:lnTo>
                    <a:pt x="170154" y="126049"/>
                  </a:lnTo>
                  <a:lnTo>
                    <a:pt x="170535" y="126440"/>
                  </a:lnTo>
                  <a:lnTo>
                    <a:pt x="170289" y="130871"/>
                  </a:lnTo>
                  <a:lnTo>
                    <a:pt x="170467" y="133494"/>
                  </a:lnTo>
                  <a:lnTo>
                    <a:pt x="170812" y="134237"/>
                  </a:lnTo>
                  <a:lnTo>
                    <a:pt x="172085" y="135300"/>
                  </a:lnTo>
                  <a:lnTo>
                    <a:pt x="174533" y="135171"/>
                  </a:lnTo>
                  <a:lnTo>
                    <a:pt x="175974" y="136407"/>
                  </a:lnTo>
                  <a:lnTo>
                    <a:pt x="177574" y="137833"/>
                  </a:lnTo>
                  <a:lnTo>
                    <a:pt x="178424" y="139405"/>
                  </a:lnTo>
                  <a:lnTo>
                    <a:pt x="178805" y="140578"/>
                  </a:lnTo>
                  <a:lnTo>
                    <a:pt x="178697" y="142467"/>
                  </a:lnTo>
                  <a:lnTo>
                    <a:pt x="177825" y="144682"/>
                  </a:lnTo>
                  <a:lnTo>
                    <a:pt x="176402" y="145732"/>
                  </a:lnTo>
                  <a:lnTo>
                    <a:pt x="175572" y="146188"/>
                  </a:lnTo>
                  <a:lnTo>
                    <a:pt x="171475" y="150340"/>
                  </a:lnTo>
                  <a:lnTo>
                    <a:pt x="170195" y="152086"/>
                  </a:lnTo>
                  <a:lnTo>
                    <a:pt x="169206" y="154190"/>
                  </a:lnTo>
                  <a:lnTo>
                    <a:pt x="168841" y="155768"/>
                  </a:lnTo>
                  <a:lnTo>
                    <a:pt x="168643" y="157311"/>
                  </a:lnTo>
                  <a:lnTo>
                    <a:pt x="169530" y="162896"/>
                  </a:lnTo>
                  <a:lnTo>
                    <a:pt x="169679" y="164626"/>
                  </a:lnTo>
                  <a:lnTo>
                    <a:pt x="168951" y="170654"/>
                  </a:lnTo>
                  <a:lnTo>
                    <a:pt x="168738" y="172893"/>
                  </a:lnTo>
                  <a:lnTo>
                    <a:pt x="169010" y="174457"/>
                  </a:lnTo>
                  <a:lnTo>
                    <a:pt x="169882" y="175043"/>
                  </a:lnTo>
                  <a:lnTo>
                    <a:pt x="170072" y="176346"/>
                  </a:lnTo>
                  <a:lnTo>
                    <a:pt x="170159" y="177353"/>
                  </a:lnTo>
                  <a:lnTo>
                    <a:pt x="168640" y="179569"/>
                  </a:lnTo>
                  <a:lnTo>
                    <a:pt x="167044" y="181527"/>
                  </a:lnTo>
                  <a:lnTo>
                    <a:pt x="166538" y="181523"/>
                  </a:lnTo>
                  <a:lnTo>
                    <a:pt x="165011" y="185203"/>
                  </a:lnTo>
                  <a:lnTo>
                    <a:pt x="162461" y="192570"/>
                  </a:lnTo>
                  <a:lnTo>
                    <a:pt x="161108" y="195062"/>
                  </a:lnTo>
                  <a:lnTo>
                    <a:pt x="161012" y="196283"/>
                  </a:lnTo>
                  <a:lnTo>
                    <a:pt x="160903" y="197521"/>
                  </a:lnTo>
                  <a:lnTo>
                    <a:pt x="161420" y="199604"/>
                  </a:lnTo>
                  <a:lnTo>
                    <a:pt x="161528" y="201364"/>
                  </a:lnTo>
                  <a:lnTo>
                    <a:pt x="160950" y="203139"/>
                  </a:lnTo>
                  <a:lnTo>
                    <a:pt x="159995" y="205168"/>
                  </a:lnTo>
                  <a:lnTo>
                    <a:pt x="158130" y="206945"/>
                  </a:lnTo>
                  <a:lnTo>
                    <a:pt x="155779" y="208763"/>
                  </a:lnTo>
                  <a:lnTo>
                    <a:pt x="154720" y="209866"/>
                  </a:lnTo>
                  <a:lnTo>
                    <a:pt x="153925" y="214634"/>
                  </a:lnTo>
                  <a:lnTo>
                    <a:pt x="153192" y="219430"/>
                  </a:lnTo>
                  <a:lnTo>
                    <a:pt x="152863" y="221205"/>
                  </a:lnTo>
                  <a:lnTo>
                    <a:pt x="151594" y="226722"/>
                  </a:lnTo>
                  <a:lnTo>
                    <a:pt x="149378" y="234851"/>
                  </a:lnTo>
                  <a:lnTo>
                    <a:pt x="148817" y="236626"/>
                  </a:lnTo>
                  <a:lnTo>
                    <a:pt x="145390" y="240544"/>
                  </a:lnTo>
                  <a:lnTo>
                    <a:pt x="141889" y="244806"/>
                  </a:lnTo>
                  <a:lnTo>
                    <a:pt x="141274" y="246421"/>
                  </a:lnTo>
                  <a:lnTo>
                    <a:pt x="140557" y="250305"/>
                  </a:lnTo>
                  <a:lnTo>
                    <a:pt x="139882" y="254561"/>
                  </a:lnTo>
                  <a:lnTo>
                    <a:pt x="139256" y="256791"/>
                  </a:lnTo>
                  <a:lnTo>
                    <a:pt x="137029" y="261786"/>
                  </a:lnTo>
                  <a:lnTo>
                    <a:pt x="136299" y="265622"/>
                  </a:lnTo>
                  <a:lnTo>
                    <a:pt x="136070" y="268133"/>
                  </a:lnTo>
                  <a:lnTo>
                    <a:pt x="134175" y="269534"/>
                  </a:lnTo>
                  <a:lnTo>
                    <a:pt x="132031" y="270870"/>
                  </a:lnTo>
                  <a:lnTo>
                    <a:pt x="128911" y="271301"/>
                  </a:lnTo>
                  <a:lnTo>
                    <a:pt x="127610" y="271999"/>
                  </a:lnTo>
                  <a:lnTo>
                    <a:pt x="123787" y="275462"/>
                  </a:lnTo>
                  <a:lnTo>
                    <a:pt x="122837" y="275605"/>
                  </a:lnTo>
                  <a:lnTo>
                    <a:pt x="122090" y="275032"/>
                  </a:lnTo>
                  <a:lnTo>
                    <a:pt x="121525" y="273850"/>
                  </a:lnTo>
                  <a:lnTo>
                    <a:pt x="121001" y="271890"/>
                  </a:lnTo>
                  <a:lnTo>
                    <a:pt x="120754" y="268873"/>
                  </a:lnTo>
                  <a:lnTo>
                    <a:pt x="120015" y="267503"/>
                  </a:lnTo>
                  <a:lnTo>
                    <a:pt x="119020" y="266341"/>
                  </a:lnTo>
                  <a:lnTo>
                    <a:pt x="117972" y="266284"/>
                  </a:lnTo>
                  <a:lnTo>
                    <a:pt x="116920" y="267567"/>
                  </a:lnTo>
                  <a:lnTo>
                    <a:pt x="116006" y="268971"/>
                  </a:lnTo>
                  <a:lnTo>
                    <a:pt x="115384" y="270131"/>
                  </a:lnTo>
                  <a:lnTo>
                    <a:pt x="114774" y="271486"/>
                  </a:lnTo>
                  <a:lnTo>
                    <a:pt x="113605" y="276045"/>
                  </a:lnTo>
                  <a:lnTo>
                    <a:pt x="111711" y="282578"/>
                  </a:lnTo>
                  <a:lnTo>
                    <a:pt x="109595" y="287334"/>
                  </a:lnTo>
                  <a:lnTo>
                    <a:pt x="108812" y="288758"/>
                  </a:lnTo>
                  <a:lnTo>
                    <a:pt x="108321" y="289834"/>
                  </a:lnTo>
                  <a:lnTo>
                    <a:pt x="107660" y="291414"/>
                  </a:lnTo>
                  <a:lnTo>
                    <a:pt x="107278" y="292940"/>
                  </a:lnTo>
                  <a:lnTo>
                    <a:pt x="106753" y="297928"/>
                  </a:lnTo>
                  <a:lnTo>
                    <a:pt x="106451" y="302352"/>
                  </a:lnTo>
                  <a:lnTo>
                    <a:pt x="106589" y="303340"/>
                  </a:lnTo>
                  <a:lnTo>
                    <a:pt x="106906" y="304177"/>
                  </a:lnTo>
                  <a:lnTo>
                    <a:pt x="108062" y="305464"/>
                  </a:lnTo>
                  <a:lnTo>
                    <a:pt x="109732" y="307594"/>
                  </a:lnTo>
                  <a:lnTo>
                    <a:pt x="111898" y="308803"/>
                  </a:lnTo>
                  <a:lnTo>
                    <a:pt x="113723" y="309021"/>
                  </a:lnTo>
                  <a:lnTo>
                    <a:pt x="114406" y="309928"/>
                  </a:lnTo>
                  <a:lnTo>
                    <a:pt x="114813" y="311158"/>
                  </a:lnTo>
                  <a:lnTo>
                    <a:pt x="114926" y="312192"/>
                  </a:lnTo>
                  <a:lnTo>
                    <a:pt x="114832" y="315853"/>
                  </a:lnTo>
                  <a:lnTo>
                    <a:pt x="114627" y="319776"/>
                  </a:lnTo>
                  <a:lnTo>
                    <a:pt x="113950" y="323996"/>
                  </a:lnTo>
                  <a:lnTo>
                    <a:pt x="113961" y="326417"/>
                  </a:lnTo>
                  <a:lnTo>
                    <a:pt x="114227" y="328780"/>
                  </a:lnTo>
                  <a:lnTo>
                    <a:pt x="116256" y="334794"/>
                  </a:lnTo>
                  <a:lnTo>
                    <a:pt x="117004" y="335409"/>
                  </a:lnTo>
                  <a:lnTo>
                    <a:pt x="118526" y="335538"/>
                  </a:lnTo>
                  <a:lnTo>
                    <a:pt x="119233" y="335422"/>
                  </a:lnTo>
                  <a:lnTo>
                    <a:pt x="120019" y="334811"/>
                  </a:lnTo>
                  <a:lnTo>
                    <a:pt x="120578" y="335227"/>
                  </a:lnTo>
                  <a:lnTo>
                    <a:pt x="120992" y="335964"/>
                  </a:lnTo>
                  <a:lnTo>
                    <a:pt x="121101" y="337180"/>
                  </a:lnTo>
                  <a:lnTo>
                    <a:pt x="121037" y="343175"/>
                  </a:lnTo>
                  <a:lnTo>
                    <a:pt x="121660" y="345889"/>
                  </a:lnTo>
                  <a:lnTo>
                    <a:pt x="122869" y="349589"/>
                  </a:lnTo>
                  <a:lnTo>
                    <a:pt x="123822" y="353810"/>
                  </a:lnTo>
                  <a:lnTo>
                    <a:pt x="124724" y="358875"/>
                  </a:lnTo>
                  <a:lnTo>
                    <a:pt x="125586" y="362832"/>
                  </a:lnTo>
                  <a:lnTo>
                    <a:pt x="125921" y="364898"/>
                  </a:lnTo>
                  <a:lnTo>
                    <a:pt x="125359" y="365898"/>
                  </a:lnTo>
                  <a:lnTo>
                    <a:pt x="125039" y="366937"/>
                  </a:lnTo>
                  <a:lnTo>
                    <a:pt x="124958" y="368322"/>
                  </a:lnTo>
                  <a:lnTo>
                    <a:pt x="125075" y="369782"/>
                  </a:lnTo>
                  <a:lnTo>
                    <a:pt x="125000" y="370818"/>
                  </a:lnTo>
                  <a:lnTo>
                    <a:pt x="125408" y="372091"/>
                  </a:lnTo>
                  <a:lnTo>
                    <a:pt x="125890" y="372515"/>
                  </a:lnTo>
                  <a:lnTo>
                    <a:pt x="125874" y="373398"/>
                  </a:lnTo>
                  <a:lnTo>
                    <a:pt x="125118" y="374552"/>
                  </a:lnTo>
                  <a:lnTo>
                    <a:pt x="124444" y="374513"/>
                  </a:lnTo>
                  <a:lnTo>
                    <a:pt x="123927" y="375063"/>
                  </a:lnTo>
                  <a:lnTo>
                    <a:pt x="122925" y="377480"/>
                  </a:lnTo>
                  <a:lnTo>
                    <a:pt x="122459" y="377969"/>
                  </a:lnTo>
                  <a:lnTo>
                    <a:pt x="121830" y="378188"/>
                  </a:lnTo>
                  <a:lnTo>
                    <a:pt x="121129" y="377949"/>
                  </a:lnTo>
                  <a:lnTo>
                    <a:pt x="120139" y="376975"/>
                  </a:lnTo>
                  <a:lnTo>
                    <a:pt x="119850" y="375437"/>
                  </a:lnTo>
                  <a:lnTo>
                    <a:pt x="119963" y="373821"/>
                  </a:lnTo>
                  <a:lnTo>
                    <a:pt x="119738" y="372860"/>
                  </a:lnTo>
                  <a:lnTo>
                    <a:pt x="119028" y="373042"/>
                  </a:lnTo>
                  <a:lnTo>
                    <a:pt x="116558" y="374692"/>
                  </a:lnTo>
                  <a:lnTo>
                    <a:pt x="114203" y="376725"/>
                  </a:lnTo>
                  <a:lnTo>
                    <a:pt x="113795" y="378112"/>
                  </a:lnTo>
                  <a:lnTo>
                    <a:pt x="113251" y="379560"/>
                  </a:lnTo>
                  <a:lnTo>
                    <a:pt x="112174" y="380156"/>
                  </a:lnTo>
                  <a:lnTo>
                    <a:pt x="110587" y="380338"/>
                  </a:lnTo>
                  <a:lnTo>
                    <a:pt x="109489" y="380120"/>
                  </a:lnTo>
                  <a:lnTo>
                    <a:pt x="108477" y="378566"/>
                  </a:lnTo>
                  <a:lnTo>
                    <a:pt x="107551" y="377151"/>
                  </a:lnTo>
                  <a:lnTo>
                    <a:pt x="106123" y="377083"/>
                  </a:lnTo>
                  <a:lnTo>
                    <a:pt x="103552" y="377294"/>
                  </a:lnTo>
                  <a:lnTo>
                    <a:pt x="102126" y="377282"/>
                  </a:lnTo>
                  <a:lnTo>
                    <a:pt x="101287" y="376760"/>
                  </a:lnTo>
                  <a:lnTo>
                    <a:pt x="100460" y="377151"/>
                  </a:lnTo>
                  <a:lnTo>
                    <a:pt x="99427" y="376580"/>
                  </a:lnTo>
                  <a:lnTo>
                    <a:pt x="98966" y="377346"/>
                  </a:lnTo>
                  <a:lnTo>
                    <a:pt x="98532" y="377419"/>
                  </a:lnTo>
                  <a:lnTo>
                    <a:pt x="98183" y="376088"/>
                  </a:lnTo>
                  <a:lnTo>
                    <a:pt x="97950" y="375951"/>
                  </a:lnTo>
                  <a:lnTo>
                    <a:pt x="97677" y="376142"/>
                  </a:lnTo>
                  <a:lnTo>
                    <a:pt x="97438" y="376593"/>
                  </a:lnTo>
                  <a:lnTo>
                    <a:pt x="97296" y="377372"/>
                  </a:lnTo>
                  <a:lnTo>
                    <a:pt x="97247" y="386264"/>
                  </a:lnTo>
                  <a:lnTo>
                    <a:pt x="95550" y="386208"/>
                  </a:lnTo>
                  <a:lnTo>
                    <a:pt x="94341" y="386189"/>
                  </a:lnTo>
                  <a:lnTo>
                    <a:pt x="93016" y="386672"/>
                  </a:lnTo>
                  <a:lnTo>
                    <a:pt x="91797" y="387349"/>
                  </a:lnTo>
                  <a:lnTo>
                    <a:pt x="91201" y="388160"/>
                  </a:lnTo>
                  <a:lnTo>
                    <a:pt x="90348" y="389437"/>
                  </a:lnTo>
                  <a:lnTo>
                    <a:pt x="90148" y="391213"/>
                  </a:lnTo>
                  <a:lnTo>
                    <a:pt x="89737" y="392508"/>
                  </a:lnTo>
                  <a:lnTo>
                    <a:pt x="89147" y="390588"/>
                  </a:lnTo>
                  <a:lnTo>
                    <a:pt x="88768" y="389705"/>
                  </a:lnTo>
                  <a:lnTo>
                    <a:pt x="88329" y="390360"/>
                  </a:lnTo>
                  <a:lnTo>
                    <a:pt x="87706" y="390285"/>
                  </a:lnTo>
                  <a:lnTo>
                    <a:pt x="86583" y="388096"/>
                  </a:lnTo>
                  <a:lnTo>
                    <a:pt x="86078" y="390301"/>
                  </a:lnTo>
                  <a:lnTo>
                    <a:pt x="84220" y="390806"/>
                  </a:lnTo>
                  <a:lnTo>
                    <a:pt x="83986" y="389142"/>
                  </a:lnTo>
                  <a:lnTo>
                    <a:pt x="83940" y="387588"/>
                  </a:lnTo>
                  <a:lnTo>
                    <a:pt x="82920" y="388712"/>
                  </a:lnTo>
                  <a:lnTo>
                    <a:pt x="82186" y="386992"/>
                  </a:lnTo>
                  <a:lnTo>
                    <a:pt x="81856" y="384681"/>
                  </a:lnTo>
                  <a:lnTo>
                    <a:pt x="81572" y="384042"/>
                  </a:lnTo>
                  <a:lnTo>
                    <a:pt x="81248" y="383305"/>
                  </a:lnTo>
                  <a:lnTo>
                    <a:pt x="80478" y="382514"/>
                  </a:lnTo>
                  <a:lnTo>
                    <a:pt x="79789" y="380055"/>
                  </a:lnTo>
                  <a:lnTo>
                    <a:pt x="79726" y="377452"/>
                  </a:lnTo>
                  <a:lnTo>
                    <a:pt x="79533" y="374353"/>
                  </a:lnTo>
                  <a:lnTo>
                    <a:pt x="78087" y="362879"/>
                  </a:lnTo>
                  <a:lnTo>
                    <a:pt x="77213" y="361819"/>
                  </a:lnTo>
                  <a:lnTo>
                    <a:pt x="72307" y="359781"/>
                  </a:lnTo>
                  <a:lnTo>
                    <a:pt x="72050" y="357774"/>
                  </a:lnTo>
                  <a:lnTo>
                    <a:pt x="72391" y="352382"/>
                  </a:lnTo>
                  <a:lnTo>
                    <a:pt x="72252" y="348984"/>
                  </a:lnTo>
                  <a:lnTo>
                    <a:pt x="70664" y="344487"/>
                  </a:lnTo>
                  <a:lnTo>
                    <a:pt x="70219" y="341359"/>
                  </a:lnTo>
                  <a:lnTo>
                    <a:pt x="68921" y="338671"/>
                  </a:lnTo>
                  <a:lnTo>
                    <a:pt x="67632" y="337889"/>
                  </a:lnTo>
                  <a:lnTo>
                    <a:pt x="66334" y="338241"/>
                  </a:lnTo>
                  <a:lnTo>
                    <a:pt x="65634" y="339304"/>
                  </a:lnTo>
                  <a:lnTo>
                    <a:pt x="65250" y="341096"/>
                  </a:lnTo>
                  <a:lnTo>
                    <a:pt x="68030" y="340679"/>
                  </a:lnTo>
                  <a:lnTo>
                    <a:pt x="68655" y="341339"/>
                  </a:lnTo>
                  <a:lnTo>
                    <a:pt x="69403" y="342513"/>
                  </a:lnTo>
                  <a:lnTo>
                    <a:pt x="68604" y="342468"/>
                  </a:lnTo>
                  <a:lnTo>
                    <a:pt x="67683" y="341909"/>
                  </a:lnTo>
                  <a:lnTo>
                    <a:pt x="66527" y="341950"/>
                  </a:lnTo>
                  <a:lnTo>
                    <a:pt x="62195" y="343272"/>
                  </a:lnTo>
                  <a:lnTo>
                    <a:pt x="59679" y="345174"/>
                  </a:lnTo>
                  <a:lnTo>
                    <a:pt x="56305" y="344611"/>
                  </a:lnTo>
                  <a:lnTo>
                    <a:pt x="52049" y="346479"/>
                  </a:lnTo>
                  <a:lnTo>
                    <a:pt x="48536" y="346590"/>
                  </a:lnTo>
                  <a:lnTo>
                    <a:pt x="47084" y="350232"/>
                  </a:lnTo>
                  <a:lnTo>
                    <a:pt x="46282" y="349576"/>
                  </a:lnTo>
                  <a:lnTo>
                    <a:pt x="45662" y="348678"/>
                  </a:lnTo>
                  <a:lnTo>
                    <a:pt x="40828" y="345819"/>
                  </a:lnTo>
                  <a:lnTo>
                    <a:pt x="40493" y="344622"/>
                  </a:lnTo>
                  <a:lnTo>
                    <a:pt x="39684" y="343765"/>
                  </a:lnTo>
                  <a:lnTo>
                    <a:pt x="38795" y="345295"/>
                  </a:lnTo>
                  <a:lnTo>
                    <a:pt x="38157" y="345550"/>
                  </a:lnTo>
                  <a:lnTo>
                    <a:pt x="35508" y="344269"/>
                  </a:lnTo>
                  <a:lnTo>
                    <a:pt x="33481" y="345236"/>
                  </a:lnTo>
                  <a:lnTo>
                    <a:pt x="32729" y="346880"/>
                  </a:lnTo>
                  <a:lnTo>
                    <a:pt x="32676" y="349442"/>
                  </a:lnTo>
                  <a:lnTo>
                    <a:pt x="30138" y="348947"/>
                  </a:lnTo>
                  <a:lnTo>
                    <a:pt x="28710" y="348140"/>
                  </a:lnTo>
                  <a:lnTo>
                    <a:pt x="26798" y="349033"/>
                  </a:lnTo>
                  <a:lnTo>
                    <a:pt x="22475" y="347847"/>
                  </a:lnTo>
                  <a:lnTo>
                    <a:pt x="21336" y="348144"/>
                  </a:lnTo>
                  <a:lnTo>
                    <a:pt x="19760" y="349843"/>
                  </a:lnTo>
                  <a:lnTo>
                    <a:pt x="19100" y="351164"/>
                  </a:lnTo>
                  <a:lnTo>
                    <a:pt x="18163" y="351685"/>
                  </a:lnTo>
                  <a:lnTo>
                    <a:pt x="17342" y="349840"/>
                  </a:lnTo>
                  <a:lnTo>
                    <a:pt x="16723" y="349027"/>
                  </a:lnTo>
                  <a:lnTo>
                    <a:pt x="16150" y="349566"/>
                  </a:lnTo>
                  <a:lnTo>
                    <a:pt x="15376" y="351082"/>
                  </a:lnTo>
                  <a:lnTo>
                    <a:pt x="13136" y="351792"/>
                  </a:lnTo>
                  <a:lnTo>
                    <a:pt x="11109" y="351588"/>
                  </a:lnTo>
                  <a:lnTo>
                    <a:pt x="8928" y="350166"/>
                  </a:lnTo>
                  <a:lnTo>
                    <a:pt x="9187" y="349693"/>
                  </a:lnTo>
                  <a:lnTo>
                    <a:pt x="9527" y="347217"/>
                  </a:lnTo>
                  <a:lnTo>
                    <a:pt x="9832" y="338397"/>
                  </a:lnTo>
                  <a:lnTo>
                    <a:pt x="10217" y="335212"/>
                  </a:lnTo>
                  <a:lnTo>
                    <a:pt x="10099" y="333472"/>
                  </a:lnTo>
                  <a:lnTo>
                    <a:pt x="10183" y="332949"/>
                  </a:lnTo>
                  <a:lnTo>
                    <a:pt x="11035" y="331409"/>
                  </a:lnTo>
                  <a:lnTo>
                    <a:pt x="11242" y="330751"/>
                  </a:lnTo>
                  <a:lnTo>
                    <a:pt x="11567" y="326245"/>
                  </a:lnTo>
                  <a:lnTo>
                    <a:pt x="11927" y="321239"/>
                  </a:lnTo>
                  <a:lnTo>
                    <a:pt x="12327" y="319447"/>
                  </a:lnTo>
                  <a:lnTo>
                    <a:pt x="12666" y="318959"/>
                  </a:lnTo>
                  <a:lnTo>
                    <a:pt x="15371" y="316718"/>
                  </a:lnTo>
                  <a:lnTo>
                    <a:pt x="15827" y="315219"/>
                  </a:lnTo>
                  <a:lnTo>
                    <a:pt x="17226" y="315573"/>
                  </a:lnTo>
                  <a:lnTo>
                    <a:pt x="17352" y="315212"/>
                  </a:lnTo>
                  <a:lnTo>
                    <a:pt x="17476" y="313491"/>
                  </a:lnTo>
                  <a:lnTo>
                    <a:pt x="18126" y="311618"/>
                  </a:lnTo>
                  <a:lnTo>
                    <a:pt x="19024" y="310088"/>
                  </a:lnTo>
                  <a:lnTo>
                    <a:pt x="19693" y="309545"/>
                  </a:lnTo>
                  <a:lnTo>
                    <a:pt x="22126" y="308581"/>
                  </a:lnTo>
                  <a:lnTo>
                    <a:pt x="23546" y="307236"/>
                  </a:lnTo>
                  <a:lnTo>
                    <a:pt x="23979" y="307096"/>
                  </a:lnTo>
                  <a:lnTo>
                    <a:pt x="27759" y="307438"/>
                  </a:lnTo>
                  <a:lnTo>
                    <a:pt x="28559" y="306923"/>
                  </a:lnTo>
                  <a:lnTo>
                    <a:pt x="28686" y="306455"/>
                  </a:lnTo>
                  <a:lnTo>
                    <a:pt x="28909" y="301372"/>
                  </a:lnTo>
                  <a:lnTo>
                    <a:pt x="29593" y="300570"/>
                  </a:lnTo>
                  <a:lnTo>
                    <a:pt x="29702" y="300142"/>
                  </a:lnTo>
                  <a:lnTo>
                    <a:pt x="29468" y="296628"/>
                  </a:lnTo>
                  <a:lnTo>
                    <a:pt x="29599" y="294278"/>
                  </a:lnTo>
                  <a:lnTo>
                    <a:pt x="30378" y="292893"/>
                  </a:lnTo>
                  <a:lnTo>
                    <a:pt x="30333" y="292098"/>
                  </a:lnTo>
                  <a:lnTo>
                    <a:pt x="29774" y="290430"/>
                  </a:lnTo>
                  <a:lnTo>
                    <a:pt x="29032" y="289365"/>
                  </a:lnTo>
                  <a:lnTo>
                    <a:pt x="28670" y="289113"/>
                  </a:lnTo>
                  <a:lnTo>
                    <a:pt x="25568" y="290120"/>
                  </a:lnTo>
                  <a:lnTo>
                    <a:pt x="24287" y="289794"/>
                  </a:lnTo>
                  <a:lnTo>
                    <a:pt x="23687" y="289180"/>
                  </a:lnTo>
                  <a:lnTo>
                    <a:pt x="23561" y="288725"/>
                  </a:lnTo>
                  <a:lnTo>
                    <a:pt x="23681" y="287703"/>
                  </a:lnTo>
                  <a:lnTo>
                    <a:pt x="23703" y="286032"/>
                  </a:lnTo>
                  <a:lnTo>
                    <a:pt x="24155" y="283438"/>
                  </a:lnTo>
                  <a:lnTo>
                    <a:pt x="24292" y="281887"/>
                  </a:lnTo>
                  <a:lnTo>
                    <a:pt x="23926" y="272918"/>
                  </a:lnTo>
                  <a:lnTo>
                    <a:pt x="23401" y="266964"/>
                  </a:lnTo>
                  <a:lnTo>
                    <a:pt x="23681" y="261054"/>
                  </a:lnTo>
                  <a:lnTo>
                    <a:pt x="23626" y="259828"/>
                  </a:lnTo>
                  <a:lnTo>
                    <a:pt x="23520" y="259552"/>
                  </a:lnTo>
                  <a:lnTo>
                    <a:pt x="23127" y="259555"/>
                  </a:lnTo>
                  <a:lnTo>
                    <a:pt x="21239" y="260076"/>
                  </a:lnTo>
                  <a:lnTo>
                    <a:pt x="19626" y="256273"/>
                  </a:lnTo>
                  <a:lnTo>
                    <a:pt x="18629" y="254769"/>
                  </a:lnTo>
                  <a:lnTo>
                    <a:pt x="15883" y="252876"/>
                  </a:lnTo>
                  <a:lnTo>
                    <a:pt x="14680" y="252515"/>
                  </a:lnTo>
                  <a:lnTo>
                    <a:pt x="12913" y="250875"/>
                  </a:lnTo>
                  <a:lnTo>
                    <a:pt x="11286" y="247295"/>
                  </a:lnTo>
                  <a:lnTo>
                    <a:pt x="9621" y="243633"/>
                  </a:lnTo>
                  <a:lnTo>
                    <a:pt x="8951" y="241290"/>
                  </a:lnTo>
                  <a:lnTo>
                    <a:pt x="8208" y="237297"/>
                  </a:lnTo>
                  <a:lnTo>
                    <a:pt x="6102" y="229645"/>
                  </a:lnTo>
                  <a:lnTo>
                    <a:pt x="6121" y="227671"/>
                  </a:lnTo>
                  <a:lnTo>
                    <a:pt x="5861" y="226465"/>
                  </a:lnTo>
                  <a:lnTo>
                    <a:pt x="3810" y="221439"/>
                  </a:lnTo>
                  <a:lnTo>
                    <a:pt x="2354" y="217872"/>
                  </a:lnTo>
                  <a:lnTo>
                    <a:pt x="0" y="212102"/>
                  </a:lnTo>
                  <a:lnTo>
                    <a:pt x="4702" y="215331"/>
                  </a:lnTo>
                  <a:lnTo>
                    <a:pt x="8367" y="217805"/>
                  </a:lnTo>
                  <a:lnTo>
                    <a:pt x="14284" y="221802"/>
                  </a:lnTo>
                  <a:lnTo>
                    <a:pt x="18880" y="224906"/>
                  </a:lnTo>
                  <a:lnTo>
                    <a:pt x="20153" y="225409"/>
                  </a:lnTo>
                  <a:lnTo>
                    <a:pt x="33616" y="222760"/>
                  </a:lnTo>
                  <a:lnTo>
                    <a:pt x="38594" y="224767"/>
                  </a:lnTo>
                  <a:lnTo>
                    <a:pt x="40170" y="225894"/>
                  </a:lnTo>
                  <a:lnTo>
                    <a:pt x="40408" y="225235"/>
                  </a:lnTo>
                  <a:lnTo>
                    <a:pt x="41076" y="223872"/>
                  </a:lnTo>
                  <a:lnTo>
                    <a:pt x="42236" y="222496"/>
                  </a:lnTo>
                  <a:lnTo>
                    <a:pt x="43811" y="221391"/>
                  </a:lnTo>
                  <a:lnTo>
                    <a:pt x="45382" y="220795"/>
                  </a:lnTo>
                  <a:lnTo>
                    <a:pt x="47633" y="220717"/>
                  </a:lnTo>
                  <a:lnTo>
                    <a:pt x="49161" y="220805"/>
                  </a:lnTo>
                  <a:lnTo>
                    <a:pt x="50291" y="221141"/>
                  </a:lnTo>
                  <a:lnTo>
                    <a:pt x="52470" y="220943"/>
                  </a:lnTo>
                  <a:lnTo>
                    <a:pt x="53519" y="220407"/>
                  </a:lnTo>
                  <a:lnTo>
                    <a:pt x="57104" y="218222"/>
                  </a:lnTo>
                  <a:lnTo>
                    <a:pt x="59513" y="216752"/>
                  </a:lnTo>
                  <a:lnTo>
                    <a:pt x="63158" y="214459"/>
                  </a:lnTo>
                  <a:lnTo>
                    <a:pt x="65816" y="212784"/>
                  </a:lnTo>
                  <a:lnTo>
                    <a:pt x="66485" y="211894"/>
                  </a:lnTo>
                  <a:lnTo>
                    <a:pt x="67172" y="210290"/>
                  </a:lnTo>
                  <a:lnTo>
                    <a:pt x="67499" y="208856"/>
                  </a:lnTo>
                  <a:lnTo>
                    <a:pt x="66682" y="206641"/>
                  </a:lnTo>
                  <a:lnTo>
                    <a:pt x="66574" y="204687"/>
                  </a:lnTo>
                  <a:lnTo>
                    <a:pt x="67109" y="202210"/>
                  </a:lnTo>
                  <a:lnTo>
                    <a:pt x="67401" y="198437"/>
                  </a:lnTo>
                  <a:lnTo>
                    <a:pt x="67345" y="193064"/>
                  </a:lnTo>
                  <a:lnTo>
                    <a:pt x="67172" y="189963"/>
                  </a:lnTo>
                  <a:lnTo>
                    <a:pt x="67912" y="184205"/>
                  </a:lnTo>
                  <a:lnTo>
                    <a:pt x="68533" y="180972"/>
                  </a:lnTo>
                  <a:lnTo>
                    <a:pt x="69769" y="179425"/>
                  </a:lnTo>
                  <a:lnTo>
                    <a:pt x="70626" y="178478"/>
                  </a:lnTo>
                  <a:lnTo>
                    <a:pt x="70984" y="177787"/>
                  </a:lnTo>
                  <a:lnTo>
                    <a:pt x="71334" y="177017"/>
                  </a:lnTo>
                  <a:lnTo>
                    <a:pt x="72656" y="172629"/>
                  </a:lnTo>
                  <a:lnTo>
                    <a:pt x="73865" y="170586"/>
                  </a:lnTo>
                  <a:lnTo>
                    <a:pt x="75037" y="169347"/>
                  </a:lnTo>
                  <a:lnTo>
                    <a:pt x="76314" y="169505"/>
                  </a:lnTo>
                  <a:lnTo>
                    <a:pt x="77402" y="171199"/>
                  </a:lnTo>
                  <a:lnTo>
                    <a:pt x="79517" y="171941"/>
                  </a:lnTo>
                  <a:lnTo>
                    <a:pt x="81559" y="171445"/>
                  </a:lnTo>
                  <a:lnTo>
                    <a:pt x="83331" y="170172"/>
                  </a:lnTo>
                  <a:lnTo>
                    <a:pt x="84134" y="169129"/>
                  </a:lnTo>
                  <a:lnTo>
                    <a:pt x="85077" y="168214"/>
                  </a:lnTo>
                  <a:lnTo>
                    <a:pt x="85023" y="167171"/>
                  </a:lnTo>
                  <a:lnTo>
                    <a:pt x="83956" y="166263"/>
                  </a:lnTo>
                  <a:lnTo>
                    <a:pt x="83345" y="164982"/>
                  </a:lnTo>
                  <a:lnTo>
                    <a:pt x="83106" y="163411"/>
                  </a:lnTo>
                  <a:lnTo>
                    <a:pt x="83705" y="162457"/>
                  </a:lnTo>
                  <a:lnTo>
                    <a:pt x="85101" y="162179"/>
                  </a:lnTo>
                  <a:lnTo>
                    <a:pt x="88523" y="158344"/>
                  </a:lnTo>
                  <a:lnTo>
                    <a:pt x="89917" y="155823"/>
                  </a:lnTo>
                  <a:lnTo>
                    <a:pt x="90298" y="154650"/>
                  </a:lnTo>
                  <a:lnTo>
                    <a:pt x="90951" y="154520"/>
                  </a:lnTo>
                  <a:lnTo>
                    <a:pt x="92258" y="155693"/>
                  </a:lnTo>
                  <a:lnTo>
                    <a:pt x="93781" y="156083"/>
                  </a:lnTo>
                  <a:lnTo>
                    <a:pt x="94737" y="154911"/>
                  </a:lnTo>
                  <a:lnTo>
                    <a:pt x="95686" y="154650"/>
                  </a:lnTo>
                  <a:lnTo>
                    <a:pt x="96619" y="155928"/>
                  </a:lnTo>
                  <a:lnTo>
                    <a:pt x="97118" y="157455"/>
                  </a:lnTo>
                  <a:lnTo>
                    <a:pt x="97965" y="159276"/>
                  </a:lnTo>
                  <a:lnTo>
                    <a:pt x="99034" y="159636"/>
                  </a:lnTo>
                  <a:lnTo>
                    <a:pt x="100323" y="158657"/>
                  </a:lnTo>
                  <a:lnTo>
                    <a:pt x="101676" y="156556"/>
                  </a:lnTo>
                  <a:lnTo>
                    <a:pt x="102957" y="153613"/>
                  </a:lnTo>
                  <a:lnTo>
                    <a:pt x="104097" y="150695"/>
                  </a:lnTo>
                  <a:lnTo>
                    <a:pt x="103817" y="141457"/>
                  </a:lnTo>
                  <a:lnTo>
                    <a:pt x="103630" y="136017"/>
                  </a:lnTo>
                  <a:lnTo>
                    <a:pt x="104229" y="133151"/>
                  </a:lnTo>
                  <a:lnTo>
                    <a:pt x="105087" y="131385"/>
                  </a:lnTo>
                  <a:lnTo>
                    <a:pt x="105653" y="128655"/>
                  </a:lnTo>
                  <a:lnTo>
                    <a:pt x="105644" y="126245"/>
                  </a:lnTo>
                  <a:lnTo>
                    <a:pt x="106242" y="124219"/>
                  </a:lnTo>
                  <a:lnTo>
                    <a:pt x="106840" y="118686"/>
                  </a:lnTo>
                  <a:lnTo>
                    <a:pt x="107657" y="117383"/>
                  </a:lnTo>
                  <a:lnTo>
                    <a:pt x="109335" y="116480"/>
                  </a:lnTo>
                  <a:lnTo>
                    <a:pt x="112005" y="115955"/>
                  </a:lnTo>
                  <a:lnTo>
                    <a:pt x="114104" y="113426"/>
                  </a:lnTo>
                  <a:lnTo>
                    <a:pt x="116213" y="110739"/>
                  </a:lnTo>
                  <a:lnTo>
                    <a:pt x="116497" y="108374"/>
                  </a:lnTo>
                  <a:lnTo>
                    <a:pt x="115702" y="105844"/>
                  </a:lnTo>
                  <a:lnTo>
                    <a:pt x="114646" y="100937"/>
                  </a:lnTo>
                  <a:lnTo>
                    <a:pt x="113690" y="98008"/>
                  </a:lnTo>
                  <a:lnTo>
                    <a:pt x="111363" y="92754"/>
                  </a:lnTo>
                  <a:lnTo>
                    <a:pt x="111629" y="89515"/>
                  </a:lnTo>
                  <a:lnTo>
                    <a:pt x="112926" y="88199"/>
                  </a:lnTo>
                  <a:lnTo>
                    <a:pt x="116120" y="90440"/>
                  </a:lnTo>
                  <a:lnTo>
                    <a:pt x="117010" y="90879"/>
                  </a:lnTo>
                  <a:lnTo>
                    <a:pt x="118121" y="91195"/>
                  </a:lnTo>
                  <a:lnTo>
                    <a:pt x="121061" y="91140"/>
                  </a:lnTo>
                  <a:lnTo>
                    <a:pt x="123460" y="90266"/>
                  </a:lnTo>
                  <a:lnTo>
                    <a:pt x="125967" y="88261"/>
                  </a:lnTo>
                  <a:lnTo>
                    <a:pt x="126457" y="86176"/>
                  </a:lnTo>
                  <a:lnTo>
                    <a:pt x="126430" y="83701"/>
                  </a:lnTo>
                  <a:lnTo>
                    <a:pt x="126471" y="81656"/>
                  </a:lnTo>
                  <a:lnTo>
                    <a:pt x="126512" y="78814"/>
                  </a:lnTo>
                  <a:lnTo>
                    <a:pt x="125614" y="76990"/>
                  </a:lnTo>
                  <a:lnTo>
                    <a:pt x="125070" y="75361"/>
                  </a:lnTo>
                  <a:lnTo>
                    <a:pt x="124906" y="74058"/>
                  </a:lnTo>
                  <a:lnTo>
                    <a:pt x="125532" y="73341"/>
                  </a:lnTo>
                  <a:lnTo>
                    <a:pt x="126140" y="72012"/>
                  </a:lnTo>
                  <a:lnTo>
                    <a:pt x="126728" y="69590"/>
                  </a:lnTo>
                  <a:lnTo>
                    <a:pt x="128117" y="66696"/>
                  </a:lnTo>
                  <a:lnTo>
                    <a:pt x="128960" y="64090"/>
                  </a:lnTo>
                  <a:lnTo>
                    <a:pt x="129750" y="62852"/>
                  </a:lnTo>
                  <a:lnTo>
                    <a:pt x="130946" y="61158"/>
                  </a:lnTo>
                  <a:lnTo>
                    <a:pt x="131711" y="58670"/>
                  </a:lnTo>
                  <a:lnTo>
                    <a:pt x="132062" y="57184"/>
                  </a:lnTo>
                  <a:lnTo>
                    <a:pt x="132755" y="55729"/>
                  </a:lnTo>
                  <a:lnTo>
                    <a:pt x="132988" y="54774"/>
                  </a:lnTo>
                  <a:lnTo>
                    <a:pt x="132800" y="53924"/>
                  </a:lnTo>
                  <a:lnTo>
                    <a:pt x="132454" y="52853"/>
                  </a:lnTo>
                  <a:lnTo>
                    <a:pt x="132062" y="51646"/>
                  </a:lnTo>
                  <a:lnTo>
                    <a:pt x="132062" y="50474"/>
                  </a:lnTo>
                  <a:lnTo>
                    <a:pt x="132389" y="49236"/>
                  </a:lnTo>
                  <a:lnTo>
                    <a:pt x="132742" y="48128"/>
                  </a:lnTo>
                  <a:lnTo>
                    <a:pt x="132579" y="46564"/>
                  </a:lnTo>
                  <a:lnTo>
                    <a:pt x="132389" y="44023"/>
                  </a:lnTo>
                  <a:lnTo>
                    <a:pt x="131735" y="42525"/>
                  </a:lnTo>
                  <a:lnTo>
                    <a:pt x="131298" y="39065"/>
                  </a:lnTo>
                  <a:lnTo>
                    <a:pt x="130606" y="35545"/>
                  </a:lnTo>
                  <a:lnTo>
                    <a:pt x="130236" y="34173"/>
                  </a:lnTo>
                  <a:lnTo>
                    <a:pt x="129562" y="32449"/>
                  </a:lnTo>
                  <a:lnTo>
                    <a:pt x="128048" y="30612"/>
                  </a:lnTo>
                  <a:lnTo>
                    <a:pt x="127614" y="29388"/>
                  </a:lnTo>
                  <a:lnTo>
                    <a:pt x="128205" y="27034"/>
                  </a:lnTo>
                  <a:lnTo>
                    <a:pt x="129188" y="25574"/>
                  </a:lnTo>
                  <a:lnTo>
                    <a:pt x="131047" y="21967"/>
                  </a:lnTo>
                  <a:lnTo>
                    <a:pt x="132067" y="19472"/>
                  </a:lnTo>
                  <a:lnTo>
                    <a:pt x="132988" y="17735"/>
                  </a:lnTo>
                  <a:lnTo>
                    <a:pt x="134171" y="18028"/>
                  </a:lnTo>
                  <a:lnTo>
                    <a:pt x="134865" y="17872"/>
                  </a:lnTo>
                  <a:lnTo>
                    <a:pt x="135477" y="16269"/>
                  </a:lnTo>
                  <a:lnTo>
                    <a:pt x="136692" y="14848"/>
                  </a:lnTo>
                  <a:lnTo>
                    <a:pt x="138850" y="11906"/>
                  </a:lnTo>
                  <a:lnTo>
                    <a:pt x="139605" y="9922"/>
                  </a:lnTo>
                  <a:lnTo>
                    <a:pt x="140753" y="8922"/>
                  </a:lnTo>
                  <a:lnTo>
                    <a:pt x="141705" y="8695"/>
                  </a:lnTo>
                  <a:lnTo>
                    <a:pt x="142991" y="8003"/>
                  </a:lnTo>
                  <a:lnTo>
                    <a:pt x="144227" y="6934"/>
                  </a:lnTo>
                  <a:lnTo>
                    <a:pt x="145356" y="6119"/>
                  </a:lnTo>
                  <a:lnTo>
                    <a:pt x="147125" y="5958"/>
                  </a:lnTo>
                  <a:lnTo>
                    <a:pt x="149933" y="5468"/>
                  </a:lnTo>
                  <a:lnTo>
                    <a:pt x="151451" y="4967"/>
                  </a:lnTo>
                  <a:lnTo>
                    <a:pt x="155084" y="4579"/>
                  </a:lnTo>
                  <a:lnTo>
                    <a:pt x="159041" y="4399"/>
                  </a:lnTo>
                  <a:lnTo>
                    <a:pt x="159501" y="4378"/>
                  </a:lnTo>
                  <a:lnTo>
                    <a:pt x="161212" y="5429"/>
                  </a:lnTo>
                  <a:lnTo>
                    <a:pt x="162373" y="6310"/>
                  </a:lnTo>
                  <a:lnTo>
                    <a:pt x="162830" y="6233"/>
                  </a:lnTo>
                  <a:lnTo>
                    <a:pt x="164753" y="4130"/>
                  </a:lnTo>
                  <a:lnTo>
                    <a:pt x="167669" y="1565"/>
                  </a:lnTo>
                  <a:lnTo>
                    <a:pt x="169031" y="428"/>
                  </a:lnTo>
                  <a:lnTo>
                    <a:pt x="169761" y="0"/>
                  </a:lnTo>
                  <a:lnTo>
                    <a:pt x="170892" y="27"/>
                  </a:lnTo>
                  <a:lnTo>
                    <a:pt x="171803" y="706"/>
                  </a:lnTo>
                  <a:lnTo>
                    <a:pt x="172730" y="1701"/>
                  </a:lnTo>
                  <a:lnTo>
                    <a:pt x="173323" y="2488"/>
                  </a:lnTo>
                  <a:lnTo>
                    <a:pt x="174062" y="2018"/>
                  </a:lnTo>
                  <a:lnTo>
                    <a:pt x="175355" y="1463"/>
                  </a:lnTo>
                  <a:lnTo>
                    <a:pt x="176482" y="1874"/>
                  </a:lnTo>
                  <a:lnTo>
                    <a:pt x="178968" y="3640"/>
                  </a:lnTo>
                  <a:lnTo>
                    <a:pt x="179340" y="4520"/>
                  </a:lnTo>
                  <a:lnTo>
                    <a:pt x="179925" y="8818"/>
                  </a:lnTo>
                  <a:lnTo>
                    <a:pt x="180369" y="9208"/>
                  </a:lnTo>
                  <a:lnTo>
                    <a:pt x="181770" y="8195"/>
                  </a:lnTo>
                  <a:lnTo>
                    <a:pt x="182923" y="8707"/>
                  </a:lnTo>
                  <a:lnTo>
                    <a:pt x="184218" y="10098"/>
                  </a:lnTo>
                  <a:lnTo>
                    <a:pt x="185058" y="11434"/>
                  </a:lnTo>
                  <a:lnTo>
                    <a:pt x="185610" y="12881"/>
                  </a:lnTo>
                  <a:lnTo>
                    <a:pt x="186203" y="15220"/>
                  </a:lnTo>
                  <a:lnTo>
                    <a:pt x="186436" y="17096"/>
                  </a:lnTo>
                  <a:lnTo>
                    <a:pt x="186714" y="19332"/>
                  </a:lnTo>
                  <a:lnTo>
                    <a:pt x="186643" y="25643"/>
                  </a:lnTo>
                  <a:lnTo>
                    <a:pt x="186216" y="26675"/>
                  </a:lnTo>
                  <a:lnTo>
                    <a:pt x="185856" y="28018"/>
                  </a:lnTo>
                  <a:lnTo>
                    <a:pt x="185948" y="29185"/>
                  </a:lnTo>
                  <a:lnTo>
                    <a:pt x="186352" y="30113"/>
                  </a:lnTo>
                  <a:lnTo>
                    <a:pt x="187159" y="30740"/>
                  </a:lnTo>
                  <a:lnTo>
                    <a:pt x="187905" y="31134"/>
                  </a:lnTo>
                  <a:lnTo>
                    <a:pt x="188305" y="32133"/>
                  </a:lnTo>
                  <a:lnTo>
                    <a:pt x="188854" y="35685"/>
                  </a:lnTo>
                  <a:lnTo>
                    <a:pt x="189224" y="36230"/>
                  </a:lnTo>
                  <a:lnTo>
                    <a:pt x="190135" y="36219"/>
                  </a:lnTo>
                  <a:lnTo>
                    <a:pt x="191790" y="35444"/>
                  </a:lnTo>
                  <a:lnTo>
                    <a:pt x="193225" y="34231"/>
                  </a:lnTo>
                  <a:lnTo>
                    <a:pt x="193832" y="33969"/>
                  </a:lnTo>
                  <a:lnTo>
                    <a:pt x="193983" y="37340"/>
                  </a:lnTo>
                  <a:lnTo>
                    <a:pt x="194826" y="38628"/>
                  </a:lnTo>
                  <a:lnTo>
                    <a:pt x="196007" y="40127"/>
                  </a:lnTo>
                  <a:close/>
                </a:path>
              </a:pathLst>
            </a:custGeom>
            <a:solidFill>
              <a:srgbClr val="FFE9E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2" name="pg1121"/>
            <p:cNvSpPr/>
            <p:nvPr/>
          </p:nvSpPr>
          <p:spPr>
            <a:xfrm>
              <a:off x="2353900" y="3408858"/>
              <a:ext cx="3150" cy="8690"/>
            </a:xfrm>
            <a:custGeom>
              <a:avLst/>
              <a:pathLst>
                <a:path w="3150" h="8690">
                  <a:moveTo>
                    <a:pt x="3150" y="8534"/>
                  </a:moveTo>
                  <a:lnTo>
                    <a:pt x="2473" y="8690"/>
                  </a:lnTo>
                  <a:lnTo>
                    <a:pt x="1091" y="7424"/>
                  </a:lnTo>
                  <a:lnTo>
                    <a:pt x="80" y="4973"/>
                  </a:lnTo>
                  <a:lnTo>
                    <a:pt x="0" y="4179"/>
                  </a:lnTo>
                  <a:lnTo>
                    <a:pt x="20" y="3367"/>
                  </a:lnTo>
                  <a:lnTo>
                    <a:pt x="573" y="864"/>
                  </a:lnTo>
                  <a:lnTo>
                    <a:pt x="1311" y="0"/>
                  </a:lnTo>
                  <a:lnTo>
                    <a:pt x="1602" y="12"/>
                  </a:lnTo>
                  <a:lnTo>
                    <a:pt x="2309" y="2901"/>
                  </a:lnTo>
                  <a:lnTo>
                    <a:pt x="1828" y="4021"/>
                  </a:lnTo>
                  <a:lnTo>
                    <a:pt x="2022" y="5810"/>
                  </a:lnTo>
                  <a:lnTo>
                    <a:pt x="3025" y="7134"/>
                  </a:lnTo>
                  <a:close/>
                </a:path>
              </a:pathLst>
            </a:custGeom>
            <a:solidFill>
              <a:srgbClr val="FFFCF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3" name="pg1122"/>
            <p:cNvSpPr/>
            <p:nvPr/>
          </p:nvSpPr>
          <p:spPr>
            <a:xfrm>
              <a:off x="2387601" y="3388937"/>
              <a:ext cx="766" cy="2540"/>
            </a:xfrm>
            <a:custGeom>
              <a:avLst/>
              <a:pathLst>
                <a:path w="766" h="2540">
                  <a:moveTo>
                    <a:pt x="766" y="1229"/>
                  </a:moveTo>
                  <a:lnTo>
                    <a:pt x="212" y="2540"/>
                  </a:lnTo>
                  <a:lnTo>
                    <a:pt x="0" y="1298"/>
                  </a:lnTo>
                  <a:lnTo>
                    <a:pt x="385" y="11"/>
                  </a:lnTo>
                  <a:lnTo>
                    <a:pt x="521" y="0"/>
                  </a:lnTo>
                  <a:close/>
                </a:path>
              </a:pathLst>
            </a:custGeom>
            <a:solidFill>
              <a:srgbClr val="FFFCF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4" name="pg1123"/>
            <p:cNvSpPr/>
            <p:nvPr/>
          </p:nvSpPr>
          <p:spPr>
            <a:xfrm>
              <a:off x="2389607" y="3384078"/>
              <a:ext cx="1552" cy="6746"/>
            </a:xfrm>
            <a:custGeom>
              <a:avLst/>
              <a:pathLst>
                <a:path w="1552" h="6746">
                  <a:moveTo>
                    <a:pt x="821" y="5495"/>
                  </a:moveTo>
                  <a:lnTo>
                    <a:pt x="577" y="6746"/>
                  </a:lnTo>
                  <a:lnTo>
                    <a:pt x="0" y="3959"/>
                  </a:lnTo>
                  <a:lnTo>
                    <a:pt x="92" y="3240"/>
                  </a:lnTo>
                  <a:lnTo>
                    <a:pt x="53" y="721"/>
                  </a:lnTo>
                  <a:lnTo>
                    <a:pt x="603" y="59"/>
                  </a:lnTo>
                  <a:lnTo>
                    <a:pt x="1008" y="0"/>
                  </a:lnTo>
                  <a:lnTo>
                    <a:pt x="1342" y="354"/>
                  </a:lnTo>
                  <a:lnTo>
                    <a:pt x="1552" y="3319"/>
                  </a:lnTo>
                  <a:lnTo>
                    <a:pt x="1378" y="4663"/>
                  </a:lnTo>
                  <a:close/>
                </a:path>
              </a:pathLst>
            </a:custGeom>
            <a:solidFill>
              <a:srgbClr val="FFFCF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5" name="pg1124"/>
            <p:cNvSpPr/>
            <p:nvPr/>
          </p:nvSpPr>
          <p:spPr>
            <a:xfrm>
              <a:off x="2348185" y="3355367"/>
              <a:ext cx="1088" cy="2889"/>
            </a:xfrm>
            <a:custGeom>
              <a:avLst/>
              <a:pathLst>
                <a:path w="1088" h="2889">
                  <a:moveTo>
                    <a:pt x="1088" y="1512"/>
                  </a:moveTo>
                  <a:lnTo>
                    <a:pt x="953" y="2889"/>
                  </a:lnTo>
                  <a:lnTo>
                    <a:pt x="0" y="406"/>
                  </a:lnTo>
                  <a:lnTo>
                    <a:pt x="567" y="0"/>
                  </a:lnTo>
                  <a:lnTo>
                    <a:pt x="768" y="47"/>
                  </a:lnTo>
                  <a:close/>
                </a:path>
              </a:pathLst>
            </a:custGeom>
            <a:solidFill>
              <a:srgbClr val="FFFCF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6" name="pg1125"/>
            <p:cNvSpPr/>
            <p:nvPr/>
          </p:nvSpPr>
          <p:spPr>
            <a:xfrm>
              <a:off x="2339478" y="3350463"/>
              <a:ext cx="71957" cy="70261"/>
            </a:xfrm>
            <a:custGeom>
              <a:avLst/>
              <a:pathLst>
                <a:path w="71957" h="70261">
                  <a:moveTo>
                    <a:pt x="69758" y="27762"/>
                  </a:moveTo>
                  <a:lnTo>
                    <a:pt x="69525" y="28165"/>
                  </a:lnTo>
                  <a:lnTo>
                    <a:pt x="68843" y="30494"/>
                  </a:lnTo>
                  <a:lnTo>
                    <a:pt x="68471" y="32486"/>
                  </a:lnTo>
                  <a:lnTo>
                    <a:pt x="69350" y="34590"/>
                  </a:lnTo>
                  <a:lnTo>
                    <a:pt x="69614" y="36823"/>
                  </a:lnTo>
                  <a:lnTo>
                    <a:pt x="70112" y="39250"/>
                  </a:lnTo>
                  <a:lnTo>
                    <a:pt x="70888" y="41687"/>
                  </a:lnTo>
                  <a:lnTo>
                    <a:pt x="71756" y="46213"/>
                  </a:lnTo>
                  <a:lnTo>
                    <a:pt x="71957" y="48028"/>
                  </a:lnTo>
                  <a:lnTo>
                    <a:pt x="71711" y="49208"/>
                  </a:lnTo>
                  <a:lnTo>
                    <a:pt x="70884" y="49928"/>
                  </a:lnTo>
                  <a:lnTo>
                    <a:pt x="70111" y="52045"/>
                  </a:lnTo>
                  <a:lnTo>
                    <a:pt x="69900" y="54629"/>
                  </a:lnTo>
                  <a:lnTo>
                    <a:pt x="70047" y="55906"/>
                  </a:lnTo>
                  <a:lnTo>
                    <a:pt x="67733" y="60031"/>
                  </a:lnTo>
                  <a:lnTo>
                    <a:pt x="67138" y="60716"/>
                  </a:lnTo>
                  <a:lnTo>
                    <a:pt x="66742" y="60082"/>
                  </a:lnTo>
                  <a:lnTo>
                    <a:pt x="66249" y="58011"/>
                  </a:lnTo>
                  <a:lnTo>
                    <a:pt x="65660" y="56339"/>
                  </a:lnTo>
                  <a:lnTo>
                    <a:pt x="65343" y="55756"/>
                  </a:lnTo>
                  <a:lnTo>
                    <a:pt x="65159" y="55729"/>
                  </a:lnTo>
                  <a:lnTo>
                    <a:pt x="64974" y="56114"/>
                  </a:lnTo>
                  <a:lnTo>
                    <a:pt x="64890" y="57023"/>
                  </a:lnTo>
                  <a:lnTo>
                    <a:pt x="65196" y="60897"/>
                  </a:lnTo>
                  <a:lnTo>
                    <a:pt x="64940" y="62471"/>
                  </a:lnTo>
                  <a:lnTo>
                    <a:pt x="64155" y="63679"/>
                  </a:lnTo>
                  <a:lnTo>
                    <a:pt x="63256" y="69987"/>
                  </a:lnTo>
                  <a:lnTo>
                    <a:pt x="62902" y="69189"/>
                  </a:lnTo>
                  <a:lnTo>
                    <a:pt x="59937" y="60695"/>
                  </a:lnTo>
                  <a:lnTo>
                    <a:pt x="57369" y="50172"/>
                  </a:lnTo>
                  <a:lnTo>
                    <a:pt x="56834" y="45412"/>
                  </a:lnTo>
                  <a:lnTo>
                    <a:pt x="57500" y="45130"/>
                  </a:lnTo>
                  <a:lnTo>
                    <a:pt x="58144" y="45236"/>
                  </a:lnTo>
                  <a:lnTo>
                    <a:pt x="58490" y="44502"/>
                  </a:lnTo>
                  <a:lnTo>
                    <a:pt x="58891" y="43118"/>
                  </a:lnTo>
                  <a:lnTo>
                    <a:pt x="58566" y="39899"/>
                  </a:lnTo>
                  <a:lnTo>
                    <a:pt x="59814" y="37455"/>
                  </a:lnTo>
                  <a:lnTo>
                    <a:pt x="60285" y="35806"/>
                  </a:lnTo>
                  <a:lnTo>
                    <a:pt x="60631" y="35998"/>
                  </a:lnTo>
                  <a:lnTo>
                    <a:pt x="61447" y="38800"/>
                  </a:lnTo>
                  <a:lnTo>
                    <a:pt x="62633" y="40410"/>
                  </a:lnTo>
                  <a:lnTo>
                    <a:pt x="64089" y="42748"/>
                  </a:lnTo>
                  <a:lnTo>
                    <a:pt x="64991" y="43277"/>
                  </a:lnTo>
                  <a:lnTo>
                    <a:pt x="63851" y="40826"/>
                  </a:lnTo>
                  <a:lnTo>
                    <a:pt x="61882" y="37600"/>
                  </a:lnTo>
                  <a:lnTo>
                    <a:pt x="61330" y="35480"/>
                  </a:lnTo>
                  <a:lnTo>
                    <a:pt x="60809" y="32529"/>
                  </a:lnTo>
                  <a:lnTo>
                    <a:pt x="60039" y="33808"/>
                  </a:lnTo>
                  <a:lnTo>
                    <a:pt x="59682" y="34883"/>
                  </a:lnTo>
                  <a:lnTo>
                    <a:pt x="59284" y="35494"/>
                  </a:lnTo>
                  <a:lnTo>
                    <a:pt x="58937" y="34761"/>
                  </a:lnTo>
                  <a:lnTo>
                    <a:pt x="58876" y="33808"/>
                  </a:lnTo>
                  <a:lnTo>
                    <a:pt x="57715" y="33622"/>
                  </a:lnTo>
                  <a:lnTo>
                    <a:pt x="57417" y="32757"/>
                  </a:lnTo>
                  <a:lnTo>
                    <a:pt x="57110" y="32273"/>
                  </a:lnTo>
                  <a:lnTo>
                    <a:pt x="57250" y="34112"/>
                  </a:lnTo>
                  <a:lnTo>
                    <a:pt x="57478" y="35249"/>
                  </a:lnTo>
                  <a:lnTo>
                    <a:pt x="57356" y="36618"/>
                  </a:lnTo>
                  <a:lnTo>
                    <a:pt x="56978" y="36715"/>
                  </a:lnTo>
                  <a:lnTo>
                    <a:pt x="56655" y="35297"/>
                  </a:lnTo>
                  <a:lnTo>
                    <a:pt x="56243" y="34016"/>
                  </a:lnTo>
                  <a:lnTo>
                    <a:pt x="55693" y="28653"/>
                  </a:lnTo>
                  <a:lnTo>
                    <a:pt x="54374" y="26125"/>
                  </a:lnTo>
                  <a:lnTo>
                    <a:pt x="53771" y="25284"/>
                  </a:lnTo>
                  <a:lnTo>
                    <a:pt x="53272" y="24966"/>
                  </a:lnTo>
                  <a:lnTo>
                    <a:pt x="52538" y="23248"/>
                  </a:lnTo>
                  <a:lnTo>
                    <a:pt x="51569" y="22329"/>
                  </a:lnTo>
                  <a:lnTo>
                    <a:pt x="50249" y="19659"/>
                  </a:lnTo>
                  <a:lnTo>
                    <a:pt x="48630" y="17749"/>
                  </a:lnTo>
                  <a:lnTo>
                    <a:pt x="46652" y="17072"/>
                  </a:lnTo>
                  <a:lnTo>
                    <a:pt x="44248" y="17488"/>
                  </a:lnTo>
                  <a:lnTo>
                    <a:pt x="43439" y="18550"/>
                  </a:lnTo>
                  <a:lnTo>
                    <a:pt x="42889" y="19898"/>
                  </a:lnTo>
                  <a:lnTo>
                    <a:pt x="42633" y="20524"/>
                  </a:lnTo>
                  <a:lnTo>
                    <a:pt x="41213" y="22069"/>
                  </a:lnTo>
                  <a:lnTo>
                    <a:pt x="40675" y="24304"/>
                  </a:lnTo>
                  <a:lnTo>
                    <a:pt x="40336" y="26188"/>
                  </a:lnTo>
                  <a:lnTo>
                    <a:pt x="39628" y="28326"/>
                  </a:lnTo>
                  <a:lnTo>
                    <a:pt x="40436" y="29618"/>
                  </a:lnTo>
                  <a:lnTo>
                    <a:pt x="35804" y="36882"/>
                  </a:lnTo>
                  <a:lnTo>
                    <a:pt x="34887" y="37937"/>
                  </a:lnTo>
                  <a:lnTo>
                    <a:pt x="32807" y="38682"/>
                  </a:lnTo>
                  <a:lnTo>
                    <a:pt x="32327" y="39459"/>
                  </a:lnTo>
                  <a:lnTo>
                    <a:pt x="31693" y="40895"/>
                  </a:lnTo>
                  <a:lnTo>
                    <a:pt x="31608" y="43079"/>
                  </a:lnTo>
                  <a:lnTo>
                    <a:pt x="31703" y="44938"/>
                  </a:lnTo>
                  <a:lnTo>
                    <a:pt x="32308" y="46370"/>
                  </a:lnTo>
                  <a:lnTo>
                    <a:pt x="32845" y="47274"/>
                  </a:lnTo>
                  <a:lnTo>
                    <a:pt x="34136" y="51598"/>
                  </a:lnTo>
                  <a:lnTo>
                    <a:pt x="36428" y="57053"/>
                  </a:lnTo>
                  <a:lnTo>
                    <a:pt x="36862" y="59040"/>
                  </a:lnTo>
                  <a:lnTo>
                    <a:pt x="37218" y="61988"/>
                  </a:lnTo>
                  <a:lnTo>
                    <a:pt x="36526" y="63371"/>
                  </a:lnTo>
                  <a:lnTo>
                    <a:pt x="35992" y="63956"/>
                  </a:lnTo>
                  <a:lnTo>
                    <a:pt x="33811" y="64186"/>
                  </a:lnTo>
                  <a:lnTo>
                    <a:pt x="33059" y="65367"/>
                  </a:lnTo>
                  <a:lnTo>
                    <a:pt x="32754" y="67170"/>
                  </a:lnTo>
                  <a:lnTo>
                    <a:pt x="31941" y="68639"/>
                  </a:lnTo>
                  <a:lnTo>
                    <a:pt x="29129" y="70095"/>
                  </a:lnTo>
                  <a:lnTo>
                    <a:pt x="26922" y="70261"/>
                  </a:lnTo>
                  <a:lnTo>
                    <a:pt x="26235" y="68574"/>
                  </a:lnTo>
                  <a:lnTo>
                    <a:pt x="26070" y="63836"/>
                  </a:lnTo>
                  <a:lnTo>
                    <a:pt x="24583" y="55750"/>
                  </a:lnTo>
                  <a:lnTo>
                    <a:pt x="24228" y="50177"/>
                  </a:lnTo>
                  <a:lnTo>
                    <a:pt x="23857" y="50869"/>
                  </a:lnTo>
                  <a:lnTo>
                    <a:pt x="23069" y="51517"/>
                  </a:lnTo>
                  <a:lnTo>
                    <a:pt x="22803" y="52902"/>
                  </a:lnTo>
                  <a:lnTo>
                    <a:pt x="22605" y="57013"/>
                  </a:lnTo>
                  <a:lnTo>
                    <a:pt x="22314" y="58415"/>
                  </a:lnTo>
                  <a:lnTo>
                    <a:pt x="21705" y="58281"/>
                  </a:lnTo>
                  <a:lnTo>
                    <a:pt x="20456" y="56809"/>
                  </a:lnTo>
                  <a:lnTo>
                    <a:pt x="18795" y="55453"/>
                  </a:lnTo>
                  <a:lnTo>
                    <a:pt x="16679" y="46744"/>
                  </a:lnTo>
                  <a:lnTo>
                    <a:pt x="16449" y="45105"/>
                  </a:lnTo>
                  <a:lnTo>
                    <a:pt x="16038" y="43150"/>
                  </a:lnTo>
                  <a:lnTo>
                    <a:pt x="14401" y="42326"/>
                  </a:lnTo>
                  <a:lnTo>
                    <a:pt x="13006" y="40859"/>
                  </a:lnTo>
                  <a:lnTo>
                    <a:pt x="11483" y="40632"/>
                  </a:lnTo>
                  <a:lnTo>
                    <a:pt x="10704" y="41458"/>
                  </a:lnTo>
                  <a:lnTo>
                    <a:pt x="9909" y="40407"/>
                  </a:lnTo>
                  <a:lnTo>
                    <a:pt x="9771" y="38024"/>
                  </a:lnTo>
                  <a:lnTo>
                    <a:pt x="8175" y="39093"/>
                  </a:lnTo>
                  <a:lnTo>
                    <a:pt x="6125" y="38722"/>
                  </a:lnTo>
                  <a:lnTo>
                    <a:pt x="4291" y="37701"/>
                  </a:lnTo>
                  <a:lnTo>
                    <a:pt x="3037" y="38246"/>
                  </a:lnTo>
                  <a:lnTo>
                    <a:pt x="1989" y="39935"/>
                  </a:lnTo>
                  <a:lnTo>
                    <a:pt x="2134" y="44274"/>
                  </a:lnTo>
                  <a:lnTo>
                    <a:pt x="1826" y="45127"/>
                  </a:lnTo>
                  <a:lnTo>
                    <a:pt x="1777" y="43356"/>
                  </a:lnTo>
                  <a:lnTo>
                    <a:pt x="1412" y="41316"/>
                  </a:lnTo>
                  <a:lnTo>
                    <a:pt x="973" y="39625"/>
                  </a:lnTo>
                  <a:lnTo>
                    <a:pt x="48" y="37877"/>
                  </a:lnTo>
                  <a:lnTo>
                    <a:pt x="0" y="37234"/>
                  </a:lnTo>
                  <a:lnTo>
                    <a:pt x="367" y="36347"/>
                  </a:lnTo>
                  <a:lnTo>
                    <a:pt x="2045" y="33814"/>
                  </a:lnTo>
                  <a:lnTo>
                    <a:pt x="2252" y="32755"/>
                  </a:lnTo>
                  <a:lnTo>
                    <a:pt x="2279" y="30550"/>
                  </a:lnTo>
                  <a:lnTo>
                    <a:pt x="2117" y="28442"/>
                  </a:lnTo>
                  <a:lnTo>
                    <a:pt x="1361" y="25338"/>
                  </a:lnTo>
                  <a:lnTo>
                    <a:pt x="1793" y="23418"/>
                  </a:lnTo>
                  <a:lnTo>
                    <a:pt x="2658" y="21878"/>
                  </a:lnTo>
                  <a:lnTo>
                    <a:pt x="3545" y="20662"/>
                  </a:lnTo>
                  <a:lnTo>
                    <a:pt x="3695" y="20146"/>
                  </a:lnTo>
                  <a:lnTo>
                    <a:pt x="3531" y="19092"/>
                  </a:lnTo>
                  <a:lnTo>
                    <a:pt x="3014" y="17953"/>
                  </a:lnTo>
                  <a:lnTo>
                    <a:pt x="1801" y="16015"/>
                  </a:lnTo>
                  <a:lnTo>
                    <a:pt x="1073" y="15889"/>
                  </a:lnTo>
                  <a:lnTo>
                    <a:pt x="1042" y="10311"/>
                  </a:lnTo>
                  <a:lnTo>
                    <a:pt x="1079" y="4393"/>
                  </a:lnTo>
                  <a:lnTo>
                    <a:pt x="1262" y="3806"/>
                  </a:lnTo>
                  <a:lnTo>
                    <a:pt x="1707" y="3452"/>
                  </a:lnTo>
                  <a:lnTo>
                    <a:pt x="2063" y="2552"/>
                  </a:lnTo>
                  <a:lnTo>
                    <a:pt x="2262" y="799"/>
                  </a:lnTo>
                  <a:lnTo>
                    <a:pt x="2792" y="178"/>
                  </a:lnTo>
                  <a:lnTo>
                    <a:pt x="3750" y="1529"/>
                  </a:lnTo>
                  <a:lnTo>
                    <a:pt x="4729" y="2718"/>
                  </a:lnTo>
                  <a:lnTo>
                    <a:pt x="5134" y="2322"/>
                  </a:lnTo>
                  <a:lnTo>
                    <a:pt x="5439" y="1744"/>
                  </a:lnTo>
                  <a:lnTo>
                    <a:pt x="5652" y="1171"/>
                  </a:lnTo>
                  <a:lnTo>
                    <a:pt x="5722" y="626"/>
                  </a:lnTo>
                  <a:lnTo>
                    <a:pt x="6503" y="2204"/>
                  </a:lnTo>
                  <a:lnTo>
                    <a:pt x="8101" y="5002"/>
                  </a:lnTo>
                  <a:lnTo>
                    <a:pt x="8195" y="6380"/>
                  </a:lnTo>
                  <a:lnTo>
                    <a:pt x="8044" y="7700"/>
                  </a:lnTo>
                  <a:lnTo>
                    <a:pt x="8484" y="11484"/>
                  </a:lnTo>
                  <a:lnTo>
                    <a:pt x="9315" y="12033"/>
                  </a:lnTo>
                  <a:lnTo>
                    <a:pt x="10148" y="11300"/>
                  </a:lnTo>
                  <a:lnTo>
                    <a:pt x="10355" y="11999"/>
                  </a:lnTo>
                  <a:lnTo>
                    <a:pt x="10200" y="12698"/>
                  </a:lnTo>
                  <a:lnTo>
                    <a:pt x="9771" y="13480"/>
                  </a:lnTo>
                  <a:lnTo>
                    <a:pt x="9663" y="16735"/>
                  </a:lnTo>
                  <a:lnTo>
                    <a:pt x="11032" y="18254"/>
                  </a:lnTo>
                  <a:lnTo>
                    <a:pt x="11716" y="19590"/>
                  </a:lnTo>
                  <a:lnTo>
                    <a:pt x="13983" y="18963"/>
                  </a:lnTo>
                  <a:lnTo>
                    <a:pt x="14819" y="19317"/>
                  </a:lnTo>
                  <a:lnTo>
                    <a:pt x="15389" y="18929"/>
                  </a:lnTo>
                  <a:lnTo>
                    <a:pt x="14756" y="16318"/>
                  </a:lnTo>
                  <a:lnTo>
                    <a:pt x="13909" y="14384"/>
                  </a:lnTo>
                  <a:lnTo>
                    <a:pt x="13979" y="13516"/>
                  </a:lnTo>
                  <a:lnTo>
                    <a:pt x="14622" y="14158"/>
                  </a:lnTo>
                  <a:lnTo>
                    <a:pt x="15113" y="15475"/>
                  </a:lnTo>
                  <a:lnTo>
                    <a:pt x="16228" y="17106"/>
                  </a:lnTo>
                  <a:lnTo>
                    <a:pt x="18284" y="22777"/>
                  </a:lnTo>
                  <a:lnTo>
                    <a:pt x="20639" y="24150"/>
                  </a:lnTo>
                  <a:lnTo>
                    <a:pt x="22502" y="23968"/>
                  </a:lnTo>
                  <a:lnTo>
                    <a:pt x="24238" y="23202"/>
                  </a:lnTo>
                  <a:lnTo>
                    <a:pt x="27007" y="20998"/>
                  </a:lnTo>
                  <a:lnTo>
                    <a:pt x="29009" y="17019"/>
                  </a:lnTo>
                  <a:lnTo>
                    <a:pt x="30608" y="15244"/>
                  </a:lnTo>
                  <a:lnTo>
                    <a:pt x="35788" y="11463"/>
                  </a:lnTo>
                  <a:lnTo>
                    <a:pt x="37628" y="7509"/>
                  </a:lnTo>
                  <a:lnTo>
                    <a:pt x="38404" y="6989"/>
                  </a:lnTo>
                  <a:lnTo>
                    <a:pt x="39145" y="6494"/>
                  </a:lnTo>
                  <a:lnTo>
                    <a:pt x="40773" y="3503"/>
                  </a:lnTo>
                  <a:lnTo>
                    <a:pt x="41648" y="1171"/>
                  </a:lnTo>
                  <a:lnTo>
                    <a:pt x="42572" y="0"/>
                  </a:lnTo>
                  <a:lnTo>
                    <a:pt x="45310" y="845"/>
                  </a:lnTo>
                  <a:lnTo>
                    <a:pt x="47085" y="1947"/>
                  </a:lnTo>
                  <a:lnTo>
                    <a:pt x="48311" y="1804"/>
                  </a:lnTo>
                  <a:lnTo>
                    <a:pt x="49490" y="2582"/>
                  </a:lnTo>
                  <a:lnTo>
                    <a:pt x="50005" y="4280"/>
                  </a:lnTo>
                  <a:lnTo>
                    <a:pt x="50540" y="5005"/>
                  </a:lnTo>
                  <a:lnTo>
                    <a:pt x="53436" y="4819"/>
                  </a:lnTo>
                  <a:lnTo>
                    <a:pt x="55813" y="5660"/>
                  </a:lnTo>
                  <a:lnTo>
                    <a:pt x="61015" y="10684"/>
                  </a:lnTo>
                  <a:lnTo>
                    <a:pt x="64124" y="15653"/>
                  </a:lnTo>
                  <a:lnTo>
                    <a:pt x="65772" y="20932"/>
                  </a:lnTo>
                  <a:close/>
                </a:path>
              </a:pathLst>
            </a:custGeom>
            <a:solidFill>
              <a:srgbClr val="FFFCF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7" name="pg1126"/>
            <p:cNvSpPr/>
            <p:nvPr/>
          </p:nvSpPr>
          <p:spPr>
            <a:xfrm>
              <a:off x="1780203" y="4352799"/>
              <a:ext cx="741" cy="2640"/>
            </a:xfrm>
            <a:custGeom>
              <a:avLst/>
              <a:pathLst>
                <a:path w="741" h="2640">
                  <a:moveTo>
                    <a:pt x="741" y="2190"/>
                  </a:moveTo>
                  <a:lnTo>
                    <a:pt x="619" y="2640"/>
                  </a:lnTo>
                  <a:lnTo>
                    <a:pt x="364" y="2259"/>
                  </a:lnTo>
                  <a:lnTo>
                    <a:pt x="98" y="1402"/>
                  </a:lnTo>
                  <a:lnTo>
                    <a:pt x="0" y="502"/>
                  </a:lnTo>
                  <a:lnTo>
                    <a:pt x="247" y="0"/>
                  </a:lnTo>
                  <a:lnTo>
                    <a:pt x="574" y="305"/>
                  </a:lnTo>
                  <a:lnTo>
                    <a:pt x="732" y="1223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8" name="pg1127"/>
            <p:cNvSpPr/>
            <p:nvPr/>
          </p:nvSpPr>
          <p:spPr>
            <a:xfrm>
              <a:off x="2360341" y="3635304"/>
              <a:ext cx="156115" cy="540861"/>
            </a:xfrm>
            <a:custGeom>
              <a:avLst/>
              <a:pathLst>
                <a:path w="156115" h="540861">
                  <a:moveTo>
                    <a:pt x="140312" y="123934"/>
                  </a:moveTo>
                  <a:lnTo>
                    <a:pt x="140237" y="125861"/>
                  </a:lnTo>
                  <a:lnTo>
                    <a:pt x="139843" y="126632"/>
                  </a:lnTo>
                  <a:lnTo>
                    <a:pt x="139233" y="126805"/>
                  </a:lnTo>
                  <a:lnTo>
                    <a:pt x="138302" y="125431"/>
                  </a:lnTo>
                  <a:lnTo>
                    <a:pt x="137621" y="125772"/>
                  </a:lnTo>
                  <a:lnTo>
                    <a:pt x="136940" y="125861"/>
                  </a:lnTo>
                  <a:lnTo>
                    <a:pt x="135981" y="124260"/>
                  </a:lnTo>
                  <a:lnTo>
                    <a:pt x="135651" y="122684"/>
                  </a:lnTo>
                  <a:lnTo>
                    <a:pt x="134898" y="121397"/>
                  </a:lnTo>
                  <a:lnTo>
                    <a:pt x="133343" y="121914"/>
                  </a:lnTo>
                  <a:lnTo>
                    <a:pt x="132061" y="121946"/>
                  </a:lnTo>
                  <a:lnTo>
                    <a:pt x="130987" y="121657"/>
                  </a:lnTo>
                  <a:lnTo>
                    <a:pt x="130025" y="122084"/>
                  </a:lnTo>
                  <a:lnTo>
                    <a:pt x="129205" y="123746"/>
                  </a:lnTo>
                  <a:lnTo>
                    <a:pt x="128593" y="125688"/>
                  </a:lnTo>
                  <a:lnTo>
                    <a:pt x="127876" y="127319"/>
                  </a:lnTo>
                  <a:lnTo>
                    <a:pt x="125772" y="128404"/>
                  </a:lnTo>
                  <a:lnTo>
                    <a:pt x="124652" y="128433"/>
                  </a:lnTo>
                  <a:lnTo>
                    <a:pt x="123642" y="129500"/>
                  </a:lnTo>
                  <a:lnTo>
                    <a:pt x="122143" y="129893"/>
                  </a:lnTo>
                  <a:lnTo>
                    <a:pt x="121118" y="130842"/>
                  </a:lnTo>
                  <a:lnTo>
                    <a:pt x="119304" y="131361"/>
                  </a:lnTo>
                  <a:lnTo>
                    <a:pt x="117128" y="131866"/>
                  </a:lnTo>
                  <a:lnTo>
                    <a:pt x="115913" y="133312"/>
                  </a:lnTo>
                  <a:lnTo>
                    <a:pt x="115429" y="133941"/>
                  </a:lnTo>
                  <a:lnTo>
                    <a:pt x="114193" y="135941"/>
                  </a:lnTo>
                  <a:lnTo>
                    <a:pt x="112043" y="139092"/>
                  </a:lnTo>
                  <a:lnTo>
                    <a:pt x="110858" y="140189"/>
                  </a:lnTo>
                  <a:lnTo>
                    <a:pt x="109424" y="143594"/>
                  </a:lnTo>
                  <a:lnTo>
                    <a:pt x="107705" y="146794"/>
                  </a:lnTo>
                  <a:lnTo>
                    <a:pt x="106589" y="148496"/>
                  </a:lnTo>
                  <a:lnTo>
                    <a:pt x="104946" y="149281"/>
                  </a:lnTo>
                  <a:lnTo>
                    <a:pt x="104265" y="150138"/>
                  </a:lnTo>
                  <a:lnTo>
                    <a:pt x="104014" y="151171"/>
                  </a:lnTo>
                  <a:lnTo>
                    <a:pt x="104158" y="152369"/>
                  </a:lnTo>
                  <a:lnTo>
                    <a:pt x="103881" y="155451"/>
                  </a:lnTo>
                  <a:lnTo>
                    <a:pt x="103379" y="161144"/>
                  </a:lnTo>
                  <a:lnTo>
                    <a:pt x="103239" y="163935"/>
                  </a:lnTo>
                  <a:lnTo>
                    <a:pt x="103120" y="165271"/>
                  </a:lnTo>
                  <a:lnTo>
                    <a:pt x="102032" y="169842"/>
                  </a:lnTo>
                  <a:lnTo>
                    <a:pt x="100862" y="174092"/>
                  </a:lnTo>
                  <a:lnTo>
                    <a:pt x="100288" y="176909"/>
                  </a:lnTo>
                  <a:lnTo>
                    <a:pt x="99965" y="178969"/>
                  </a:lnTo>
                  <a:lnTo>
                    <a:pt x="100324" y="180683"/>
                  </a:lnTo>
                  <a:lnTo>
                    <a:pt x="100802" y="183762"/>
                  </a:lnTo>
                  <a:lnTo>
                    <a:pt x="101202" y="186235"/>
                  </a:lnTo>
                  <a:lnTo>
                    <a:pt x="101313" y="187906"/>
                  </a:lnTo>
                  <a:lnTo>
                    <a:pt x="101177" y="189825"/>
                  </a:lnTo>
                  <a:lnTo>
                    <a:pt x="100682" y="191579"/>
                  </a:lnTo>
                  <a:lnTo>
                    <a:pt x="99906" y="192728"/>
                  </a:lnTo>
                  <a:lnTo>
                    <a:pt x="98855" y="193042"/>
                  </a:lnTo>
                  <a:lnTo>
                    <a:pt x="96703" y="196138"/>
                  </a:lnTo>
                  <a:lnTo>
                    <a:pt x="94301" y="200698"/>
                  </a:lnTo>
                  <a:lnTo>
                    <a:pt x="93517" y="202825"/>
                  </a:lnTo>
                  <a:lnTo>
                    <a:pt x="93293" y="204827"/>
                  </a:lnTo>
                  <a:lnTo>
                    <a:pt x="92943" y="207970"/>
                  </a:lnTo>
                  <a:lnTo>
                    <a:pt x="93086" y="209600"/>
                  </a:lnTo>
                  <a:lnTo>
                    <a:pt x="93516" y="210714"/>
                  </a:lnTo>
                  <a:lnTo>
                    <a:pt x="93946" y="213374"/>
                  </a:lnTo>
                  <a:lnTo>
                    <a:pt x="93982" y="214748"/>
                  </a:lnTo>
                  <a:lnTo>
                    <a:pt x="93624" y="215519"/>
                  </a:lnTo>
                  <a:lnTo>
                    <a:pt x="92943" y="215692"/>
                  </a:lnTo>
                  <a:lnTo>
                    <a:pt x="92334" y="215948"/>
                  </a:lnTo>
                  <a:lnTo>
                    <a:pt x="91868" y="216635"/>
                  </a:lnTo>
                  <a:lnTo>
                    <a:pt x="91403" y="216462"/>
                  </a:lnTo>
                  <a:lnTo>
                    <a:pt x="90972" y="216806"/>
                  </a:lnTo>
                  <a:lnTo>
                    <a:pt x="90972" y="217922"/>
                  </a:lnTo>
                  <a:lnTo>
                    <a:pt x="91116" y="219209"/>
                  </a:lnTo>
                  <a:lnTo>
                    <a:pt x="91044" y="220580"/>
                  </a:lnTo>
                  <a:lnTo>
                    <a:pt x="90757" y="221440"/>
                  </a:lnTo>
                  <a:lnTo>
                    <a:pt x="90507" y="222040"/>
                  </a:lnTo>
                  <a:lnTo>
                    <a:pt x="90757" y="222897"/>
                  </a:lnTo>
                  <a:lnTo>
                    <a:pt x="91188" y="223670"/>
                  </a:lnTo>
                  <a:lnTo>
                    <a:pt x="91832" y="224957"/>
                  </a:lnTo>
                  <a:lnTo>
                    <a:pt x="92728" y="227445"/>
                  </a:lnTo>
                  <a:lnTo>
                    <a:pt x="93408" y="227875"/>
                  </a:lnTo>
                  <a:lnTo>
                    <a:pt x="93982" y="228732"/>
                  </a:lnTo>
                  <a:lnTo>
                    <a:pt x="94054" y="230105"/>
                  </a:lnTo>
                  <a:lnTo>
                    <a:pt x="93839" y="231476"/>
                  </a:lnTo>
                  <a:lnTo>
                    <a:pt x="93337" y="232076"/>
                  </a:lnTo>
                  <a:lnTo>
                    <a:pt x="93301" y="233280"/>
                  </a:lnTo>
                  <a:lnTo>
                    <a:pt x="93982" y="234737"/>
                  </a:lnTo>
                  <a:lnTo>
                    <a:pt x="94448" y="235767"/>
                  </a:lnTo>
                  <a:lnTo>
                    <a:pt x="94914" y="237311"/>
                  </a:lnTo>
                  <a:lnTo>
                    <a:pt x="95343" y="239455"/>
                  </a:lnTo>
                  <a:lnTo>
                    <a:pt x="95343" y="240829"/>
                  </a:lnTo>
                  <a:lnTo>
                    <a:pt x="95809" y="242543"/>
                  </a:lnTo>
                  <a:lnTo>
                    <a:pt x="96096" y="244003"/>
                  </a:lnTo>
                  <a:lnTo>
                    <a:pt x="96096" y="245376"/>
                  </a:lnTo>
                  <a:lnTo>
                    <a:pt x="96848" y="246747"/>
                  </a:lnTo>
                  <a:lnTo>
                    <a:pt x="97493" y="247777"/>
                  </a:lnTo>
                  <a:lnTo>
                    <a:pt x="97959" y="248721"/>
                  </a:lnTo>
                  <a:lnTo>
                    <a:pt x="98425" y="249321"/>
                  </a:lnTo>
                  <a:lnTo>
                    <a:pt x="98532" y="250351"/>
                  </a:lnTo>
                  <a:lnTo>
                    <a:pt x="98470" y="251912"/>
                  </a:lnTo>
                  <a:lnTo>
                    <a:pt x="99140" y="254483"/>
                  </a:lnTo>
                  <a:lnTo>
                    <a:pt x="100365" y="256414"/>
                  </a:lnTo>
                  <a:lnTo>
                    <a:pt x="101359" y="259213"/>
                  </a:lnTo>
                  <a:lnTo>
                    <a:pt x="102002" y="261245"/>
                  </a:lnTo>
                  <a:lnTo>
                    <a:pt x="103192" y="264505"/>
                  </a:lnTo>
                  <a:lnTo>
                    <a:pt x="103238" y="268257"/>
                  </a:lnTo>
                  <a:lnTo>
                    <a:pt x="101763" y="272559"/>
                  </a:lnTo>
                  <a:lnTo>
                    <a:pt x="100288" y="276865"/>
                  </a:lnTo>
                  <a:lnTo>
                    <a:pt x="102702" y="276746"/>
                  </a:lnTo>
                  <a:lnTo>
                    <a:pt x="105164" y="276833"/>
                  </a:lnTo>
                  <a:lnTo>
                    <a:pt x="107740" y="278065"/>
                  </a:lnTo>
                  <a:lnTo>
                    <a:pt x="109477" y="279251"/>
                  </a:lnTo>
                  <a:lnTo>
                    <a:pt x="110534" y="279782"/>
                  </a:lnTo>
                  <a:lnTo>
                    <a:pt x="111287" y="281155"/>
                  </a:lnTo>
                  <a:lnTo>
                    <a:pt x="111645" y="283300"/>
                  </a:lnTo>
                  <a:lnTo>
                    <a:pt x="111932" y="285051"/>
                  </a:lnTo>
                  <a:lnTo>
                    <a:pt x="112004" y="287588"/>
                  </a:lnTo>
                  <a:lnTo>
                    <a:pt x="113079" y="289648"/>
                  </a:lnTo>
                  <a:lnTo>
                    <a:pt x="113002" y="291602"/>
                  </a:lnTo>
                  <a:lnTo>
                    <a:pt x="112971" y="294366"/>
                  </a:lnTo>
                  <a:lnTo>
                    <a:pt x="113447" y="294409"/>
                  </a:lnTo>
                  <a:lnTo>
                    <a:pt x="116600" y="294421"/>
                  </a:lnTo>
                  <a:lnTo>
                    <a:pt x="120049" y="294435"/>
                  </a:lnTo>
                  <a:lnTo>
                    <a:pt x="123363" y="293919"/>
                  </a:lnTo>
                  <a:lnTo>
                    <a:pt x="124615" y="293252"/>
                  </a:lnTo>
                  <a:lnTo>
                    <a:pt x="126129" y="289896"/>
                  </a:lnTo>
                  <a:lnTo>
                    <a:pt x="127036" y="288901"/>
                  </a:lnTo>
                  <a:lnTo>
                    <a:pt x="127912" y="287334"/>
                  </a:lnTo>
                  <a:lnTo>
                    <a:pt x="128976" y="284477"/>
                  </a:lnTo>
                  <a:lnTo>
                    <a:pt x="129819" y="283184"/>
                  </a:lnTo>
                  <a:lnTo>
                    <a:pt x="130532" y="281600"/>
                  </a:lnTo>
                  <a:lnTo>
                    <a:pt x="131593" y="280013"/>
                  </a:lnTo>
                  <a:lnTo>
                    <a:pt x="132032" y="278838"/>
                  </a:lnTo>
                  <a:lnTo>
                    <a:pt x="132390" y="278408"/>
                  </a:lnTo>
                  <a:lnTo>
                    <a:pt x="133214" y="277635"/>
                  </a:lnTo>
                  <a:lnTo>
                    <a:pt x="132856" y="279182"/>
                  </a:lnTo>
                  <a:lnTo>
                    <a:pt x="132583" y="280766"/>
                  </a:lnTo>
                  <a:lnTo>
                    <a:pt x="132498" y="283043"/>
                  </a:lnTo>
                  <a:lnTo>
                    <a:pt x="132892" y="285527"/>
                  </a:lnTo>
                  <a:lnTo>
                    <a:pt x="132564" y="287386"/>
                  </a:lnTo>
                  <a:lnTo>
                    <a:pt x="132032" y="289048"/>
                  </a:lnTo>
                  <a:lnTo>
                    <a:pt x="132023" y="293422"/>
                  </a:lnTo>
                  <a:lnTo>
                    <a:pt x="132012" y="299621"/>
                  </a:lnTo>
                  <a:lnTo>
                    <a:pt x="132002" y="304933"/>
                  </a:lnTo>
                  <a:lnTo>
                    <a:pt x="131990" y="311573"/>
                  </a:lnTo>
                  <a:lnTo>
                    <a:pt x="131975" y="319102"/>
                  </a:lnTo>
                  <a:lnTo>
                    <a:pt x="131965" y="324108"/>
                  </a:lnTo>
                  <a:lnTo>
                    <a:pt x="132530" y="323122"/>
                  </a:lnTo>
                  <a:lnTo>
                    <a:pt x="133311" y="322236"/>
                  </a:lnTo>
                  <a:lnTo>
                    <a:pt x="134327" y="324538"/>
                  </a:lnTo>
                  <a:lnTo>
                    <a:pt x="135051" y="325537"/>
                  </a:lnTo>
                  <a:lnTo>
                    <a:pt x="135671" y="325776"/>
                  </a:lnTo>
                  <a:lnTo>
                    <a:pt x="136308" y="325704"/>
                  </a:lnTo>
                  <a:lnTo>
                    <a:pt x="137176" y="325214"/>
                  </a:lnTo>
                  <a:lnTo>
                    <a:pt x="139073" y="323286"/>
                  </a:lnTo>
                  <a:lnTo>
                    <a:pt x="140381" y="321733"/>
                  </a:lnTo>
                  <a:lnTo>
                    <a:pt x="141868" y="321837"/>
                  </a:lnTo>
                  <a:lnTo>
                    <a:pt x="143914" y="322449"/>
                  </a:lnTo>
                  <a:lnTo>
                    <a:pt x="145091" y="322380"/>
                  </a:lnTo>
                  <a:lnTo>
                    <a:pt x="146634" y="328792"/>
                  </a:lnTo>
                  <a:lnTo>
                    <a:pt x="147764" y="333484"/>
                  </a:lnTo>
                  <a:lnTo>
                    <a:pt x="149051" y="338834"/>
                  </a:lnTo>
                  <a:lnTo>
                    <a:pt x="150087" y="343139"/>
                  </a:lnTo>
                  <a:lnTo>
                    <a:pt x="151661" y="349681"/>
                  </a:lnTo>
                  <a:lnTo>
                    <a:pt x="153020" y="355328"/>
                  </a:lnTo>
                  <a:lnTo>
                    <a:pt x="154468" y="361345"/>
                  </a:lnTo>
                  <a:lnTo>
                    <a:pt x="156115" y="368187"/>
                  </a:lnTo>
                  <a:lnTo>
                    <a:pt x="155586" y="369924"/>
                  </a:lnTo>
                  <a:lnTo>
                    <a:pt x="155157" y="371312"/>
                  </a:lnTo>
                  <a:lnTo>
                    <a:pt x="155204" y="373661"/>
                  </a:lnTo>
                  <a:lnTo>
                    <a:pt x="154553" y="374913"/>
                  </a:lnTo>
                  <a:lnTo>
                    <a:pt x="153864" y="375669"/>
                  </a:lnTo>
                  <a:lnTo>
                    <a:pt x="153049" y="377646"/>
                  </a:lnTo>
                  <a:lnTo>
                    <a:pt x="152495" y="379360"/>
                  </a:lnTo>
                  <a:lnTo>
                    <a:pt x="152471" y="381798"/>
                  </a:lnTo>
                  <a:lnTo>
                    <a:pt x="152573" y="394201"/>
                  </a:lnTo>
                  <a:lnTo>
                    <a:pt x="152435" y="397571"/>
                  </a:lnTo>
                  <a:lnTo>
                    <a:pt x="152015" y="400468"/>
                  </a:lnTo>
                  <a:lnTo>
                    <a:pt x="151579" y="401931"/>
                  </a:lnTo>
                  <a:lnTo>
                    <a:pt x="151316" y="403080"/>
                  </a:lnTo>
                  <a:lnTo>
                    <a:pt x="151947" y="405960"/>
                  </a:lnTo>
                  <a:lnTo>
                    <a:pt x="152549" y="411743"/>
                  </a:lnTo>
                  <a:lnTo>
                    <a:pt x="153003" y="412885"/>
                  </a:lnTo>
                  <a:lnTo>
                    <a:pt x="153567" y="415240"/>
                  </a:lnTo>
                  <a:lnTo>
                    <a:pt x="153824" y="417468"/>
                  </a:lnTo>
                  <a:lnTo>
                    <a:pt x="153708" y="418328"/>
                  </a:lnTo>
                  <a:lnTo>
                    <a:pt x="152579" y="419378"/>
                  </a:lnTo>
                  <a:lnTo>
                    <a:pt x="152176" y="420284"/>
                  </a:lnTo>
                  <a:lnTo>
                    <a:pt x="152069" y="423600"/>
                  </a:lnTo>
                  <a:lnTo>
                    <a:pt x="151580" y="424792"/>
                  </a:lnTo>
                  <a:lnTo>
                    <a:pt x="150754" y="426350"/>
                  </a:lnTo>
                  <a:lnTo>
                    <a:pt x="150223" y="428142"/>
                  </a:lnTo>
                  <a:lnTo>
                    <a:pt x="149772" y="429371"/>
                  </a:lnTo>
                  <a:lnTo>
                    <a:pt x="149332" y="430095"/>
                  </a:lnTo>
                  <a:lnTo>
                    <a:pt x="149117" y="432283"/>
                  </a:lnTo>
                  <a:lnTo>
                    <a:pt x="148825" y="434493"/>
                  </a:lnTo>
                  <a:lnTo>
                    <a:pt x="147795" y="435953"/>
                  </a:lnTo>
                  <a:lnTo>
                    <a:pt x="147619" y="438677"/>
                  </a:lnTo>
                  <a:lnTo>
                    <a:pt x="147607" y="440908"/>
                  </a:lnTo>
                  <a:lnTo>
                    <a:pt x="148150" y="443153"/>
                  </a:lnTo>
                  <a:lnTo>
                    <a:pt x="149922" y="447874"/>
                  </a:lnTo>
                  <a:lnTo>
                    <a:pt x="150103" y="448993"/>
                  </a:lnTo>
                  <a:lnTo>
                    <a:pt x="149093" y="451839"/>
                  </a:lnTo>
                  <a:lnTo>
                    <a:pt x="148506" y="453804"/>
                  </a:lnTo>
                  <a:lnTo>
                    <a:pt x="147067" y="459832"/>
                  </a:lnTo>
                  <a:lnTo>
                    <a:pt x="147037" y="460931"/>
                  </a:lnTo>
                  <a:lnTo>
                    <a:pt x="147395" y="463777"/>
                  </a:lnTo>
                  <a:lnTo>
                    <a:pt x="149546" y="475957"/>
                  </a:lnTo>
                  <a:lnTo>
                    <a:pt x="149911" y="476953"/>
                  </a:lnTo>
                  <a:lnTo>
                    <a:pt x="150575" y="478110"/>
                  </a:lnTo>
                  <a:lnTo>
                    <a:pt x="151660" y="477983"/>
                  </a:lnTo>
                  <a:lnTo>
                    <a:pt x="153299" y="479290"/>
                  </a:lnTo>
                  <a:lnTo>
                    <a:pt x="154097" y="480793"/>
                  </a:lnTo>
                  <a:lnTo>
                    <a:pt x="154171" y="481535"/>
                  </a:lnTo>
                  <a:lnTo>
                    <a:pt x="153986" y="482034"/>
                  </a:lnTo>
                  <a:lnTo>
                    <a:pt x="153119" y="483047"/>
                  </a:lnTo>
                  <a:lnTo>
                    <a:pt x="152154" y="484366"/>
                  </a:lnTo>
                  <a:lnTo>
                    <a:pt x="151825" y="485615"/>
                  </a:lnTo>
                  <a:lnTo>
                    <a:pt x="151758" y="487586"/>
                  </a:lnTo>
                  <a:lnTo>
                    <a:pt x="151976" y="490527"/>
                  </a:lnTo>
                  <a:lnTo>
                    <a:pt x="151558" y="491476"/>
                  </a:lnTo>
                  <a:lnTo>
                    <a:pt x="150596" y="492622"/>
                  </a:lnTo>
                  <a:lnTo>
                    <a:pt x="149766" y="494258"/>
                  </a:lnTo>
                  <a:lnTo>
                    <a:pt x="148933" y="496990"/>
                  </a:lnTo>
                  <a:lnTo>
                    <a:pt x="147523" y="501140"/>
                  </a:lnTo>
                  <a:lnTo>
                    <a:pt x="147035" y="502283"/>
                  </a:lnTo>
                  <a:lnTo>
                    <a:pt x="146822" y="503711"/>
                  </a:lnTo>
                  <a:lnTo>
                    <a:pt x="146020" y="504196"/>
                  </a:lnTo>
                  <a:lnTo>
                    <a:pt x="144521" y="507015"/>
                  </a:lnTo>
                  <a:lnTo>
                    <a:pt x="144263" y="508444"/>
                  </a:lnTo>
                  <a:lnTo>
                    <a:pt x="144508" y="509800"/>
                  </a:lnTo>
                  <a:lnTo>
                    <a:pt x="145274" y="510937"/>
                  </a:lnTo>
                  <a:lnTo>
                    <a:pt x="145791" y="512593"/>
                  </a:lnTo>
                  <a:lnTo>
                    <a:pt x="145926" y="514703"/>
                  </a:lnTo>
                  <a:lnTo>
                    <a:pt x="145926" y="516053"/>
                  </a:lnTo>
                  <a:lnTo>
                    <a:pt x="144995" y="518038"/>
                  </a:lnTo>
                  <a:lnTo>
                    <a:pt x="143781" y="520301"/>
                  </a:lnTo>
                  <a:lnTo>
                    <a:pt x="142284" y="520748"/>
                  </a:lnTo>
                  <a:lnTo>
                    <a:pt x="141716" y="521897"/>
                  </a:lnTo>
                  <a:lnTo>
                    <a:pt x="141847" y="524300"/>
                  </a:lnTo>
                  <a:lnTo>
                    <a:pt x="142329" y="527694"/>
                  </a:lnTo>
                  <a:lnTo>
                    <a:pt x="142327" y="530360"/>
                  </a:lnTo>
                  <a:lnTo>
                    <a:pt x="141869" y="533410"/>
                  </a:lnTo>
                  <a:lnTo>
                    <a:pt x="140800" y="536737"/>
                  </a:lnTo>
                  <a:lnTo>
                    <a:pt x="139162" y="539026"/>
                  </a:lnTo>
                  <a:lnTo>
                    <a:pt x="137623" y="540258"/>
                  </a:lnTo>
                  <a:lnTo>
                    <a:pt x="136408" y="540264"/>
                  </a:lnTo>
                  <a:lnTo>
                    <a:pt x="135233" y="540506"/>
                  </a:lnTo>
                  <a:lnTo>
                    <a:pt x="134730" y="540861"/>
                  </a:lnTo>
                  <a:lnTo>
                    <a:pt x="133825" y="538855"/>
                  </a:lnTo>
                  <a:lnTo>
                    <a:pt x="129804" y="532201"/>
                  </a:lnTo>
                  <a:lnTo>
                    <a:pt x="128271" y="528640"/>
                  </a:lnTo>
                  <a:lnTo>
                    <a:pt x="126853" y="526975"/>
                  </a:lnTo>
                  <a:lnTo>
                    <a:pt x="123393" y="521267"/>
                  </a:lnTo>
                  <a:lnTo>
                    <a:pt x="123048" y="519435"/>
                  </a:lnTo>
                  <a:lnTo>
                    <a:pt x="122623" y="513569"/>
                  </a:lnTo>
                  <a:lnTo>
                    <a:pt x="122173" y="511915"/>
                  </a:lnTo>
                  <a:lnTo>
                    <a:pt x="120984" y="509797"/>
                  </a:lnTo>
                  <a:lnTo>
                    <a:pt x="117995" y="506975"/>
                  </a:lnTo>
                  <a:lnTo>
                    <a:pt x="116836" y="505564"/>
                  </a:lnTo>
                  <a:lnTo>
                    <a:pt x="115620" y="502993"/>
                  </a:lnTo>
                  <a:lnTo>
                    <a:pt x="113838" y="501175"/>
                  </a:lnTo>
                  <a:lnTo>
                    <a:pt x="111897" y="497441"/>
                  </a:lnTo>
                  <a:lnTo>
                    <a:pt x="110738" y="494451"/>
                  </a:lnTo>
                  <a:lnTo>
                    <a:pt x="109441" y="492474"/>
                  </a:lnTo>
                  <a:lnTo>
                    <a:pt x="105415" y="489710"/>
                  </a:lnTo>
                  <a:lnTo>
                    <a:pt x="103394" y="486943"/>
                  </a:lnTo>
                  <a:lnTo>
                    <a:pt x="99617" y="483033"/>
                  </a:lnTo>
                  <a:lnTo>
                    <a:pt x="97935" y="480542"/>
                  </a:lnTo>
                  <a:lnTo>
                    <a:pt x="93892" y="477509"/>
                  </a:lnTo>
                  <a:lnTo>
                    <a:pt x="92692" y="476067"/>
                  </a:lnTo>
                  <a:lnTo>
                    <a:pt x="88717" y="468965"/>
                  </a:lnTo>
                  <a:lnTo>
                    <a:pt x="85930" y="466645"/>
                  </a:lnTo>
                  <a:lnTo>
                    <a:pt x="83685" y="462657"/>
                  </a:lnTo>
                  <a:lnTo>
                    <a:pt x="76906" y="454173"/>
                  </a:lnTo>
                  <a:lnTo>
                    <a:pt x="75841" y="451461"/>
                  </a:lnTo>
                  <a:lnTo>
                    <a:pt x="74804" y="447265"/>
                  </a:lnTo>
                  <a:lnTo>
                    <a:pt x="73298" y="444766"/>
                  </a:lnTo>
                  <a:lnTo>
                    <a:pt x="71607" y="439024"/>
                  </a:lnTo>
                  <a:lnTo>
                    <a:pt x="69089" y="435647"/>
                  </a:lnTo>
                  <a:lnTo>
                    <a:pt x="66668" y="431175"/>
                  </a:lnTo>
                  <a:lnTo>
                    <a:pt x="65775" y="427103"/>
                  </a:lnTo>
                  <a:lnTo>
                    <a:pt x="64168" y="421917"/>
                  </a:lnTo>
                  <a:lnTo>
                    <a:pt x="63691" y="419150"/>
                  </a:lnTo>
                  <a:lnTo>
                    <a:pt x="62286" y="416386"/>
                  </a:lnTo>
                  <a:lnTo>
                    <a:pt x="62187" y="410929"/>
                  </a:lnTo>
                  <a:lnTo>
                    <a:pt x="61207" y="408407"/>
                  </a:lnTo>
                  <a:lnTo>
                    <a:pt x="61910" y="407178"/>
                  </a:lnTo>
                  <a:lnTo>
                    <a:pt x="62654" y="406626"/>
                  </a:lnTo>
                  <a:lnTo>
                    <a:pt x="63583" y="398128"/>
                  </a:lnTo>
                  <a:lnTo>
                    <a:pt x="63093" y="393872"/>
                  </a:lnTo>
                  <a:lnTo>
                    <a:pt x="60579" y="386153"/>
                  </a:lnTo>
                  <a:lnTo>
                    <a:pt x="59656" y="382442"/>
                  </a:lnTo>
                  <a:lnTo>
                    <a:pt x="59001" y="377686"/>
                  </a:lnTo>
                  <a:lnTo>
                    <a:pt x="57991" y="374867"/>
                  </a:lnTo>
                  <a:lnTo>
                    <a:pt x="56499" y="368931"/>
                  </a:lnTo>
                  <a:lnTo>
                    <a:pt x="55584" y="363659"/>
                  </a:lnTo>
                  <a:lnTo>
                    <a:pt x="53585" y="359833"/>
                  </a:lnTo>
                  <a:lnTo>
                    <a:pt x="53042" y="358459"/>
                  </a:lnTo>
                  <a:lnTo>
                    <a:pt x="52739" y="356511"/>
                  </a:lnTo>
                  <a:lnTo>
                    <a:pt x="51628" y="355138"/>
                  </a:lnTo>
                  <a:lnTo>
                    <a:pt x="51568" y="351092"/>
                  </a:lnTo>
                  <a:lnTo>
                    <a:pt x="50794" y="343408"/>
                  </a:lnTo>
                  <a:lnTo>
                    <a:pt x="49688" y="339538"/>
                  </a:lnTo>
                  <a:lnTo>
                    <a:pt x="45699" y="332309"/>
                  </a:lnTo>
                  <a:lnTo>
                    <a:pt x="45633" y="329525"/>
                  </a:lnTo>
                  <a:lnTo>
                    <a:pt x="45315" y="324458"/>
                  </a:lnTo>
                  <a:lnTo>
                    <a:pt x="44429" y="318981"/>
                  </a:lnTo>
                  <a:lnTo>
                    <a:pt x="39995" y="301958"/>
                  </a:lnTo>
                  <a:lnTo>
                    <a:pt x="38882" y="296888"/>
                  </a:lnTo>
                  <a:lnTo>
                    <a:pt x="37772" y="288652"/>
                  </a:lnTo>
                  <a:lnTo>
                    <a:pt x="36774" y="283975"/>
                  </a:lnTo>
                  <a:lnTo>
                    <a:pt x="35674" y="275658"/>
                  </a:lnTo>
                  <a:lnTo>
                    <a:pt x="34014" y="269336"/>
                  </a:lnTo>
                  <a:lnTo>
                    <a:pt x="32972" y="263853"/>
                  </a:lnTo>
                  <a:lnTo>
                    <a:pt x="31861" y="257037"/>
                  </a:lnTo>
                  <a:lnTo>
                    <a:pt x="31767" y="253390"/>
                  </a:lnTo>
                  <a:lnTo>
                    <a:pt x="29754" y="247114"/>
                  </a:lnTo>
                  <a:lnTo>
                    <a:pt x="28682" y="241368"/>
                  </a:lnTo>
                  <a:lnTo>
                    <a:pt x="26804" y="236552"/>
                  </a:lnTo>
                  <a:lnTo>
                    <a:pt x="24972" y="232890"/>
                  </a:lnTo>
                  <a:lnTo>
                    <a:pt x="24178" y="230299"/>
                  </a:lnTo>
                  <a:lnTo>
                    <a:pt x="21566" y="217989"/>
                  </a:lnTo>
                  <a:lnTo>
                    <a:pt x="21210" y="214344"/>
                  </a:lnTo>
                  <a:lnTo>
                    <a:pt x="19430" y="207574"/>
                  </a:lnTo>
                  <a:lnTo>
                    <a:pt x="17669" y="202703"/>
                  </a:lnTo>
                  <a:lnTo>
                    <a:pt x="16555" y="198782"/>
                  </a:lnTo>
                  <a:lnTo>
                    <a:pt x="15133" y="195256"/>
                  </a:lnTo>
                  <a:lnTo>
                    <a:pt x="6478" y="184400"/>
                  </a:lnTo>
                  <a:lnTo>
                    <a:pt x="3432" y="179884"/>
                  </a:lnTo>
                  <a:lnTo>
                    <a:pt x="2401" y="177737"/>
                  </a:lnTo>
                  <a:lnTo>
                    <a:pt x="1926" y="174358"/>
                  </a:lnTo>
                  <a:lnTo>
                    <a:pt x="2126" y="172375"/>
                  </a:lnTo>
                  <a:lnTo>
                    <a:pt x="3020" y="170517"/>
                  </a:lnTo>
                  <a:lnTo>
                    <a:pt x="4256" y="171951"/>
                  </a:lnTo>
                  <a:lnTo>
                    <a:pt x="5009" y="171357"/>
                  </a:lnTo>
                  <a:lnTo>
                    <a:pt x="5600" y="168938"/>
                  </a:lnTo>
                  <a:lnTo>
                    <a:pt x="5610" y="165276"/>
                  </a:lnTo>
                  <a:lnTo>
                    <a:pt x="4855" y="160558"/>
                  </a:lnTo>
                  <a:lnTo>
                    <a:pt x="2084" y="151448"/>
                  </a:lnTo>
                  <a:lnTo>
                    <a:pt x="2293" y="149521"/>
                  </a:lnTo>
                  <a:lnTo>
                    <a:pt x="2814" y="147334"/>
                  </a:lnTo>
                  <a:lnTo>
                    <a:pt x="1746" y="142950"/>
                  </a:lnTo>
                  <a:lnTo>
                    <a:pt x="582" y="139441"/>
                  </a:lnTo>
                  <a:lnTo>
                    <a:pt x="0" y="136746"/>
                  </a:lnTo>
                  <a:lnTo>
                    <a:pt x="659" y="126485"/>
                  </a:lnTo>
                  <a:lnTo>
                    <a:pt x="1290" y="123885"/>
                  </a:lnTo>
                  <a:lnTo>
                    <a:pt x="5487" y="113465"/>
                  </a:lnTo>
                  <a:lnTo>
                    <a:pt x="6639" y="109015"/>
                  </a:lnTo>
                  <a:lnTo>
                    <a:pt x="8439" y="106271"/>
                  </a:lnTo>
                  <a:lnTo>
                    <a:pt x="10278" y="102072"/>
                  </a:lnTo>
                  <a:lnTo>
                    <a:pt x="12487" y="98875"/>
                  </a:lnTo>
                  <a:lnTo>
                    <a:pt x="12812" y="99423"/>
                  </a:lnTo>
                  <a:lnTo>
                    <a:pt x="13118" y="99960"/>
                  </a:lnTo>
                  <a:lnTo>
                    <a:pt x="13138" y="101036"/>
                  </a:lnTo>
                  <a:lnTo>
                    <a:pt x="13220" y="101965"/>
                  </a:lnTo>
                  <a:lnTo>
                    <a:pt x="13465" y="102843"/>
                  </a:lnTo>
                  <a:lnTo>
                    <a:pt x="13485" y="104456"/>
                  </a:lnTo>
                  <a:lnTo>
                    <a:pt x="13771" y="105532"/>
                  </a:lnTo>
                  <a:lnTo>
                    <a:pt x="13791" y="106753"/>
                  </a:lnTo>
                  <a:lnTo>
                    <a:pt x="13812" y="108415"/>
                  </a:lnTo>
                  <a:lnTo>
                    <a:pt x="13669" y="109246"/>
                  </a:lnTo>
                  <a:lnTo>
                    <a:pt x="13808" y="110689"/>
                  </a:lnTo>
                  <a:lnTo>
                    <a:pt x="14281" y="113349"/>
                  </a:lnTo>
                  <a:lnTo>
                    <a:pt x="14097" y="114180"/>
                  </a:lnTo>
                  <a:lnTo>
                    <a:pt x="13649" y="114717"/>
                  </a:lnTo>
                  <a:lnTo>
                    <a:pt x="13200" y="115450"/>
                  </a:lnTo>
                  <a:lnTo>
                    <a:pt x="12751" y="117112"/>
                  </a:lnTo>
                  <a:lnTo>
                    <a:pt x="12077" y="117063"/>
                  </a:lnTo>
                  <a:lnTo>
                    <a:pt x="11098" y="116330"/>
                  </a:lnTo>
                  <a:lnTo>
                    <a:pt x="10445" y="117259"/>
                  </a:lnTo>
                  <a:lnTo>
                    <a:pt x="10200" y="119017"/>
                  </a:lnTo>
                  <a:lnTo>
                    <a:pt x="10404" y="120483"/>
                  </a:lnTo>
                  <a:lnTo>
                    <a:pt x="10465" y="121853"/>
                  </a:lnTo>
                  <a:lnTo>
                    <a:pt x="10894" y="123025"/>
                  </a:lnTo>
                  <a:lnTo>
                    <a:pt x="12139" y="123123"/>
                  </a:lnTo>
                  <a:lnTo>
                    <a:pt x="11016" y="126886"/>
                  </a:lnTo>
                  <a:lnTo>
                    <a:pt x="10465" y="128594"/>
                  </a:lnTo>
                  <a:lnTo>
                    <a:pt x="10588" y="129670"/>
                  </a:lnTo>
                  <a:lnTo>
                    <a:pt x="11259" y="130597"/>
                  </a:lnTo>
                  <a:lnTo>
                    <a:pt x="11761" y="130663"/>
                  </a:lnTo>
                  <a:lnTo>
                    <a:pt x="12873" y="129278"/>
                  </a:lnTo>
                  <a:lnTo>
                    <a:pt x="13628" y="127275"/>
                  </a:lnTo>
                  <a:lnTo>
                    <a:pt x="14057" y="126153"/>
                  </a:lnTo>
                  <a:lnTo>
                    <a:pt x="14771" y="125711"/>
                  </a:lnTo>
                  <a:lnTo>
                    <a:pt x="15709" y="126641"/>
                  </a:lnTo>
                  <a:lnTo>
                    <a:pt x="16951" y="128496"/>
                  </a:lnTo>
                  <a:lnTo>
                    <a:pt x="18404" y="130138"/>
                  </a:lnTo>
                  <a:lnTo>
                    <a:pt x="18995" y="131038"/>
                  </a:lnTo>
                  <a:lnTo>
                    <a:pt x="20060" y="130779"/>
                  </a:lnTo>
                  <a:lnTo>
                    <a:pt x="20954" y="130403"/>
                  </a:lnTo>
                  <a:lnTo>
                    <a:pt x="21704" y="131754"/>
                  </a:lnTo>
                  <a:lnTo>
                    <a:pt x="22464" y="132894"/>
                  </a:lnTo>
                  <a:lnTo>
                    <a:pt x="22639" y="136778"/>
                  </a:lnTo>
                  <a:lnTo>
                    <a:pt x="23209" y="139603"/>
                  </a:lnTo>
                  <a:lnTo>
                    <a:pt x="23904" y="141784"/>
                  </a:lnTo>
                  <a:lnTo>
                    <a:pt x="24749" y="144379"/>
                  </a:lnTo>
                  <a:lnTo>
                    <a:pt x="25524" y="145259"/>
                  </a:lnTo>
                  <a:lnTo>
                    <a:pt x="26529" y="145276"/>
                  </a:lnTo>
                  <a:lnTo>
                    <a:pt x="27892" y="146234"/>
                  </a:lnTo>
                  <a:lnTo>
                    <a:pt x="28422" y="145599"/>
                  </a:lnTo>
                  <a:lnTo>
                    <a:pt x="28891" y="143793"/>
                  </a:lnTo>
                  <a:lnTo>
                    <a:pt x="29137" y="142766"/>
                  </a:lnTo>
                  <a:lnTo>
                    <a:pt x="29830" y="142327"/>
                  </a:lnTo>
                  <a:lnTo>
                    <a:pt x="29892" y="141152"/>
                  </a:lnTo>
                  <a:lnTo>
                    <a:pt x="29749" y="139736"/>
                  </a:lnTo>
                  <a:lnTo>
                    <a:pt x="29973" y="138073"/>
                  </a:lnTo>
                  <a:lnTo>
                    <a:pt x="30542" y="136613"/>
                  </a:lnTo>
                  <a:lnTo>
                    <a:pt x="32003" y="134475"/>
                  </a:lnTo>
                  <a:lnTo>
                    <a:pt x="32707" y="133581"/>
                  </a:lnTo>
                  <a:lnTo>
                    <a:pt x="32850" y="132259"/>
                  </a:lnTo>
                  <a:lnTo>
                    <a:pt x="33116" y="130502"/>
                  </a:lnTo>
                  <a:lnTo>
                    <a:pt x="33013" y="129523"/>
                  </a:lnTo>
                  <a:lnTo>
                    <a:pt x="32718" y="128308"/>
                  </a:lnTo>
                  <a:lnTo>
                    <a:pt x="32789" y="126591"/>
                  </a:lnTo>
                  <a:lnTo>
                    <a:pt x="33177" y="124295"/>
                  </a:lnTo>
                  <a:lnTo>
                    <a:pt x="33727" y="121611"/>
                  </a:lnTo>
                  <a:lnTo>
                    <a:pt x="34199" y="118191"/>
                  </a:lnTo>
                  <a:lnTo>
                    <a:pt x="34380" y="116575"/>
                  </a:lnTo>
                  <a:lnTo>
                    <a:pt x="34891" y="115548"/>
                  </a:lnTo>
                  <a:lnTo>
                    <a:pt x="35084" y="114068"/>
                  </a:lnTo>
                  <a:lnTo>
                    <a:pt x="35360" y="112325"/>
                  </a:lnTo>
                  <a:lnTo>
                    <a:pt x="35993" y="110368"/>
                  </a:lnTo>
                  <a:lnTo>
                    <a:pt x="35972" y="108268"/>
                  </a:lnTo>
                  <a:lnTo>
                    <a:pt x="36237" y="107338"/>
                  </a:lnTo>
                  <a:lnTo>
                    <a:pt x="36261" y="104990"/>
                  </a:lnTo>
                  <a:lnTo>
                    <a:pt x="36888" y="100156"/>
                  </a:lnTo>
                  <a:lnTo>
                    <a:pt x="36911" y="99155"/>
                  </a:lnTo>
                  <a:lnTo>
                    <a:pt x="37186" y="98886"/>
                  </a:lnTo>
                  <a:lnTo>
                    <a:pt x="37666" y="99204"/>
                  </a:lnTo>
                  <a:lnTo>
                    <a:pt x="38079" y="100300"/>
                  </a:lnTo>
                  <a:lnTo>
                    <a:pt x="38206" y="101377"/>
                  </a:lnTo>
                  <a:lnTo>
                    <a:pt x="38380" y="101867"/>
                  </a:lnTo>
                  <a:lnTo>
                    <a:pt x="38768" y="101769"/>
                  </a:lnTo>
                  <a:lnTo>
                    <a:pt x="39217" y="101157"/>
                  </a:lnTo>
                  <a:lnTo>
                    <a:pt x="39186" y="100182"/>
                  </a:lnTo>
                  <a:lnTo>
                    <a:pt x="38860" y="99227"/>
                  </a:lnTo>
                  <a:lnTo>
                    <a:pt x="38771" y="98656"/>
                  </a:lnTo>
                  <a:lnTo>
                    <a:pt x="38911" y="97761"/>
                  </a:lnTo>
                  <a:lnTo>
                    <a:pt x="39590" y="95802"/>
                  </a:lnTo>
                  <a:lnTo>
                    <a:pt x="40335" y="93525"/>
                  </a:lnTo>
                  <a:lnTo>
                    <a:pt x="41932" y="88801"/>
                  </a:lnTo>
                  <a:lnTo>
                    <a:pt x="42893" y="86871"/>
                  </a:lnTo>
                  <a:lnTo>
                    <a:pt x="45381" y="84825"/>
                  </a:lnTo>
                  <a:lnTo>
                    <a:pt x="47263" y="83275"/>
                  </a:lnTo>
                  <a:lnTo>
                    <a:pt x="49069" y="81789"/>
                  </a:lnTo>
                  <a:lnTo>
                    <a:pt x="51520" y="79662"/>
                  </a:lnTo>
                  <a:lnTo>
                    <a:pt x="54984" y="76655"/>
                  </a:lnTo>
                  <a:lnTo>
                    <a:pt x="57472" y="74488"/>
                  </a:lnTo>
                  <a:lnTo>
                    <a:pt x="59690" y="70639"/>
                  </a:lnTo>
                  <a:lnTo>
                    <a:pt x="61408" y="67655"/>
                  </a:lnTo>
                  <a:lnTo>
                    <a:pt x="62879" y="65072"/>
                  </a:lnTo>
                  <a:lnTo>
                    <a:pt x="64744" y="61797"/>
                  </a:lnTo>
                  <a:lnTo>
                    <a:pt x="67266" y="54716"/>
                  </a:lnTo>
                  <a:lnTo>
                    <a:pt x="69005" y="49830"/>
                  </a:lnTo>
                  <a:lnTo>
                    <a:pt x="70274" y="46261"/>
                  </a:lnTo>
                  <a:lnTo>
                    <a:pt x="71152" y="44013"/>
                  </a:lnTo>
                  <a:lnTo>
                    <a:pt x="71851" y="37662"/>
                  </a:lnTo>
                  <a:lnTo>
                    <a:pt x="72649" y="30419"/>
                  </a:lnTo>
                  <a:lnTo>
                    <a:pt x="73004" y="27198"/>
                  </a:lnTo>
                  <a:lnTo>
                    <a:pt x="73157" y="26079"/>
                  </a:lnTo>
                  <a:lnTo>
                    <a:pt x="73501" y="26549"/>
                  </a:lnTo>
                  <a:lnTo>
                    <a:pt x="73895" y="27334"/>
                  </a:lnTo>
                  <a:lnTo>
                    <a:pt x="74377" y="27371"/>
                  </a:lnTo>
                  <a:lnTo>
                    <a:pt x="74831" y="27334"/>
                  </a:lnTo>
                  <a:lnTo>
                    <a:pt x="75112" y="26892"/>
                  </a:lnTo>
                  <a:lnTo>
                    <a:pt x="74693" y="19661"/>
                  </a:lnTo>
                  <a:lnTo>
                    <a:pt x="74753" y="18088"/>
                  </a:lnTo>
                  <a:lnTo>
                    <a:pt x="74992" y="16204"/>
                  </a:lnTo>
                  <a:lnTo>
                    <a:pt x="74944" y="15177"/>
                  </a:lnTo>
                  <a:lnTo>
                    <a:pt x="74179" y="13734"/>
                  </a:lnTo>
                  <a:lnTo>
                    <a:pt x="72951" y="10848"/>
                  </a:lnTo>
                  <a:lnTo>
                    <a:pt x="72442" y="8274"/>
                  </a:lnTo>
                  <a:lnTo>
                    <a:pt x="72133" y="6104"/>
                  </a:lnTo>
                  <a:lnTo>
                    <a:pt x="71275" y="4679"/>
                  </a:lnTo>
                  <a:lnTo>
                    <a:pt x="70393" y="3423"/>
                  </a:lnTo>
                  <a:lnTo>
                    <a:pt x="70464" y="2396"/>
                  </a:lnTo>
                  <a:lnTo>
                    <a:pt x="70989" y="2396"/>
                  </a:lnTo>
                  <a:lnTo>
                    <a:pt x="72319" y="3409"/>
                  </a:lnTo>
                  <a:lnTo>
                    <a:pt x="73276" y="3080"/>
                  </a:lnTo>
                  <a:lnTo>
                    <a:pt x="73991" y="2967"/>
                  </a:lnTo>
                  <a:lnTo>
                    <a:pt x="74682" y="1914"/>
                  </a:lnTo>
                  <a:lnTo>
                    <a:pt x="75421" y="0"/>
                  </a:lnTo>
                  <a:lnTo>
                    <a:pt x="75921" y="0"/>
                  </a:lnTo>
                  <a:lnTo>
                    <a:pt x="76485" y="258"/>
                  </a:lnTo>
                  <a:lnTo>
                    <a:pt x="77517" y="2214"/>
                  </a:lnTo>
                  <a:lnTo>
                    <a:pt x="78131" y="3371"/>
                  </a:lnTo>
                  <a:lnTo>
                    <a:pt x="78867" y="4327"/>
                  </a:lnTo>
                  <a:lnTo>
                    <a:pt x="79564" y="4658"/>
                  </a:lnTo>
                  <a:lnTo>
                    <a:pt x="80197" y="4774"/>
                  </a:lnTo>
                  <a:lnTo>
                    <a:pt x="80638" y="4679"/>
                  </a:lnTo>
                  <a:lnTo>
                    <a:pt x="80901" y="5992"/>
                  </a:lnTo>
                  <a:lnTo>
                    <a:pt x="81211" y="7590"/>
                  </a:lnTo>
                  <a:lnTo>
                    <a:pt x="81997" y="8672"/>
                  </a:lnTo>
                  <a:lnTo>
                    <a:pt x="82926" y="9700"/>
                  </a:lnTo>
                  <a:lnTo>
                    <a:pt x="83682" y="11469"/>
                  </a:lnTo>
                  <a:lnTo>
                    <a:pt x="84191" y="12657"/>
                  </a:lnTo>
                  <a:lnTo>
                    <a:pt x="84792" y="14063"/>
                  </a:lnTo>
                  <a:lnTo>
                    <a:pt x="85376" y="15924"/>
                  </a:lnTo>
                  <a:lnTo>
                    <a:pt x="85906" y="19196"/>
                  </a:lnTo>
                  <a:lnTo>
                    <a:pt x="86174" y="21418"/>
                  </a:lnTo>
                  <a:lnTo>
                    <a:pt x="86477" y="22653"/>
                  </a:lnTo>
                  <a:lnTo>
                    <a:pt x="86405" y="23909"/>
                  </a:lnTo>
                  <a:lnTo>
                    <a:pt x="87029" y="26182"/>
                  </a:lnTo>
                  <a:lnTo>
                    <a:pt x="87492" y="27446"/>
                  </a:lnTo>
                  <a:lnTo>
                    <a:pt x="88302" y="28249"/>
                  </a:lnTo>
                  <a:lnTo>
                    <a:pt x="89861" y="29160"/>
                  </a:lnTo>
                  <a:lnTo>
                    <a:pt x="90695" y="31215"/>
                  </a:lnTo>
                  <a:lnTo>
                    <a:pt x="91433" y="32014"/>
                  </a:lnTo>
                  <a:lnTo>
                    <a:pt x="92220" y="34127"/>
                  </a:lnTo>
                  <a:lnTo>
                    <a:pt x="92911" y="34756"/>
                  </a:lnTo>
                  <a:lnTo>
                    <a:pt x="93793" y="34643"/>
                  </a:lnTo>
                  <a:lnTo>
                    <a:pt x="94674" y="35668"/>
                  </a:lnTo>
                  <a:lnTo>
                    <a:pt x="95341" y="37664"/>
                  </a:lnTo>
                  <a:lnTo>
                    <a:pt x="95770" y="40175"/>
                  </a:lnTo>
                  <a:lnTo>
                    <a:pt x="96438" y="41603"/>
                  </a:lnTo>
                  <a:lnTo>
                    <a:pt x="96772" y="44172"/>
                  </a:lnTo>
                  <a:lnTo>
                    <a:pt x="96390" y="47193"/>
                  </a:lnTo>
                  <a:lnTo>
                    <a:pt x="96748" y="48794"/>
                  </a:lnTo>
                  <a:lnTo>
                    <a:pt x="97439" y="50104"/>
                  </a:lnTo>
                  <a:lnTo>
                    <a:pt x="98559" y="51478"/>
                  </a:lnTo>
                  <a:lnTo>
                    <a:pt x="99584" y="51135"/>
                  </a:lnTo>
                  <a:lnTo>
                    <a:pt x="100108" y="51591"/>
                  </a:lnTo>
                  <a:lnTo>
                    <a:pt x="100441" y="52849"/>
                  </a:lnTo>
                  <a:lnTo>
                    <a:pt x="100632" y="54329"/>
                  </a:lnTo>
                  <a:lnTo>
                    <a:pt x="101080" y="57962"/>
                  </a:lnTo>
                  <a:lnTo>
                    <a:pt x="101311" y="60259"/>
                  </a:lnTo>
                  <a:lnTo>
                    <a:pt x="100895" y="62484"/>
                  </a:lnTo>
                  <a:lnTo>
                    <a:pt x="100741" y="64022"/>
                  </a:lnTo>
                  <a:lnTo>
                    <a:pt x="100965" y="66085"/>
                  </a:lnTo>
                  <a:lnTo>
                    <a:pt x="102031" y="67084"/>
                  </a:lnTo>
                  <a:lnTo>
                    <a:pt x="103000" y="67903"/>
                  </a:lnTo>
                  <a:lnTo>
                    <a:pt x="103598" y="69508"/>
                  </a:lnTo>
                  <a:lnTo>
                    <a:pt x="104264" y="69935"/>
                  </a:lnTo>
                  <a:lnTo>
                    <a:pt x="105201" y="69845"/>
                  </a:lnTo>
                  <a:lnTo>
                    <a:pt x="106399" y="69453"/>
                  </a:lnTo>
                  <a:lnTo>
                    <a:pt x="107065" y="68532"/>
                  </a:lnTo>
                  <a:lnTo>
                    <a:pt x="107495" y="68255"/>
                  </a:lnTo>
                  <a:lnTo>
                    <a:pt x="107972" y="68653"/>
                  </a:lnTo>
                  <a:lnTo>
                    <a:pt x="109033" y="69536"/>
                  </a:lnTo>
                  <a:lnTo>
                    <a:pt x="110330" y="70538"/>
                  </a:lnTo>
                  <a:lnTo>
                    <a:pt x="111501" y="69958"/>
                  </a:lnTo>
                  <a:lnTo>
                    <a:pt x="112516" y="69698"/>
                  </a:lnTo>
                  <a:lnTo>
                    <a:pt x="113523" y="69112"/>
                  </a:lnTo>
                  <a:lnTo>
                    <a:pt x="114548" y="67456"/>
                  </a:lnTo>
                  <a:lnTo>
                    <a:pt x="115406" y="67514"/>
                  </a:lnTo>
                  <a:lnTo>
                    <a:pt x="116045" y="66394"/>
                  </a:lnTo>
                  <a:lnTo>
                    <a:pt x="116849" y="64593"/>
                  </a:lnTo>
                  <a:lnTo>
                    <a:pt x="117646" y="62778"/>
                  </a:lnTo>
                  <a:lnTo>
                    <a:pt x="118265" y="62377"/>
                  </a:lnTo>
                  <a:lnTo>
                    <a:pt x="119265" y="63246"/>
                  </a:lnTo>
                  <a:lnTo>
                    <a:pt x="120648" y="64489"/>
                  </a:lnTo>
                  <a:lnTo>
                    <a:pt x="121430" y="66114"/>
                  </a:lnTo>
                  <a:lnTo>
                    <a:pt x="122030" y="66544"/>
                  </a:lnTo>
                  <a:lnTo>
                    <a:pt x="122653" y="67736"/>
                  </a:lnTo>
                  <a:lnTo>
                    <a:pt x="123848" y="67759"/>
                  </a:lnTo>
                  <a:lnTo>
                    <a:pt x="125128" y="67115"/>
                  </a:lnTo>
                  <a:lnTo>
                    <a:pt x="126152" y="65116"/>
                  </a:lnTo>
                  <a:lnTo>
                    <a:pt x="127215" y="64536"/>
                  </a:lnTo>
                  <a:lnTo>
                    <a:pt x="127940" y="63976"/>
                  </a:lnTo>
                  <a:lnTo>
                    <a:pt x="128606" y="64322"/>
                  </a:lnTo>
                  <a:lnTo>
                    <a:pt x="131187" y="67970"/>
                  </a:lnTo>
                  <a:lnTo>
                    <a:pt x="131895" y="69854"/>
                  </a:lnTo>
                  <a:lnTo>
                    <a:pt x="132785" y="70223"/>
                  </a:lnTo>
                  <a:lnTo>
                    <a:pt x="133514" y="71253"/>
                  </a:lnTo>
                  <a:lnTo>
                    <a:pt x="134731" y="72364"/>
                  </a:lnTo>
                  <a:lnTo>
                    <a:pt x="135398" y="73504"/>
                  </a:lnTo>
                  <a:lnTo>
                    <a:pt x="136256" y="74191"/>
                  </a:lnTo>
                  <a:lnTo>
                    <a:pt x="136875" y="75787"/>
                  </a:lnTo>
                  <a:lnTo>
                    <a:pt x="137858" y="76771"/>
                  </a:lnTo>
                  <a:lnTo>
                    <a:pt x="138709" y="77313"/>
                  </a:lnTo>
                  <a:lnTo>
                    <a:pt x="139092" y="78597"/>
                  </a:lnTo>
                  <a:lnTo>
                    <a:pt x="139096" y="79457"/>
                  </a:lnTo>
                  <a:lnTo>
                    <a:pt x="138978" y="80032"/>
                  </a:lnTo>
                  <a:lnTo>
                    <a:pt x="138077" y="83396"/>
                  </a:lnTo>
                  <a:lnTo>
                    <a:pt x="136311" y="89993"/>
                  </a:lnTo>
                  <a:lnTo>
                    <a:pt x="134721" y="95931"/>
                  </a:lnTo>
                  <a:lnTo>
                    <a:pt x="132220" y="105278"/>
                  </a:lnTo>
                  <a:lnTo>
                    <a:pt x="130820" y="110507"/>
                  </a:lnTo>
                  <a:lnTo>
                    <a:pt x="131177" y="110726"/>
                  </a:lnTo>
                  <a:lnTo>
                    <a:pt x="133355" y="113014"/>
                  </a:lnTo>
                  <a:lnTo>
                    <a:pt x="133896" y="113101"/>
                  </a:lnTo>
                  <a:lnTo>
                    <a:pt x="134695" y="112518"/>
                  </a:lnTo>
                  <a:lnTo>
                    <a:pt x="135212" y="111606"/>
                  </a:lnTo>
                  <a:lnTo>
                    <a:pt x="135702" y="111476"/>
                  </a:lnTo>
                  <a:lnTo>
                    <a:pt x="136209" y="112359"/>
                  </a:lnTo>
                  <a:lnTo>
                    <a:pt x="136926" y="113496"/>
                  </a:lnTo>
                  <a:lnTo>
                    <a:pt x="137443" y="116818"/>
                  </a:lnTo>
                  <a:lnTo>
                    <a:pt x="137824" y="118445"/>
                  </a:lnTo>
                  <a:lnTo>
                    <a:pt x="138722" y="119686"/>
                  </a:lnTo>
                  <a:lnTo>
                    <a:pt x="139679" y="121749"/>
                  </a:lnTo>
                  <a:close/>
                </a:path>
              </a:pathLst>
            </a:custGeom>
            <a:solidFill>
              <a:srgbClr val="FD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9" name="pg1128"/>
            <p:cNvSpPr/>
            <p:nvPr/>
          </p:nvSpPr>
          <p:spPr>
            <a:xfrm>
              <a:off x="4842596" y="3476275"/>
              <a:ext cx="5292" cy="8270"/>
            </a:xfrm>
            <a:custGeom>
              <a:avLst/>
              <a:pathLst>
                <a:path w="5292" h="8270">
                  <a:moveTo>
                    <a:pt x="5292" y="2467"/>
                  </a:moveTo>
                  <a:lnTo>
                    <a:pt x="4957" y="4250"/>
                  </a:lnTo>
                  <a:lnTo>
                    <a:pt x="4567" y="5075"/>
                  </a:lnTo>
                  <a:lnTo>
                    <a:pt x="4053" y="4609"/>
                  </a:lnTo>
                  <a:lnTo>
                    <a:pt x="3663" y="3684"/>
                  </a:lnTo>
                  <a:lnTo>
                    <a:pt x="3444" y="5055"/>
                  </a:lnTo>
                  <a:lnTo>
                    <a:pt x="2366" y="5583"/>
                  </a:lnTo>
                  <a:lnTo>
                    <a:pt x="1685" y="7698"/>
                  </a:lnTo>
                  <a:lnTo>
                    <a:pt x="691" y="8270"/>
                  </a:lnTo>
                  <a:lnTo>
                    <a:pt x="0" y="7994"/>
                  </a:lnTo>
                  <a:lnTo>
                    <a:pt x="72" y="6114"/>
                  </a:lnTo>
                  <a:lnTo>
                    <a:pt x="1989" y="3299"/>
                  </a:lnTo>
                  <a:lnTo>
                    <a:pt x="3186" y="2259"/>
                  </a:lnTo>
                  <a:lnTo>
                    <a:pt x="4241" y="226"/>
                  </a:lnTo>
                  <a:lnTo>
                    <a:pt x="4769" y="0"/>
                  </a:lnTo>
                  <a:lnTo>
                    <a:pt x="5033" y="1654"/>
                  </a:lnTo>
                  <a:close/>
                </a:path>
              </a:pathLst>
            </a:custGeom>
            <a:solidFill>
              <a:srgbClr val="E7F1E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0" name="pg1129"/>
            <p:cNvSpPr/>
            <p:nvPr/>
          </p:nvSpPr>
          <p:spPr>
            <a:xfrm>
              <a:off x="4855613" y="3453939"/>
              <a:ext cx="6642" cy="6678"/>
            </a:xfrm>
            <a:custGeom>
              <a:avLst/>
              <a:pathLst>
                <a:path w="6642" h="6678">
                  <a:moveTo>
                    <a:pt x="3492" y="601"/>
                  </a:moveTo>
                  <a:lnTo>
                    <a:pt x="4164" y="2732"/>
                  </a:lnTo>
                  <a:lnTo>
                    <a:pt x="5011" y="2178"/>
                  </a:lnTo>
                  <a:lnTo>
                    <a:pt x="6356" y="2774"/>
                  </a:lnTo>
                  <a:lnTo>
                    <a:pt x="6642" y="3885"/>
                  </a:lnTo>
                  <a:lnTo>
                    <a:pt x="6597" y="4614"/>
                  </a:lnTo>
                  <a:lnTo>
                    <a:pt x="5158" y="6678"/>
                  </a:lnTo>
                  <a:lnTo>
                    <a:pt x="4217" y="4529"/>
                  </a:lnTo>
                  <a:lnTo>
                    <a:pt x="2549" y="5997"/>
                  </a:lnTo>
                  <a:lnTo>
                    <a:pt x="1754" y="5113"/>
                  </a:lnTo>
                  <a:lnTo>
                    <a:pt x="669" y="5904"/>
                  </a:lnTo>
                  <a:lnTo>
                    <a:pt x="0" y="4236"/>
                  </a:lnTo>
                  <a:lnTo>
                    <a:pt x="269" y="2631"/>
                  </a:lnTo>
                  <a:lnTo>
                    <a:pt x="1990" y="0"/>
                  </a:lnTo>
                  <a:close/>
                </a:path>
              </a:pathLst>
            </a:custGeom>
            <a:solidFill>
              <a:srgbClr val="E7F1E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1" name="pg1130"/>
            <p:cNvSpPr/>
            <p:nvPr/>
          </p:nvSpPr>
          <p:spPr>
            <a:xfrm>
              <a:off x="4867118" y="3434888"/>
              <a:ext cx="6353" cy="9638"/>
            </a:xfrm>
            <a:custGeom>
              <a:avLst/>
              <a:pathLst>
                <a:path w="6353" h="9638">
                  <a:moveTo>
                    <a:pt x="3506" y="9231"/>
                  </a:moveTo>
                  <a:lnTo>
                    <a:pt x="2254" y="9638"/>
                  </a:lnTo>
                  <a:lnTo>
                    <a:pt x="1856" y="9600"/>
                  </a:lnTo>
                  <a:lnTo>
                    <a:pt x="878" y="6593"/>
                  </a:lnTo>
                  <a:lnTo>
                    <a:pt x="786" y="5259"/>
                  </a:lnTo>
                  <a:lnTo>
                    <a:pt x="0" y="3752"/>
                  </a:lnTo>
                  <a:lnTo>
                    <a:pt x="288" y="2265"/>
                  </a:lnTo>
                  <a:lnTo>
                    <a:pt x="1311" y="1905"/>
                  </a:lnTo>
                  <a:lnTo>
                    <a:pt x="3080" y="0"/>
                  </a:lnTo>
                  <a:lnTo>
                    <a:pt x="5915" y="3008"/>
                  </a:lnTo>
                  <a:lnTo>
                    <a:pt x="6353" y="4091"/>
                  </a:lnTo>
                  <a:lnTo>
                    <a:pt x="5467" y="4755"/>
                  </a:lnTo>
                  <a:lnTo>
                    <a:pt x="4840" y="7618"/>
                  </a:lnTo>
                  <a:close/>
                </a:path>
              </a:pathLst>
            </a:custGeom>
            <a:solidFill>
              <a:srgbClr val="E7F1E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2" name="pg1131"/>
            <p:cNvSpPr/>
            <p:nvPr/>
          </p:nvSpPr>
          <p:spPr>
            <a:xfrm>
              <a:off x="4914926" y="3421744"/>
              <a:ext cx="1253" cy="8267"/>
            </a:xfrm>
            <a:custGeom>
              <a:avLst/>
              <a:pathLst>
                <a:path w="1253" h="8267">
                  <a:moveTo>
                    <a:pt x="1253" y="6583"/>
                  </a:moveTo>
                  <a:lnTo>
                    <a:pt x="1060" y="8267"/>
                  </a:lnTo>
                  <a:lnTo>
                    <a:pt x="302" y="4301"/>
                  </a:lnTo>
                  <a:lnTo>
                    <a:pt x="0" y="3319"/>
                  </a:lnTo>
                  <a:lnTo>
                    <a:pt x="388" y="0"/>
                  </a:lnTo>
                  <a:lnTo>
                    <a:pt x="1238" y="1621"/>
                  </a:lnTo>
                  <a:close/>
                </a:path>
              </a:pathLst>
            </a:custGeom>
            <a:solidFill>
              <a:srgbClr val="E7F1E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3" name="pg1132"/>
            <p:cNvSpPr/>
            <p:nvPr/>
          </p:nvSpPr>
          <p:spPr>
            <a:xfrm>
              <a:off x="4879308" y="3414420"/>
              <a:ext cx="1869" cy="3510"/>
            </a:xfrm>
            <a:custGeom>
              <a:avLst/>
              <a:pathLst>
                <a:path w="1869" h="3510">
                  <a:moveTo>
                    <a:pt x="1734" y="717"/>
                  </a:moveTo>
                  <a:lnTo>
                    <a:pt x="1869" y="1408"/>
                  </a:lnTo>
                  <a:lnTo>
                    <a:pt x="1814" y="2138"/>
                  </a:lnTo>
                  <a:lnTo>
                    <a:pt x="530" y="3510"/>
                  </a:lnTo>
                  <a:lnTo>
                    <a:pt x="99" y="3469"/>
                  </a:lnTo>
                  <a:lnTo>
                    <a:pt x="0" y="1183"/>
                  </a:lnTo>
                  <a:lnTo>
                    <a:pt x="315" y="145"/>
                  </a:lnTo>
                  <a:lnTo>
                    <a:pt x="920" y="1066"/>
                  </a:lnTo>
                  <a:lnTo>
                    <a:pt x="1459" y="0"/>
                  </a:lnTo>
                  <a:close/>
                </a:path>
              </a:pathLst>
            </a:custGeom>
            <a:solidFill>
              <a:srgbClr val="E7F1E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4" name="pg1133"/>
            <p:cNvSpPr/>
            <p:nvPr/>
          </p:nvSpPr>
          <p:spPr>
            <a:xfrm>
              <a:off x="4807403" y="3395635"/>
              <a:ext cx="1361" cy="7730"/>
            </a:xfrm>
            <a:custGeom>
              <a:avLst/>
              <a:pathLst>
                <a:path w="1361" h="7730">
                  <a:moveTo>
                    <a:pt x="1361" y="5488"/>
                  </a:moveTo>
                  <a:lnTo>
                    <a:pt x="725" y="7730"/>
                  </a:lnTo>
                  <a:lnTo>
                    <a:pt x="0" y="5147"/>
                  </a:lnTo>
                  <a:lnTo>
                    <a:pt x="77" y="1551"/>
                  </a:lnTo>
                  <a:lnTo>
                    <a:pt x="296" y="549"/>
                  </a:lnTo>
                  <a:lnTo>
                    <a:pt x="1326" y="0"/>
                  </a:lnTo>
                  <a:close/>
                </a:path>
              </a:pathLst>
            </a:custGeom>
            <a:solidFill>
              <a:srgbClr val="E7F1E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5" name="pg1134"/>
            <p:cNvSpPr/>
            <p:nvPr/>
          </p:nvSpPr>
          <p:spPr>
            <a:xfrm>
              <a:off x="4811139" y="3388370"/>
              <a:ext cx="1024" cy="3663"/>
            </a:xfrm>
            <a:custGeom>
              <a:avLst/>
              <a:pathLst>
                <a:path w="1024" h="3663">
                  <a:moveTo>
                    <a:pt x="1024" y="2965"/>
                  </a:moveTo>
                  <a:lnTo>
                    <a:pt x="181" y="3663"/>
                  </a:lnTo>
                  <a:lnTo>
                    <a:pt x="0" y="1816"/>
                  </a:lnTo>
                  <a:lnTo>
                    <a:pt x="106" y="0"/>
                  </a:lnTo>
                  <a:lnTo>
                    <a:pt x="707" y="191"/>
                  </a:lnTo>
                  <a:lnTo>
                    <a:pt x="1005" y="760"/>
                  </a:lnTo>
                  <a:close/>
                </a:path>
              </a:pathLst>
            </a:custGeom>
            <a:solidFill>
              <a:srgbClr val="E7F1E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6" name="pg1135"/>
            <p:cNvSpPr/>
            <p:nvPr/>
          </p:nvSpPr>
          <p:spPr>
            <a:xfrm>
              <a:off x="4902044" y="3360943"/>
              <a:ext cx="2067" cy="4729"/>
            </a:xfrm>
            <a:custGeom>
              <a:avLst/>
              <a:pathLst>
                <a:path w="2067" h="4729">
                  <a:moveTo>
                    <a:pt x="2067" y="2970"/>
                  </a:moveTo>
                  <a:lnTo>
                    <a:pt x="1713" y="4729"/>
                  </a:lnTo>
                  <a:lnTo>
                    <a:pt x="330" y="3275"/>
                  </a:lnTo>
                  <a:lnTo>
                    <a:pt x="0" y="2011"/>
                  </a:lnTo>
                  <a:lnTo>
                    <a:pt x="175" y="512"/>
                  </a:lnTo>
                  <a:lnTo>
                    <a:pt x="851" y="4"/>
                  </a:lnTo>
                  <a:lnTo>
                    <a:pt x="1206" y="0"/>
                  </a:lnTo>
                  <a:lnTo>
                    <a:pt x="1865" y="1568"/>
                  </a:lnTo>
                  <a:close/>
                </a:path>
              </a:pathLst>
            </a:custGeom>
            <a:solidFill>
              <a:srgbClr val="E7F1E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7" name="pg1136"/>
            <p:cNvSpPr/>
            <p:nvPr/>
          </p:nvSpPr>
          <p:spPr>
            <a:xfrm>
              <a:off x="4887907" y="3359891"/>
              <a:ext cx="2625" cy="5184"/>
            </a:xfrm>
            <a:custGeom>
              <a:avLst/>
              <a:pathLst>
                <a:path w="2625" h="5184">
                  <a:moveTo>
                    <a:pt x="2519" y="1224"/>
                  </a:moveTo>
                  <a:lnTo>
                    <a:pt x="2625" y="4290"/>
                  </a:lnTo>
                  <a:lnTo>
                    <a:pt x="1493" y="5184"/>
                  </a:lnTo>
                  <a:lnTo>
                    <a:pt x="583" y="4403"/>
                  </a:lnTo>
                  <a:lnTo>
                    <a:pt x="0" y="2561"/>
                  </a:lnTo>
                  <a:lnTo>
                    <a:pt x="1" y="1868"/>
                  </a:lnTo>
                  <a:lnTo>
                    <a:pt x="514" y="1926"/>
                  </a:lnTo>
                  <a:lnTo>
                    <a:pt x="1636" y="310"/>
                  </a:lnTo>
                  <a:lnTo>
                    <a:pt x="1991" y="0"/>
                  </a:lnTo>
                  <a:close/>
                </a:path>
              </a:pathLst>
            </a:custGeom>
            <a:solidFill>
              <a:srgbClr val="E7F1E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8" name="pg1137"/>
            <p:cNvSpPr/>
            <p:nvPr/>
          </p:nvSpPr>
          <p:spPr>
            <a:xfrm>
              <a:off x="4917876" y="3345698"/>
              <a:ext cx="874" cy="5647"/>
            </a:xfrm>
            <a:custGeom>
              <a:avLst/>
              <a:pathLst>
                <a:path w="874" h="5647">
                  <a:moveTo>
                    <a:pt x="597" y="4891"/>
                  </a:moveTo>
                  <a:lnTo>
                    <a:pt x="374" y="5647"/>
                  </a:lnTo>
                  <a:lnTo>
                    <a:pt x="0" y="4065"/>
                  </a:lnTo>
                  <a:lnTo>
                    <a:pt x="326" y="587"/>
                  </a:lnTo>
                  <a:lnTo>
                    <a:pt x="564" y="0"/>
                  </a:lnTo>
                  <a:lnTo>
                    <a:pt x="874" y="2201"/>
                  </a:lnTo>
                  <a:close/>
                </a:path>
              </a:pathLst>
            </a:custGeom>
            <a:solidFill>
              <a:srgbClr val="E7F1E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9" name="pg1138"/>
            <p:cNvSpPr/>
            <p:nvPr/>
          </p:nvSpPr>
          <p:spPr>
            <a:xfrm>
              <a:off x="4868296" y="3345697"/>
              <a:ext cx="57863" cy="122928"/>
            </a:xfrm>
            <a:custGeom>
              <a:avLst/>
              <a:pathLst>
                <a:path w="57863" h="122928">
                  <a:moveTo>
                    <a:pt x="50614" y="12947"/>
                  </a:moveTo>
                  <a:lnTo>
                    <a:pt x="51622" y="14726"/>
                  </a:lnTo>
                  <a:lnTo>
                    <a:pt x="52927" y="14255"/>
                  </a:lnTo>
                  <a:lnTo>
                    <a:pt x="52910" y="18740"/>
                  </a:lnTo>
                  <a:lnTo>
                    <a:pt x="53121" y="20050"/>
                  </a:lnTo>
                  <a:lnTo>
                    <a:pt x="54300" y="23848"/>
                  </a:lnTo>
                  <a:lnTo>
                    <a:pt x="54484" y="27019"/>
                  </a:lnTo>
                  <a:lnTo>
                    <a:pt x="53786" y="29997"/>
                  </a:lnTo>
                  <a:lnTo>
                    <a:pt x="53258" y="31405"/>
                  </a:lnTo>
                  <a:lnTo>
                    <a:pt x="52288" y="33444"/>
                  </a:lnTo>
                  <a:lnTo>
                    <a:pt x="52263" y="34379"/>
                  </a:lnTo>
                  <a:lnTo>
                    <a:pt x="52676" y="35431"/>
                  </a:lnTo>
                  <a:lnTo>
                    <a:pt x="54025" y="36044"/>
                  </a:lnTo>
                  <a:lnTo>
                    <a:pt x="55049" y="37682"/>
                  </a:lnTo>
                  <a:lnTo>
                    <a:pt x="55227" y="42325"/>
                  </a:lnTo>
                  <a:lnTo>
                    <a:pt x="56201" y="45987"/>
                  </a:lnTo>
                  <a:lnTo>
                    <a:pt x="56176" y="47584"/>
                  </a:lnTo>
                  <a:lnTo>
                    <a:pt x="55789" y="54124"/>
                  </a:lnTo>
                  <a:lnTo>
                    <a:pt x="55913" y="56920"/>
                  </a:lnTo>
                  <a:lnTo>
                    <a:pt x="56642" y="59161"/>
                  </a:lnTo>
                  <a:lnTo>
                    <a:pt x="57259" y="60112"/>
                  </a:lnTo>
                  <a:lnTo>
                    <a:pt x="57576" y="61517"/>
                  </a:lnTo>
                  <a:lnTo>
                    <a:pt x="57863" y="65372"/>
                  </a:lnTo>
                  <a:lnTo>
                    <a:pt x="57812" y="71921"/>
                  </a:lnTo>
                  <a:lnTo>
                    <a:pt x="57717" y="74208"/>
                  </a:lnTo>
                  <a:lnTo>
                    <a:pt x="57287" y="76334"/>
                  </a:lnTo>
                  <a:lnTo>
                    <a:pt x="55959" y="81164"/>
                  </a:lnTo>
                  <a:lnTo>
                    <a:pt x="54169" y="85006"/>
                  </a:lnTo>
                  <a:lnTo>
                    <a:pt x="53217" y="84750"/>
                  </a:lnTo>
                  <a:lnTo>
                    <a:pt x="52911" y="85887"/>
                  </a:lnTo>
                  <a:lnTo>
                    <a:pt x="53505" y="89393"/>
                  </a:lnTo>
                  <a:lnTo>
                    <a:pt x="53270" y="96794"/>
                  </a:lnTo>
                  <a:lnTo>
                    <a:pt x="52877" y="101928"/>
                  </a:lnTo>
                  <a:lnTo>
                    <a:pt x="52299" y="99331"/>
                  </a:lnTo>
                  <a:lnTo>
                    <a:pt x="51895" y="96610"/>
                  </a:lnTo>
                  <a:lnTo>
                    <a:pt x="51529" y="89408"/>
                  </a:lnTo>
                  <a:lnTo>
                    <a:pt x="51072" y="86164"/>
                  </a:lnTo>
                  <a:lnTo>
                    <a:pt x="50355" y="83197"/>
                  </a:lnTo>
                  <a:lnTo>
                    <a:pt x="50067" y="80548"/>
                  </a:lnTo>
                  <a:lnTo>
                    <a:pt x="49321" y="78072"/>
                  </a:lnTo>
                  <a:lnTo>
                    <a:pt x="48374" y="71680"/>
                  </a:lnTo>
                  <a:lnTo>
                    <a:pt x="47747" y="72009"/>
                  </a:lnTo>
                  <a:lnTo>
                    <a:pt x="46706" y="73757"/>
                  </a:lnTo>
                  <a:lnTo>
                    <a:pt x="46471" y="74960"/>
                  </a:lnTo>
                  <a:lnTo>
                    <a:pt x="46348" y="76784"/>
                  </a:lnTo>
                  <a:lnTo>
                    <a:pt x="46108" y="78424"/>
                  </a:lnTo>
                  <a:lnTo>
                    <a:pt x="44891" y="81039"/>
                  </a:lnTo>
                  <a:lnTo>
                    <a:pt x="43936" y="84155"/>
                  </a:lnTo>
                  <a:lnTo>
                    <a:pt x="43149" y="87565"/>
                  </a:lnTo>
                  <a:lnTo>
                    <a:pt x="42898" y="90691"/>
                  </a:lnTo>
                  <a:lnTo>
                    <a:pt x="43543" y="93138"/>
                  </a:lnTo>
                  <a:lnTo>
                    <a:pt x="44206" y="94125"/>
                  </a:lnTo>
                  <a:lnTo>
                    <a:pt x="45167" y="96315"/>
                  </a:lnTo>
                  <a:lnTo>
                    <a:pt x="45463" y="97315"/>
                  </a:lnTo>
                  <a:lnTo>
                    <a:pt x="46477" y="104430"/>
                  </a:lnTo>
                  <a:lnTo>
                    <a:pt x="46444" y="111709"/>
                  </a:lnTo>
                  <a:lnTo>
                    <a:pt x="45701" y="114915"/>
                  </a:lnTo>
                  <a:lnTo>
                    <a:pt x="43826" y="120999"/>
                  </a:lnTo>
                  <a:lnTo>
                    <a:pt x="42477" y="122928"/>
                  </a:lnTo>
                  <a:lnTo>
                    <a:pt x="41754" y="121944"/>
                  </a:lnTo>
                  <a:lnTo>
                    <a:pt x="41175" y="118261"/>
                  </a:lnTo>
                  <a:lnTo>
                    <a:pt x="41079" y="116743"/>
                  </a:lnTo>
                  <a:lnTo>
                    <a:pt x="41470" y="113277"/>
                  </a:lnTo>
                  <a:lnTo>
                    <a:pt x="41514" y="110099"/>
                  </a:lnTo>
                  <a:lnTo>
                    <a:pt x="41058" y="109024"/>
                  </a:lnTo>
                  <a:lnTo>
                    <a:pt x="40558" y="109231"/>
                  </a:lnTo>
                  <a:lnTo>
                    <a:pt x="40348" y="109690"/>
                  </a:lnTo>
                  <a:lnTo>
                    <a:pt x="39141" y="113848"/>
                  </a:lnTo>
                  <a:lnTo>
                    <a:pt x="38637" y="114900"/>
                  </a:lnTo>
                  <a:lnTo>
                    <a:pt x="37895" y="115046"/>
                  </a:lnTo>
                  <a:lnTo>
                    <a:pt x="37304" y="114762"/>
                  </a:lnTo>
                  <a:lnTo>
                    <a:pt x="33713" y="111132"/>
                  </a:lnTo>
                  <a:lnTo>
                    <a:pt x="30783" y="107540"/>
                  </a:lnTo>
                  <a:lnTo>
                    <a:pt x="28487" y="104186"/>
                  </a:lnTo>
                  <a:lnTo>
                    <a:pt x="26825" y="99127"/>
                  </a:lnTo>
                  <a:lnTo>
                    <a:pt x="26475" y="95341"/>
                  </a:lnTo>
                  <a:lnTo>
                    <a:pt x="26455" y="91382"/>
                  </a:lnTo>
                  <a:lnTo>
                    <a:pt x="25712" y="85578"/>
                  </a:lnTo>
                  <a:lnTo>
                    <a:pt x="25625" y="83607"/>
                  </a:lnTo>
                  <a:lnTo>
                    <a:pt x="25679" y="81715"/>
                  </a:lnTo>
                  <a:lnTo>
                    <a:pt x="26418" y="78157"/>
                  </a:lnTo>
                  <a:lnTo>
                    <a:pt x="27312" y="76355"/>
                  </a:lnTo>
                  <a:lnTo>
                    <a:pt x="27814" y="75064"/>
                  </a:lnTo>
                  <a:lnTo>
                    <a:pt x="28215" y="73630"/>
                  </a:lnTo>
                  <a:lnTo>
                    <a:pt x="28488" y="71715"/>
                  </a:lnTo>
                  <a:lnTo>
                    <a:pt x="28411" y="69815"/>
                  </a:lnTo>
                  <a:lnTo>
                    <a:pt x="28112" y="68625"/>
                  </a:lnTo>
                  <a:lnTo>
                    <a:pt x="26700" y="64453"/>
                  </a:lnTo>
                  <a:lnTo>
                    <a:pt x="25472" y="61889"/>
                  </a:lnTo>
                  <a:lnTo>
                    <a:pt x="22958" y="59585"/>
                  </a:lnTo>
                  <a:lnTo>
                    <a:pt x="22374" y="58321"/>
                  </a:lnTo>
                  <a:lnTo>
                    <a:pt x="21737" y="57365"/>
                  </a:lnTo>
                  <a:lnTo>
                    <a:pt x="21035" y="56955"/>
                  </a:lnTo>
                  <a:lnTo>
                    <a:pt x="20348" y="56941"/>
                  </a:lnTo>
                  <a:lnTo>
                    <a:pt x="19606" y="57656"/>
                  </a:lnTo>
                  <a:lnTo>
                    <a:pt x="19413" y="59180"/>
                  </a:lnTo>
                  <a:lnTo>
                    <a:pt x="19465" y="60542"/>
                  </a:lnTo>
                  <a:lnTo>
                    <a:pt x="19400" y="61868"/>
                  </a:lnTo>
                  <a:lnTo>
                    <a:pt x="18345" y="69487"/>
                  </a:lnTo>
                  <a:lnTo>
                    <a:pt x="17002" y="67815"/>
                  </a:lnTo>
                  <a:lnTo>
                    <a:pt x="15721" y="65885"/>
                  </a:lnTo>
                  <a:lnTo>
                    <a:pt x="15381" y="64533"/>
                  </a:lnTo>
                  <a:lnTo>
                    <a:pt x="15234" y="62915"/>
                  </a:lnTo>
                  <a:lnTo>
                    <a:pt x="15017" y="61823"/>
                  </a:lnTo>
                  <a:lnTo>
                    <a:pt x="14714" y="60832"/>
                  </a:lnTo>
                  <a:lnTo>
                    <a:pt x="14125" y="63376"/>
                  </a:lnTo>
                  <a:lnTo>
                    <a:pt x="13392" y="65387"/>
                  </a:lnTo>
                  <a:lnTo>
                    <a:pt x="12496" y="65853"/>
                  </a:lnTo>
                  <a:lnTo>
                    <a:pt x="11584" y="65889"/>
                  </a:lnTo>
                  <a:lnTo>
                    <a:pt x="11285" y="65026"/>
                  </a:lnTo>
                  <a:lnTo>
                    <a:pt x="10952" y="60181"/>
                  </a:lnTo>
                  <a:lnTo>
                    <a:pt x="9992" y="58655"/>
                  </a:lnTo>
                  <a:lnTo>
                    <a:pt x="8786" y="58979"/>
                  </a:lnTo>
                  <a:lnTo>
                    <a:pt x="7326" y="61650"/>
                  </a:lnTo>
                  <a:lnTo>
                    <a:pt x="7036" y="62648"/>
                  </a:lnTo>
                  <a:lnTo>
                    <a:pt x="6718" y="64948"/>
                  </a:lnTo>
                  <a:lnTo>
                    <a:pt x="5127" y="71476"/>
                  </a:lnTo>
                  <a:lnTo>
                    <a:pt x="4285" y="76505"/>
                  </a:lnTo>
                  <a:lnTo>
                    <a:pt x="3355" y="81405"/>
                  </a:lnTo>
                  <a:lnTo>
                    <a:pt x="2940" y="83017"/>
                  </a:lnTo>
                  <a:lnTo>
                    <a:pt x="2393" y="84079"/>
                  </a:lnTo>
                  <a:lnTo>
                    <a:pt x="1523" y="83639"/>
                  </a:lnTo>
                  <a:lnTo>
                    <a:pt x="741" y="82468"/>
                  </a:lnTo>
                  <a:lnTo>
                    <a:pt x="0" y="79307"/>
                  </a:lnTo>
                  <a:lnTo>
                    <a:pt x="251" y="75634"/>
                  </a:lnTo>
                  <a:lnTo>
                    <a:pt x="1072" y="73292"/>
                  </a:lnTo>
                  <a:lnTo>
                    <a:pt x="1764" y="70786"/>
                  </a:lnTo>
                  <a:lnTo>
                    <a:pt x="2599" y="62029"/>
                  </a:lnTo>
                  <a:lnTo>
                    <a:pt x="2661" y="58913"/>
                  </a:lnTo>
                  <a:lnTo>
                    <a:pt x="2809" y="57580"/>
                  </a:lnTo>
                  <a:lnTo>
                    <a:pt x="4185" y="53602"/>
                  </a:lnTo>
                  <a:lnTo>
                    <a:pt x="5341" y="51140"/>
                  </a:lnTo>
                  <a:lnTo>
                    <a:pt x="5954" y="50624"/>
                  </a:lnTo>
                  <a:lnTo>
                    <a:pt x="8455" y="49223"/>
                  </a:lnTo>
                  <a:lnTo>
                    <a:pt x="9486" y="48047"/>
                  </a:lnTo>
                  <a:lnTo>
                    <a:pt x="11108" y="48030"/>
                  </a:lnTo>
                  <a:lnTo>
                    <a:pt x="12425" y="47357"/>
                  </a:lnTo>
                  <a:lnTo>
                    <a:pt x="13476" y="45464"/>
                  </a:lnTo>
                  <a:lnTo>
                    <a:pt x="13555" y="43502"/>
                  </a:lnTo>
                  <a:lnTo>
                    <a:pt x="13507" y="41459"/>
                  </a:lnTo>
                  <a:lnTo>
                    <a:pt x="13738" y="40210"/>
                  </a:lnTo>
                  <a:lnTo>
                    <a:pt x="14146" y="39158"/>
                  </a:lnTo>
                  <a:lnTo>
                    <a:pt x="14705" y="37773"/>
                  </a:lnTo>
                  <a:lnTo>
                    <a:pt x="15337" y="36732"/>
                  </a:lnTo>
                  <a:lnTo>
                    <a:pt x="17135" y="35981"/>
                  </a:lnTo>
                  <a:lnTo>
                    <a:pt x="17732" y="35125"/>
                  </a:lnTo>
                  <a:lnTo>
                    <a:pt x="18213" y="33789"/>
                  </a:lnTo>
                  <a:lnTo>
                    <a:pt x="18884" y="31198"/>
                  </a:lnTo>
                  <a:lnTo>
                    <a:pt x="19678" y="31841"/>
                  </a:lnTo>
                  <a:lnTo>
                    <a:pt x="20477" y="32848"/>
                  </a:lnTo>
                  <a:lnTo>
                    <a:pt x="21914" y="33642"/>
                  </a:lnTo>
                  <a:lnTo>
                    <a:pt x="23188" y="35796"/>
                  </a:lnTo>
                  <a:lnTo>
                    <a:pt x="24001" y="39194"/>
                  </a:lnTo>
                  <a:lnTo>
                    <a:pt x="24140" y="40868"/>
                  </a:lnTo>
                  <a:lnTo>
                    <a:pt x="24349" y="46401"/>
                  </a:lnTo>
                  <a:lnTo>
                    <a:pt x="24052" y="47692"/>
                  </a:lnTo>
                  <a:lnTo>
                    <a:pt x="22815" y="50259"/>
                  </a:lnTo>
                  <a:lnTo>
                    <a:pt x="23386" y="50529"/>
                  </a:lnTo>
                  <a:lnTo>
                    <a:pt x="25012" y="48185"/>
                  </a:lnTo>
                  <a:lnTo>
                    <a:pt x="25823" y="47282"/>
                  </a:lnTo>
                  <a:lnTo>
                    <a:pt x="27828" y="46027"/>
                  </a:lnTo>
                  <a:lnTo>
                    <a:pt x="28300" y="45197"/>
                  </a:lnTo>
                  <a:lnTo>
                    <a:pt x="28647" y="43961"/>
                  </a:lnTo>
                  <a:lnTo>
                    <a:pt x="29356" y="40575"/>
                  </a:lnTo>
                  <a:lnTo>
                    <a:pt x="29874" y="36956"/>
                  </a:lnTo>
                  <a:lnTo>
                    <a:pt x="30278" y="35450"/>
                  </a:lnTo>
                  <a:lnTo>
                    <a:pt x="30857" y="34255"/>
                  </a:lnTo>
                  <a:lnTo>
                    <a:pt x="31430" y="34063"/>
                  </a:lnTo>
                  <a:lnTo>
                    <a:pt x="33534" y="36536"/>
                  </a:lnTo>
                  <a:lnTo>
                    <a:pt x="34884" y="35344"/>
                  </a:lnTo>
                  <a:lnTo>
                    <a:pt x="35261" y="31597"/>
                  </a:lnTo>
                  <a:lnTo>
                    <a:pt x="35570" y="26151"/>
                  </a:lnTo>
                  <a:lnTo>
                    <a:pt x="35809" y="24676"/>
                  </a:lnTo>
                  <a:lnTo>
                    <a:pt x="36584" y="23251"/>
                  </a:lnTo>
                  <a:lnTo>
                    <a:pt x="37508" y="23711"/>
                  </a:lnTo>
                  <a:lnTo>
                    <a:pt x="38774" y="25666"/>
                  </a:lnTo>
                  <a:lnTo>
                    <a:pt x="39941" y="26309"/>
                  </a:lnTo>
                  <a:lnTo>
                    <a:pt x="40375" y="24734"/>
                  </a:lnTo>
                  <a:lnTo>
                    <a:pt x="40788" y="21629"/>
                  </a:lnTo>
                  <a:lnTo>
                    <a:pt x="41260" y="21646"/>
                  </a:lnTo>
                  <a:lnTo>
                    <a:pt x="42836" y="22673"/>
                  </a:lnTo>
                  <a:lnTo>
                    <a:pt x="44355" y="21995"/>
                  </a:lnTo>
                  <a:lnTo>
                    <a:pt x="44783" y="18267"/>
                  </a:lnTo>
                  <a:lnTo>
                    <a:pt x="44496" y="14279"/>
                  </a:lnTo>
                  <a:lnTo>
                    <a:pt x="43309" y="2657"/>
                  </a:lnTo>
                  <a:lnTo>
                    <a:pt x="44017" y="69"/>
                  </a:lnTo>
                  <a:lnTo>
                    <a:pt x="44629" y="0"/>
                  </a:lnTo>
                  <a:lnTo>
                    <a:pt x="46129" y="3091"/>
                  </a:lnTo>
                  <a:lnTo>
                    <a:pt x="49019" y="7268"/>
                  </a:lnTo>
                  <a:lnTo>
                    <a:pt x="49982" y="9824"/>
                  </a:lnTo>
                  <a:close/>
                </a:path>
              </a:pathLst>
            </a:custGeom>
            <a:solidFill>
              <a:srgbClr val="E7F1E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0" name="pg1139"/>
            <p:cNvSpPr/>
            <p:nvPr/>
          </p:nvSpPr>
          <p:spPr>
            <a:xfrm>
              <a:off x="4918729" y="3336829"/>
              <a:ext cx="2237" cy="8818"/>
            </a:xfrm>
            <a:custGeom>
              <a:avLst/>
              <a:pathLst>
                <a:path w="2237" h="8818">
                  <a:moveTo>
                    <a:pt x="841" y="8658"/>
                  </a:moveTo>
                  <a:lnTo>
                    <a:pt x="685" y="8818"/>
                  </a:lnTo>
                  <a:lnTo>
                    <a:pt x="0" y="6521"/>
                  </a:lnTo>
                  <a:lnTo>
                    <a:pt x="91" y="3905"/>
                  </a:lnTo>
                  <a:lnTo>
                    <a:pt x="1019" y="0"/>
                  </a:lnTo>
                  <a:lnTo>
                    <a:pt x="1706" y="3418"/>
                  </a:lnTo>
                  <a:lnTo>
                    <a:pt x="1699" y="4967"/>
                  </a:lnTo>
                  <a:lnTo>
                    <a:pt x="1599" y="5733"/>
                  </a:lnTo>
                  <a:lnTo>
                    <a:pt x="2237" y="7661"/>
                  </a:lnTo>
                  <a:lnTo>
                    <a:pt x="1797" y="8612"/>
                  </a:lnTo>
                  <a:close/>
                </a:path>
              </a:pathLst>
            </a:custGeom>
            <a:solidFill>
              <a:srgbClr val="E7F1E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1" name="pg1140"/>
            <p:cNvSpPr/>
            <p:nvPr/>
          </p:nvSpPr>
          <p:spPr>
            <a:xfrm>
              <a:off x="4908139" y="3333999"/>
              <a:ext cx="1908" cy="6569"/>
            </a:xfrm>
            <a:custGeom>
              <a:avLst/>
              <a:pathLst>
                <a:path w="1908" h="6569">
                  <a:moveTo>
                    <a:pt x="1823" y="5107"/>
                  </a:moveTo>
                  <a:lnTo>
                    <a:pt x="1908" y="6569"/>
                  </a:lnTo>
                  <a:lnTo>
                    <a:pt x="320" y="2721"/>
                  </a:lnTo>
                  <a:lnTo>
                    <a:pt x="0" y="0"/>
                  </a:lnTo>
                  <a:lnTo>
                    <a:pt x="529" y="116"/>
                  </a:lnTo>
                  <a:lnTo>
                    <a:pt x="1208" y="1162"/>
                  </a:lnTo>
                  <a:close/>
                </a:path>
              </a:pathLst>
            </a:custGeom>
            <a:solidFill>
              <a:srgbClr val="E7F1E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2" name="pg1141"/>
            <p:cNvSpPr/>
            <p:nvPr/>
          </p:nvSpPr>
          <p:spPr>
            <a:xfrm>
              <a:off x="4891902" y="3333854"/>
              <a:ext cx="9583" cy="16565"/>
            </a:xfrm>
            <a:custGeom>
              <a:avLst/>
              <a:pathLst>
                <a:path w="9583" h="16565">
                  <a:moveTo>
                    <a:pt x="9583" y="11013"/>
                  </a:moveTo>
                  <a:lnTo>
                    <a:pt x="9465" y="12098"/>
                  </a:lnTo>
                  <a:lnTo>
                    <a:pt x="8495" y="12008"/>
                  </a:lnTo>
                  <a:lnTo>
                    <a:pt x="8148" y="12174"/>
                  </a:lnTo>
                  <a:lnTo>
                    <a:pt x="7233" y="14946"/>
                  </a:lnTo>
                  <a:lnTo>
                    <a:pt x="6696" y="15651"/>
                  </a:lnTo>
                  <a:lnTo>
                    <a:pt x="3766" y="16565"/>
                  </a:lnTo>
                  <a:lnTo>
                    <a:pt x="1461" y="15836"/>
                  </a:lnTo>
                  <a:lnTo>
                    <a:pt x="672" y="14307"/>
                  </a:lnTo>
                  <a:lnTo>
                    <a:pt x="157" y="11783"/>
                  </a:lnTo>
                  <a:lnTo>
                    <a:pt x="0" y="10121"/>
                  </a:lnTo>
                  <a:lnTo>
                    <a:pt x="575" y="8306"/>
                  </a:lnTo>
                  <a:lnTo>
                    <a:pt x="1131" y="7100"/>
                  </a:lnTo>
                  <a:lnTo>
                    <a:pt x="2993" y="4719"/>
                  </a:lnTo>
                  <a:lnTo>
                    <a:pt x="3413" y="2913"/>
                  </a:lnTo>
                  <a:lnTo>
                    <a:pt x="4388" y="730"/>
                  </a:lnTo>
                  <a:lnTo>
                    <a:pt x="6398" y="0"/>
                  </a:lnTo>
                  <a:lnTo>
                    <a:pt x="6593" y="548"/>
                  </a:lnTo>
                  <a:lnTo>
                    <a:pt x="6861" y="895"/>
                  </a:lnTo>
                  <a:lnTo>
                    <a:pt x="7264" y="989"/>
                  </a:lnTo>
                  <a:lnTo>
                    <a:pt x="8257" y="2790"/>
                  </a:lnTo>
                  <a:lnTo>
                    <a:pt x="9377" y="3936"/>
                  </a:lnTo>
                  <a:lnTo>
                    <a:pt x="9105" y="8294"/>
                  </a:lnTo>
                  <a:lnTo>
                    <a:pt x="9440" y="9760"/>
                  </a:lnTo>
                  <a:close/>
                </a:path>
              </a:pathLst>
            </a:custGeom>
            <a:solidFill>
              <a:srgbClr val="E7F1E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3" name="pg1142"/>
            <p:cNvSpPr/>
            <p:nvPr/>
          </p:nvSpPr>
          <p:spPr>
            <a:xfrm>
              <a:off x="4912604" y="3325574"/>
              <a:ext cx="2572" cy="16360"/>
            </a:xfrm>
            <a:custGeom>
              <a:avLst/>
              <a:pathLst>
                <a:path w="2572" h="16360">
                  <a:moveTo>
                    <a:pt x="2411" y="15533"/>
                  </a:moveTo>
                  <a:lnTo>
                    <a:pt x="2193" y="16360"/>
                  </a:lnTo>
                  <a:lnTo>
                    <a:pt x="1898" y="14657"/>
                  </a:lnTo>
                  <a:lnTo>
                    <a:pt x="1181" y="13059"/>
                  </a:lnTo>
                  <a:lnTo>
                    <a:pt x="489" y="10343"/>
                  </a:lnTo>
                  <a:lnTo>
                    <a:pt x="0" y="9498"/>
                  </a:lnTo>
                  <a:lnTo>
                    <a:pt x="335" y="7346"/>
                  </a:lnTo>
                  <a:lnTo>
                    <a:pt x="367" y="3853"/>
                  </a:lnTo>
                  <a:lnTo>
                    <a:pt x="1053" y="2259"/>
                  </a:lnTo>
                  <a:lnTo>
                    <a:pt x="1370" y="1789"/>
                  </a:lnTo>
                  <a:lnTo>
                    <a:pt x="1889" y="98"/>
                  </a:lnTo>
                  <a:lnTo>
                    <a:pt x="2122" y="0"/>
                  </a:lnTo>
                  <a:lnTo>
                    <a:pt x="2341" y="1421"/>
                  </a:lnTo>
                  <a:lnTo>
                    <a:pt x="1873" y="5753"/>
                  </a:lnTo>
                  <a:lnTo>
                    <a:pt x="2572" y="10884"/>
                  </a:lnTo>
                  <a:lnTo>
                    <a:pt x="2339" y="14093"/>
                  </a:lnTo>
                  <a:lnTo>
                    <a:pt x="2439" y="14807"/>
                  </a:lnTo>
                  <a:close/>
                </a:path>
              </a:pathLst>
            </a:custGeom>
            <a:solidFill>
              <a:srgbClr val="E7F1E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4" name="pg1143"/>
            <p:cNvSpPr/>
            <p:nvPr/>
          </p:nvSpPr>
          <p:spPr>
            <a:xfrm>
              <a:off x="4841892" y="3319664"/>
              <a:ext cx="3010" cy="5462"/>
            </a:xfrm>
            <a:custGeom>
              <a:avLst/>
              <a:pathLst>
                <a:path w="3010" h="5462">
                  <a:moveTo>
                    <a:pt x="1872" y="4554"/>
                  </a:moveTo>
                  <a:lnTo>
                    <a:pt x="354" y="5462"/>
                  </a:lnTo>
                  <a:lnTo>
                    <a:pt x="0" y="2615"/>
                  </a:lnTo>
                  <a:lnTo>
                    <a:pt x="1080" y="0"/>
                  </a:lnTo>
                  <a:lnTo>
                    <a:pt x="2291" y="1044"/>
                  </a:lnTo>
                  <a:lnTo>
                    <a:pt x="3010" y="2069"/>
                  </a:lnTo>
                  <a:lnTo>
                    <a:pt x="2674" y="2996"/>
                  </a:lnTo>
                  <a:close/>
                </a:path>
              </a:pathLst>
            </a:custGeom>
            <a:solidFill>
              <a:srgbClr val="E7F1E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5" name="pg1144"/>
            <p:cNvSpPr/>
            <p:nvPr/>
          </p:nvSpPr>
          <p:spPr>
            <a:xfrm>
              <a:off x="4897718" y="3317698"/>
              <a:ext cx="1158" cy="3109"/>
            </a:xfrm>
            <a:custGeom>
              <a:avLst/>
              <a:pathLst>
                <a:path w="1158" h="3109">
                  <a:moveTo>
                    <a:pt x="342" y="2975"/>
                  </a:moveTo>
                  <a:lnTo>
                    <a:pt x="0" y="3109"/>
                  </a:lnTo>
                  <a:lnTo>
                    <a:pt x="570" y="0"/>
                  </a:lnTo>
                  <a:lnTo>
                    <a:pt x="1019" y="453"/>
                  </a:lnTo>
                  <a:lnTo>
                    <a:pt x="1158" y="793"/>
                  </a:lnTo>
                  <a:lnTo>
                    <a:pt x="1146" y="2190"/>
                  </a:lnTo>
                  <a:close/>
                </a:path>
              </a:pathLst>
            </a:custGeom>
            <a:solidFill>
              <a:srgbClr val="E7F1E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6" name="pg1145"/>
            <p:cNvSpPr/>
            <p:nvPr/>
          </p:nvSpPr>
          <p:spPr>
            <a:xfrm>
              <a:off x="4875854" y="3316695"/>
              <a:ext cx="2720" cy="9327"/>
            </a:xfrm>
            <a:custGeom>
              <a:avLst/>
              <a:pathLst>
                <a:path w="2720" h="9327">
                  <a:moveTo>
                    <a:pt x="1638" y="7916"/>
                  </a:moveTo>
                  <a:lnTo>
                    <a:pt x="1297" y="8320"/>
                  </a:lnTo>
                  <a:lnTo>
                    <a:pt x="993" y="8261"/>
                  </a:lnTo>
                  <a:lnTo>
                    <a:pt x="267" y="9327"/>
                  </a:lnTo>
                  <a:lnTo>
                    <a:pt x="0" y="7331"/>
                  </a:lnTo>
                  <a:lnTo>
                    <a:pt x="256" y="3931"/>
                  </a:lnTo>
                  <a:lnTo>
                    <a:pt x="1346" y="1347"/>
                  </a:lnTo>
                  <a:lnTo>
                    <a:pt x="1625" y="535"/>
                  </a:lnTo>
                  <a:lnTo>
                    <a:pt x="1923" y="53"/>
                  </a:lnTo>
                  <a:lnTo>
                    <a:pt x="2277" y="0"/>
                  </a:lnTo>
                  <a:lnTo>
                    <a:pt x="2622" y="1011"/>
                  </a:lnTo>
                  <a:lnTo>
                    <a:pt x="2720" y="2542"/>
                  </a:lnTo>
                  <a:lnTo>
                    <a:pt x="2030" y="7162"/>
                  </a:lnTo>
                  <a:close/>
                </a:path>
              </a:pathLst>
            </a:custGeom>
            <a:solidFill>
              <a:srgbClr val="E7F1E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7" name="pg1146"/>
            <p:cNvSpPr/>
            <p:nvPr/>
          </p:nvSpPr>
          <p:spPr>
            <a:xfrm>
              <a:off x="4874408" y="3309209"/>
              <a:ext cx="14413" cy="57342"/>
            </a:xfrm>
            <a:custGeom>
              <a:avLst/>
              <a:pathLst>
                <a:path w="14413" h="57342">
                  <a:moveTo>
                    <a:pt x="9024" y="57024"/>
                  </a:moveTo>
                  <a:lnTo>
                    <a:pt x="8207" y="57342"/>
                  </a:lnTo>
                  <a:lnTo>
                    <a:pt x="7344" y="57180"/>
                  </a:lnTo>
                  <a:lnTo>
                    <a:pt x="6766" y="55729"/>
                  </a:lnTo>
                  <a:lnTo>
                    <a:pt x="5763" y="49468"/>
                  </a:lnTo>
                  <a:lnTo>
                    <a:pt x="4602" y="47946"/>
                  </a:lnTo>
                  <a:lnTo>
                    <a:pt x="3270" y="46793"/>
                  </a:lnTo>
                  <a:lnTo>
                    <a:pt x="2601" y="45822"/>
                  </a:lnTo>
                  <a:lnTo>
                    <a:pt x="2011" y="44652"/>
                  </a:lnTo>
                  <a:lnTo>
                    <a:pt x="140" y="38415"/>
                  </a:lnTo>
                  <a:lnTo>
                    <a:pt x="0" y="34598"/>
                  </a:lnTo>
                  <a:lnTo>
                    <a:pt x="321" y="32440"/>
                  </a:lnTo>
                  <a:lnTo>
                    <a:pt x="887" y="30507"/>
                  </a:lnTo>
                  <a:lnTo>
                    <a:pt x="1526" y="29984"/>
                  </a:lnTo>
                  <a:lnTo>
                    <a:pt x="3069" y="29915"/>
                  </a:lnTo>
                  <a:lnTo>
                    <a:pt x="3868" y="29661"/>
                  </a:lnTo>
                  <a:lnTo>
                    <a:pt x="5627" y="26801"/>
                  </a:lnTo>
                  <a:lnTo>
                    <a:pt x="5753" y="25676"/>
                  </a:lnTo>
                  <a:lnTo>
                    <a:pt x="5762" y="20977"/>
                  </a:lnTo>
                  <a:lnTo>
                    <a:pt x="5587" y="17690"/>
                  </a:lnTo>
                  <a:lnTo>
                    <a:pt x="5151" y="14483"/>
                  </a:lnTo>
                  <a:lnTo>
                    <a:pt x="5627" y="13017"/>
                  </a:lnTo>
                  <a:lnTo>
                    <a:pt x="6248" y="11565"/>
                  </a:lnTo>
                  <a:lnTo>
                    <a:pt x="6896" y="8734"/>
                  </a:lnTo>
                  <a:lnTo>
                    <a:pt x="7024" y="6743"/>
                  </a:lnTo>
                  <a:lnTo>
                    <a:pt x="7036" y="4661"/>
                  </a:lnTo>
                  <a:lnTo>
                    <a:pt x="7203" y="3171"/>
                  </a:lnTo>
                  <a:lnTo>
                    <a:pt x="7711" y="2426"/>
                  </a:lnTo>
                  <a:lnTo>
                    <a:pt x="10146" y="155"/>
                  </a:lnTo>
                  <a:lnTo>
                    <a:pt x="10576" y="0"/>
                  </a:lnTo>
                  <a:lnTo>
                    <a:pt x="13710" y="2094"/>
                  </a:lnTo>
                  <a:lnTo>
                    <a:pt x="14350" y="5256"/>
                  </a:lnTo>
                  <a:lnTo>
                    <a:pt x="14413" y="6299"/>
                  </a:lnTo>
                  <a:lnTo>
                    <a:pt x="13921" y="9808"/>
                  </a:lnTo>
                  <a:lnTo>
                    <a:pt x="13491" y="12162"/>
                  </a:lnTo>
                  <a:lnTo>
                    <a:pt x="12431" y="15807"/>
                  </a:lnTo>
                  <a:lnTo>
                    <a:pt x="11649" y="19755"/>
                  </a:lnTo>
                  <a:lnTo>
                    <a:pt x="11063" y="25690"/>
                  </a:lnTo>
                  <a:lnTo>
                    <a:pt x="10694" y="27625"/>
                  </a:lnTo>
                  <a:lnTo>
                    <a:pt x="9712" y="31341"/>
                  </a:lnTo>
                  <a:lnTo>
                    <a:pt x="9408" y="33381"/>
                  </a:lnTo>
                  <a:lnTo>
                    <a:pt x="9417" y="37802"/>
                  </a:lnTo>
                  <a:lnTo>
                    <a:pt x="9253" y="39436"/>
                  </a:lnTo>
                  <a:lnTo>
                    <a:pt x="9258" y="41007"/>
                  </a:lnTo>
                  <a:lnTo>
                    <a:pt x="11215" y="48370"/>
                  </a:lnTo>
                  <a:lnTo>
                    <a:pt x="11381" y="49537"/>
                  </a:lnTo>
                  <a:lnTo>
                    <a:pt x="11364" y="50853"/>
                  </a:lnTo>
                  <a:lnTo>
                    <a:pt x="11029" y="52498"/>
                  </a:lnTo>
                  <a:lnTo>
                    <a:pt x="10232" y="55332"/>
                  </a:lnTo>
                  <a:lnTo>
                    <a:pt x="9784" y="56322"/>
                  </a:lnTo>
                  <a:close/>
                </a:path>
              </a:pathLst>
            </a:custGeom>
            <a:solidFill>
              <a:srgbClr val="E7F1E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8" name="pg1147"/>
            <p:cNvSpPr/>
            <p:nvPr/>
          </p:nvSpPr>
          <p:spPr>
            <a:xfrm>
              <a:off x="4885718" y="3300948"/>
              <a:ext cx="9154" cy="54683"/>
            </a:xfrm>
            <a:custGeom>
              <a:avLst/>
              <a:pathLst>
                <a:path w="9154" h="54683">
                  <a:moveTo>
                    <a:pt x="669" y="53895"/>
                  </a:moveTo>
                  <a:lnTo>
                    <a:pt x="194" y="54683"/>
                  </a:lnTo>
                  <a:lnTo>
                    <a:pt x="0" y="52732"/>
                  </a:lnTo>
                  <a:lnTo>
                    <a:pt x="136" y="50099"/>
                  </a:lnTo>
                  <a:lnTo>
                    <a:pt x="1082" y="40904"/>
                  </a:lnTo>
                  <a:lnTo>
                    <a:pt x="866" y="38604"/>
                  </a:lnTo>
                  <a:lnTo>
                    <a:pt x="2447" y="33485"/>
                  </a:lnTo>
                  <a:lnTo>
                    <a:pt x="3416" y="28680"/>
                  </a:lnTo>
                  <a:lnTo>
                    <a:pt x="4879" y="23634"/>
                  </a:lnTo>
                  <a:lnTo>
                    <a:pt x="5064" y="21019"/>
                  </a:lnTo>
                  <a:lnTo>
                    <a:pt x="6361" y="16031"/>
                  </a:lnTo>
                  <a:lnTo>
                    <a:pt x="7575" y="9151"/>
                  </a:lnTo>
                  <a:lnTo>
                    <a:pt x="7509" y="6873"/>
                  </a:lnTo>
                  <a:lnTo>
                    <a:pt x="7824" y="5743"/>
                  </a:lnTo>
                  <a:lnTo>
                    <a:pt x="7996" y="4021"/>
                  </a:lnTo>
                  <a:lnTo>
                    <a:pt x="8035" y="2559"/>
                  </a:lnTo>
                  <a:lnTo>
                    <a:pt x="8919" y="0"/>
                  </a:lnTo>
                  <a:lnTo>
                    <a:pt x="9154" y="1663"/>
                  </a:lnTo>
                  <a:lnTo>
                    <a:pt x="8890" y="4930"/>
                  </a:lnTo>
                  <a:lnTo>
                    <a:pt x="8931" y="6498"/>
                  </a:lnTo>
                  <a:lnTo>
                    <a:pt x="9088" y="7232"/>
                  </a:lnTo>
                  <a:lnTo>
                    <a:pt x="9098" y="10275"/>
                  </a:lnTo>
                  <a:lnTo>
                    <a:pt x="8779" y="14941"/>
                  </a:lnTo>
                  <a:lnTo>
                    <a:pt x="9072" y="20327"/>
                  </a:lnTo>
                  <a:lnTo>
                    <a:pt x="8501" y="25809"/>
                  </a:lnTo>
                  <a:lnTo>
                    <a:pt x="7849" y="28276"/>
                  </a:lnTo>
                  <a:lnTo>
                    <a:pt x="6884" y="30016"/>
                  </a:lnTo>
                  <a:lnTo>
                    <a:pt x="5832" y="31107"/>
                  </a:lnTo>
                  <a:lnTo>
                    <a:pt x="4744" y="33840"/>
                  </a:lnTo>
                  <a:lnTo>
                    <a:pt x="4039" y="37034"/>
                  </a:lnTo>
                  <a:lnTo>
                    <a:pt x="3923" y="39944"/>
                  </a:lnTo>
                  <a:lnTo>
                    <a:pt x="2190" y="49767"/>
                  </a:lnTo>
                  <a:close/>
                </a:path>
              </a:pathLst>
            </a:custGeom>
            <a:solidFill>
              <a:srgbClr val="E7F1E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9" name="pg1148"/>
            <p:cNvSpPr/>
            <p:nvPr/>
          </p:nvSpPr>
          <p:spPr>
            <a:xfrm>
              <a:off x="4890550" y="3300659"/>
              <a:ext cx="1332" cy="3917"/>
            </a:xfrm>
            <a:custGeom>
              <a:avLst/>
              <a:pathLst>
                <a:path w="1332" h="3917">
                  <a:moveTo>
                    <a:pt x="609" y="0"/>
                  </a:moveTo>
                  <a:lnTo>
                    <a:pt x="1332" y="3917"/>
                  </a:lnTo>
                  <a:lnTo>
                    <a:pt x="359" y="3895"/>
                  </a:lnTo>
                  <a:lnTo>
                    <a:pt x="0" y="1043"/>
                  </a:lnTo>
                  <a:lnTo>
                    <a:pt x="416" y="122"/>
                  </a:lnTo>
                  <a:close/>
                </a:path>
              </a:pathLst>
            </a:custGeom>
            <a:solidFill>
              <a:srgbClr val="E7F1E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0" name="pg1149"/>
            <p:cNvSpPr/>
            <p:nvPr/>
          </p:nvSpPr>
          <p:spPr>
            <a:xfrm>
              <a:off x="4810476" y="3298794"/>
              <a:ext cx="30458" cy="88031"/>
            </a:xfrm>
            <a:custGeom>
              <a:avLst/>
              <a:pathLst>
                <a:path w="30458" h="88031">
                  <a:moveTo>
                    <a:pt x="1142" y="85894"/>
                  </a:moveTo>
                  <a:lnTo>
                    <a:pt x="0" y="88031"/>
                  </a:lnTo>
                  <a:lnTo>
                    <a:pt x="122" y="85389"/>
                  </a:lnTo>
                  <a:lnTo>
                    <a:pt x="460" y="82898"/>
                  </a:lnTo>
                  <a:lnTo>
                    <a:pt x="1620" y="77798"/>
                  </a:lnTo>
                  <a:lnTo>
                    <a:pt x="2458" y="76230"/>
                  </a:lnTo>
                  <a:lnTo>
                    <a:pt x="3842" y="72213"/>
                  </a:lnTo>
                  <a:lnTo>
                    <a:pt x="4623" y="70271"/>
                  </a:lnTo>
                  <a:lnTo>
                    <a:pt x="6495" y="66431"/>
                  </a:lnTo>
                  <a:lnTo>
                    <a:pt x="8220" y="62223"/>
                  </a:lnTo>
                  <a:lnTo>
                    <a:pt x="8798" y="61910"/>
                  </a:lnTo>
                  <a:lnTo>
                    <a:pt x="9433" y="61846"/>
                  </a:lnTo>
                  <a:lnTo>
                    <a:pt x="9936" y="61363"/>
                  </a:lnTo>
                  <a:lnTo>
                    <a:pt x="11060" y="59090"/>
                  </a:lnTo>
                  <a:lnTo>
                    <a:pt x="13887" y="51523"/>
                  </a:lnTo>
                  <a:lnTo>
                    <a:pt x="16224" y="45883"/>
                  </a:lnTo>
                  <a:lnTo>
                    <a:pt x="18620" y="38751"/>
                  </a:lnTo>
                  <a:lnTo>
                    <a:pt x="19762" y="36673"/>
                  </a:lnTo>
                  <a:lnTo>
                    <a:pt x="20071" y="35906"/>
                  </a:lnTo>
                  <a:lnTo>
                    <a:pt x="22276" y="29338"/>
                  </a:lnTo>
                  <a:lnTo>
                    <a:pt x="22968" y="28384"/>
                  </a:lnTo>
                  <a:lnTo>
                    <a:pt x="23747" y="27692"/>
                  </a:lnTo>
                  <a:lnTo>
                    <a:pt x="24278" y="26800"/>
                  </a:lnTo>
                  <a:lnTo>
                    <a:pt x="24744" y="25682"/>
                  </a:lnTo>
                  <a:lnTo>
                    <a:pt x="25524" y="22824"/>
                  </a:lnTo>
                  <a:lnTo>
                    <a:pt x="25841" y="19482"/>
                  </a:lnTo>
                  <a:lnTo>
                    <a:pt x="25643" y="17595"/>
                  </a:lnTo>
                  <a:lnTo>
                    <a:pt x="25204" y="14812"/>
                  </a:lnTo>
                  <a:lnTo>
                    <a:pt x="25754" y="11015"/>
                  </a:lnTo>
                  <a:lnTo>
                    <a:pt x="26187" y="9264"/>
                  </a:lnTo>
                  <a:lnTo>
                    <a:pt x="27724" y="1555"/>
                  </a:lnTo>
                  <a:lnTo>
                    <a:pt x="28168" y="0"/>
                  </a:lnTo>
                  <a:lnTo>
                    <a:pt x="28810" y="972"/>
                  </a:lnTo>
                  <a:lnTo>
                    <a:pt x="28896" y="2353"/>
                  </a:lnTo>
                  <a:lnTo>
                    <a:pt x="28579" y="5602"/>
                  </a:lnTo>
                  <a:lnTo>
                    <a:pt x="28555" y="7234"/>
                  </a:lnTo>
                  <a:lnTo>
                    <a:pt x="28916" y="8892"/>
                  </a:lnTo>
                  <a:lnTo>
                    <a:pt x="28481" y="11620"/>
                  </a:lnTo>
                  <a:lnTo>
                    <a:pt x="29585" y="18883"/>
                  </a:lnTo>
                  <a:lnTo>
                    <a:pt x="30427" y="23483"/>
                  </a:lnTo>
                  <a:lnTo>
                    <a:pt x="30458" y="25001"/>
                  </a:lnTo>
                  <a:lnTo>
                    <a:pt x="29327" y="27746"/>
                  </a:lnTo>
                  <a:lnTo>
                    <a:pt x="28652" y="28576"/>
                  </a:lnTo>
                  <a:lnTo>
                    <a:pt x="27195" y="29313"/>
                  </a:lnTo>
                  <a:lnTo>
                    <a:pt x="26540" y="30114"/>
                  </a:lnTo>
                  <a:lnTo>
                    <a:pt x="25496" y="32348"/>
                  </a:lnTo>
                  <a:lnTo>
                    <a:pt x="24844" y="35290"/>
                  </a:lnTo>
                  <a:lnTo>
                    <a:pt x="24679" y="36810"/>
                  </a:lnTo>
                  <a:lnTo>
                    <a:pt x="24345" y="37980"/>
                  </a:lnTo>
                  <a:lnTo>
                    <a:pt x="21348" y="39979"/>
                  </a:lnTo>
                  <a:lnTo>
                    <a:pt x="19942" y="41283"/>
                  </a:lnTo>
                  <a:lnTo>
                    <a:pt x="19294" y="42264"/>
                  </a:lnTo>
                  <a:lnTo>
                    <a:pt x="18959" y="43860"/>
                  </a:lnTo>
                  <a:lnTo>
                    <a:pt x="19191" y="46676"/>
                  </a:lnTo>
                  <a:lnTo>
                    <a:pt x="16671" y="56842"/>
                  </a:lnTo>
                  <a:lnTo>
                    <a:pt x="15868" y="59504"/>
                  </a:lnTo>
                  <a:lnTo>
                    <a:pt x="15010" y="61770"/>
                  </a:lnTo>
                  <a:lnTo>
                    <a:pt x="13956" y="63381"/>
                  </a:lnTo>
                  <a:lnTo>
                    <a:pt x="12472" y="64371"/>
                  </a:lnTo>
                  <a:lnTo>
                    <a:pt x="11297" y="66339"/>
                  </a:lnTo>
                  <a:lnTo>
                    <a:pt x="10499" y="69821"/>
                  </a:lnTo>
                  <a:lnTo>
                    <a:pt x="9513" y="72966"/>
                  </a:lnTo>
                  <a:lnTo>
                    <a:pt x="8267" y="75296"/>
                  </a:lnTo>
                  <a:lnTo>
                    <a:pt x="6925" y="77354"/>
                  </a:lnTo>
                  <a:lnTo>
                    <a:pt x="5692" y="78854"/>
                  </a:lnTo>
                  <a:lnTo>
                    <a:pt x="4363" y="79913"/>
                  </a:lnTo>
                  <a:lnTo>
                    <a:pt x="3962" y="81284"/>
                  </a:lnTo>
                  <a:lnTo>
                    <a:pt x="3677" y="82976"/>
                  </a:lnTo>
                  <a:lnTo>
                    <a:pt x="3092" y="83773"/>
                  </a:lnTo>
                  <a:lnTo>
                    <a:pt x="2393" y="84232"/>
                  </a:lnTo>
                  <a:close/>
                </a:path>
              </a:pathLst>
            </a:custGeom>
            <a:solidFill>
              <a:srgbClr val="E7F1E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1" name="pg1150"/>
            <p:cNvSpPr/>
            <p:nvPr/>
          </p:nvSpPr>
          <p:spPr>
            <a:xfrm>
              <a:off x="4841412" y="3293507"/>
              <a:ext cx="1941" cy="4422"/>
            </a:xfrm>
            <a:custGeom>
              <a:avLst/>
              <a:pathLst>
                <a:path w="1941" h="4422">
                  <a:moveTo>
                    <a:pt x="1676" y="0"/>
                  </a:moveTo>
                  <a:lnTo>
                    <a:pt x="1941" y="1563"/>
                  </a:lnTo>
                  <a:lnTo>
                    <a:pt x="1595" y="3908"/>
                  </a:lnTo>
                  <a:lnTo>
                    <a:pt x="1296" y="4422"/>
                  </a:lnTo>
                  <a:lnTo>
                    <a:pt x="901" y="3445"/>
                  </a:lnTo>
                  <a:lnTo>
                    <a:pt x="54" y="2760"/>
                  </a:lnTo>
                  <a:lnTo>
                    <a:pt x="0" y="1497"/>
                  </a:lnTo>
                  <a:lnTo>
                    <a:pt x="442" y="1527"/>
                  </a:lnTo>
                  <a:lnTo>
                    <a:pt x="1248" y="292"/>
                  </a:lnTo>
                  <a:close/>
                </a:path>
              </a:pathLst>
            </a:custGeom>
            <a:solidFill>
              <a:srgbClr val="E7F1E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2" name="pg1151"/>
            <p:cNvSpPr/>
            <p:nvPr/>
          </p:nvSpPr>
          <p:spPr>
            <a:xfrm>
              <a:off x="4897961" y="3293216"/>
              <a:ext cx="11849" cy="44385"/>
            </a:xfrm>
            <a:custGeom>
              <a:avLst/>
              <a:pathLst>
                <a:path w="11849" h="44385">
                  <a:moveTo>
                    <a:pt x="3287" y="5677"/>
                  </a:moveTo>
                  <a:lnTo>
                    <a:pt x="4147" y="6710"/>
                  </a:lnTo>
                  <a:lnTo>
                    <a:pt x="5134" y="6297"/>
                  </a:lnTo>
                  <a:lnTo>
                    <a:pt x="6329" y="3953"/>
                  </a:lnTo>
                  <a:lnTo>
                    <a:pt x="7672" y="4797"/>
                  </a:lnTo>
                  <a:lnTo>
                    <a:pt x="8462" y="8252"/>
                  </a:lnTo>
                  <a:lnTo>
                    <a:pt x="8864" y="9558"/>
                  </a:lnTo>
                  <a:lnTo>
                    <a:pt x="9083" y="11818"/>
                  </a:lnTo>
                  <a:lnTo>
                    <a:pt x="9027" y="17235"/>
                  </a:lnTo>
                  <a:lnTo>
                    <a:pt x="8699" y="22147"/>
                  </a:lnTo>
                  <a:lnTo>
                    <a:pt x="8953" y="23158"/>
                  </a:lnTo>
                  <a:lnTo>
                    <a:pt x="9571" y="24041"/>
                  </a:lnTo>
                  <a:lnTo>
                    <a:pt x="10110" y="25131"/>
                  </a:lnTo>
                  <a:lnTo>
                    <a:pt x="10562" y="26527"/>
                  </a:lnTo>
                  <a:lnTo>
                    <a:pt x="10852" y="28081"/>
                  </a:lnTo>
                  <a:lnTo>
                    <a:pt x="10969" y="31853"/>
                  </a:lnTo>
                  <a:lnTo>
                    <a:pt x="11745" y="35033"/>
                  </a:lnTo>
                  <a:lnTo>
                    <a:pt x="11849" y="36271"/>
                  </a:lnTo>
                  <a:lnTo>
                    <a:pt x="11662" y="37568"/>
                  </a:lnTo>
                  <a:lnTo>
                    <a:pt x="10368" y="37314"/>
                  </a:lnTo>
                  <a:lnTo>
                    <a:pt x="10264" y="38409"/>
                  </a:lnTo>
                  <a:lnTo>
                    <a:pt x="10296" y="39765"/>
                  </a:lnTo>
                  <a:lnTo>
                    <a:pt x="9836" y="38912"/>
                  </a:lnTo>
                  <a:lnTo>
                    <a:pt x="9079" y="35806"/>
                  </a:lnTo>
                  <a:lnTo>
                    <a:pt x="8382" y="34502"/>
                  </a:lnTo>
                  <a:lnTo>
                    <a:pt x="8596" y="39540"/>
                  </a:lnTo>
                  <a:lnTo>
                    <a:pt x="8827" y="41957"/>
                  </a:lnTo>
                  <a:lnTo>
                    <a:pt x="8864" y="44385"/>
                  </a:lnTo>
                  <a:lnTo>
                    <a:pt x="7661" y="42530"/>
                  </a:lnTo>
                  <a:lnTo>
                    <a:pt x="6226" y="41385"/>
                  </a:lnTo>
                  <a:lnTo>
                    <a:pt x="5831" y="40397"/>
                  </a:lnTo>
                  <a:lnTo>
                    <a:pt x="5966" y="37250"/>
                  </a:lnTo>
                  <a:lnTo>
                    <a:pt x="5939" y="35685"/>
                  </a:lnTo>
                  <a:lnTo>
                    <a:pt x="5299" y="32369"/>
                  </a:lnTo>
                  <a:lnTo>
                    <a:pt x="6051" y="25204"/>
                  </a:lnTo>
                  <a:lnTo>
                    <a:pt x="6033" y="23740"/>
                  </a:lnTo>
                  <a:lnTo>
                    <a:pt x="5904" y="22274"/>
                  </a:lnTo>
                  <a:lnTo>
                    <a:pt x="5311" y="19368"/>
                  </a:lnTo>
                  <a:lnTo>
                    <a:pt x="4374" y="16938"/>
                  </a:lnTo>
                  <a:lnTo>
                    <a:pt x="3799" y="16931"/>
                  </a:lnTo>
                  <a:lnTo>
                    <a:pt x="2401" y="18638"/>
                  </a:lnTo>
                  <a:lnTo>
                    <a:pt x="1694" y="18072"/>
                  </a:lnTo>
                  <a:lnTo>
                    <a:pt x="1277" y="11372"/>
                  </a:lnTo>
                  <a:lnTo>
                    <a:pt x="713" y="4860"/>
                  </a:lnTo>
                  <a:lnTo>
                    <a:pt x="280" y="3194"/>
                  </a:lnTo>
                  <a:lnTo>
                    <a:pt x="0" y="1448"/>
                  </a:lnTo>
                  <a:lnTo>
                    <a:pt x="277" y="0"/>
                  </a:lnTo>
                  <a:lnTo>
                    <a:pt x="813" y="597"/>
                  </a:lnTo>
                  <a:lnTo>
                    <a:pt x="1576" y="2304"/>
                  </a:lnTo>
                  <a:lnTo>
                    <a:pt x="2501" y="3289"/>
                  </a:lnTo>
                  <a:lnTo>
                    <a:pt x="2962" y="4142"/>
                  </a:lnTo>
                  <a:close/>
                </a:path>
              </a:pathLst>
            </a:custGeom>
            <a:solidFill>
              <a:srgbClr val="E7F1E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3" name="pg1152"/>
            <p:cNvSpPr/>
            <p:nvPr/>
          </p:nvSpPr>
          <p:spPr>
            <a:xfrm>
              <a:off x="4898605" y="3288493"/>
              <a:ext cx="3232" cy="6181"/>
            </a:xfrm>
            <a:custGeom>
              <a:avLst/>
              <a:pathLst>
                <a:path w="3232" h="6181">
                  <a:moveTo>
                    <a:pt x="3060" y="5993"/>
                  </a:moveTo>
                  <a:lnTo>
                    <a:pt x="1519" y="6181"/>
                  </a:lnTo>
                  <a:lnTo>
                    <a:pt x="844" y="4824"/>
                  </a:lnTo>
                  <a:lnTo>
                    <a:pt x="0" y="859"/>
                  </a:lnTo>
                  <a:lnTo>
                    <a:pt x="950" y="0"/>
                  </a:lnTo>
                  <a:lnTo>
                    <a:pt x="1858" y="233"/>
                  </a:lnTo>
                  <a:lnTo>
                    <a:pt x="2524" y="1634"/>
                  </a:lnTo>
                  <a:lnTo>
                    <a:pt x="3232" y="4298"/>
                  </a:lnTo>
                  <a:close/>
                </a:path>
              </a:pathLst>
            </a:custGeom>
            <a:solidFill>
              <a:srgbClr val="E7F1E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4" name="pg1153"/>
            <p:cNvSpPr/>
            <p:nvPr/>
          </p:nvSpPr>
          <p:spPr>
            <a:xfrm>
              <a:off x="4903177" y="3287893"/>
              <a:ext cx="1524" cy="5083"/>
            </a:xfrm>
            <a:custGeom>
              <a:avLst/>
              <a:pathLst>
                <a:path w="1524" h="5083">
                  <a:moveTo>
                    <a:pt x="1524" y="3562"/>
                  </a:moveTo>
                  <a:lnTo>
                    <a:pt x="1296" y="5083"/>
                  </a:lnTo>
                  <a:lnTo>
                    <a:pt x="935" y="4661"/>
                  </a:lnTo>
                  <a:lnTo>
                    <a:pt x="619" y="3976"/>
                  </a:lnTo>
                  <a:lnTo>
                    <a:pt x="157" y="1678"/>
                  </a:lnTo>
                  <a:lnTo>
                    <a:pt x="0" y="0"/>
                  </a:lnTo>
                  <a:lnTo>
                    <a:pt x="709" y="952"/>
                  </a:lnTo>
                  <a:lnTo>
                    <a:pt x="1118" y="2621"/>
                  </a:lnTo>
                  <a:close/>
                </a:path>
              </a:pathLst>
            </a:custGeom>
            <a:solidFill>
              <a:srgbClr val="E7F1E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5" name="pg1154"/>
            <p:cNvSpPr/>
            <p:nvPr/>
          </p:nvSpPr>
          <p:spPr>
            <a:xfrm>
              <a:off x="4868136" y="3282514"/>
              <a:ext cx="15635" cy="42934"/>
            </a:xfrm>
            <a:custGeom>
              <a:avLst/>
              <a:pathLst>
                <a:path w="15635" h="42934">
                  <a:moveTo>
                    <a:pt x="7465" y="8340"/>
                  </a:moveTo>
                  <a:lnTo>
                    <a:pt x="8903" y="9845"/>
                  </a:lnTo>
                  <a:lnTo>
                    <a:pt x="10304" y="8553"/>
                  </a:lnTo>
                  <a:lnTo>
                    <a:pt x="11684" y="8915"/>
                  </a:lnTo>
                  <a:lnTo>
                    <a:pt x="12833" y="10875"/>
                  </a:lnTo>
                  <a:lnTo>
                    <a:pt x="12457" y="12115"/>
                  </a:lnTo>
                  <a:lnTo>
                    <a:pt x="12380" y="13475"/>
                  </a:lnTo>
                  <a:lnTo>
                    <a:pt x="14949" y="10516"/>
                  </a:lnTo>
                  <a:lnTo>
                    <a:pt x="15635" y="10691"/>
                  </a:lnTo>
                  <a:lnTo>
                    <a:pt x="15612" y="13439"/>
                  </a:lnTo>
                  <a:lnTo>
                    <a:pt x="15460" y="15772"/>
                  </a:lnTo>
                  <a:lnTo>
                    <a:pt x="15157" y="18041"/>
                  </a:lnTo>
                  <a:lnTo>
                    <a:pt x="14613" y="20698"/>
                  </a:lnTo>
                  <a:lnTo>
                    <a:pt x="13885" y="23073"/>
                  </a:lnTo>
                  <a:lnTo>
                    <a:pt x="12926" y="24797"/>
                  </a:lnTo>
                  <a:lnTo>
                    <a:pt x="11790" y="25852"/>
                  </a:lnTo>
                  <a:lnTo>
                    <a:pt x="11250" y="26810"/>
                  </a:lnTo>
                  <a:lnTo>
                    <a:pt x="11084" y="28253"/>
                  </a:lnTo>
                  <a:lnTo>
                    <a:pt x="11104" y="30069"/>
                  </a:lnTo>
                  <a:lnTo>
                    <a:pt x="10843" y="31721"/>
                  </a:lnTo>
                  <a:lnTo>
                    <a:pt x="9648" y="32398"/>
                  </a:lnTo>
                  <a:lnTo>
                    <a:pt x="7784" y="35620"/>
                  </a:lnTo>
                  <a:lnTo>
                    <a:pt x="3781" y="37659"/>
                  </a:lnTo>
                  <a:lnTo>
                    <a:pt x="2682" y="39058"/>
                  </a:lnTo>
                  <a:lnTo>
                    <a:pt x="1981" y="40875"/>
                  </a:lnTo>
                  <a:lnTo>
                    <a:pt x="1199" y="42522"/>
                  </a:lnTo>
                  <a:lnTo>
                    <a:pt x="774" y="42934"/>
                  </a:lnTo>
                  <a:lnTo>
                    <a:pt x="580" y="42150"/>
                  </a:lnTo>
                  <a:lnTo>
                    <a:pt x="525" y="41478"/>
                  </a:lnTo>
                  <a:lnTo>
                    <a:pt x="1096" y="37195"/>
                  </a:lnTo>
                  <a:lnTo>
                    <a:pt x="1001" y="35414"/>
                  </a:lnTo>
                  <a:lnTo>
                    <a:pt x="729" y="33685"/>
                  </a:lnTo>
                  <a:lnTo>
                    <a:pt x="902" y="30307"/>
                  </a:lnTo>
                  <a:lnTo>
                    <a:pt x="1597" y="27133"/>
                  </a:lnTo>
                  <a:lnTo>
                    <a:pt x="1970" y="23639"/>
                  </a:lnTo>
                  <a:lnTo>
                    <a:pt x="2078" y="16892"/>
                  </a:lnTo>
                  <a:lnTo>
                    <a:pt x="2619" y="7518"/>
                  </a:lnTo>
                  <a:lnTo>
                    <a:pt x="2593" y="6397"/>
                  </a:lnTo>
                  <a:lnTo>
                    <a:pt x="2169" y="5130"/>
                  </a:lnTo>
                  <a:lnTo>
                    <a:pt x="612" y="4109"/>
                  </a:lnTo>
                  <a:lnTo>
                    <a:pt x="0" y="3146"/>
                  </a:lnTo>
                  <a:lnTo>
                    <a:pt x="306" y="1271"/>
                  </a:lnTo>
                  <a:lnTo>
                    <a:pt x="894" y="0"/>
                  </a:lnTo>
                  <a:lnTo>
                    <a:pt x="1702" y="57"/>
                  </a:lnTo>
                  <a:lnTo>
                    <a:pt x="2413" y="1249"/>
                  </a:lnTo>
                  <a:lnTo>
                    <a:pt x="4929" y="3703"/>
                  </a:lnTo>
                  <a:lnTo>
                    <a:pt x="6268" y="5766"/>
                  </a:lnTo>
                  <a:close/>
                </a:path>
              </a:pathLst>
            </a:custGeom>
            <a:solidFill>
              <a:srgbClr val="E7F1E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6" name="pg1155"/>
            <p:cNvSpPr/>
            <p:nvPr/>
          </p:nvSpPr>
          <p:spPr>
            <a:xfrm>
              <a:off x="4843083" y="3280033"/>
              <a:ext cx="2618" cy="9218"/>
            </a:xfrm>
            <a:custGeom>
              <a:avLst/>
              <a:pathLst>
                <a:path w="2618" h="9218">
                  <a:moveTo>
                    <a:pt x="2194" y="8215"/>
                  </a:moveTo>
                  <a:lnTo>
                    <a:pt x="1270" y="9218"/>
                  </a:lnTo>
                  <a:lnTo>
                    <a:pt x="1036" y="8587"/>
                  </a:lnTo>
                  <a:lnTo>
                    <a:pt x="873" y="7121"/>
                  </a:lnTo>
                  <a:lnTo>
                    <a:pt x="886" y="6113"/>
                  </a:lnTo>
                  <a:lnTo>
                    <a:pt x="0" y="809"/>
                  </a:lnTo>
                  <a:lnTo>
                    <a:pt x="679" y="0"/>
                  </a:lnTo>
                  <a:lnTo>
                    <a:pt x="1179" y="623"/>
                  </a:lnTo>
                  <a:lnTo>
                    <a:pt x="1689" y="1454"/>
                  </a:lnTo>
                  <a:lnTo>
                    <a:pt x="2159" y="1894"/>
                  </a:lnTo>
                  <a:lnTo>
                    <a:pt x="2588" y="3569"/>
                  </a:lnTo>
                  <a:lnTo>
                    <a:pt x="2486" y="4728"/>
                  </a:lnTo>
                  <a:lnTo>
                    <a:pt x="2618" y="5846"/>
                  </a:lnTo>
                  <a:close/>
                </a:path>
              </a:pathLst>
            </a:custGeom>
            <a:solidFill>
              <a:srgbClr val="E7F1E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7" name="pg1156"/>
            <p:cNvSpPr/>
            <p:nvPr/>
          </p:nvSpPr>
          <p:spPr>
            <a:xfrm>
              <a:off x="4843144" y="3270053"/>
              <a:ext cx="5867" cy="9613"/>
            </a:xfrm>
            <a:custGeom>
              <a:avLst/>
              <a:pathLst>
                <a:path w="5867" h="9613">
                  <a:moveTo>
                    <a:pt x="2888" y="4474"/>
                  </a:moveTo>
                  <a:lnTo>
                    <a:pt x="3563" y="4925"/>
                  </a:lnTo>
                  <a:lnTo>
                    <a:pt x="4045" y="4492"/>
                  </a:lnTo>
                  <a:lnTo>
                    <a:pt x="4470" y="2933"/>
                  </a:lnTo>
                  <a:lnTo>
                    <a:pt x="4869" y="5240"/>
                  </a:lnTo>
                  <a:lnTo>
                    <a:pt x="5867" y="7140"/>
                  </a:lnTo>
                  <a:lnTo>
                    <a:pt x="5536" y="9062"/>
                  </a:lnTo>
                  <a:lnTo>
                    <a:pt x="4658" y="9287"/>
                  </a:lnTo>
                  <a:lnTo>
                    <a:pt x="3797" y="8848"/>
                  </a:lnTo>
                  <a:lnTo>
                    <a:pt x="2889" y="9613"/>
                  </a:lnTo>
                  <a:lnTo>
                    <a:pt x="1784" y="9185"/>
                  </a:lnTo>
                  <a:lnTo>
                    <a:pt x="1124" y="7382"/>
                  </a:lnTo>
                  <a:lnTo>
                    <a:pt x="372" y="4146"/>
                  </a:lnTo>
                  <a:lnTo>
                    <a:pt x="0" y="3547"/>
                  </a:lnTo>
                  <a:lnTo>
                    <a:pt x="45" y="2219"/>
                  </a:lnTo>
                  <a:lnTo>
                    <a:pt x="319" y="1376"/>
                  </a:lnTo>
                  <a:lnTo>
                    <a:pt x="174" y="1158"/>
                  </a:lnTo>
                  <a:lnTo>
                    <a:pt x="244" y="568"/>
                  </a:lnTo>
                  <a:lnTo>
                    <a:pt x="379" y="167"/>
                  </a:lnTo>
                  <a:lnTo>
                    <a:pt x="623" y="0"/>
                  </a:lnTo>
                  <a:lnTo>
                    <a:pt x="1208" y="1438"/>
                  </a:lnTo>
                  <a:lnTo>
                    <a:pt x="2611" y="3585"/>
                  </a:lnTo>
                  <a:close/>
                </a:path>
              </a:pathLst>
            </a:custGeom>
            <a:solidFill>
              <a:srgbClr val="E7F1E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8" name="pg1157"/>
            <p:cNvSpPr/>
            <p:nvPr/>
          </p:nvSpPr>
          <p:spPr>
            <a:xfrm>
              <a:off x="4874697" y="3264945"/>
              <a:ext cx="3212" cy="6097"/>
            </a:xfrm>
            <a:custGeom>
              <a:avLst/>
              <a:pathLst>
                <a:path w="3212" h="6097">
                  <a:moveTo>
                    <a:pt x="2857" y="5404"/>
                  </a:moveTo>
                  <a:lnTo>
                    <a:pt x="2225" y="6097"/>
                  </a:lnTo>
                  <a:lnTo>
                    <a:pt x="942" y="3198"/>
                  </a:lnTo>
                  <a:lnTo>
                    <a:pt x="196" y="1845"/>
                  </a:lnTo>
                  <a:lnTo>
                    <a:pt x="0" y="1089"/>
                  </a:lnTo>
                  <a:lnTo>
                    <a:pt x="603" y="0"/>
                  </a:lnTo>
                  <a:lnTo>
                    <a:pt x="2229" y="10"/>
                  </a:lnTo>
                  <a:lnTo>
                    <a:pt x="3093" y="1999"/>
                  </a:lnTo>
                  <a:lnTo>
                    <a:pt x="3212" y="3239"/>
                  </a:lnTo>
                  <a:close/>
                </a:path>
              </a:pathLst>
            </a:custGeom>
            <a:solidFill>
              <a:srgbClr val="E7F1E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9" name="pg1158"/>
            <p:cNvSpPr/>
            <p:nvPr/>
          </p:nvSpPr>
          <p:spPr>
            <a:xfrm>
              <a:off x="4897795" y="3262563"/>
              <a:ext cx="17946" cy="45001"/>
            </a:xfrm>
            <a:custGeom>
              <a:avLst/>
              <a:pathLst>
                <a:path w="17946" h="45001">
                  <a:moveTo>
                    <a:pt x="11658" y="1320"/>
                  </a:moveTo>
                  <a:lnTo>
                    <a:pt x="12532" y="3731"/>
                  </a:lnTo>
                  <a:lnTo>
                    <a:pt x="12744" y="5476"/>
                  </a:lnTo>
                  <a:lnTo>
                    <a:pt x="12654" y="7408"/>
                  </a:lnTo>
                  <a:lnTo>
                    <a:pt x="13049" y="8267"/>
                  </a:lnTo>
                  <a:lnTo>
                    <a:pt x="13747" y="8501"/>
                  </a:lnTo>
                  <a:lnTo>
                    <a:pt x="14641" y="9473"/>
                  </a:lnTo>
                  <a:lnTo>
                    <a:pt x="15312" y="11262"/>
                  </a:lnTo>
                  <a:lnTo>
                    <a:pt x="14913" y="12906"/>
                  </a:lnTo>
                  <a:lnTo>
                    <a:pt x="15037" y="15305"/>
                  </a:lnTo>
                  <a:lnTo>
                    <a:pt x="14336" y="18320"/>
                  </a:lnTo>
                  <a:lnTo>
                    <a:pt x="14431" y="23668"/>
                  </a:lnTo>
                  <a:lnTo>
                    <a:pt x="14834" y="25376"/>
                  </a:lnTo>
                  <a:lnTo>
                    <a:pt x="14872" y="27100"/>
                  </a:lnTo>
                  <a:lnTo>
                    <a:pt x="14771" y="28905"/>
                  </a:lnTo>
                  <a:lnTo>
                    <a:pt x="14943" y="30385"/>
                  </a:lnTo>
                  <a:lnTo>
                    <a:pt x="16020" y="35291"/>
                  </a:lnTo>
                  <a:lnTo>
                    <a:pt x="16217" y="36921"/>
                  </a:lnTo>
                  <a:lnTo>
                    <a:pt x="15888" y="38208"/>
                  </a:lnTo>
                  <a:lnTo>
                    <a:pt x="15780" y="39428"/>
                  </a:lnTo>
                  <a:lnTo>
                    <a:pt x="16444" y="39556"/>
                  </a:lnTo>
                  <a:lnTo>
                    <a:pt x="17390" y="41598"/>
                  </a:lnTo>
                  <a:lnTo>
                    <a:pt x="17946" y="44293"/>
                  </a:lnTo>
                  <a:lnTo>
                    <a:pt x="17780" y="45001"/>
                  </a:lnTo>
                  <a:lnTo>
                    <a:pt x="17025" y="42898"/>
                  </a:lnTo>
                  <a:lnTo>
                    <a:pt x="16453" y="42566"/>
                  </a:lnTo>
                  <a:lnTo>
                    <a:pt x="14031" y="43140"/>
                  </a:lnTo>
                  <a:lnTo>
                    <a:pt x="12547" y="42263"/>
                  </a:lnTo>
                  <a:lnTo>
                    <a:pt x="11583" y="42180"/>
                  </a:lnTo>
                  <a:lnTo>
                    <a:pt x="10626" y="38576"/>
                  </a:lnTo>
                  <a:lnTo>
                    <a:pt x="9787" y="37976"/>
                  </a:lnTo>
                  <a:lnTo>
                    <a:pt x="9125" y="36383"/>
                  </a:lnTo>
                  <a:lnTo>
                    <a:pt x="8027" y="32309"/>
                  </a:lnTo>
                  <a:lnTo>
                    <a:pt x="7678" y="29967"/>
                  </a:lnTo>
                  <a:lnTo>
                    <a:pt x="8442" y="27601"/>
                  </a:lnTo>
                  <a:lnTo>
                    <a:pt x="8681" y="25714"/>
                  </a:lnTo>
                  <a:lnTo>
                    <a:pt x="8641" y="23864"/>
                  </a:lnTo>
                  <a:lnTo>
                    <a:pt x="7908" y="24168"/>
                  </a:lnTo>
                  <a:lnTo>
                    <a:pt x="7274" y="23552"/>
                  </a:lnTo>
                  <a:lnTo>
                    <a:pt x="6495" y="21288"/>
                  </a:lnTo>
                  <a:lnTo>
                    <a:pt x="6183" y="19981"/>
                  </a:lnTo>
                  <a:lnTo>
                    <a:pt x="5615" y="18888"/>
                  </a:lnTo>
                  <a:lnTo>
                    <a:pt x="4714" y="16301"/>
                  </a:lnTo>
                  <a:lnTo>
                    <a:pt x="3419" y="15289"/>
                  </a:lnTo>
                  <a:lnTo>
                    <a:pt x="2892" y="14578"/>
                  </a:lnTo>
                  <a:lnTo>
                    <a:pt x="1862" y="12403"/>
                  </a:lnTo>
                  <a:lnTo>
                    <a:pt x="1112" y="9708"/>
                  </a:lnTo>
                  <a:lnTo>
                    <a:pt x="383" y="4986"/>
                  </a:lnTo>
                  <a:lnTo>
                    <a:pt x="0" y="95"/>
                  </a:lnTo>
                  <a:lnTo>
                    <a:pt x="3345" y="1369"/>
                  </a:lnTo>
                  <a:lnTo>
                    <a:pt x="6730" y="1122"/>
                  </a:lnTo>
                  <a:lnTo>
                    <a:pt x="10556" y="0"/>
                  </a:lnTo>
                  <a:close/>
                </a:path>
              </a:pathLst>
            </a:custGeom>
            <a:solidFill>
              <a:srgbClr val="E7F1E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0" name="pg1159"/>
            <p:cNvSpPr/>
            <p:nvPr/>
          </p:nvSpPr>
          <p:spPr>
            <a:xfrm>
              <a:off x="4883742" y="3262240"/>
              <a:ext cx="11103" cy="24556"/>
            </a:xfrm>
            <a:custGeom>
              <a:avLst/>
              <a:pathLst>
                <a:path w="11103" h="24556">
                  <a:moveTo>
                    <a:pt x="6919" y="8750"/>
                  </a:moveTo>
                  <a:lnTo>
                    <a:pt x="9284" y="12245"/>
                  </a:lnTo>
                  <a:lnTo>
                    <a:pt x="10914" y="18222"/>
                  </a:lnTo>
                  <a:lnTo>
                    <a:pt x="11103" y="22809"/>
                  </a:lnTo>
                  <a:lnTo>
                    <a:pt x="10978" y="24556"/>
                  </a:lnTo>
                  <a:lnTo>
                    <a:pt x="10203" y="22593"/>
                  </a:lnTo>
                  <a:lnTo>
                    <a:pt x="8537" y="19795"/>
                  </a:lnTo>
                  <a:lnTo>
                    <a:pt x="7380" y="19178"/>
                  </a:lnTo>
                  <a:lnTo>
                    <a:pt x="7025" y="18673"/>
                  </a:lnTo>
                  <a:lnTo>
                    <a:pt x="7159" y="17163"/>
                  </a:lnTo>
                  <a:lnTo>
                    <a:pt x="6403" y="15764"/>
                  </a:lnTo>
                  <a:lnTo>
                    <a:pt x="6314" y="15192"/>
                  </a:lnTo>
                  <a:lnTo>
                    <a:pt x="5628" y="14575"/>
                  </a:lnTo>
                  <a:lnTo>
                    <a:pt x="4629" y="11431"/>
                  </a:lnTo>
                  <a:lnTo>
                    <a:pt x="3922" y="10839"/>
                  </a:lnTo>
                  <a:lnTo>
                    <a:pt x="3245" y="11502"/>
                  </a:lnTo>
                  <a:lnTo>
                    <a:pt x="1688" y="16166"/>
                  </a:lnTo>
                  <a:lnTo>
                    <a:pt x="24" y="19439"/>
                  </a:lnTo>
                  <a:lnTo>
                    <a:pt x="0" y="18188"/>
                  </a:lnTo>
                  <a:lnTo>
                    <a:pt x="674" y="14092"/>
                  </a:lnTo>
                  <a:lnTo>
                    <a:pt x="1103" y="7548"/>
                  </a:lnTo>
                  <a:lnTo>
                    <a:pt x="1373" y="5556"/>
                  </a:lnTo>
                  <a:lnTo>
                    <a:pt x="1036" y="2624"/>
                  </a:lnTo>
                  <a:lnTo>
                    <a:pt x="993" y="0"/>
                  </a:lnTo>
                  <a:lnTo>
                    <a:pt x="2235" y="1214"/>
                  </a:lnTo>
                  <a:lnTo>
                    <a:pt x="3789" y="2431"/>
                  </a:lnTo>
                  <a:lnTo>
                    <a:pt x="4974" y="4097"/>
                  </a:lnTo>
                  <a:lnTo>
                    <a:pt x="5169" y="5217"/>
                  </a:lnTo>
                  <a:close/>
                </a:path>
              </a:pathLst>
            </a:custGeom>
            <a:solidFill>
              <a:srgbClr val="E7F1E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1" name="pg1160"/>
            <p:cNvSpPr/>
            <p:nvPr/>
          </p:nvSpPr>
          <p:spPr>
            <a:xfrm>
              <a:off x="4872537" y="3262069"/>
              <a:ext cx="777" cy="2687"/>
            </a:xfrm>
            <a:custGeom>
              <a:avLst/>
              <a:pathLst>
                <a:path w="777" h="2687">
                  <a:moveTo>
                    <a:pt x="777" y="1786"/>
                  </a:moveTo>
                  <a:lnTo>
                    <a:pt x="394" y="2687"/>
                  </a:lnTo>
                  <a:lnTo>
                    <a:pt x="161" y="2546"/>
                  </a:lnTo>
                  <a:lnTo>
                    <a:pt x="0" y="955"/>
                  </a:lnTo>
                  <a:lnTo>
                    <a:pt x="489" y="0"/>
                  </a:lnTo>
                  <a:close/>
                </a:path>
              </a:pathLst>
            </a:custGeom>
            <a:solidFill>
              <a:srgbClr val="E7F1E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2" name="pg1161"/>
            <p:cNvSpPr/>
            <p:nvPr/>
          </p:nvSpPr>
          <p:spPr>
            <a:xfrm>
              <a:off x="4868531" y="3260197"/>
              <a:ext cx="2736" cy="16163"/>
            </a:xfrm>
            <a:custGeom>
              <a:avLst/>
              <a:pathLst>
                <a:path w="2736" h="16163">
                  <a:moveTo>
                    <a:pt x="2107" y="8798"/>
                  </a:moveTo>
                  <a:lnTo>
                    <a:pt x="1119" y="16163"/>
                  </a:lnTo>
                  <a:lnTo>
                    <a:pt x="455" y="13628"/>
                  </a:lnTo>
                  <a:lnTo>
                    <a:pt x="724" y="12036"/>
                  </a:lnTo>
                  <a:lnTo>
                    <a:pt x="152" y="10704"/>
                  </a:lnTo>
                  <a:lnTo>
                    <a:pt x="0" y="9495"/>
                  </a:lnTo>
                  <a:lnTo>
                    <a:pt x="219" y="7896"/>
                  </a:lnTo>
                  <a:lnTo>
                    <a:pt x="816" y="6422"/>
                  </a:lnTo>
                  <a:lnTo>
                    <a:pt x="966" y="1598"/>
                  </a:lnTo>
                  <a:lnTo>
                    <a:pt x="2228" y="59"/>
                  </a:lnTo>
                  <a:lnTo>
                    <a:pt x="2736" y="0"/>
                  </a:lnTo>
                  <a:lnTo>
                    <a:pt x="2554" y="1183"/>
                  </a:lnTo>
                  <a:lnTo>
                    <a:pt x="2571" y="3400"/>
                  </a:lnTo>
                  <a:close/>
                </a:path>
              </a:pathLst>
            </a:custGeom>
            <a:solidFill>
              <a:srgbClr val="E7F1E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3" name="pg1162"/>
            <p:cNvSpPr/>
            <p:nvPr/>
          </p:nvSpPr>
          <p:spPr>
            <a:xfrm>
              <a:off x="4889064" y="3259539"/>
              <a:ext cx="2368" cy="9120"/>
            </a:xfrm>
            <a:custGeom>
              <a:avLst/>
              <a:pathLst>
                <a:path w="2368" h="9120">
                  <a:moveTo>
                    <a:pt x="2322" y="6530"/>
                  </a:moveTo>
                  <a:lnTo>
                    <a:pt x="2368" y="9120"/>
                  </a:lnTo>
                  <a:lnTo>
                    <a:pt x="1903" y="8166"/>
                  </a:lnTo>
                  <a:lnTo>
                    <a:pt x="412" y="3084"/>
                  </a:lnTo>
                  <a:lnTo>
                    <a:pt x="0" y="1229"/>
                  </a:lnTo>
                  <a:lnTo>
                    <a:pt x="422" y="0"/>
                  </a:lnTo>
                  <a:lnTo>
                    <a:pt x="1499" y="1894"/>
                  </a:lnTo>
                  <a:close/>
                </a:path>
              </a:pathLst>
            </a:custGeom>
            <a:solidFill>
              <a:srgbClr val="E7F1E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4" name="pg1163"/>
            <p:cNvSpPr/>
            <p:nvPr/>
          </p:nvSpPr>
          <p:spPr>
            <a:xfrm>
              <a:off x="4881189" y="3246500"/>
              <a:ext cx="5160" cy="12272"/>
            </a:xfrm>
            <a:custGeom>
              <a:avLst/>
              <a:pathLst>
                <a:path w="5160" h="12272">
                  <a:moveTo>
                    <a:pt x="4106" y="7763"/>
                  </a:moveTo>
                  <a:lnTo>
                    <a:pt x="5160" y="12272"/>
                  </a:lnTo>
                  <a:lnTo>
                    <a:pt x="4012" y="9192"/>
                  </a:lnTo>
                  <a:lnTo>
                    <a:pt x="2682" y="7100"/>
                  </a:lnTo>
                  <a:lnTo>
                    <a:pt x="1297" y="3625"/>
                  </a:lnTo>
                  <a:lnTo>
                    <a:pt x="301" y="2406"/>
                  </a:lnTo>
                  <a:lnTo>
                    <a:pt x="0" y="1698"/>
                  </a:lnTo>
                  <a:lnTo>
                    <a:pt x="104" y="265"/>
                  </a:lnTo>
                  <a:lnTo>
                    <a:pt x="839" y="0"/>
                  </a:lnTo>
                  <a:lnTo>
                    <a:pt x="1166" y="82"/>
                  </a:lnTo>
                  <a:lnTo>
                    <a:pt x="3174" y="6227"/>
                  </a:lnTo>
                  <a:close/>
                </a:path>
              </a:pathLst>
            </a:custGeom>
            <a:solidFill>
              <a:srgbClr val="E7F1E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5" name="pg1164"/>
            <p:cNvSpPr/>
            <p:nvPr/>
          </p:nvSpPr>
          <p:spPr>
            <a:xfrm>
              <a:off x="4848975" y="3234496"/>
              <a:ext cx="14834" cy="38520"/>
            </a:xfrm>
            <a:custGeom>
              <a:avLst/>
              <a:pathLst>
                <a:path w="14834" h="38520">
                  <a:moveTo>
                    <a:pt x="4515" y="1268"/>
                  </a:moveTo>
                  <a:lnTo>
                    <a:pt x="5144" y="1519"/>
                  </a:lnTo>
                  <a:lnTo>
                    <a:pt x="7118" y="630"/>
                  </a:lnTo>
                  <a:lnTo>
                    <a:pt x="7925" y="1076"/>
                  </a:lnTo>
                  <a:lnTo>
                    <a:pt x="8467" y="2768"/>
                  </a:lnTo>
                  <a:lnTo>
                    <a:pt x="9141" y="3299"/>
                  </a:lnTo>
                  <a:lnTo>
                    <a:pt x="9674" y="4171"/>
                  </a:lnTo>
                  <a:lnTo>
                    <a:pt x="10664" y="2662"/>
                  </a:lnTo>
                  <a:lnTo>
                    <a:pt x="11672" y="4381"/>
                  </a:lnTo>
                  <a:lnTo>
                    <a:pt x="12566" y="7592"/>
                  </a:lnTo>
                  <a:lnTo>
                    <a:pt x="13619" y="9868"/>
                  </a:lnTo>
                  <a:lnTo>
                    <a:pt x="14613" y="11559"/>
                  </a:lnTo>
                  <a:lnTo>
                    <a:pt x="14810" y="12810"/>
                  </a:lnTo>
                  <a:lnTo>
                    <a:pt x="14206" y="14858"/>
                  </a:lnTo>
                  <a:lnTo>
                    <a:pt x="14022" y="17458"/>
                  </a:lnTo>
                  <a:lnTo>
                    <a:pt x="14082" y="20250"/>
                  </a:lnTo>
                  <a:lnTo>
                    <a:pt x="14834" y="26128"/>
                  </a:lnTo>
                  <a:lnTo>
                    <a:pt x="14570" y="27722"/>
                  </a:lnTo>
                  <a:lnTo>
                    <a:pt x="13814" y="29976"/>
                  </a:lnTo>
                  <a:lnTo>
                    <a:pt x="13250" y="32485"/>
                  </a:lnTo>
                  <a:lnTo>
                    <a:pt x="13323" y="33498"/>
                  </a:lnTo>
                  <a:lnTo>
                    <a:pt x="13100" y="34326"/>
                  </a:lnTo>
                  <a:lnTo>
                    <a:pt x="13029" y="36103"/>
                  </a:lnTo>
                  <a:lnTo>
                    <a:pt x="12566" y="35734"/>
                  </a:lnTo>
                  <a:lnTo>
                    <a:pt x="12141" y="36014"/>
                  </a:lnTo>
                  <a:lnTo>
                    <a:pt x="11727" y="36809"/>
                  </a:lnTo>
                  <a:lnTo>
                    <a:pt x="11084" y="38520"/>
                  </a:lnTo>
                  <a:lnTo>
                    <a:pt x="10081" y="38002"/>
                  </a:lnTo>
                  <a:lnTo>
                    <a:pt x="9606" y="37497"/>
                  </a:lnTo>
                  <a:lnTo>
                    <a:pt x="9490" y="36014"/>
                  </a:lnTo>
                  <a:lnTo>
                    <a:pt x="9192" y="34969"/>
                  </a:lnTo>
                  <a:lnTo>
                    <a:pt x="8761" y="34349"/>
                  </a:lnTo>
                  <a:lnTo>
                    <a:pt x="7700" y="31791"/>
                  </a:lnTo>
                  <a:lnTo>
                    <a:pt x="7202" y="29867"/>
                  </a:lnTo>
                  <a:lnTo>
                    <a:pt x="7194" y="27814"/>
                  </a:lnTo>
                  <a:lnTo>
                    <a:pt x="6921" y="25901"/>
                  </a:lnTo>
                  <a:lnTo>
                    <a:pt x="6371" y="24193"/>
                  </a:lnTo>
                  <a:lnTo>
                    <a:pt x="5645" y="22883"/>
                  </a:lnTo>
                  <a:lnTo>
                    <a:pt x="5403" y="21625"/>
                  </a:lnTo>
                  <a:lnTo>
                    <a:pt x="5309" y="20137"/>
                  </a:lnTo>
                  <a:lnTo>
                    <a:pt x="5246" y="16328"/>
                  </a:lnTo>
                  <a:lnTo>
                    <a:pt x="4217" y="11577"/>
                  </a:lnTo>
                  <a:lnTo>
                    <a:pt x="3861" y="10438"/>
                  </a:lnTo>
                  <a:lnTo>
                    <a:pt x="2895" y="9264"/>
                  </a:lnTo>
                  <a:lnTo>
                    <a:pt x="2095" y="7752"/>
                  </a:lnTo>
                  <a:lnTo>
                    <a:pt x="1754" y="6245"/>
                  </a:lnTo>
                  <a:lnTo>
                    <a:pt x="1443" y="3809"/>
                  </a:lnTo>
                  <a:lnTo>
                    <a:pt x="1229" y="3457"/>
                  </a:lnTo>
                  <a:lnTo>
                    <a:pt x="604" y="3568"/>
                  </a:lnTo>
                  <a:lnTo>
                    <a:pt x="0" y="3252"/>
                  </a:lnTo>
                  <a:lnTo>
                    <a:pt x="175" y="1461"/>
                  </a:lnTo>
                  <a:lnTo>
                    <a:pt x="774" y="158"/>
                  </a:lnTo>
                  <a:lnTo>
                    <a:pt x="1602" y="0"/>
                  </a:lnTo>
                  <a:lnTo>
                    <a:pt x="3885" y="732"/>
                  </a:lnTo>
                  <a:close/>
                </a:path>
              </a:pathLst>
            </a:custGeom>
            <a:solidFill>
              <a:srgbClr val="E7F1E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6" name="pg1165"/>
            <p:cNvSpPr/>
            <p:nvPr/>
          </p:nvSpPr>
          <p:spPr>
            <a:xfrm>
              <a:off x="4867196" y="3233203"/>
              <a:ext cx="3792" cy="10672"/>
            </a:xfrm>
            <a:custGeom>
              <a:avLst/>
              <a:pathLst>
                <a:path w="3792" h="10672">
                  <a:moveTo>
                    <a:pt x="1231" y="763"/>
                  </a:moveTo>
                  <a:lnTo>
                    <a:pt x="1993" y="849"/>
                  </a:lnTo>
                  <a:lnTo>
                    <a:pt x="2229" y="572"/>
                  </a:lnTo>
                  <a:lnTo>
                    <a:pt x="3695" y="3042"/>
                  </a:lnTo>
                  <a:lnTo>
                    <a:pt x="3606" y="4293"/>
                  </a:lnTo>
                  <a:lnTo>
                    <a:pt x="3792" y="5940"/>
                  </a:lnTo>
                  <a:lnTo>
                    <a:pt x="2957" y="8791"/>
                  </a:lnTo>
                  <a:lnTo>
                    <a:pt x="2805" y="9750"/>
                  </a:lnTo>
                  <a:lnTo>
                    <a:pt x="2342" y="10672"/>
                  </a:lnTo>
                  <a:lnTo>
                    <a:pt x="750" y="8404"/>
                  </a:lnTo>
                  <a:lnTo>
                    <a:pt x="174" y="7019"/>
                  </a:lnTo>
                  <a:lnTo>
                    <a:pt x="0" y="4187"/>
                  </a:lnTo>
                  <a:lnTo>
                    <a:pt x="631" y="0"/>
                  </a:lnTo>
                  <a:close/>
                </a:path>
              </a:pathLst>
            </a:custGeom>
            <a:solidFill>
              <a:srgbClr val="E7F1E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7" name="pg1166"/>
            <p:cNvSpPr/>
            <p:nvPr/>
          </p:nvSpPr>
          <p:spPr>
            <a:xfrm>
              <a:off x="4846025" y="3224578"/>
              <a:ext cx="2140" cy="5173"/>
            </a:xfrm>
            <a:custGeom>
              <a:avLst/>
              <a:pathLst>
                <a:path w="2140" h="5173">
                  <a:moveTo>
                    <a:pt x="2120" y="3172"/>
                  </a:moveTo>
                  <a:lnTo>
                    <a:pt x="2140" y="5173"/>
                  </a:lnTo>
                  <a:lnTo>
                    <a:pt x="59" y="2236"/>
                  </a:lnTo>
                  <a:lnTo>
                    <a:pt x="0" y="1214"/>
                  </a:lnTo>
                  <a:lnTo>
                    <a:pt x="49" y="458"/>
                  </a:lnTo>
                  <a:lnTo>
                    <a:pt x="262" y="0"/>
                  </a:lnTo>
                  <a:lnTo>
                    <a:pt x="1382" y="1105"/>
                  </a:lnTo>
                  <a:close/>
                </a:path>
              </a:pathLst>
            </a:custGeom>
            <a:solidFill>
              <a:srgbClr val="E7F1E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8" name="pg1167"/>
            <p:cNvSpPr/>
            <p:nvPr/>
          </p:nvSpPr>
          <p:spPr>
            <a:xfrm>
              <a:off x="4894638" y="3218091"/>
              <a:ext cx="4668" cy="16135"/>
            </a:xfrm>
            <a:custGeom>
              <a:avLst/>
              <a:pathLst>
                <a:path w="4668" h="16135">
                  <a:moveTo>
                    <a:pt x="3883" y="13159"/>
                  </a:moveTo>
                  <a:lnTo>
                    <a:pt x="3556" y="15076"/>
                  </a:lnTo>
                  <a:lnTo>
                    <a:pt x="3154" y="14397"/>
                  </a:lnTo>
                  <a:lnTo>
                    <a:pt x="2583" y="14506"/>
                  </a:lnTo>
                  <a:lnTo>
                    <a:pt x="1684" y="16135"/>
                  </a:lnTo>
                  <a:lnTo>
                    <a:pt x="224" y="13947"/>
                  </a:lnTo>
                  <a:lnTo>
                    <a:pt x="0" y="12246"/>
                  </a:lnTo>
                  <a:lnTo>
                    <a:pt x="1047" y="8483"/>
                  </a:lnTo>
                  <a:lnTo>
                    <a:pt x="1036" y="2892"/>
                  </a:lnTo>
                  <a:lnTo>
                    <a:pt x="1417" y="1519"/>
                  </a:lnTo>
                  <a:lnTo>
                    <a:pt x="1818" y="533"/>
                  </a:lnTo>
                  <a:lnTo>
                    <a:pt x="2295" y="0"/>
                  </a:lnTo>
                  <a:lnTo>
                    <a:pt x="3324" y="3859"/>
                  </a:lnTo>
                  <a:lnTo>
                    <a:pt x="3675" y="4328"/>
                  </a:lnTo>
                  <a:lnTo>
                    <a:pt x="4668" y="6103"/>
                  </a:lnTo>
                  <a:lnTo>
                    <a:pt x="4410" y="9677"/>
                  </a:lnTo>
                  <a:lnTo>
                    <a:pt x="4505" y="11764"/>
                  </a:lnTo>
                  <a:close/>
                </a:path>
              </a:pathLst>
            </a:custGeom>
            <a:solidFill>
              <a:srgbClr val="E7F1E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9" name="pg1168"/>
            <p:cNvSpPr/>
            <p:nvPr/>
          </p:nvSpPr>
          <p:spPr>
            <a:xfrm>
              <a:off x="4868812" y="3213624"/>
              <a:ext cx="2830" cy="6523"/>
            </a:xfrm>
            <a:custGeom>
              <a:avLst/>
              <a:pathLst>
                <a:path w="2830" h="6523">
                  <a:moveTo>
                    <a:pt x="2830" y="5316"/>
                  </a:moveTo>
                  <a:lnTo>
                    <a:pt x="2792" y="6523"/>
                  </a:lnTo>
                  <a:lnTo>
                    <a:pt x="126" y="2148"/>
                  </a:lnTo>
                  <a:lnTo>
                    <a:pt x="4" y="1396"/>
                  </a:lnTo>
                  <a:lnTo>
                    <a:pt x="0" y="698"/>
                  </a:lnTo>
                  <a:lnTo>
                    <a:pt x="162" y="0"/>
                  </a:lnTo>
                  <a:close/>
                </a:path>
              </a:pathLst>
            </a:custGeom>
            <a:solidFill>
              <a:srgbClr val="E7F1E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0" name="pg1169"/>
            <p:cNvSpPr/>
            <p:nvPr/>
          </p:nvSpPr>
          <p:spPr>
            <a:xfrm>
              <a:off x="4867261" y="3189464"/>
              <a:ext cx="2853" cy="11533"/>
            </a:xfrm>
            <a:custGeom>
              <a:avLst/>
              <a:pathLst>
                <a:path w="2853" h="11533">
                  <a:moveTo>
                    <a:pt x="2630" y="1222"/>
                  </a:moveTo>
                  <a:lnTo>
                    <a:pt x="2853" y="2260"/>
                  </a:lnTo>
                  <a:lnTo>
                    <a:pt x="2608" y="2208"/>
                  </a:lnTo>
                  <a:lnTo>
                    <a:pt x="2430" y="2396"/>
                  </a:lnTo>
                  <a:lnTo>
                    <a:pt x="1850" y="4533"/>
                  </a:lnTo>
                  <a:lnTo>
                    <a:pt x="2484" y="8479"/>
                  </a:lnTo>
                  <a:lnTo>
                    <a:pt x="2089" y="11353"/>
                  </a:lnTo>
                  <a:lnTo>
                    <a:pt x="1390" y="11533"/>
                  </a:lnTo>
                  <a:lnTo>
                    <a:pt x="1114" y="11225"/>
                  </a:lnTo>
                  <a:lnTo>
                    <a:pt x="1256" y="9805"/>
                  </a:lnTo>
                  <a:lnTo>
                    <a:pt x="1409" y="9153"/>
                  </a:lnTo>
                  <a:lnTo>
                    <a:pt x="1267" y="7280"/>
                  </a:lnTo>
                  <a:lnTo>
                    <a:pt x="850" y="6103"/>
                  </a:lnTo>
                  <a:lnTo>
                    <a:pt x="518" y="3817"/>
                  </a:lnTo>
                  <a:lnTo>
                    <a:pt x="0" y="2446"/>
                  </a:lnTo>
                  <a:lnTo>
                    <a:pt x="240" y="243"/>
                  </a:lnTo>
                  <a:lnTo>
                    <a:pt x="1867" y="0"/>
                  </a:lnTo>
                  <a:close/>
                </a:path>
              </a:pathLst>
            </a:custGeom>
            <a:solidFill>
              <a:srgbClr val="E7F1E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1" name="pg1170"/>
            <p:cNvSpPr/>
            <p:nvPr/>
          </p:nvSpPr>
          <p:spPr>
            <a:xfrm>
              <a:off x="4841860" y="3084006"/>
              <a:ext cx="54060" cy="178718"/>
            </a:xfrm>
            <a:custGeom>
              <a:avLst/>
              <a:pathLst>
                <a:path w="54060" h="178718">
                  <a:moveTo>
                    <a:pt x="16532" y="0"/>
                  </a:moveTo>
                  <a:lnTo>
                    <a:pt x="18419" y="1532"/>
                  </a:lnTo>
                  <a:lnTo>
                    <a:pt x="22596" y="7056"/>
                  </a:lnTo>
                  <a:lnTo>
                    <a:pt x="24124" y="8427"/>
                  </a:lnTo>
                  <a:lnTo>
                    <a:pt x="25713" y="9451"/>
                  </a:lnTo>
                  <a:lnTo>
                    <a:pt x="26971" y="9754"/>
                  </a:lnTo>
                  <a:lnTo>
                    <a:pt x="28093" y="8490"/>
                  </a:lnTo>
                  <a:lnTo>
                    <a:pt x="28568" y="7198"/>
                  </a:lnTo>
                  <a:lnTo>
                    <a:pt x="29428" y="3803"/>
                  </a:lnTo>
                  <a:lnTo>
                    <a:pt x="30348" y="3387"/>
                  </a:lnTo>
                  <a:lnTo>
                    <a:pt x="30895" y="4622"/>
                  </a:lnTo>
                  <a:lnTo>
                    <a:pt x="31318" y="6279"/>
                  </a:lnTo>
                  <a:lnTo>
                    <a:pt x="31506" y="8716"/>
                  </a:lnTo>
                  <a:lnTo>
                    <a:pt x="31244" y="11258"/>
                  </a:lnTo>
                  <a:lnTo>
                    <a:pt x="30368" y="13537"/>
                  </a:lnTo>
                  <a:lnTo>
                    <a:pt x="29833" y="16282"/>
                  </a:lnTo>
                  <a:lnTo>
                    <a:pt x="29481" y="25376"/>
                  </a:lnTo>
                  <a:lnTo>
                    <a:pt x="29498" y="28097"/>
                  </a:lnTo>
                  <a:lnTo>
                    <a:pt x="29780" y="30719"/>
                  </a:lnTo>
                  <a:lnTo>
                    <a:pt x="30541" y="34880"/>
                  </a:lnTo>
                  <a:lnTo>
                    <a:pt x="30938" y="36050"/>
                  </a:lnTo>
                  <a:lnTo>
                    <a:pt x="32089" y="37539"/>
                  </a:lnTo>
                  <a:lnTo>
                    <a:pt x="32400" y="38664"/>
                  </a:lnTo>
                  <a:lnTo>
                    <a:pt x="32466" y="40686"/>
                  </a:lnTo>
                  <a:lnTo>
                    <a:pt x="32647" y="42466"/>
                  </a:lnTo>
                  <a:lnTo>
                    <a:pt x="33392" y="43146"/>
                  </a:lnTo>
                  <a:lnTo>
                    <a:pt x="34024" y="44040"/>
                  </a:lnTo>
                  <a:lnTo>
                    <a:pt x="33788" y="46015"/>
                  </a:lnTo>
                  <a:lnTo>
                    <a:pt x="33393" y="48024"/>
                  </a:lnTo>
                  <a:lnTo>
                    <a:pt x="32872" y="52970"/>
                  </a:lnTo>
                  <a:lnTo>
                    <a:pt x="30406" y="64419"/>
                  </a:lnTo>
                  <a:lnTo>
                    <a:pt x="30261" y="66892"/>
                  </a:lnTo>
                  <a:lnTo>
                    <a:pt x="29286" y="71817"/>
                  </a:lnTo>
                  <a:lnTo>
                    <a:pt x="27306" y="72612"/>
                  </a:lnTo>
                  <a:lnTo>
                    <a:pt x="25010" y="74990"/>
                  </a:lnTo>
                  <a:lnTo>
                    <a:pt x="23733" y="76843"/>
                  </a:lnTo>
                  <a:lnTo>
                    <a:pt x="22625" y="79251"/>
                  </a:lnTo>
                  <a:lnTo>
                    <a:pt x="22200" y="82398"/>
                  </a:lnTo>
                  <a:lnTo>
                    <a:pt x="22564" y="83838"/>
                  </a:lnTo>
                  <a:lnTo>
                    <a:pt x="22796" y="85374"/>
                  </a:lnTo>
                  <a:lnTo>
                    <a:pt x="22769" y="87035"/>
                  </a:lnTo>
                  <a:lnTo>
                    <a:pt x="22426" y="88413"/>
                  </a:lnTo>
                  <a:lnTo>
                    <a:pt x="21323" y="91772"/>
                  </a:lnTo>
                  <a:lnTo>
                    <a:pt x="20857" y="94516"/>
                  </a:lnTo>
                  <a:lnTo>
                    <a:pt x="20361" y="95745"/>
                  </a:lnTo>
                  <a:lnTo>
                    <a:pt x="20119" y="97242"/>
                  </a:lnTo>
                  <a:lnTo>
                    <a:pt x="20201" y="98950"/>
                  </a:lnTo>
                  <a:lnTo>
                    <a:pt x="20646" y="100436"/>
                  </a:lnTo>
                  <a:lnTo>
                    <a:pt x="21991" y="106852"/>
                  </a:lnTo>
                  <a:lnTo>
                    <a:pt x="23429" y="113048"/>
                  </a:lnTo>
                  <a:lnTo>
                    <a:pt x="23739" y="113759"/>
                  </a:lnTo>
                  <a:lnTo>
                    <a:pt x="23860" y="114590"/>
                  </a:lnTo>
                  <a:lnTo>
                    <a:pt x="23010" y="116232"/>
                  </a:lnTo>
                  <a:lnTo>
                    <a:pt x="23027" y="119204"/>
                  </a:lnTo>
                  <a:lnTo>
                    <a:pt x="23281" y="122149"/>
                  </a:lnTo>
                  <a:lnTo>
                    <a:pt x="24556" y="129457"/>
                  </a:lnTo>
                  <a:lnTo>
                    <a:pt x="24738" y="131410"/>
                  </a:lnTo>
                  <a:lnTo>
                    <a:pt x="25156" y="133012"/>
                  </a:lnTo>
                  <a:lnTo>
                    <a:pt x="25808" y="134513"/>
                  </a:lnTo>
                  <a:lnTo>
                    <a:pt x="26529" y="135774"/>
                  </a:lnTo>
                  <a:lnTo>
                    <a:pt x="28600" y="137939"/>
                  </a:lnTo>
                  <a:lnTo>
                    <a:pt x="29399" y="138365"/>
                  </a:lnTo>
                  <a:lnTo>
                    <a:pt x="30231" y="138440"/>
                  </a:lnTo>
                  <a:lnTo>
                    <a:pt x="30437" y="136983"/>
                  </a:lnTo>
                  <a:lnTo>
                    <a:pt x="31166" y="136489"/>
                  </a:lnTo>
                  <a:lnTo>
                    <a:pt x="31004" y="135055"/>
                  </a:lnTo>
                  <a:lnTo>
                    <a:pt x="30118" y="133077"/>
                  </a:lnTo>
                  <a:lnTo>
                    <a:pt x="30083" y="132002"/>
                  </a:lnTo>
                  <a:lnTo>
                    <a:pt x="30549" y="131204"/>
                  </a:lnTo>
                  <a:lnTo>
                    <a:pt x="31106" y="130738"/>
                  </a:lnTo>
                  <a:lnTo>
                    <a:pt x="32353" y="128580"/>
                  </a:lnTo>
                  <a:lnTo>
                    <a:pt x="33675" y="126851"/>
                  </a:lnTo>
                  <a:lnTo>
                    <a:pt x="35357" y="126994"/>
                  </a:lnTo>
                  <a:lnTo>
                    <a:pt x="37009" y="127959"/>
                  </a:lnTo>
                  <a:lnTo>
                    <a:pt x="38182" y="128966"/>
                  </a:lnTo>
                  <a:lnTo>
                    <a:pt x="39146" y="130819"/>
                  </a:lnTo>
                  <a:lnTo>
                    <a:pt x="40138" y="134018"/>
                  </a:lnTo>
                  <a:lnTo>
                    <a:pt x="40834" y="137560"/>
                  </a:lnTo>
                  <a:lnTo>
                    <a:pt x="40831" y="139251"/>
                  </a:lnTo>
                  <a:lnTo>
                    <a:pt x="40661" y="140943"/>
                  </a:lnTo>
                  <a:lnTo>
                    <a:pt x="40698" y="142618"/>
                  </a:lnTo>
                  <a:lnTo>
                    <a:pt x="41216" y="143757"/>
                  </a:lnTo>
                  <a:lnTo>
                    <a:pt x="42814" y="143842"/>
                  </a:lnTo>
                  <a:lnTo>
                    <a:pt x="43623" y="141210"/>
                  </a:lnTo>
                  <a:lnTo>
                    <a:pt x="43726" y="138251"/>
                  </a:lnTo>
                  <a:lnTo>
                    <a:pt x="43158" y="137102"/>
                  </a:lnTo>
                  <a:lnTo>
                    <a:pt x="43419" y="135644"/>
                  </a:lnTo>
                  <a:lnTo>
                    <a:pt x="43911" y="134554"/>
                  </a:lnTo>
                  <a:lnTo>
                    <a:pt x="44616" y="135530"/>
                  </a:lnTo>
                  <a:lnTo>
                    <a:pt x="45293" y="137374"/>
                  </a:lnTo>
                  <a:lnTo>
                    <a:pt x="47767" y="139376"/>
                  </a:lnTo>
                  <a:lnTo>
                    <a:pt x="48400" y="139420"/>
                  </a:lnTo>
                  <a:lnTo>
                    <a:pt x="48917" y="139795"/>
                  </a:lnTo>
                  <a:lnTo>
                    <a:pt x="50024" y="141190"/>
                  </a:lnTo>
                  <a:lnTo>
                    <a:pt x="50541" y="142298"/>
                  </a:lnTo>
                  <a:lnTo>
                    <a:pt x="49907" y="144599"/>
                  </a:lnTo>
                  <a:lnTo>
                    <a:pt x="47450" y="145110"/>
                  </a:lnTo>
                  <a:lnTo>
                    <a:pt x="46740" y="146844"/>
                  </a:lnTo>
                  <a:lnTo>
                    <a:pt x="47462" y="150322"/>
                  </a:lnTo>
                  <a:lnTo>
                    <a:pt x="48641" y="153173"/>
                  </a:lnTo>
                  <a:lnTo>
                    <a:pt x="49396" y="155480"/>
                  </a:lnTo>
                  <a:lnTo>
                    <a:pt x="50067" y="157963"/>
                  </a:lnTo>
                  <a:lnTo>
                    <a:pt x="50035" y="160264"/>
                  </a:lnTo>
                  <a:lnTo>
                    <a:pt x="49647" y="162659"/>
                  </a:lnTo>
                  <a:lnTo>
                    <a:pt x="50728" y="162469"/>
                  </a:lnTo>
                  <a:lnTo>
                    <a:pt x="51745" y="162979"/>
                  </a:lnTo>
                  <a:lnTo>
                    <a:pt x="53151" y="164982"/>
                  </a:lnTo>
                  <a:lnTo>
                    <a:pt x="53589" y="165187"/>
                  </a:lnTo>
                  <a:lnTo>
                    <a:pt x="54060" y="164868"/>
                  </a:lnTo>
                  <a:lnTo>
                    <a:pt x="53992" y="172097"/>
                  </a:lnTo>
                  <a:lnTo>
                    <a:pt x="53035" y="178718"/>
                  </a:lnTo>
                  <a:lnTo>
                    <a:pt x="51825" y="177894"/>
                  </a:lnTo>
                  <a:lnTo>
                    <a:pt x="50790" y="175095"/>
                  </a:lnTo>
                  <a:lnTo>
                    <a:pt x="51001" y="171688"/>
                  </a:lnTo>
                  <a:lnTo>
                    <a:pt x="51663" y="168396"/>
                  </a:lnTo>
                  <a:lnTo>
                    <a:pt x="51286" y="167700"/>
                  </a:lnTo>
                  <a:lnTo>
                    <a:pt x="50618" y="167975"/>
                  </a:lnTo>
                  <a:lnTo>
                    <a:pt x="49859" y="168716"/>
                  </a:lnTo>
                  <a:lnTo>
                    <a:pt x="49041" y="168972"/>
                  </a:lnTo>
                  <a:lnTo>
                    <a:pt x="47692" y="168533"/>
                  </a:lnTo>
                  <a:lnTo>
                    <a:pt x="44923" y="164947"/>
                  </a:lnTo>
                  <a:lnTo>
                    <a:pt x="43795" y="164623"/>
                  </a:lnTo>
                  <a:lnTo>
                    <a:pt x="43542" y="163000"/>
                  </a:lnTo>
                  <a:lnTo>
                    <a:pt x="43605" y="159556"/>
                  </a:lnTo>
                  <a:lnTo>
                    <a:pt x="42500" y="155480"/>
                  </a:lnTo>
                  <a:lnTo>
                    <a:pt x="42322" y="154021"/>
                  </a:lnTo>
                  <a:lnTo>
                    <a:pt x="41973" y="152872"/>
                  </a:lnTo>
                  <a:lnTo>
                    <a:pt x="38677" y="148434"/>
                  </a:lnTo>
                  <a:lnTo>
                    <a:pt x="38273" y="147687"/>
                  </a:lnTo>
                  <a:lnTo>
                    <a:pt x="37260" y="144146"/>
                  </a:lnTo>
                  <a:lnTo>
                    <a:pt x="34963" y="139106"/>
                  </a:lnTo>
                  <a:lnTo>
                    <a:pt x="34320" y="138591"/>
                  </a:lnTo>
                  <a:lnTo>
                    <a:pt x="33619" y="138446"/>
                  </a:lnTo>
                  <a:lnTo>
                    <a:pt x="33393" y="139724"/>
                  </a:lnTo>
                  <a:lnTo>
                    <a:pt x="33711" y="141689"/>
                  </a:lnTo>
                  <a:lnTo>
                    <a:pt x="33840" y="143377"/>
                  </a:lnTo>
                  <a:lnTo>
                    <a:pt x="33791" y="145148"/>
                  </a:lnTo>
                  <a:lnTo>
                    <a:pt x="33887" y="146517"/>
                  </a:lnTo>
                  <a:lnTo>
                    <a:pt x="34975" y="149319"/>
                  </a:lnTo>
                  <a:lnTo>
                    <a:pt x="35138" y="150645"/>
                  </a:lnTo>
                  <a:lnTo>
                    <a:pt x="35860" y="154243"/>
                  </a:lnTo>
                  <a:lnTo>
                    <a:pt x="35949" y="158445"/>
                  </a:lnTo>
                  <a:lnTo>
                    <a:pt x="35021" y="160189"/>
                  </a:lnTo>
                  <a:lnTo>
                    <a:pt x="33976" y="158243"/>
                  </a:lnTo>
                  <a:lnTo>
                    <a:pt x="33942" y="156658"/>
                  </a:lnTo>
                  <a:lnTo>
                    <a:pt x="33763" y="155184"/>
                  </a:lnTo>
                  <a:lnTo>
                    <a:pt x="32640" y="151365"/>
                  </a:lnTo>
                  <a:lnTo>
                    <a:pt x="32265" y="150542"/>
                  </a:lnTo>
                  <a:lnTo>
                    <a:pt x="30151" y="146771"/>
                  </a:lnTo>
                  <a:lnTo>
                    <a:pt x="28516" y="142630"/>
                  </a:lnTo>
                  <a:lnTo>
                    <a:pt x="24878" y="138219"/>
                  </a:lnTo>
                  <a:lnTo>
                    <a:pt x="24445" y="137977"/>
                  </a:lnTo>
                  <a:lnTo>
                    <a:pt x="23814" y="138310"/>
                  </a:lnTo>
                  <a:lnTo>
                    <a:pt x="23219" y="138860"/>
                  </a:lnTo>
                  <a:lnTo>
                    <a:pt x="21462" y="141040"/>
                  </a:lnTo>
                  <a:lnTo>
                    <a:pt x="20841" y="142559"/>
                  </a:lnTo>
                  <a:lnTo>
                    <a:pt x="20786" y="144891"/>
                  </a:lnTo>
                  <a:lnTo>
                    <a:pt x="19525" y="146745"/>
                  </a:lnTo>
                  <a:lnTo>
                    <a:pt x="17790" y="147006"/>
                  </a:lnTo>
                  <a:lnTo>
                    <a:pt x="16457" y="145847"/>
                  </a:lnTo>
                  <a:lnTo>
                    <a:pt x="15354" y="143524"/>
                  </a:lnTo>
                  <a:lnTo>
                    <a:pt x="14443" y="143413"/>
                  </a:lnTo>
                  <a:lnTo>
                    <a:pt x="13313" y="139783"/>
                  </a:lnTo>
                  <a:lnTo>
                    <a:pt x="11936" y="139316"/>
                  </a:lnTo>
                  <a:lnTo>
                    <a:pt x="10800" y="142154"/>
                  </a:lnTo>
                  <a:lnTo>
                    <a:pt x="10557" y="136515"/>
                  </a:lnTo>
                  <a:lnTo>
                    <a:pt x="10550" y="130820"/>
                  </a:lnTo>
                  <a:lnTo>
                    <a:pt x="10869" y="129157"/>
                  </a:lnTo>
                  <a:lnTo>
                    <a:pt x="11432" y="127772"/>
                  </a:lnTo>
                  <a:lnTo>
                    <a:pt x="14317" y="121806"/>
                  </a:lnTo>
                  <a:lnTo>
                    <a:pt x="14681" y="119890"/>
                  </a:lnTo>
                  <a:lnTo>
                    <a:pt x="14554" y="117316"/>
                  </a:lnTo>
                  <a:lnTo>
                    <a:pt x="13898" y="115226"/>
                  </a:lnTo>
                  <a:lnTo>
                    <a:pt x="12866" y="113955"/>
                  </a:lnTo>
                  <a:lnTo>
                    <a:pt x="11674" y="113429"/>
                  </a:lnTo>
                  <a:lnTo>
                    <a:pt x="10815" y="112260"/>
                  </a:lnTo>
                  <a:lnTo>
                    <a:pt x="10141" y="110337"/>
                  </a:lnTo>
                  <a:lnTo>
                    <a:pt x="9686" y="113739"/>
                  </a:lnTo>
                  <a:lnTo>
                    <a:pt x="10129" y="118806"/>
                  </a:lnTo>
                  <a:lnTo>
                    <a:pt x="10203" y="122101"/>
                  </a:lnTo>
                  <a:lnTo>
                    <a:pt x="9795" y="123335"/>
                  </a:lnTo>
                  <a:lnTo>
                    <a:pt x="9055" y="123370"/>
                  </a:lnTo>
                  <a:lnTo>
                    <a:pt x="8353" y="122980"/>
                  </a:lnTo>
                  <a:lnTo>
                    <a:pt x="7826" y="121800"/>
                  </a:lnTo>
                  <a:lnTo>
                    <a:pt x="7446" y="118402"/>
                  </a:lnTo>
                  <a:lnTo>
                    <a:pt x="6442" y="116154"/>
                  </a:lnTo>
                  <a:lnTo>
                    <a:pt x="6033" y="112935"/>
                  </a:lnTo>
                  <a:lnTo>
                    <a:pt x="5578" y="112478"/>
                  </a:lnTo>
                  <a:lnTo>
                    <a:pt x="4641" y="112726"/>
                  </a:lnTo>
                  <a:lnTo>
                    <a:pt x="3952" y="111228"/>
                  </a:lnTo>
                  <a:lnTo>
                    <a:pt x="3488" y="107474"/>
                  </a:lnTo>
                  <a:lnTo>
                    <a:pt x="3391" y="103443"/>
                  </a:lnTo>
                  <a:lnTo>
                    <a:pt x="3000" y="100054"/>
                  </a:lnTo>
                  <a:lnTo>
                    <a:pt x="2437" y="96774"/>
                  </a:lnTo>
                  <a:lnTo>
                    <a:pt x="2109" y="94095"/>
                  </a:lnTo>
                  <a:lnTo>
                    <a:pt x="1601" y="82075"/>
                  </a:lnTo>
                  <a:lnTo>
                    <a:pt x="1476" y="80972"/>
                  </a:lnTo>
                  <a:lnTo>
                    <a:pt x="1207" y="80063"/>
                  </a:lnTo>
                  <a:lnTo>
                    <a:pt x="572" y="78698"/>
                  </a:lnTo>
                  <a:lnTo>
                    <a:pt x="88" y="77029"/>
                  </a:lnTo>
                  <a:lnTo>
                    <a:pt x="0" y="75654"/>
                  </a:lnTo>
                  <a:lnTo>
                    <a:pt x="132" y="69740"/>
                  </a:lnTo>
                  <a:lnTo>
                    <a:pt x="350" y="68316"/>
                  </a:lnTo>
                  <a:lnTo>
                    <a:pt x="850" y="67629"/>
                  </a:lnTo>
                  <a:lnTo>
                    <a:pt x="1534" y="68786"/>
                  </a:lnTo>
                  <a:lnTo>
                    <a:pt x="2079" y="70223"/>
                  </a:lnTo>
                  <a:lnTo>
                    <a:pt x="2755" y="70913"/>
                  </a:lnTo>
                  <a:lnTo>
                    <a:pt x="3351" y="71825"/>
                  </a:lnTo>
                  <a:lnTo>
                    <a:pt x="4469" y="75322"/>
                  </a:lnTo>
                  <a:lnTo>
                    <a:pt x="4910" y="75870"/>
                  </a:lnTo>
                  <a:lnTo>
                    <a:pt x="6286" y="75759"/>
                  </a:lnTo>
                  <a:lnTo>
                    <a:pt x="7097" y="75315"/>
                  </a:lnTo>
                  <a:lnTo>
                    <a:pt x="7489" y="74041"/>
                  </a:lnTo>
                  <a:lnTo>
                    <a:pt x="7736" y="72523"/>
                  </a:lnTo>
                  <a:lnTo>
                    <a:pt x="7742" y="70730"/>
                  </a:lnTo>
                  <a:lnTo>
                    <a:pt x="6949" y="65449"/>
                  </a:lnTo>
                  <a:lnTo>
                    <a:pt x="6706" y="61640"/>
                  </a:lnTo>
                  <a:lnTo>
                    <a:pt x="6695" y="58206"/>
                  </a:lnTo>
                  <a:lnTo>
                    <a:pt x="6902" y="54766"/>
                  </a:lnTo>
                  <a:lnTo>
                    <a:pt x="7984" y="49041"/>
                  </a:lnTo>
                  <a:lnTo>
                    <a:pt x="8123" y="45068"/>
                  </a:lnTo>
                  <a:lnTo>
                    <a:pt x="8019" y="39754"/>
                  </a:lnTo>
                  <a:lnTo>
                    <a:pt x="8210" y="36592"/>
                  </a:lnTo>
                  <a:lnTo>
                    <a:pt x="8177" y="34777"/>
                  </a:lnTo>
                  <a:lnTo>
                    <a:pt x="7530" y="31918"/>
                  </a:lnTo>
                  <a:lnTo>
                    <a:pt x="7361" y="28872"/>
                  </a:lnTo>
                  <a:lnTo>
                    <a:pt x="9171" y="13374"/>
                  </a:lnTo>
                  <a:lnTo>
                    <a:pt x="9738" y="10378"/>
                  </a:lnTo>
                  <a:lnTo>
                    <a:pt x="10151" y="7284"/>
                  </a:lnTo>
                  <a:lnTo>
                    <a:pt x="10339" y="3174"/>
                  </a:lnTo>
                  <a:lnTo>
                    <a:pt x="11692" y="2048"/>
                  </a:lnTo>
                  <a:lnTo>
                    <a:pt x="12980" y="350"/>
                  </a:lnTo>
                  <a:lnTo>
                    <a:pt x="13647" y="483"/>
                  </a:lnTo>
                  <a:lnTo>
                    <a:pt x="14353" y="891"/>
                  </a:lnTo>
                  <a:lnTo>
                    <a:pt x="15912" y="47"/>
                  </a:lnTo>
                  <a:close/>
                </a:path>
              </a:pathLst>
            </a:custGeom>
            <a:solidFill>
              <a:srgbClr val="E7F1E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2" name="pg1171"/>
            <p:cNvSpPr/>
            <p:nvPr/>
          </p:nvSpPr>
          <p:spPr>
            <a:xfrm>
              <a:off x="4867321" y="3072329"/>
              <a:ext cx="2007" cy="5541"/>
            </a:xfrm>
            <a:custGeom>
              <a:avLst/>
              <a:pathLst>
                <a:path w="2007" h="5541">
                  <a:moveTo>
                    <a:pt x="1190" y="3419"/>
                  </a:moveTo>
                  <a:lnTo>
                    <a:pt x="407" y="5541"/>
                  </a:lnTo>
                  <a:lnTo>
                    <a:pt x="0" y="4956"/>
                  </a:lnTo>
                  <a:lnTo>
                    <a:pt x="438" y="2892"/>
                  </a:lnTo>
                  <a:lnTo>
                    <a:pt x="426" y="2177"/>
                  </a:lnTo>
                  <a:lnTo>
                    <a:pt x="785" y="558"/>
                  </a:lnTo>
                  <a:lnTo>
                    <a:pt x="1458" y="0"/>
                  </a:lnTo>
                  <a:lnTo>
                    <a:pt x="2007" y="1589"/>
                  </a:lnTo>
                  <a:close/>
                </a:path>
              </a:pathLst>
            </a:custGeom>
            <a:solidFill>
              <a:srgbClr val="E7F1E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3" name="pg1172"/>
            <p:cNvSpPr/>
            <p:nvPr/>
          </p:nvSpPr>
          <p:spPr>
            <a:xfrm>
              <a:off x="4859420" y="3067213"/>
              <a:ext cx="831" cy="4976"/>
            </a:xfrm>
            <a:custGeom>
              <a:avLst/>
              <a:pathLst>
                <a:path w="831" h="4976">
                  <a:moveTo>
                    <a:pt x="831" y="2989"/>
                  </a:moveTo>
                  <a:lnTo>
                    <a:pt x="762" y="4976"/>
                  </a:lnTo>
                  <a:lnTo>
                    <a:pt x="138" y="3927"/>
                  </a:lnTo>
                  <a:lnTo>
                    <a:pt x="0" y="2428"/>
                  </a:lnTo>
                  <a:lnTo>
                    <a:pt x="62" y="1320"/>
                  </a:lnTo>
                  <a:lnTo>
                    <a:pt x="349" y="0"/>
                  </a:lnTo>
                  <a:lnTo>
                    <a:pt x="738" y="1199"/>
                  </a:lnTo>
                  <a:close/>
                </a:path>
              </a:pathLst>
            </a:custGeom>
            <a:solidFill>
              <a:srgbClr val="E7F1E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4" name="pg1173"/>
            <p:cNvSpPr/>
            <p:nvPr/>
          </p:nvSpPr>
          <p:spPr>
            <a:xfrm>
              <a:off x="4861761" y="3060837"/>
              <a:ext cx="1932" cy="3783"/>
            </a:xfrm>
            <a:custGeom>
              <a:avLst/>
              <a:pathLst>
                <a:path w="1932" h="3783">
                  <a:moveTo>
                    <a:pt x="1805" y="1105"/>
                  </a:moveTo>
                  <a:lnTo>
                    <a:pt x="1932" y="3783"/>
                  </a:lnTo>
                  <a:lnTo>
                    <a:pt x="1202" y="3723"/>
                  </a:lnTo>
                  <a:lnTo>
                    <a:pt x="102" y="2095"/>
                  </a:lnTo>
                  <a:lnTo>
                    <a:pt x="0" y="1272"/>
                  </a:lnTo>
                  <a:lnTo>
                    <a:pt x="16" y="581"/>
                  </a:lnTo>
                  <a:lnTo>
                    <a:pt x="209" y="0"/>
                  </a:lnTo>
                  <a:close/>
                </a:path>
              </a:pathLst>
            </a:custGeom>
            <a:solidFill>
              <a:srgbClr val="E7F1E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5" name="pg1174"/>
            <p:cNvSpPr/>
            <p:nvPr/>
          </p:nvSpPr>
          <p:spPr>
            <a:xfrm>
              <a:off x="4868418" y="3028918"/>
              <a:ext cx="1444" cy="3719"/>
            </a:xfrm>
            <a:custGeom>
              <a:avLst/>
              <a:pathLst>
                <a:path w="1444" h="3719">
                  <a:moveTo>
                    <a:pt x="567" y="3360"/>
                  </a:moveTo>
                  <a:lnTo>
                    <a:pt x="336" y="3719"/>
                  </a:lnTo>
                  <a:lnTo>
                    <a:pt x="0" y="3550"/>
                  </a:lnTo>
                  <a:lnTo>
                    <a:pt x="334" y="764"/>
                  </a:lnTo>
                  <a:lnTo>
                    <a:pt x="951" y="0"/>
                  </a:lnTo>
                  <a:lnTo>
                    <a:pt x="1444" y="301"/>
                  </a:lnTo>
                  <a:close/>
                </a:path>
              </a:pathLst>
            </a:custGeom>
            <a:solidFill>
              <a:srgbClr val="E7F1E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6" name="pg1175"/>
            <p:cNvSpPr/>
            <p:nvPr/>
          </p:nvSpPr>
          <p:spPr>
            <a:xfrm>
              <a:off x="4866895" y="3018231"/>
              <a:ext cx="1079" cy="4165"/>
            </a:xfrm>
            <a:custGeom>
              <a:avLst/>
              <a:pathLst>
                <a:path w="1079" h="4165">
                  <a:moveTo>
                    <a:pt x="1079" y="1754"/>
                  </a:moveTo>
                  <a:lnTo>
                    <a:pt x="480" y="4165"/>
                  </a:lnTo>
                  <a:lnTo>
                    <a:pt x="0" y="4139"/>
                  </a:lnTo>
                  <a:lnTo>
                    <a:pt x="72" y="2796"/>
                  </a:lnTo>
                  <a:lnTo>
                    <a:pt x="706" y="0"/>
                  </a:lnTo>
                  <a:lnTo>
                    <a:pt x="942" y="60"/>
                  </a:lnTo>
                  <a:close/>
                </a:path>
              </a:pathLst>
            </a:custGeom>
            <a:solidFill>
              <a:srgbClr val="E7F1E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7" name="pg1176"/>
            <p:cNvSpPr/>
            <p:nvPr/>
          </p:nvSpPr>
          <p:spPr>
            <a:xfrm>
              <a:off x="4982202" y="3543632"/>
              <a:ext cx="653" cy="1144"/>
            </a:xfrm>
            <a:custGeom>
              <a:avLst/>
              <a:pathLst>
                <a:path w="653" h="1144">
                  <a:moveTo>
                    <a:pt x="461" y="1015"/>
                  </a:moveTo>
                  <a:lnTo>
                    <a:pt x="180" y="1144"/>
                  </a:lnTo>
                  <a:lnTo>
                    <a:pt x="0" y="1044"/>
                  </a:lnTo>
                  <a:lnTo>
                    <a:pt x="21" y="624"/>
                  </a:lnTo>
                  <a:lnTo>
                    <a:pt x="204" y="191"/>
                  </a:lnTo>
                  <a:lnTo>
                    <a:pt x="461" y="0"/>
                  </a:lnTo>
                  <a:lnTo>
                    <a:pt x="653" y="147"/>
                  </a:lnTo>
                  <a:lnTo>
                    <a:pt x="633" y="546"/>
                  </a:lnTo>
                  <a:close/>
                </a:path>
              </a:pathLst>
            </a:custGeom>
            <a:solidFill>
              <a:srgbClr val="FEFEF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8" name="pg1177"/>
            <p:cNvSpPr/>
            <p:nvPr/>
          </p:nvSpPr>
          <p:spPr>
            <a:xfrm>
              <a:off x="5023803" y="3406185"/>
              <a:ext cx="1892" cy="10385"/>
            </a:xfrm>
            <a:custGeom>
              <a:avLst/>
              <a:pathLst>
                <a:path w="1892" h="10385">
                  <a:moveTo>
                    <a:pt x="1100" y="9753"/>
                  </a:moveTo>
                  <a:lnTo>
                    <a:pt x="350" y="10385"/>
                  </a:lnTo>
                  <a:lnTo>
                    <a:pt x="0" y="8125"/>
                  </a:lnTo>
                  <a:lnTo>
                    <a:pt x="117" y="5505"/>
                  </a:lnTo>
                  <a:lnTo>
                    <a:pt x="613" y="3491"/>
                  </a:lnTo>
                  <a:lnTo>
                    <a:pt x="1153" y="2846"/>
                  </a:lnTo>
                  <a:lnTo>
                    <a:pt x="1264" y="2615"/>
                  </a:lnTo>
                  <a:lnTo>
                    <a:pt x="1788" y="0"/>
                  </a:lnTo>
                  <a:lnTo>
                    <a:pt x="1892" y="1442"/>
                  </a:lnTo>
                  <a:lnTo>
                    <a:pt x="1560" y="6228"/>
                  </a:lnTo>
                  <a:lnTo>
                    <a:pt x="1135" y="8091"/>
                  </a:lnTo>
                  <a:close/>
                </a:path>
              </a:pathLst>
            </a:custGeom>
            <a:solidFill>
              <a:srgbClr val="FEFEF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9" name="pg1178"/>
            <p:cNvSpPr/>
            <p:nvPr/>
          </p:nvSpPr>
          <p:spPr>
            <a:xfrm>
              <a:off x="5254525" y="3968687"/>
              <a:ext cx="6864" cy="9055"/>
            </a:xfrm>
            <a:custGeom>
              <a:avLst/>
              <a:pathLst>
                <a:path w="6864" h="9055">
                  <a:moveTo>
                    <a:pt x="4103" y="4492"/>
                  </a:moveTo>
                  <a:lnTo>
                    <a:pt x="6165" y="6039"/>
                  </a:lnTo>
                  <a:lnTo>
                    <a:pt x="6864" y="7747"/>
                  </a:lnTo>
                  <a:lnTo>
                    <a:pt x="6119" y="8524"/>
                  </a:lnTo>
                  <a:lnTo>
                    <a:pt x="4320" y="9055"/>
                  </a:lnTo>
                  <a:lnTo>
                    <a:pt x="3894" y="8010"/>
                  </a:lnTo>
                  <a:lnTo>
                    <a:pt x="2164" y="6957"/>
                  </a:lnTo>
                  <a:lnTo>
                    <a:pt x="1893" y="5049"/>
                  </a:lnTo>
                  <a:lnTo>
                    <a:pt x="1026" y="5699"/>
                  </a:lnTo>
                  <a:lnTo>
                    <a:pt x="1465" y="4354"/>
                  </a:lnTo>
                  <a:lnTo>
                    <a:pt x="380" y="2842"/>
                  </a:lnTo>
                  <a:lnTo>
                    <a:pt x="42" y="819"/>
                  </a:lnTo>
                  <a:lnTo>
                    <a:pt x="0" y="0"/>
                  </a:lnTo>
                  <a:lnTo>
                    <a:pt x="1272" y="952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0" name="pg1179"/>
            <p:cNvSpPr/>
            <p:nvPr/>
          </p:nvSpPr>
          <p:spPr>
            <a:xfrm>
              <a:off x="5264642" y="3968312"/>
              <a:ext cx="3175" cy="3376"/>
            </a:xfrm>
            <a:custGeom>
              <a:avLst/>
              <a:pathLst>
                <a:path w="3175" h="3376">
                  <a:moveTo>
                    <a:pt x="3175" y="1477"/>
                  </a:moveTo>
                  <a:lnTo>
                    <a:pt x="2993" y="3087"/>
                  </a:lnTo>
                  <a:lnTo>
                    <a:pt x="2543" y="2542"/>
                  </a:lnTo>
                  <a:lnTo>
                    <a:pt x="1206" y="3376"/>
                  </a:lnTo>
                  <a:lnTo>
                    <a:pt x="501" y="3188"/>
                  </a:lnTo>
                  <a:lnTo>
                    <a:pt x="95" y="1745"/>
                  </a:lnTo>
                  <a:lnTo>
                    <a:pt x="0" y="1079"/>
                  </a:lnTo>
                  <a:lnTo>
                    <a:pt x="1162" y="1598"/>
                  </a:lnTo>
                  <a:lnTo>
                    <a:pt x="966" y="0"/>
                  </a:lnTo>
                  <a:lnTo>
                    <a:pt x="2646" y="810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1" name="pg1180"/>
            <p:cNvSpPr/>
            <p:nvPr/>
          </p:nvSpPr>
          <p:spPr>
            <a:xfrm>
              <a:off x="5224689" y="3945867"/>
              <a:ext cx="1394" cy="2706"/>
            </a:xfrm>
            <a:custGeom>
              <a:avLst/>
              <a:pathLst>
                <a:path w="1394" h="2706">
                  <a:moveTo>
                    <a:pt x="1394" y="398"/>
                  </a:moveTo>
                  <a:lnTo>
                    <a:pt x="1220" y="2706"/>
                  </a:lnTo>
                  <a:lnTo>
                    <a:pt x="204" y="2019"/>
                  </a:lnTo>
                  <a:lnTo>
                    <a:pt x="0" y="1523"/>
                  </a:lnTo>
                  <a:lnTo>
                    <a:pt x="167" y="66"/>
                  </a:lnTo>
                  <a:lnTo>
                    <a:pt x="1065" y="0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2" name="pg1181"/>
            <p:cNvSpPr/>
            <p:nvPr/>
          </p:nvSpPr>
          <p:spPr>
            <a:xfrm>
              <a:off x="5224570" y="3920964"/>
              <a:ext cx="6421" cy="14350"/>
            </a:xfrm>
            <a:custGeom>
              <a:avLst/>
              <a:pathLst>
                <a:path w="6421" h="14350">
                  <a:moveTo>
                    <a:pt x="3762" y="9190"/>
                  </a:moveTo>
                  <a:lnTo>
                    <a:pt x="4286" y="9193"/>
                  </a:lnTo>
                  <a:lnTo>
                    <a:pt x="5161" y="6986"/>
                  </a:lnTo>
                  <a:lnTo>
                    <a:pt x="5917" y="6310"/>
                  </a:lnTo>
                  <a:lnTo>
                    <a:pt x="6421" y="7317"/>
                  </a:lnTo>
                  <a:lnTo>
                    <a:pt x="5612" y="14350"/>
                  </a:lnTo>
                  <a:lnTo>
                    <a:pt x="4928" y="13291"/>
                  </a:lnTo>
                  <a:lnTo>
                    <a:pt x="2259" y="11331"/>
                  </a:lnTo>
                  <a:lnTo>
                    <a:pt x="2176" y="8550"/>
                  </a:lnTo>
                  <a:lnTo>
                    <a:pt x="1480" y="7652"/>
                  </a:lnTo>
                  <a:lnTo>
                    <a:pt x="1051" y="4937"/>
                  </a:lnTo>
                  <a:lnTo>
                    <a:pt x="167" y="1927"/>
                  </a:lnTo>
                  <a:lnTo>
                    <a:pt x="0" y="0"/>
                  </a:lnTo>
                  <a:lnTo>
                    <a:pt x="501" y="793"/>
                  </a:lnTo>
                  <a:lnTo>
                    <a:pt x="1064" y="2758"/>
                  </a:lnTo>
                  <a:lnTo>
                    <a:pt x="3398" y="6792"/>
                  </a:lnTo>
                  <a:lnTo>
                    <a:pt x="3307" y="8097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3" name="pg1182"/>
            <p:cNvSpPr/>
            <p:nvPr/>
          </p:nvSpPr>
          <p:spPr>
            <a:xfrm>
              <a:off x="5220317" y="3910224"/>
              <a:ext cx="5765" cy="10555"/>
            </a:xfrm>
            <a:custGeom>
              <a:avLst/>
              <a:pathLst>
                <a:path w="5765" h="10555">
                  <a:moveTo>
                    <a:pt x="1196" y="28"/>
                  </a:moveTo>
                  <a:lnTo>
                    <a:pt x="2931" y="2449"/>
                  </a:lnTo>
                  <a:lnTo>
                    <a:pt x="3887" y="1740"/>
                  </a:lnTo>
                  <a:lnTo>
                    <a:pt x="4408" y="2138"/>
                  </a:lnTo>
                  <a:lnTo>
                    <a:pt x="5524" y="4937"/>
                  </a:lnTo>
                  <a:lnTo>
                    <a:pt x="5585" y="6983"/>
                  </a:lnTo>
                  <a:lnTo>
                    <a:pt x="5765" y="8740"/>
                  </a:lnTo>
                  <a:lnTo>
                    <a:pt x="5708" y="9511"/>
                  </a:lnTo>
                  <a:lnTo>
                    <a:pt x="5091" y="10555"/>
                  </a:lnTo>
                  <a:lnTo>
                    <a:pt x="5143" y="9366"/>
                  </a:lnTo>
                  <a:lnTo>
                    <a:pt x="4670" y="9135"/>
                  </a:lnTo>
                  <a:lnTo>
                    <a:pt x="3046" y="9187"/>
                  </a:lnTo>
                  <a:lnTo>
                    <a:pt x="1787" y="8437"/>
                  </a:lnTo>
                  <a:lnTo>
                    <a:pt x="59" y="8244"/>
                  </a:lnTo>
                  <a:lnTo>
                    <a:pt x="788" y="6385"/>
                  </a:lnTo>
                  <a:lnTo>
                    <a:pt x="950" y="5629"/>
                  </a:lnTo>
                  <a:lnTo>
                    <a:pt x="39" y="2640"/>
                  </a:lnTo>
                  <a:lnTo>
                    <a:pt x="0" y="1211"/>
                  </a:lnTo>
                  <a:lnTo>
                    <a:pt x="72" y="424"/>
                  </a:lnTo>
                  <a:lnTo>
                    <a:pt x="832" y="0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4" name="pg1183"/>
            <p:cNvSpPr/>
            <p:nvPr/>
          </p:nvSpPr>
          <p:spPr>
            <a:xfrm>
              <a:off x="5216348" y="3906109"/>
              <a:ext cx="3188" cy="9225"/>
            </a:xfrm>
            <a:custGeom>
              <a:avLst/>
              <a:pathLst>
                <a:path w="3188" h="9225">
                  <a:moveTo>
                    <a:pt x="2907" y="8495"/>
                  </a:moveTo>
                  <a:lnTo>
                    <a:pt x="2734" y="9225"/>
                  </a:lnTo>
                  <a:lnTo>
                    <a:pt x="2012" y="8688"/>
                  </a:lnTo>
                  <a:lnTo>
                    <a:pt x="0" y="4596"/>
                  </a:lnTo>
                  <a:lnTo>
                    <a:pt x="310" y="1572"/>
                  </a:lnTo>
                  <a:lnTo>
                    <a:pt x="1215" y="0"/>
                  </a:lnTo>
                  <a:lnTo>
                    <a:pt x="2595" y="1708"/>
                  </a:lnTo>
                  <a:lnTo>
                    <a:pt x="3051" y="4215"/>
                  </a:lnTo>
                  <a:lnTo>
                    <a:pt x="3188" y="5618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5" name="pg1184"/>
            <p:cNvSpPr/>
            <p:nvPr/>
          </p:nvSpPr>
          <p:spPr>
            <a:xfrm>
              <a:off x="5246030" y="3898811"/>
              <a:ext cx="5925" cy="7828"/>
            </a:xfrm>
            <a:custGeom>
              <a:avLst/>
              <a:pathLst>
                <a:path w="5925" h="7828">
                  <a:moveTo>
                    <a:pt x="1429" y="0"/>
                  </a:moveTo>
                  <a:lnTo>
                    <a:pt x="2148" y="450"/>
                  </a:lnTo>
                  <a:lnTo>
                    <a:pt x="3639" y="230"/>
                  </a:lnTo>
                  <a:lnTo>
                    <a:pt x="4129" y="1924"/>
                  </a:lnTo>
                  <a:lnTo>
                    <a:pt x="4811" y="2507"/>
                  </a:lnTo>
                  <a:lnTo>
                    <a:pt x="5402" y="3272"/>
                  </a:lnTo>
                  <a:lnTo>
                    <a:pt x="5925" y="4386"/>
                  </a:lnTo>
                  <a:lnTo>
                    <a:pt x="5921" y="5064"/>
                  </a:lnTo>
                  <a:lnTo>
                    <a:pt x="5797" y="5655"/>
                  </a:lnTo>
                  <a:lnTo>
                    <a:pt x="5480" y="6183"/>
                  </a:lnTo>
                  <a:lnTo>
                    <a:pt x="5574" y="7375"/>
                  </a:lnTo>
                  <a:lnTo>
                    <a:pt x="5029" y="7199"/>
                  </a:lnTo>
                  <a:lnTo>
                    <a:pt x="4347" y="7828"/>
                  </a:lnTo>
                  <a:lnTo>
                    <a:pt x="3015" y="6434"/>
                  </a:lnTo>
                  <a:lnTo>
                    <a:pt x="2529" y="6120"/>
                  </a:lnTo>
                  <a:lnTo>
                    <a:pt x="2382" y="4925"/>
                  </a:lnTo>
                  <a:lnTo>
                    <a:pt x="1517" y="2926"/>
                  </a:lnTo>
                  <a:lnTo>
                    <a:pt x="0" y="1491"/>
                  </a:lnTo>
                  <a:lnTo>
                    <a:pt x="764" y="314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6" name="pg1185"/>
            <p:cNvSpPr/>
            <p:nvPr/>
          </p:nvSpPr>
          <p:spPr>
            <a:xfrm>
              <a:off x="5131167" y="3882974"/>
              <a:ext cx="4952" cy="7496"/>
            </a:xfrm>
            <a:custGeom>
              <a:avLst/>
              <a:pathLst>
                <a:path w="4952" h="7496">
                  <a:moveTo>
                    <a:pt x="4732" y="6204"/>
                  </a:moveTo>
                  <a:lnTo>
                    <a:pt x="4952" y="7496"/>
                  </a:lnTo>
                  <a:lnTo>
                    <a:pt x="3158" y="5722"/>
                  </a:lnTo>
                  <a:lnTo>
                    <a:pt x="1447" y="2758"/>
                  </a:lnTo>
                  <a:lnTo>
                    <a:pt x="579" y="1953"/>
                  </a:lnTo>
                  <a:lnTo>
                    <a:pt x="0" y="0"/>
                  </a:lnTo>
                  <a:lnTo>
                    <a:pt x="1063" y="1457"/>
                  </a:lnTo>
                  <a:lnTo>
                    <a:pt x="2918" y="2822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7" name="pg1186"/>
            <p:cNvSpPr/>
            <p:nvPr/>
          </p:nvSpPr>
          <p:spPr>
            <a:xfrm>
              <a:off x="5227394" y="3882839"/>
              <a:ext cx="1648" cy="11406"/>
            </a:xfrm>
            <a:custGeom>
              <a:avLst/>
              <a:pathLst>
                <a:path w="1648" h="11406">
                  <a:moveTo>
                    <a:pt x="1256" y="9297"/>
                  </a:moveTo>
                  <a:lnTo>
                    <a:pt x="1470" y="11406"/>
                  </a:lnTo>
                  <a:lnTo>
                    <a:pt x="508" y="9144"/>
                  </a:lnTo>
                  <a:lnTo>
                    <a:pt x="935" y="6587"/>
                  </a:lnTo>
                  <a:lnTo>
                    <a:pt x="1009" y="5205"/>
                  </a:lnTo>
                  <a:lnTo>
                    <a:pt x="960" y="4426"/>
                  </a:lnTo>
                  <a:lnTo>
                    <a:pt x="0" y="3102"/>
                  </a:lnTo>
                  <a:lnTo>
                    <a:pt x="509" y="937"/>
                  </a:lnTo>
                  <a:lnTo>
                    <a:pt x="1050" y="210"/>
                  </a:lnTo>
                  <a:lnTo>
                    <a:pt x="1389" y="0"/>
                  </a:lnTo>
                  <a:lnTo>
                    <a:pt x="1375" y="3044"/>
                  </a:lnTo>
                  <a:lnTo>
                    <a:pt x="1648" y="4409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8" name="pg1187"/>
            <p:cNvSpPr/>
            <p:nvPr/>
          </p:nvSpPr>
          <p:spPr>
            <a:xfrm>
              <a:off x="5132586" y="3881324"/>
              <a:ext cx="3340" cy="3462"/>
            </a:xfrm>
            <a:custGeom>
              <a:avLst/>
              <a:pathLst>
                <a:path w="3340" h="3462">
                  <a:moveTo>
                    <a:pt x="3269" y="3373"/>
                  </a:moveTo>
                  <a:lnTo>
                    <a:pt x="2730" y="3462"/>
                  </a:lnTo>
                  <a:lnTo>
                    <a:pt x="555" y="1457"/>
                  </a:lnTo>
                  <a:lnTo>
                    <a:pt x="0" y="0"/>
                  </a:lnTo>
                  <a:lnTo>
                    <a:pt x="2546" y="323"/>
                  </a:lnTo>
                  <a:lnTo>
                    <a:pt x="3203" y="689"/>
                  </a:lnTo>
                  <a:lnTo>
                    <a:pt x="3340" y="2729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9" name="pg1188"/>
            <p:cNvSpPr/>
            <p:nvPr/>
          </p:nvSpPr>
          <p:spPr>
            <a:xfrm>
              <a:off x="5187612" y="3796318"/>
              <a:ext cx="3640" cy="10140"/>
            </a:xfrm>
            <a:custGeom>
              <a:avLst/>
              <a:pathLst>
                <a:path w="3640" h="10140">
                  <a:moveTo>
                    <a:pt x="3019" y="9915"/>
                  </a:moveTo>
                  <a:lnTo>
                    <a:pt x="2521" y="10140"/>
                  </a:lnTo>
                  <a:lnTo>
                    <a:pt x="2306" y="8798"/>
                  </a:lnTo>
                  <a:lnTo>
                    <a:pt x="1153" y="7635"/>
                  </a:lnTo>
                  <a:lnTo>
                    <a:pt x="0" y="4031"/>
                  </a:lnTo>
                  <a:lnTo>
                    <a:pt x="17" y="934"/>
                  </a:lnTo>
                  <a:lnTo>
                    <a:pt x="167" y="46"/>
                  </a:lnTo>
                  <a:lnTo>
                    <a:pt x="807" y="0"/>
                  </a:lnTo>
                  <a:lnTo>
                    <a:pt x="3377" y="3566"/>
                  </a:lnTo>
                  <a:lnTo>
                    <a:pt x="3640" y="4709"/>
                  </a:lnTo>
                  <a:lnTo>
                    <a:pt x="3447" y="8091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0" name="pg1189"/>
            <p:cNvSpPr/>
            <p:nvPr/>
          </p:nvSpPr>
          <p:spPr>
            <a:xfrm>
              <a:off x="5273101" y="3794948"/>
              <a:ext cx="15407" cy="41911"/>
            </a:xfrm>
            <a:custGeom>
              <a:avLst/>
              <a:pathLst>
                <a:path w="15407" h="41911">
                  <a:moveTo>
                    <a:pt x="15407" y="36711"/>
                  </a:moveTo>
                  <a:lnTo>
                    <a:pt x="15106" y="39478"/>
                  </a:lnTo>
                  <a:lnTo>
                    <a:pt x="14881" y="39957"/>
                  </a:lnTo>
                  <a:lnTo>
                    <a:pt x="14596" y="38918"/>
                  </a:lnTo>
                  <a:lnTo>
                    <a:pt x="13524" y="39925"/>
                  </a:lnTo>
                  <a:lnTo>
                    <a:pt x="13012" y="41071"/>
                  </a:lnTo>
                  <a:lnTo>
                    <a:pt x="12467" y="41911"/>
                  </a:lnTo>
                  <a:lnTo>
                    <a:pt x="11209" y="41709"/>
                  </a:lnTo>
                  <a:lnTo>
                    <a:pt x="10018" y="40950"/>
                  </a:lnTo>
                  <a:lnTo>
                    <a:pt x="8864" y="39544"/>
                  </a:lnTo>
                  <a:lnTo>
                    <a:pt x="7836" y="37741"/>
                  </a:lnTo>
                  <a:lnTo>
                    <a:pt x="6806" y="34916"/>
                  </a:lnTo>
                  <a:lnTo>
                    <a:pt x="6165" y="31984"/>
                  </a:lnTo>
                  <a:lnTo>
                    <a:pt x="6484" y="28579"/>
                  </a:lnTo>
                  <a:lnTo>
                    <a:pt x="6085" y="25506"/>
                  </a:lnTo>
                  <a:lnTo>
                    <a:pt x="4141" y="23321"/>
                  </a:lnTo>
                  <a:lnTo>
                    <a:pt x="3716" y="22614"/>
                  </a:lnTo>
                  <a:lnTo>
                    <a:pt x="2853" y="19553"/>
                  </a:lnTo>
                  <a:lnTo>
                    <a:pt x="1990" y="18231"/>
                  </a:lnTo>
                  <a:lnTo>
                    <a:pt x="900" y="15550"/>
                  </a:lnTo>
                  <a:lnTo>
                    <a:pt x="620" y="14387"/>
                  </a:lnTo>
                  <a:lnTo>
                    <a:pt x="149" y="10994"/>
                  </a:lnTo>
                  <a:lnTo>
                    <a:pt x="0" y="8942"/>
                  </a:lnTo>
                  <a:lnTo>
                    <a:pt x="396" y="2980"/>
                  </a:lnTo>
                  <a:lnTo>
                    <a:pt x="250" y="0"/>
                  </a:lnTo>
                  <a:lnTo>
                    <a:pt x="785" y="285"/>
                  </a:lnTo>
                  <a:lnTo>
                    <a:pt x="1350" y="1465"/>
                  </a:lnTo>
                  <a:lnTo>
                    <a:pt x="1993" y="2273"/>
                  </a:lnTo>
                  <a:lnTo>
                    <a:pt x="3554" y="2822"/>
                  </a:lnTo>
                  <a:lnTo>
                    <a:pt x="4749" y="5194"/>
                  </a:lnTo>
                  <a:lnTo>
                    <a:pt x="5895" y="9825"/>
                  </a:lnTo>
                  <a:lnTo>
                    <a:pt x="6032" y="11343"/>
                  </a:lnTo>
                  <a:lnTo>
                    <a:pt x="6398" y="12434"/>
                  </a:lnTo>
                  <a:lnTo>
                    <a:pt x="7577" y="14399"/>
                  </a:lnTo>
                  <a:lnTo>
                    <a:pt x="8188" y="15660"/>
                  </a:lnTo>
                  <a:lnTo>
                    <a:pt x="9353" y="20704"/>
                  </a:lnTo>
                  <a:lnTo>
                    <a:pt x="9999" y="21780"/>
                  </a:lnTo>
                  <a:lnTo>
                    <a:pt x="10761" y="22213"/>
                  </a:lnTo>
                  <a:lnTo>
                    <a:pt x="11469" y="22940"/>
                  </a:lnTo>
                  <a:lnTo>
                    <a:pt x="12650" y="25154"/>
                  </a:lnTo>
                  <a:lnTo>
                    <a:pt x="13741" y="27658"/>
                  </a:lnTo>
                  <a:lnTo>
                    <a:pt x="14477" y="30293"/>
                  </a:lnTo>
                  <a:lnTo>
                    <a:pt x="15037" y="33112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1" name="pg1190"/>
            <p:cNvSpPr/>
            <p:nvPr/>
          </p:nvSpPr>
          <p:spPr>
            <a:xfrm>
              <a:off x="5178046" y="3787454"/>
              <a:ext cx="2665" cy="7286"/>
            </a:xfrm>
            <a:custGeom>
              <a:avLst/>
              <a:pathLst>
                <a:path w="2665" h="7286">
                  <a:moveTo>
                    <a:pt x="2102" y="7124"/>
                  </a:moveTo>
                  <a:lnTo>
                    <a:pt x="1411" y="7286"/>
                  </a:lnTo>
                  <a:lnTo>
                    <a:pt x="285" y="4478"/>
                  </a:lnTo>
                  <a:lnTo>
                    <a:pt x="0" y="3433"/>
                  </a:lnTo>
                  <a:lnTo>
                    <a:pt x="109" y="1968"/>
                  </a:lnTo>
                  <a:lnTo>
                    <a:pt x="1544" y="0"/>
                  </a:lnTo>
                  <a:lnTo>
                    <a:pt x="2474" y="1794"/>
                  </a:lnTo>
                  <a:lnTo>
                    <a:pt x="2665" y="5635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2" name="pg1191"/>
            <p:cNvSpPr/>
            <p:nvPr/>
          </p:nvSpPr>
          <p:spPr>
            <a:xfrm>
              <a:off x="5271017" y="3782225"/>
              <a:ext cx="2308" cy="12610"/>
            </a:xfrm>
            <a:custGeom>
              <a:avLst/>
              <a:pathLst>
                <a:path w="2308" h="12610">
                  <a:moveTo>
                    <a:pt x="1323" y="12376"/>
                  </a:moveTo>
                  <a:lnTo>
                    <a:pt x="1077" y="12610"/>
                  </a:lnTo>
                  <a:lnTo>
                    <a:pt x="541" y="8882"/>
                  </a:lnTo>
                  <a:lnTo>
                    <a:pt x="445" y="6117"/>
                  </a:lnTo>
                  <a:lnTo>
                    <a:pt x="280" y="4080"/>
                  </a:lnTo>
                  <a:lnTo>
                    <a:pt x="0" y="2865"/>
                  </a:lnTo>
                  <a:lnTo>
                    <a:pt x="808" y="623"/>
                  </a:lnTo>
                  <a:lnTo>
                    <a:pt x="1142" y="0"/>
                  </a:lnTo>
                  <a:lnTo>
                    <a:pt x="1752" y="1186"/>
                  </a:lnTo>
                  <a:lnTo>
                    <a:pt x="1839" y="3806"/>
                  </a:lnTo>
                  <a:lnTo>
                    <a:pt x="2308" y="6033"/>
                  </a:lnTo>
                  <a:lnTo>
                    <a:pt x="1954" y="10901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3" name="pg1192"/>
            <p:cNvSpPr/>
            <p:nvPr/>
          </p:nvSpPr>
          <p:spPr>
            <a:xfrm>
              <a:off x="5164198" y="3768201"/>
              <a:ext cx="2095" cy="6397"/>
            </a:xfrm>
            <a:custGeom>
              <a:avLst/>
              <a:pathLst>
                <a:path w="2095" h="6397">
                  <a:moveTo>
                    <a:pt x="1675" y="5523"/>
                  </a:moveTo>
                  <a:lnTo>
                    <a:pt x="848" y="6397"/>
                  </a:lnTo>
                  <a:lnTo>
                    <a:pt x="251" y="5725"/>
                  </a:lnTo>
                  <a:lnTo>
                    <a:pt x="0" y="3788"/>
                  </a:lnTo>
                  <a:lnTo>
                    <a:pt x="204" y="1918"/>
                  </a:lnTo>
                  <a:lnTo>
                    <a:pt x="927" y="444"/>
                  </a:lnTo>
                  <a:lnTo>
                    <a:pt x="1384" y="0"/>
                  </a:lnTo>
                  <a:lnTo>
                    <a:pt x="1898" y="1001"/>
                  </a:lnTo>
                  <a:lnTo>
                    <a:pt x="2095" y="2980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4" name="pg1193"/>
            <p:cNvSpPr/>
            <p:nvPr/>
          </p:nvSpPr>
          <p:spPr>
            <a:xfrm>
              <a:off x="5194475" y="3758176"/>
              <a:ext cx="50203" cy="62078"/>
            </a:xfrm>
            <a:custGeom>
              <a:avLst/>
              <a:pathLst>
                <a:path w="50203" h="62078">
                  <a:moveTo>
                    <a:pt x="44156" y="2859"/>
                  </a:moveTo>
                  <a:lnTo>
                    <a:pt x="44798" y="3457"/>
                  </a:lnTo>
                  <a:lnTo>
                    <a:pt x="46644" y="360"/>
                  </a:lnTo>
                  <a:lnTo>
                    <a:pt x="47632" y="2516"/>
                  </a:lnTo>
                  <a:lnTo>
                    <a:pt x="48892" y="3566"/>
                  </a:lnTo>
                  <a:lnTo>
                    <a:pt x="50203" y="4158"/>
                  </a:lnTo>
                  <a:lnTo>
                    <a:pt x="49684" y="8593"/>
                  </a:lnTo>
                  <a:lnTo>
                    <a:pt x="49838" y="10645"/>
                  </a:lnTo>
                  <a:lnTo>
                    <a:pt x="50177" y="12685"/>
                  </a:lnTo>
                  <a:lnTo>
                    <a:pt x="50134" y="15697"/>
                  </a:lnTo>
                  <a:lnTo>
                    <a:pt x="49531" y="18384"/>
                  </a:lnTo>
                  <a:lnTo>
                    <a:pt x="48377" y="22300"/>
                  </a:lnTo>
                  <a:lnTo>
                    <a:pt x="47860" y="23024"/>
                  </a:lnTo>
                  <a:lnTo>
                    <a:pt x="47253" y="23437"/>
                  </a:lnTo>
                  <a:lnTo>
                    <a:pt x="45362" y="23751"/>
                  </a:lnTo>
                  <a:lnTo>
                    <a:pt x="44996" y="25838"/>
                  </a:lnTo>
                  <a:lnTo>
                    <a:pt x="45123" y="28042"/>
                  </a:lnTo>
                  <a:lnTo>
                    <a:pt x="46146" y="30939"/>
                  </a:lnTo>
                  <a:lnTo>
                    <a:pt x="46962" y="34189"/>
                  </a:lnTo>
                  <a:lnTo>
                    <a:pt x="46148" y="37181"/>
                  </a:lnTo>
                  <a:lnTo>
                    <a:pt x="44809" y="39265"/>
                  </a:lnTo>
                  <a:lnTo>
                    <a:pt x="43537" y="40329"/>
                  </a:lnTo>
                  <a:lnTo>
                    <a:pt x="41433" y="39700"/>
                  </a:lnTo>
                  <a:lnTo>
                    <a:pt x="39215" y="39960"/>
                  </a:lnTo>
                  <a:lnTo>
                    <a:pt x="38799" y="41100"/>
                  </a:lnTo>
                  <a:lnTo>
                    <a:pt x="38787" y="42981"/>
                  </a:lnTo>
                  <a:lnTo>
                    <a:pt x="38475" y="44415"/>
                  </a:lnTo>
                  <a:lnTo>
                    <a:pt x="38071" y="45723"/>
                  </a:lnTo>
                  <a:lnTo>
                    <a:pt x="36946" y="48432"/>
                  </a:lnTo>
                  <a:lnTo>
                    <a:pt x="35687" y="50822"/>
                  </a:lnTo>
                  <a:lnTo>
                    <a:pt x="33969" y="53090"/>
                  </a:lnTo>
                  <a:lnTo>
                    <a:pt x="33390" y="53632"/>
                  </a:lnTo>
                  <a:lnTo>
                    <a:pt x="31870" y="53993"/>
                  </a:lnTo>
                  <a:lnTo>
                    <a:pt x="30501" y="55297"/>
                  </a:lnTo>
                  <a:lnTo>
                    <a:pt x="29891" y="56570"/>
                  </a:lnTo>
                  <a:lnTo>
                    <a:pt x="29227" y="57603"/>
                  </a:lnTo>
                  <a:lnTo>
                    <a:pt x="27775" y="58737"/>
                  </a:lnTo>
                  <a:lnTo>
                    <a:pt x="26362" y="60970"/>
                  </a:lnTo>
                  <a:lnTo>
                    <a:pt x="25803" y="61348"/>
                  </a:lnTo>
                  <a:lnTo>
                    <a:pt x="22873" y="61738"/>
                  </a:lnTo>
                  <a:lnTo>
                    <a:pt x="18679" y="61845"/>
                  </a:lnTo>
                  <a:lnTo>
                    <a:pt x="17437" y="62078"/>
                  </a:lnTo>
                  <a:lnTo>
                    <a:pt x="16231" y="61770"/>
                  </a:lnTo>
                  <a:lnTo>
                    <a:pt x="15563" y="60898"/>
                  </a:lnTo>
                  <a:lnTo>
                    <a:pt x="14138" y="56876"/>
                  </a:lnTo>
                  <a:lnTo>
                    <a:pt x="12896" y="55496"/>
                  </a:lnTo>
                  <a:lnTo>
                    <a:pt x="11543" y="55537"/>
                  </a:lnTo>
                  <a:lnTo>
                    <a:pt x="9740" y="56959"/>
                  </a:lnTo>
                  <a:lnTo>
                    <a:pt x="9400" y="56645"/>
                  </a:lnTo>
                  <a:lnTo>
                    <a:pt x="5803" y="50718"/>
                  </a:lnTo>
                  <a:lnTo>
                    <a:pt x="4713" y="49269"/>
                  </a:lnTo>
                  <a:lnTo>
                    <a:pt x="3548" y="48187"/>
                  </a:lnTo>
                  <a:lnTo>
                    <a:pt x="2129" y="47437"/>
                  </a:lnTo>
                  <a:lnTo>
                    <a:pt x="789" y="46245"/>
                  </a:lnTo>
                  <a:lnTo>
                    <a:pt x="0" y="43420"/>
                  </a:lnTo>
                  <a:lnTo>
                    <a:pt x="92" y="39741"/>
                  </a:lnTo>
                  <a:lnTo>
                    <a:pt x="1170" y="37579"/>
                  </a:lnTo>
                  <a:lnTo>
                    <a:pt x="2810" y="38647"/>
                  </a:lnTo>
                  <a:lnTo>
                    <a:pt x="3437" y="38633"/>
                  </a:lnTo>
                  <a:lnTo>
                    <a:pt x="4055" y="38018"/>
                  </a:lnTo>
                  <a:lnTo>
                    <a:pt x="4776" y="38214"/>
                  </a:lnTo>
                  <a:lnTo>
                    <a:pt x="5507" y="38757"/>
                  </a:lnTo>
                  <a:lnTo>
                    <a:pt x="8169" y="37957"/>
                  </a:lnTo>
                  <a:lnTo>
                    <a:pt x="9709" y="39083"/>
                  </a:lnTo>
                  <a:lnTo>
                    <a:pt x="11205" y="40572"/>
                  </a:lnTo>
                  <a:lnTo>
                    <a:pt x="12607" y="40895"/>
                  </a:lnTo>
                  <a:lnTo>
                    <a:pt x="14044" y="40577"/>
                  </a:lnTo>
                  <a:lnTo>
                    <a:pt x="15974" y="38886"/>
                  </a:lnTo>
                  <a:lnTo>
                    <a:pt x="16582" y="39109"/>
                  </a:lnTo>
                  <a:lnTo>
                    <a:pt x="18438" y="39126"/>
                  </a:lnTo>
                  <a:lnTo>
                    <a:pt x="20059" y="36869"/>
                  </a:lnTo>
                  <a:lnTo>
                    <a:pt x="20665" y="27762"/>
                  </a:lnTo>
                  <a:lnTo>
                    <a:pt x="21077" y="24663"/>
                  </a:lnTo>
                  <a:lnTo>
                    <a:pt x="21629" y="23988"/>
                  </a:lnTo>
                  <a:lnTo>
                    <a:pt x="22027" y="24175"/>
                  </a:lnTo>
                  <a:lnTo>
                    <a:pt x="22620" y="25725"/>
                  </a:lnTo>
                  <a:lnTo>
                    <a:pt x="21859" y="27658"/>
                  </a:lnTo>
                  <a:lnTo>
                    <a:pt x="21524" y="29147"/>
                  </a:lnTo>
                  <a:lnTo>
                    <a:pt x="21412" y="32786"/>
                  </a:lnTo>
                  <a:lnTo>
                    <a:pt x="21829" y="36315"/>
                  </a:lnTo>
                  <a:lnTo>
                    <a:pt x="22778" y="39112"/>
                  </a:lnTo>
                  <a:lnTo>
                    <a:pt x="24204" y="39466"/>
                  </a:lnTo>
                  <a:lnTo>
                    <a:pt x="25508" y="37620"/>
                  </a:lnTo>
                  <a:lnTo>
                    <a:pt x="26928" y="37239"/>
                  </a:lnTo>
                  <a:lnTo>
                    <a:pt x="28240" y="39031"/>
                  </a:lnTo>
                  <a:lnTo>
                    <a:pt x="29581" y="38722"/>
                  </a:lnTo>
                  <a:lnTo>
                    <a:pt x="30197" y="37553"/>
                  </a:lnTo>
                  <a:lnTo>
                    <a:pt x="30916" y="37045"/>
                  </a:lnTo>
                  <a:lnTo>
                    <a:pt x="31628" y="36852"/>
                  </a:lnTo>
                  <a:lnTo>
                    <a:pt x="32277" y="36160"/>
                  </a:lnTo>
                  <a:lnTo>
                    <a:pt x="33133" y="33115"/>
                  </a:lnTo>
                  <a:lnTo>
                    <a:pt x="33707" y="29681"/>
                  </a:lnTo>
                  <a:lnTo>
                    <a:pt x="34558" y="26975"/>
                  </a:lnTo>
                  <a:lnTo>
                    <a:pt x="36888" y="22467"/>
                  </a:lnTo>
                  <a:lnTo>
                    <a:pt x="37559" y="21904"/>
                  </a:lnTo>
                  <a:lnTo>
                    <a:pt x="38285" y="21599"/>
                  </a:lnTo>
                  <a:lnTo>
                    <a:pt x="39923" y="21792"/>
                  </a:lnTo>
                  <a:lnTo>
                    <a:pt x="41140" y="20190"/>
                  </a:lnTo>
                  <a:lnTo>
                    <a:pt x="41236" y="16578"/>
                  </a:lnTo>
                  <a:lnTo>
                    <a:pt x="41060" y="12913"/>
                  </a:lnTo>
                  <a:lnTo>
                    <a:pt x="39669" y="4299"/>
                  </a:lnTo>
                  <a:lnTo>
                    <a:pt x="39574" y="2931"/>
                  </a:lnTo>
                  <a:lnTo>
                    <a:pt x="39775" y="1399"/>
                  </a:lnTo>
                  <a:lnTo>
                    <a:pt x="40176" y="23"/>
                  </a:lnTo>
                  <a:lnTo>
                    <a:pt x="41542" y="0"/>
                  </a:lnTo>
                  <a:lnTo>
                    <a:pt x="42968" y="502"/>
                  </a:lnTo>
                  <a:lnTo>
                    <a:pt x="43529" y="1797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5" name="pg1194"/>
            <p:cNvSpPr/>
            <p:nvPr/>
          </p:nvSpPr>
          <p:spPr>
            <a:xfrm>
              <a:off x="5259312" y="3753484"/>
              <a:ext cx="882" cy="2418"/>
            </a:xfrm>
            <a:custGeom>
              <a:avLst/>
              <a:pathLst>
                <a:path w="882" h="2418">
                  <a:moveTo>
                    <a:pt x="836" y="1716"/>
                  </a:moveTo>
                  <a:lnTo>
                    <a:pt x="722" y="2418"/>
                  </a:lnTo>
                  <a:lnTo>
                    <a:pt x="0" y="1618"/>
                  </a:lnTo>
                  <a:lnTo>
                    <a:pt x="595" y="103"/>
                  </a:lnTo>
                  <a:lnTo>
                    <a:pt x="882" y="0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6" name="pg1195"/>
            <p:cNvSpPr/>
            <p:nvPr/>
          </p:nvSpPr>
          <p:spPr>
            <a:xfrm>
              <a:off x="5246377" y="3723981"/>
              <a:ext cx="1571" cy="5272"/>
            </a:xfrm>
            <a:custGeom>
              <a:avLst/>
              <a:pathLst>
                <a:path w="1571" h="5272">
                  <a:moveTo>
                    <a:pt x="1571" y="2677"/>
                  </a:moveTo>
                  <a:lnTo>
                    <a:pt x="1270" y="5272"/>
                  </a:lnTo>
                  <a:lnTo>
                    <a:pt x="515" y="3754"/>
                  </a:lnTo>
                  <a:lnTo>
                    <a:pt x="0" y="1561"/>
                  </a:lnTo>
                  <a:lnTo>
                    <a:pt x="329" y="582"/>
                  </a:lnTo>
                  <a:lnTo>
                    <a:pt x="1178" y="0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7" name="pg1196"/>
            <p:cNvSpPr/>
            <p:nvPr/>
          </p:nvSpPr>
          <p:spPr>
            <a:xfrm>
              <a:off x="5239113" y="3718155"/>
              <a:ext cx="1784" cy="4498"/>
            </a:xfrm>
            <a:custGeom>
              <a:avLst/>
              <a:pathLst>
                <a:path w="1784" h="4498">
                  <a:moveTo>
                    <a:pt x="1784" y="3006"/>
                  </a:moveTo>
                  <a:lnTo>
                    <a:pt x="1652" y="4498"/>
                  </a:lnTo>
                  <a:lnTo>
                    <a:pt x="1267" y="4412"/>
                  </a:lnTo>
                  <a:lnTo>
                    <a:pt x="203" y="1491"/>
                  </a:lnTo>
                  <a:lnTo>
                    <a:pt x="0" y="735"/>
                  </a:lnTo>
                  <a:lnTo>
                    <a:pt x="248" y="0"/>
                  </a:lnTo>
                  <a:lnTo>
                    <a:pt x="1481" y="2152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8" name="pg1197"/>
            <p:cNvSpPr/>
            <p:nvPr/>
          </p:nvSpPr>
          <p:spPr>
            <a:xfrm>
              <a:off x="5238806" y="3714106"/>
              <a:ext cx="1006" cy="3598"/>
            </a:xfrm>
            <a:custGeom>
              <a:avLst/>
              <a:pathLst>
                <a:path w="1006" h="3598">
                  <a:moveTo>
                    <a:pt x="338" y="3592"/>
                  </a:moveTo>
                  <a:lnTo>
                    <a:pt x="44" y="3598"/>
                  </a:lnTo>
                  <a:lnTo>
                    <a:pt x="0" y="1240"/>
                  </a:lnTo>
                  <a:lnTo>
                    <a:pt x="204" y="0"/>
                  </a:lnTo>
                  <a:lnTo>
                    <a:pt x="890" y="862"/>
                  </a:lnTo>
                  <a:lnTo>
                    <a:pt x="1006" y="2972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9" name="pg1198"/>
            <p:cNvSpPr/>
            <p:nvPr/>
          </p:nvSpPr>
          <p:spPr>
            <a:xfrm>
              <a:off x="5102236" y="3711186"/>
              <a:ext cx="123240" cy="237725"/>
            </a:xfrm>
            <a:custGeom>
              <a:avLst/>
              <a:pathLst>
                <a:path w="123240" h="237725">
                  <a:moveTo>
                    <a:pt x="1405" y="192334"/>
                  </a:moveTo>
                  <a:lnTo>
                    <a:pt x="1402" y="191944"/>
                  </a:lnTo>
                  <a:lnTo>
                    <a:pt x="1402" y="185936"/>
                  </a:lnTo>
                  <a:lnTo>
                    <a:pt x="1401" y="179928"/>
                  </a:lnTo>
                  <a:lnTo>
                    <a:pt x="1400" y="173923"/>
                  </a:lnTo>
                  <a:lnTo>
                    <a:pt x="1398" y="167915"/>
                  </a:lnTo>
                  <a:lnTo>
                    <a:pt x="1397" y="161907"/>
                  </a:lnTo>
                  <a:lnTo>
                    <a:pt x="1397" y="155900"/>
                  </a:lnTo>
                  <a:lnTo>
                    <a:pt x="1396" y="149895"/>
                  </a:lnTo>
                  <a:lnTo>
                    <a:pt x="1395" y="143887"/>
                  </a:lnTo>
                  <a:lnTo>
                    <a:pt x="1394" y="137879"/>
                  </a:lnTo>
                  <a:lnTo>
                    <a:pt x="1393" y="131871"/>
                  </a:lnTo>
                  <a:lnTo>
                    <a:pt x="1393" y="126931"/>
                  </a:lnTo>
                  <a:lnTo>
                    <a:pt x="706" y="125000"/>
                  </a:lnTo>
                  <a:lnTo>
                    <a:pt x="0" y="122045"/>
                  </a:lnTo>
                  <a:lnTo>
                    <a:pt x="151" y="118248"/>
                  </a:lnTo>
                  <a:lnTo>
                    <a:pt x="1008" y="113541"/>
                  </a:lnTo>
                  <a:lnTo>
                    <a:pt x="1390" y="110404"/>
                  </a:lnTo>
                  <a:lnTo>
                    <a:pt x="1390" y="107842"/>
                  </a:lnTo>
                  <a:lnTo>
                    <a:pt x="1389" y="101837"/>
                  </a:lnTo>
                  <a:lnTo>
                    <a:pt x="1388" y="95829"/>
                  </a:lnTo>
                  <a:lnTo>
                    <a:pt x="1386" y="89821"/>
                  </a:lnTo>
                  <a:lnTo>
                    <a:pt x="1385" y="83813"/>
                  </a:lnTo>
                  <a:lnTo>
                    <a:pt x="1385" y="77808"/>
                  </a:lnTo>
                  <a:lnTo>
                    <a:pt x="1384" y="71800"/>
                  </a:lnTo>
                  <a:lnTo>
                    <a:pt x="1383" y="65792"/>
                  </a:lnTo>
                  <a:lnTo>
                    <a:pt x="1382" y="59784"/>
                  </a:lnTo>
                  <a:lnTo>
                    <a:pt x="1380" y="53779"/>
                  </a:lnTo>
                  <a:lnTo>
                    <a:pt x="1380" y="47771"/>
                  </a:lnTo>
                  <a:lnTo>
                    <a:pt x="1378" y="41764"/>
                  </a:lnTo>
                  <a:lnTo>
                    <a:pt x="1378" y="35756"/>
                  </a:lnTo>
                  <a:lnTo>
                    <a:pt x="1377" y="29751"/>
                  </a:lnTo>
                  <a:lnTo>
                    <a:pt x="1376" y="23743"/>
                  </a:lnTo>
                  <a:lnTo>
                    <a:pt x="1374" y="17735"/>
                  </a:lnTo>
                  <a:lnTo>
                    <a:pt x="1373" y="11727"/>
                  </a:lnTo>
                  <a:lnTo>
                    <a:pt x="1372" y="5722"/>
                  </a:lnTo>
                  <a:lnTo>
                    <a:pt x="1371" y="0"/>
                  </a:lnTo>
                  <a:lnTo>
                    <a:pt x="1740" y="11"/>
                  </a:lnTo>
                  <a:lnTo>
                    <a:pt x="2992" y="46"/>
                  </a:lnTo>
                  <a:lnTo>
                    <a:pt x="3989" y="533"/>
                  </a:lnTo>
                  <a:lnTo>
                    <a:pt x="10174" y="6951"/>
                  </a:lnTo>
                  <a:lnTo>
                    <a:pt x="12021" y="9525"/>
                  </a:lnTo>
                  <a:lnTo>
                    <a:pt x="12650" y="10128"/>
                  </a:lnTo>
                  <a:lnTo>
                    <a:pt x="13271" y="10151"/>
                  </a:lnTo>
                  <a:lnTo>
                    <a:pt x="13862" y="10454"/>
                  </a:lnTo>
                  <a:lnTo>
                    <a:pt x="16649" y="13998"/>
                  </a:lnTo>
                  <a:lnTo>
                    <a:pt x="20813" y="17576"/>
                  </a:lnTo>
                  <a:lnTo>
                    <a:pt x="25208" y="21007"/>
                  </a:lnTo>
                  <a:lnTo>
                    <a:pt x="26571" y="21723"/>
                  </a:lnTo>
                  <a:lnTo>
                    <a:pt x="27982" y="22023"/>
                  </a:lnTo>
                  <a:lnTo>
                    <a:pt x="31047" y="23212"/>
                  </a:lnTo>
                  <a:lnTo>
                    <a:pt x="32659" y="24271"/>
                  </a:lnTo>
                  <a:lnTo>
                    <a:pt x="35023" y="28472"/>
                  </a:lnTo>
                  <a:lnTo>
                    <a:pt x="36215" y="29771"/>
                  </a:lnTo>
                  <a:lnTo>
                    <a:pt x="37332" y="32140"/>
                  </a:lnTo>
                  <a:lnTo>
                    <a:pt x="38913" y="34685"/>
                  </a:lnTo>
                  <a:lnTo>
                    <a:pt x="39538" y="35323"/>
                  </a:lnTo>
                  <a:lnTo>
                    <a:pt x="40223" y="35620"/>
                  </a:lnTo>
                  <a:lnTo>
                    <a:pt x="41778" y="35709"/>
                  </a:lnTo>
                  <a:lnTo>
                    <a:pt x="43338" y="35251"/>
                  </a:lnTo>
                  <a:lnTo>
                    <a:pt x="43982" y="35455"/>
                  </a:lnTo>
                  <a:lnTo>
                    <a:pt x="44613" y="35917"/>
                  </a:lnTo>
                  <a:lnTo>
                    <a:pt x="45190" y="36803"/>
                  </a:lnTo>
                  <a:lnTo>
                    <a:pt x="45483" y="38511"/>
                  </a:lnTo>
                  <a:lnTo>
                    <a:pt x="46451" y="40875"/>
                  </a:lnTo>
                  <a:lnTo>
                    <a:pt x="47824" y="41940"/>
                  </a:lnTo>
                  <a:lnTo>
                    <a:pt x="49126" y="44078"/>
                  </a:lnTo>
                  <a:lnTo>
                    <a:pt x="50299" y="46640"/>
                  </a:lnTo>
                  <a:lnTo>
                    <a:pt x="51161" y="49220"/>
                  </a:lnTo>
                  <a:lnTo>
                    <a:pt x="52141" y="51396"/>
                  </a:lnTo>
                  <a:lnTo>
                    <a:pt x="53625" y="52316"/>
                  </a:lnTo>
                  <a:lnTo>
                    <a:pt x="55186" y="52463"/>
                  </a:lnTo>
                  <a:lnTo>
                    <a:pt x="60522" y="65400"/>
                  </a:lnTo>
                  <a:lnTo>
                    <a:pt x="60783" y="67397"/>
                  </a:lnTo>
                  <a:lnTo>
                    <a:pt x="60842" y="75886"/>
                  </a:lnTo>
                  <a:lnTo>
                    <a:pt x="60254" y="82520"/>
                  </a:lnTo>
                  <a:lnTo>
                    <a:pt x="61582" y="84555"/>
                  </a:lnTo>
                  <a:lnTo>
                    <a:pt x="63391" y="85317"/>
                  </a:lnTo>
                  <a:lnTo>
                    <a:pt x="65932" y="86736"/>
                  </a:lnTo>
                  <a:lnTo>
                    <a:pt x="68376" y="88849"/>
                  </a:lnTo>
                  <a:lnTo>
                    <a:pt x="76160" y="97791"/>
                  </a:lnTo>
                  <a:lnTo>
                    <a:pt x="77229" y="98553"/>
                  </a:lnTo>
                  <a:lnTo>
                    <a:pt x="78801" y="98842"/>
                  </a:lnTo>
                  <a:lnTo>
                    <a:pt x="80386" y="98723"/>
                  </a:lnTo>
                  <a:lnTo>
                    <a:pt x="80954" y="99179"/>
                  </a:lnTo>
                  <a:lnTo>
                    <a:pt x="82136" y="100801"/>
                  </a:lnTo>
                  <a:lnTo>
                    <a:pt x="82730" y="101860"/>
                  </a:lnTo>
                  <a:lnTo>
                    <a:pt x="83796" y="104751"/>
                  </a:lnTo>
                  <a:lnTo>
                    <a:pt x="84747" y="107894"/>
                  </a:lnTo>
                  <a:lnTo>
                    <a:pt x="85152" y="108791"/>
                  </a:lnTo>
                  <a:lnTo>
                    <a:pt x="85635" y="109493"/>
                  </a:lnTo>
                  <a:lnTo>
                    <a:pt x="85912" y="111201"/>
                  </a:lnTo>
                  <a:lnTo>
                    <a:pt x="86282" y="116464"/>
                  </a:lnTo>
                  <a:lnTo>
                    <a:pt x="86171" y="119751"/>
                  </a:lnTo>
                  <a:lnTo>
                    <a:pt x="85738" y="120969"/>
                  </a:lnTo>
                  <a:lnTo>
                    <a:pt x="84494" y="121560"/>
                  </a:lnTo>
                  <a:lnTo>
                    <a:pt x="80128" y="122114"/>
                  </a:lnTo>
                  <a:lnTo>
                    <a:pt x="77208" y="121503"/>
                  </a:lnTo>
                  <a:lnTo>
                    <a:pt x="75165" y="124824"/>
                  </a:lnTo>
                  <a:lnTo>
                    <a:pt x="75111" y="126273"/>
                  </a:lnTo>
                  <a:lnTo>
                    <a:pt x="75253" y="127623"/>
                  </a:lnTo>
                  <a:lnTo>
                    <a:pt x="77032" y="134661"/>
                  </a:lnTo>
                  <a:lnTo>
                    <a:pt x="78083" y="140900"/>
                  </a:lnTo>
                  <a:lnTo>
                    <a:pt x="78948" y="143439"/>
                  </a:lnTo>
                  <a:lnTo>
                    <a:pt x="80246" y="145500"/>
                  </a:lnTo>
                  <a:lnTo>
                    <a:pt x="81401" y="147935"/>
                  </a:lnTo>
                  <a:lnTo>
                    <a:pt x="82464" y="150734"/>
                  </a:lnTo>
                  <a:lnTo>
                    <a:pt x="84676" y="155620"/>
                  </a:lnTo>
                  <a:lnTo>
                    <a:pt x="85879" y="157429"/>
                  </a:lnTo>
                  <a:lnTo>
                    <a:pt x="87289" y="158549"/>
                  </a:lnTo>
                  <a:lnTo>
                    <a:pt x="89642" y="162337"/>
                  </a:lnTo>
                  <a:lnTo>
                    <a:pt x="89952" y="164011"/>
                  </a:lnTo>
                  <a:lnTo>
                    <a:pt x="90625" y="169283"/>
                  </a:lnTo>
                  <a:lnTo>
                    <a:pt x="90915" y="172859"/>
                  </a:lnTo>
                  <a:lnTo>
                    <a:pt x="90960" y="174333"/>
                  </a:lnTo>
                  <a:lnTo>
                    <a:pt x="91124" y="175655"/>
                  </a:lnTo>
                  <a:lnTo>
                    <a:pt x="93192" y="178895"/>
                  </a:lnTo>
                  <a:lnTo>
                    <a:pt x="93645" y="179799"/>
                  </a:lnTo>
                  <a:lnTo>
                    <a:pt x="94567" y="187010"/>
                  </a:lnTo>
                  <a:lnTo>
                    <a:pt x="95273" y="190354"/>
                  </a:lnTo>
                  <a:lnTo>
                    <a:pt x="96462" y="191543"/>
                  </a:lnTo>
                  <a:lnTo>
                    <a:pt x="97848" y="191468"/>
                  </a:lnTo>
                  <a:lnTo>
                    <a:pt x="101620" y="189324"/>
                  </a:lnTo>
                  <a:lnTo>
                    <a:pt x="102166" y="189255"/>
                  </a:lnTo>
                  <a:lnTo>
                    <a:pt x="102865" y="189748"/>
                  </a:lnTo>
                  <a:lnTo>
                    <a:pt x="103473" y="190923"/>
                  </a:lnTo>
                  <a:lnTo>
                    <a:pt x="103676" y="194166"/>
                  </a:lnTo>
                  <a:lnTo>
                    <a:pt x="103085" y="197568"/>
                  </a:lnTo>
                  <a:lnTo>
                    <a:pt x="102922" y="200846"/>
                  </a:lnTo>
                  <a:lnTo>
                    <a:pt x="103665" y="203536"/>
                  </a:lnTo>
                  <a:lnTo>
                    <a:pt x="105584" y="205634"/>
                  </a:lnTo>
                  <a:lnTo>
                    <a:pt x="106288" y="206208"/>
                  </a:lnTo>
                  <a:lnTo>
                    <a:pt x="109743" y="206877"/>
                  </a:lnTo>
                  <a:lnTo>
                    <a:pt x="111099" y="207443"/>
                  </a:lnTo>
                  <a:lnTo>
                    <a:pt x="112431" y="208349"/>
                  </a:lnTo>
                  <a:lnTo>
                    <a:pt x="112893" y="209160"/>
                  </a:lnTo>
                  <a:lnTo>
                    <a:pt x="112568" y="210603"/>
                  </a:lnTo>
                  <a:lnTo>
                    <a:pt x="111871" y="211307"/>
                  </a:lnTo>
                  <a:lnTo>
                    <a:pt x="111083" y="211596"/>
                  </a:lnTo>
                  <a:lnTo>
                    <a:pt x="109811" y="212637"/>
                  </a:lnTo>
                  <a:lnTo>
                    <a:pt x="109834" y="214493"/>
                  </a:lnTo>
                  <a:lnTo>
                    <a:pt x="110552" y="216429"/>
                  </a:lnTo>
                  <a:lnTo>
                    <a:pt x="111207" y="218758"/>
                  </a:lnTo>
                  <a:lnTo>
                    <a:pt x="111759" y="219603"/>
                  </a:lnTo>
                  <a:lnTo>
                    <a:pt x="112357" y="220169"/>
                  </a:lnTo>
                  <a:lnTo>
                    <a:pt x="113850" y="220977"/>
                  </a:lnTo>
                  <a:lnTo>
                    <a:pt x="115302" y="222085"/>
                  </a:lnTo>
                  <a:lnTo>
                    <a:pt x="116260" y="223187"/>
                  </a:lnTo>
                  <a:lnTo>
                    <a:pt x="117249" y="223978"/>
                  </a:lnTo>
                  <a:lnTo>
                    <a:pt x="119407" y="224483"/>
                  </a:lnTo>
                  <a:lnTo>
                    <a:pt x="120988" y="225972"/>
                  </a:lnTo>
                  <a:lnTo>
                    <a:pt x="123240" y="225348"/>
                  </a:lnTo>
                  <a:lnTo>
                    <a:pt x="121288" y="227767"/>
                  </a:lnTo>
                  <a:lnTo>
                    <a:pt x="120615" y="228361"/>
                  </a:lnTo>
                  <a:lnTo>
                    <a:pt x="118262" y="227455"/>
                  </a:lnTo>
                  <a:lnTo>
                    <a:pt x="117820" y="228399"/>
                  </a:lnTo>
                  <a:lnTo>
                    <a:pt x="118789" y="230955"/>
                  </a:lnTo>
                  <a:lnTo>
                    <a:pt x="120228" y="232678"/>
                  </a:lnTo>
                  <a:lnTo>
                    <a:pt x="120743" y="233679"/>
                  </a:lnTo>
                  <a:lnTo>
                    <a:pt x="120383" y="234851"/>
                  </a:lnTo>
                  <a:lnTo>
                    <a:pt x="118710" y="237194"/>
                  </a:lnTo>
                  <a:lnTo>
                    <a:pt x="118011" y="237537"/>
                  </a:lnTo>
                  <a:lnTo>
                    <a:pt x="116705" y="237725"/>
                  </a:lnTo>
                  <a:lnTo>
                    <a:pt x="114514" y="236715"/>
                  </a:lnTo>
                  <a:lnTo>
                    <a:pt x="112964" y="235428"/>
                  </a:lnTo>
                  <a:lnTo>
                    <a:pt x="112529" y="233671"/>
                  </a:lnTo>
                  <a:lnTo>
                    <a:pt x="112116" y="232635"/>
                  </a:lnTo>
                  <a:lnTo>
                    <a:pt x="110718" y="230159"/>
                  </a:lnTo>
                  <a:lnTo>
                    <a:pt x="109723" y="228805"/>
                  </a:lnTo>
                  <a:lnTo>
                    <a:pt x="108455" y="228347"/>
                  </a:lnTo>
                  <a:lnTo>
                    <a:pt x="107134" y="228376"/>
                  </a:lnTo>
                  <a:lnTo>
                    <a:pt x="104769" y="226936"/>
                  </a:lnTo>
                  <a:lnTo>
                    <a:pt x="99637" y="225914"/>
                  </a:lnTo>
                  <a:lnTo>
                    <a:pt x="98414" y="225288"/>
                  </a:lnTo>
                  <a:lnTo>
                    <a:pt x="96874" y="223305"/>
                  </a:lnTo>
                  <a:lnTo>
                    <a:pt x="96150" y="223023"/>
                  </a:lnTo>
                  <a:lnTo>
                    <a:pt x="95373" y="223646"/>
                  </a:lnTo>
                  <a:lnTo>
                    <a:pt x="93391" y="224030"/>
                  </a:lnTo>
                  <a:lnTo>
                    <a:pt x="92809" y="223854"/>
                  </a:lnTo>
                  <a:lnTo>
                    <a:pt x="91394" y="222163"/>
                  </a:lnTo>
                  <a:lnTo>
                    <a:pt x="89934" y="221545"/>
                  </a:lnTo>
                  <a:lnTo>
                    <a:pt x="89327" y="222053"/>
                  </a:lnTo>
                  <a:lnTo>
                    <a:pt x="88711" y="222166"/>
                  </a:lnTo>
                  <a:lnTo>
                    <a:pt x="86722" y="220957"/>
                  </a:lnTo>
                  <a:lnTo>
                    <a:pt x="85223" y="220446"/>
                  </a:lnTo>
                  <a:lnTo>
                    <a:pt x="83991" y="218761"/>
                  </a:lnTo>
                  <a:lnTo>
                    <a:pt x="83319" y="217185"/>
                  </a:lnTo>
                  <a:lnTo>
                    <a:pt x="82563" y="215785"/>
                  </a:lnTo>
                  <a:lnTo>
                    <a:pt x="81864" y="212181"/>
                  </a:lnTo>
                  <a:lnTo>
                    <a:pt x="80776" y="208762"/>
                  </a:lnTo>
                  <a:lnTo>
                    <a:pt x="79426" y="205951"/>
                  </a:lnTo>
                  <a:lnTo>
                    <a:pt x="76533" y="201415"/>
                  </a:lnTo>
                  <a:lnTo>
                    <a:pt x="75950" y="200287"/>
                  </a:lnTo>
                  <a:lnTo>
                    <a:pt x="74817" y="196128"/>
                  </a:lnTo>
                  <a:lnTo>
                    <a:pt x="74878" y="193373"/>
                  </a:lnTo>
                  <a:lnTo>
                    <a:pt x="75291" y="190585"/>
                  </a:lnTo>
                  <a:lnTo>
                    <a:pt x="74667" y="191534"/>
                  </a:lnTo>
                  <a:lnTo>
                    <a:pt x="73964" y="191416"/>
                  </a:lnTo>
                  <a:lnTo>
                    <a:pt x="71993" y="189575"/>
                  </a:lnTo>
                  <a:lnTo>
                    <a:pt x="71182" y="187382"/>
                  </a:lnTo>
                  <a:lnTo>
                    <a:pt x="69865" y="181429"/>
                  </a:lnTo>
                  <a:lnTo>
                    <a:pt x="69023" y="178292"/>
                  </a:lnTo>
                  <a:lnTo>
                    <a:pt x="67056" y="172737"/>
                  </a:lnTo>
                  <a:lnTo>
                    <a:pt x="66490" y="169439"/>
                  </a:lnTo>
                  <a:lnTo>
                    <a:pt x="65669" y="166556"/>
                  </a:lnTo>
                  <a:lnTo>
                    <a:pt x="65162" y="165489"/>
                  </a:lnTo>
                  <a:lnTo>
                    <a:pt x="64740" y="164254"/>
                  </a:lnTo>
                  <a:lnTo>
                    <a:pt x="64366" y="162649"/>
                  </a:lnTo>
                  <a:lnTo>
                    <a:pt x="63807" y="161532"/>
                  </a:lnTo>
                  <a:lnTo>
                    <a:pt x="61065" y="159062"/>
                  </a:lnTo>
                  <a:lnTo>
                    <a:pt x="60582" y="158283"/>
                  </a:lnTo>
                  <a:lnTo>
                    <a:pt x="60050" y="157870"/>
                  </a:lnTo>
                  <a:lnTo>
                    <a:pt x="58010" y="157617"/>
                  </a:lnTo>
                  <a:lnTo>
                    <a:pt x="56830" y="157210"/>
                  </a:lnTo>
                  <a:lnTo>
                    <a:pt x="54605" y="155187"/>
                  </a:lnTo>
                  <a:lnTo>
                    <a:pt x="53456" y="154581"/>
                  </a:lnTo>
                  <a:lnTo>
                    <a:pt x="52074" y="154197"/>
                  </a:lnTo>
                  <a:lnTo>
                    <a:pt x="50735" y="153429"/>
                  </a:lnTo>
                  <a:lnTo>
                    <a:pt x="50082" y="152676"/>
                  </a:lnTo>
                  <a:lnTo>
                    <a:pt x="49643" y="151404"/>
                  </a:lnTo>
                  <a:lnTo>
                    <a:pt x="49383" y="148388"/>
                  </a:lnTo>
                  <a:lnTo>
                    <a:pt x="48262" y="148711"/>
                  </a:lnTo>
                  <a:lnTo>
                    <a:pt x="47163" y="148189"/>
                  </a:lnTo>
                  <a:lnTo>
                    <a:pt x="46097" y="147130"/>
                  </a:lnTo>
                  <a:lnTo>
                    <a:pt x="45010" y="146492"/>
                  </a:lnTo>
                  <a:lnTo>
                    <a:pt x="44267" y="147401"/>
                  </a:lnTo>
                  <a:lnTo>
                    <a:pt x="44040" y="149802"/>
                  </a:lnTo>
                  <a:lnTo>
                    <a:pt x="43696" y="149926"/>
                  </a:lnTo>
                  <a:lnTo>
                    <a:pt x="43060" y="149436"/>
                  </a:lnTo>
                  <a:lnTo>
                    <a:pt x="42743" y="149724"/>
                  </a:lnTo>
                  <a:lnTo>
                    <a:pt x="42053" y="150832"/>
                  </a:lnTo>
                  <a:lnTo>
                    <a:pt x="41499" y="152330"/>
                  </a:lnTo>
                  <a:lnTo>
                    <a:pt x="40481" y="152102"/>
                  </a:lnTo>
                  <a:lnTo>
                    <a:pt x="38393" y="150587"/>
                  </a:lnTo>
                  <a:lnTo>
                    <a:pt x="37463" y="149638"/>
                  </a:lnTo>
                  <a:lnTo>
                    <a:pt x="36672" y="147927"/>
                  </a:lnTo>
                  <a:lnTo>
                    <a:pt x="35992" y="145982"/>
                  </a:lnTo>
                  <a:lnTo>
                    <a:pt x="35304" y="144449"/>
                  </a:lnTo>
                  <a:lnTo>
                    <a:pt x="34460" y="143330"/>
                  </a:lnTo>
                  <a:lnTo>
                    <a:pt x="35536" y="145973"/>
                  </a:lnTo>
                  <a:lnTo>
                    <a:pt x="38006" y="157628"/>
                  </a:lnTo>
                  <a:lnTo>
                    <a:pt x="37388" y="157853"/>
                  </a:lnTo>
                  <a:lnTo>
                    <a:pt x="36751" y="157559"/>
                  </a:lnTo>
                  <a:lnTo>
                    <a:pt x="37336" y="159798"/>
                  </a:lnTo>
                  <a:lnTo>
                    <a:pt x="36662" y="160136"/>
                  </a:lnTo>
                  <a:lnTo>
                    <a:pt x="35995" y="160110"/>
                  </a:lnTo>
                  <a:lnTo>
                    <a:pt x="34585" y="159143"/>
                  </a:lnTo>
                  <a:lnTo>
                    <a:pt x="33184" y="158823"/>
                  </a:lnTo>
                  <a:lnTo>
                    <a:pt x="32772" y="159296"/>
                  </a:lnTo>
                  <a:lnTo>
                    <a:pt x="33069" y="160136"/>
                  </a:lnTo>
                  <a:lnTo>
                    <a:pt x="33560" y="162606"/>
                  </a:lnTo>
                  <a:lnTo>
                    <a:pt x="33952" y="165197"/>
                  </a:lnTo>
                  <a:lnTo>
                    <a:pt x="31931" y="166363"/>
                  </a:lnTo>
                  <a:lnTo>
                    <a:pt x="29858" y="167073"/>
                  </a:lnTo>
                  <a:lnTo>
                    <a:pt x="27550" y="168472"/>
                  </a:lnTo>
                  <a:lnTo>
                    <a:pt x="25212" y="168568"/>
                  </a:lnTo>
                  <a:lnTo>
                    <a:pt x="24013" y="167771"/>
                  </a:lnTo>
                  <a:lnTo>
                    <a:pt x="22782" y="167321"/>
                  </a:lnTo>
                  <a:lnTo>
                    <a:pt x="21628" y="167771"/>
                  </a:lnTo>
                  <a:lnTo>
                    <a:pt x="20506" y="168781"/>
                  </a:lnTo>
                  <a:lnTo>
                    <a:pt x="19561" y="168620"/>
                  </a:lnTo>
                  <a:lnTo>
                    <a:pt x="18965" y="166802"/>
                  </a:lnTo>
                  <a:lnTo>
                    <a:pt x="18684" y="165422"/>
                  </a:lnTo>
                  <a:lnTo>
                    <a:pt x="18326" y="164225"/>
                  </a:lnTo>
                  <a:lnTo>
                    <a:pt x="17443" y="164415"/>
                  </a:lnTo>
                  <a:lnTo>
                    <a:pt x="16591" y="165062"/>
                  </a:lnTo>
                  <a:lnTo>
                    <a:pt x="18050" y="165137"/>
                  </a:lnTo>
                  <a:lnTo>
                    <a:pt x="18488" y="166663"/>
                  </a:lnTo>
                  <a:lnTo>
                    <a:pt x="18864" y="168516"/>
                  </a:lnTo>
                  <a:lnTo>
                    <a:pt x="19897" y="170192"/>
                  </a:lnTo>
                  <a:lnTo>
                    <a:pt x="21146" y="169194"/>
                  </a:lnTo>
                  <a:lnTo>
                    <a:pt x="23885" y="169471"/>
                  </a:lnTo>
                  <a:lnTo>
                    <a:pt x="26547" y="172391"/>
                  </a:lnTo>
                  <a:lnTo>
                    <a:pt x="27178" y="172726"/>
                  </a:lnTo>
                  <a:lnTo>
                    <a:pt x="27758" y="173297"/>
                  </a:lnTo>
                  <a:lnTo>
                    <a:pt x="29129" y="176183"/>
                  </a:lnTo>
                  <a:lnTo>
                    <a:pt x="30163" y="178806"/>
                  </a:lnTo>
                  <a:lnTo>
                    <a:pt x="31033" y="181798"/>
                  </a:lnTo>
                  <a:lnTo>
                    <a:pt x="31218" y="182970"/>
                  </a:lnTo>
                  <a:lnTo>
                    <a:pt x="31160" y="186112"/>
                  </a:lnTo>
                  <a:lnTo>
                    <a:pt x="30897" y="187673"/>
                  </a:lnTo>
                  <a:lnTo>
                    <a:pt x="29178" y="189887"/>
                  </a:lnTo>
                  <a:lnTo>
                    <a:pt x="27344" y="191558"/>
                  </a:lnTo>
                  <a:lnTo>
                    <a:pt x="24641" y="194813"/>
                  </a:lnTo>
                  <a:lnTo>
                    <a:pt x="22024" y="198512"/>
                  </a:lnTo>
                  <a:lnTo>
                    <a:pt x="20650" y="197788"/>
                  </a:lnTo>
                  <a:lnTo>
                    <a:pt x="19409" y="195828"/>
                  </a:lnTo>
                  <a:lnTo>
                    <a:pt x="18929" y="195297"/>
                  </a:lnTo>
                  <a:lnTo>
                    <a:pt x="17651" y="194230"/>
                  </a:lnTo>
                  <a:lnTo>
                    <a:pt x="16872" y="193846"/>
                  </a:lnTo>
                  <a:lnTo>
                    <a:pt x="13778" y="194680"/>
                  </a:lnTo>
                  <a:lnTo>
                    <a:pt x="10674" y="195107"/>
                  </a:lnTo>
                  <a:lnTo>
                    <a:pt x="9369" y="195069"/>
                  </a:lnTo>
                  <a:lnTo>
                    <a:pt x="8100" y="194443"/>
                  </a:lnTo>
                  <a:lnTo>
                    <a:pt x="6705" y="193277"/>
                  </a:lnTo>
                  <a:lnTo>
                    <a:pt x="5322" y="193794"/>
                  </a:lnTo>
                  <a:lnTo>
                    <a:pt x="4376" y="195162"/>
                  </a:lnTo>
                  <a:lnTo>
                    <a:pt x="3342" y="195364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0" name="pg1199"/>
            <p:cNvSpPr/>
            <p:nvPr/>
          </p:nvSpPr>
          <p:spPr>
            <a:xfrm>
              <a:off x="5224200" y="3710098"/>
              <a:ext cx="29447" cy="66765"/>
            </a:xfrm>
            <a:custGeom>
              <a:avLst/>
              <a:pathLst>
                <a:path w="29447" h="66765">
                  <a:moveTo>
                    <a:pt x="27391" y="64517"/>
                  </a:moveTo>
                  <a:lnTo>
                    <a:pt x="26476" y="66765"/>
                  </a:lnTo>
                  <a:lnTo>
                    <a:pt x="25907" y="64670"/>
                  </a:lnTo>
                  <a:lnTo>
                    <a:pt x="25178" y="62834"/>
                  </a:lnTo>
                  <a:lnTo>
                    <a:pt x="24603" y="60956"/>
                  </a:lnTo>
                  <a:lnTo>
                    <a:pt x="23872" y="56896"/>
                  </a:lnTo>
                  <a:lnTo>
                    <a:pt x="23836" y="54850"/>
                  </a:lnTo>
                  <a:lnTo>
                    <a:pt x="24028" y="52686"/>
                  </a:lnTo>
                  <a:lnTo>
                    <a:pt x="24071" y="50501"/>
                  </a:lnTo>
                  <a:lnTo>
                    <a:pt x="23718" y="46063"/>
                  </a:lnTo>
                  <a:lnTo>
                    <a:pt x="22857" y="42015"/>
                  </a:lnTo>
                  <a:lnTo>
                    <a:pt x="19862" y="32362"/>
                  </a:lnTo>
                  <a:lnTo>
                    <a:pt x="18920" y="29828"/>
                  </a:lnTo>
                  <a:lnTo>
                    <a:pt x="17844" y="27566"/>
                  </a:lnTo>
                  <a:lnTo>
                    <a:pt x="17155" y="27012"/>
                  </a:lnTo>
                  <a:lnTo>
                    <a:pt x="15759" y="26470"/>
                  </a:lnTo>
                  <a:lnTo>
                    <a:pt x="15139" y="26016"/>
                  </a:lnTo>
                  <a:lnTo>
                    <a:pt x="13989" y="24441"/>
                  </a:lnTo>
                  <a:lnTo>
                    <a:pt x="12920" y="22603"/>
                  </a:lnTo>
                  <a:lnTo>
                    <a:pt x="10271" y="17155"/>
                  </a:lnTo>
                  <a:lnTo>
                    <a:pt x="8871" y="15614"/>
                  </a:lnTo>
                  <a:lnTo>
                    <a:pt x="8131" y="13709"/>
                  </a:lnTo>
                  <a:lnTo>
                    <a:pt x="3957" y="7566"/>
                  </a:lnTo>
                  <a:lnTo>
                    <a:pt x="2739" y="6114"/>
                  </a:lnTo>
                  <a:lnTo>
                    <a:pt x="1255" y="6111"/>
                  </a:lnTo>
                  <a:lnTo>
                    <a:pt x="0" y="4902"/>
                  </a:lnTo>
                  <a:lnTo>
                    <a:pt x="991" y="4135"/>
                  </a:lnTo>
                  <a:lnTo>
                    <a:pt x="1195" y="2086"/>
                  </a:lnTo>
                  <a:lnTo>
                    <a:pt x="978" y="0"/>
                  </a:lnTo>
                  <a:lnTo>
                    <a:pt x="3075" y="3407"/>
                  </a:lnTo>
                  <a:lnTo>
                    <a:pt x="5287" y="6385"/>
                  </a:lnTo>
                  <a:lnTo>
                    <a:pt x="5927" y="8786"/>
                  </a:lnTo>
                  <a:lnTo>
                    <a:pt x="7017" y="8933"/>
                  </a:lnTo>
                  <a:lnTo>
                    <a:pt x="8999" y="10919"/>
                  </a:lnTo>
                  <a:lnTo>
                    <a:pt x="10361" y="12708"/>
                  </a:lnTo>
                  <a:lnTo>
                    <a:pt x="11645" y="14771"/>
                  </a:lnTo>
                  <a:lnTo>
                    <a:pt x="13092" y="17726"/>
                  </a:lnTo>
                  <a:lnTo>
                    <a:pt x="15879" y="20046"/>
                  </a:lnTo>
                  <a:lnTo>
                    <a:pt x="16275" y="20889"/>
                  </a:lnTo>
                  <a:lnTo>
                    <a:pt x="17686" y="24744"/>
                  </a:lnTo>
                  <a:lnTo>
                    <a:pt x="19538" y="28013"/>
                  </a:lnTo>
                  <a:lnTo>
                    <a:pt x="20167" y="29814"/>
                  </a:lnTo>
                  <a:lnTo>
                    <a:pt x="28020" y="45290"/>
                  </a:lnTo>
                  <a:lnTo>
                    <a:pt x="29345" y="49624"/>
                  </a:lnTo>
                  <a:lnTo>
                    <a:pt x="29447" y="52582"/>
                  </a:lnTo>
                  <a:lnTo>
                    <a:pt x="29188" y="53742"/>
                  </a:lnTo>
                  <a:lnTo>
                    <a:pt x="28359" y="56244"/>
                  </a:lnTo>
                  <a:lnTo>
                    <a:pt x="28375" y="59199"/>
                  </a:lnTo>
                  <a:lnTo>
                    <a:pt x="28099" y="61856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1" name="pg1200"/>
            <p:cNvSpPr/>
            <p:nvPr/>
          </p:nvSpPr>
          <p:spPr>
            <a:xfrm>
              <a:off x="5214520" y="3704520"/>
              <a:ext cx="6045" cy="8607"/>
            </a:xfrm>
            <a:custGeom>
              <a:avLst/>
              <a:pathLst>
                <a:path w="6045" h="8607">
                  <a:moveTo>
                    <a:pt x="5861" y="8203"/>
                  </a:moveTo>
                  <a:lnTo>
                    <a:pt x="3404" y="8607"/>
                  </a:lnTo>
                  <a:lnTo>
                    <a:pt x="2518" y="8157"/>
                  </a:lnTo>
                  <a:lnTo>
                    <a:pt x="1726" y="6452"/>
                  </a:lnTo>
                  <a:lnTo>
                    <a:pt x="1009" y="3791"/>
                  </a:lnTo>
                  <a:lnTo>
                    <a:pt x="290" y="3171"/>
                  </a:lnTo>
                  <a:lnTo>
                    <a:pt x="0" y="2649"/>
                  </a:lnTo>
                  <a:lnTo>
                    <a:pt x="1738" y="614"/>
                  </a:lnTo>
                  <a:lnTo>
                    <a:pt x="3276" y="0"/>
                  </a:lnTo>
                  <a:lnTo>
                    <a:pt x="5773" y="2548"/>
                  </a:lnTo>
                  <a:lnTo>
                    <a:pt x="6026" y="3814"/>
                  </a:lnTo>
                  <a:lnTo>
                    <a:pt x="6045" y="4637"/>
                  </a:lnTo>
                  <a:lnTo>
                    <a:pt x="5978" y="7332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2" name="pg1201"/>
            <p:cNvSpPr/>
            <p:nvPr/>
          </p:nvSpPr>
          <p:spPr>
            <a:xfrm>
              <a:off x="5187050" y="3700460"/>
              <a:ext cx="1744" cy="2628"/>
            </a:xfrm>
            <a:custGeom>
              <a:avLst/>
              <a:pathLst>
                <a:path w="1744" h="2628">
                  <a:moveTo>
                    <a:pt x="1744" y="1073"/>
                  </a:moveTo>
                  <a:lnTo>
                    <a:pt x="1344" y="2628"/>
                  </a:lnTo>
                  <a:lnTo>
                    <a:pt x="411" y="2496"/>
                  </a:lnTo>
                  <a:lnTo>
                    <a:pt x="0" y="2031"/>
                  </a:lnTo>
                  <a:lnTo>
                    <a:pt x="674" y="1737"/>
                  </a:lnTo>
                  <a:lnTo>
                    <a:pt x="945" y="453"/>
                  </a:lnTo>
                  <a:lnTo>
                    <a:pt x="1237" y="0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3" name="pg1202"/>
            <p:cNvSpPr/>
            <p:nvPr/>
          </p:nvSpPr>
          <p:spPr>
            <a:xfrm>
              <a:off x="5172191" y="3691647"/>
              <a:ext cx="11263" cy="7739"/>
            </a:xfrm>
            <a:custGeom>
              <a:avLst/>
              <a:pathLst>
                <a:path w="11263" h="7739">
                  <a:moveTo>
                    <a:pt x="6616" y="343"/>
                  </a:moveTo>
                  <a:lnTo>
                    <a:pt x="10726" y="2262"/>
                  </a:lnTo>
                  <a:lnTo>
                    <a:pt x="10997" y="2239"/>
                  </a:lnTo>
                  <a:lnTo>
                    <a:pt x="10950" y="1552"/>
                  </a:lnTo>
                  <a:lnTo>
                    <a:pt x="11020" y="1359"/>
                  </a:lnTo>
                  <a:lnTo>
                    <a:pt x="11263" y="1861"/>
                  </a:lnTo>
                  <a:lnTo>
                    <a:pt x="11188" y="3263"/>
                  </a:lnTo>
                  <a:lnTo>
                    <a:pt x="10539" y="3607"/>
                  </a:lnTo>
                  <a:lnTo>
                    <a:pt x="9935" y="3471"/>
                  </a:lnTo>
                  <a:lnTo>
                    <a:pt x="9501" y="4192"/>
                  </a:lnTo>
                  <a:lnTo>
                    <a:pt x="8329" y="6896"/>
                  </a:lnTo>
                  <a:lnTo>
                    <a:pt x="7537" y="6443"/>
                  </a:lnTo>
                  <a:lnTo>
                    <a:pt x="6570" y="7049"/>
                  </a:lnTo>
                  <a:lnTo>
                    <a:pt x="4874" y="7107"/>
                  </a:lnTo>
                  <a:lnTo>
                    <a:pt x="2671" y="5918"/>
                  </a:lnTo>
                  <a:lnTo>
                    <a:pt x="2070" y="6919"/>
                  </a:lnTo>
                  <a:lnTo>
                    <a:pt x="1284" y="6642"/>
                  </a:lnTo>
                  <a:lnTo>
                    <a:pt x="507" y="7739"/>
                  </a:lnTo>
                  <a:lnTo>
                    <a:pt x="186" y="7684"/>
                  </a:lnTo>
                  <a:lnTo>
                    <a:pt x="0" y="6074"/>
                  </a:lnTo>
                  <a:lnTo>
                    <a:pt x="13" y="5248"/>
                  </a:lnTo>
                  <a:lnTo>
                    <a:pt x="933" y="4550"/>
                  </a:lnTo>
                  <a:lnTo>
                    <a:pt x="796" y="2019"/>
                  </a:lnTo>
                  <a:lnTo>
                    <a:pt x="1541" y="753"/>
                  </a:lnTo>
                  <a:lnTo>
                    <a:pt x="2822" y="862"/>
                  </a:lnTo>
                  <a:lnTo>
                    <a:pt x="4020" y="0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4" name="pg1203"/>
            <p:cNvSpPr/>
            <p:nvPr/>
          </p:nvSpPr>
          <p:spPr>
            <a:xfrm>
              <a:off x="5209390" y="3674056"/>
              <a:ext cx="2709" cy="6971"/>
            </a:xfrm>
            <a:custGeom>
              <a:avLst/>
              <a:pathLst>
                <a:path w="2709" h="6971">
                  <a:moveTo>
                    <a:pt x="2709" y="5904"/>
                  </a:moveTo>
                  <a:lnTo>
                    <a:pt x="2681" y="6971"/>
                  </a:lnTo>
                  <a:lnTo>
                    <a:pt x="1789" y="6432"/>
                  </a:lnTo>
                  <a:lnTo>
                    <a:pt x="1544" y="6590"/>
                  </a:lnTo>
                  <a:lnTo>
                    <a:pt x="0" y="3500"/>
                  </a:lnTo>
                  <a:lnTo>
                    <a:pt x="24" y="1610"/>
                  </a:lnTo>
                  <a:lnTo>
                    <a:pt x="432" y="0"/>
                  </a:lnTo>
                  <a:lnTo>
                    <a:pt x="1074" y="259"/>
                  </a:lnTo>
                  <a:lnTo>
                    <a:pt x="2213" y="2288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5" name="pg1204"/>
            <p:cNvSpPr/>
            <p:nvPr/>
          </p:nvSpPr>
          <p:spPr>
            <a:xfrm>
              <a:off x="3538365" y="2013654"/>
              <a:ext cx="123116" cy="171899"/>
            </a:xfrm>
            <a:custGeom>
              <a:avLst/>
              <a:pathLst>
                <a:path w="123116" h="171899">
                  <a:moveTo>
                    <a:pt x="67570" y="11199"/>
                  </a:moveTo>
                  <a:lnTo>
                    <a:pt x="68061" y="11557"/>
                  </a:lnTo>
                  <a:lnTo>
                    <a:pt x="71517" y="11943"/>
                  </a:lnTo>
                  <a:lnTo>
                    <a:pt x="75021" y="12334"/>
                  </a:lnTo>
                  <a:lnTo>
                    <a:pt x="80654" y="12751"/>
                  </a:lnTo>
                  <a:lnTo>
                    <a:pt x="86525" y="13190"/>
                  </a:lnTo>
                  <a:lnTo>
                    <a:pt x="92617" y="13643"/>
                  </a:lnTo>
                  <a:lnTo>
                    <a:pt x="99210" y="14133"/>
                  </a:lnTo>
                  <a:lnTo>
                    <a:pt x="106162" y="14422"/>
                  </a:lnTo>
                  <a:lnTo>
                    <a:pt x="106586" y="14224"/>
                  </a:lnTo>
                  <a:lnTo>
                    <a:pt x="107296" y="13071"/>
                  </a:lnTo>
                  <a:lnTo>
                    <a:pt x="108162" y="13227"/>
                  </a:lnTo>
                  <a:lnTo>
                    <a:pt x="109184" y="13942"/>
                  </a:lnTo>
                  <a:lnTo>
                    <a:pt x="109662" y="14474"/>
                  </a:lnTo>
                  <a:lnTo>
                    <a:pt x="109865" y="15078"/>
                  </a:lnTo>
                  <a:lnTo>
                    <a:pt x="109991" y="15778"/>
                  </a:lnTo>
                  <a:lnTo>
                    <a:pt x="110551" y="15918"/>
                  </a:lnTo>
                  <a:lnTo>
                    <a:pt x="111572" y="16451"/>
                  </a:lnTo>
                  <a:lnTo>
                    <a:pt x="112955" y="17665"/>
                  </a:lnTo>
                  <a:lnTo>
                    <a:pt x="114038" y="18843"/>
                  </a:lnTo>
                  <a:lnTo>
                    <a:pt x="115068" y="20528"/>
                  </a:lnTo>
                  <a:lnTo>
                    <a:pt x="115411" y="22433"/>
                  </a:lnTo>
                  <a:lnTo>
                    <a:pt x="115431" y="24591"/>
                  </a:lnTo>
                  <a:lnTo>
                    <a:pt x="115365" y="25980"/>
                  </a:lnTo>
                  <a:lnTo>
                    <a:pt x="115452" y="26546"/>
                  </a:lnTo>
                  <a:lnTo>
                    <a:pt x="116861" y="36610"/>
                  </a:lnTo>
                  <a:lnTo>
                    <a:pt x="119210" y="46310"/>
                  </a:lnTo>
                  <a:lnTo>
                    <a:pt x="120073" y="51003"/>
                  </a:lnTo>
                  <a:lnTo>
                    <a:pt x="120418" y="53502"/>
                  </a:lnTo>
                  <a:lnTo>
                    <a:pt x="120692" y="57127"/>
                  </a:lnTo>
                  <a:lnTo>
                    <a:pt x="120778" y="59672"/>
                  </a:lnTo>
                  <a:lnTo>
                    <a:pt x="120767" y="61105"/>
                  </a:lnTo>
                  <a:lnTo>
                    <a:pt x="120592" y="63074"/>
                  </a:lnTo>
                  <a:lnTo>
                    <a:pt x="119895" y="64238"/>
                  </a:lnTo>
                  <a:lnTo>
                    <a:pt x="115389" y="67567"/>
                  </a:lnTo>
                  <a:lnTo>
                    <a:pt x="114542" y="68612"/>
                  </a:lnTo>
                  <a:lnTo>
                    <a:pt x="113214" y="71207"/>
                  </a:lnTo>
                  <a:lnTo>
                    <a:pt x="111989" y="73881"/>
                  </a:lnTo>
                  <a:lnTo>
                    <a:pt x="111707" y="74794"/>
                  </a:lnTo>
                  <a:lnTo>
                    <a:pt x="111631" y="75396"/>
                  </a:lnTo>
                  <a:lnTo>
                    <a:pt x="111901" y="76273"/>
                  </a:lnTo>
                  <a:lnTo>
                    <a:pt x="113508" y="77706"/>
                  </a:lnTo>
                  <a:lnTo>
                    <a:pt x="115127" y="78856"/>
                  </a:lnTo>
                  <a:lnTo>
                    <a:pt x="115655" y="79717"/>
                  </a:lnTo>
                  <a:lnTo>
                    <a:pt x="116849" y="80819"/>
                  </a:lnTo>
                  <a:lnTo>
                    <a:pt x="117286" y="81809"/>
                  </a:lnTo>
                  <a:lnTo>
                    <a:pt x="117522" y="82672"/>
                  </a:lnTo>
                  <a:lnTo>
                    <a:pt x="117505" y="84663"/>
                  </a:lnTo>
                  <a:lnTo>
                    <a:pt x="116966" y="87417"/>
                  </a:lnTo>
                  <a:lnTo>
                    <a:pt x="117192" y="89499"/>
                  </a:lnTo>
                  <a:lnTo>
                    <a:pt x="116645" y="90886"/>
                  </a:lnTo>
                  <a:lnTo>
                    <a:pt x="116194" y="92427"/>
                  </a:lnTo>
                  <a:lnTo>
                    <a:pt x="116130" y="95126"/>
                  </a:lnTo>
                  <a:lnTo>
                    <a:pt x="116940" y="98110"/>
                  </a:lnTo>
                  <a:lnTo>
                    <a:pt x="117601" y="100147"/>
                  </a:lnTo>
                  <a:lnTo>
                    <a:pt x="117858" y="101745"/>
                  </a:lnTo>
                  <a:lnTo>
                    <a:pt x="117586" y="102998"/>
                  </a:lnTo>
                  <a:lnTo>
                    <a:pt x="117670" y="104252"/>
                  </a:lnTo>
                  <a:lnTo>
                    <a:pt x="118259" y="105580"/>
                  </a:lnTo>
                  <a:lnTo>
                    <a:pt x="120126" y="109684"/>
                  </a:lnTo>
                  <a:lnTo>
                    <a:pt x="121047" y="113635"/>
                  </a:lnTo>
                  <a:lnTo>
                    <a:pt x="121635" y="115174"/>
                  </a:lnTo>
                  <a:lnTo>
                    <a:pt x="122993" y="117174"/>
                  </a:lnTo>
                  <a:lnTo>
                    <a:pt x="123116" y="117995"/>
                  </a:lnTo>
                  <a:lnTo>
                    <a:pt x="122571" y="118747"/>
                  </a:lnTo>
                  <a:lnTo>
                    <a:pt x="122131" y="118846"/>
                  </a:lnTo>
                  <a:lnTo>
                    <a:pt x="121774" y="119047"/>
                  </a:lnTo>
                  <a:lnTo>
                    <a:pt x="121544" y="119750"/>
                  </a:lnTo>
                  <a:lnTo>
                    <a:pt x="121901" y="120501"/>
                  </a:lnTo>
                  <a:lnTo>
                    <a:pt x="122382" y="121605"/>
                  </a:lnTo>
                  <a:lnTo>
                    <a:pt x="122980" y="124730"/>
                  </a:lnTo>
                  <a:lnTo>
                    <a:pt x="122920" y="127288"/>
                  </a:lnTo>
                  <a:lnTo>
                    <a:pt x="122460" y="127939"/>
                  </a:lnTo>
                  <a:lnTo>
                    <a:pt x="121872" y="129458"/>
                  </a:lnTo>
                  <a:lnTo>
                    <a:pt x="121473" y="130846"/>
                  </a:lnTo>
                  <a:lnTo>
                    <a:pt x="118253" y="131813"/>
                  </a:lnTo>
                  <a:lnTo>
                    <a:pt x="117480" y="133299"/>
                  </a:lnTo>
                  <a:lnTo>
                    <a:pt x="115717" y="136172"/>
                  </a:lnTo>
                  <a:lnTo>
                    <a:pt x="114513" y="137824"/>
                  </a:lnTo>
                  <a:lnTo>
                    <a:pt x="112734" y="140811"/>
                  </a:lnTo>
                  <a:lnTo>
                    <a:pt x="109919" y="145946"/>
                  </a:lnTo>
                  <a:lnTo>
                    <a:pt x="108882" y="148094"/>
                  </a:lnTo>
                  <a:lnTo>
                    <a:pt x="108122" y="149870"/>
                  </a:lnTo>
                  <a:lnTo>
                    <a:pt x="105845" y="154600"/>
                  </a:lnTo>
                  <a:lnTo>
                    <a:pt x="105145" y="156585"/>
                  </a:lnTo>
                  <a:lnTo>
                    <a:pt x="105283" y="158220"/>
                  </a:lnTo>
                  <a:lnTo>
                    <a:pt x="106015" y="162058"/>
                  </a:lnTo>
                  <a:lnTo>
                    <a:pt x="106169" y="163790"/>
                  </a:lnTo>
                  <a:lnTo>
                    <a:pt x="106040" y="165392"/>
                  </a:lnTo>
                  <a:lnTo>
                    <a:pt x="105798" y="166818"/>
                  </a:lnTo>
                  <a:lnTo>
                    <a:pt x="105839" y="167454"/>
                  </a:lnTo>
                  <a:lnTo>
                    <a:pt x="106511" y="168487"/>
                  </a:lnTo>
                  <a:lnTo>
                    <a:pt x="107584" y="170111"/>
                  </a:lnTo>
                  <a:lnTo>
                    <a:pt x="107645" y="170658"/>
                  </a:lnTo>
                  <a:lnTo>
                    <a:pt x="107493" y="171362"/>
                  </a:lnTo>
                  <a:lnTo>
                    <a:pt x="107123" y="171899"/>
                  </a:lnTo>
                  <a:lnTo>
                    <a:pt x="105785" y="171332"/>
                  </a:lnTo>
                  <a:lnTo>
                    <a:pt x="104288" y="170231"/>
                  </a:lnTo>
                  <a:lnTo>
                    <a:pt x="103778" y="170364"/>
                  </a:lnTo>
                  <a:lnTo>
                    <a:pt x="102968" y="170110"/>
                  </a:lnTo>
                  <a:lnTo>
                    <a:pt x="99630" y="167985"/>
                  </a:lnTo>
                  <a:lnTo>
                    <a:pt x="97379" y="166321"/>
                  </a:lnTo>
                  <a:lnTo>
                    <a:pt x="97157" y="165240"/>
                  </a:lnTo>
                  <a:lnTo>
                    <a:pt x="96732" y="163675"/>
                  </a:lnTo>
                  <a:lnTo>
                    <a:pt x="95775" y="162363"/>
                  </a:lnTo>
                  <a:lnTo>
                    <a:pt x="93578" y="161227"/>
                  </a:lnTo>
                  <a:lnTo>
                    <a:pt x="92684" y="160339"/>
                  </a:lnTo>
                  <a:lnTo>
                    <a:pt x="89116" y="159843"/>
                  </a:lnTo>
                  <a:lnTo>
                    <a:pt x="87568" y="159823"/>
                  </a:lnTo>
                  <a:lnTo>
                    <a:pt x="86471" y="160189"/>
                  </a:lnTo>
                  <a:lnTo>
                    <a:pt x="85771" y="160153"/>
                  </a:lnTo>
                  <a:lnTo>
                    <a:pt x="84806" y="162470"/>
                  </a:lnTo>
                  <a:lnTo>
                    <a:pt x="84140" y="163143"/>
                  </a:lnTo>
                  <a:lnTo>
                    <a:pt x="83168" y="163213"/>
                  </a:lnTo>
                  <a:lnTo>
                    <a:pt x="82317" y="162801"/>
                  </a:lnTo>
                  <a:lnTo>
                    <a:pt x="81447" y="161581"/>
                  </a:lnTo>
                  <a:lnTo>
                    <a:pt x="80054" y="160938"/>
                  </a:lnTo>
                  <a:lnTo>
                    <a:pt x="79048" y="161248"/>
                  </a:lnTo>
                  <a:lnTo>
                    <a:pt x="78307" y="160983"/>
                  </a:lnTo>
                  <a:lnTo>
                    <a:pt x="77667" y="160919"/>
                  </a:lnTo>
                  <a:lnTo>
                    <a:pt x="77445" y="161163"/>
                  </a:lnTo>
                  <a:lnTo>
                    <a:pt x="76931" y="161128"/>
                  </a:lnTo>
                  <a:lnTo>
                    <a:pt x="76185" y="161711"/>
                  </a:lnTo>
                  <a:lnTo>
                    <a:pt x="75370" y="162535"/>
                  </a:lnTo>
                  <a:lnTo>
                    <a:pt x="74471" y="163163"/>
                  </a:lnTo>
                  <a:lnTo>
                    <a:pt x="73779" y="164512"/>
                  </a:lnTo>
                  <a:lnTo>
                    <a:pt x="73162" y="167155"/>
                  </a:lnTo>
                  <a:lnTo>
                    <a:pt x="71416" y="165971"/>
                  </a:lnTo>
                  <a:lnTo>
                    <a:pt x="70834" y="166484"/>
                  </a:lnTo>
                  <a:lnTo>
                    <a:pt x="70011" y="166829"/>
                  </a:lnTo>
                  <a:lnTo>
                    <a:pt x="69448" y="166473"/>
                  </a:lnTo>
                  <a:lnTo>
                    <a:pt x="69581" y="165562"/>
                  </a:lnTo>
                  <a:lnTo>
                    <a:pt x="69835" y="164535"/>
                  </a:lnTo>
                  <a:lnTo>
                    <a:pt x="69823" y="163099"/>
                  </a:lnTo>
                  <a:lnTo>
                    <a:pt x="69662" y="161515"/>
                  </a:lnTo>
                  <a:lnTo>
                    <a:pt x="69121" y="161000"/>
                  </a:lnTo>
                  <a:lnTo>
                    <a:pt x="68307" y="160810"/>
                  </a:lnTo>
                  <a:lnTo>
                    <a:pt x="67889" y="160496"/>
                  </a:lnTo>
                  <a:lnTo>
                    <a:pt x="67844" y="159973"/>
                  </a:lnTo>
                  <a:lnTo>
                    <a:pt x="67430" y="159300"/>
                  </a:lnTo>
                  <a:lnTo>
                    <a:pt x="66710" y="157596"/>
                  </a:lnTo>
                  <a:lnTo>
                    <a:pt x="66031" y="155481"/>
                  </a:lnTo>
                  <a:lnTo>
                    <a:pt x="65561" y="154851"/>
                  </a:lnTo>
                  <a:lnTo>
                    <a:pt x="64878" y="155858"/>
                  </a:lnTo>
                  <a:lnTo>
                    <a:pt x="63842" y="157003"/>
                  </a:lnTo>
                  <a:lnTo>
                    <a:pt x="63199" y="157400"/>
                  </a:lnTo>
                  <a:lnTo>
                    <a:pt x="61955" y="160693"/>
                  </a:lnTo>
                  <a:lnTo>
                    <a:pt x="59721" y="160804"/>
                  </a:lnTo>
                  <a:lnTo>
                    <a:pt x="59584" y="159266"/>
                  </a:lnTo>
                  <a:lnTo>
                    <a:pt x="59349" y="157788"/>
                  </a:lnTo>
                  <a:lnTo>
                    <a:pt x="58041" y="157419"/>
                  </a:lnTo>
                  <a:lnTo>
                    <a:pt x="58005" y="156552"/>
                  </a:lnTo>
                  <a:lnTo>
                    <a:pt x="57729" y="154377"/>
                  </a:lnTo>
                  <a:lnTo>
                    <a:pt x="55109" y="150120"/>
                  </a:lnTo>
                  <a:lnTo>
                    <a:pt x="54791" y="148343"/>
                  </a:lnTo>
                  <a:lnTo>
                    <a:pt x="54894" y="147658"/>
                  </a:lnTo>
                  <a:lnTo>
                    <a:pt x="54712" y="146528"/>
                  </a:lnTo>
                  <a:lnTo>
                    <a:pt x="54142" y="145847"/>
                  </a:lnTo>
                  <a:lnTo>
                    <a:pt x="52071" y="145037"/>
                  </a:lnTo>
                  <a:lnTo>
                    <a:pt x="51539" y="145503"/>
                  </a:lnTo>
                  <a:lnTo>
                    <a:pt x="51058" y="145024"/>
                  </a:lnTo>
                  <a:lnTo>
                    <a:pt x="50305" y="144005"/>
                  </a:lnTo>
                  <a:lnTo>
                    <a:pt x="48996" y="143177"/>
                  </a:lnTo>
                  <a:lnTo>
                    <a:pt x="48854" y="142748"/>
                  </a:lnTo>
                  <a:lnTo>
                    <a:pt x="48383" y="142020"/>
                  </a:lnTo>
                  <a:lnTo>
                    <a:pt x="48121" y="141921"/>
                  </a:lnTo>
                  <a:lnTo>
                    <a:pt x="47952" y="142364"/>
                  </a:lnTo>
                  <a:lnTo>
                    <a:pt x="47572" y="142991"/>
                  </a:lnTo>
                  <a:lnTo>
                    <a:pt x="46227" y="143783"/>
                  </a:lnTo>
                  <a:lnTo>
                    <a:pt x="45689" y="143457"/>
                  </a:lnTo>
                  <a:lnTo>
                    <a:pt x="45201" y="142768"/>
                  </a:lnTo>
                  <a:lnTo>
                    <a:pt x="44645" y="141285"/>
                  </a:lnTo>
                  <a:lnTo>
                    <a:pt x="43836" y="139985"/>
                  </a:lnTo>
                  <a:lnTo>
                    <a:pt x="43170" y="139524"/>
                  </a:lnTo>
                  <a:lnTo>
                    <a:pt x="42790" y="138841"/>
                  </a:lnTo>
                  <a:lnTo>
                    <a:pt x="42704" y="138310"/>
                  </a:lnTo>
                  <a:lnTo>
                    <a:pt x="44184" y="137244"/>
                  </a:lnTo>
                  <a:lnTo>
                    <a:pt x="44507" y="136144"/>
                  </a:lnTo>
                  <a:lnTo>
                    <a:pt x="44318" y="134139"/>
                  </a:lnTo>
                  <a:lnTo>
                    <a:pt x="44097" y="133886"/>
                  </a:lnTo>
                  <a:lnTo>
                    <a:pt x="43511" y="134565"/>
                  </a:lnTo>
                  <a:lnTo>
                    <a:pt x="42275" y="135160"/>
                  </a:lnTo>
                  <a:lnTo>
                    <a:pt x="41137" y="135435"/>
                  </a:lnTo>
                  <a:lnTo>
                    <a:pt x="40556" y="135435"/>
                  </a:lnTo>
                  <a:lnTo>
                    <a:pt x="37307" y="131784"/>
                  </a:lnTo>
                  <a:lnTo>
                    <a:pt x="35195" y="130668"/>
                  </a:lnTo>
                  <a:lnTo>
                    <a:pt x="33952" y="130344"/>
                  </a:lnTo>
                  <a:lnTo>
                    <a:pt x="33817" y="130715"/>
                  </a:lnTo>
                  <a:lnTo>
                    <a:pt x="34380" y="132762"/>
                  </a:lnTo>
                  <a:lnTo>
                    <a:pt x="35350" y="135289"/>
                  </a:lnTo>
                  <a:lnTo>
                    <a:pt x="35304" y="135963"/>
                  </a:lnTo>
                  <a:lnTo>
                    <a:pt x="34140" y="136996"/>
                  </a:lnTo>
                  <a:lnTo>
                    <a:pt x="33480" y="137446"/>
                  </a:lnTo>
                  <a:lnTo>
                    <a:pt x="32700" y="138323"/>
                  </a:lnTo>
                  <a:lnTo>
                    <a:pt x="32042" y="139534"/>
                  </a:lnTo>
                  <a:lnTo>
                    <a:pt x="31472" y="140083"/>
                  </a:lnTo>
                  <a:lnTo>
                    <a:pt x="30979" y="139945"/>
                  </a:lnTo>
                  <a:lnTo>
                    <a:pt x="30455" y="139361"/>
                  </a:lnTo>
                  <a:lnTo>
                    <a:pt x="29109" y="135624"/>
                  </a:lnTo>
                  <a:lnTo>
                    <a:pt x="27417" y="132762"/>
                  </a:lnTo>
                  <a:lnTo>
                    <a:pt x="27216" y="132122"/>
                  </a:lnTo>
                  <a:lnTo>
                    <a:pt x="26687" y="131975"/>
                  </a:lnTo>
                  <a:lnTo>
                    <a:pt x="25940" y="131318"/>
                  </a:lnTo>
                  <a:lnTo>
                    <a:pt x="25688" y="130442"/>
                  </a:lnTo>
                  <a:lnTo>
                    <a:pt x="26063" y="129528"/>
                  </a:lnTo>
                  <a:lnTo>
                    <a:pt x="26578" y="128691"/>
                  </a:lnTo>
                  <a:lnTo>
                    <a:pt x="27493" y="128174"/>
                  </a:lnTo>
                  <a:lnTo>
                    <a:pt x="27770" y="127689"/>
                  </a:lnTo>
                  <a:lnTo>
                    <a:pt x="27933" y="126958"/>
                  </a:lnTo>
                  <a:lnTo>
                    <a:pt x="28271" y="126013"/>
                  </a:lnTo>
                  <a:lnTo>
                    <a:pt x="28182" y="125672"/>
                  </a:lnTo>
                  <a:lnTo>
                    <a:pt x="27534" y="124602"/>
                  </a:lnTo>
                  <a:lnTo>
                    <a:pt x="26575" y="123590"/>
                  </a:lnTo>
                  <a:lnTo>
                    <a:pt x="23912" y="124349"/>
                  </a:lnTo>
                  <a:lnTo>
                    <a:pt x="23181" y="124890"/>
                  </a:lnTo>
                  <a:lnTo>
                    <a:pt x="22769" y="124186"/>
                  </a:lnTo>
                  <a:lnTo>
                    <a:pt x="22457" y="123158"/>
                  </a:lnTo>
                  <a:lnTo>
                    <a:pt x="21783" y="122961"/>
                  </a:lnTo>
                  <a:lnTo>
                    <a:pt x="20862" y="122022"/>
                  </a:lnTo>
                  <a:lnTo>
                    <a:pt x="19767" y="121106"/>
                  </a:lnTo>
                  <a:lnTo>
                    <a:pt x="18698" y="120835"/>
                  </a:lnTo>
                  <a:lnTo>
                    <a:pt x="16477" y="119506"/>
                  </a:lnTo>
                  <a:lnTo>
                    <a:pt x="15622" y="119434"/>
                  </a:lnTo>
                  <a:lnTo>
                    <a:pt x="15125" y="118976"/>
                  </a:lnTo>
                  <a:lnTo>
                    <a:pt x="14610" y="117972"/>
                  </a:lnTo>
                  <a:lnTo>
                    <a:pt x="14171" y="116871"/>
                  </a:lnTo>
                  <a:lnTo>
                    <a:pt x="13943" y="114639"/>
                  </a:lnTo>
                  <a:lnTo>
                    <a:pt x="12307" y="113625"/>
                  </a:lnTo>
                  <a:lnTo>
                    <a:pt x="10675" y="112990"/>
                  </a:lnTo>
                  <a:lnTo>
                    <a:pt x="10561" y="113313"/>
                  </a:lnTo>
                  <a:lnTo>
                    <a:pt x="10628" y="115564"/>
                  </a:lnTo>
                  <a:lnTo>
                    <a:pt x="10541" y="116766"/>
                  </a:lnTo>
                  <a:lnTo>
                    <a:pt x="9466" y="117510"/>
                  </a:lnTo>
                  <a:lnTo>
                    <a:pt x="8400" y="117581"/>
                  </a:lnTo>
                  <a:lnTo>
                    <a:pt x="8460" y="117207"/>
                  </a:lnTo>
                  <a:lnTo>
                    <a:pt x="9734" y="113156"/>
                  </a:lnTo>
                  <a:lnTo>
                    <a:pt x="10306" y="110603"/>
                  </a:lnTo>
                  <a:lnTo>
                    <a:pt x="10957" y="105946"/>
                  </a:lnTo>
                  <a:lnTo>
                    <a:pt x="10174" y="102270"/>
                  </a:lnTo>
                  <a:lnTo>
                    <a:pt x="9957" y="100550"/>
                  </a:lnTo>
                  <a:lnTo>
                    <a:pt x="9592" y="99723"/>
                  </a:lnTo>
                  <a:lnTo>
                    <a:pt x="7355" y="97934"/>
                  </a:lnTo>
                  <a:lnTo>
                    <a:pt x="7185" y="97312"/>
                  </a:lnTo>
                  <a:lnTo>
                    <a:pt x="7528" y="94883"/>
                  </a:lnTo>
                  <a:lnTo>
                    <a:pt x="7358" y="93861"/>
                  </a:lnTo>
                  <a:lnTo>
                    <a:pt x="6820" y="92783"/>
                  </a:lnTo>
                  <a:lnTo>
                    <a:pt x="6112" y="90638"/>
                  </a:lnTo>
                  <a:lnTo>
                    <a:pt x="5837" y="88818"/>
                  </a:lnTo>
                  <a:lnTo>
                    <a:pt x="6741" y="86677"/>
                  </a:lnTo>
                  <a:lnTo>
                    <a:pt x="6964" y="85106"/>
                  </a:lnTo>
                  <a:lnTo>
                    <a:pt x="7356" y="82953"/>
                  </a:lnTo>
                  <a:lnTo>
                    <a:pt x="7644" y="81773"/>
                  </a:lnTo>
                  <a:lnTo>
                    <a:pt x="7699" y="81447"/>
                  </a:lnTo>
                  <a:lnTo>
                    <a:pt x="7107" y="80609"/>
                  </a:lnTo>
                  <a:lnTo>
                    <a:pt x="6956" y="79431"/>
                  </a:lnTo>
                  <a:lnTo>
                    <a:pt x="7117" y="77735"/>
                  </a:lnTo>
                  <a:lnTo>
                    <a:pt x="6802" y="76478"/>
                  </a:lnTo>
                  <a:lnTo>
                    <a:pt x="6009" y="75661"/>
                  </a:lnTo>
                  <a:lnTo>
                    <a:pt x="5495" y="74582"/>
                  </a:lnTo>
                  <a:lnTo>
                    <a:pt x="5256" y="73237"/>
                  </a:lnTo>
                  <a:lnTo>
                    <a:pt x="5443" y="71126"/>
                  </a:lnTo>
                  <a:lnTo>
                    <a:pt x="6056" y="68248"/>
                  </a:lnTo>
                  <a:lnTo>
                    <a:pt x="4756" y="64788"/>
                  </a:lnTo>
                  <a:lnTo>
                    <a:pt x="1543" y="60742"/>
                  </a:lnTo>
                  <a:lnTo>
                    <a:pt x="0" y="57915"/>
                  </a:lnTo>
                  <a:lnTo>
                    <a:pt x="126" y="56300"/>
                  </a:lnTo>
                  <a:lnTo>
                    <a:pt x="802" y="54838"/>
                  </a:lnTo>
                  <a:lnTo>
                    <a:pt x="2030" y="53525"/>
                  </a:lnTo>
                  <a:lnTo>
                    <a:pt x="2960" y="51197"/>
                  </a:lnTo>
                  <a:lnTo>
                    <a:pt x="3483" y="48435"/>
                  </a:lnTo>
                  <a:lnTo>
                    <a:pt x="3500" y="47911"/>
                  </a:lnTo>
                  <a:lnTo>
                    <a:pt x="3528" y="45939"/>
                  </a:lnTo>
                  <a:lnTo>
                    <a:pt x="2099" y="37874"/>
                  </a:lnTo>
                  <a:lnTo>
                    <a:pt x="1866" y="35855"/>
                  </a:lnTo>
                  <a:lnTo>
                    <a:pt x="1696" y="33421"/>
                  </a:lnTo>
                  <a:lnTo>
                    <a:pt x="1607" y="32756"/>
                  </a:lnTo>
                  <a:lnTo>
                    <a:pt x="4429" y="34463"/>
                  </a:lnTo>
                  <a:lnTo>
                    <a:pt x="5613" y="35424"/>
                  </a:lnTo>
                  <a:lnTo>
                    <a:pt x="5466" y="34345"/>
                  </a:lnTo>
                  <a:lnTo>
                    <a:pt x="5226" y="33415"/>
                  </a:lnTo>
                  <a:lnTo>
                    <a:pt x="5384" y="32050"/>
                  </a:lnTo>
                  <a:lnTo>
                    <a:pt x="5303" y="29992"/>
                  </a:lnTo>
                  <a:lnTo>
                    <a:pt x="2742" y="28941"/>
                  </a:lnTo>
                  <a:lnTo>
                    <a:pt x="1049" y="28586"/>
                  </a:lnTo>
                  <a:lnTo>
                    <a:pt x="859" y="27159"/>
                  </a:lnTo>
                  <a:lnTo>
                    <a:pt x="1021" y="26234"/>
                  </a:lnTo>
                  <a:lnTo>
                    <a:pt x="1489" y="26778"/>
                  </a:lnTo>
                  <a:lnTo>
                    <a:pt x="3153" y="26992"/>
                  </a:lnTo>
                  <a:lnTo>
                    <a:pt x="7244" y="24226"/>
                  </a:lnTo>
                  <a:lnTo>
                    <a:pt x="14311" y="20633"/>
                  </a:lnTo>
                  <a:lnTo>
                    <a:pt x="21858" y="17263"/>
                  </a:lnTo>
                  <a:lnTo>
                    <a:pt x="23620" y="16896"/>
                  </a:lnTo>
                  <a:lnTo>
                    <a:pt x="25391" y="16187"/>
                  </a:lnTo>
                  <a:lnTo>
                    <a:pt x="26046" y="14926"/>
                  </a:lnTo>
                  <a:lnTo>
                    <a:pt x="26699" y="14081"/>
                  </a:lnTo>
                  <a:lnTo>
                    <a:pt x="27727" y="11858"/>
                  </a:lnTo>
                  <a:lnTo>
                    <a:pt x="29999" y="8402"/>
                  </a:lnTo>
                  <a:lnTo>
                    <a:pt x="34018" y="7144"/>
                  </a:lnTo>
                  <a:lnTo>
                    <a:pt x="35519" y="5505"/>
                  </a:lnTo>
                  <a:lnTo>
                    <a:pt x="38664" y="3210"/>
                  </a:lnTo>
                  <a:lnTo>
                    <a:pt x="45834" y="634"/>
                  </a:lnTo>
                  <a:lnTo>
                    <a:pt x="48829" y="69"/>
                  </a:lnTo>
                  <a:lnTo>
                    <a:pt x="51763" y="0"/>
                  </a:lnTo>
                  <a:lnTo>
                    <a:pt x="54375" y="2031"/>
                  </a:lnTo>
                  <a:lnTo>
                    <a:pt x="57141" y="4539"/>
                  </a:lnTo>
                  <a:lnTo>
                    <a:pt x="57639" y="6052"/>
                  </a:lnTo>
                  <a:lnTo>
                    <a:pt x="56142" y="5109"/>
                  </a:lnTo>
                  <a:lnTo>
                    <a:pt x="53961" y="2856"/>
                  </a:lnTo>
                  <a:lnTo>
                    <a:pt x="53155" y="2761"/>
                  </a:lnTo>
                  <a:lnTo>
                    <a:pt x="55017" y="9612"/>
                  </a:lnTo>
                  <a:lnTo>
                    <a:pt x="56035" y="12034"/>
                  </a:lnTo>
                  <a:lnTo>
                    <a:pt x="58093" y="13846"/>
                  </a:lnTo>
                  <a:lnTo>
                    <a:pt x="59819" y="14457"/>
                  </a:lnTo>
                  <a:lnTo>
                    <a:pt x="65135" y="13359"/>
                  </a:lnTo>
                  <a:lnTo>
                    <a:pt x="67024" y="1192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6" name="pg1205"/>
            <p:cNvSpPr/>
            <p:nvPr/>
          </p:nvSpPr>
          <p:spPr>
            <a:xfrm>
              <a:off x="2525690" y="3098607"/>
              <a:ext cx="1156" cy="1724"/>
            </a:xfrm>
            <a:custGeom>
              <a:avLst/>
              <a:pathLst>
                <a:path w="1156" h="1724">
                  <a:moveTo>
                    <a:pt x="513" y="1724"/>
                  </a:moveTo>
                  <a:lnTo>
                    <a:pt x="433" y="1455"/>
                  </a:lnTo>
                  <a:lnTo>
                    <a:pt x="82" y="1011"/>
                  </a:lnTo>
                  <a:lnTo>
                    <a:pt x="0" y="605"/>
                  </a:lnTo>
                  <a:lnTo>
                    <a:pt x="79" y="177"/>
                  </a:lnTo>
                  <a:lnTo>
                    <a:pt x="223" y="7"/>
                  </a:lnTo>
                  <a:lnTo>
                    <a:pt x="1010" y="0"/>
                  </a:lnTo>
                  <a:lnTo>
                    <a:pt x="1152" y="298"/>
                  </a:lnTo>
                  <a:lnTo>
                    <a:pt x="1156" y="507"/>
                  </a:lnTo>
                  <a:lnTo>
                    <a:pt x="1085" y="712"/>
                  </a:lnTo>
                  <a:lnTo>
                    <a:pt x="961" y="1227"/>
                  </a:lnTo>
                  <a:lnTo>
                    <a:pt x="908" y="1357"/>
                  </a:lnTo>
                  <a:lnTo>
                    <a:pt x="866" y="1491"/>
                  </a:lnTo>
                  <a:close/>
                </a:path>
              </a:pathLst>
            </a:custGeom>
            <a:solidFill>
              <a:srgbClr val="FFF8F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7" name="pg1206"/>
            <p:cNvSpPr/>
            <p:nvPr/>
          </p:nvSpPr>
          <p:spPr>
            <a:xfrm>
              <a:off x="2554871" y="3097310"/>
              <a:ext cx="3422" cy="1936"/>
            </a:xfrm>
            <a:custGeom>
              <a:avLst/>
              <a:pathLst>
                <a:path w="3422" h="1936">
                  <a:moveTo>
                    <a:pt x="1809" y="1755"/>
                  </a:moveTo>
                  <a:lnTo>
                    <a:pt x="841" y="1936"/>
                  </a:lnTo>
                  <a:lnTo>
                    <a:pt x="211" y="1695"/>
                  </a:lnTo>
                  <a:lnTo>
                    <a:pt x="0" y="819"/>
                  </a:lnTo>
                  <a:lnTo>
                    <a:pt x="1173" y="0"/>
                  </a:lnTo>
                  <a:lnTo>
                    <a:pt x="2542" y="116"/>
                  </a:lnTo>
                  <a:lnTo>
                    <a:pt x="3325" y="610"/>
                  </a:lnTo>
                  <a:lnTo>
                    <a:pt x="3422" y="936"/>
                  </a:lnTo>
                  <a:close/>
                </a:path>
              </a:pathLst>
            </a:custGeom>
            <a:solidFill>
              <a:srgbClr val="FFF8F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8" name="pg1207"/>
            <p:cNvSpPr/>
            <p:nvPr/>
          </p:nvSpPr>
          <p:spPr>
            <a:xfrm>
              <a:off x="2533994" y="3086758"/>
              <a:ext cx="20277" cy="16987"/>
            </a:xfrm>
            <a:custGeom>
              <a:avLst/>
              <a:pathLst>
                <a:path w="20277" h="16987">
                  <a:moveTo>
                    <a:pt x="14001" y="2282"/>
                  </a:moveTo>
                  <a:lnTo>
                    <a:pt x="14383" y="2865"/>
                  </a:lnTo>
                  <a:lnTo>
                    <a:pt x="14754" y="2781"/>
                  </a:lnTo>
                  <a:lnTo>
                    <a:pt x="14454" y="1571"/>
                  </a:lnTo>
                  <a:lnTo>
                    <a:pt x="14729" y="1571"/>
                  </a:lnTo>
                  <a:lnTo>
                    <a:pt x="17094" y="2314"/>
                  </a:lnTo>
                  <a:lnTo>
                    <a:pt x="18614" y="3562"/>
                  </a:lnTo>
                  <a:lnTo>
                    <a:pt x="20178" y="4159"/>
                  </a:lnTo>
                  <a:lnTo>
                    <a:pt x="20277" y="8268"/>
                  </a:lnTo>
                  <a:lnTo>
                    <a:pt x="19073" y="9913"/>
                  </a:lnTo>
                  <a:lnTo>
                    <a:pt x="18285" y="11629"/>
                  </a:lnTo>
                  <a:lnTo>
                    <a:pt x="17645" y="13735"/>
                  </a:lnTo>
                  <a:lnTo>
                    <a:pt x="15958" y="16187"/>
                  </a:lnTo>
                  <a:lnTo>
                    <a:pt x="13926" y="16922"/>
                  </a:lnTo>
                  <a:lnTo>
                    <a:pt x="12574" y="16987"/>
                  </a:lnTo>
                  <a:lnTo>
                    <a:pt x="12070" y="16908"/>
                  </a:lnTo>
                  <a:lnTo>
                    <a:pt x="11578" y="16488"/>
                  </a:lnTo>
                  <a:lnTo>
                    <a:pt x="10556" y="16889"/>
                  </a:lnTo>
                  <a:lnTo>
                    <a:pt x="9295" y="15813"/>
                  </a:lnTo>
                  <a:lnTo>
                    <a:pt x="8213" y="16083"/>
                  </a:lnTo>
                  <a:lnTo>
                    <a:pt x="6066" y="15826"/>
                  </a:lnTo>
                  <a:lnTo>
                    <a:pt x="5262" y="16756"/>
                  </a:lnTo>
                  <a:lnTo>
                    <a:pt x="4492" y="16969"/>
                  </a:lnTo>
                  <a:lnTo>
                    <a:pt x="3737" y="16795"/>
                  </a:lnTo>
                  <a:lnTo>
                    <a:pt x="3094" y="16378"/>
                  </a:lnTo>
                  <a:lnTo>
                    <a:pt x="1501" y="16413"/>
                  </a:lnTo>
                  <a:lnTo>
                    <a:pt x="829" y="15601"/>
                  </a:lnTo>
                  <a:lnTo>
                    <a:pt x="1107" y="10922"/>
                  </a:lnTo>
                  <a:lnTo>
                    <a:pt x="1130" y="8804"/>
                  </a:lnTo>
                  <a:lnTo>
                    <a:pt x="739" y="7055"/>
                  </a:lnTo>
                  <a:lnTo>
                    <a:pt x="309" y="5954"/>
                  </a:lnTo>
                  <a:lnTo>
                    <a:pt x="0" y="4656"/>
                  </a:lnTo>
                  <a:lnTo>
                    <a:pt x="625" y="3798"/>
                  </a:lnTo>
                  <a:lnTo>
                    <a:pt x="1138" y="2552"/>
                  </a:lnTo>
                  <a:lnTo>
                    <a:pt x="1300" y="678"/>
                  </a:lnTo>
                  <a:lnTo>
                    <a:pt x="1863" y="217"/>
                  </a:lnTo>
                  <a:lnTo>
                    <a:pt x="2522" y="0"/>
                  </a:lnTo>
                  <a:lnTo>
                    <a:pt x="5567" y="875"/>
                  </a:lnTo>
                  <a:lnTo>
                    <a:pt x="13271" y="1370"/>
                  </a:lnTo>
                  <a:lnTo>
                    <a:pt x="13709" y="1522"/>
                  </a:lnTo>
                  <a:close/>
                </a:path>
              </a:pathLst>
            </a:custGeom>
            <a:solidFill>
              <a:srgbClr val="FFF8F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9" name="pg1208"/>
            <p:cNvSpPr/>
            <p:nvPr/>
          </p:nvSpPr>
          <p:spPr>
            <a:xfrm>
              <a:off x="4904599" y="2463697"/>
              <a:ext cx="1091" cy="2962"/>
            </a:xfrm>
            <a:custGeom>
              <a:avLst/>
              <a:pathLst>
                <a:path w="1091" h="2962">
                  <a:moveTo>
                    <a:pt x="730" y="2113"/>
                  </a:moveTo>
                  <a:lnTo>
                    <a:pt x="35" y="2962"/>
                  </a:lnTo>
                  <a:lnTo>
                    <a:pt x="0" y="1445"/>
                  </a:lnTo>
                  <a:lnTo>
                    <a:pt x="536" y="168"/>
                  </a:lnTo>
                  <a:lnTo>
                    <a:pt x="1091" y="0"/>
                  </a:lnTo>
                  <a:close/>
                </a:path>
              </a:pathLst>
            </a:custGeom>
            <a:solidFill>
              <a:srgbClr val="FFF3E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0" name="pg1209"/>
            <p:cNvSpPr/>
            <p:nvPr/>
          </p:nvSpPr>
          <p:spPr>
            <a:xfrm>
              <a:off x="4898460" y="2363516"/>
              <a:ext cx="78218" cy="155992"/>
            </a:xfrm>
            <a:custGeom>
              <a:avLst/>
              <a:pathLst>
                <a:path w="78218" h="155992">
                  <a:moveTo>
                    <a:pt x="76239" y="13673"/>
                  </a:moveTo>
                  <a:lnTo>
                    <a:pt x="76574" y="15467"/>
                  </a:lnTo>
                  <a:lnTo>
                    <a:pt x="77362" y="17212"/>
                  </a:lnTo>
                  <a:lnTo>
                    <a:pt x="77777" y="18486"/>
                  </a:lnTo>
                  <a:lnTo>
                    <a:pt x="77856" y="19808"/>
                  </a:lnTo>
                  <a:lnTo>
                    <a:pt x="78218" y="20554"/>
                  </a:lnTo>
                  <a:lnTo>
                    <a:pt x="77591" y="21372"/>
                  </a:lnTo>
                  <a:lnTo>
                    <a:pt x="76761" y="20874"/>
                  </a:lnTo>
                  <a:lnTo>
                    <a:pt x="75382" y="20579"/>
                  </a:lnTo>
                  <a:lnTo>
                    <a:pt x="73620" y="23167"/>
                  </a:lnTo>
                  <a:lnTo>
                    <a:pt x="72645" y="24080"/>
                  </a:lnTo>
                  <a:lnTo>
                    <a:pt x="71956" y="26628"/>
                  </a:lnTo>
                  <a:lnTo>
                    <a:pt x="70579" y="28142"/>
                  </a:lnTo>
                  <a:lnTo>
                    <a:pt x="69827" y="29755"/>
                  </a:lnTo>
                  <a:lnTo>
                    <a:pt x="68851" y="32545"/>
                  </a:lnTo>
                  <a:lnTo>
                    <a:pt x="68211" y="35240"/>
                  </a:lnTo>
                  <a:lnTo>
                    <a:pt x="66730" y="37996"/>
                  </a:lnTo>
                  <a:lnTo>
                    <a:pt x="65866" y="41462"/>
                  </a:lnTo>
                  <a:lnTo>
                    <a:pt x="65817" y="44436"/>
                  </a:lnTo>
                  <a:lnTo>
                    <a:pt x="66762" y="47474"/>
                  </a:lnTo>
                  <a:lnTo>
                    <a:pt x="66847" y="50064"/>
                  </a:lnTo>
                  <a:lnTo>
                    <a:pt x="66184" y="55388"/>
                  </a:lnTo>
                  <a:lnTo>
                    <a:pt x="66553" y="61044"/>
                  </a:lnTo>
                  <a:lnTo>
                    <a:pt x="66142" y="63259"/>
                  </a:lnTo>
                  <a:lnTo>
                    <a:pt x="61606" y="67130"/>
                  </a:lnTo>
                  <a:lnTo>
                    <a:pt x="60421" y="69059"/>
                  </a:lnTo>
                  <a:lnTo>
                    <a:pt x="58751" y="74081"/>
                  </a:lnTo>
                  <a:lnTo>
                    <a:pt x="56721" y="75948"/>
                  </a:lnTo>
                  <a:lnTo>
                    <a:pt x="55459" y="77999"/>
                  </a:lnTo>
                  <a:lnTo>
                    <a:pt x="53711" y="79209"/>
                  </a:lnTo>
                  <a:lnTo>
                    <a:pt x="52593" y="82744"/>
                  </a:lnTo>
                  <a:lnTo>
                    <a:pt x="51365" y="84744"/>
                  </a:lnTo>
                  <a:lnTo>
                    <a:pt x="49906" y="85963"/>
                  </a:lnTo>
                  <a:lnTo>
                    <a:pt x="48814" y="87530"/>
                  </a:lnTo>
                  <a:lnTo>
                    <a:pt x="46369" y="87629"/>
                  </a:lnTo>
                  <a:lnTo>
                    <a:pt x="44645" y="88722"/>
                  </a:lnTo>
                  <a:lnTo>
                    <a:pt x="43417" y="91667"/>
                  </a:lnTo>
                  <a:lnTo>
                    <a:pt x="39728" y="95034"/>
                  </a:lnTo>
                  <a:lnTo>
                    <a:pt x="39225" y="97583"/>
                  </a:lnTo>
                  <a:lnTo>
                    <a:pt x="39470" y="101511"/>
                  </a:lnTo>
                  <a:lnTo>
                    <a:pt x="39490" y="104516"/>
                  </a:lnTo>
                  <a:lnTo>
                    <a:pt x="39169" y="106989"/>
                  </a:lnTo>
                  <a:lnTo>
                    <a:pt x="38361" y="106292"/>
                  </a:lnTo>
                  <a:lnTo>
                    <a:pt x="37928" y="107102"/>
                  </a:lnTo>
                  <a:lnTo>
                    <a:pt x="37449" y="109390"/>
                  </a:lnTo>
                  <a:lnTo>
                    <a:pt x="37585" y="111997"/>
                  </a:lnTo>
                  <a:lnTo>
                    <a:pt x="38849" y="112837"/>
                  </a:lnTo>
                  <a:lnTo>
                    <a:pt x="39886" y="113908"/>
                  </a:lnTo>
                  <a:lnTo>
                    <a:pt x="41341" y="114446"/>
                  </a:lnTo>
                  <a:lnTo>
                    <a:pt x="42418" y="115655"/>
                  </a:lnTo>
                  <a:lnTo>
                    <a:pt x="44707" y="121155"/>
                  </a:lnTo>
                  <a:lnTo>
                    <a:pt x="46575" y="123566"/>
                  </a:lnTo>
                  <a:lnTo>
                    <a:pt x="47062" y="124460"/>
                  </a:lnTo>
                  <a:lnTo>
                    <a:pt x="48134" y="125670"/>
                  </a:lnTo>
                  <a:lnTo>
                    <a:pt x="49122" y="127570"/>
                  </a:lnTo>
                  <a:lnTo>
                    <a:pt x="49679" y="129268"/>
                  </a:lnTo>
                  <a:lnTo>
                    <a:pt x="49246" y="129728"/>
                  </a:lnTo>
                  <a:lnTo>
                    <a:pt x="48503" y="132213"/>
                  </a:lnTo>
                  <a:lnTo>
                    <a:pt x="47810" y="135368"/>
                  </a:lnTo>
                  <a:lnTo>
                    <a:pt x="47138" y="137072"/>
                  </a:lnTo>
                  <a:lnTo>
                    <a:pt x="46368" y="138017"/>
                  </a:lnTo>
                  <a:lnTo>
                    <a:pt x="45537" y="138573"/>
                  </a:lnTo>
                  <a:lnTo>
                    <a:pt x="43888" y="138812"/>
                  </a:lnTo>
                  <a:lnTo>
                    <a:pt x="42400" y="138597"/>
                  </a:lnTo>
                  <a:lnTo>
                    <a:pt x="41916" y="138257"/>
                  </a:lnTo>
                  <a:lnTo>
                    <a:pt x="39868" y="138456"/>
                  </a:lnTo>
                  <a:lnTo>
                    <a:pt x="39290" y="138678"/>
                  </a:lnTo>
                  <a:lnTo>
                    <a:pt x="36345" y="138433"/>
                  </a:lnTo>
                  <a:lnTo>
                    <a:pt x="34809" y="138691"/>
                  </a:lnTo>
                  <a:lnTo>
                    <a:pt x="33831" y="139301"/>
                  </a:lnTo>
                  <a:lnTo>
                    <a:pt x="32836" y="140583"/>
                  </a:lnTo>
                  <a:lnTo>
                    <a:pt x="31977" y="142502"/>
                  </a:lnTo>
                  <a:lnTo>
                    <a:pt x="31223" y="144556"/>
                  </a:lnTo>
                  <a:lnTo>
                    <a:pt x="29685" y="148312"/>
                  </a:lnTo>
                  <a:lnTo>
                    <a:pt x="28605" y="150137"/>
                  </a:lnTo>
                  <a:lnTo>
                    <a:pt x="28602" y="152774"/>
                  </a:lnTo>
                  <a:lnTo>
                    <a:pt x="28577" y="153578"/>
                  </a:lnTo>
                  <a:lnTo>
                    <a:pt x="28199" y="154136"/>
                  </a:lnTo>
                  <a:lnTo>
                    <a:pt x="28068" y="153890"/>
                  </a:lnTo>
                  <a:lnTo>
                    <a:pt x="27445" y="153694"/>
                  </a:lnTo>
                  <a:lnTo>
                    <a:pt x="24942" y="151284"/>
                  </a:lnTo>
                  <a:lnTo>
                    <a:pt x="22884" y="152757"/>
                  </a:lnTo>
                  <a:lnTo>
                    <a:pt x="22364" y="154672"/>
                  </a:lnTo>
                  <a:lnTo>
                    <a:pt x="21817" y="155286"/>
                  </a:lnTo>
                  <a:lnTo>
                    <a:pt x="20998" y="151537"/>
                  </a:lnTo>
                  <a:lnTo>
                    <a:pt x="19658" y="151422"/>
                  </a:lnTo>
                  <a:lnTo>
                    <a:pt x="17528" y="148123"/>
                  </a:lnTo>
                  <a:lnTo>
                    <a:pt x="16614" y="148792"/>
                  </a:lnTo>
                  <a:lnTo>
                    <a:pt x="16381" y="150121"/>
                  </a:lnTo>
                  <a:lnTo>
                    <a:pt x="15213" y="153155"/>
                  </a:lnTo>
                  <a:lnTo>
                    <a:pt x="13582" y="155662"/>
                  </a:lnTo>
                  <a:lnTo>
                    <a:pt x="13055" y="155992"/>
                  </a:lnTo>
                  <a:lnTo>
                    <a:pt x="12453" y="155822"/>
                  </a:lnTo>
                  <a:lnTo>
                    <a:pt x="12539" y="155129"/>
                  </a:lnTo>
                  <a:lnTo>
                    <a:pt x="11872" y="152314"/>
                  </a:lnTo>
                  <a:lnTo>
                    <a:pt x="9295" y="151174"/>
                  </a:lnTo>
                  <a:lnTo>
                    <a:pt x="8368" y="149977"/>
                  </a:lnTo>
                  <a:lnTo>
                    <a:pt x="7899" y="149716"/>
                  </a:lnTo>
                  <a:lnTo>
                    <a:pt x="10421" y="146573"/>
                  </a:lnTo>
                  <a:lnTo>
                    <a:pt x="11081" y="146010"/>
                  </a:lnTo>
                  <a:lnTo>
                    <a:pt x="10588" y="145280"/>
                  </a:lnTo>
                  <a:lnTo>
                    <a:pt x="10044" y="144923"/>
                  </a:lnTo>
                  <a:lnTo>
                    <a:pt x="7976" y="145390"/>
                  </a:lnTo>
                  <a:lnTo>
                    <a:pt x="6890" y="144361"/>
                  </a:lnTo>
                  <a:lnTo>
                    <a:pt x="5316" y="144690"/>
                  </a:lnTo>
                  <a:lnTo>
                    <a:pt x="4223" y="143872"/>
                  </a:lnTo>
                  <a:lnTo>
                    <a:pt x="6489" y="140793"/>
                  </a:lnTo>
                  <a:lnTo>
                    <a:pt x="6590" y="138974"/>
                  </a:lnTo>
                  <a:lnTo>
                    <a:pt x="6564" y="137595"/>
                  </a:lnTo>
                  <a:lnTo>
                    <a:pt x="7713" y="133503"/>
                  </a:lnTo>
                  <a:lnTo>
                    <a:pt x="8869" y="131239"/>
                  </a:lnTo>
                  <a:lnTo>
                    <a:pt x="11859" y="128029"/>
                  </a:lnTo>
                  <a:lnTo>
                    <a:pt x="13162" y="127584"/>
                  </a:lnTo>
                  <a:lnTo>
                    <a:pt x="14106" y="127711"/>
                  </a:lnTo>
                  <a:lnTo>
                    <a:pt x="14880" y="127413"/>
                  </a:lnTo>
                  <a:lnTo>
                    <a:pt x="14067" y="126185"/>
                  </a:lnTo>
                  <a:lnTo>
                    <a:pt x="13272" y="125620"/>
                  </a:lnTo>
                  <a:lnTo>
                    <a:pt x="11726" y="125736"/>
                  </a:lnTo>
                  <a:lnTo>
                    <a:pt x="10121" y="123888"/>
                  </a:lnTo>
                  <a:lnTo>
                    <a:pt x="9979" y="121937"/>
                  </a:lnTo>
                  <a:lnTo>
                    <a:pt x="13092" y="109620"/>
                  </a:lnTo>
                  <a:lnTo>
                    <a:pt x="13136" y="108500"/>
                  </a:lnTo>
                  <a:lnTo>
                    <a:pt x="12648" y="105505"/>
                  </a:lnTo>
                  <a:lnTo>
                    <a:pt x="12490" y="102580"/>
                  </a:lnTo>
                  <a:lnTo>
                    <a:pt x="10259" y="100899"/>
                  </a:lnTo>
                  <a:lnTo>
                    <a:pt x="9272" y="100697"/>
                  </a:lnTo>
                  <a:lnTo>
                    <a:pt x="6407" y="97403"/>
                  </a:lnTo>
                  <a:lnTo>
                    <a:pt x="5264" y="95741"/>
                  </a:lnTo>
                  <a:lnTo>
                    <a:pt x="4815" y="96230"/>
                  </a:lnTo>
                  <a:lnTo>
                    <a:pt x="4733" y="98869"/>
                  </a:lnTo>
                  <a:lnTo>
                    <a:pt x="4326" y="99455"/>
                  </a:lnTo>
                  <a:lnTo>
                    <a:pt x="3574" y="99966"/>
                  </a:lnTo>
                  <a:lnTo>
                    <a:pt x="3195" y="96956"/>
                  </a:lnTo>
                  <a:lnTo>
                    <a:pt x="2576" y="94780"/>
                  </a:lnTo>
                  <a:lnTo>
                    <a:pt x="680" y="92565"/>
                  </a:lnTo>
                  <a:lnTo>
                    <a:pt x="0" y="91343"/>
                  </a:lnTo>
                  <a:lnTo>
                    <a:pt x="326" y="88706"/>
                  </a:lnTo>
                  <a:lnTo>
                    <a:pt x="166" y="88472"/>
                  </a:lnTo>
                  <a:lnTo>
                    <a:pt x="468" y="85511"/>
                  </a:lnTo>
                  <a:lnTo>
                    <a:pt x="1634" y="83225"/>
                  </a:lnTo>
                  <a:lnTo>
                    <a:pt x="4488" y="79159"/>
                  </a:lnTo>
                  <a:lnTo>
                    <a:pt x="5223" y="77253"/>
                  </a:lnTo>
                  <a:lnTo>
                    <a:pt x="6672" y="75005"/>
                  </a:lnTo>
                  <a:lnTo>
                    <a:pt x="7325" y="75054"/>
                  </a:lnTo>
                  <a:lnTo>
                    <a:pt x="7999" y="74859"/>
                  </a:lnTo>
                  <a:lnTo>
                    <a:pt x="8202" y="73881"/>
                  </a:lnTo>
                  <a:lnTo>
                    <a:pt x="8358" y="73112"/>
                  </a:lnTo>
                  <a:lnTo>
                    <a:pt x="8937" y="72415"/>
                  </a:lnTo>
                  <a:lnTo>
                    <a:pt x="10332" y="71175"/>
                  </a:lnTo>
                  <a:lnTo>
                    <a:pt x="11918" y="69544"/>
                  </a:lnTo>
                  <a:lnTo>
                    <a:pt x="13182" y="69092"/>
                  </a:lnTo>
                  <a:lnTo>
                    <a:pt x="14733" y="66649"/>
                  </a:lnTo>
                  <a:lnTo>
                    <a:pt x="15365" y="65575"/>
                  </a:lnTo>
                  <a:lnTo>
                    <a:pt x="15998" y="65575"/>
                  </a:lnTo>
                  <a:lnTo>
                    <a:pt x="16172" y="65074"/>
                  </a:lnTo>
                  <a:lnTo>
                    <a:pt x="16530" y="63810"/>
                  </a:lnTo>
                  <a:lnTo>
                    <a:pt x="17025" y="62982"/>
                  </a:lnTo>
                  <a:lnTo>
                    <a:pt x="17711" y="62824"/>
                  </a:lnTo>
                  <a:lnTo>
                    <a:pt x="18833" y="62227"/>
                  </a:lnTo>
                  <a:lnTo>
                    <a:pt x="20242" y="61861"/>
                  </a:lnTo>
                  <a:lnTo>
                    <a:pt x="21201" y="59809"/>
                  </a:lnTo>
                  <a:lnTo>
                    <a:pt x="21527" y="58343"/>
                  </a:lnTo>
                  <a:lnTo>
                    <a:pt x="22161" y="56730"/>
                  </a:lnTo>
                  <a:lnTo>
                    <a:pt x="23507" y="54971"/>
                  </a:lnTo>
                  <a:lnTo>
                    <a:pt x="24433" y="52374"/>
                  </a:lnTo>
                  <a:lnTo>
                    <a:pt x="25459" y="49548"/>
                  </a:lnTo>
                  <a:lnTo>
                    <a:pt x="25948" y="48646"/>
                  </a:lnTo>
                  <a:lnTo>
                    <a:pt x="26429" y="48463"/>
                  </a:lnTo>
                  <a:lnTo>
                    <a:pt x="26714" y="47401"/>
                  </a:lnTo>
                  <a:lnTo>
                    <a:pt x="27042" y="44400"/>
                  </a:lnTo>
                  <a:lnTo>
                    <a:pt x="27513" y="41481"/>
                  </a:lnTo>
                  <a:lnTo>
                    <a:pt x="27797" y="40103"/>
                  </a:lnTo>
                  <a:lnTo>
                    <a:pt x="28978" y="38598"/>
                  </a:lnTo>
                  <a:lnTo>
                    <a:pt x="29281" y="37869"/>
                  </a:lnTo>
                  <a:lnTo>
                    <a:pt x="29546" y="37624"/>
                  </a:lnTo>
                  <a:lnTo>
                    <a:pt x="30097" y="37820"/>
                  </a:lnTo>
                  <a:lnTo>
                    <a:pt x="30832" y="36940"/>
                  </a:lnTo>
                  <a:lnTo>
                    <a:pt x="31526" y="35963"/>
                  </a:lnTo>
                  <a:lnTo>
                    <a:pt x="32159" y="36305"/>
                  </a:lnTo>
                  <a:lnTo>
                    <a:pt x="32802" y="37116"/>
                  </a:lnTo>
                  <a:lnTo>
                    <a:pt x="33474" y="38732"/>
                  </a:lnTo>
                  <a:lnTo>
                    <a:pt x="33770" y="40019"/>
                  </a:lnTo>
                  <a:lnTo>
                    <a:pt x="34301" y="41094"/>
                  </a:lnTo>
                  <a:lnTo>
                    <a:pt x="34404" y="42657"/>
                  </a:lnTo>
                  <a:lnTo>
                    <a:pt x="34934" y="43342"/>
                  </a:lnTo>
                  <a:lnTo>
                    <a:pt x="36058" y="43682"/>
                  </a:lnTo>
                  <a:lnTo>
                    <a:pt x="37903" y="44747"/>
                  </a:lnTo>
                  <a:lnTo>
                    <a:pt x="39097" y="44808"/>
                  </a:lnTo>
                  <a:lnTo>
                    <a:pt x="39777" y="45606"/>
                  </a:lnTo>
                  <a:lnTo>
                    <a:pt x="41203" y="46041"/>
                  </a:lnTo>
                  <a:lnTo>
                    <a:pt x="44053" y="45417"/>
                  </a:lnTo>
                  <a:lnTo>
                    <a:pt x="45218" y="45785"/>
                  </a:lnTo>
                  <a:lnTo>
                    <a:pt x="45707" y="46762"/>
                  </a:lnTo>
                  <a:lnTo>
                    <a:pt x="46429" y="47541"/>
                  </a:lnTo>
                  <a:lnTo>
                    <a:pt x="46900" y="47585"/>
                  </a:lnTo>
                  <a:lnTo>
                    <a:pt x="47528" y="46248"/>
                  </a:lnTo>
                  <a:lnTo>
                    <a:pt x="48202" y="44075"/>
                  </a:lnTo>
                  <a:lnTo>
                    <a:pt x="48647" y="42413"/>
                  </a:lnTo>
                  <a:lnTo>
                    <a:pt x="48626" y="41094"/>
                  </a:lnTo>
                  <a:lnTo>
                    <a:pt x="48238" y="39677"/>
                  </a:lnTo>
                  <a:lnTo>
                    <a:pt x="47299" y="38357"/>
                  </a:lnTo>
                  <a:lnTo>
                    <a:pt x="46685" y="36315"/>
                  </a:lnTo>
                  <a:lnTo>
                    <a:pt x="46095" y="34205"/>
                  </a:lnTo>
                  <a:lnTo>
                    <a:pt x="45748" y="33519"/>
                  </a:lnTo>
                  <a:lnTo>
                    <a:pt x="45463" y="32493"/>
                  </a:lnTo>
                  <a:lnTo>
                    <a:pt x="45411" y="30924"/>
                  </a:lnTo>
                  <a:lnTo>
                    <a:pt x="45615" y="29863"/>
                  </a:lnTo>
                  <a:lnTo>
                    <a:pt x="47033" y="29150"/>
                  </a:lnTo>
                  <a:lnTo>
                    <a:pt x="48855" y="28736"/>
                  </a:lnTo>
                  <a:lnTo>
                    <a:pt x="50329" y="29176"/>
                  </a:lnTo>
                  <a:lnTo>
                    <a:pt x="52791" y="28878"/>
                  </a:lnTo>
                  <a:lnTo>
                    <a:pt x="54300" y="28292"/>
                  </a:lnTo>
                  <a:lnTo>
                    <a:pt x="55420" y="28376"/>
                  </a:lnTo>
                  <a:lnTo>
                    <a:pt x="56452" y="28364"/>
                  </a:lnTo>
                  <a:lnTo>
                    <a:pt x="56911" y="27461"/>
                  </a:lnTo>
                  <a:lnTo>
                    <a:pt x="58350" y="25286"/>
                  </a:lnTo>
                  <a:lnTo>
                    <a:pt x="59046" y="24515"/>
                  </a:lnTo>
                  <a:lnTo>
                    <a:pt x="59809" y="23039"/>
                  </a:lnTo>
                  <a:lnTo>
                    <a:pt x="59931" y="21499"/>
                  </a:lnTo>
                  <a:lnTo>
                    <a:pt x="60084" y="20254"/>
                  </a:lnTo>
                  <a:lnTo>
                    <a:pt x="60513" y="18919"/>
                  </a:lnTo>
                  <a:lnTo>
                    <a:pt x="61267" y="17273"/>
                  </a:lnTo>
                  <a:lnTo>
                    <a:pt x="61911" y="16516"/>
                  </a:lnTo>
                  <a:lnTo>
                    <a:pt x="62624" y="16614"/>
                  </a:lnTo>
                  <a:lnTo>
                    <a:pt x="63380" y="17370"/>
                  </a:lnTo>
                  <a:lnTo>
                    <a:pt x="63859" y="18127"/>
                  </a:lnTo>
                  <a:lnTo>
                    <a:pt x="64400" y="17908"/>
                  </a:lnTo>
                  <a:lnTo>
                    <a:pt x="64849" y="16614"/>
                  </a:lnTo>
                  <a:lnTo>
                    <a:pt x="65145" y="16366"/>
                  </a:lnTo>
                  <a:lnTo>
                    <a:pt x="66008" y="16252"/>
                  </a:lnTo>
                  <a:lnTo>
                    <a:pt x="66278" y="15458"/>
                  </a:lnTo>
                  <a:lnTo>
                    <a:pt x="66608" y="11652"/>
                  </a:lnTo>
                  <a:lnTo>
                    <a:pt x="66941" y="8648"/>
                  </a:lnTo>
                  <a:lnTo>
                    <a:pt x="67012" y="6547"/>
                  </a:lnTo>
                  <a:lnTo>
                    <a:pt x="67781" y="3070"/>
                  </a:lnTo>
                  <a:lnTo>
                    <a:pt x="68022" y="976"/>
                  </a:lnTo>
                  <a:lnTo>
                    <a:pt x="68481" y="0"/>
                  </a:lnTo>
                  <a:lnTo>
                    <a:pt x="69011" y="73"/>
                  </a:lnTo>
                  <a:lnTo>
                    <a:pt x="69452" y="688"/>
                  </a:lnTo>
                  <a:lnTo>
                    <a:pt x="70011" y="1050"/>
                  </a:lnTo>
                  <a:lnTo>
                    <a:pt x="70756" y="708"/>
                  </a:lnTo>
                  <a:lnTo>
                    <a:pt x="71276" y="1245"/>
                  </a:lnTo>
                  <a:lnTo>
                    <a:pt x="71603" y="2369"/>
                  </a:lnTo>
                  <a:lnTo>
                    <a:pt x="72702" y="3142"/>
                  </a:lnTo>
                  <a:lnTo>
                    <a:pt x="72807" y="3709"/>
                  </a:lnTo>
                  <a:lnTo>
                    <a:pt x="72780" y="7485"/>
                  </a:lnTo>
                  <a:lnTo>
                    <a:pt x="73384" y="9254"/>
                  </a:lnTo>
                  <a:lnTo>
                    <a:pt x="74188" y="10852"/>
                  </a:lnTo>
                  <a:lnTo>
                    <a:pt x="75293" y="12305"/>
                  </a:lnTo>
                  <a:lnTo>
                    <a:pt x="75884" y="12636"/>
                  </a:lnTo>
                  <a:close/>
                </a:path>
              </a:pathLst>
            </a:custGeom>
            <a:solidFill>
              <a:srgbClr val="FFF3E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1" name="pg1210"/>
            <p:cNvSpPr/>
            <p:nvPr/>
          </p:nvSpPr>
          <p:spPr>
            <a:xfrm>
              <a:off x="3151270" y="2662834"/>
              <a:ext cx="6759" cy="6510"/>
            </a:xfrm>
            <a:custGeom>
              <a:avLst/>
              <a:pathLst>
                <a:path w="6759" h="6510">
                  <a:moveTo>
                    <a:pt x="618" y="0"/>
                  </a:moveTo>
                  <a:lnTo>
                    <a:pt x="2301" y="1558"/>
                  </a:lnTo>
                  <a:lnTo>
                    <a:pt x="3847" y="803"/>
                  </a:lnTo>
                  <a:lnTo>
                    <a:pt x="5763" y="2809"/>
                  </a:lnTo>
                  <a:lnTo>
                    <a:pt x="6759" y="3267"/>
                  </a:lnTo>
                  <a:lnTo>
                    <a:pt x="5870" y="4694"/>
                  </a:lnTo>
                  <a:lnTo>
                    <a:pt x="4980" y="6510"/>
                  </a:lnTo>
                  <a:lnTo>
                    <a:pt x="2748" y="6081"/>
                  </a:lnTo>
                  <a:lnTo>
                    <a:pt x="861" y="4335"/>
                  </a:lnTo>
                  <a:lnTo>
                    <a:pt x="184" y="3006"/>
                  </a:lnTo>
                  <a:lnTo>
                    <a:pt x="0" y="1809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2" name="pg1211"/>
            <p:cNvSpPr/>
            <p:nvPr/>
          </p:nvSpPr>
          <p:spPr>
            <a:xfrm>
              <a:off x="3053077" y="2540045"/>
              <a:ext cx="2110" cy="2437"/>
            </a:xfrm>
            <a:custGeom>
              <a:avLst/>
              <a:pathLst>
                <a:path w="2110" h="2437">
                  <a:moveTo>
                    <a:pt x="2110" y="1893"/>
                  </a:moveTo>
                  <a:lnTo>
                    <a:pt x="2058" y="2437"/>
                  </a:lnTo>
                  <a:lnTo>
                    <a:pt x="1357" y="2220"/>
                  </a:lnTo>
                  <a:lnTo>
                    <a:pt x="474" y="2383"/>
                  </a:lnTo>
                  <a:lnTo>
                    <a:pt x="0" y="812"/>
                  </a:lnTo>
                  <a:lnTo>
                    <a:pt x="430" y="161"/>
                  </a:lnTo>
                  <a:lnTo>
                    <a:pt x="1424" y="0"/>
                  </a:lnTo>
                  <a:lnTo>
                    <a:pt x="1900" y="704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3" name="pg1212"/>
            <p:cNvSpPr/>
            <p:nvPr/>
          </p:nvSpPr>
          <p:spPr>
            <a:xfrm>
              <a:off x="3045063" y="2513832"/>
              <a:ext cx="8217" cy="5785"/>
            </a:xfrm>
            <a:custGeom>
              <a:avLst/>
              <a:pathLst>
                <a:path w="8217" h="5785">
                  <a:moveTo>
                    <a:pt x="2454" y="2074"/>
                  </a:moveTo>
                  <a:lnTo>
                    <a:pt x="3237" y="2278"/>
                  </a:lnTo>
                  <a:lnTo>
                    <a:pt x="7172" y="1846"/>
                  </a:lnTo>
                  <a:lnTo>
                    <a:pt x="8217" y="2164"/>
                  </a:lnTo>
                  <a:lnTo>
                    <a:pt x="8108" y="4337"/>
                  </a:lnTo>
                  <a:lnTo>
                    <a:pt x="7363" y="5204"/>
                  </a:lnTo>
                  <a:lnTo>
                    <a:pt x="5044" y="5785"/>
                  </a:lnTo>
                  <a:lnTo>
                    <a:pt x="1399" y="4380"/>
                  </a:lnTo>
                  <a:lnTo>
                    <a:pt x="174" y="2513"/>
                  </a:lnTo>
                  <a:lnTo>
                    <a:pt x="0" y="1144"/>
                  </a:lnTo>
                  <a:lnTo>
                    <a:pt x="24" y="504"/>
                  </a:lnTo>
                  <a:lnTo>
                    <a:pt x="791" y="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4" name="pg1213"/>
            <p:cNvSpPr/>
            <p:nvPr/>
          </p:nvSpPr>
          <p:spPr>
            <a:xfrm>
              <a:off x="3011733" y="2494855"/>
              <a:ext cx="5972" cy="4984"/>
            </a:xfrm>
            <a:custGeom>
              <a:avLst/>
              <a:pathLst>
                <a:path w="5972" h="4984">
                  <a:moveTo>
                    <a:pt x="4955" y="2975"/>
                  </a:moveTo>
                  <a:lnTo>
                    <a:pt x="5972" y="4155"/>
                  </a:lnTo>
                  <a:lnTo>
                    <a:pt x="4430" y="4409"/>
                  </a:lnTo>
                  <a:lnTo>
                    <a:pt x="3920" y="4984"/>
                  </a:lnTo>
                  <a:lnTo>
                    <a:pt x="2670" y="4150"/>
                  </a:lnTo>
                  <a:lnTo>
                    <a:pt x="1164" y="4276"/>
                  </a:lnTo>
                  <a:lnTo>
                    <a:pt x="218" y="2683"/>
                  </a:lnTo>
                  <a:lnTo>
                    <a:pt x="0" y="1028"/>
                  </a:lnTo>
                  <a:lnTo>
                    <a:pt x="475" y="10"/>
                  </a:lnTo>
                  <a:lnTo>
                    <a:pt x="1810" y="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5" name="pg1214"/>
            <p:cNvSpPr/>
            <p:nvPr/>
          </p:nvSpPr>
          <p:spPr>
            <a:xfrm>
              <a:off x="3008115" y="2492340"/>
              <a:ext cx="2915" cy="3431"/>
            </a:xfrm>
            <a:custGeom>
              <a:avLst/>
              <a:pathLst>
                <a:path w="2915" h="3431">
                  <a:moveTo>
                    <a:pt x="2476" y="3353"/>
                  </a:moveTo>
                  <a:lnTo>
                    <a:pt x="1211" y="3431"/>
                  </a:lnTo>
                  <a:lnTo>
                    <a:pt x="0" y="1183"/>
                  </a:lnTo>
                  <a:lnTo>
                    <a:pt x="1780" y="0"/>
                  </a:lnTo>
                  <a:lnTo>
                    <a:pt x="2302" y="721"/>
                  </a:lnTo>
                  <a:lnTo>
                    <a:pt x="2687" y="1541"/>
                  </a:lnTo>
                  <a:lnTo>
                    <a:pt x="2915" y="2592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6" name="pg1215"/>
            <p:cNvSpPr/>
            <p:nvPr/>
          </p:nvSpPr>
          <p:spPr>
            <a:xfrm>
              <a:off x="3014672" y="2489225"/>
              <a:ext cx="6566" cy="5919"/>
            </a:xfrm>
            <a:custGeom>
              <a:avLst/>
              <a:pathLst>
                <a:path w="6566" h="5919">
                  <a:moveTo>
                    <a:pt x="6566" y="5563"/>
                  </a:moveTo>
                  <a:lnTo>
                    <a:pt x="5981" y="5919"/>
                  </a:lnTo>
                  <a:lnTo>
                    <a:pt x="2693" y="3644"/>
                  </a:lnTo>
                  <a:lnTo>
                    <a:pt x="1522" y="2615"/>
                  </a:lnTo>
                  <a:lnTo>
                    <a:pt x="0" y="0"/>
                  </a:lnTo>
                  <a:lnTo>
                    <a:pt x="4294" y="3178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7" name="pg1216"/>
            <p:cNvSpPr/>
            <p:nvPr/>
          </p:nvSpPr>
          <p:spPr>
            <a:xfrm>
              <a:off x="3026083" y="2487488"/>
              <a:ext cx="4244" cy="4983"/>
            </a:xfrm>
            <a:custGeom>
              <a:avLst/>
              <a:pathLst>
                <a:path w="4244" h="4983">
                  <a:moveTo>
                    <a:pt x="3833" y="4705"/>
                  </a:moveTo>
                  <a:lnTo>
                    <a:pt x="3586" y="4983"/>
                  </a:lnTo>
                  <a:lnTo>
                    <a:pt x="1025" y="4185"/>
                  </a:lnTo>
                  <a:lnTo>
                    <a:pt x="296" y="3097"/>
                  </a:lnTo>
                  <a:lnTo>
                    <a:pt x="0" y="1089"/>
                  </a:lnTo>
                  <a:lnTo>
                    <a:pt x="430" y="405"/>
                  </a:lnTo>
                  <a:lnTo>
                    <a:pt x="1558" y="0"/>
                  </a:lnTo>
                  <a:lnTo>
                    <a:pt x="3195" y="379"/>
                  </a:lnTo>
                  <a:lnTo>
                    <a:pt x="4244" y="1816"/>
                  </a:lnTo>
                  <a:lnTo>
                    <a:pt x="4244" y="3657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8" name="pg1217"/>
            <p:cNvSpPr/>
            <p:nvPr/>
          </p:nvSpPr>
          <p:spPr>
            <a:xfrm>
              <a:off x="2977995" y="2466267"/>
              <a:ext cx="1799" cy="4784"/>
            </a:xfrm>
            <a:custGeom>
              <a:avLst/>
              <a:pathLst>
                <a:path w="1799" h="4784">
                  <a:moveTo>
                    <a:pt x="1799" y="3366"/>
                  </a:moveTo>
                  <a:lnTo>
                    <a:pt x="1253" y="4784"/>
                  </a:lnTo>
                  <a:lnTo>
                    <a:pt x="312" y="4280"/>
                  </a:lnTo>
                  <a:lnTo>
                    <a:pt x="0" y="3745"/>
                  </a:lnTo>
                  <a:lnTo>
                    <a:pt x="272" y="711"/>
                  </a:lnTo>
                  <a:lnTo>
                    <a:pt x="1025" y="0"/>
                  </a:lnTo>
                  <a:lnTo>
                    <a:pt x="1781" y="1223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9" name="pg1218"/>
            <p:cNvSpPr/>
            <p:nvPr/>
          </p:nvSpPr>
          <p:spPr>
            <a:xfrm>
              <a:off x="3247042" y="2388950"/>
              <a:ext cx="40317" cy="151645"/>
            </a:xfrm>
            <a:custGeom>
              <a:avLst/>
              <a:pathLst>
                <a:path w="40317" h="151645">
                  <a:moveTo>
                    <a:pt x="25587" y="146503"/>
                  </a:moveTo>
                  <a:lnTo>
                    <a:pt x="24508" y="146831"/>
                  </a:lnTo>
                  <a:lnTo>
                    <a:pt x="20306" y="151636"/>
                  </a:lnTo>
                  <a:lnTo>
                    <a:pt x="19003" y="151645"/>
                  </a:lnTo>
                  <a:lnTo>
                    <a:pt x="16571" y="149528"/>
                  </a:lnTo>
                  <a:lnTo>
                    <a:pt x="12283" y="148849"/>
                  </a:lnTo>
                  <a:lnTo>
                    <a:pt x="10884" y="148220"/>
                  </a:lnTo>
                  <a:lnTo>
                    <a:pt x="9139" y="149600"/>
                  </a:lnTo>
                  <a:lnTo>
                    <a:pt x="7790" y="149569"/>
                  </a:lnTo>
                  <a:lnTo>
                    <a:pt x="6717" y="151332"/>
                  </a:lnTo>
                  <a:lnTo>
                    <a:pt x="5946" y="150851"/>
                  </a:lnTo>
                  <a:lnTo>
                    <a:pt x="6829" y="146898"/>
                  </a:lnTo>
                  <a:lnTo>
                    <a:pt x="8213" y="139075"/>
                  </a:lnTo>
                  <a:lnTo>
                    <a:pt x="8158" y="134299"/>
                  </a:lnTo>
                  <a:lnTo>
                    <a:pt x="8488" y="130151"/>
                  </a:lnTo>
                  <a:lnTo>
                    <a:pt x="8108" y="126042"/>
                  </a:lnTo>
                  <a:lnTo>
                    <a:pt x="7413" y="123477"/>
                  </a:lnTo>
                  <a:lnTo>
                    <a:pt x="8360" y="116824"/>
                  </a:lnTo>
                  <a:lnTo>
                    <a:pt x="8252" y="113398"/>
                  </a:lnTo>
                  <a:lnTo>
                    <a:pt x="7387" y="109057"/>
                  </a:lnTo>
                  <a:lnTo>
                    <a:pt x="10012" y="109718"/>
                  </a:lnTo>
                  <a:lnTo>
                    <a:pt x="9202" y="108001"/>
                  </a:lnTo>
                  <a:lnTo>
                    <a:pt x="8401" y="106945"/>
                  </a:lnTo>
                  <a:lnTo>
                    <a:pt x="7627" y="107187"/>
                  </a:lnTo>
                  <a:lnTo>
                    <a:pt x="6971" y="107123"/>
                  </a:lnTo>
                  <a:lnTo>
                    <a:pt x="4735" y="108804"/>
                  </a:lnTo>
                  <a:lnTo>
                    <a:pt x="3615" y="109308"/>
                  </a:lnTo>
                  <a:lnTo>
                    <a:pt x="3288" y="109015"/>
                  </a:lnTo>
                  <a:lnTo>
                    <a:pt x="3410" y="106330"/>
                  </a:lnTo>
                  <a:lnTo>
                    <a:pt x="2830" y="102850"/>
                  </a:lnTo>
                  <a:lnTo>
                    <a:pt x="3725" y="101932"/>
                  </a:lnTo>
                  <a:lnTo>
                    <a:pt x="4768" y="101670"/>
                  </a:lnTo>
                  <a:lnTo>
                    <a:pt x="5654" y="100186"/>
                  </a:lnTo>
                  <a:lnTo>
                    <a:pt x="6203" y="98530"/>
                  </a:lnTo>
                  <a:lnTo>
                    <a:pt x="5913" y="95572"/>
                  </a:lnTo>
                  <a:lnTo>
                    <a:pt x="6683" y="92763"/>
                  </a:lnTo>
                  <a:lnTo>
                    <a:pt x="8491" y="90397"/>
                  </a:lnTo>
                  <a:lnTo>
                    <a:pt x="7555" y="90758"/>
                  </a:lnTo>
                  <a:lnTo>
                    <a:pt x="6483" y="92232"/>
                  </a:lnTo>
                  <a:lnTo>
                    <a:pt x="4796" y="97592"/>
                  </a:lnTo>
                  <a:lnTo>
                    <a:pt x="4244" y="100308"/>
                  </a:lnTo>
                  <a:lnTo>
                    <a:pt x="2806" y="101194"/>
                  </a:lnTo>
                  <a:lnTo>
                    <a:pt x="1517" y="101634"/>
                  </a:lnTo>
                  <a:lnTo>
                    <a:pt x="858" y="101349"/>
                  </a:lnTo>
                  <a:lnTo>
                    <a:pt x="69" y="100660"/>
                  </a:lnTo>
                  <a:lnTo>
                    <a:pt x="0" y="98653"/>
                  </a:lnTo>
                  <a:lnTo>
                    <a:pt x="61" y="97053"/>
                  </a:lnTo>
                  <a:lnTo>
                    <a:pt x="595" y="93876"/>
                  </a:lnTo>
                  <a:lnTo>
                    <a:pt x="806" y="89394"/>
                  </a:lnTo>
                  <a:lnTo>
                    <a:pt x="1565" y="85374"/>
                  </a:lnTo>
                  <a:lnTo>
                    <a:pt x="1511" y="84307"/>
                  </a:lnTo>
                  <a:lnTo>
                    <a:pt x="1295" y="82711"/>
                  </a:lnTo>
                  <a:lnTo>
                    <a:pt x="1975" y="81150"/>
                  </a:lnTo>
                  <a:lnTo>
                    <a:pt x="2817" y="80118"/>
                  </a:lnTo>
                  <a:lnTo>
                    <a:pt x="4089" y="76674"/>
                  </a:lnTo>
                  <a:lnTo>
                    <a:pt x="5869" y="68460"/>
                  </a:lnTo>
                  <a:lnTo>
                    <a:pt x="7920" y="59740"/>
                  </a:lnTo>
                  <a:lnTo>
                    <a:pt x="7754" y="58672"/>
                  </a:lnTo>
                  <a:lnTo>
                    <a:pt x="7318" y="57855"/>
                  </a:lnTo>
                  <a:lnTo>
                    <a:pt x="7491" y="55502"/>
                  </a:lnTo>
                  <a:lnTo>
                    <a:pt x="8728" y="45261"/>
                  </a:lnTo>
                  <a:lnTo>
                    <a:pt x="9231" y="43924"/>
                  </a:lnTo>
                  <a:lnTo>
                    <a:pt x="9811" y="40921"/>
                  </a:lnTo>
                  <a:lnTo>
                    <a:pt x="9942" y="36076"/>
                  </a:lnTo>
                  <a:lnTo>
                    <a:pt x="10170" y="32737"/>
                  </a:lnTo>
                  <a:lnTo>
                    <a:pt x="10117" y="31059"/>
                  </a:lnTo>
                  <a:lnTo>
                    <a:pt x="9935" y="29044"/>
                  </a:lnTo>
                  <a:lnTo>
                    <a:pt x="9148" y="25197"/>
                  </a:lnTo>
                  <a:lnTo>
                    <a:pt x="8317" y="17061"/>
                  </a:lnTo>
                  <a:lnTo>
                    <a:pt x="8254" y="14344"/>
                  </a:lnTo>
                  <a:lnTo>
                    <a:pt x="8937" y="12972"/>
                  </a:lnTo>
                  <a:lnTo>
                    <a:pt x="7815" y="12771"/>
                  </a:lnTo>
                  <a:lnTo>
                    <a:pt x="7306" y="11016"/>
                  </a:lnTo>
                  <a:lnTo>
                    <a:pt x="7422" y="9022"/>
                  </a:lnTo>
                  <a:lnTo>
                    <a:pt x="8669" y="5801"/>
                  </a:lnTo>
                  <a:lnTo>
                    <a:pt x="9832" y="3809"/>
                  </a:lnTo>
                  <a:lnTo>
                    <a:pt x="10983" y="2501"/>
                  </a:lnTo>
                  <a:lnTo>
                    <a:pt x="11619" y="2011"/>
                  </a:lnTo>
                  <a:lnTo>
                    <a:pt x="14279" y="659"/>
                  </a:lnTo>
                  <a:lnTo>
                    <a:pt x="14976" y="0"/>
                  </a:lnTo>
                  <a:lnTo>
                    <a:pt x="15630" y="109"/>
                  </a:lnTo>
                  <a:lnTo>
                    <a:pt x="15739" y="754"/>
                  </a:lnTo>
                  <a:lnTo>
                    <a:pt x="16117" y="2009"/>
                  </a:lnTo>
                  <a:lnTo>
                    <a:pt x="16540" y="2880"/>
                  </a:lnTo>
                  <a:lnTo>
                    <a:pt x="16655" y="3523"/>
                  </a:lnTo>
                  <a:lnTo>
                    <a:pt x="15627" y="6214"/>
                  </a:lnTo>
                  <a:lnTo>
                    <a:pt x="15486" y="7137"/>
                  </a:lnTo>
                  <a:lnTo>
                    <a:pt x="16023" y="8877"/>
                  </a:lnTo>
                  <a:lnTo>
                    <a:pt x="16118" y="9379"/>
                  </a:lnTo>
                  <a:lnTo>
                    <a:pt x="16377" y="9616"/>
                  </a:lnTo>
                  <a:lnTo>
                    <a:pt x="17094" y="9550"/>
                  </a:lnTo>
                  <a:lnTo>
                    <a:pt x="18371" y="8436"/>
                  </a:lnTo>
                  <a:lnTo>
                    <a:pt x="19236" y="7498"/>
                  </a:lnTo>
                  <a:lnTo>
                    <a:pt x="19538" y="7885"/>
                  </a:lnTo>
                  <a:lnTo>
                    <a:pt x="22047" y="7355"/>
                  </a:lnTo>
                  <a:lnTo>
                    <a:pt x="22644" y="7784"/>
                  </a:lnTo>
                  <a:lnTo>
                    <a:pt x="23040" y="8257"/>
                  </a:lnTo>
                  <a:lnTo>
                    <a:pt x="24274" y="8906"/>
                  </a:lnTo>
                  <a:lnTo>
                    <a:pt x="25618" y="8974"/>
                  </a:lnTo>
                  <a:lnTo>
                    <a:pt x="27285" y="8066"/>
                  </a:lnTo>
                  <a:lnTo>
                    <a:pt x="28012" y="7155"/>
                  </a:lnTo>
                  <a:lnTo>
                    <a:pt x="28152" y="6146"/>
                  </a:lnTo>
                  <a:lnTo>
                    <a:pt x="28188" y="5383"/>
                  </a:lnTo>
                  <a:lnTo>
                    <a:pt x="28403" y="4897"/>
                  </a:lnTo>
                  <a:lnTo>
                    <a:pt x="28784" y="4617"/>
                  </a:lnTo>
                  <a:lnTo>
                    <a:pt x="29376" y="5117"/>
                  </a:lnTo>
                  <a:lnTo>
                    <a:pt x="30223" y="5518"/>
                  </a:lnTo>
                  <a:lnTo>
                    <a:pt x="32258" y="5677"/>
                  </a:lnTo>
                  <a:lnTo>
                    <a:pt x="32657" y="5119"/>
                  </a:lnTo>
                  <a:lnTo>
                    <a:pt x="33347" y="5286"/>
                  </a:lnTo>
                  <a:lnTo>
                    <a:pt x="34256" y="5993"/>
                  </a:lnTo>
                  <a:lnTo>
                    <a:pt x="35310" y="5762"/>
                  </a:lnTo>
                  <a:lnTo>
                    <a:pt x="35839" y="6628"/>
                  </a:lnTo>
                  <a:lnTo>
                    <a:pt x="36059" y="7779"/>
                  </a:lnTo>
                  <a:lnTo>
                    <a:pt x="36120" y="10278"/>
                  </a:lnTo>
                  <a:lnTo>
                    <a:pt x="36041" y="12805"/>
                  </a:lnTo>
                  <a:lnTo>
                    <a:pt x="36248" y="13737"/>
                  </a:lnTo>
                  <a:lnTo>
                    <a:pt x="36958" y="13976"/>
                  </a:lnTo>
                  <a:lnTo>
                    <a:pt x="38105" y="13947"/>
                  </a:lnTo>
                  <a:lnTo>
                    <a:pt x="39137" y="14633"/>
                  </a:lnTo>
                  <a:lnTo>
                    <a:pt x="39939" y="15826"/>
                  </a:lnTo>
                  <a:lnTo>
                    <a:pt x="40203" y="17048"/>
                  </a:lnTo>
                  <a:lnTo>
                    <a:pt x="40317" y="17888"/>
                  </a:lnTo>
                  <a:lnTo>
                    <a:pt x="39924" y="18364"/>
                  </a:lnTo>
                  <a:lnTo>
                    <a:pt x="39368" y="20163"/>
                  </a:lnTo>
                  <a:lnTo>
                    <a:pt x="37964" y="22516"/>
                  </a:lnTo>
                  <a:lnTo>
                    <a:pt x="35955" y="24634"/>
                  </a:lnTo>
                  <a:lnTo>
                    <a:pt x="34423" y="27270"/>
                  </a:lnTo>
                  <a:lnTo>
                    <a:pt x="33366" y="30426"/>
                  </a:lnTo>
                  <a:lnTo>
                    <a:pt x="32045" y="31765"/>
                  </a:lnTo>
                  <a:lnTo>
                    <a:pt x="31641" y="32485"/>
                  </a:lnTo>
                  <a:lnTo>
                    <a:pt x="31482" y="33339"/>
                  </a:lnTo>
                  <a:lnTo>
                    <a:pt x="32355" y="37204"/>
                  </a:lnTo>
                  <a:lnTo>
                    <a:pt x="32624" y="40184"/>
                  </a:lnTo>
                  <a:lnTo>
                    <a:pt x="32840" y="43831"/>
                  </a:lnTo>
                  <a:lnTo>
                    <a:pt x="32699" y="44864"/>
                  </a:lnTo>
                  <a:lnTo>
                    <a:pt x="32627" y="48881"/>
                  </a:lnTo>
                  <a:lnTo>
                    <a:pt x="32425" y="50060"/>
                  </a:lnTo>
                  <a:lnTo>
                    <a:pt x="32475" y="51014"/>
                  </a:lnTo>
                  <a:lnTo>
                    <a:pt x="32798" y="52039"/>
                  </a:lnTo>
                  <a:lnTo>
                    <a:pt x="32942" y="53019"/>
                  </a:lnTo>
                  <a:lnTo>
                    <a:pt x="32340" y="54271"/>
                  </a:lnTo>
                  <a:lnTo>
                    <a:pt x="31235" y="55723"/>
                  </a:lnTo>
                  <a:lnTo>
                    <a:pt x="30418" y="57001"/>
                  </a:lnTo>
                  <a:lnTo>
                    <a:pt x="30197" y="58196"/>
                  </a:lnTo>
                  <a:lnTo>
                    <a:pt x="30256" y="58943"/>
                  </a:lnTo>
                  <a:lnTo>
                    <a:pt x="31631" y="61478"/>
                  </a:lnTo>
                  <a:lnTo>
                    <a:pt x="31881" y="62513"/>
                  </a:lnTo>
                  <a:lnTo>
                    <a:pt x="31695" y="65016"/>
                  </a:lnTo>
                  <a:lnTo>
                    <a:pt x="30903" y="69115"/>
                  </a:lnTo>
                  <a:lnTo>
                    <a:pt x="30146" y="71610"/>
                  </a:lnTo>
                  <a:lnTo>
                    <a:pt x="30014" y="71858"/>
                  </a:lnTo>
                  <a:lnTo>
                    <a:pt x="29147" y="72564"/>
                  </a:lnTo>
                  <a:lnTo>
                    <a:pt x="24995" y="72594"/>
                  </a:lnTo>
                  <a:lnTo>
                    <a:pt x="23989" y="73158"/>
                  </a:lnTo>
                  <a:lnTo>
                    <a:pt x="24130" y="73656"/>
                  </a:lnTo>
                  <a:lnTo>
                    <a:pt x="25106" y="76863"/>
                  </a:lnTo>
                  <a:lnTo>
                    <a:pt x="26123" y="78573"/>
                  </a:lnTo>
                  <a:lnTo>
                    <a:pt x="26460" y="78962"/>
                  </a:lnTo>
                  <a:lnTo>
                    <a:pt x="26826" y="82715"/>
                  </a:lnTo>
                  <a:lnTo>
                    <a:pt x="28471" y="88712"/>
                  </a:lnTo>
                  <a:lnTo>
                    <a:pt x="30069" y="89543"/>
                  </a:lnTo>
                  <a:lnTo>
                    <a:pt x="30624" y="91039"/>
                  </a:lnTo>
                  <a:lnTo>
                    <a:pt x="30522" y="93142"/>
                  </a:lnTo>
                  <a:lnTo>
                    <a:pt x="30031" y="95454"/>
                  </a:lnTo>
                  <a:lnTo>
                    <a:pt x="29050" y="97820"/>
                  </a:lnTo>
                  <a:lnTo>
                    <a:pt x="27885" y="99488"/>
                  </a:lnTo>
                  <a:lnTo>
                    <a:pt x="27125" y="101142"/>
                  </a:lnTo>
                  <a:lnTo>
                    <a:pt x="27065" y="103068"/>
                  </a:lnTo>
                  <a:lnTo>
                    <a:pt x="26824" y="105506"/>
                  </a:lnTo>
                  <a:lnTo>
                    <a:pt x="26455" y="107438"/>
                  </a:lnTo>
                  <a:lnTo>
                    <a:pt x="26366" y="108740"/>
                  </a:lnTo>
                  <a:lnTo>
                    <a:pt x="29286" y="116907"/>
                  </a:lnTo>
                  <a:lnTo>
                    <a:pt x="30910" y="116511"/>
                  </a:lnTo>
                  <a:lnTo>
                    <a:pt x="31123" y="116704"/>
                  </a:lnTo>
                  <a:lnTo>
                    <a:pt x="30832" y="118652"/>
                  </a:lnTo>
                  <a:lnTo>
                    <a:pt x="30317" y="120934"/>
                  </a:lnTo>
                  <a:lnTo>
                    <a:pt x="29704" y="121369"/>
                  </a:lnTo>
                  <a:lnTo>
                    <a:pt x="28311" y="122068"/>
                  </a:lnTo>
                  <a:lnTo>
                    <a:pt x="26993" y="125020"/>
                  </a:lnTo>
                  <a:lnTo>
                    <a:pt x="25923" y="128568"/>
                  </a:lnTo>
                  <a:lnTo>
                    <a:pt x="25121" y="130285"/>
                  </a:lnTo>
                  <a:lnTo>
                    <a:pt x="24386" y="134504"/>
                  </a:lnTo>
                  <a:lnTo>
                    <a:pt x="24478" y="136334"/>
                  </a:lnTo>
                  <a:lnTo>
                    <a:pt x="24834" y="139157"/>
                  </a:lnTo>
                  <a:close/>
                </a:path>
              </a:pathLst>
            </a:custGeom>
            <a:solidFill>
              <a:srgbClr val="FBFDF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0" name="pg1219"/>
            <p:cNvSpPr/>
            <p:nvPr/>
          </p:nvSpPr>
          <p:spPr>
            <a:xfrm>
              <a:off x="2590919" y="4203960"/>
              <a:ext cx="103767" cy="244299"/>
            </a:xfrm>
            <a:custGeom>
              <a:avLst/>
              <a:pathLst>
                <a:path w="103767" h="244299">
                  <a:moveTo>
                    <a:pt x="55420" y="25956"/>
                  </a:moveTo>
                  <a:lnTo>
                    <a:pt x="55691" y="28103"/>
                  </a:lnTo>
                  <a:lnTo>
                    <a:pt x="55854" y="29762"/>
                  </a:lnTo>
                  <a:lnTo>
                    <a:pt x="56263" y="30937"/>
                  </a:lnTo>
                  <a:lnTo>
                    <a:pt x="56670" y="32501"/>
                  </a:lnTo>
                  <a:lnTo>
                    <a:pt x="57078" y="33378"/>
                  </a:lnTo>
                  <a:lnTo>
                    <a:pt x="57364" y="34844"/>
                  </a:lnTo>
                  <a:lnTo>
                    <a:pt x="57283" y="36506"/>
                  </a:lnTo>
                  <a:lnTo>
                    <a:pt x="57446" y="38656"/>
                  </a:lnTo>
                  <a:lnTo>
                    <a:pt x="57650" y="40514"/>
                  </a:lnTo>
                  <a:lnTo>
                    <a:pt x="57854" y="41002"/>
                  </a:lnTo>
                  <a:lnTo>
                    <a:pt x="58439" y="41489"/>
                  </a:lnTo>
                  <a:lnTo>
                    <a:pt x="58732" y="43177"/>
                  </a:lnTo>
                  <a:lnTo>
                    <a:pt x="58521" y="44032"/>
                  </a:lnTo>
                  <a:lnTo>
                    <a:pt x="58602" y="45007"/>
                  </a:lnTo>
                  <a:lnTo>
                    <a:pt x="58813" y="45962"/>
                  </a:lnTo>
                  <a:lnTo>
                    <a:pt x="58620" y="46888"/>
                  </a:lnTo>
                  <a:lnTo>
                    <a:pt x="58721" y="47598"/>
                  </a:lnTo>
                  <a:lnTo>
                    <a:pt x="59119" y="48233"/>
                  </a:lnTo>
                  <a:lnTo>
                    <a:pt x="59487" y="50579"/>
                  </a:lnTo>
                  <a:lnTo>
                    <a:pt x="59527" y="54587"/>
                  </a:lnTo>
                  <a:lnTo>
                    <a:pt x="59119" y="56734"/>
                  </a:lnTo>
                  <a:lnTo>
                    <a:pt x="58793" y="58494"/>
                  </a:lnTo>
                  <a:lnTo>
                    <a:pt x="58711" y="59571"/>
                  </a:lnTo>
                  <a:lnTo>
                    <a:pt x="58956" y="61132"/>
                  </a:lnTo>
                  <a:lnTo>
                    <a:pt x="58548" y="62990"/>
                  </a:lnTo>
                  <a:lnTo>
                    <a:pt x="58058" y="65238"/>
                  </a:lnTo>
                  <a:lnTo>
                    <a:pt x="58180" y="66802"/>
                  </a:lnTo>
                  <a:lnTo>
                    <a:pt x="58262" y="68268"/>
                  </a:lnTo>
                  <a:lnTo>
                    <a:pt x="58303" y="69832"/>
                  </a:lnTo>
                  <a:lnTo>
                    <a:pt x="58426" y="71298"/>
                  </a:lnTo>
                  <a:lnTo>
                    <a:pt x="58262" y="72859"/>
                  </a:lnTo>
                  <a:lnTo>
                    <a:pt x="58099" y="74230"/>
                  </a:lnTo>
                  <a:lnTo>
                    <a:pt x="58017" y="75791"/>
                  </a:lnTo>
                  <a:lnTo>
                    <a:pt x="58221" y="77551"/>
                  </a:lnTo>
                  <a:lnTo>
                    <a:pt x="57854" y="79213"/>
                  </a:lnTo>
                  <a:lnTo>
                    <a:pt x="57650" y="80385"/>
                  </a:lnTo>
                  <a:lnTo>
                    <a:pt x="57568" y="81559"/>
                  </a:lnTo>
                  <a:lnTo>
                    <a:pt x="57936" y="83415"/>
                  </a:lnTo>
                  <a:lnTo>
                    <a:pt x="58874" y="84197"/>
                  </a:lnTo>
                  <a:lnTo>
                    <a:pt x="59609" y="84393"/>
                  </a:lnTo>
                  <a:lnTo>
                    <a:pt x="60303" y="83415"/>
                  </a:lnTo>
                  <a:lnTo>
                    <a:pt x="60833" y="83121"/>
                  </a:lnTo>
                  <a:lnTo>
                    <a:pt x="61813" y="84001"/>
                  </a:lnTo>
                  <a:lnTo>
                    <a:pt x="62711" y="85565"/>
                  </a:lnTo>
                  <a:lnTo>
                    <a:pt x="63853" y="85761"/>
                  </a:lnTo>
                  <a:lnTo>
                    <a:pt x="64874" y="86052"/>
                  </a:lnTo>
                  <a:lnTo>
                    <a:pt x="65649" y="86543"/>
                  </a:lnTo>
                  <a:lnTo>
                    <a:pt x="66792" y="85957"/>
                  </a:lnTo>
                  <a:lnTo>
                    <a:pt x="67975" y="86543"/>
                  </a:lnTo>
                  <a:lnTo>
                    <a:pt x="69363" y="87423"/>
                  </a:lnTo>
                  <a:lnTo>
                    <a:pt x="70506" y="88205"/>
                  </a:lnTo>
                  <a:lnTo>
                    <a:pt x="71648" y="88009"/>
                  </a:lnTo>
                  <a:lnTo>
                    <a:pt x="72506" y="87911"/>
                  </a:lnTo>
                  <a:lnTo>
                    <a:pt x="73403" y="87031"/>
                  </a:lnTo>
                  <a:lnTo>
                    <a:pt x="74260" y="87129"/>
                  </a:lnTo>
                  <a:lnTo>
                    <a:pt x="74913" y="85565"/>
                  </a:lnTo>
                  <a:lnTo>
                    <a:pt x="75281" y="84197"/>
                  </a:lnTo>
                  <a:lnTo>
                    <a:pt x="75607" y="83219"/>
                  </a:lnTo>
                  <a:lnTo>
                    <a:pt x="76546" y="82440"/>
                  </a:lnTo>
                  <a:lnTo>
                    <a:pt x="77199" y="82927"/>
                  </a:lnTo>
                  <a:lnTo>
                    <a:pt x="77730" y="85467"/>
                  </a:lnTo>
                  <a:lnTo>
                    <a:pt x="78668" y="86933"/>
                  </a:lnTo>
                  <a:lnTo>
                    <a:pt x="79035" y="88009"/>
                  </a:lnTo>
                  <a:lnTo>
                    <a:pt x="79729" y="88497"/>
                  </a:lnTo>
                  <a:lnTo>
                    <a:pt x="81239" y="88595"/>
                  </a:lnTo>
                  <a:lnTo>
                    <a:pt x="82177" y="88497"/>
                  </a:lnTo>
                  <a:lnTo>
                    <a:pt x="83239" y="89279"/>
                  </a:lnTo>
                  <a:lnTo>
                    <a:pt x="83933" y="89279"/>
                  </a:lnTo>
                  <a:lnTo>
                    <a:pt x="84545" y="90646"/>
                  </a:lnTo>
                  <a:lnTo>
                    <a:pt x="85116" y="92309"/>
                  </a:lnTo>
                  <a:lnTo>
                    <a:pt x="85198" y="95338"/>
                  </a:lnTo>
                  <a:lnTo>
                    <a:pt x="85728" y="97685"/>
                  </a:lnTo>
                  <a:lnTo>
                    <a:pt x="86422" y="98565"/>
                  </a:lnTo>
                  <a:lnTo>
                    <a:pt x="86789" y="100031"/>
                  </a:lnTo>
                  <a:lnTo>
                    <a:pt x="86667" y="102082"/>
                  </a:lnTo>
                  <a:lnTo>
                    <a:pt x="86340" y="104134"/>
                  </a:lnTo>
                  <a:lnTo>
                    <a:pt x="86381" y="106382"/>
                  </a:lnTo>
                  <a:lnTo>
                    <a:pt x="86748" y="108434"/>
                  </a:lnTo>
                  <a:lnTo>
                    <a:pt x="86748" y="110485"/>
                  </a:lnTo>
                  <a:lnTo>
                    <a:pt x="86993" y="112537"/>
                  </a:lnTo>
                  <a:lnTo>
                    <a:pt x="87483" y="114297"/>
                  </a:lnTo>
                  <a:lnTo>
                    <a:pt x="87647" y="117131"/>
                  </a:lnTo>
                  <a:lnTo>
                    <a:pt x="87565" y="119183"/>
                  </a:lnTo>
                  <a:lnTo>
                    <a:pt x="87891" y="120357"/>
                  </a:lnTo>
                  <a:lnTo>
                    <a:pt x="88013" y="122019"/>
                  </a:lnTo>
                  <a:lnTo>
                    <a:pt x="87810" y="123387"/>
                  </a:lnTo>
                  <a:lnTo>
                    <a:pt x="87728" y="125242"/>
                  </a:lnTo>
                  <a:lnTo>
                    <a:pt x="87769" y="126905"/>
                  </a:lnTo>
                  <a:lnTo>
                    <a:pt x="88013" y="128272"/>
                  </a:lnTo>
                  <a:lnTo>
                    <a:pt x="88749" y="130030"/>
                  </a:lnTo>
                  <a:lnTo>
                    <a:pt x="88952" y="133158"/>
                  </a:lnTo>
                  <a:lnTo>
                    <a:pt x="88952" y="135308"/>
                  </a:lnTo>
                  <a:lnTo>
                    <a:pt x="89279" y="137850"/>
                  </a:lnTo>
                  <a:lnTo>
                    <a:pt x="89891" y="139021"/>
                  </a:lnTo>
                  <a:lnTo>
                    <a:pt x="90871" y="139414"/>
                  </a:lnTo>
                  <a:lnTo>
                    <a:pt x="92013" y="139803"/>
                  </a:lnTo>
                  <a:lnTo>
                    <a:pt x="93401" y="139218"/>
                  </a:lnTo>
                  <a:lnTo>
                    <a:pt x="94625" y="138534"/>
                  </a:lnTo>
                  <a:lnTo>
                    <a:pt x="95319" y="137850"/>
                  </a:lnTo>
                  <a:lnTo>
                    <a:pt x="96666" y="135992"/>
                  </a:lnTo>
                  <a:lnTo>
                    <a:pt x="97849" y="134918"/>
                  </a:lnTo>
                  <a:lnTo>
                    <a:pt x="98461" y="134234"/>
                  </a:lnTo>
                  <a:lnTo>
                    <a:pt x="99033" y="133746"/>
                  </a:lnTo>
                  <a:lnTo>
                    <a:pt x="100216" y="134918"/>
                  </a:lnTo>
                  <a:lnTo>
                    <a:pt x="101319" y="136384"/>
                  </a:lnTo>
                  <a:lnTo>
                    <a:pt x="102175" y="138436"/>
                  </a:lnTo>
                  <a:lnTo>
                    <a:pt x="103767" y="140684"/>
                  </a:lnTo>
                  <a:lnTo>
                    <a:pt x="103458" y="141232"/>
                  </a:lnTo>
                  <a:lnTo>
                    <a:pt x="102824" y="143073"/>
                  </a:lnTo>
                  <a:lnTo>
                    <a:pt x="102836" y="145234"/>
                  </a:lnTo>
                  <a:lnTo>
                    <a:pt x="103283" y="148331"/>
                  </a:lnTo>
                  <a:lnTo>
                    <a:pt x="102889" y="154892"/>
                  </a:lnTo>
                  <a:lnTo>
                    <a:pt x="101655" y="164920"/>
                  </a:lnTo>
                  <a:lnTo>
                    <a:pt x="101147" y="170764"/>
                  </a:lnTo>
                  <a:lnTo>
                    <a:pt x="101368" y="172420"/>
                  </a:lnTo>
                  <a:lnTo>
                    <a:pt x="100912" y="175343"/>
                  </a:lnTo>
                  <a:lnTo>
                    <a:pt x="99217" y="181622"/>
                  </a:lnTo>
                  <a:lnTo>
                    <a:pt x="99151" y="185858"/>
                  </a:lnTo>
                  <a:lnTo>
                    <a:pt x="98953" y="198555"/>
                  </a:lnTo>
                  <a:lnTo>
                    <a:pt x="98388" y="207509"/>
                  </a:lnTo>
                  <a:lnTo>
                    <a:pt x="97433" y="214132"/>
                  </a:lnTo>
                  <a:lnTo>
                    <a:pt x="96565" y="217658"/>
                  </a:lnTo>
                  <a:lnTo>
                    <a:pt x="95782" y="218088"/>
                  </a:lnTo>
                  <a:lnTo>
                    <a:pt x="95220" y="219144"/>
                  </a:lnTo>
                  <a:lnTo>
                    <a:pt x="94878" y="220824"/>
                  </a:lnTo>
                  <a:lnTo>
                    <a:pt x="94243" y="222220"/>
                  </a:lnTo>
                  <a:lnTo>
                    <a:pt x="93315" y="223340"/>
                  </a:lnTo>
                  <a:lnTo>
                    <a:pt x="92811" y="224567"/>
                  </a:lnTo>
                  <a:lnTo>
                    <a:pt x="92734" y="225900"/>
                  </a:lnTo>
                  <a:lnTo>
                    <a:pt x="91844" y="226757"/>
                  </a:lnTo>
                  <a:lnTo>
                    <a:pt x="90144" y="227140"/>
                  </a:lnTo>
                  <a:lnTo>
                    <a:pt x="89146" y="228208"/>
                  </a:lnTo>
                  <a:lnTo>
                    <a:pt x="88850" y="229954"/>
                  </a:lnTo>
                  <a:lnTo>
                    <a:pt x="88282" y="231342"/>
                  </a:lnTo>
                  <a:lnTo>
                    <a:pt x="87440" y="232366"/>
                  </a:lnTo>
                  <a:lnTo>
                    <a:pt x="87041" y="234069"/>
                  </a:lnTo>
                  <a:lnTo>
                    <a:pt x="87084" y="236447"/>
                  </a:lnTo>
                  <a:lnTo>
                    <a:pt x="86601" y="238487"/>
                  </a:lnTo>
                  <a:lnTo>
                    <a:pt x="85592" y="240192"/>
                  </a:lnTo>
                  <a:lnTo>
                    <a:pt x="84663" y="240238"/>
                  </a:lnTo>
                  <a:lnTo>
                    <a:pt x="83811" y="238628"/>
                  </a:lnTo>
                  <a:lnTo>
                    <a:pt x="82670" y="237558"/>
                  </a:lnTo>
                  <a:lnTo>
                    <a:pt x="81240" y="237027"/>
                  </a:lnTo>
                  <a:lnTo>
                    <a:pt x="80047" y="237434"/>
                  </a:lnTo>
                  <a:lnTo>
                    <a:pt x="79089" y="238773"/>
                  </a:lnTo>
                  <a:lnTo>
                    <a:pt x="78239" y="240899"/>
                  </a:lnTo>
                  <a:lnTo>
                    <a:pt x="77499" y="243814"/>
                  </a:lnTo>
                  <a:lnTo>
                    <a:pt x="76677" y="244299"/>
                  </a:lnTo>
                  <a:lnTo>
                    <a:pt x="75771" y="242351"/>
                  </a:lnTo>
                  <a:lnTo>
                    <a:pt x="74626" y="241759"/>
                  </a:lnTo>
                  <a:lnTo>
                    <a:pt x="73239" y="242524"/>
                  </a:lnTo>
                  <a:lnTo>
                    <a:pt x="72136" y="242255"/>
                  </a:lnTo>
                  <a:lnTo>
                    <a:pt x="71314" y="240954"/>
                  </a:lnTo>
                  <a:lnTo>
                    <a:pt x="70053" y="240810"/>
                  </a:lnTo>
                  <a:lnTo>
                    <a:pt x="68352" y="241826"/>
                  </a:lnTo>
                  <a:lnTo>
                    <a:pt x="64903" y="240654"/>
                  </a:lnTo>
                  <a:lnTo>
                    <a:pt x="59709" y="237289"/>
                  </a:lnTo>
                  <a:lnTo>
                    <a:pt x="55315" y="236014"/>
                  </a:lnTo>
                  <a:lnTo>
                    <a:pt x="49928" y="237223"/>
                  </a:lnTo>
                  <a:lnTo>
                    <a:pt x="49473" y="233728"/>
                  </a:lnTo>
                  <a:lnTo>
                    <a:pt x="49758" y="231838"/>
                  </a:lnTo>
                  <a:lnTo>
                    <a:pt x="50633" y="230416"/>
                  </a:lnTo>
                  <a:lnTo>
                    <a:pt x="51182" y="228805"/>
                  </a:lnTo>
                  <a:lnTo>
                    <a:pt x="51404" y="227002"/>
                  </a:lnTo>
                  <a:lnTo>
                    <a:pt x="52008" y="225628"/>
                  </a:lnTo>
                  <a:lnTo>
                    <a:pt x="52993" y="224685"/>
                  </a:lnTo>
                  <a:lnTo>
                    <a:pt x="53411" y="223727"/>
                  </a:lnTo>
                  <a:lnTo>
                    <a:pt x="53262" y="222760"/>
                  </a:lnTo>
                  <a:lnTo>
                    <a:pt x="53472" y="221903"/>
                  </a:lnTo>
                  <a:lnTo>
                    <a:pt x="54039" y="221159"/>
                  </a:lnTo>
                  <a:lnTo>
                    <a:pt x="54362" y="219987"/>
                  </a:lnTo>
                  <a:lnTo>
                    <a:pt x="54438" y="218385"/>
                  </a:lnTo>
                  <a:lnTo>
                    <a:pt x="54651" y="217592"/>
                  </a:lnTo>
                  <a:lnTo>
                    <a:pt x="55031" y="217000"/>
                  </a:lnTo>
                  <a:lnTo>
                    <a:pt x="55073" y="215895"/>
                  </a:lnTo>
                  <a:lnTo>
                    <a:pt x="54860" y="212467"/>
                  </a:lnTo>
                  <a:lnTo>
                    <a:pt x="54886" y="209656"/>
                  </a:lnTo>
                  <a:lnTo>
                    <a:pt x="55152" y="207469"/>
                  </a:lnTo>
                  <a:lnTo>
                    <a:pt x="55483" y="206145"/>
                  </a:lnTo>
                  <a:lnTo>
                    <a:pt x="55718" y="205816"/>
                  </a:lnTo>
                  <a:lnTo>
                    <a:pt x="55935" y="205031"/>
                  </a:lnTo>
                  <a:lnTo>
                    <a:pt x="56020" y="203709"/>
                  </a:lnTo>
                  <a:lnTo>
                    <a:pt x="56375" y="202480"/>
                  </a:lnTo>
                  <a:lnTo>
                    <a:pt x="58094" y="199949"/>
                  </a:lnTo>
                  <a:lnTo>
                    <a:pt x="58741" y="198578"/>
                  </a:lnTo>
                  <a:lnTo>
                    <a:pt x="58796" y="197329"/>
                  </a:lnTo>
                  <a:lnTo>
                    <a:pt x="59055" y="195635"/>
                  </a:lnTo>
                  <a:lnTo>
                    <a:pt x="60076" y="191993"/>
                  </a:lnTo>
                  <a:lnTo>
                    <a:pt x="60389" y="190288"/>
                  </a:lnTo>
                  <a:lnTo>
                    <a:pt x="60418" y="189434"/>
                  </a:lnTo>
                  <a:lnTo>
                    <a:pt x="60779" y="188551"/>
                  </a:lnTo>
                  <a:lnTo>
                    <a:pt x="62009" y="186528"/>
                  </a:lnTo>
                  <a:lnTo>
                    <a:pt x="62677" y="184621"/>
                  </a:lnTo>
                  <a:lnTo>
                    <a:pt x="62783" y="182834"/>
                  </a:lnTo>
                  <a:lnTo>
                    <a:pt x="62486" y="180806"/>
                  </a:lnTo>
                  <a:lnTo>
                    <a:pt x="61786" y="178540"/>
                  </a:lnTo>
                  <a:lnTo>
                    <a:pt x="59592" y="172867"/>
                  </a:lnTo>
                  <a:lnTo>
                    <a:pt x="57888" y="170290"/>
                  </a:lnTo>
                  <a:lnTo>
                    <a:pt x="55708" y="168161"/>
                  </a:lnTo>
                  <a:lnTo>
                    <a:pt x="54272" y="167471"/>
                  </a:lnTo>
                  <a:lnTo>
                    <a:pt x="53583" y="168218"/>
                  </a:lnTo>
                  <a:lnTo>
                    <a:pt x="52883" y="167633"/>
                  </a:lnTo>
                  <a:lnTo>
                    <a:pt x="52174" y="165708"/>
                  </a:lnTo>
                  <a:lnTo>
                    <a:pt x="50980" y="164193"/>
                  </a:lnTo>
                  <a:lnTo>
                    <a:pt x="48457" y="162531"/>
                  </a:lnTo>
                  <a:lnTo>
                    <a:pt x="42741" y="155902"/>
                  </a:lnTo>
                  <a:lnTo>
                    <a:pt x="40450" y="152699"/>
                  </a:lnTo>
                  <a:lnTo>
                    <a:pt x="39679" y="150723"/>
                  </a:lnTo>
                  <a:lnTo>
                    <a:pt x="37542" y="147170"/>
                  </a:lnTo>
                  <a:lnTo>
                    <a:pt x="34039" y="142051"/>
                  </a:lnTo>
                  <a:lnTo>
                    <a:pt x="31351" y="139558"/>
                  </a:lnTo>
                  <a:lnTo>
                    <a:pt x="29476" y="139700"/>
                  </a:lnTo>
                  <a:lnTo>
                    <a:pt x="26476" y="138211"/>
                  </a:lnTo>
                  <a:lnTo>
                    <a:pt x="22349" y="135094"/>
                  </a:lnTo>
                  <a:lnTo>
                    <a:pt x="19966" y="132067"/>
                  </a:lnTo>
                  <a:lnTo>
                    <a:pt x="19327" y="129135"/>
                  </a:lnTo>
                  <a:lnTo>
                    <a:pt x="17801" y="126198"/>
                  </a:lnTo>
                  <a:lnTo>
                    <a:pt x="15388" y="123257"/>
                  </a:lnTo>
                  <a:lnTo>
                    <a:pt x="14134" y="121321"/>
                  </a:lnTo>
                  <a:lnTo>
                    <a:pt x="14041" y="120389"/>
                  </a:lnTo>
                  <a:lnTo>
                    <a:pt x="13326" y="119177"/>
                  </a:lnTo>
                  <a:lnTo>
                    <a:pt x="11987" y="117679"/>
                  </a:lnTo>
                  <a:lnTo>
                    <a:pt x="10518" y="115117"/>
                  </a:lnTo>
                  <a:lnTo>
                    <a:pt x="8921" y="111489"/>
                  </a:lnTo>
                  <a:lnTo>
                    <a:pt x="7211" y="105880"/>
                  </a:lnTo>
                  <a:lnTo>
                    <a:pt x="5390" y="98285"/>
                  </a:lnTo>
                  <a:lnTo>
                    <a:pt x="3436" y="93166"/>
                  </a:lnTo>
                  <a:lnTo>
                    <a:pt x="1350" y="90519"/>
                  </a:lnTo>
                  <a:lnTo>
                    <a:pt x="308" y="88771"/>
                  </a:lnTo>
                  <a:lnTo>
                    <a:pt x="312" y="87917"/>
                  </a:lnTo>
                  <a:lnTo>
                    <a:pt x="0" y="87094"/>
                  </a:lnTo>
                  <a:lnTo>
                    <a:pt x="277" y="85625"/>
                  </a:lnTo>
                  <a:lnTo>
                    <a:pt x="1036" y="79854"/>
                  </a:lnTo>
                  <a:lnTo>
                    <a:pt x="2136" y="71480"/>
                  </a:lnTo>
                  <a:lnTo>
                    <a:pt x="3276" y="62806"/>
                  </a:lnTo>
                  <a:lnTo>
                    <a:pt x="4618" y="52590"/>
                  </a:lnTo>
                  <a:lnTo>
                    <a:pt x="4620" y="45345"/>
                  </a:lnTo>
                  <a:lnTo>
                    <a:pt x="4623" y="37712"/>
                  </a:lnTo>
                  <a:lnTo>
                    <a:pt x="6532" y="31430"/>
                  </a:lnTo>
                  <a:lnTo>
                    <a:pt x="7887" y="26972"/>
                  </a:lnTo>
                  <a:lnTo>
                    <a:pt x="9057" y="22727"/>
                  </a:lnTo>
                  <a:lnTo>
                    <a:pt x="10243" y="15461"/>
                  </a:lnTo>
                  <a:lnTo>
                    <a:pt x="11033" y="10610"/>
                  </a:lnTo>
                  <a:lnTo>
                    <a:pt x="14056" y="9462"/>
                  </a:lnTo>
                  <a:lnTo>
                    <a:pt x="19188" y="6937"/>
                  </a:lnTo>
                  <a:lnTo>
                    <a:pt x="21745" y="5681"/>
                  </a:lnTo>
                  <a:lnTo>
                    <a:pt x="27139" y="3029"/>
                  </a:lnTo>
                  <a:lnTo>
                    <a:pt x="32621" y="334"/>
                  </a:lnTo>
                  <a:lnTo>
                    <a:pt x="38378" y="164"/>
                  </a:lnTo>
                  <a:lnTo>
                    <a:pt x="43935" y="0"/>
                  </a:lnTo>
                  <a:lnTo>
                    <a:pt x="48246" y="6028"/>
                  </a:lnTo>
                  <a:lnTo>
                    <a:pt x="51540" y="10633"/>
                  </a:lnTo>
                  <a:lnTo>
                    <a:pt x="55168" y="15709"/>
                  </a:lnTo>
                  <a:lnTo>
                    <a:pt x="55417" y="16803"/>
                  </a:lnTo>
                  <a:lnTo>
                    <a:pt x="55665" y="21056"/>
                  </a:lnTo>
                  <a:close/>
                </a:path>
              </a:pathLst>
            </a:custGeom>
            <a:solidFill>
              <a:srgbClr val="FDFEF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1" name="pg1220"/>
            <p:cNvSpPr/>
            <p:nvPr/>
          </p:nvSpPr>
          <p:spPr>
            <a:xfrm>
              <a:off x="3786019" y="2700767"/>
              <a:ext cx="4040" cy="11127"/>
            </a:xfrm>
            <a:custGeom>
              <a:avLst/>
              <a:pathLst>
                <a:path w="4040" h="11127">
                  <a:moveTo>
                    <a:pt x="582" y="11127"/>
                  </a:moveTo>
                  <a:lnTo>
                    <a:pt x="177" y="8645"/>
                  </a:lnTo>
                  <a:lnTo>
                    <a:pt x="0" y="7749"/>
                  </a:lnTo>
                  <a:lnTo>
                    <a:pt x="2334" y="2986"/>
                  </a:lnTo>
                  <a:lnTo>
                    <a:pt x="3445" y="0"/>
                  </a:lnTo>
                  <a:lnTo>
                    <a:pt x="4022" y="1276"/>
                  </a:lnTo>
                  <a:lnTo>
                    <a:pt x="4040" y="1750"/>
                  </a:lnTo>
                  <a:lnTo>
                    <a:pt x="1876" y="6563"/>
                  </a:lnTo>
                  <a:lnTo>
                    <a:pt x="1853" y="8626"/>
                  </a:lnTo>
                  <a:close/>
                </a:path>
              </a:pathLst>
            </a:custGeom>
            <a:solidFill>
              <a:srgbClr val="E5F0E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2" name="pg1221"/>
            <p:cNvSpPr/>
            <p:nvPr/>
          </p:nvSpPr>
          <p:spPr>
            <a:xfrm>
              <a:off x="3794344" y="2672709"/>
              <a:ext cx="8629" cy="34959"/>
            </a:xfrm>
            <a:custGeom>
              <a:avLst/>
              <a:pathLst>
                <a:path w="8629" h="34959">
                  <a:moveTo>
                    <a:pt x="7130" y="31177"/>
                  </a:moveTo>
                  <a:lnTo>
                    <a:pt x="6613" y="31071"/>
                  </a:lnTo>
                  <a:lnTo>
                    <a:pt x="4984" y="32847"/>
                  </a:lnTo>
                  <a:lnTo>
                    <a:pt x="2818" y="34519"/>
                  </a:lnTo>
                  <a:lnTo>
                    <a:pt x="432" y="34959"/>
                  </a:lnTo>
                  <a:lnTo>
                    <a:pt x="95" y="34461"/>
                  </a:lnTo>
                  <a:lnTo>
                    <a:pt x="0" y="33613"/>
                  </a:lnTo>
                  <a:lnTo>
                    <a:pt x="696" y="29485"/>
                  </a:lnTo>
                  <a:lnTo>
                    <a:pt x="965" y="27543"/>
                  </a:lnTo>
                  <a:lnTo>
                    <a:pt x="1997" y="25447"/>
                  </a:lnTo>
                  <a:lnTo>
                    <a:pt x="3463" y="23637"/>
                  </a:lnTo>
                  <a:lnTo>
                    <a:pt x="4083" y="23178"/>
                  </a:lnTo>
                  <a:lnTo>
                    <a:pt x="4014" y="22401"/>
                  </a:lnTo>
                  <a:lnTo>
                    <a:pt x="3139" y="21206"/>
                  </a:lnTo>
                  <a:lnTo>
                    <a:pt x="2226" y="20580"/>
                  </a:lnTo>
                  <a:lnTo>
                    <a:pt x="1360" y="21205"/>
                  </a:lnTo>
                  <a:lnTo>
                    <a:pt x="1090" y="21011"/>
                  </a:lnTo>
                  <a:lnTo>
                    <a:pt x="1000" y="20482"/>
                  </a:lnTo>
                  <a:lnTo>
                    <a:pt x="1302" y="19739"/>
                  </a:lnTo>
                  <a:lnTo>
                    <a:pt x="1443" y="18354"/>
                  </a:lnTo>
                  <a:lnTo>
                    <a:pt x="1308" y="16039"/>
                  </a:lnTo>
                  <a:lnTo>
                    <a:pt x="1217" y="13217"/>
                  </a:lnTo>
                  <a:lnTo>
                    <a:pt x="1026" y="11036"/>
                  </a:lnTo>
                  <a:lnTo>
                    <a:pt x="1564" y="7486"/>
                  </a:lnTo>
                  <a:lnTo>
                    <a:pt x="1700" y="5798"/>
                  </a:lnTo>
                  <a:lnTo>
                    <a:pt x="2372" y="2185"/>
                  </a:lnTo>
                  <a:lnTo>
                    <a:pt x="3954" y="0"/>
                  </a:lnTo>
                  <a:lnTo>
                    <a:pt x="5319" y="634"/>
                  </a:lnTo>
                  <a:lnTo>
                    <a:pt x="6038" y="796"/>
                  </a:lnTo>
                  <a:lnTo>
                    <a:pt x="6342" y="1223"/>
                  </a:lnTo>
                  <a:lnTo>
                    <a:pt x="6538" y="2475"/>
                  </a:lnTo>
                  <a:lnTo>
                    <a:pt x="7547" y="3923"/>
                  </a:lnTo>
                  <a:lnTo>
                    <a:pt x="8375" y="4104"/>
                  </a:lnTo>
                  <a:lnTo>
                    <a:pt x="8629" y="8762"/>
                  </a:lnTo>
                  <a:lnTo>
                    <a:pt x="8169" y="12747"/>
                  </a:lnTo>
                  <a:lnTo>
                    <a:pt x="8128" y="16237"/>
                  </a:lnTo>
                  <a:lnTo>
                    <a:pt x="8467" y="22720"/>
                  </a:lnTo>
                  <a:lnTo>
                    <a:pt x="7732" y="25473"/>
                  </a:lnTo>
                  <a:lnTo>
                    <a:pt x="7313" y="28723"/>
                  </a:lnTo>
                  <a:close/>
                </a:path>
              </a:pathLst>
            </a:custGeom>
            <a:solidFill>
              <a:srgbClr val="E5F0E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3" name="pg1222"/>
            <p:cNvSpPr/>
            <p:nvPr/>
          </p:nvSpPr>
          <p:spPr>
            <a:xfrm>
              <a:off x="1654112" y="4247839"/>
              <a:ext cx="771" cy="3093"/>
            </a:xfrm>
            <a:custGeom>
              <a:avLst/>
              <a:pathLst>
                <a:path w="771" h="3093">
                  <a:moveTo>
                    <a:pt x="771" y="2542"/>
                  </a:moveTo>
                  <a:lnTo>
                    <a:pt x="413" y="3093"/>
                  </a:lnTo>
                  <a:lnTo>
                    <a:pt x="547" y="2346"/>
                  </a:lnTo>
                  <a:lnTo>
                    <a:pt x="271" y="706"/>
                  </a:lnTo>
                  <a:lnTo>
                    <a:pt x="0" y="470"/>
                  </a:lnTo>
                  <a:lnTo>
                    <a:pt x="271" y="0"/>
                  </a:lnTo>
                  <a:lnTo>
                    <a:pt x="659" y="1246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4" name="pg1223"/>
            <p:cNvSpPr/>
            <p:nvPr/>
          </p:nvSpPr>
          <p:spPr>
            <a:xfrm>
              <a:off x="1679900" y="4179639"/>
              <a:ext cx="2278" cy="3047"/>
            </a:xfrm>
            <a:custGeom>
              <a:avLst/>
              <a:pathLst>
                <a:path w="2278" h="3047">
                  <a:moveTo>
                    <a:pt x="2278" y="2398"/>
                  </a:moveTo>
                  <a:lnTo>
                    <a:pt x="2029" y="3047"/>
                  </a:lnTo>
                  <a:lnTo>
                    <a:pt x="2005" y="2424"/>
                  </a:lnTo>
                  <a:lnTo>
                    <a:pt x="1659" y="2118"/>
                  </a:lnTo>
                  <a:lnTo>
                    <a:pt x="1179" y="1491"/>
                  </a:lnTo>
                  <a:lnTo>
                    <a:pt x="528" y="764"/>
                  </a:lnTo>
                  <a:lnTo>
                    <a:pt x="175" y="646"/>
                  </a:lnTo>
                  <a:lnTo>
                    <a:pt x="0" y="225"/>
                  </a:lnTo>
                  <a:lnTo>
                    <a:pt x="244" y="0"/>
                  </a:lnTo>
                  <a:lnTo>
                    <a:pt x="646" y="328"/>
                  </a:lnTo>
                  <a:lnTo>
                    <a:pt x="1211" y="992"/>
                  </a:lnTo>
                  <a:lnTo>
                    <a:pt x="1861" y="1659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5" name="pg1224"/>
            <p:cNvSpPr/>
            <p:nvPr/>
          </p:nvSpPr>
          <p:spPr>
            <a:xfrm>
              <a:off x="1626799" y="4175827"/>
              <a:ext cx="1355" cy="2421"/>
            </a:xfrm>
            <a:custGeom>
              <a:avLst/>
              <a:pathLst>
                <a:path w="1355" h="2421">
                  <a:moveTo>
                    <a:pt x="1189" y="1350"/>
                  </a:moveTo>
                  <a:lnTo>
                    <a:pt x="1355" y="2421"/>
                  </a:lnTo>
                  <a:lnTo>
                    <a:pt x="1057" y="1918"/>
                  </a:lnTo>
                  <a:lnTo>
                    <a:pt x="104" y="8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6" name="pg1225"/>
            <p:cNvSpPr/>
            <p:nvPr/>
          </p:nvSpPr>
          <p:spPr>
            <a:xfrm>
              <a:off x="1672631" y="4173793"/>
              <a:ext cx="1187" cy="2825"/>
            </a:xfrm>
            <a:custGeom>
              <a:avLst/>
              <a:pathLst>
                <a:path w="1187" h="2825">
                  <a:moveTo>
                    <a:pt x="1182" y="2265"/>
                  </a:moveTo>
                  <a:lnTo>
                    <a:pt x="1187" y="2825"/>
                  </a:lnTo>
                  <a:lnTo>
                    <a:pt x="0" y="0"/>
                  </a:lnTo>
                  <a:lnTo>
                    <a:pt x="468" y="222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7" name="pg1226"/>
            <p:cNvSpPr/>
            <p:nvPr/>
          </p:nvSpPr>
          <p:spPr>
            <a:xfrm>
              <a:off x="1624433" y="4167702"/>
              <a:ext cx="1861" cy="4660"/>
            </a:xfrm>
            <a:custGeom>
              <a:avLst/>
              <a:pathLst>
                <a:path w="1861" h="4660">
                  <a:moveTo>
                    <a:pt x="1772" y="3846"/>
                  </a:moveTo>
                  <a:lnTo>
                    <a:pt x="1861" y="4660"/>
                  </a:lnTo>
                  <a:lnTo>
                    <a:pt x="1400" y="4123"/>
                  </a:lnTo>
                  <a:lnTo>
                    <a:pt x="963" y="2623"/>
                  </a:lnTo>
                  <a:lnTo>
                    <a:pt x="183" y="764"/>
                  </a:lnTo>
                  <a:lnTo>
                    <a:pt x="0" y="0"/>
                  </a:lnTo>
                  <a:lnTo>
                    <a:pt x="596" y="727"/>
                  </a:lnTo>
                  <a:lnTo>
                    <a:pt x="990" y="1812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8" name="pg1227"/>
            <p:cNvSpPr/>
            <p:nvPr/>
          </p:nvSpPr>
          <p:spPr>
            <a:xfrm>
              <a:off x="1625938" y="4156194"/>
              <a:ext cx="2632" cy="6085"/>
            </a:xfrm>
            <a:custGeom>
              <a:avLst/>
              <a:pathLst>
                <a:path w="2632" h="6085">
                  <a:moveTo>
                    <a:pt x="520" y="5523"/>
                  </a:moveTo>
                  <a:lnTo>
                    <a:pt x="581" y="6085"/>
                  </a:lnTo>
                  <a:lnTo>
                    <a:pt x="132" y="6010"/>
                  </a:lnTo>
                  <a:lnTo>
                    <a:pt x="0" y="5817"/>
                  </a:lnTo>
                  <a:lnTo>
                    <a:pt x="10" y="4767"/>
                  </a:lnTo>
                  <a:lnTo>
                    <a:pt x="336" y="3494"/>
                  </a:lnTo>
                  <a:lnTo>
                    <a:pt x="591" y="2421"/>
                  </a:lnTo>
                  <a:lnTo>
                    <a:pt x="1112" y="1419"/>
                  </a:lnTo>
                  <a:lnTo>
                    <a:pt x="2040" y="415"/>
                  </a:lnTo>
                  <a:lnTo>
                    <a:pt x="2489" y="0"/>
                  </a:lnTo>
                  <a:lnTo>
                    <a:pt x="2632" y="245"/>
                  </a:lnTo>
                  <a:lnTo>
                    <a:pt x="2461" y="395"/>
                  </a:lnTo>
                  <a:lnTo>
                    <a:pt x="928" y="2493"/>
                  </a:lnTo>
                  <a:lnTo>
                    <a:pt x="448" y="3959"/>
                  </a:lnTo>
                  <a:lnTo>
                    <a:pt x="234" y="4986"/>
                  </a:lnTo>
                  <a:lnTo>
                    <a:pt x="275" y="5303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9" name="pg1228"/>
            <p:cNvSpPr/>
            <p:nvPr/>
          </p:nvSpPr>
          <p:spPr>
            <a:xfrm>
              <a:off x="1517552" y="4151072"/>
              <a:ext cx="5974" cy="10812"/>
            </a:xfrm>
            <a:custGeom>
              <a:avLst/>
              <a:pathLst>
                <a:path w="5974" h="10812">
                  <a:moveTo>
                    <a:pt x="3868" y="5722"/>
                  </a:moveTo>
                  <a:lnTo>
                    <a:pt x="5643" y="7098"/>
                  </a:lnTo>
                  <a:lnTo>
                    <a:pt x="5974" y="9329"/>
                  </a:lnTo>
                  <a:lnTo>
                    <a:pt x="5592" y="10812"/>
                  </a:lnTo>
                  <a:lnTo>
                    <a:pt x="4695" y="10445"/>
                  </a:lnTo>
                  <a:lnTo>
                    <a:pt x="4251" y="9635"/>
                  </a:lnTo>
                  <a:lnTo>
                    <a:pt x="3626" y="6974"/>
                  </a:lnTo>
                  <a:lnTo>
                    <a:pt x="1891" y="7574"/>
                  </a:lnTo>
                  <a:lnTo>
                    <a:pt x="692" y="7049"/>
                  </a:lnTo>
                  <a:lnTo>
                    <a:pt x="27" y="3581"/>
                  </a:lnTo>
                  <a:lnTo>
                    <a:pt x="0" y="2005"/>
                  </a:lnTo>
                  <a:lnTo>
                    <a:pt x="290" y="1041"/>
                  </a:lnTo>
                  <a:lnTo>
                    <a:pt x="1566" y="0"/>
                  </a:lnTo>
                  <a:lnTo>
                    <a:pt x="3156" y="767"/>
                  </a:lnTo>
                  <a:lnTo>
                    <a:pt x="3762" y="2735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0" name="pg1229"/>
            <p:cNvSpPr/>
            <p:nvPr/>
          </p:nvSpPr>
          <p:spPr>
            <a:xfrm>
              <a:off x="1514136" y="4150278"/>
              <a:ext cx="1596" cy="3001"/>
            </a:xfrm>
            <a:custGeom>
              <a:avLst/>
              <a:pathLst>
                <a:path w="1596" h="3001">
                  <a:moveTo>
                    <a:pt x="1211" y="2230"/>
                  </a:moveTo>
                  <a:lnTo>
                    <a:pt x="825" y="3001"/>
                  </a:lnTo>
                  <a:lnTo>
                    <a:pt x="311" y="2461"/>
                  </a:lnTo>
                  <a:lnTo>
                    <a:pt x="82" y="1719"/>
                  </a:lnTo>
                  <a:lnTo>
                    <a:pt x="0" y="934"/>
                  </a:lnTo>
                  <a:lnTo>
                    <a:pt x="119" y="0"/>
                  </a:lnTo>
                  <a:lnTo>
                    <a:pt x="1271" y="129"/>
                  </a:lnTo>
                  <a:lnTo>
                    <a:pt x="1596" y="539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1" name="pg1230"/>
            <p:cNvSpPr/>
            <p:nvPr/>
          </p:nvSpPr>
          <p:spPr>
            <a:xfrm>
              <a:off x="1494717" y="4128711"/>
              <a:ext cx="1492" cy="4126"/>
            </a:xfrm>
            <a:custGeom>
              <a:avLst/>
              <a:pathLst>
                <a:path w="1492" h="4126">
                  <a:moveTo>
                    <a:pt x="933" y="4080"/>
                  </a:moveTo>
                  <a:lnTo>
                    <a:pt x="444" y="4126"/>
                  </a:lnTo>
                  <a:lnTo>
                    <a:pt x="0" y="3664"/>
                  </a:lnTo>
                  <a:lnTo>
                    <a:pt x="112" y="623"/>
                  </a:lnTo>
                  <a:lnTo>
                    <a:pt x="231" y="0"/>
                  </a:lnTo>
                  <a:lnTo>
                    <a:pt x="916" y="1027"/>
                  </a:lnTo>
                  <a:lnTo>
                    <a:pt x="1492" y="3682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2" name="pg1231"/>
            <p:cNvSpPr/>
            <p:nvPr/>
          </p:nvSpPr>
          <p:spPr>
            <a:xfrm>
              <a:off x="1592631" y="4124948"/>
              <a:ext cx="2030" cy="1670"/>
            </a:xfrm>
            <a:custGeom>
              <a:avLst/>
              <a:pathLst>
                <a:path w="2030" h="1670">
                  <a:moveTo>
                    <a:pt x="1358" y="219"/>
                  </a:moveTo>
                  <a:lnTo>
                    <a:pt x="2030" y="1670"/>
                  </a:lnTo>
                  <a:lnTo>
                    <a:pt x="1137" y="683"/>
                  </a:lnTo>
                  <a:lnTo>
                    <a:pt x="0" y="259"/>
                  </a:lnTo>
                  <a:lnTo>
                    <a:pt x="433" y="0"/>
                  </a:lnTo>
                  <a:lnTo>
                    <a:pt x="1061" y="37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3" name="pg1232"/>
            <p:cNvSpPr/>
            <p:nvPr/>
          </p:nvSpPr>
          <p:spPr>
            <a:xfrm>
              <a:off x="1590697" y="4124019"/>
              <a:ext cx="1681" cy="1760"/>
            </a:xfrm>
            <a:custGeom>
              <a:avLst/>
              <a:pathLst>
                <a:path w="1681" h="1760">
                  <a:moveTo>
                    <a:pt x="1681" y="1592"/>
                  </a:moveTo>
                  <a:lnTo>
                    <a:pt x="1194" y="1760"/>
                  </a:lnTo>
                  <a:lnTo>
                    <a:pt x="0" y="0"/>
                  </a:lnTo>
                  <a:lnTo>
                    <a:pt x="459" y="0"/>
                  </a:lnTo>
                  <a:lnTo>
                    <a:pt x="1143" y="1099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4" name="pg1233"/>
            <p:cNvSpPr/>
            <p:nvPr/>
          </p:nvSpPr>
          <p:spPr>
            <a:xfrm>
              <a:off x="1494385" y="4123816"/>
              <a:ext cx="917" cy="2692"/>
            </a:xfrm>
            <a:custGeom>
              <a:avLst/>
              <a:pathLst>
                <a:path w="917" h="2692">
                  <a:moveTo>
                    <a:pt x="565" y="2467"/>
                  </a:moveTo>
                  <a:lnTo>
                    <a:pt x="339" y="2692"/>
                  </a:lnTo>
                  <a:lnTo>
                    <a:pt x="101" y="2155"/>
                  </a:lnTo>
                  <a:lnTo>
                    <a:pt x="0" y="1330"/>
                  </a:lnTo>
                  <a:lnTo>
                    <a:pt x="81" y="0"/>
                  </a:lnTo>
                  <a:lnTo>
                    <a:pt x="678" y="877"/>
                  </a:lnTo>
                  <a:lnTo>
                    <a:pt x="917" y="146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5" name="pg1234"/>
            <p:cNvSpPr/>
            <p:nvPr/>
          </p:nvSpPr>
          <p:spPr>
            <a:xfrm>
              <a:off x="1567173" y="4109195"/>
              <a:ext cx="1623" cy="7906"/>
            </a:xfrm>
            <a:custGeom>
              <a:avLst/>
              <a:pathLst>
                <a:path w="1623" h="7906">
                  <a:moveTo>
                    <a:pt x="1568" y="7404"/>
                  </a:moveTo>
                  <a:lnTo>
                    <a:pt x="1623" y="7906"/>
                  </a:lnTo>
                  <a:lnTo>
                    <a:pt x="1370" y="7877"/>
                  </a:lnTo>
                  <a:lnTo>
                    <a:pt x="912" y="6380"/>
                  </a:lnTo>
                  <a:lnTo>
                    <a:pt x="749" y="5081"/>
                  </a:lnTo>
                  <a:lnTo>
                    <a:pt x="457" y="3612"/>
                  </a:lnTo>
                  <a:lnTo>
                    <a:pt x="57" y="2542"/>
                  </a:lnTo>
                  <a:lnTo>
                    <a:pt x="12" y="1555"/>
                  </a:lnTo>
                  <a:lnTo>
                    <a:pt x="0" y="0"/>
                  </a:lnTo>
                  <a:lnTo>
                    <a:pt x="453" y="2383"/>
                  </a:lnTo>
                  <a:lnTo>
                    <a:pt x="882" y="4296"/>
                  </a:lnTo>
                  <a:lnTo>
                    <a:pt x="1194" y="5869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6" name="pg1235"/>
            <p:cNvSpPr/>
            <p:nvPr/>
          </p:nvSpPr>
          <p:spPr>
            <a:xfrm>
              <a:off x="1605231" y="4107380"/>
              <a:ext cx="597" cy="2640"/>
            </a:xfrm>
            <a:custGeom>
              <a:avLst/>
              <a:pathLst>
                <a:path w="597" h="2640">
                  <a:moveTo>
                    <a:pt x="219" y="2320"/>
                  </a:moveTo>
                  <a:lnTo>
                    <a:pt x="0" y="2640"/>
                  </a:lnTo>
                  <a:lnTo>
                    <a:pt x="280" y="294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7" name="pg1236"/>
            <p:cNvSpPr/>
            <p:nvPr/>
          </p:nvSpPr>
          <p:spPr>
            <a:xfrm>
              <a:off x="1572763" y="4099675"/>
              <a:ext cx="1349" cy="4256"/>
            </a:xfrm>
            <a:custGeom>
              <a:avLst/>
              <a:pathLst>
                <a:path w="1349" h="4256">
                  <a:moveTo>
                    <a:pt x="1349" y="2926"/>
                  </a:moveTo>
                  <a:lnTo>
                    <a:pt x="1271" y="4256"/>
                  </a:lnTo>
                  <a:lnTo>
                    <a:pt x="1040" y="2972"/>
                  </a:lnTo>
                  <a:lnTo>
                    <a:pt x="281" y="917"/>
                  </a:lnTo>
                  <a:lnTo>
                    <a:pt x="0" y="0"/>
                  </a:lnTo>
                  <a:lnTo>
                    <a:pt x="335" y="147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8" name="pg1237"/>
            <p:cNvSpPr/>
            <p:nvPr/>
          </p:nvSpPr>
          <p:spPr>
            <a:xfrm>
              <a:off x="1652606" y="3942136"/>
              <a:ext cx="813" cy="3156"/>
            </a:xfrm>
            <a:custGeom>
              <a:avLst/>
              <a:pathLst>
                <a:path w="813" h="3156">
                  <a:moveTo>
                    <a:pt x="484" y="2651"/>
                  </a:moveTo>
                  <a:lnTo>
                    <a:pt x="32" y="3156"/>
                  </a:lnTo>
                  <a:lnTo>
                    <a:pt x="0" y="0"/>
                  </a:lnTo>
                  <a:lnTo>
                    <a:pt x="585" y="600"/>
                  </a:lnTo>
                  <a:lnTo>
                    <a:pt x="813" y="1105"/>
                  </a:lnTo>
                  <a:lnTo>
                    <a:pt x="715" y="1967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9" name="pg1238"/>
            <p:cNvSpPr/>
            <p:nvPr/>
          </p:nvSpPr>
          <p:spPr>
            <a:xfrm>
              <a:off x="1647129" y="3927061"/>
              <a:ext cx="919" cy="2781"/>
            </a:xfrm>
            <a:custGeom>
              <a:avLst/>
              <a:pathLst>
                <a:path w="919" h="2781">
                  <a:moveTo>
                    <a:pt x="919" y="470"/>
                  </a:moveTo>
                  <a:lnTo>
                    <a:pt x="3" y="2781"/>
                  </a:lnTo>
                  <a:lnTo>
                    <a:pt x="0" y="320"/>
                  </a:lnTo>
                  <a:lnTo>
                    <a:pt x="330" y="0"/>
                  </a:lnTo>
                  <a:lnTo>
                    <a:pt x="630" y="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0" name="pg1239"/>
            <p:cNvSpPr/>
            <p:nvPr/>
          </p:nvSpPr>
          <p:spPr>
            <a:xfrm>
              <a:off x="1646732" y="3920554"/>
              <a:ext cx="4184" cy="4446"/>
            </a:xfrm>
            <a:custGeom>
              <a:avLst/>
              <a:pathLst>
                <a:path w="4184" h="4446">
                  <a:moveTo>
                    <a:pt x="1753" y="0"/>
                  </a:moveTo>
                  <a:lnTo>
                    <a:pt x="3603" y="1535"/>
                  </a:lnTo>
                  <a:lnTo>
                    <a:pt x="4184" y="1370"/>
                  </a:lnTo>
                  <a:lnTo>
                    <a:pt x="3597" y="2885"/>
                  </a:lnTo>
                  <a:lnTo>
                    <a:pt x="1754" y="3708"/>
                  </a:lnTo>
                  <a:lnTo>
                    <a:pt x="1144" y="4446"/>
                  </a:lnTo>
                  <a:lnTo>
                    <a:pt x="399" y="3967"/>
                  </a:lnTo>
                  <a:lnTo>
                    <a:pt x="0" y="2216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1" name="pg1240"/>
            <p:cNvSpPr/>
            <p:nvPr/>
          </p:nvSpPr>
          <p:spPr>
            <a:xfrm>
              <a:off x="1634664" y="3909707"/>
              <a:ext cx="1398" cy="3428"/>
            </a:xfrm>
            <a:custGeom>
              <a:avLst/>
              <a:pathLst>
                <a:path w="1398" h="3428">
                  <a:moveTo>
                    <a:pt x="848" y="2891"/>
                  </a:moveTo>
                  <a:lnTo>
                    <a:pt x="580" y="3428"/>
                  </a:lnTo>
                  <a:lnTo>
                    <a:pt x="78" y="1662"/>
                  </a:lnTo>
                  <a:lnTo>
                    <a:pt x="0" y="923"/>
                  </a:lnTo>
                  <a:lnTo>
                    <a:pt x="906" y="0"/>
                  </a:lnTo>
                  <a:lnTo>
                    <a:pt x="1398" y="49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2" name="pg1241"/>
            <p:cNvSpPr/>
            <p:nvPr/>
          </p:nvSpPr>
          <p:spPr>
            <a:xfrm>
              <a:off x="1640990" y="3895876"/>
              <a:ext cx="1523" cy="2597"/>
            </a:xfrm>
            <a:custGeom>
              <a:avLst/>
              <a:pathLst>
                <a:path w="1523" h="2597">
                  <a:moveTo>
                    <a:pt x="932" y="2369"/>
                  </a:moveTo>
                  <a:lnTo>
                    <a:pt x="133" y="2597"/>
                  </a:lnTo>
                  <a:lnTo>
                    <a:pt x="0" y="1136"/>
                  </a:lnTo>
                  <a:lnTo>
                    <a:pt x="247" y="363"/>
                  </a:lnTo>
                  <a:lnTo>
                    <a:pt x="589" y="0"/>
                  </a:lnTo>
                  <a:lnTo>
                    <a:pt x="1199" y="453"/>
                  </a:lnTo>
                  <a:lnTo>
                    <a:pt x="1523" y="1093"/>
                  </a:lnTo>
                  <a:lnTo>
                    <a:pt x="1504" y="1641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3" name="pg1242"/>
            <p:cNvSpPr/>
            <p:nvPr/>
          </p:nvSpPr>
          <p:spPr>
            <a:xfrm>
              <a:off x="1633328" y="3893556"/>
              <a:ext cx="2578" cy="4504"/>
            </a:xfrm>
            <a:custGeom>
              <a:avLst/>
              <a:pathLst>
                <a:path w="2578" h="4504">
                  <a:moveTo>
                    <a:pt x="2222" y="3809"/>
                  </a:moveTo>
                  <a:lnTo>
                    <a:pt x="1013" y="4504"/>
                  </a:lnTo>
                  <a:lnTo>
                    <a:pt x="434" y="4377"/>
                  </a:lnTo>
                  <a:lnTo>
                    <a:pt x="0" y="1965"/>
                  </a:lnTo>
                  <a:lnTo>
                    <a:pt x="156" y="473"/>
                  </a:lnTo>
                  <a:lnTo>
                    <a:pt x="348" y="0"/>
                  </a:lnTo>
                  <a:lnTo>
                    <a:pt x="2406" y="588"/>
                  </a:lnTo>
                  <a:lnTo>
                    <a:pt x="2578" y="1682"/>
                  </a:lnTo>
                  <a:lnTo>
                    <a:pt x="2548" y="2721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4" name="pg1243"/>
            <p:cNvSpPr/>
            <p:nvPr/>
          </p:nvSpPr>
          <p:spPr>
            <a:xfrm>
              <a:off x="3990323" y="2861266"/>
              <a:ext cx="10541" cy="46942"/>
            </a:xfrm>
            <a:custGeom>
              <a:avLst/>
              <a:pathLst>
                <a:path w="10541" h="46942">
                  <a:moveTo>
                    <a:pt x="6335" y="45684"/>
                  </a:moveTo>
                  <a:lnTo>
                    <a:pt x="5225" y="46290"/>
                  </a:lnTo>
                  <a:lnTo>
                    <a:pt x="4180" y="46942"/>
                  </a:lnTo>
                  <a:lnTo>
                    <a:pt x="3309" y="46924"/>
                  </a:lnTo>
                  <a:lnTo>
                    <a:pt x="2608" y="46668"/>
                  </a:lnTo>
                  <a:lnTo>
                    <a:pt x="2143" y="46041"/>
                  </a:lnTo>
                  <a:lnTo>
                    <a:pt x="1247" y="43544"/>
                  </a:lnTo>
                  <a:lnTo>
                    <a:pt x="614" y="40305"/>
                  </a:lnTo>
                  <a:lnTo>
                    <a:pt x="1003" y="38498"/>
                  </a:lnTo>
                  <a:lnTo>
                    <a:pt x="1137" y="37370"/>
                  </a:lnTo>
                  <a:lnTo>
                    <a:pt x="280" y="28834"/>
                  </a:lnTo>
                  <a:lnTo>
                    <a:pt x="0" y="22280"/>
                  </a:lnTo>
                  <a:lnTo>
                    <a:pt x="102" y="20936"/>
                  </a:lnTo>
                  <a:lnTo>
                    <a:pt x="592" y="19390"/>
                  </a:lnTo>
                  <a:lnTo>
                    <a:pt x="1407" y="15973"/>
                  </a:lnTo>
                  <a:lnTo>
                    <a:pt x="1841" y="12682"/>
                  </a:lnTo>
                  <a:lnTo>
                    <a:pt x="3066" y="5077"/>
                  </a:lnTo>
                  <a:lnTo>
                    <a:pt x="4362" y="2148"/>
                  </a:lnTo>
                  <a:lnTo>
                    <a:pt x="6265" y="0"/>
                  </a:lnTo>
                  <a:lnTo>
                    <a:pt x="7829" y="4200"/>
                  </a:lnTo>
                  <a:lnTo>
                    <a:pt x="9729" y="7413"/>
                  </a:lnTo>
                  <a:lnTo>
                    <a:pt x="10089" y="11000"/>
                  </a:lnTo>
                  <a:lnTo>
                    <a:pt x="9530" y="13921"/>
                  </a:lnTo>
                  <a:lnTo>
                    <a:pt x="9017" y="18573"/>
                  </a:lnTo>
                  <a:lnTo>
                    <a:pt x="9324" y="20711"/>
                  </a:lnTo>
                  <a:lnTo>
                    <a:pt x="9439" y="22561"/>
                  </a:lnTo>
                  <a:lnTo>
                    <a:pt x="9956" y="25672"/>
                  </a:lnTo>
                  <a:lnTo>
                    <a:pt x="10456" y="29706"/>
                  </a:lnTo>
                  <a:lnTo>
                    <a:pt x="10541" y="32515"/>
                  </a:lnTo>
                  <a:lnTo>
                    <a:pt x="10270" y="35116"/>
                  </a:lnTo>
                  <a:lnTo>
                    <a:pt x="9610" y="37302"/>
                  </a:lnTo>
                  <a:lnTo>
                    <a:pt x="8308" y="43880"/>
                  </a:lnTo>
                  <a:lnTo>
                    <a:pt x="7920" y="44564"/>
                  </a:lnTo>
                  <a:close/>
                </a:path>
              </a:pathLst>
            </a:custGeom>
            <a:solidFill>
              <a:srgbClr val="FFF2E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5" name="pg1244"/>
            <p:cNvSpPr/>
            <p:nvPr/>
          </p:nvSpPr>
          <p:spPr>
            <a:xfrm>
              <a:off x="3613801" y="2207930"/>
              <a:ext cx="116784" cy="135709"/>
            </a:xfrm>
            <a:custGeom>
              <a:avLst/>
              <a:pathLst>
                <a:path w="116784" h="135709">
                  <a:moveTo>
                    <a:pt x="98357" y="83122"/>
                  </a:moveTo>
                  <a:lnTo>
                    <a:pt x="99654" y="86175"/>
                  </a:lnTo>
                  <a:lnTo>
                    <a:pt x="101303" y="87798"/>
                  </a:lnTo>
                  <a:lnTo>
                    <a:pt x="105122" y="89514"/>
                  </a:lnTo>
                  <a:lnTo>
                    <a:pt x="105462" y="89312"/>
                  </a:lnTo>
                  <a:lnTo>
                    <a:pt x="105500" y="88989"/>
                  </a:lnTo>
                  <a:lnTo>
                    <a:pt x="105234" y="88546"/>
                  </a:lnTo>
                  <a:lnTo>
                    <a:pt x="105194" y="87974"/>
                  </a:lnTo>
                  <a:lnTo>
                    <a:pt x="105381" y="87276"/>
                  </a:lnTo>
                  <a:lnTo>
                    <a:pt x="105906" y="87240"/>
                  </a:lnTo>
                  <a:lnTo>
                    <a:pt x="106770" y="87865"/>
                  </a:lnTo>
                  <a:lnTo>
                    <a:pt x="108413" y="86960"/>
                  </a:lnTo>
                  <a:lnTo>
                    <a:pt x="110833" y="84526"/>
                  </a:lnTo>
                  <a:lnTo>
                    <a:pt x="113056" y="84031"/>
                  </a:lnTo>
                  <a:lnTo>
                    <a:pt x="115079" y="85475"/>
                  </a:lnTo>
                  <a:lnTo>
                    <a:pt x="116119" y="87156"/>
                  </a:lnTo>
                  <a:lnTo>
                    <a:pt x="116784" y="88752"/>
                  </a:lnTo>
                  <a:lnTo>
                    <a:pt x="116577" y="90723"/>
                  </a:lnTo>
                  <a:lnTo>
                    <a:pt x="116448" y="91951"/>
                  </a:lnTo>
                  <a:lnTo>
                    <a:pt x="115914" y="97034"/>
                  </a:lnTo>
                  <a:lnTo>
                    <a:pt x="115546" y="98930"/>
                  </a:lnTo>
                  <a:lnTo>
                    <a:pt x="114954" y="101059"/>
                  </a:lnTo>
                  <a:lnTo>
                    <a:pt x="108669" y="103596"/>
                  </a:lnTo>
                  <a:lnTo>
                    <a:pt x="109074" y="102377"/>
                  </a:lnTo>
                  <a:lnTo>
                    <a:pt x="108927" y="100240"/>
                  </a:lnTo>
                  <a:lnTo>
                    <a:pt x="108663" y="98628"/>
                  </a:lnTo>
                  <a:lnTo>
                    <a:pt x="109250" y="97169"/>
                  </a:lnTo>
                  <a:lnTo>
                    <a:pt x="107836" y="96641"/>
                  </a:lnTo>
                  <a:lnTo>
                    <a:pt x="107217" y="97442"/>
                  </a:lnTo>
                  <a:lnTo>
                    <a:pt x="106735" y="98836"/>
                  </a:lnTo>
                  <a:lnTo>
                    <a:pt x="107163" y="102046"/>
                  </a:lnTo>
                  <a:lnTo>
                    <a:pt x="106475" y="103821"/>
                  </a:lnTo>
                  <a:lnTo>
                    <a:pt x="106211" y="104815"/>
                  </a:lnTo>
                  <a:lnTo>
                    <a:pt x="106180" y="107162"/>
                  </a:lnTo>
                  <a:lnTo>
                    <a:pt x="105774" y="108178"/>
                  </a:lnTo>
                  <a:lnTo>
                    <a:pt x="105693" y="109285"/>
                  </a:lnTo>
                  <a:lnTo>
                    <a:pt x="106694" y="108998"/>
                  </a:lnTo>
                  <a:lnTo>
                    <a:pt x="106245" y="111026"/>
                  </a:lnTo>
                  <a:lnTo>
                    <a:pt x="104363" y="114923"/>
                  </a:lnTo>
                  <a:lnTo>
                    <a:pt x="103699" y="117245"/>
                  </a:lnTo>
                  <a:lnTo>
                    <a:pt x="103861" y="126459"/>
                  </a:lnTo>
                  <a:lnTo>
                    <a:pt x="103024" y="131967"/>
                  </a:lnTo>
                  <a:lnTo>
                    <a:pt x="102957" y="133598"/>
                  </a:lnTo>
                  <a:lnTo>
                    <a:pt x="100959" y="133650"/>
                  </a:lnTo>
                  <a:lnTo>
                    <a:pt x="100364" y="133523"/>
                  </a:lnTo>
                  <a:lnTo>
                    <a:pt x="98473" y="132693"/>
                  </a:lnTo>
                  <a:lnTo>
                    <a:pt x="96351" y="131229"/>
                  </a:lnTo>
                  <a:lnTo>
                    <a:pt x="95104" y="128386"/>
                  </a:lnTo>
                  <a:lnTo>
                    <a:pt x="94306" y="126355"/>
                  </a:lnTo>
                  <a:lnTo>
                    <a:pt x="92508" y="127273"/>
                  </a:lnTo>
                  <a:lnTo>
                    <a:pt x="92165" y="127027"/>
                  </a:lnTo>
                  <a:lnTo>
                    <a:pt x="91673" y="126046"/>
                  </a:lnTo>
                  <a:lnTo>
                    <a:pt x="90318" y="125388"/>
                  </a:lnTo>
                  <a:lnTo>
                    <a:pt x="88644" y="125375"/>
                  </a:lnTo>
                  <a:lnTo>
                    <a:pt x="84884" y="121663"/>
                  </a:lnTo>
                  <a:lnTo>
                    <a:pt x="84467" y="121035"/>
                  </a:lnTo>
                  <a:lnTo>
                    <a:pt x="81516" y="121661"/>
                  </a:lnTo>
                  <a:lnTo>
                    <a:pt x="77092" y="123500"/>
                  </a:lnTo>
                  <a:lnTo>
                    <a:pt x="73718" y="125766"/>
                  </a:lnTo>
                  <a:lnTo>
                    <a:pt x="70233" y="129806"/>
                  </a:lnTo>
                  <a:lnTo>
                    <a:pt x="68819" y="132871"/>
                  </a:lnTo>
                  <a:lnTo>
                    <a:pt x="67182" y="134498"/>
                  </a:lnTo>
                  <a:lnTo>
                    <a:pt x="64849" y="135709"/>
                  </a:lnTo>
                  <a:lnTo>
                    <a:pt x="60685" y="135250"/>
                  </a:lnTo>
                  <a:lnTo>
                    <a:pt x="56348" y="133710"/>
                  </a:lnTo>
                  <a:lnTo>
                    <a:pt x="51688" y="132057"/>
                  </a:lnTo>
                  <a:lnTo>
                    <a:pt x="49173" y="132970"/>
                  </a:lnTo>
                  <a:lnTo>
                    <a:pt x="45768" y="132285"/>
                  </a:lnTo>
                  <a:lnTo>
                    <a:pt x="40632" y="130308"/>
                  </a:lnTo>
                  <a:lnTo>
                    <a:pt x="36807" y="129708"/>
                  </a:lnTo>
                  <a:lnTo>
                    <a:pt x="33036" y="130872"/>
                  </a:lnTo>
                  <a:lnTo>
                    <a:pt x="32402" y="129984"/>
                  </a:lnTo>
                  <a:lnTo>
                    <a:pt x="32264" y="128965"/>
                  </a:lnTo>
                  <a:lnTo>
                    <a:pt x="32410" y="127521"/>
                  </a:lnTo>
                  <a:lnTo>
                    <a:pt x="32941" y="126359"/>
                  </a:lnTo>
                  <a:lnTo>
                    <a:pt x="33854" y="125479"/>
                  </a:lnTo>
                  <a:lnTo>
                    <a:pt x="34336" y="124586"/>
                  </a:lnTo>
                  <a:lnTo>
                    <a:pt x="34387" y="123677"/>
                  </a:lnTo>
                  <a:lnTo>
                    <a:pt x="33362" y="122220"/>
                  </a:lnTo>
                  <a:lnTo>
                    <a:pt x="31261" y="120213"/>
                  </a:lnTo>
                  <a:lnTo>
                    <a:pt x="30396" y="118955"/>
                  </a:lnTo>
                  <a:lnTo>
                    <a:pt x="30184" y="118644"/>
                  </a:lnTo>
                  <a:lnTo>
                    <a:pt x="30127" y="117516"/>
                  </a:lnTo>
                  <a:lnTo>
                    <a:pt x="29691" y="116630"/>
                  </a:lnTo>
                  <a:lnTo>
                    <a:pt x="28875" y="115984"/>
                  </a:lnTo>
                  <a:lnTo>
                    <a:pt x="28244" y="114812"/>
                  </a:lnTo>
                  <a:lnTo>
                    <a:pt x="27798" y="113114"/>
                  </a:lnTo>
                  <a:lnTo>
                    <a:pt x="27894" y="111514"/>
                  </a:lnTo>
                  <a:lnTo>
                    <a:pt x="28532" y="110015"/>
                  </a:lnTo>
                  <a:lnTo>
                    <a:pt x="29348" y="109364"/>
                  </a:lnTo>
                  <a:lnTo>
                    <a:pt x="30343" y="109566"/>
                  </a:lnTo>
                  <a:lnTo>
                    <a:pt x="30757" y="109141"/>
                  </a:lnTo>
                  <a:lnTo>
                    <a:pt x="30591" y="108089"/>
                  </a:lnTo>
                  <a:lnTo>
                    <a:pt x="29619" y="106746"/>
                  </a:lnTo>
                  <a:lnTo>
                    <a:pt x="27836" y="105112"/>
                  </a:lnTo>
                  <a:lnTo>
                    <a:pt x="26023" y="106002"/>
                  </a:lnTo>
                  <a:lnTo>
                    <a:pt x="24175" y="109413"/>
                  </a:lnTo>
                  <a:lnTo>
                    <a:pt x="22844" y="109967"/>
                  </a:lnTo>
                  <a:lnTo>
                    <a:pt x="22028" y="107665"/>
                  </a:lnTo>
                  <a:lnTo>
                    <a:pt x="20576" y="106298"/>
                  </a:lnTo>
                  <a:lnTo>
                    <a:pt x="18490" y="105868"/>
                  </a:lnTo>
                  <a:lnTo>
                    <a:pt x="17205" y="104988"/>
                  </a:lnTo>
                  <a:lnTo>
                    <a:pt x="16723" y="103659"/>
                  </a:lnTo>
                  <a:lnTo>
                    <a:pt x="15811" y="102635"/>
                  </a:lnTo>
                  <a:lnTo>
                    <a:pt x="13799" y="101554"/>
                  </a:lnTo>
                  <a:lnTo>
                    <a:pt x="13772" y="100515"/>
                  </a:lnTo>
                  <a:lnTo>
                    <a:pt x="14099" y="100272"/>
                  </a:lnTo>
                  <a:lnTo>
                    <a:pt x="14812" y="100173"/>
                  </a:lnTo>
                  <a:lnTo>
                    <a:pt x="15771" y="99954"/>
                  </a:lnTo>
                  <a:lnTo>
                    <a:pt x="15924" y="99367"/>
                  </a:lnTo>
                  <a:lnTo>
                    <a:pt x="15935" y="98830"/>
                  </a:lnTo>
                  <a:lnTo>
                    <a:pt x="15180" y="98146"/>
                  </a:lnTo>
                  <a:lnTo>
                    <a:pt x="14414" y="97682"/>
                  </a:lnTo>
                  <a:lnTo>
                    <a:pt x="14017" y="97217"/>
                  </a:lnTo>
                  <a:lnTo>
                    <a:pt x="13761" y="96705"/>
                  </a:lnTo>
                  <a:lnTo>
                    <a:pt x="13711" y="96167"/>
                  </a:lnTo>
                  <a:lnTo>
                    <a:pt x="13935" y="95800"/>
                  </a:lnTo>
                  <a:lnTo>
                    <a:pt x="14241" y="95776"/>
                  </a:lnTo>
                  <a:lnTo>
                    <a:pt x="14547" y="95458"/>
                  </a:lnTo>
                  <a:lnTo>
                    <a:pt x="14717" y="94212"/>
                  </a:lnTo>
                  <a:lnTo>
                    <a:pt x="15129" y="93186"/>
                  </a:lnTo>
                  <a:lnTo>
                    <a:pt x="15424" y="92819"/>
                  </a:lnTo>
                  <a:lnTo>
                    <a:pt x="15405" y="92062"/>
                  </a:lnTo>
                  <a:lnTo>
                    <a:pt x="15099" y="91353"/>
                  </a:lnTo>
                  <a:lnTo>
                    <a:pt x="14680" y="90743"/>
                  </a:lnTo>
                  <a:lnTo>
                    <a:pt x="14066" y="90372"/>
                  </a:lnTo>
                  <a:lnTo>
                    <a:pt x="12150" y="89302"/>
                  </a:lnTo>
                  <a:lnTo>
                    <a:pt x="11180" y="87811"/>
                  </a:lnTo>
                  <a:lnTo>
                    <a:pt x="10588" y="87758"/>
                  </a:lnTo>
                  <a:lnTo>
                    <a:pt x="9650" y="86931"/>
                  </a:lnTo>
                  <a:lnTo>
                    <a:pt x="8637" y="85637"/>
                  </a:lnTo>
                  <a:lnTo>
                    <a:pt x="7761" y="83799"/>
                  </a:lnTo>
                  <a:lnTo>
                    <a:pt x="6814" y="82607"/>
                  </a:lnTo>
                  <a:lnTo>
                    <a:pt x="6569" y="82118"/>
                  </a:lnTo>
                  <a:lnTo>
                    <a:pt x="6548" y="81655"/>
                  </a:lnTo>
                  <a:lnTo>
                    <a:pt x="6721" y="81141"/>
                  </a:lnTo>
                  <a:lnTo>
                    <a:pt x="6715" y="80580"/>
                  </a:lnTo>
                  <a:lnTo>
                    <a:pt x="6466" y="78778"/>
                  </a:lnTo>
                  <a:lnTo>
                    <a:pt x="6632" y="76870"/>
                  </a:lnTo>
                  <a:lnTo>
                    <a:pt x="6589" y="75083"/>
                  </a:lnTo>
                  <a:lnTo>
                    <a:pt x="6579" y="74276"/>
                  </a:lnTo>
                  <a:lnTo>
                    <a:pt x="6396" y="74031"/>
                  </a:lnTo>
                  <a:lnTo>
                    <a:pt x="6232" y="74301"/>
                  </a:lnTo>
                  <a:lnTo>
                    <a:pt x="5997" y="74643"/>
                  </a:lnTo>
                  <a:lnTo>
                    <a:pt x="5768" y="74706"/>
                  </a:lnTo>
                  <a:lnTo>
                    <a:pt x="5070" y="73402"/>
                  </a:lnTo>
                  <a:lnTo>
                    <a:pt x="4187" y="70740"/>
                  </a:lnTo>
                  <a:lnTo>
                    <a:pt x="3588" y="69852"/>
                  </a:lnTo>
                  <a:lnTo>
                    <a:pt x="2420" y="68633"/>
                  </a:lnTo>
                  <a:lnTo>
                    <a:pt x="1441" y="67607"/>
                  </a:lnTo>
                  <a:lnTo>
                    <a:pt x="735" y="65385"/>
                  </a:lnTo>
                  <a:lnTo>
                    <a:pt x="0" y="63674"/>
                  </a:lnTo>
                  <a:lnTo>
                    <a:pt x="483" y="62953"/>
                  </a:lnTo>
                  <a:lnTo>
                    <a:pt x="3286" y="61950"/>
                  </a:lnTo>
                  <a:lnTo>
                    <a:pt x="4588" y="62938"/>
                  </a:lnTo>
                  <a:lnTo>
                    <a:pt x="5173" y="62579"/>
                  </a:lnTo>
                  <a:lnTo>
                    <a:pt x="5745" y="61777"/>
                  </a:lnTo>
                  <a:lnTo>
                    <a:pt x="6057" y="61138"/>
                  </a:lnTo>
                  <a:lnTo>
                    <a:pt x="6115" y="60457"/>
                  </a:lnTo>
                  <a:lnTo>
                    <a:pt x="6397" y="59607"/>
                  </a:lnTo>
                  <a:lnTo>
                    <a:pt x="7344" y="59209"/>
                  </a:lnTo>
                  <a:lnTo>
                    <a:pt x="9847" y="59725"/>
                  </a:lnTo>
                  <a:lnTo>
                    <a:pt x="10857" y="58538"/>
                  </a:lnTo>
                  <a:lnTo>
                    <a:pt x="11231" y="57890"/>
                  </a:lnTo>
                  <a:lnTo>
                    <a:pt x="11458" y="56462"/>
                  </a:lnTo>
                  <a:lnTo>
                    <a:pt x="11722" y="55313"/>
                  </a:lnTo>
                  <a:lnTo>
                    <a:pt x="12620" y="54700"/>
                  </a:lnTo>
                  <a:lnTo>
                    <a:pt x="12604" y="53652"/>
                  </a:lnTo>
                  <a:lnTo>
                    <a:pt x="12468" y="52511"/>
                  </a:lnTo>
                  <a:lnTo>
                    <a:pt x="12990" y="49967"/>
                  </a:lnTo>
                  <a:lnTo>
                    <a:pt x="13307" y="48923"/>
                  </a:lnTo>
                  <a:lnTo>
                    <a:pt x="13814" y="48541"/>
                  </a:lnTo>
                  <a:lnTo>
                    <a:pt x="14428" y="47740"/>
                  </a:lnTo>
                  <a:lnTo>
                    <a:pt x="15489" y="46072"/>
                  </a:lnTo>
                  <a:lnTo>
                    <a:pt x="15242" y="44622"/>
                  </a:lnTo>
                  <a:lnTo>
                    <a:pt x="15457" y="43547"/>
                  </a:lnTo>
                  <a:lnTo>
                    <a:pt x="16564" y="40928"/>
                  </a:lnTo>
                  <a:lnTo>
                    <a:pt x="17409" y="38405"/>
                  </a:lnTo>
                  <a:lnTo>
                    <a:pt x="17395" y="37141"/>
                  </a:lnTo>
                  <a:lnTo>
                    <a:pt x="17517" y="36037"/>
                  </a:lnTo>
                  <a:lnTo>
                    <a:pt x="18262" y="34828"/>
                  </a:lnTo>
                  <a:lnTo>
                    <a:pt x="19048" y="33252"/>
                  </a:lnTo>
                  <a:lnTo>
                    <a:pt x="20083" y="28334"/>
                  </a:lnTo>
                  <a:lnTo>
                    <a:pt x="20452" y="27507"/>
                  </a:lnTo>
                  <a:lnTo>
                    <a:pt x="21131" y="26571"/>
                  </a:lnTo>
                  <a:lnTo>
                    <a:pt x="21638" y="25641"/>
                  </a:lnTo>
                  <a:lnTo>
                    <a:pt x="21692" y="22411"/>
                  </a:lnTo>
                  <a:lnTo>
                    <a:pt x="22164" y="21477"/>
                  </a:lnTo>
                  <a:lnTo>
                    <a:pt x="23076" y="20431"/>
                  </a:lnTo>
                  <a:lnTo>
                    <a:pt x="23979" y="18746"/>
                  </a:lnTo>
                  <a:lnTo>
                    <a:pt x="24714" y="16757"/>
                  </a:lnTo>
                  <a:lnTo>
                    <a:pt x="25282" y="15827"/>
                  </a:lnTo>
                  <a:lnTo>
                    <a:pt x="26032" y="15579"/>
                  </a:lnTo>
                  <a:lnTo>
                    <a:pt x="26847" y="14799"/>
                  </a:lnTo>
                  <a:lnTo>
                    <a:pt x="27759" y="14506"/>
                  </a:lnTo>
                  <a:lnTo>
                    <a:pt x="28641" y="14889"/>
                  </a:lnTo>
                  <a:lnTo>
                    <a:pt x="29203" y="14690"/>
                  </a:lnTo>
                  <a:lnTo>
                    <a:pt x="30046" y="13724"/>
                  </a:lnTo>
                  <a:lnTo>
                    <a:pt x="32206" y="10073"/>
                  </a:lnTo>
                  <a:lnTo>
                    <a:pt x="32513" y="9343"/>
                  </a:lnTo>
                  <a:lnTo>
                    <a:pt x="32960" y="8841"/>
                  </a:lnTo>
                  <a:lnTo>
                    <a:pt x="34711" y="7592"/>
                  </a:lnTo>
                  <a:lnTo>
                    <a:pt x="35156" y="6333"/>
                  </a:lnTo>
                  <a:lnTo>
                    <a:pt x="35756" y="5202"/>
                  </a:lnTo>
                  <a:lnTo>
                    <a:pt x="36536" y="5287"/>
                  </a:lnTo>
                  <a:lnTo>
                    <a:pt x="39072" y="8081"/>
                  </a:lnTo>
                  <a:lnTo>
                    <a:pt x="41793" y="7908"/>
                  </a:lnTo>
                  <a:lnTo>
                    <a:pt x="42291" y="8011"/>
                  </a:lnTo>
                  <a:lnTo>
                    <a:pt x="42451" y="8069"/>
                  </a:lnTo>
                  <a:lnTo>
                    <a:pt x="42784" y="8299"/>
                  </a:lnTo>
                  <a:lnTo>
                    <a:pt x="46398" y="9682"/>
                  </a:lnTo>
                  <a:lnTo>
                    <a:pt x="46960" y="9528"/>
                  </a:lnTo>
                  <a:lnTo>
                    <a:pt x="47113" y="9417"/>
                  </a:lnTo>
                  <a:lnTo>
                    <a:pt x="48568" y="10561"/>
                  </a:lnTo>
                  <a:lnTo>
                    <a:pt x="49854" y="10409"/>
                  </a:lnTo>
                  <a:lnTo>
                    <a:pt x="51076" y="9616"/>
                  </a:lnTo>
                  <a:lnTo>
                    <a:pt x="52349" y="9348"/>
                  </a:lnTo>
                  <a:lnTo>
                    <a:pt x="53519" y="9822"/>
                  </a:lnTo>
                  <a:lnTo>
                    <a:pt x="54408" y="11434"/>
                  </a:lnTo>
                  <a:lnTo>
                    <a:pt x="56714" y="14852"/>
                  </a:lnTo>
                  <a:lnTo>
                    <a:pt x="57399" y="16125"/>
                  </a:lnTo>
                  <a:lnTo>
                    <a:pt x="58457" y="15937"/>
                  </a:lnTo>
                  <a:lnTo>
                    <a:pt x="59626" y="15299"/>
                  </a:lnTo>
                  <a:lnTo>
                    <a:pt x="60808" y="13012"/>
                  </a:lnTo>
                  <a:lnTo>
                    <a:pt x="64444" y="10421"/>
                  </a:lnTo>
                  <a:lnTo>
                    <a:pt x="67220" y="9780"/>
                  </a:lnTo>
                  <a:lnTo>
                    <a:pt x="69928" y="8743"/>
                  </a:lnTo>
                  <a:lnTo>
                    <a:pt x="73062" y="8006"/>
                  </a:lnTo>
                  <a:lnTo>
                    <a:pt x="73970" y="5883"/>
                  </a:lnTo>
                  <a:lnTo>
                    <a:pt x="74472" y="4439"/>
                  </a:lnTo>
                  <a:lnTo>
                    <a:pt x="74827" y="1764"/>
                  </a:lnTo>
                  <a:lnTo>
                    <a:pt x="76514" y="989"/>
                  </a:lnTo>
                  <a:lnTo>
                    <a:pt x="78119" y="442"/>
                  </a:lnTo>
                  <a:lnTo>
                    <a:pt x="78692" y="106"/>
                  </a:lnTo>
                  <a:lnTo>
                    <a:pt x="79862" y="0"/>
                  </a:lnTo>
                  <a:lnTo>
                    <a:pt x="80770" y="226"/>
                  </a:lnTo>
                  <a:lnTo>
                    <a:pt x="82173" y="1546"/>
                  </a:lnTo>
                  <a:lnTo>
                    <a:pt x="83157" y="3204"/>
                  </a:lnTo>
                  <a:lnTo>
                    <a:pt x="83545" y="4520"/>
                  </a:lnTo>
                  <a:lnTo>
                    <a:pt x="84386" y="6377"/>
                  </a:lnTo>
                  <a:lnTo>
                    <a:pt x="85271" y="8988"/>
                  </a:lnTo>
                  <a:lnTo>
                    <a:pt x="86243" y="12461"/>
                  </a:lnTo>
                  <a:lnTo>
                    <a:pt x="86457" y="14220"/>
                  </a:lnTo>
                  <a:lnTo>
                    <a:pt x="86824" y="16119"/>
                  </a:lnTo>
                  <a:lnTo>
                    <a:pt x="87552" y="18430"/>
                  </a:lnTo>
                  <a:lnTo>
                    <a:pt x="88938" y="20990"/>
                  </a:lnTo>
                  <a:lnTo>
                    <a:pt x="89131" y="21476"/>
                  </a:lnTo>
                  <a:lnTo>
                    <a:pt x="89760" y="23279"/>
                  </a:lnTo>
                  <a:lnTo>
                    <a:pt x="90972" y="27272"/>
                  </a:lnTo>
                  <a:lnTo>
                    <a:pt x="91985" y="28871"/>
                  </a:lnTo>
                  <a:lnTo>
                    <a:pt x="92871" y="30609"/>
                  </a:lnTo>
                  <a:lnTo>
                    <a:pt x="93295" y="32361"/>
                  </a:lnTo>
                  <a:lnTo>
                    <a:pt x="93930" y="33951"/>
                  </a:lnTo>
                  <a:lnTo>
                    <a:pt x="95416" y="36057"/>
                  </a:lnTo>
                  <a:lnTo>
                    <a:pt x="96620" y="37972"/>
                  </a:lnTo>
                  <a:lnTo>
                    <a:pt x="97585" y="43478"/>
                  </a:lnTo>
                  <a:lnTo>
                    <a:pt x="98260" y="46010"/>
                  </a:lnTo>
                  <a:lnTo>
                    <a:pt x="98689" y="47947"/>
                  </a:lnTo>
                  <a:lnTo>
                    <a:pt x="98482" y="51871"/>
                  </a:lnTo>
                  <a:lnTo>
                    <a:pt x="98749" y="53548"/>
                  </a:lnTo>
                  <a:lnTo>
                    <a:pt x="98197" y="56613"/>
                  </a:lnTo>
                  <a:lnTo>
                    <a:pt x="97204" y="62785"/>
                  </a:lnTo>
                  <a:lnTo>
                    <a:pt x="96965" y="67693"/>
                  </a:lnTo>
                  <a:lnTo>
                    <a:pt x="97136" y="70339"/>
                  </a:lnTo>
                  <a:lnTo>
                    <a:pt x="97160" y="72038"/>
                  </a:lnTo>
                  <a:lnTo>
                    <a:pt x="97400" y="73122"/>
                  </a:lnTo>
                  <a:lnTo>
                    <a:pt x="97662" y="75361"/>
                  </a:lnTo>
                  <a:lnTo>
                    <a:pt x="97706" y="77310"/>
                  </a:lnTo>
                  <a:lnTo>
                    <a:pt x="97349" y="77867"/>
                  </a:lnTo>
                  <a:lnTo>
                    <a:pt x="96849" y="78326"/>
                  </a:lnTo>
                  <a:lnTo>
                    <a:pt x="96656" y="78733"/>
                  </a:lnTo>
                  <a:lnTo>
                    <a:pt x="97115" y="79615"/>
                  </a:lnTo>
                  <a:lnTo>
                    <a:pt x="97740" y="81251"/>
                  </a:lnTo>
                  <a:close/>
                </a:path>
              </a:pathLst>
            </a:custGeom>
            <a:solidFill>
              <a:srgbClr val="FFFDF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6" name="pg1245"/>
            <p:cNvSpPr/>
            <p:nvPr/>
          </p:nvSpPr>
          <p:spPr>
            <a:xfrm>
              <a:off x="5165980" y="2350193"/>
              <a:ext cx="897" cy="1237"/>
            </a:xfrm>
            <a:custGeom>
              <a:avLst/>
              <a:pathLst>
                <a:path w="897" h="1237">
                  <a:moveTo>
                    <a:pt x="216" y="1173"/>
                  </a:moveTo>
                  <a:lnTo>
                    <a:pt x="53" y="1237"/>
                  </a:lnTo>
                  <a:lnTo>
                    <a:pt x="0" y="846"/>
                  </a:lnTo>
                  <a:lnTo>
                    <a:pt x="257" y="455"/>
                  </a:lnTo>
                  <a:lnTo>
                    <a:pt x="747" y="0"/>
                  </a:lnTo>
                  <a:lnTo>
                    <a:pt x="897" y="261"/>
                  </a:lnTo>
                  <a:lnTo>
                    <a:pt x="719" y="585"/>
                  </a:lnTo>
                  <a:lnTo>
                    <a:pt x="516" y="813"/>
                  </a:lnTo>
                  <a:close/>
                </a:path>
              </a:pathLst>
            </a:custGeom>
            <a:solidFill>
              <a:srgbClr val="EBF4E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7" name="pg1246"/>
            <p:cNvSpPr/>
            <p:nvPr/>
          </p:nvSpPr>
          <p:spPr>
            <a:xfrm>
              <a:off x="5164019" y="2349883"/>
              <a:ext cx="918" cy="1173"/>
            </a:xfrm>
            <a:custGeom>
              <a:avLst/>
              <a:pathLst>
                <a:path w="918" h="1173">
                  <a:moveTo>
                    <a:pt x="153" y="0"/>
                  </a:moveTo>
                  <a:lnTo>
                    <a:pt x="326" y="147"/>
                  </a:lnTo>
                  <a:lnTo>
                    <a:pt x="551" y="122"/>
                  </a:lnTo>
                  <a:lnTo>
                    <a:pt x="765" y="73"/>
                  </a:lnTo>
                  <a:lnTo>
                    <a:pt x="888" y="415"/>
                  </a:lnTo>
                  <a:lnTo>
                    <a:pt x="918" y="976"/>
                  </a:lnTo>
                  <a:lnTo>
                    <a:pt x="765" y="1001"/>
                  </a:lnTo>
                  <a:lnTo>
                    <a:pt x="469" y="1099"/>
                  </a:lnTo>
                  <a:lnTo>
                    <a:pt x="306" y="1173"/>
                  </a:lnTo>
                  <a:lnTo>
                    <a:pt x="214" y="782"/>
                  </a:lnTo>
                  <a:lnTo>
                    <a:pt x="153" y="464"/>
                  </a:lnTo>
                  <a:lnTo>
                    <a:pt x="0" y="268"/>
                  </a:lnTo>
                  <a:lnTo>
                    <a:pt x="0" y="49"/>
                  </a:lnTo>
                  <a:close/>
                </a:path>
              </a:pathLst>
            </a:custGeom>
            <a:solidFill>
              <a:srgbClr val="EBF4E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8" name="pg1247"/>
            <p:cNvSpPr/>
            <p:nvPr/>
          </p:nvSpPr>
          <p:spPr>
            <a:xfrm>
              <a:off x="5169013" y="2344199"/>
              <a:ext cx="1048" cy="943"/>
            </a:xfrm>
            <a:custGeom>
              <a:avLst/>
              <a:pathLst>
                <a:path w="1048" h="943">
                  <a:moveTo>
                    <a:pt x="1048" y="781"/>
                  </a:moveTo>
                  <a:lnTo>
                    <a:pt x="721" y="943"/>
                  </a:lnTo>
                  <a:lnTo>
                    <a:pt x="177" y="781"/>
                  </a:lnTo>
                  <a:lnTo>
                    <a:pt x="0" y="650"/>
                  </a:lnTo>
                  <a:lnTo>
                    <a:pt x="121" y="391"/>
                  </a:lnTo>
                  <a:lnTo>
                    <a:pt x="448" y="0"/>
                  </a:lnTo>
                  <a:lnTo>
                    <a:pt x="733" y="129"/>
                  </a:lnTo>
                  <a:lnTo>
                    <a:pt x="937" y="227"/>
                  </a:lnTo>
                  <a:close/>
                </a:path>
              </a:pathLst>
            </a:custGeom>
            <a:solidFill>
              <a:srgbClr val="EBF4E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9" name="pg1248"/>
            <p:cNvSpPr/>
            <p:nvPr/>
          </p:nvSpPr>
          <p:spPr>
            <a:xfrm>
              <a:off x="5173144" y="2338034"/>
              <a:ext cx="3583" cy="4259"/>
            </a:xfrm>
            <a:custGeom>
              <a:avLst/>
              <a:pathLst>
                <a:path w="3583" h="4259">
                  <a:moveTo>
                    <a:pt x="1300" y="3448"/>
                  </a:moveTo>
                  <a:lnTo>
                    <a:pt x="918" y="4259"/>
                  </a:lnTo>
                  <a:lnTo>
                    <a:pt x="0" y="3546"/>
                  </a:lnTo>
                  <a:lnTo>
                    <a:pt x="60" y="1875"/>
                  </a:lnTo>
                  <a:lnTo>
                    <a:pt x="165" y="1403"/>
                  </a:lnTo>
                  <a:lnTo>
                    <a:pt x="2665" y="0"/>
                  </a:lnTo>
                  <a:lnTo>
                    <a:pt x="3399" y="926"/>
                  </a:lnTo>
                  <a:lnTo>
                    <a:pt x="3583" y="1664"/>
                  </a:lnTo>
                  <a:close/>
                </a:path>
              </a:pathLst>
            </a:custGeom>
            <a:solidFill>
              <a:srgbClr val="EBF4E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0" name="pg1249"/>
            <p:cNvSpPr/>
            <p:nvPr/>
          </p:nvSpPr>
          <p:spPr>
            <a:xfrm>
              <a:off x="5158553" y="2319133"/>
              <a:ext cx="14087" cy="24689"/>
            </a:xfrm>
            <a:custGeom>
              <a:avLst/>
              <a:pathLst>
                <a:path w="14087" h="24689">
                  <a:moveTo>
                    <a:pt x="9642" y="73"/>
                  </a:moveTo>
                  <a:lnTo>
                    <a:pt x="11473" y="2232"/>
                  </a:lnTo>
                  <a:lnTo>
                    <a:pt x="14087" y="1764"/>
                  </a:lnTo>
                  <a:lnTo>
                    <a:pt x="13450" y="3708"/>
                  </a:lnTo>
                  <a:lnTo>
                    <a:pt x="12467" y="3677"/>
                  </a:lnTo>
                  <a:lnTo>
                    <a:pt x="10735" y="6476"/>
                  </a:lnTo>
                  <a:lnTo>
                    <a:pt x="9214" y="6840"/>
                  </a:lnTo>
                  <a:lnTo>
                    <a:pt x="8466" y="7511"/>
                  </a:lnTo>
                  <a:lnTo>
                    <a:pt x="6020" y="11714"/>
                  </a:lnTo>
                  <a:lnTo>
                    <a:pt x="5690" y="13367"/>
                  </a:lnTo>
                  <a:lnTo>
                    <a:pt x="4205" y="16530"/>
                  </a:lnTo>
                  <a:lnTo>
                    <a:pt x="1982" y="19355"/>
                  </a:lnTo>
                  <a:lnTo>
                    <a:pt x="1600" y="24689"/>
                  </a:lnTo>
                  <a:lnTo>
                    <a:pt x="161" y="22548"/>
                  </a:lnTo>
                  <a:lnTo>
                    <a:pt x="0" y="20382"/>
                  </a:lnTo>
                  <a:lnTo>
                    <a:pt x="438" y="18593"/>
                  </a:lnTo>
                  <a:lnTo>
                    <a:pt x="2963" y="14806"/>
                  </a:lnTo>
                  <a:lnTo>
                    <a:pt x="3975" y="12665"/>
                  </a:lnTo>
                  <a:lnTo>
                    <a:pt x="4283" y="10966"/>
                  </a:lnTo>
                  <a:lnTo>
                    <a:pt x="5254" y="9075"/>
                  </a:lnTo>
                  <a:lnTo>
                    <a:pt x="5726" y="7433"/>
                  </a:lnTo>
                  <a:lnTo>
                    <a:pt x="6345" y="6722"/>
                  </a:lnTo>
                  <a:lnTo>
                    <a:pt x="8464" y="0"/>
                  </a:lnTo>
                  <a:close/>
                </a:path>
              </a:pathLst>
            </a:custGeom>
            <a:solidFill>
              <a:srgbClr val="EBF4E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1" name="pg1250"/>
            <p:cNvSpPr/>
            <p:nvPr/>
          </p:nvSpPr>
          <p:spPr>
            <a:xfrm>
              <a:off x="5176709" y="2288806"/>
              <a:ext cx="23934" cy="33159"/>
            </a:xfrm>
            <a:custGeom>
              <a:avLst/>
              <a:pathLst>
                <a:path w="23934" h="33159">
                  <a:moveTo>
                    <a:pt x="21002" y="6171"/>
                  </a:moveTo>
                  <a:lnTo>
                    <a:pt x="18721" y="8252"/>
                  </a:lnTo>
                  <a:lnTo>
                    <a:pt x="16841" y="9148"/>
                  </a:lnTo>
                  <a:lnTo>
                    <a:pt x="13670" y="13483"/>
                  </a:lnTo>
                  <a:lnTo>
                    <a:pt x="12541" y="15840"/>
                  </a:lnTo>
                  <a:lnTo>
                    <a:pt x="10940" y="16780"/>
                  </a:lnTo>
                  <a:lnTo>
                    <a:pt x="9382" y="16231"/>
                  </a:lnTo>
                  <a:lnTo>
                    <a:pt x="8939" y="17189"/>
                  </a:lnTo>
                  <a:lnTo>
                    <a:pt x="8787" y="18908"/>
                  </a:lnTo>
                  <a:lnTo>
                    <a:pt x="8213" y="20415"/>
                  </a:lnTo>
                  <a:lnTo>
                    <a:pt x="5092" y="25082"/>
                  </a:lnTo>
                  <a:lnTo>
                    <a:pt x="3824" y="28748"/>
                  </a:lnTo>
                  <a:lnTo>
                    <a:pt x="2479" y="29407"/>
                  </a:lnTo>
                  <a:lnTo>
                    <a:pt x="0" y="33159"/>
                  </a:lnTo>
                  <a:lnTo>
                    <a:pt x="444" y="29944"/>
                  </a:lnTo>
                  <a:lnTo>
                    <a:pt x="947" y="28389"/>
                  </a:lnTo>
                  <a:lnTo>
                    <a:pt x="3004" y="25504"/>
                  </a:lnTo>
                  <a:lnTo>
                    <a:pt x="3175" y="22464"/>
                  </a:lnTo>
                  <a:lnTo>
                    <a:pt x="4308" y="19809"/>
                  </a:lnTo>
                  <a:lnTo>
                    <a:pt x="6577" y="17175"/>
                  </a:lnTo>
                  <a:lnTo>
                    <a:pt x="8148" y="13711"/>
                  </a:lnTo>
                  <a:lnTo>
                    <a:pt x="9383" y="12807"/>
                  </a:lnTo>
                  <a:lnTo>
                    <a:pt x="10760" y="9920"/>
                  </a:lnTo>
                  <a:lnTo>
                    <a:pt x="12192" y="8889"/>
                  </a:lnTo>
                  <a:lnTo>
                    <a:pt x="12033" y="6683"/>
                  </a:lnTo>
                  <a:lnTo>
                    <a:pt x="12667" y="4230"/>
                  </a:lnTo>
                  <a:lnTo>
                    <a:pt x="13167" y="4394"/>
                  </a:lnTo>
                  <a:lnTo>
                    <a:pt x="14296" y="7811"/>
                  </a:lnTo>
                  <a:lnTo>
                    <a:pt x="15210" y="7926"/>
                  </a:lnTo>
                  <a:lnTo>
                    <a:pt x="17605" y="7211"/>
                  </a:lnTo>
                  <a:lnTo>
                    <a:pt x="21160" y="1235"/>
                  </a:lnTo>
                  <a:lnTo>
                    <a:pt x="22325" y="171"/>
                  </a:lnTo>
                  <a:lnTo>
                    <a:pt x="23139" y="0"/>
                  </a:lnTo>
                  <a:lnTo>
                    <a:pt x="23627" y="486"/>
                  </a:lnTo>
                  <a:lnTo>
                    <a:pt x="23799" y="1193"/>
                  </a:lnTo>
                  <a:lnTo>
                    <a:pt x="23790" y="2084"/>
                  </a:lnTo>
                  <a:lnTo>
                    <a:pt x="23514" y="3337"/>
                  </a:lnTo>
                  <a:lnTo>
                    <a:pt x="23934" y="4839"/>
                  </a:lnTo>
                  <a:lnTo>
                    <a:pt x="23362" y="5983"/>
                  </a:lnTo>
                  <a:close/>
                </a:path>
              </a:pathLst>
            </a:custGeom>
            <a:solidFill>
              <a:srgbClr val="EBF4E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2" name="pg1251"/>
            <p:cNvSpPr/>
            <p:nvPr/>
          </p:nvSpPr>
          <p:spPr>
            <a:xfrm>
              <a:off x="3955315" y="2285243"/>
              <a:ext cx="857" cy="5233"/>
            </a:xfrm>
            <a:custGeom>
              <a:avLst/>
              <a:pathLst>
                <a:path w="857" h="5233">
                  <a:moveTo>
                    <a:pt x="807" y="4693"/>
                  </a:moveTo>
                  <a:lnTo>
                    <a:pt x="618" y="5233"/>
                  </a:lnTo>
                  <a:lnTo>
                    <a:pt x="33" y="2511"/>
                  </a:lnTo>
                  <a:lnTo>
                    <a:pt x="0" y="854"/>
                  </a:lnTo>
                  <a:lnTo>
                    <a:pt x="365" y="0"/>
                  </a:lnTo>
                  <a:lnTo>
                    <a:pt x="857" y="2748"/>
                  </a:lnTo>
                  <a:close/>
                </a:path>
              </a:pathLst>
            </a:custGeom>
            <a:solidFill>
              <a:srgbClr val="EBF4E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3" name="pg1252"/>
            <p:cNvSpPr/>
            <p:nvPr/>
          </p:nvSpPr>
          <p:spPr>
            <a:xfrm>
              <a:off x="5208170" y="2268507"/>
              <a:ext cx="13648" cy="18381"/>
            </a:xfrm>
            <a:custGeom>
              <a:avLst/>
              <a:pathLst>
                <a:path w="13648" h="18381">
                  <a:moveTo>
                    <a:pt x="2969" y="16883"/>
                  </a:moveTo>
                  <a:lnTo>
                    <a:pt x="1132" y="18381"/>
                  </a:lnTo>
                  <a:lnTo>
                    <a:pt x="0" y="18322"/>
                  </a:lnTo>
                  <a:lnTo>
                    <a:pt x="2700" y="11040"/>
                  </a:lnTo>
                  <a:lnTo>
                    <a:pt x="4309" y="9968"/>
                  </a:lnTo>
                  <a:lnTo>
                    <a:pt x="6358" y="5658"/>
                  </a:lnTo>
                  <a:lnTo>
                    <a:pt x="10633" y="386"/>
                  </a:lnTo>
                  <a:lnTo>
                    <a:pt x="11125" y="0"/>
                  </a:lnTo>
                  <a:lnTo>
                    <a:pt x="13648" y="144"/>
                  </a:lnTo>
                  <a:lnTo>
                    <a:pt x="9717" y="5943"/>
                  </a:lnTo>
                  <a:lnTo>
                    <a:pt x="9229" y="8280"/>
                  </a:lnTo>
                  <a:lnTo>
                    <a:pt x="7522" y="10757"/>
                  </a:lnTo>
                  <a:lnTo>
                    <a:pt x="6256" y="11552"/>
                  </a:lnTo>
                  <a:lnTo>
                    <a:pt x="5384" y="12714"/>
                  </a:lnTo>
                  <a:close/>
                </a:path>
              </a:pathLst>
            </a:custGeom>
            <a:solidFill>
              <a:srgbClr val="EBF4E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4" name="pg1253"/>
            <p:cNvSpPr/>
            <p:nvPr/>
          </p:nvSpPr>
          <p:spPr>
            <a:xfrm>
              <a:off x="5236160" y="2241027"/>
              <a:ext cx="7077" cy="10528"/>
            </a:xfrm>
            <a:custGeom>
              <a:avLst/>
              <a:pathLst>
                <a:path w="7077" h="10528">
                  <a:moveTo>
                    <a:pt x="3537" y="7276"/>
                  </a:moveTo>
                  <a:lnTo>
                    <a:pt x="1237" y="10528"/>
                  </a:lnTo>
                  <a:lnTo>
                    <a:pt x="478" y="10492"/>
                  </a:lnTo>
                  <a:lnTo>
                    <a:pt x="99" y="9296"/>
                  </a:lnTo>
                  <a:lnTo>
                    <a:pt x="0" y="8590"/>
                  </a:lnTo>
                  <a:lnTo>
                    <a:pt x="1838" y="8108"/>
                  </a:lnTo>
                  <a:lnTo>
                    <a:pt x="4004" y="3794"/>
                  </a:lnTo>
                  <a:lnTo>
                    <a:pt x="5558" y="973"/>
                  </a:lnTo>
                  <a:lnTo>
                    <a:pt x="6408" y="0"/>
                  </a:lnTo>
                  <a:lnTo>
                    <a:pt x="7077" y="35"/>
                  </a:lnTo>
                  <a:close/>
                </a:path>
              </a:pathLst>
            </a:custGeom>
            <a:solidFill>
              <a:srgbClr val="EBF4E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5" name="pg1254"/>
            <p:cNvSpPr/>
            <p:nvPr/>
          </p:nvSpPr>
          <p:spPr>
            <a:xfrm>
              <a:off x="5251819" y="2221367"/>
              <a:ext cx="1441" cy="3032"/>
            </a:xfrm>
            <a:custGeom>
              <a:avLst/>
              <a:pathLst>
                <a:path w="1441" h="3032">
                  <a:moveTo>
                    <a:pt x="1441" y="1353"/>
                  </a:moveTo>
                  <a:lnTo>
                    <a:pt x="858" y="3032"/>
                  </a:lnTo>
                  <a:lnTo>
                    <a:pt x="244" y="2814"/>
                  </a:lnTo>
                  <a:lnTo>
                    <a:pt x="0" y="2387"/>
                  </a:lnTo>
                  <a:lnTo>
                    <a:pt x="800" y="346"/>
                  </a:lnTo>
                  <a:lnTo>
                    <a:pt x="1171" y="0"/>
                  </a:lnTo>
                  <a:close/>
                </a:path>
              </a:pathLst>
            </a:custGeom>
            <a:solidFill>
              <a:srgbClr val="EBF4E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6" name="pg1255"/>
            <p:cNvSpPr/>
            <p:nvPr/>
          </p:nvSpPr>
          <p:spPr>
            <a:xfrm>
              <a:off x="5264257" y="2188976"/>
              <a:ext cx="2913" cy="4909"/>
            </a:xfrm>
            <a:custGeom>
              <a:avLst/>
              <a:pathLst>
                <a:path w="2913" h="4909">
                  <a:moveTo>
                    <a:pt x="1097" y="3387"/>
                  </a:moveTo>
                  <a:lnTo>
                    <a:pt x="625" y="4909"/>
                  </a:lnTo>
                  <a:lnTo>
                    <a:pt x="103" y="4409"/>
                  </a:lnTo>
                  <a:lnTo>
                    <a:pt x="0" y="3912"/>
                  </a:lnTo>
                  <a:lnTo>
                    <a:pt x="1226" y="2151"/>
                  </a:lnTo>
                  <a:lnTo>
                    <a:pt x="1654" y="14"/>
                  </a:lnTo>
                  <a:lnTo>
                    <a:pt x="2551" y="0"/>
                  </a:lnTo>
                  <a:lnTo>
                    <a:pt x="2913" y="379"/>
                  </a:lnTo>
                  <a:lnTo>
                    <a:pt x="2621" y="1411"/>
                  </a:lnTo>
                  <a:close/>
                </a:path>
              </a:pathLst>
            </a:custGeom>
            <a:solidFill>
              <a:srgbClr val="EBF4E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7" name="pg1256"/>
            <p:cNvSpPr/>
            <p:nvPr/>
          </p:nvSpPr>
          <p:spPr>
            <a:xfrm>
              <a:off x="5271891" y="2167051"/>
              <a:ext cx="3562" cy="11206"/>
            </a:xfrm>
            <a:custGeom>
              <a:avLst/>
              <a:pathLst>
                <a:path w="3562" h="11206">
                  <a:moveTo>
                    <a:pt x="2461" y="9896"/>
                  </a:moveTo>
                  <a:lnTo>
                    <a:pt x="1282" y="11206"/>
                  </a:lnTo>
                  <a:lnTo>
                    <a:pt x="0" y="10427"/>
                  </a:lnTo>
                  <a:lnTo>
                    <a:pt x="25" y="7869"/>
                  </a:lnTo>
                  <a:lnTo>
                    <a:pt x="2640" y="0"/>
                  </a:lnTo>
                  <a:lnTo>
                    <a:pt x="3562" y="489"/>
                  </a:lnTo>
                  <a:lnTo>
                    <a:pt x="3360" y="2379"/>
                  </a:lnTo>
                  <a:lnTo>
                    <a:pt x="2361" y="5279"/>
                  </a:lnTo>
                  <a:lnTo>
                    <a:pt x="2701" y="8835"/>
                  </a:lnTo>
                  <a:close/>
                </a:path>
              </a:pathLst>
            </a:custGeom>
            <a:solidFill>
              <a:srgbClr val="EBF4E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8" name="pg1257"/>
            <p:cNvSpPr/>
            <p:nvPr/>
          </p:nvSpPr>
          <p:spPr>
            <a:xfrm>
              <a:off x="5279100" y="2133809"/>
              <a:ext cx="11448" cy="21589"/>
            </a:xfrm>
            <a:custGeom>
              <a:avLst/>
              <a:pathLst>
                <a:path w="11448" h="21589">
                  <a:moveTo>
                    <a:pt x="8958" y="13878"/>
                  </a:moveTo>
                  <a:lnTo>
                    <a:pt x="7370" y="16837"/>
                  </a:lnTo>
                  <a:lnTo>
                    <a:pt x="5088" y="17570"/>
                  </a:lnTo>
                  <a:lnTo>
                    <a:pt x="3964" y="18505"/>
                  </a:lnTo>
                  <a:lnTo>
                    <a:pt x="3132" y="20509"/>
                  </a:lnTo>
                  <a:lnTo>
                    <a:pt x="2493" y="21589"/>
                  </a:lnTo>
                  <a:lnTo>
                    <a:pt x="1154" y="21000"/>
                  </a:lnTo>
                  <a:lnTo>
                    <a:pt x="591" y="20012"/>
                  </a:lnTo>
                  <a:lnTo>
                    <a:pt x="591" y="16520"/>
                  </a:lnTo>
                  <a:lnTo>
                    <a:pt x="0" y="14991"/>
                  </a:lnTo>
                  <a:lnTo>
                    <a:pt x="286" y="14007"/>
                  </a:lnTo>
                  <a:lnTo>
                    <a:pt x="1624" y="14142"/>
                  </a:lnTo>
                  <a:lnTo>
                    <a:pt x="2946" y="11906"/>
                  </a:lnTo>
                  <a:lnTo>
                    <a:pt x="5985" y="10966"/>
                  </a:lnTo>
                  <a:lnTo>
                    <a:pt x="7127" y="8553"/>
                  </a:lnTo>
                  <a:lnTo>
                    <a:pt x="8510" y="2592"/>
                  </a:lnTo>
                  <a:lnTo>
                    <a:pt x="9952" y="441"/>
                  </a:lnTo>
                  <a:lnTo>
                    <a:pt x="11127" y="0"/>
                  </a:lnTo>
                  <a:lnTo>
                    <a:pt x="11448" y="2972"/>
                  </a:lnTo>
                  <a:lnTo>
                    <a:pt x="11173" y="6282"/>
                  </a:lnTo>
                  <a:lnTo>
                    <a:pt x="10480" y="9459"/>
                  </a:lnTo>
                  <a:close/>
                </a:path>
              </a:pathLst>
            </a:custGeom>
            <a:solidFill>
              <a:srgbClr val="EBF4E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9" name="pg1258"/>
            <p:cNvSpPr/>
            <p:nvPr/>
          </p:nvSpPr>
          <p:spPr>
            <a:xfrm>
              <a:off x="5291105" y="2131143"/>
              <a:ext cx="3942" cy="6746"/>
            </a:xfrm>
            <a:custGeom>
              <a:avLst/>
              <a:pathLst>
                <a:path w="3942" h="6746">
                  <a:moveTo>
                    <a:pt x="2925" y="6042"/>
                  </a:moveTo>
                  <a:lnTo>
                    <a:pt x="2436" y="6746"/>
                  </a:lnTo>
                  <a:lnTo>
                    <a:pt x="1947" y="6590"/>
                  </a:lnTo>
                  <a:lnTo>
                    <a:pt x="349" y="4726"/>
                  </a:lnTo>
                  <a:lnTo>
                    <a:pt x="0" y="3848"/>
                  </a:lnTo>
                  <a:lnTo>
                    <a:pt x="556" y="2286"/>
                  </a:lnTo>
                  <a:lnTo>
                    <a:pt x="2572" y="0"/>
                  </a:lnTo>
                  <a:lnTo>
                    <a:pt x="3552" y="75"/>
                  </a:lnTo>
                  <a:lnTo>
                    <a:pt x="3942" y="565"/>
                  </a:lnTo>
                  <a:lnTo>
                    <a:pt x="3888" y="3276"/>
                  </a:lnTo>
                  <a:close/>
                </a:path>
              </a:pathLst>
            </a:custGeom>
            <a:solidFill>
              <a:srgbClr val="EBF4E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0" name="pg1259"/>
            <p:cNvSpPr/>
            <p:nvPr/>
          </p:nvSpPr>
          <p:spPr>
            <a:xfrm>
              <a:off x="5282460" y="2129005"/>
              <a:ext cx="2298" cy="3660"/>
            </a:xfrm>
            <a:custGeom>
              <a:avLst/>
              <a:pathLst>
                <a:path w="2298" h="3660">
                  <a:moveTo>
                    <a:pt x="2189" y="3325"/>
                  </a:moveTo>
                  <a:lnTo>
                    <a:pt x="1062" y="3660"/>
                  </a:lnTo>
                  <a:lnTo>
                    <a:pt x="560" y="2871"/>
                  </a:lnTo>
                  <a:lnTo>
                    <a:pt x="198" y="1916"/>
                  </a:lnTo>
                  <a:lnTo>
                    <a:pt x="0" y="617"/>
                  </a:lnTo>
                  <a:lnTo>
                    <a:pt x="1248" y="0"/>
                  </a:lnTo>
                  <a:lnTo>
                    <a:pt x="2125" y="708"/>
                  </a:lnTo>
                  <a:lnTo>
                    <a:pt x="2298" y="2633"/>
                  </a:lnTo>
                  <a:close/>
                </a:path>
              </a:pathLst>
            </a:custGeom>
            <a:solidFill>
              <a:srgbClr val="EBF4E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1" name="pg1260"/>
            <p:cNvSpPr/>
            <p:nvPr/>
          </p:nvSpPr>
          <p:spPr>
            <a:xfrm>
              <a:off x="5112090" y="2026126"/>
              <a:ext cx="37672" cy="251139"/>
            </a:xfrm>
            <a:custGeom>
              <a:avLst/>
              <a:pathLst>
                <a:path w="37672" h="251139">
                  <a:moveTo>
                    <a:pt x="13576" y="655"/>
                  </a:moveTo>
                  <a:lnTo>
                    <a:pt x="16230" y="8130"/>
                  </a:lnTo>
                  <a:lnTo>
                    <a:pt x="16351" y="9763"/>
                  </a:lnTo>
                  <a:lnTo>
                    <a:pt x="16118" y="11444"/>
                  </a:lnTo>
                  <a:lnTo>
                    <a:pt x="15618" y="13607"/>
                  </a:lnTo>
                  <a:lnTo>
                    <a:pt x="15431" y="15889"/>
                  </a:lnTo>
                  <a:lnTo>
                    <a:pt x="15740" y="17882"/>
                  </a:lnTo>
                  <a:lnTo>
                    <a:pt x="15512" y="18375"/>
                  </a:lnTo>
                  <a:lnTo>
                    <a:pt x="17703" y="27404"/>
                  </a:lnTo>
                  <a:lnTo>
                    <a:pt x="19284" y="33097"/>
                  </a:lnTo>
                  <a:lnTo>
                    <a:pt x="19732" y="35424"/>
                  </a:lnTo>
                  <a:lnTo>
                    <a:pt x="20077" y="37874"/>
                  </a:lnTo>
                  <a:lnTo>
                    <a:pt x="20531" y="42935"/>
                  </a:lnTo>
                  <a:lnTo>
                    <a:pt x="20629" y="50708"/>
                  </a:lnTo>
                  <a:lnTo>
                    <a:pt x="20518" y="53263"/>
                  </a:lnTo>
                  <a:lnTo>
                    <a:pt x="20166" y="55757"/>
                  </a:lnTo>
                  <a:lnTo>
                    <a:pt x="19785" y="57249"/>
                  </a:lnTo>
                  <a:lnTo>
                    <a:pt x="19005" y="58306"/>
                  </a:lnTo>
                  <a:lnTo>
                    <a:pt x="18650" y="61070"/>
                  </a:lnTo>
                  <a:lnTo>
                    <a:pt x="18444" y="68919"/>
                  </a:lnTo>
                  <a:lnTo>
                    <a:pt x="18877" y="73034"/>
                  </a:lnTo>
                  <a:lnTo>
                    <a:pt x="19617" y="75888"/>
                  </a:lnTo>
                  <a:lnTo>
                    <a:pt x="20161" y="78948"/>
                  </a:lnTo>
                  <a:lnTo>
                    <a:pt x="20220" y="82256"/>
                  </a:lnTo>
                  <a:lnTo>
                    <a:pt x="20480" y="83708"/>
                  </a:lnTo>
                  <a:lnTo>
                    <a:pt x="21680" y="85559"/>
                  </a:lnTo>
                  <a:lnTo>
                    <a:pt x="22145" y="87011"/>
                  </a:lnTo>
                  <a:lnTo>
                    <a:pt x="22292" y="89067"/>
                  </a:lnTo>
                  <a:lnTo>
                    <a:pt x="22361" y="92101"/>
                  </a:lnTo>
                  <a:lnTo>
                    <a:pt x="22556" y="92756"/>
                  </a:lnTo>
                  <a:lnTo>
                    <a:pt x="23116" y="93665"/>
                  </a:lnTo>
                  <a:lnTo>
                    <a:pt x="25607" y="115518"/>
                  </a:lnTo>
                  <a:lnTo>
                    <a:pt x="26594" y="122140"/>
                  </a:lnTo>
                  <a:lnTo>
                    <a:pt x="29456" y="133572"/>
                  </a:lnTo>
                  <a:lnTo>
                    <a:pt x="30608" y="140495"/>
                  </a:lnTo>
                  <a:lnTo>
                    <a:pt x="31327" y="143796"/>
                  </a:lnTo>
                  <a:lnTo>
                    <a:pt x="31825" y="147274"/>
                  </a:lnTo>
                  <a:lnTo>
                    <a:pt x="32221" y="150841"/>
                  </a:lnTo>
                  <a:lnTo>
                    <a:pt x="33075" y="154706"/>
                  </a:lnTo>
                  <a:lnTo>
                    <a:pt x="34192" y="158531"/>
                  </a:lnTo>
                  <a:lnTo>
                    <a:pt x="36353" y="161936"/>
                  </a:lnTo>
                  <a:lnTo>
                    <a:pt x="37324" y="163845"/>
                  </a:lnTo>
                  <a:lnTo>
                    <a:pt x="37584" y="165373"/>
                  </a:lnTo>
                  <a:lnTo>
                    <a:pt x="37672" y="170670"/>
                  </a:lnTo>
                  <a:lnTo>
                    <a:pt x="37165" y="169539"/>
                  </a:lnTo>
                  <a:lnTo>
                    <a:pt x="36527" y="165512"/>
                  </a:lnTo>
                  <a:lnTo>
                    <a:pt x="35483" y="163186"/>
                  </a:lnTo>
                  <a:lnTo>
                    <a:pt x="33946" y="160443"/>
                  </a:lnTo>
                  <a:lnTo>
                    <a:pt x="32366" y="157979"/>
                  </a:lnTo>
                  <a:lnTo>
                    <a:pt x="30413" y="153878"/>
                  </a:lnTo>
                  <a:lnTo>
                    <a:pt x="29466" y="152678"/>
                  </a:lnTo>
                  <a:lnTo>
                    <a:pt x="28467" y="151876"/>
                  </a:lnTo>
                  <a:lnTo>
                    <a:pt x="26632" y="150922"/>
                  </a:lnTo>
                  <a:lnTo>
                    <a:pt x="25561" y="150821"/>
                  </a:lnTo>
                  <a:lnTo>
                    <a:pt x="21241" y="151451"/>
                  </a:lnTo>
                  <a:lnTo>
                    <a:pt x="19441" y="152274"/>
                  </a:lnTo>
                  <a:lnTo>
                    <a:pt x="17820" y="154165"/>
                  </a:lnTo>
                  <a:lnTo>
                    <a:pt x="16856" y="156925"/>
                  </a:lnTo>
                  <a:lnTo>
                    <a:pt x="16175" y="162470"/>
                  </a:lnTo>
                  <a:lnTo>
                    <a:pt x="12217" y="182295"/>
                  </a:lnTo>
                  <a:lnTo>
                    <a:pt x="11270" y="187457"/>
                  </a:lnTo>
                  <a:lnTo>
                    <a:pt x="10921" y="192990"/>
                  </a:lnTo>
                  <a:lnTo>
                    <a:pt x="11057" y="197335"/>
                  </a:lnTo>
                  <a:lnTo>
                    <a:pt x="11330" y="198927"/>
                  </a:lnTo>
                  <a:lnTo>
                    <a:pt x="12454" y="203273"/>
                  </a:lnTo>
                  <a:lnTo>
                    <a:pt x="13383" y="205771"/>
                  </a:lnTo>
                  <a:lnTo>
                    <a:pt x="14066" y="206841"/>
                  </a:lnTo>
                  <a:lnTo>
                    <a:pt x="14846" y="207561"/>
                  </a:lnTo>
                  <a:lnTo>
                    <a:pt x="15358" y="208446"/>
                  </a:lnTo>
                  <a:lnTo>
                    <a:pt x="15788" y="209602"/>
                  </a:lnTo>
                  <a:lnTo>
                    <a:pt x="16593" y="212558"/>
                  </a:lnTo>
                  <a:lnTo>
                    <a:pt x="17626" y="219116"/>
                  </a:lnTo>
                  <a:lnTo>
                    <a:pt x="18720" y="223747"/>
                  </a:lnTo>
                  <a:lnTo>
                    <a:pt x="19210" y="225200"/>
                  </a:lnTo>
                  <a:lnTo>
                    <a:pt x="20457" y="224831"/>
                  </a:lnTo>
                  <a:lnTo>
                    <a:pt x="21267" y="224881"/>
                  </a:lnTo>
                  <a:lnTo>
                    <a:pt x="22044" y="225285"/>
                  </a:lnTo>
                  <a:lnTo>
                    <a:pt x="22517" y="226465"/>
                  </a:lnTo>
                  <a:lnTo>
                    <a:pt x="23192" y="231694"/>
                  </a:lnTo>
                  <a:lnTo>
                    <a:pt x="23666" y="236689"/>
                  </a:lnTo>
                  <a:lnTo>
                    <a:pt x="23690" y="238029"/>
                  </a:lnTo>
                  <a:lnTo>
                    <a:pt x="22801" y="241886"/>
                  </a:lnTo>
                  <a:lnTo>
                    <a:pt x="22579" y="243528"/>
                  </a:lnTo>
                  <a:lnTo>
                    <a:pt x="22476" y="245265"/>
                  </a:lnTo>
                  <a:lnTo>
                    <a:pt x="22244" y="246635"/>
                  </a:lnTo>
                  <a:lnTo>
                    <a:pt x="21851" y="247841"/>
                  </a:lnTo>
                  <a:lnTo>
                    <a:pt x="21690" y="242127"/>
                  </a:lnTo>
                  <a:lnTo>
                    <a:pt x="21094" y="238095"/>
                  </a:lnTo>
                  <a:lnTo>
                    <a:pt x="20870" y="234616"/>
                  </a:lnTo>
                  <a:lnTo>
                    <a:pt x="20008" y="232170"/>
                  </a:lnTo>
                  <a:lnTo>
                    <a:pt x="17115" y="231176"/>
                  </a:lnTo>
                  <a:lnTo>
                    <a:pt x="14418" y="230802"/>
                  </a:lnTo>
                  <a:lnTo>
                    <a:pt x="14001" y="230361"/>
                  </a:lnTo>
                  <a:lnTo>
                    <a:pt x="13407" y="228870"/>
                  </a:lnTo>
                  <a:lnTo>
                    <a:pt x="12722" y="227683"/>
                  </a:lnTo>
                  <a:lnTo>
                    <a:pt x="12030" y="227524"/>
                  </a:lnTo>
                  <a:lnTo>
                    <a:pt x="11317" y="227980"/>
                  </a:lnTo>
                  <a:lnTo>
                    <a:pt x="10093" y="229651"/>
                  </a:lnTo>
                  <a:lnTo>
                    <a:pt x="9200" y="232297"/>
                  </a:lnTo>
                  <a:lnTo>
                    <a:pt x="8503" y="235134"/>
                  </a:lnTo>
                  <a:lnTo>
                    <a:pt x="7936" y="238122"/>
                  </a:lnTo>
                  <a:lnTo>
                    <a:pt x="6759" y="246062"/>
                  </a:lnTo>
                  <a:lnTo>
                    <a:pt x="6032" y="248709"/>
                  </a:lnTo>
                  <a:lnTo>
                    <a:pt x="5137" y="251139"/>
                  </a:lnTo>
                  <a:lnTo>
                    <a:pt x="4377" y="249822"/>
                  </a:lnTo>
                  <a:lnTo>
                    <a:pt x="3711" y="248289"/>
                  </a:lnTo>
                  <a:lnTo>
                    <a:pt x="3321" y="246079"/>
                  </a:lnTo>
                  <a:lnTo>
                    <a:pt x="3152" y="243642"/>
                  </a:lnTo>
                  <a:lnTo>
                    <a:pt x="2091" y="235359"/>
                  </a:lnTo>
                  <a:lnTo>
                    <a:pt x="2537" y="228175"/>
                  </a:lnTo>
                  <a:lnTo>
                    <a:pt x="4321" y="218243"/>
                  </a:lnTo>
                  <a:lnTo>
                    <a:pt x="4662" y="214993"/>
                  </a:lnTo>
                  <a:lnTo>
                    <a:pt x="4393" y="211909"/>
                  </a:lnTo>
                  <a:lnTo>
                    <a:pt x="3989" y="208864"/>
                  </a:lnTo>
                  <a:lnTo>
                    <a:pt x="3722" y="203070"/>
                  </a:lnTo>
                  <a:lnTo>
                    <a:pt x="3741" y="201780"/>
                  </a:lnTo>
                  <a:lnTo>
                    <a:pt x="4377" y="198436"/>
                  </a:lnTo>
                  <a:lnTo>
                    <a:pt x="5122" y="195253"/>
                  </a:lnTo>
                  <a:lnTo>
                    <a:pt x="6026" y="192481"/>
                  </a:lnTo>
                  <a:lnTo>
                    <a:pt x="6427" y="189194"/>
                  </a:lnTo>
                  <a:lnTo>
                    <a:pt x="5855" y="181018"/>
                  </a:lnTo>
                  <a:lnTo>
                    <a:pt x="4539" y="175492"/>
                  </a:lnTo>
                  <a:lnTo>
                    <a:pt x="2917" y="170244"/>
                  </a:lnTo>
                  <a:lnTo>
                    <a:pt x="2618" y="168847"/>
                  </a:lnTo>
                  <a:lnTo>
                    <a:pt x="2535" y="167425"/>
                  </a:lnTo>
                  <a:lnTo>
                    <a:pt x="3933" y="160863"/>
                  </a:lnTo>
                  <a:lnTo>
                    <a:pt x="4433" y="157722"/>
                  </a:lnTo>
                  <a:lnTo>
                    <a:pt x="5005" y="150819"/>
                  </a:lnTo>
                  <a:lnTo>
                    <a:pt x="5526" y="147049"/>
                  </a:lnTo>
                  <a:lnTo>
                    <a:pt x="5940" y="143223"/>
                  </a:lnTo>
                  <a:lnTo>
                    <a:pt x="6074" y="124087"/>
                  </a:lnTo>
                  <a:lnTo>
                    <a:pt x="5950" y="121269"/>
                  </a:lnTo>
                  <a:lnTo>
                    <a:pt x="5062" y="115274"/>
                  </a:lnTo>
                  <a:lnTo>
                    <a:pt x="4999" y="111862"/>
                  </a:lnTo>
                  <a:lnTo>
                    <a:pt x="5425" y="107548"/>
                  </a:lnTo>
                  <a:lnTo>
                    <a:pt x="6002" y="104187"/>
                  </a:lnTo>
                  <a:lnTo>
                    <a:pt x="6750" y="100987"/>
                  </a:lnTo>
                  <a:lnTo>
                    <a:pt x="6736" y="94366"/>
                  </a:lnTo>
                  <a:lnTo>
                    <a:pt x="5304" y="88254"/>
                  </a:lnTo>
                  <a:lnTo>
                    <a:pt x="4258" y="85562"/>
                  </a:lnTo>
                  <a:lnTo>
                    <a:pt x="2617" y="82326"/>
                  </a:lnTo>
                  <a:lnTo>
                    <a:pt x="1370" y="80548"/>
                  </a:lnTo>
                  <a:lnTo>
                    <a:pt x="759" y="79185"/>
                  </a:lnTo>
                  <a:lnTo>
                    <a:pt x="1370" y="78727"/>
                  </a:lnTo>
                  <a:lnTo>
                    <a:pt x="1817" y="77622"/>
                  </a:lnTo>
                  <a:lnTo>
                    <a:pt x="742" y="75921"/>
                  </a:lnTo>
                  <a:lnTo>
                    <a:pt x="93" y="73363"/>
                  </a:lnTo>
                  <a:lnTo>
                    <a:pt x="0" y="63328"/>
                  </a:lnTo>
                  <a:lnTo>
                    <a:pt x="266" y="60781"/>
                  </a:lnTo>
                  <a:lnTo>
                    <a:pt x="1070" y="57953"/>
                  </a:lnTo>
                  <a:lnTo>
                    <a:pt x="1758" y="54976"/>
                  </a:lnTo>
                  <a:lnTo>
                    <a:pt x="2402" y="47946"/>
                  </a:lnTo>
                  <a:lnTo>
                    <a:pt x="2625" y="40694"/>
                  </a:lnTo>
                  <a:lnTo>
                    <a:pt x="2196" y="37752"/>
                  </a:lnTo>
                  <a:lnTo>
                    <a:pt x="2007" y="31812"/>
                  </a:lnTo>
                  <a:lnTo>
                    <a:pt x="2364" y="30336"/>
                  </a:lnTo>
                  <a:lnTo>
                    <a:pt x="3746" y="28358"/>
                  </a:lnTo>
                  <a:lnTo>
                    <a:pt x="5937" y="27200"/>
                  </a:lnTo>
                  <a:lnTo>
                    <a:pt x="6404" y="27542"/>
                  </a:lnTo>
                  <a:lnTo>
                    <a:pt x="8120" y="29863"/>
                  </a:lnTo>
                  <a:lnTo>
                    <a:pt x="8757" y="29950"/>
                  </a:lnTo>
                  <a:lnTo>
                    <a:pt x="9417" y="29707"/>
                  </a:lnTo>
                  <a:lnTo>
                    <a:pt x="10677" y="28622"/>
                  </a:lnTo>
                  <a:lnTo>
                    <a:pt x="11385" y="25983"/>
                  </a:lnTo>
                  <a:lnTo>
                    <a:pt x="10468" y="24481"/>
                  </a:lnTo>
                  <a:lnTo>
                    <a:pt x="11003" y="22560"/>
                  </a:lnTo>
                  <a:lnTo>
                    <a:pt x="12571" y="21917"/>
                  </a:lnTo>
                  <a:lnTo>
                    <a:pt x="12685" y="20268"/>
                  </a:lnTo>
                  <a:lnTo>
                    <a:pt x="12118" y="20074"/>
                  </a:lnTo>
                  <a:lnTo>
                    <a:pt x="12613" y="17732"/>
                  </a:lnTo>
                  <a:lnTo>
                    <a:pt x="12896" y="15377"/>
                  </a:lnTo>
                  <a:lnTo>
                    <a:pt x="12455" y="13229"/>
                  </a:lnTo>
                  <a:lnTo>
                    <a:pt x="9942" y="7906"/>
                  </a:lnTo>
                  <a:lnTo>
                    <a:pt x="8318" y="4001"/>
                  </a:lnTo>
                  <a:lnTo>
                    <a:pt x="10992" y="4052"/>
                  </a:lnTo>
                  <a:lnTo>
                    <a:pt x="11781" y="3324"/>
                  </a:lnTo>
                  <a:lnTo>
                    <a:pt x="12405" y="1711"/>
                  </a:lnTo>
                  <a:lnTo>
                    <a:pt x="12733" y="0"/>
                  </a:lnTo>
                  <a:close/>
                </a:path>
              </a:pathLst>
            </a:custGeom>
            <a:solidFill>
              <a:srgbClr val="EBF4E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2" name="pg1261"/>
            <p:cNvSpPr/>
            <p:nvPr/>
          </p:nvSpPr>
          <p:spPr>
            <a:xfrm>
              <a:off x="5430218" y="2013100"/>
              <a:ext cx="7895" cy="10170"/>
            </a:xfrm>
            <a:custGeom>
              <a:avLst/>
              <a:pathLst>
                <a:path w="7895" h="10170">
                  <a:moveTo>
                    <a:pt x="7373" y="8626"/>
                  </a:moveTo>
                  <a:lnTo>
                    <a:pt x="7895" y="10170"/>
                  </a:lnTo>
                  <a:lnTo>
                    <a:pt x="2910" y="4706"/>
                  </a:lnTo>
                  <a:lnTo>
                    <a:pt x="574" y="1830"/>
                  </a:lnTo>
                  <a:lnTo>
                    <a:pt x="0" y="31"/>
                  </a:lnTo>
                  <a:lnTo>
                    <a:pt x="866" y="0"/>
                  </a:lnTo>
                  <a:lnTo>
                    <a:pt x="1862" y="1748"/>
                  </a:lnTo>
                  <a:lnTo>
                    <a:pt x="3321" y="2563"/>
                  </a:lnTo>
                  <a:lnTo>
                    <a:pt x="5443" y="4918"/>
                  </a:lnTo>
                  <a:close/>
                </a:path>
              </a:pathLst>
            </a:custGeom>
            <a:solidFill>
              <a:srgbClr val="EBF4E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3" name="pg1262"/>
            <p:cNvSpPr/>
            <p:nvPr/>
          </p:nvSpPr>
          <p:spPr>
            <a:xfrm>
              <a:off x="5051054" y="2005687"/>
              <a:ext cx="5725" cy="5432"/>
            </a:xfrm>
            <a:custGeom>
              <a:avLst/>
              <a:pathLst>
                <a:path w="5725" h="5432">
                  <a:moveTo>
                    <a:pt x="5725" y="217"/>
                  </a:moveTo>
                  <a:lnTo>
                    <a:pt x="4203" y="5350"/>
                  </a:lnTo>
                  <a:lnTo>
                    <a:pt x="3144" y="5432"/>
                  </a:lnTo>
                  <a:lnTo>
                    <a:pt x="2321" y="4348"/>
                  </a:lnTo>
                  <a:lnTo>
                    <a:pt x="623" y="4780"/>
                  </a:lnTo>
                  <a:lnTo>
                    <a:pt x="0" y="4481"/>
                  </a:lnTo>
                  <a:lnTo>
                    <a:pt x="995" y="2908"/>
                  </a:lnTo>
                  <a:lnTo>
                    <a:pt x="3468" y="445"/>
                  </a:lnTo>
                  <a:lnTo>
                    <a:pt x="4478" y="474"/>
                  </a:lnTo>
                  <a:lnTo>
                    <a:pt x="5446" y="0"/>
                  </a:lnTo>
                  <a:close/>
                </a:path>
              </a:pathLst>
            </a:custGeom>
            <a:solidFill>
              <a:srgbClr val="EBF4E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4" name="pg1263"/>
            <p:cNvSpPr/>
            <p:nvPr/>
          </p:nvSpPr>
          <p:spPr>
            <a:xfrm>
              <a:off x="5057450" y="2003051"/>
              <a:ext cx="12009" cy="16067"/>
            </a:xfrm>
            <a:custGeom>
              <a:avLst/>
              <a:pathLst>
                <a:path w="12009" h="16067">
                  <a:moveTo>
                    <a:pt x="8731" y="3084"/>
                  </a:moveTo>
                  <a:lnTo>
                    <a:pt x="9851" y="4246"/>
                  </a:lnTo>
                  <a:lnTo>
                    <a:pt x="11589" y="4047"/>
                  </a:lnTo>
                  <a:lnTo>
                    <a:pt x="12009" y="4830"/>
                  </a:lnTo>
                  <a:lnTo>
                    <a:pt x="10656" y="6090"/>
                  </a:lnTo>
                  <a:lnTo>
                    <a:pt x="9670" y="8750"/>
                  </a:lnTo>
                  <a:lnTo>
                    <a:pt x="9357" y="11119"/>
                  </a:lnTo>
                  <a:lnTo>
                    <a:pt x="8965" y="12056"/>
                  </a:lnTo>
                  <a:lnTo>
                    <a:pt x="7863" y="13222"/>
                  </a:lnTo>
                  <a:lnTo>
                    <a:pt x="6877" y="14777"/>
                  </a:lnTo>
                  <a:lnTo>
                    <a:pt x="6029" y="15772"/>
                  </a:lnTo>
                  <a:lnTo>
                    <a:pt x="5284" y="16067"/>
                  </a:lnTo>
                  <a:lnTo>
                    <a:pt x="3611" y="10968"/>
                  </a:lnTo>
                  <a:lnTo>
                    <a:pt x="2835" y="9563"/>
                  </a:lnTo>
                  <a:lnTo>
                    <a:pt x="532" y="11956"/>
                  </a:lnTo>
                  <a:lnTo>
                    <a:pt x="0" y="12010"/>
                  </a:lnTo>
                  <a:lnTo>
                    <a:pt x="521" y="9042"/>
                  </a:lnTo>
                  <a:lnTo>
                    <a:pt x="1869" y="5801"/>
                  </a:lnTo>
                  <a:lnTo>
                    <a:pt x="2500" y="5348"/>
                  </a:lnTo>
                  <a:lnTo>
                    <a:pt x="3834" y="1002"/>
                  </a:lnTo>
                  <a:lnTo>
                    <a:pt x="4250" y="0"/>
                  </a:lnTo>
                  <a:lnTo>
                    <a:pt x="8360" y="2569"/>
                  </a:lnTo>
                  <a:close/>
                </a:path>
              </a:pathLst>
            </a:custGeom>
            <a:solidFill>
              <a:srgbClr val="EBF4E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5" name="pg1264"/>
            <p:cNvSpPr/>
            <p:nvPr/>
          </p:nvSpPr>
          <p:spPr>
            <a:xfrm>
              <a:off x="3605935" y="2000402"/>
              <a:ext cx="39818" cy="27674"/>
            </a:xfrm>
            <a:custGeom>
              <a:avLst/>
              <a:pathLst>
                <a:path w="39818" h="27674">
                  <a:moveTo>
                    <a:pt x="20130" y="666"/>
                  </a:moveTo>
                  <a:lnTo>
                    <a:pt x="20893" y="656"/>
                  </a:lnTo>
                  <a:lnTo>
                    <a:pt x="22024" y="329"/>
                  </a:lnTo>
                  <a:lnTo>
                    <a:pt x="22738" y="1543"/>
                  </a:lnTo>
                  <a:lnTo>
                    <a:pt x="24066" y="2699"/>
                  </a:lnTo>
                  <a:lnTo>
                    <a:pt x="25646" y="3732"/>
                  </a:lnTo>
                  <a:lnTo>
                    <a:pt x="28005" y="5494"/>
                  </a:lnTo>
                  <a:lnTo>
                    <a:pt x="30454" y="6589"/>
                  </a:lnTo>
                  <a:lnTo>
                    <a:pt x="31262" y="6716"/>
                  </a:lnTo>
                  <a:lnTo>
                    <a:pt x="33835" y="6572"/>
                  </a:lnTo>
                  <a:lnTo>
                    <a:pt x="36561" y="6723"/>
                  </a:lnTo>
                  <a:lnTo>
                    <a:pt x="37303" y="9336"/>
                  </a:lnTo>
                  <a:lnTo>
                    <a:pt x="38649" y="10573"/>
                  </a:lnTo>
                  <a:lnTo>
                    <a:pt x="39738" y="12274"/>
                  </a:lnTo>
                  <a:lnTo>
                    <a:pt x="39818" y="13243"/>
                  </a:lnTo>
                  <a:lnTo>
                    <a:pt x="38318" y="19326"/>
                  </a:lnTo>
                  <a:lnTo>
                    <a:pt x="38007" y="21385"/>
                  </a:lnTo>
                  <a:lnTo>
                    <a:pt x="37950" y="23451"/>
                  </a:lnTo>
                  <a:lnTo>
                    <a:pt x="38499" y="26034"/>
                  </a:lnTo>
                  <a:lnTo>
                    <a:pt x="39016" y="27477"/>
                  </a:lnTo>
                  <a:lnTo>
                    <a:pt x="38592" y="27674"/>
                  </a:lnTo>
                  <a:lnTo>
                    <a:pt x="31640" y="27386"/>
                  </a:lnTo>
                  <a:lnTo>
                    <a:pt x="25047" y="26895"/>
                  </a:lnTo>
                  <a:lnTo>
                    <a:pt x="18955" y="26442"/>
                  </a:lnTo>
                  <a:lnTo>
                    <a:pt x="13084" y="26004"/>
                  </a:lnTo>
                  <a:lnTo>
                    <a:pt x="7450" y="25587"/>
                  </a:lnTo>
                  <a:lnTo>
                    <a:pt x="3947" y="25195"/>
                  </a:lnTo>
                  <a:lnTo>
                    <a:pt x="491" y="24809"/>
                  </a:lnTo>
                  <a:lnTo>
                    <a:pt x="0" y="24451"/>
                  </a:lnTo>
                  <a:lnTo>
                    <a:pt x="1901" y="21920"/>
                  </a:lnTo>
                  <a:lnTo>
                    <a:pt x="3140" y="19290"/>
                  </a:lnTo>
                  <a:lnTo>
                    <a:pt x="4192" y="15858"/>
                  </a:lnTo>
                  <a:lnTo>
                    <a:pt x="4304" y="13480"/>
                  </a:lnTo>
                  <a:lnTo>
                    <a:pt x="4567" y="10799"/>
                  </a:lnTo>
                  <a:lnTo>
                    <a:pt x="6209" y="9756"/>
                  </a:lnTo>
                  <a:lnTo>
                    <a:pt x="9776" y="9910"/>
                  </a:lnTo>
                  <a:lnTo>
                    <a:pt x="11302" y="8622"/>
                  </a:lnTo>
                  <a:lnTo>
                    <a:pt x="13259" y="5437"/>
                  </a:lnTo>
                  <a:lnTo>
                    <a:pt x="15317" y="1614"/>
                  </a:lnTo>
                  <a:lnTo>
                    <a:pt x="15985" y="0"/>
                  </a:lnTo>
                  <a:lnTo>
                    <a:pt x="16700" y="229"/>
                  </a:lnTo>
                  <a:lnTo>
                    <a:pt x="15486" y="3044"/>
                  </a:lnTo>
                  <a:lnTo>
                    <a:pt x="12221" y="8991"/>
                  </a:lnTo>
                  <a:lnTo>
                    <a:pt x="13244" y="9780"/>
                  </a:lnTo>
                  <a:lnTo>
                    <a:pt x="14432" y="10036"/>
                  </a:lnTo>
                  <a:lnTo>
                    <a:pt x="15833" y="11145"/>
                  </a:lnTo>
                  <a:lnTo>
                    <a:pt x="17170" y="11346"/>
                  </a:lnTo>
                  <a:lnTo>
                    <a:pt x="19552" y="10385"/>
                  </a:lnTo>
                  <a:lnTo>
                    <a:pt x="19971" y="5286"/>
                  </a:lnTo>
                  <a:close/>
                </a:path>
              </a:pathLst>
            </a:custGeom>
            <a:solidFill>
              <a:srgbClr val="EBF4E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6" name="pg1265"/>
            <p:cNvSpPr/>
            <p:nvPr/>
          </p:nvSpPr>
          <p:spPr>
            <a:xfrm>
              <a:off x="5409359" y="1998487"/>
              <a:ext cx="11096" cy="19424"/>
            </a:xfrm>
            <a:custGeom>
              <a:avLst/>
              <a:pathLst>
                <a:path w="11096" h="19424">
                  <a:moveTo>
                    <a:pt x="11096" y="15140"/>
                  </a:moveTo>
                  <a:lnTo>
                    <a:pt x="11032" y="19424"/>
                  </a:lnTo>
                  <a:lnTo>
                    <a:pt x="9504" y="17251"/>
                  </a:lnTo>
                  <a:lnTo>
                    <a:pt x="8793" y="15501"/>
                  </a:lnTo>
                  <a:lnTo>
                    <a:pt x="7782" y="15169"/>
                  </a:lnTo>
                  <a:lnTo>
                    <a:pt x="7079" y="14387"/>
                  </a:lnTo>
                  <a:lnTo>
                    <a:pt x="5908" y="12261"/>
                  </a:lnTo>
                  <a:lnTo>
                    <a:pt x="4549" y="9488"/>
                  </a:lnTo>
                  <a:lnTo>
                    <a:pt x="4087" y="8123"/>
                  </a:lnTo>
                  <a:lnTo>
                    <a:pt x="3890" y="6375"/>
                  </a:lnTo>
                  <a:lnTo>
                    <a:pt x="2971" y="4756"/>
                  </a:lnTo>
                  <a:lnTo>
                    <a:pt x="0" y="1682"/>
                  </a:lnTo>
                  <a:lnTo>
                    <a:pt x="979" y="1315"/>
                  </a:lnTo>
                  <a:lnTo>
                    <a:pt x="2223" y="0"/>
                  </a:lnTo>
                  <a:lnTo>
                    <a:pt x="5686" y="812"/>
                  </a:lnTo>
                  <a:lnTo>
                    <a:pt x="6474" y="1167"/>
                  </a:lnTo>
                  <a:lnTo>
                    <a:pt x="5909" y="3224"/>
                  </a:lnTo>
                  <a:lnTo>
                    <a:pt x="6132" y="5497"/>
                  </a:lnTo>
                  <a:lnTo>
                    <a:pt x="8060" y="10219"/>
                  </a:lnTo>
                  <a:lnTo>
                    <a:pt x="8988" y="11865"/>
                  </a:lnTo>
                  <a:lnTo>
                    <a:pt x="10196" y="13112"/>
                  </a:lnTo>
                  <a:close/>
                </a:path>
              </a:pathLst>
            </a:custGeom>
            <a:solidFill>
              <a:srgbClr val="EBF4E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7" name="pg1266"/>
            <p:cNvSpPr/>
            <p:nvPr/>
          </p:nvSpPr>
          <p:spPr>
            <a:xfrm>
              <a:off x="5220796" y="1885944"/>
              <a:ext cx="3177" cy="4513"/>
            </a:xfrm>
            <a:custGeom>
              <a:avLst/>
              <a:pathLst>
                <a:path w="3177" h="4513">
                  <a:moveTo>
                    <a:pt x="1477" y="4178"/>
                  </a:moveTo>
                  <a:lnTo>
                    <a:pt x="504" y="4513"/>
                  </a:lnTo>
                  <a:lnTo>
                    <a:pt x="19" y="3705"/>
                  </a:lnTo>
                  <a:lnTo>
                    <a:pt x="0" y="3135"/>
                  </a:lnTo>
                  <a:lnTo>
                    <a:pt x="1508" y="1859"/>
                  </a:lnTo>
                  <a:lnTo>
                    <a:pt x="2418" y="0"/>
                  </a:lnTo>
                  <a:lnTo>
                    <a:pt x="2992" y="1113"/>
                  </a:lnTo>
                  <a:lnTo>
                    <a:pt x="3177" y="1918"/>
                  </a:lnTo>
                  <a:close/>
                </a:path>
              </a:pathLst>
            </a:custGeom>
            <a:solidFill>
              <a:srgbClr val="EBF4E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8" name="pg1267"/>
            <p:cNvSpPr/>
            <p:nvPr/>
          </p:nvSpPr>
          <p:spPr>
            <a:xfrm>
              <a:off x="5380683" y="1883976"/>
              <a:ext cx="15231" cy="21198"/>
            </a:xfrm>
            <a:custGeom>
              <a:avLst/>
              <a:pathLst>
                <a:path w="15231" h="21198">
                  <a:moveTo>
                    <a:pt x="2565" y="18420"/>
                  </a:moveTo>
                  <a:lnTo>
                    <a:pt x="544" y="21198"/>
                  </a:lnTo>
                  <a:lnTo>
                    <a:pt x="247" y="20746"/>
                  </a:lnTo>
                  <a:lnTo>
                    <a:pt x="56" y="20111"/>
                  </a:lnTo>
                  <a:lnTo>
                    <a:pt x="0" y="19141"/>
                  </a:lnTo>
                  <a:lnTo>
                    <a:pt x="1845" y="17312"/>
                  </a:lnTo>
                  <a:lnTo>
                    <a:pt x="3693" y="12653"/>
                  </a:lnTo>
                  <a:lnTo>
                    <a:pt x="4408" y="8776"/>
                  </a:lnTo>
                  <a:lnTo>
                    <a:pt x="4187" y="7517"/>
                  </a:lnTo>
                  <a:lnTo>
                    <a:pt x="4117" y="6255"/>
                  </a:lnTo>
                  <a:lnTo>
                    <a:pt x="9562" y="3858"/>
                  </a:lnTo>
                  <a:lnTo>
                    <a:pt x="13452" y="0"/>
                  </a:lnTo>
                  <a:lnTo>
                    <a:pt x="14134" y="165"/>
                  </a:lnTo>
                  <a:lnTo>
                    <a:pt x="14832" y="3384"/>
                  </a:lnTo>
                  <a:lnTo>
                    <a:pt x="15231" y="7564"/>
                  </a:lnTo>
                  <a:lnTo>
                    <a:pt x="14665" y="10081"/>
                  </a:lnTo>
                  <a:lnTo>
                    <a:pt x="10508" y="11484"/>
                  </a:lnTo>
                  <a:lnTo>
                    <a:pt x="6574" y="14272"/>
                  </a:lnTo>
                  <a:close/>
                </a:path>
              </a:pathLst>
            </a:custGeom>
            <a:solidFill>
              <a:srgbClr val="EBF4E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9" name="pg1268"/>
            <p:cNvSpPr/>
            <p:nvPr/>
          </p:nvSpPr>
          <p:spPr>
            <a:xfrm>
              <a:off x="3802441" y="1707544"/>
              <a:ext cx="4065" cy="6527"/>
            </a:xfrm>
            <a:custGeom>
              <a:avLst/>
              <a:pathLst>
                <a:path w="4065" h="6527">
                  <a:moveTo>
                    <a:pt x="3544" y="457"/>
                  </a:moveTo>
                  <a:lnTo>
                    <a:pt x="3942" y="1621"/>
                  </a:lnTo>
                  <a:lnTo>
                    <a:pt x="4065" y="3534"/>
                  </a:lnTo>
                  <a:lnTo>
                    <a:pt x="3682" y="4759"/>
                  </a:lnTo>
                  <a:lnTo>
                    <a:pt x="3867" y="5794"/>
                  </a:lnTo>
                  <a:lnTo>
                    <a:pt x="3082" y="6527"/>
                  </a:lnTo>
                  <a:lnTo>
                    <a:pt x="1865" y="4135"/>
                  </a:lnTo>
                  <a:lnTo>
                    <a:pt x="1141" y="4100"/>
                  </a:lnTo>
                  <a:lnTo>
                    <a:pt x="366" y="3071"/>
                  </a:lnTo>
                  <a:lnTo>
                    <a:pt x="0" y="1373"/>
                  </a:lnTo>
                  <a:lnTo>
                    <a:pt x="701" y="900"/>
                  </a:lnTo>
                  <a:lnTo>
                    <a:pt x="984" y="1194"/>
                  </a:lnTo>
                  <a:lnTo>
                    <a:pt x="2470" y="0"/>
                  </a:lnTo>
                  <a:close/>
                </a:path>
              </a:pathLst>
            </a:custGeom>
            <a:solidFill>
              <a:srgbClr val="EBF4E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0" name="pg1269"/>
            <p:cNvSpPr/>
            <p:nvPr/>
          </p:nvSpPr>
          <p:spPr>
            <a:xfrm>
              <a:off x="4221260" y="1661639"/>
              <a:ext cx="7906" cy="7722"/>
            </a:xfrm>
            <a:custGeom>
              <a:avLst/>
              <a:pathLst>
                <a:path w="7906" h="7722">
                  <a:moveTo>
                    <a:pt x="6803" y="7354"/>
                  </a:moveTo>
                  <a:lnTo>
                    <a:pt x="4632" y="7722"/>
                  </a:lnTo>
                  <a:lnTo>
                    <a:pt x="2246" y="5488"/>
                  </a:lnTo>
                  <a:lnTo>
                    <a:pt x="0" y="1037"/>
                  </a:lnTo>
                  <a:lnTo>
                    <a:pt x="412" y="0"/>
                  </a:lnTo>
                  <a:lnTo>
                    <a:pt x="1814" y="356"/>
                  </a:lnTo>
                  <a:lnTo>
                    <a:pt x="4085" y="431"/>
                  </a:lnTo>
                  <a:lnTo>
                    <a:pt x="5531" y="1164"/>
                  </a:lnTo>
                  <a:lnTo>
                    <a:pt x="7494" y="1630"/>
                  </a:lnTo>
                  <a:lnTo>
                    <a:pt x="7259" y="3660"/>
                  </a:lnTo>
                  <a:lnTo>
                    <a:pt x="7254" y="4480"/>
                  </a:lnTo>
                  <a:lnTo>
                    <a:pt x="7906" y="5377"/>
                  </a:lnTo>
                  <a:lnTo>
                    <a:pt x="7278" y="6899"/>
                  </a:lnTo>
                  <a:close/>
                </a:path>
              </a:pathLst>
            </a:custGeom>
            <a:solidFill>
              <a:srgbClr val="EBF4E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1" name="pg1270"/>
            <p:cNvSpPr/>
            <p:nvPr/>
          </p:nvSpPr>
          <p:spPr>
            <a:xfrm>
              <a:off x="3887970" y="1660326"/>
              <a:ext cx="3129" cy="3174"/>
            </a:xfrm>
            <a:custGeom>
              <a:avLst/>
              <a:pathLst>
                <a:path w="3129" h="3174">
                  <a:moveTo>
                    <a:pt x="3129" y="2771"/>
                  </a:moveTo>
                  <a:lnTo>
                    <a:pt x="2659" y="3174"/>
                  </a:lnTo>
                  <a:lnTo>
                    <a:pt x="213" y="1786"/>
                  </a:lnTo>
                  <a:lnTo>
                    <a:pt x="0" y="743"/>
                  </a:lnTo>
                  <a:lnTo>
                    <a:pt x="104" y="294"/>
                  </a:lnTo>
                  <a:lnTo>
                    <a:pt x="1078" y="0"/>
                  </a:lnTo>
                  <a:lnTo>
                    <a:pt x="2114" y="392"/>
                  </a:lnTo>
                  <a:lnTo>
                    <a:pt x="2846" y="1778"/>
                  </a:lnTo>
                  <a:close/>
                </a:path>
              </a:pathLst>
            </a:custGeom>
            <a:solidFill>
              <a:srgbClr val="EBF4E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2" name="pg1271"/>
            <p:cNvSpPr/>
            <p:nvPr/>
          </p:nvSpPr>
          <p:spPr>
            <a:xfrm>
              <a:off x="3959772" y="1580079"/>
              <a:ext cx="24731" cy="22991"/>
            </a:xfrm>
            <a:custGeom>
              <a:avLst/>
              <a:pathLst>
                <a:path w="24731" h="22991">
                  <a:moveTo>
                    <a:pt x="24512" y="9622"/>
                  </a:moveTo>
                  <a:lnTo>
                    <a:pt x="24731" y="12480"/>
                  </a:lnTo>
                  <a:lnTo>
                    <a:pt x="23961" y="13664"/>
                  </a:lnTo>
                  <a:lnTo>
                    <a:pt x="23268" y="13996"/>
                  </a:lnTo>
                  <a:lnTo>
                    <a:pt x="22978" y="12206"/>
                  </a:lnTo>
                  <a:lnTo>
                    <a:pt x="22398" y="11396"/>
                  </a:lnTo>
                  <a:lnTo>
                    <a:pt x="20261" y="13532"/>
                  </a:lnTo>
                  <a:lnTo>
                    <a:pt x="19262" y="15881"/>
                  </a:lnTo>
                  <a:lnTo>
                    <a:pt x="16627" y="19251"/>
                  </a:lnTo>
                  <a:lnTo>
                    <a:pt x="11126" y="21653"/>
                  </a:lnTo>
                  <a:lnTo>
                    <a:pt x="7793" y="22698"/>
                  </a:lnTo>
                  <a:lnTo>
                    <a:pt x="4790" y="22991"/>
                  </a:lnTo>
                  <a:lnTo>
                    <a:pt x="1977" y="20872"/>
                  </a:lnTo>
                  <a:lnTo>
                    <a:pt x="457" y="16808"/>
                  </a:lnTo>
                  <a:lnTo>
                    <a:pt x="192" y="15572"/>
                  </a:lnTo>
                  <a:lnTo>
                    <a:pt x="0" y="13914"/>
                  </a:lnTo>
                  <a:lnTo>
                    <a:pt x="18" y="12250"/>
                  </a:lnTo>
                  <a:lnTo>
                    <a:pt x="215" y="9672"/>
                  </a:lnTo>
                  <a:lnTo>
                    <a:pt x="507" y="7150"/>
                  </a:lnTo>
                  <a:lnTo>
                    <a:pt x="1666" y="4892"/>
                  </a:lnTo>
                  <a:lnTo>
                    <a:pt x="4350" y="2221"/>
                  </a:lnTo>
                  <a:lnTo>
                    <a:pt x="6985" y="487"/>
                  </a:lnTo>
                  <a:lnTo>
                    <a:pt x="8323" y="57"/>
                  </a:lnTo>
                  <a:lnTo>
                    <a:pt x="11678" y="0"/>
                  </a:lnTo>
                  <a:lnTo>
                    <a:pt x="21193" y="5963"/>
                  </a:lnTo>
                  <a:lnTo>
                    <a:pt x="23303" y="7509"/>
                  </a:lnTo>
                  <a:close/>
                </a:path>
              </a:pathLst>
            </a:custGeom>
            <a:solidFill>
              <a:srgbClr val="EBF4E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3" name="pg1272"/>
            <p:cNvSpPr/>
            <p:nvPr/>
          </p:nvSpPr>
          <p:spPr>
            <a:xfrm>
              <a:off x="4191108" y="1578184"/>
              <a:ext cx="3936" cy="3925"/>
            </a:xfrm>
            <a:custGeom>
              <a:avLst/>
              <a:pathLst>
                <a:path w="3936" h="3925">
                  <a:moveTo>
                    <a:pt x="3936" y="1345"/>
                  </a:moveTo>
                  <a:lnTo>
                    <a:pt x="2937" y="3925"/>
                  </a:lnTo>
                  <a:lnTo>
                    <a:pt x="888" y="3788"/>
                  </a:lnTo>
                  <a:lnTo>
                    <a:pt x="263" y="3201"/>
                  </a:lnTo>
                  <a:lnTo>
                    <a:pt x="0" y="2724"/>
                  </a:lnTo>
                  <a:lnTo>
                    <a:pt x="2347" y="0"/>
                  </a:lnTo>
                  <a:lnTo>
                    <a:pt x="3739" y="96"/>
                  </a:lnTo>
                  <a:close/>
                </a:path>
              </a:pathLst>
            </a:custGeom>
            <a:solidFill>
              <a:srgbClr val="EBF4E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4" name="pg1273"/>
            <p:cNvSpPr/>
            <p:nvPr/>
          </p:nvSpPr>
          <p:spPr>
            <a:xfrm>
              <a:off x="5351753" y="1576290"/>
              <a:ext cx="6601" cy="21860"/>
            </a:xfrm>
            <a:custGeom>
              <a:avLst/>
              <a:pathLst>
                <a:path w="6601" h="21860">
                  <a:moveTo>
                    <a:pt x="4741" y="21821"/>
                  </a:moveTo>
                  <a:lnTo>
                    <a:pt x="4191" y="21860"/>
                  </a:lnTo>
                  <a:lnTo>
                    <a:pt x="4608" y="19899"/>
                  </a:lnTo>
                  <a:lnTo>
                    <a:pt x="4668" y="19025"/>
                  </a:lnTo>
                  <a:lnTo>
                    <a:pt x="3470" y="17582"/>
                  </a:lnTo>
                  <a:lnTo>
                    <a:pt x="1230" y="16484"/>
                  </a:lnTo>
                  <a:lnTo>
                    <a:pt x="662" y="15637"/>
                  </a:lnTo>
                  <a:lnTo>
                    <a:pt x="526" y="13073"/>
                  </a:lnTo>
                  <a:lnTo>
                    <a:pt x="1008" y="9037"/>
                  </a:lnTo>
                  <a:lnTo>
                    <a:pt x="0" y="6908"/>
                  </a:lnTo>
                  <a:lnTo>
                    <a:pt x="344" y="5012"/>
                  </a:lnTo>
                  <a:lnTo>
                    <a:pt x="2968" y="2911"/>
                  </a:lnTo>
                  <a:lnTo>
                    <a:pt x="4034" y="1292"/>
                  </a:lnTo>
                  <a:lnTo>
                    <a:pt x="5211" y="0"/>
                  </a:lnTo>
                  <a:lnTo>
                    <a:pt x="5403" y="160"/>
                  </a:lnTo>
                  <a:lnTo>
                    <a:pt x="6601" y="1389"/>
                  </a:lnTo>
                  <a:lnTo>
                    <a:pt x="6496" y="4093"/>
                  </a:lnTo>
                  <a:lnTo>
                    <a:pt x="5645" y="5996"/>
                  </a:lnTo>
                  <a:lnTo>
                    <a:pt x="3598" y="6671"/>
                  </a:lnTo>
                  <a:lnTo>
                    <a:pt x="3308" y="7981"/>
                  </a:lnTo>
                  <a:lnTo>
                    <a:pt x="3576" y="10242"/>
                  </a:lnTo>
                  <a:lnTo>
                    <a:pt x="3636" y="13149"/>
                  </a:lnTo>
                  <a:lnTo>
                    <a:pt x="3843" y="15750"/>
                  </a:lnTo>
                  <a:lnTo>
                    <a:pt x="5082" y="18422"/>
                  </a:lnTo>
                  <a:lnTo>
                    <a:pt x="5357" y="19794"/>
                  </a:lnTo>
                  <a:lnTo>
                    <a:pt x="5231" y="21035"/>
                  </a:lnTo>
                  <a:close/>
                </a:path>
              </a:pathLst>
            </a:custGeom>
            <a:solidFill>
              <a:srgbClr val="EBF4E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5" name="pg1274"/>
            <p:cNvSpPr/>
            <p:nvPr/>
          </p:nvSpPr>
          <p:spPr>
            <a:xfrm>
              <a:off x="5434505" y="1565174"/>
              <a:ext cx="20295" cy="13126"/>
            </a:xfrm>
            <a:custGeom>
              <a:avLst/>
              <a:pathLst>
                <a:path w="20295" h="13126">
                  <a:moveTo>
                    <a:pt x="17422" y="12860"/>
                  </a:moveTo>
                  <a:lnTo>
                    <a:pt x="13905" y="13126"/>
                  </a:lnTo>
                  <a:lnTo>
                    <a:pt x="6900" y="10381"/>
                  </a:lnTo>
                  <a:lnTo>
                    <a:pt x="4386" y="8934"/>
                  </a:lnTo>
                  <a:lnTo>
                    <a:pt x="2514" y="7087"/>
                  </a:lnTo>
                  <a:lnTo>
                    <a:pt x="400" y="5793"/>
                  </a:lnTo>
                  <a:lnTo>
                    <a:pt x="0" y="5283"/>
                  </a:lnTo>
                  <a:lnTo>
                    <a:pt x="309" y="4214"/>
                  </a:lnTo>
                  <a:lnTo>
                    <a:pt x="936" y="3386"/>
                  </a:lnTo>
                  <a:lnTo>
                    <a:pt x="3340" y="1204"/>
                  </a:lnTo>
                  <a:lnTo>
                    <a:pt x="5027" y="215"/>
                  </a:lnTo>
                  <a:lnTo>
                    <a:pt x="7021" y="0"/>
                  </a:lnTo>
                  <a:lnTo>
                    <a:pt x="19570" y="3931"/>
                  </a:lnTo>
                  <a:lnTo>
                    <a:pt x="20136" y="4716"/>
                  </a:lnTo>
                  <a:lnTo>
                    <a:pt x="20295" y="5422"/>
                  </a:lnTo>
                  <a:lnTo>
                    <a:pt x="20105" y="6987"/>
                  </a:lnTo>
                  <a:lnTo>
                    <a:pt x="19047" y="7271"/>
                  </a:lnTo>
                  <a:lnTo>
                    <a:pt x="18636" y="8300"/>
                  </a:lnTo>
                  <a:lnTo>
                    <a:pt x="18195" y="11434"/>
                  </a:lnTo>
                  <a:lnTo>
                    <a:pt x="17978" y="12249"/>
                  </a:lnTo>
                  <a:close/>
                </a:path>
              </a:pathLst>
            </a:custGeom>
            <a:solidFill>
              <a:srgbClr val="EBF4E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6" name="pg1275"/>
            <p:cNvSpPr/>
            <p:nvPr/>
          </p:nvSpPr>
          <p:spPr>
            <a:xfrm>
              <a:off x="4085567" y="1551891"/>
              <a:ext cx="24773" cy="22974"/>
            </a:xfrm>
            <a:custGeom>
              <a:avLst/>
              <a:pathLst>
                <a:path w="24773" h="22974">
                  <a:moveTo>
                    <a:pt x="24401" y="15670"/>
                  </a:moveTo>
                  <a:lnTo>
                    <a:pt x="24773" y="17129"/>
                  </a:lnTo>
                  <a:lnTo>
                    <a:pt x="24731" y="19841"/>
                  </a:lnTo>
                  <a:lnTo>
                    <a:pt x="24274" y="21844"/>
                  </a:lnTo>
                  <a:lnTo>
                    <a:pt x="22879" y="22158"/>
                  </a:lnTo>
                  <a:lnTo>
                    <a:pt x="21506" y="22974"/>
                  </a:lnTo>
                  <a:lnTo>
                    <a:pt x="19165" y="22107"/>
                  </a:lnTo>
                  <a:lnTo>
                    <a:pt x="17849" y="22700"/>
                  </a:lnTo>
                  <a:lnTo>
                    <a:pt x="16532" y="22738"/>
                  </a:lnTo>
                  <a:lnTo>
                    <a:pt x="15444" y="22427"/>
                  </a:lnTo>
                  <a:lnTo>
                    <a:pt x="14363" y="21988"/>
                  </a:lnTo>
                  <a:lnTo>
                    <a:pt x="13637" y="21469"/>
                  </a:lnTo>
                  <a:lnTo>
                    <a:pt x="13675" y="19925"/>
                  </a:lnTo>
                  <a:lnTo>
                    <a:pt x="12704" y="17699"/>
                  </a:lnTo>
                  <a:lnTo>
                    <a:pt x="11210" y="16983"/>
                  </a:lnTo>
                  <a:lnTo>
                    <a:pt x="9814" y="16746"/>
                  </a:lnTo>
                  <a:lnTo>
                    <a:pt x="8282" y="16053"/>
                  </a:lnTo>
                  <a:lnTo>
                    <a:pt x="7520" y="16381"/>
                  </a:lnTo>
                  <a:lnTo>
                    <a:pt x="6551" y="17194"/>
                  </a:lnTo>
                  <a:lnTo>
                    <a:pt x="5919" y="16914"/>
                  </a:lnTo>
                  <a:lnTo>
                    <a:pt x="2554" y="12238"/>
                  </a:lnTo>
                  <a:lnTo>
                    <a:pt x="1988" y="11144"/>
                  </a:lnTo>
                  <a:lnTo>
                    <a:pt x="1635" y="9928"/>
                  </a:lnTo>
                  <a:lnTo>
                    <a:pt x="1172" y="9145"/>
                  </a:lnTo>
                  <a:lnTo>
                    <a:pt x="0" y="5860"/>
                  </a:lnTo>
                  <a:lnTo>
                    <a:pt x="578" y="4340"/>
                  </a:lnTo>
                  <a:lnTo>
                    <a:pt x="1755" y="3379"/>
                  </a:lnTo>
                  <a:lnTo>
                    <a:pt x="2529" y="3121"/>
                  </a:lnTo>
                  <a:lnTo>
                    <a:pt x="3963" y="952"/>
                  </a:lnTo>
                  <a:lnTo>
                    <a:pt x="6567" y="0"/>
                  </a:lnTo>
                  <a:lnTo>
                    <a:pt x="7095" y="138"/>
                  </a:lnTo>
                  <a:lnTo>
                    <a:pt x="7591" y="829"/>
                  </a:lnTo>
                  <a:lnTo>
                    <a:pt x="10326" y="3058"/>
                  </a:lnTo>
                  <a:lnTo>
                    <a:pt x="11759" y="4557"/>
                  </a:lnTo>
                  <a:lnTo>
                    <a:pt x="13031" y="6389"/>
                  </a:lnTo>
                  <a:lnTo>
                    <a:pt x="14354" y="7924"/>
                  </a:lnTo>
                  <a:lnTo>
                    <a:pt x="18297" y="10544"/>
                  </a:lnTo>
                  <a:lnTo>
                    <a:pt x="20968" y="13070"/>
                  </a:lnTo>
                  <a:lnTo>
                    <a:pt x="23686" y="14856"/>
                  </a:lnTo>
                  <a:close/>
                </a:path>
              </a:pathLst>
            </a:custGeom>
            <a:solidFill>
              <a:srgbClr val="EBF4E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7" name="pg1276"/>
            <p:cNvSpPr/>
            <p:nvPr/>
          </p:nvSpPr>
          <p:spPr>
            <a:xfrm>
              <a:off x="4183321" y="1542805"/>
              <a:ext cx="2143" cy="8013"/>
            </a:xfrm>
            <a:custGeom>
              <a:avLst/>
              <a:pathLst>
                <a:path w="2143" h="8013">
                  <a:moveTo>
                    <a:pt x="2049" y="6823"/>
                  </a:moveTo>
                  <a:lnTo>
                    <a:pt x="2143" y="8013"/>
                  </a:lnTo>
                  <a:lnTo>
                    <a:pt x="1493" y="7616"/>
                  </a:lnTo>
                  <a:lnTo>
                    <a:pt x="664" y="6253"/>
                  </a:lnTo>
                  <a:lnTo>
                    <a:pt x="157" y="4635"/>
                  </a:lnTo>
                  <a:lnTo>
                    <a:pt x="0" y="1340"/>
                  </a:lnTo>
                  <a:lnTo>
                    <a:pt x="288" y="458"/>
                  </a:lnTo>
                  <a:lnTo>
                    <a:pt x="560" y="0"/>
                  </a:lnTo>
                  <a:lnTo>
                    <a:pt x="839" y="98"/>
                  </a:lnTo>
                  <a:lnTo>
                    <a:pt x="776" y="2182"/>
                  </a:lnTo>
                  <a:close/>
                </a:path>
              </a:pathLst>
            </a:custGeom>
            <a:solidFill>
              <a:srgbClr val="EBF4E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8" name="pg1277"/>
            <p:cNvSpPr/>
            <p:nvPr/>
          </p:nvSpPr>
          <p:spPr>
            <a:xfrm>
              <a:off x="5343783" y="1538037"/>
              <a:ext cx="3480" cy="3787"/>
            </a:xfrm>
            <a:custGeom>
              <a:avLst/>
              <a:pathLst>
                <a:path w="3480" h="3787">
                  <a:moveTo>
                    <a:pt x="3480" y="3289"/>
                  </a:moveTo>
                  <a:lnTo>
                    <a:pt x="2646" y="3787"/>
                  </a:lnTo>
                  <a:lnTo>
                    <a:pt x="837" y="3377"/>
                  </a:lnTo>
                  <a:lnTo>
                    <a:pt x="0" y="2452"/>
                  </a:lnTo>
                  <a:lnTo>
                    <a:pt x="43" y="336"/>
                  </a:lnTo>
                  <a:lnTo>
                    <a:pt x="143" y="0"/>
                  </a:lnTo>
                  <a:lnTo>
                    <a:pt x="1590" y="302"/>
                  </a:lnTo>
                  <a:lnTo>
                    <a:pt x="2566" y="1491"/>
                  </a:lnTo>
                  <a:close/>
                </a:path>
              </a:pathLst>
            </a:custGeom>
            <a:solidFill>
              <a:srgbClr val="EBF4E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9" name="pg1278"/>
            <p:cNvSpPr/>
            <p:nvPr/>
          </p:nvSpPr>
          <p:spPr>
            <a:xfrm>
              <a:off x="4008651" y="1524159"/>
              <a:ext cx="11912" cy="12854"/>
            </a:xfrm>
            <a:custGeom>
              <a:avLst/>
              <a:pathLst>
                <a:path w="11912" h="12854">
                  <a:moveTo>
                    <a:pt x="8187" y="1144"/>
                  </a:moveTo>
                  <a:lnTo>
                    <a:pt x="9307" y="3322"/>
                  </a:lnTo>
                  <a:lnTo>
                    <a:pt x="10293" y="4898"/>
                  </a:lnTo>
                  <a:lnTo>
                    <a:pt x="11125" y="4781"/>
                  </a:lnTo>
                  <a:lnTo>
                    <a:pt x="11756" y="5567"/>
                  </a:lnTo>
                  <a:lnTo>
                    <a:pt x="11912" y="7209"/>
                  </a:lnTo>
                  <a:lnTo>
                    <a:pt x="10262" y="10007"/>
                  </a:lnTo>
                  <a:lnTo>
                    <a:pt x="9974" y="11014"/>
                  </a:lnTo>
                  <a:lnTo>
                    <a:pt x="10685" y="11950"/>
                  </a:lnTo>
                  <a:lnTo>
                    <a:pt x="10873" y="12460"/>
                  </a:lnTo>
                  <a:lnTo>
                    <a:pt x="9659" y="12854"/>
                  </a:lnTo>
                  <a:lnTo>
                    <a:pt x="9435" y="11585"/>
                  </a:lnTo>
                  <a:lnTo>
                    <a:pt x="8758" y="10345"/>
                  </a:lnTo>
                  <a:lnTo>
                    <a:pt x="7348" y="9392"/>
                  </a:lnTo>
                  <a:lnTo>
                    <a:pt x="6776" y="8532"/>
                  </a:lnTo>
                  <a:lnTo>
                    <a:pt x="6151" y="6590"/>
                  </a:lnTo>
                  <a:lnTo>
                    <a:pt x="3785" y="4529"/>
                  </a:lnTo>
                  <a:lnTo>
                    <a:pt x="2290" y="4859"/>
                  </a:lnTo>
                  <a:lnTo>
                    <a:pt x="612" y="3940"/>
                  </a:lnTo>
                  <a:lnTo>
                    <a:pt x="120" y="3510"/>
                  </a:lnTo>
                  <a:lnTo>
                    <a:pt x="0" y="2324"/>
                  </a:lnTo>
                  <a:lnTo>
                    <a:pt x="700" y="1385"/>
                  </a:lnTo>
                  <a:lnTo>
                    <a:pt x="3365" y="550"/>
                  </a:lnTo>
                  <a:lnTo>
                    <a:pt x="4658" y="601"/>
                  </a:lnTo>
                  <a:lnTo>
                    <a:pt x="6044" y="1435"/>
                  </a:lnTo>
                  <a:lnTo>
                    <a:pt x="5928" y="411"/>
                  </a:lnTo>
                  <a:lnTo>
                    <a:pt x="6075" y="0"/>
                  </a:lnTo>
                  <a:lnTo>
                    <a:pt x="6625" y="115"/>
                  </a:lnTo>
                  <a:close/>
                </a:path>
              </a:pathLst>
            </a:custGeom>
            <a:solidFill>
              <a:srgbClr val="EBF4E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0" name="pg1279"/>
            <p:cNvSpPr/>
            <p:nvPr/>
          </p:nvSpPr>
          <p:spPr>
            <a:xfrm>
              <a:off x="5568262" y="1518471"/>
              <a:ext cx="47794" cy="22874"/>
            </a:xfrm>
            <a:custGeom>
              <a:avLst/>
              <a:pathLst>
                <a:path w="47794" h="22874">
                  <a:moveTo>
                    <a:pt x="2877" y="22746"/>
                  </a:moveTo>
                  <a:lnTo>
                    <a:pt x="2026" y="22874"/>
                  </a:lnTo>
                  <a:lnTo>
                    <a:pt x="245" y="17599"/>
                  </a:lnTo>
                  <a:lnTo>
                    <a:pt x="0" y="16217"/>
                  </a:lnTo>
                  <a:lnTo>
                    <a:pt x="685" y="14494"/>
                  </a:lnTo>
                  <a:lnTo>
                    <a:pt x="2476" y="12360"/>
                  </a:lnTo>
                  <a:lnTo>
                    <a:pt x="3242" y="10787"/>
                  </a:lnTo>
                  <a:lnTo>
                    <a:pt x="7487" y="8027"/>
                  </a:lnTo>
                  <a:lnTo>
                    <a:pt x="11344" y="4389"/>
                  </a:lnTo>
                  <a:lnTo>
                    <a:pt x="13420" y="3840"/>
                  </a:lnTo>
                  <a:lnTo>
                    <a:pt x="15524" y="2152"/>
                  </a:lnTo>
                  <a:lnTo>
                    <a:pt x="16926" y="1727"/>
                  </a:lnTo>
                  <a:lnTo>
                    <a:pt x="18840" y="1335"/>
                  </a:lnTo>
                  <a:lnTo>
                    <a:pt x="20739" y="538"/>
                  </a:lnTo>
                  <a:lnTo>
                    <a:pt x="22523" y="406"/>
                  </a:lnTo>
                  <a:lnTo>
                    <a:pt x="24304" y="872"/>
                  </a:lnTo>
                  <a:lnTo>
                    <a:pt x="26101" y="724"/>
                  </a:lnTo>
                  <a:lnTo>
                    <a:pt x="27889" y="0"/>
                  </a:lnTo>
                  <a:lnTo>
                    <a:pt x="29339" y="87"/>
                  </a:lnTo>
                  <a:lnTo>
                    <a:pt x="30790" y="565"/>
                  </a:lnTo>
                  <a:lnTo>
                    <a:pt x="36189" y="1626"/>
                  </a:lnTo>
                  <a:lnTo>
                    <a:pt x="37242" y="1979"/>
                  </a:lnTo>
                  <a:lnTo>
                    <a:pt x="38956" y="3385"/>
                  </a:lnTo>
                  <a:lnTo>
                    <a:pt x="39953" y="3862"/>
                  </a:lnTo>
                  <a:lnTo>
                    <a:pt x="40906" y="4686"/>
                  </a:lnTo>
                  <a:lnTo>
                    <a:pt x="41916" y="6076"/>
                  </a:lnTo>
                  <a:lnTo>
                    <a:pt x="43864" y="7570"/>
                  </a:lnTo>
                  <a:lnTo>
                    <a:pt x="46737" y="9293"/>
                  </a:lnTo>
                  <a:lnTo>
                    <a:pt x="47378" y="9842"/>
                  </a:lnTo>
                  <a:lnTo>
                    <a:pt x="47794" y="11141"/>
                  </a:lnTo>
                  <a:lnTo>
                    <a:pt x="47484" y="12685"/>
                  </a:lnTo>
                  <a:lnTo>
                    <a:pt x="43805" y="15619"/>
                  </a:lnTo>
                  <a:lnTo>
                    <a:pt x="40832" y="16377"/>
                  </a:lnTo>
                  <a:lnTo>
                    <a:pt x="35090" y="17179"/>
                  </a:lnTo>
                  <a:lnTo>
                    <a:pt x="27330" y="19394"/>
                  </a:lnTo>
                  <a:lnTo>
                    <a:pt x="24136" y="20010"/>
                  </a:lnTo>
                  <a:lnTo>
                    <a:pt x="23013" y="19879"/>
                  </a:lnTo>
                  <a:lnTo>
                    <a:pt x="20208" y="18453"/>
                  </a:lnTo>
                  <a:lnTo>
                    <a:pt x="16926" y="17823"/>
                  </a:lnTo>
                  <a:lnTo>
                    <a:pt x="15462" y="18335"/>
                  </a:lnTo>
                  <a:lnTo>
                    <a:pt x="12578" y="20603"/>
                  </a:lnTo>
                  <a:lnTo>
                    <a:pt x="6468" y="21154"/>
                  </a:lnTo>
                  <a:close/>
                </a:path>
              </a:pathLst>
            </a:custGeom>
            <a:solidFill>
              <a:srgbClr val="EBF4E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1" name="pg1280"/>
            <p:cNvSpPr/>
            <p:nvPr/>
          </p:nvSpPr>
          <p:spPr>
            <a:xfrm>
              <a:off x="5055366" y="1518716"/>
              <a:ext cx="11054" cy="4865"/>
            </a:xfrm>
            <a:custGeom>
              <a:avLst/>
              <a:pathLst>
                <a:path w="11054" h="4865">
                  <a:moveTo>
                    <a:pt x="11054" y="2370"/>
                  </a:moveTo>
                  <a:lnTo>
                    <a:pt x="7993" y="4865"/>
                  </a:lnTo>
                  <a:lnTo>
                    <a:pt x="6772" y="4549"/>
                  </a:lnTo>
                  <a:lnTo>
                    <a:pt x="5525" y="3347"/>
                  </a:lnTo>
                  <a:lnTo>
                    <a:pt x="4858" y="3084"/>
                  </a:lnTo>
                  <a:lnTo>
                    <a:pt x="4185" y="3267"/>
                  </a:lnTo>
                  <a:lnTo>
                    <a:pt x="3457" y="3762"/>
                  </a:lnTo>
                  <a:lnTo>
                    <a:pt x="2486" y="3899"/>
                  </a:lnTo>
                  <a:lnTo>
                    <a:pt x="180" y="2532"/>
                  </a:lnTo>
                  <a:lnTo>
                    <a:pt x="0" y="1714"/>
                  </a:lnTo>
                  <a:lnTo>
                    <a:pt x="219" y="1334"/>
                  </a:lnTo>
                  <a:lnTo>
                    <a:pt x="807" y="937"/>
                  </a:lnTo>
                  <a:lnTo>
                    <a:pt x="1284" y="908"/>
                  </a:lnTo>
                  <a:lnTo>
                    <a:pt x="2687" y="235"/>
                  </a:lnTo>
                  <a:lnTo>
                    <a:pt x="9288" y="0"/>
                  </a:lnTo>
                  <a:lnTo>
                    <a:pt x="9792" y="142"/>
                  </a:lnTo>
                  <a:lnTo>
                    <a:pt x="10732" y="1333"/>
                  </a:lnTo>
                  <a:close/>
                </a:path>
              </a:pathLst>
            </a:custGeom>
            <a:solidFill>
              <a:srgbClr val="EBF4E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2" name="pg1281"/>
            <p:cNvSpPr/>
            <p:nvPr/>
          </p:nvSpPr>
          <p:spPr>
            <a:xfrm>
              <a:off x="4312596" y="1487887"/>
              <a:ext cx="18436" cy="10322"/>
            </a:xfrm>
            <a:custGeom>
              <a:avLst/>
              <a:pathLst>
                <a:path w="18436" h="10322">
                  <a:moveTo>
                    <a:pt x="9395" y="10044"/>
                  </a:moveTo>
                  <a:lnTo>
                    <a:pt x="3387" y="10322"/>
                  </a:lnTo>
                  <a:lnTo>
                    <a:pt x="430" y="9856"/>
                  </a:lnTo>
                  <a:lnTo>
                    <a:pt x="0" y="9283"/>
                  </a:lnTo>
                  <a:lnTo>
                    <a:pt x="395" y="7848"/>
                  </a:lnTo>
                  <a:lnTo>
                    <a:pt x="3435" y="5673"/>
                  </a:lnTo>
                  <a:lnTo>
                    <a:pt x="4804" y="4286"/>
                  </a:lnTo>
                  <a:lnTo>
                    <a:pt x="6253" y="1947"/>
                  </a:lnTo>
                  <a:lnTo>
                    <a:pt x="8731" y="10"/>
                  </a:lnTo>
                  <a:lnTo>
                    <a:pt x="10827" y="0"/>
                  </a:lnTo>
                  <a:lnTo>
                    <a:pt x="17374" y="2304"/>
                  </a:lnTo>
                  <a:lnTo>
                    <a:pt x="18285" y="3749"/>
                  </a:lnTo>
                  <a:lnTo>
                    <a:pt x="18436" y="4396"/>
                  </a:lnTo>
                  <a:lnTo>
                    <a:pt x="15836" y="6329"/>
                  </a:lnTo>
                  <a:lnTo>
                    <a:pt x="14019" y="7054"/>
                  </a:lnTo>
                  <a:lnTo>
                    <a:pt x="11226" y="9534"/>
                  </a:lnTo>
                  <a:close/>
                </a:path>
              </a:pathLst>
            </a:custGeom>
            <a:solidFill>
              <a:srgbClr val="EBF4E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3" name="pg1282"/>
            <p:cNvSpPr/>
            <p:nvPr/>
          </p:nvSpPr>
          <p:spPr>
            <a:xfrm>
              <a:off x="4334340" y="1474202"/>
              <a:ext cx="11205" cy="11336"/>
            </a:xfrm>
            <a:custGeom>
              <a:avLst/>
              <a:pathLst>
                <a:path w="11205" h="11336">
                  <a:moveTo>
                    <a:pt x="10714" y="11004"/>
                  </a:moveTo>
                  <a:lnTo>
                    <a:pt x="9840" y="11336"/>
                  </a:lnTo>
                  <a:lnTo>
                    <a:pt x="3052" y="10127"/>
                  </a:lnTo>
                  <a:lnTo>
                    <a:pt x="703" y="8596"/>
                  </a:lnTo>
                  <a:lnTo>
                    <a:pt x="0" y="7198"/>
                  </a:lnTo>
                  <a:lnTo>
                    <a:pt x="291" y="5970"/>
                  </a:lnTo>
                  <a:lnTo>
                    <a:pt x="6553" y="0"/>
                  </a:lnTo>
                  <a:lnTo>
                    <a:pt x="8925" y="1646"/>
                  </a:lnTo>
                  <a:lnTo>
                    <a:pt x="9616" y="3286"/>
                  </a:lnTo>
                  <a:lnTo>
                    <a:pt x="11205" y="5191"/>
                  </a:lnTo>
                  <a:lnTo>
                    <a:pt x="11163" y="9603"/>
                  </a:lnTo>
                  <a:close/>
                </a:path>
              </a:pathLst>
            </a:custGeom>
            <a:solidFill>
              <a:srgbClr val="EBF4E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4" name="pg1283"/>
            <p:cNvSpPr/>
            <p:nvPr/>
          </p:nvSpPr>
          <p:spPr>
            <a:xfrm>
              <a:off x="4278404" y="1473134"/>
              <a:ext cx="10628" cy="7880"/>
            </a:xfrm>
            <a:custGeom>
              <a:avLst/>
              <a:pathLst>
                <a:path w="10628" h="7880">
                  <a:moveTo>
                    <a:pt x="6914" y="7595"/>
                  </a:moveTo>
                  <a:lnTo>
                    <a:pt x="6641" y="7880"/>
                  </a:lnTo>
                  <a:lnTo>
                    <a:pt x="6020" y="7367"/>
                  </a:lnTo>
                  <a:lnTo>
                    <a:pt x="4128" y="6583"/>
                  </a:lnTo>
                  <a:lnTo>
                    <a:pt x="992" y="4583"/>
                  </a:lnTo>
                  <a:lnTo>
                    <a:pt x="0" y="3219"/>
                  </a:lnTo>
                  <a:lnTo>
                    <a:pt x="520" y="1657"/>
                  </a:lnTo>
                  <a:lnTo>
                    <a:pt x="1213" y="631"/>
                  </a:lnTo>
                  <a:lnTo>
                    <a:pt x="3807" y="0"/>
                  </a:lnTo>
                  <a:lnTo>
                    <a:pt x="6166" y="256"/>
                  </a:lnTo>
                  <a:lnTo>
                    <a:pt x="7713" y="659"/>
                  </a:lnTo>
                  <a:lnTo>
                    <a:pt x="10628" y="2008"/>
                  </a:lnTo>
                  <a:lnTo>
                    <a:pt x="7926" y="2888"/>
                  </a:lnTo>
                  <a:lnTo>
                    <a:pt x="6750" y="4770"/>
                  </a:lnTo>
                  <a:lnTo>
                    <a:pt x="6909" y="5944"/>
                  </a:lnTo>
                  <a:lnTo>
                    <a:pt x="7366" y="6582"/>
                  </a:lnTo>
                  <a:close/>
                </a:path>
              </a:pathLst>
            </a:custGeom>
            <a:solidFill>
              <a:srgbClr val="EBF4E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5" name="pg1284"/>
            <p:cNvSpPr/>
            <p:nvPr/>
          </p:nvSpPr>
          <p:spPr>
            <a:xfrm>
              <a:off x="4840362" y="1472035"/>
              <a:ext cx="7661" cy="3628"/>
            </a:xfrm>
            <a:custGeom>
              <a:avLst/>
              <a:pathLst>
                <a:path w="7661" h="3628">
                  <a:moveTo>
                    <a:pt x="7661" y="2299"/>
                  </a:moveTo>
                  <a:lnTo>
                    <a:pt x="4534" y="3628"/>
                  </a:lnTo>
                  <a:lnTo>
                    <a:pt x="1871" y="3612"/>
                  </a:lnTo>
                  <a:lnTo>
                    <a:pt x="0" y="1281"/>
                  </a:lnTo>
                  <a:lnTo>
                    <a:pt x="1499" y="360"/>
                  </a:lnTo>
                  <a:lnTo>
                    <a:pt x="3998" y="0"/>
                  </a:lnTo>
                  <a:lnTo>
                    <a:pt x="5405" y="323"/>
                  </a:lnTo>
                  <a:lnTo>
                    <a:pt x="7359" y="1784"/>
                  </a:lnTo>
                  <a:close/>
                </a:path>
              </a:pathLst>
            </a:custGeom>
            <a:solidFill>
              <a:srgbClr val="EBF4E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6" name="pg1285"/>
            <p:cNvSpPr/>
            <p:nvPr/>
          </p:nvSpPr>
          <p:spPr>
            <a:xfrm>
              <a:off x="3998640" y="1465535"/>
              <a:ext cx="76467" cy="83465"/>
            </a:xfrm>
            <a:custGeom>
              <a:avLst/>
              <a:pathLst>
                <a:path w="76467" h="83465">
                  <a:moveTo>
                    <a:pt x="48016" y="2344"/>
                  </a:moveTo>
                  <a:lnTo>
                    <a:pt x="53785" y="3517"/>
                  </a:lnTo>
                  <a:lnTo>
                    <a:pt x="58109" y="3885"/>
                  </a:lnTo>
                  <a:lnTo>
                    <a:pt x="60735" y="4790"/>
                  </a:lnTo>
                  <a:lnTo>
                    <a:pt x="61711" y="5510"/>
                  </a:lnTo>
                  <a:lnTo>
                    <a:pt x="61314" y="7342"/>
                  </a:lnTo>
                  <a:lnTo>
                    <a:pt x="60539" y="8095"/>
                  </a:lnTo>
                  <a:lnTo>
                    <a:pt x="58741" y="10479"/>
                  </a:lnTo>
                  <a:lnTo>
                    <a:pt x="58470" y="11950"/>
                  </a:lnTo>
                  <a:lnTo>
                    <a:pt x="58790" y="14262"/>
                  </a:lnTo>
                  <a:lnTo>
                    <a:pt x="58514" y="15943"/>
                  </a:lnTo>
                  <a:lnTo>
                    <a:pt x="57911" y="17169"/>
                  </a:lnTo>
                  <a:lnTo>
                    <a:pt x="57444" y="17677"/>
                  </a:lnTo>
                  <a:lnTo>
                    <a:pt x="54185" y="17674"/>
                  </a:lnTo>
                  <a:lnTo>
                    <a:pt x="52997" y="18357"/>
                  </a:lnTo>
                  <a:lnTo>
                    <a:pt x="52935" y="19682"/>
                  </a:lnTo>
                  <a:lnTo>
                    <a:pt x="52720" y="21154"/>
                  </a:lnTo>
                  <a:lnTo>
                    <a:pt x="51676" y="23301"/>
                  </a:lnTo>
                  <a:lnTo>
                    <a:pt x="49515" y="24001"/>
                  </a:lnTo>
                  <a:lnTo>
                    <a:pt x="49047" y="24778"/>
                  </a:lnTo>
                  <a:lnTo>
                    <a:pt x="49214" y="26189"/>
                  </a:lnTo>
                  <a:lnTo>
                    <a:pt x="48462" y="27260"/>
                  </a:lnTo>
                  <a:lnTo>
                    <a:pt x="48507" y="28927"/>
                  </a:lnTo>
                  <a:lnTo>
                    <a:pt x="48888" y="29838"/>
                  </a:lnTo>
                  <a:lnTo>
                    <a:pt x="48995" y="31736"/>
                  </a:lnTo>
                  <a:lnTo>
                    <a:pt x="50463" y="34483"/>
                  </a:lnTo>
                  <a:lnTo>
                    <a:pt x="50177" y="35615"/>
                  </a:lnTo>
                  <a:lnTo>
                    <a:pt x="49047" y="37845"/>
                  </a:lnTo>
                  <a:lnTo>
                    <a:pt x="48697" y="40563"/>
                  </a:lnTo>
                  <a:lnTo>
                    <a:pt x="47745" y="42913"/>
                  </a:lnTo>
                  <a:lnTo>
                    <a:pt x="49883" y="44867"/>
                  </a:lnTo>
                  <a:lnTo>
                    <a:pt x="50816" y="47405"/>
                  </a:lnTo>
                  <a:lnTo>
                    <a:pt x="51642" y="50167"/>
                  </a:lnTo>
                  <a:lnTo>
                    <a:pt x="54180" y="55554"/>
                  </a:lnTo>
                  <a:lnTo>
                    <a:pt x="56942" y="60340"/>
                  </a:lnTo>
                  <a:lnTo>
                    <a:pt x="62017" y="67379"/>
                  </a:lnTo>
                  <a:lnTo>
                    <a:pt x="67452" y="72709"/>
                  </a:lnTo>
                  <a:lnTo>
                    <a:pt x="69559" y="74215"/>
                  </a:lnTo>
                  <a:lnTo>
                    <a:pt x="74717" y="76690"/>
                  </a:lnTo>
                  <a:lnTo>
                    <a:pt x="75616" y="77472"/>
                  </a:lnTo>
                  <a:lnTo>
                    <a:pt x="76467" y="78566"/>
                  </a:lnTo>
                  <a:lnTo>
                    <a:pt x="74267" y="80568"/>
                  </a:lnTo>
                  <a:lnTo>
                    <a:pt x="72003" y="81307"/>
                  </a:lnTo>
                  <a:lnTo>
                    <a:pt x="71797" y="82220"/>
                  </a:lnTo>
                  <a:lnTo>
                    <a:pt x="70550" y="82693"/>
                  </a:lnTo>
                  <a:lnTo>
                    <a:pt x="64416" y="80997"/>
                  </a:lnTo>
                  <a:lnTo>
                    <a:pt x="64081" y="80735"/>
                  </a:lnTo>
                  <a:lnTo>
                    <a:pt x="63427" y="79492"/>
                  </a:lnTo>
                  <a:lnTo>
                    <a:pt x="62704" y="78566"/>
                  </a:lnTo>
                  <a:lnTo>
                    <a:pt x="61170" y="78408"/>
                  </a:lnTo>
                  <a:lnTo>
                    <a:pt x="59619" y="78981"/>
                  </a:lnTo>
                  <a:lnTo>
                    <a:pt x="60541" y="80105"/>
                  </a:lnTo>
                  <a:lnTo>
                    <a:pt x="61558" y="80453"/>
                  </a:lnTo>
                  <a:lnTo>
                    <a:pt x="63336" y="82562"/>
                  </a:lnTo>
                  <a:lnTo>
                    <a:pt x="62576" y="83364"/>
                  </a:lnTo>
                  <a:lnTo>
                    <a:pt x="61772" y="83465"/>
                  </a:lnTo>
                  <a:lnTo>
                    <a:pt x="58168" y="80662"/>
                  </a:lnTo>
                  <a:lnTo>
                    <a:pt x="57826" y="81008"/>
                  </a:lnTo>
                  <a:lnTo>
                    <a:pt x="57485" y="81829"/>
                  </a:lnTo>
                  <a:lnTo>
                    <a:pt x="55689" y="80916"/>
                  </a:lnTo>
                  <a:lnTo>
                    <a:pt x="55265" y="81594"/>
                  </a:lnTo>
                  <a:lnTo>
                    <a:pt x="53903" y="81911"/>
                  </a:lnTo>
                  <a:lnTo>
                    <a:pt x="52791" y="81134"/>
                  </a:lnTo>
                  <a:lnTo>
                    <a:pt x="52787" y="80148"/>
                  </a:lnTo>
                  <a:lnTo>
                    <a:pt x="52551" y="79648"/>
                  </a:lnTo>
                  <a:lnTo>
                    <a:pt x="46993" y="80421"/>
                  </a:lnTo>
                  <a:lnTo>
                    <a:pt x="44707" y="80399"/>
                  </a:lnTo>
                  <a:lnTo>
                    <a:pt x="42430" y="80063"/>
                  </a:lnTo>
                  <a:lnTo>
                    <a:pt x="39691" y="78180"/>
                  </a:lnTo>
                  <a:lnTo>
                    <a:pt x="39235" y="79026"/>
                  </a:lnTo>
                  <a:lnTo>
                    <a:pt x="39148" y="80005"/>
                  </a:lnTo>
                  <a:lnTo>
                    <a:pt x="38114" y="79614"/>
                  </a:lnTo>
                  <a:lnTo>
                    <a:pt x="35834" y="78097"/>
                  </a:lnTo>
                  <a:lnTo>
                    <a:pt x="34191" y="77499"/>
                  </a:lnTo>
                  <a:lnTo>
                    <a:pt x="28304" y="76035"/>
                  </a:lnTo>
                  <a:lnTo>
                    <a:pt x="24124" y="74289"/>
                  </a:lnTo>
                  <a:lnTo>
                    <a:pt x="25162" y="73490"/>
                  </a:lnTo>
                  <a:lnTo>
                    <a:pt x="26962" y="73074"/>
                  </a:lnTo>
                  <a:lnTo>
                    <a:pt x="26987" y="72005"/>
                  </a:lnTo>
                  <a:lnTo>
                    <a:pt x="26702" y="70532"/>
                  </a:lnTo>
                  <a:lnTo>
                    <a:pt x="26643" y="69007"/>
                  </a:lnTo>
                  <a:lnTo>
                    <a:pt x="27664" y="67984"/>
                  </a:lnTo>
                  <a:lnTo>
                    <a:pt x="29966" y="68471"/>
                  </a:lnTo>
                  <a:lnTo>
                    <a:pt x="29685" y="66808"/>
                  </a:lnTo>
                  <a:lnTo>
                    <a:pt x="30771" y="66486"/>
                  </a:lnTo>
                  <a:lnTo>
                    <a:pt x="32889" y="67443"/>
                  </a:lnTo>
                  <a:lnTo>
                    <a:pt x="33651" y="66844"/>
                  </a:lnTo>
                  <a:lnTo>
                    <a:pt x="30325" y="64752"/>
                  </a:lnTo>
                  <a:lnTo>
                    <a:pt x="26681" y="61786"/>
                  </a:lnTo>
                  <a:lnTo>
                    <a:pt x="27068" y="60719"/>
                  </a:lnTo>
                  <a:lnTo>
                    <a:pt x="25748" y="60431"/>
                  </a:lnTo>
                  <a:lnTo>
                    <a:pt x="24449" y="60501"/>
                  </a:lnTo>
                  <a:lnTo>
                    <a:pt x="23327" y="58757"/>
                  </a:lnTo>
                  <a:lnTo>
                    <a:pt x="23493" y="56450"/>
                  </a:lnTo>
                  <a:lnTo>
                    <a:pt x="24469" y="54887"/>
                  </a:lnTo>
                  <a:lnTo>
                    <a:pt x="23880" y="54547"/>
                  </a:lnTo>
                  <a:lnTo>
                    <a:pt x="18267" y="55925"/>
                  </a:lnTo>
                  <a:lnTo>
                    <a:pt x="15425" y="55610"/>
                  </a:lnTo>
                  <a:lnTo>
                    <a:pt x="12219" y="54688"/>
                  </a:lnTo>
                  <a:lnTo>
                    <a:pt x="9271" y="56066"/>
                  </a:lnTo>
                  <a:lnTo>
                    <a:pt x="6284" y="56525"/>
                  </a:lnTo>
                  <a:lnTo>
                    <a:pt x="4738" y="56034"/>
                  </a:lnTo>
                  <a:lnTo>
                    <a:pt x="3245" y="55034"/>
                  </a:lnTo>
                  <a:lnTo>
                    <a:pt x="1996" y="53675"/>
                  </a:lnTo>
                  <a:lnTo>
                    <a:pt x="1020" y="51401"/>
                  </a:lnTo>
                  <a:lnTo>
                    <a:pt x="124" y="47598"/>
                  </a:lnTo>
                  <a:lnTo>
                    <a:pt x="0" y="46158"/>
                  </a:lnTo>
                  <a:lnTo>
                    <a:pt x="184" y="42942"/>
                  </a:lnTo>
                  <a:lnTo>
                    <a:pt x="661" y="41600"/>
                  </a:lnTo>
                  <a:lnTo>
                    <a:pt x="1899" y="38899"/>
                  </a:lnTo>
                  <a:lnTo>
                    <a:pt x="2770" y="38067"/>
                  </a:lnTo>
                  <a:lnTo>
                    <a:pt x="4650" y="36803"/>
                  </a:lnTo>
                  <a:lnTo>
                    <a:pt x="5637" y="36475"/>
                  </a:lnTo>
                  <a:lnTo>
                    <a:pt x="7897" y="37127"/>
                  </a:lnTo>
                  <a:lnTo>
                    <a:pt x="10161" y="37169"/>
                  </a:lnTo>
                  <a:lnTo>
                    <a:pt x="11151" y="36454"/>
                  </a:lnTo>
                  <a:lnTo>
                    <a:pt x="12069" y="35190"/>
                  </a:lnTo>
                  <a:lnTo>
                    <a:pt x="12750" y="33547"/>
                  </a:lnTo>
                  <a:lnTo>
                    <a:pt x="14283" y="32610"/>
                  </a:lnTo>
                  <a:lnTo>
                    <a:pt x="14727" y="32110"/>
                  </a:lnTo>
                  <a:lnTo>
                    <a:pt x="15218" y="31049"/>
                  </a:lnTo>
                  <a:lnTo>
                    <a:pt x="15759" y="29450"/>
                  </a:lnTo>
                  <a:lnTo>
                    <a:pt x="15859" y="28091"/>
                  </a:lnTo>
                  <a:lnTo>
                    <a:pt x="16290" y="26732"/>
                  </a:lnTo>
                  <a:lnTo>
                    <a:pt x="17708" y="24755"/>
                  </a:lnTo>
                  <a:lnTo>
                    <a:pt x="17209" y="23532"/>
                  </a:lnTo>
                  <a:lnTo>
                    <a:pt x="17404" y="22704"/>
                  </a:lnTo>
                  <a:lnTo>
                    <a:pt x="18361" y="21238"/>
                  </a:lnTo>
                  <a:lnTo>
                    <a:pt x="15480" y="20841"/>
                  </a:lnTo>
                  <a:lnTo>
                    <a:pt x="14516" y="20199"/>
                  </a:lnTo>
                  <a:lnTo>
                    <a:pt x="13572" y="19215"/>
                  </a:lnTo>
                  <a:lnTo>
                    <a:pt x="13844" y="18293"/>
                  </a:lnTo>
                  <a:lnTo>
                    <a:pt x="14199" y="17619"/>
                  </a:lnTo>
                  <a:lnTo>
                    <a:pt x="17073" y="15140"/>
                  </a:lnTo>
                  <a:lnTo>
                    <a:pt x="18319" y="14410"/>
                  </a:lnTo>
                  <a:lnTo>
                    <a:pt x="19689" y="14008"/>
                  </a:lnTo>
                  <a:lnTo>
                    <a:pt x="21056" y="14018"/>
                  </a:lnTo>
                  <a:lnTo>
                    <a:pt x="22519" y="14298"/>
                  </a:lnTo>
                  <a:lnTo>
                    <a:pt x="23954" y="13914"/>
                  </a:lnTo>
                  <a:lnTo>
                    <a:pt x="22441" y="12248"/>
                  </a:lnTo>
                  <a:lnTo>
                    <a:pt x="22316" y="11123"/>
                  </a:lnTo>
                  <a:lnTo>
                    <a:pt x="21722" y="8381"/>
                  </a:lnTo>
                  <a:lnTo>
                    <a:pt x="21833" y="7094"/>
                  </a:lnTo>
                  <a:lnTo>
                    <a:pt x="22490" y="6048"/>
                  </a:lnTo>
                  <a:lnTo>
                    <a:pt x="23803" y="4819"/>
                  </a:lnTo>
                  <a:lnTo>
                    <a:pt x="25711" y="4410"/>
                  </a:lnTo>
                  <a:lnTo>
                    <a:pt x="27210" y="3764"/>
                  </a:lnTo>
                  <a:lnTo>
                    <a:pt x="28685" y="2788"/>
                  </a:lnTo>
                  <a:lnTo>
                    <a:pt x="30072" y="2620"/>
                  </a:lnTo>
                  <a:lnTo>
                    <a:pt x="32853" y="3285"/>
                  </a:lnTo>
                  <a:lnTo>
                    <a:pt x="34227" y="3140"/>
                  </a:lnTo>
                  <a:lnTo>
                    <a:pt x="35773" y="2605"/>
                  </a:lnTo>
                  <a:lnTo>
                    <a:pt x="40073" y="520"/>
                  </a:lnTo>
                  <a:lnTo>
                    <a:pt x="41650" y="0"/>
                  </a:lnTo>
                  <a:lnTo>
                    <a:pt x="43337" y="129"/>
                  </a:lnTo>
                  <a:lnTo>
                    <a:pt x="45568" y="910"/>
                  </a:lnTo>
                  <a:close/>
                </a:path>
              </a:pathLst>
            </a:custGeom>
            <a:solidFill>
              <a:srgbClr val="EBF4E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7" name="pg1286"/>
            <p:cNvSpPr/>
            <p:nvPr/>
          </p:nvSpPr>
          <p:spPr>
            <a:xfrm>
              <a:off x="4226822" y="1461789"/>
              <a:ext cx="21105" cy="14102"/>
            </a:xfrm>
            <a:custGeom>
              <a:avLst/>
              <a:pathLst>
                <a:path w="21105" h="14102">
                  <a:moveTo>
                    <a:pt x="9301" y="12392"/>
                  </a:moveTo>
                  <a:lnTo>
                    <a:pt x="5679" y="13778"/>
                  </a:lnTo>
                  <a:lnTo>
                    <a:pt x="4667" y="13885"/>
                  </a:lnTo>
                  <a:lnTo>
                    <a:pt x="2449" y="13536"/>
                  </a:lnTo>
                  <a:lnTo>
                    <a:pt x="1488" y="14102"/>
                  </a:lnTo>
                  <a:lnTo>
                    <a:pt x="0" y="12702"/>
                  </a:lnTo>
                  <a:lnTo>
                    <a:pt x="126" y="11458"/>
                  </a:lnTo>
                  <a:lnTo>
                    <a:pt x="808" y="10199"/>
                  </a:lnTo>
                  <a:lnTo>
                    <a:pt x="1217" y="8571"/>
                  </a:lnTo>
                  <a:lnTo>
                    <a:pt x="935" y="4580"/>
                  </a:lnTo>
                  <a:lnTo>
                    <a:pt x="2831" y="2058"/>
                  </a:lnTo>
                  <a:lnTo>
                    <a:pt x="5304" y="1086"/>
                  </a:lnTo>
                  <a:lnTo>
                    <a:pt x="12588" y="0"/>
                  </a:lnTo>
                  <a:lnTo>
                    <a:pt x="13612" y="301"/>
                  </a:lnTo>
                  <a:lnTo>
                    <a:pt x="15067" y="1076"/>
                  </a:lnTo>
                  <a:lnTo>
                    <a:pt x="16183" y="1969"/>
                  </a:lnTo>
                  <a:lnTo>
                    <a:pt x="17658" y="4201"/>
                  </a:lnTo>
                  <a:lnTo>
                    <a:pt x="18815" y="5091"/>
                  </a:lnTo>
                  <a:lnTo>
                    <a:pt x="20600" y="6833"/>
                  </a:lnTo>
                  <a:lnTo>
                    <a:pt x="21105" y="8557"/>
                  </a:lnTo>
                  <a:lnTo>
                    <a:pt x="21052" y="10059"/>
                  </a:lnTo>
                  <a:lnTo>
                    <a:pt x="17714" y="10399"/>
                  </a:lnTo>
                  <a:lnTo>
                    <a:pt x="11927" y="11665"/>
                  </a:lnTo>
                  <a:close/>
                </a:path>
              </a:pathLst>
            </a:custGeom>
            <a:solidFill>
              <a:srgbClr val="EBF4E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8" name="pg1287"/>
            <p:cNvSpPr/>
            <p:nvPr/>
          </p:nvSpPr>
          <p:spPr>
            <a:xfrm>
              <a:off x="4302872" y="1460582"/>
              <a:ext cx="8304" cy="3420"/>
            </a:xfrm>
            <a:custGeom>
              <a:avLst/>
              <a:pathLst>
                <a:path w="8304" h="3420">
                  <a:moveTo>
                    <a:pt x="8304" y="3234"/>
                  </a:moveTo>
                  <a:lnTo>
                    <a:pt x="7111" y="3420"/>
                  </a:lnTo>
                  <a:lnTo>
                    <a:pt x="1867" y="2335"/>
                  </a:lnTo>
                  <a:lnTo>
                    <a:pt x="0" y="938"/>
                  </a:lnTo>
                  <a:lnTo>
                    <a:pt x="696" y="28"/>
                  </a:lnTo>
                  <a:lnTo>
                    <a:pt x="2067" y="0"/>
                  </a:lnTo>
                  <a:close/>
                </a:path>
              </a:pathLst>
            </a:custGeom>
            <a:solidFill>
              <a:srgbClr val="EBF4E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9" name="pg1288"/>
            <p:cNvSpPr/>
            <p:nvPr/>
          </p:nvSpPr>
          <p:spPr>
            <a:xfrm>
              <a:off x="4293756" y="1460039"/>
              <a:ext cx="8726" cy="4176"/>
            </a:xfrm>
            <a:custGeom>
              <a:avLst/>
              <a:pathLst>
                <a:path w="8726" h="4176">
                  <a:moveTo>
                    <a:pt x="1966" y="3456"/>
                  </a:moveTo>
                  <a:lnTo>
                    <a:pt x="0" y="4176"/>
                  </a:lnTo>
                  <a:lnTo>
                    <a:pt x="378" y="2843"/>
                  </a:lnTo>
                  <a:lnTo>
                    <a:pt x="2781" y="975"/>
                  </a:lnTo>
                  <a:lnTo>
                    <a:pt x="7229" y="0"/>
                  </a:lnTo>
                  <a:lnTo>
                    <a:pt x="8577" y="405"/>
                  </a:lnTo>
                  <a:lnTo>
                    <a:pt x="8726" y="720"/>
                  </a:lnTo>
                  <a:lnTo>
                    <a:pt x="6868" y="2722"/>
                  </a:lnTo>
                  <a:lnTo>
                    <a:pt x="5957" y="3383"/>
                  </a:lnTo>
                  <a:close/>
                </a:path>
              </a:pathLst>
            </a:custGeom>
            <a:solidFill>
              <a:srgbClr val="EBF4E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0" name="pg1289"/>
            <p:cNvSpPr/>
            <p:nvPr/>
          </p:nvSpPr>
          <p:spPr>
            <a:xfrm>
              <a:off x="5087715" y="1449954"/>
              <a:ext cx="46962" cy="20512"/>
            </a:xfrm>
            <a:custGeom>
              <a:avLst/>
              <a:pathLst>
                <a:path w="46962" h="20512">
                  <a:moveTo>
                    <a:pt x="30841" y="562"/>
                  </a:moveTo>
                  <a:lnTo>
                    <a:pt x="33928" y="1872"/>
                  </a:lnTo>
                  <a:lnTo>
                    <a:pt x="36447" y="3305"/>
                  </a:lnTo>
                  <a:lnTo>
                    <a:pt x="45141" y="10229"/>
                  </a:lnTo>
                  <a:lnTo>
                    <a:pt x="45968" y="11645"/>
                  </a:lnTo>
                  <a:lnTo>
                    <a:pt x="46625" y="13475"/>
                  </a:lnTo>
                  <a:lnTo>
                    <a:pt x="46962" y="19753"/>
                  </a:lnTo>
                  <a:lnTo>
                    <a:pt x="46470" y="20200"/>
                  </a:lnTo>
                  <a:lnTo>
                    <a:pt x="43284" y="20512"/>
                  </a:lnTo>
                  <a:lnTo>
                    <a:pt x="38945" y="19801"/>
                  </a:lnTo>
                  <a:lnTo>
                    <a:pt x="35802" y="19550"/>
                  </a:lnTo>
                  <a:lnTo>
                    <a:pt x="32782" y="19563"/>
                  </a:lnTo>
                  <a:lnTo>
                    <a:pt x="30119" y="18712"/>
                  </a:lnTo>
                  <a:lnTo>
                    <a:pt x="23583" y="17850"/>
                  </a:lnTo>
                  <a:lnTo>
                    <a:pt x="18474" y="15534"/>
                  </a:lnTo>
                  <a:lnTo>
                    <a:pt x="13184" y="13855"/>
                  </a:lnTo>
                  <a:lnTo>
                    <a:pt x="12058" y="13679"/>
                  </a:lnTo>
                  <a:lnTo>
                    <a:pt x="8723" y="14171"/>
                  </a:lnTo>
                  <a:lnTo>
                    <a:pt x="4212" y="16355"/>
                  </a:lnTo>
                  <a:lnTo>
                    <a:pt x="2955" y="16539"/>
                  </a:lnTo>
                  <a:lnTo>
                    <a:pt x="1233" y="16539"/>
                  </a:lnTo>
                  <a:lnTo>
                    <a:pt x="0" y="14455"/>
                  </a:lnTo>
                  <a:lnTo>
                    <a:pt x="2894" y="13780"/>
                  </a:lnTo>
                  <a:lnTo>
                    <a:pt x="5795" y="13516"/>
                  </a:lnTo>
                  <a:lnTo>
                    <a:pt x="8577" y="12763"/>
                  </a:lnTo>
                  <a:lnTo>
                    <a:pt x="11204" y="10353"/>
                  </a:lnTo>
                  <a:lnTo>
                    <a:pt x="12486" y="8444"/>
                  </a:lnTo>
                  <a:lnTo>
                    <a:pt x="14786" y="4060"/>
                  </a:lnTo>
                  <a:lnTo>
                    <a:pt x="16017" y="2464"/>
                  </a:lnTo>
                  <a:lnTo>
                    <a:pt x="17266" y="1450"/>
                  </a:lnTo>
                  <a:lnTo>
                    <a:pt x="18563" y="1136"/>
                  </a:lnTo>
                  <a:lnTo>
                    <a:pt x="20069" y="1272"/>
                  </a:lnTo>
                  <a:lnTo>
                    <a:pt x="24635" y="317"/>
                  </a:lnTo>
                  <a:lnTo>
                    <a:pt x="27718" y="0"/>
                  </a:lnTo>
                  <a:close/>
                </a:path>
              </a:pathLst>
            </a:custGeom>
            <a:solidFill>
              <a:srgbClr val="EBF4E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1" name="pg1290"/>
            <p:cNvSpPr/>
            <p:nvPr/>
          </p:nvSpPr>
          <p:spPr>
            <a:xfrm>
              <a:off x="4898301" y="1449124"/>
              <a:ext cx="3914" cy="2810"/>
            </a:xfrm>
            <a:custGeom>
              <a:avLst/>
              <a:pathLst>
                <a:path w="3914" h="2810">
                  <a:moveTo>
                    <a:pt x="2557" y="2745"/>
                  </a:moveTo>
                  <a:lnTo>
                    <a:pt x="1801" y="2810"/>
                  </a:lnTo>
                  <a:lnTo>
                    <a:pt x="378" y="2021"/>
                  </a:lnTo>
                  <a:lnTo>
                    <a:pt x="0" y="966"/>
                  </a:lnTo>
                  <a:lnTo>
                    <a:pt x="9" y="433"/>
                  </a:lnTo>
                  <a:lnTo>
                    <a:pt x="1159" y="0"/>
                  </a:lnTo>
                  <a:lnTo>
                    <a:pt x="2614" y="271"/>
                  </a:lnTo>
                  <a:lnTo>
                    <a:pt x="3716" y="1259"/>
                  </a:lnTo>
                  <a:lnTo>
                    <a:pt x="3914" y="1624"/>
                  </a:lnTo>
                  <a:close/>
                </a:path>
              </a:pathLst>
            </a:custGeom>
            <a:solidFill>
              <a:srgbClr val="EBF4E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2" name="pg1291"/>
            <p:cNvSpPr/>
            <p:nvPr/>
          </p:nvSpPr>
          <p:spPr>
            <a:xfrm>
              <a:off x="4385977" y="1442961"/>
              <a:ext cx="9879" cy="3311"/>
            </a:xfrm>
            <a:custGeom>
              <a:avLst/>
              <a:pathLst>
                <a:path w="9879" h="3311">
                  <a:moveTo>
                    <a:pt x="9023" y="2359"/>
                  </a:moveTo>
                  <a:lnTo>
                    <a:pt x="8366" y="3048"/>
                  </a:lnTo>
                  <a:lnTo>
                    <a:pt x="7801" y="2953"/>
                  </a:lnTo>
                  <a:lnTo>
                    <a:pt x="7315" y="3311"/>
                  </a:lnTo>
                  <a:lnTo>
                    <a:pt x="4210" y="2253"/>
                  </a:lnTo>
                  <a:lnTo>
                    <a:pt x="0" y="1773"/>
                  </a:lnTo>
                  <a:lnTo>
                    <a:pt x="1050" y="670"/>
                  </a:lnTo>
                  <a:lnTo>
                    <a:pt x="4097" y="0"/>
                  </a:lnTo>
                  <a:lnTo>
                    <a:pt x="8584" y="864"/>
                  </a:lnTo>
                  <a:lnTo>
                    <a:pt x="9879" y="1836"/>
                  </a:lnTo>
                  <a:close/>
                </a:path>
              </a:pathLst>
            </a:custGeom>
            <a:solidFill>
              <a:srgbClr val="EBF4E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3" name="pg1292"/>
            <p:cNvSpPr/>
            <p:nvPr/>
          </p:nvSpPr>
          <p:spPr>
            <a:xfrm>
              <a:off x="4379950" y="1442670"/>
              <a:ext cx="4696" cy="3102"/>
            </a:xfrm>
            <a:custGeom>
              <a:avLst/>
              <a:pathLst>
                <a:path w="4696" h="3102">
                  <a:moveTo>
                    <a:pt x="4696" y="2085"/>
                  </a:moveTo>
                  <a:lnTo>
                    <a:pt x="3497" y="3102"/>
                  </a:lnTo>
                  <a:lnTo>
                    <a:pt x="1835" y="2531"/>
                  </a:lnTo>
                  <a:lnTo>
                    <a:pt x="643" y="1838"/>
                  </a:lnTo>
                  <a:lnTo>
                    <a:pt x="0" y="896"/>
                  </a:lnTo>
                  <a:lnTo>
                    <a:pt x="654" y="359"/>
                  </a:lnTo>
                  <a:lnTo>
                    <a:pt x="2420" y="0"/>
                  </a:lnTo>
                  <a:lnTo>
                    <a:pt x="3475" y="380"/>
                  </a:lnTo>
                  <a:lnTo>
                    <a:pt x="4437" y="1483"/>
                  </a:lnTo>
                  <a:close/>
                </a:path>
              </a:pathLst>
            </a:custGeom>
            <a:solidFill>
              <a:srgbClr val="EBF4E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4" name="pg1293"/>
            <p:cNvSpPr/>
            <p:nvPr/>
          </p:nvSpPr>
          <p:spPr>
            <a:xfrm>
              <a:off x="5034672" y="1439954"/>
              <a:ext cx="10762" cy="10884"/>
            </a:xfrm>
            <a:custGeom>
              <a:avLst/>
              <a:pathLst>
                <a:path w="10762" h="10884">
                  <a:moveTo>
                    <a:pt x="10000" y="10039"/>
                  </a:moveTo>
                  <a:lnTo>
                    <a:pt x="9065" y="10884"/>
                  </a:lnTo>
                  <a:lnTo>
                    <a:pt x="8199" y="9581"/>
                  </a:lnTo>
                  <a:lnTo>
                    <a:pt x="4041" y="5728"/>
                  </a:lnTo>
                  <a:lnTo>
                    <a:pt x="3040" y="3898"/>
                  </a:lnTo>
                  <a:lnTo>
                    <a:pt x="760" y="2177"/>
                  </a:lnTo>
                  <a:lnTo>
                    <a:pt x="190" y="1526"/>
                  </a:lnTo>
                  <a:lnTo>
                    <a:pt x="0" y="0"/>
                  </a:lnTo>
                  <a:lnTo>
                    <a:pt x="2977" y="988"/>
                  </a:lnTo>
                  <a:lnTo>
                    <a:pt x="8018" y="4817"/>
                  </a:lnTo>
                  <a:lnTo>
                    <a:pt x="10762" y="7931"/>
                  </a:lnTo>
                  <a:close/>
                </a:path>
              </a:pathLst>
            </a:custGeom>
            <a:solidFill>
              <a:srgbClr val="EBF4E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5" name="pg1294"/>
            <p:cNvSpPr/>
            <p:nvPr/>
          </p:nvSpPr>
          <p:spPr>
            <a:xfrm>
              <a:off x="5092848" y="1439351"/>
              <a:ext cx="12289" cy="10493"/>
            </a:xfrm>
            <a:custGeom>
              <a:avLst/>
              <a:pathLst>
                <a:path w="12289" h="10493">
                  <a:moveTo>
                    <a:pt x="11213" y="8105"/>
                  </a:moveTo>
                  <a:lnTo>
                    <a:pt x="5005" y="10493"/>
                  </a:lnTo>
                  <a:lnTo>
                    <a:pt x="3799" y="10404"/>
                  </a:lnTo>
                  <a:lnTo>
                    <a:pt x="1007" y="7954"/>
                  </a:lnTo>
                  <a:lnTo>
                    <a:pt x="0" y="2644"/>
                  </a:lnTo>
                  <a:lnTo>
                    <a:pt x="1135" y="1095"/>
                  </a:lnTo>
                  <a:lnTo>
                    <a:pt x="2452" y="488"/>
                  </a:lnTo>
                  <a:lnTo>
                    <a:pt x="3774" y="216"/>
                  </a:lnTo>
                  <a:lnTo>
                    <a:pt x="9226" y="0"/>
                  </a:lnTo>
                  <a:lnTo>
                    <a:pt x="10399" y="269"/>
                  </a:lnTo>
                  <a:lnTo>
                    <a:pt x="11562" y="917"/>
                  </a:lnTo>
                  <a:lnTo>
                    <a:pt x="12067" y="1904"/>
                  </a:lnTo>
                  <a:lnTo>
                    <a:pt x="12289" y="3130"/>
                  </a:lnTo>
                  <a:lnTo>
                    <a:pt x="11664" y="6600"/>
                  </a:lnTo>
                  <a:close/>
                </a:path>
              </a:pathLst>
            </a:custGeom>
            <a:solidFill>
              <a:srgbClr val="EBF4E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6" name="pg1295"/>
            <p:cNvSpPr/>
            <p:nvPr/>
          </p:nvSpPr>
          <p:spPr>
            <a:xfrm>
              <a:off x="4405371" y="1432207"/>
              <a:ext cx="5965" cy="3419"/>
            </a:xfrm>
            <a:custGeom>
              <a:avLst/>
              <a:pathLst>
                <a:path w="5965" h="3419">
                  <a:moveTo>
                    <a:pt x="4560" y="1657"/>
                  </a:moveTo>
                  <a:lnTo>
                    <a:pt x="3961" y="3419"/>
                  </a:lnTo>
                  <a:lnTo>
                    <a:pt x="486" y="2517"/>
                  </a:lnTo>
                  <a:lnTo>
                    <a:pt x="0" y="1804"/>
                  </a:lnTo>
                  <a:lnTo>
                    <a:pt x="1861" y="741"/>
                  </a:lnTo>
                  <a:lnTo>
                    <a:pt x="3583" y="93"/>
                  </a:lnTo>
                  <a:lnTo>
                    <a:pt x="5965" y="0"/>
                  </a:lnTo>
                  <a:close/>
                </a:path>
              </a:pathLst>
            </a:custGeom>
            <a:solidFill>
              <a:srgbClr val="EBF4E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7" name="pg1296"/>
            <p:cNvSpPr/>
            <p:nvPr/>
          </p:nvSpPr>
          <p:spPr>
            <a:xfrm>
              <a:off x="4739952" y="1431219"/>
              <a:ext cx="23245" cy="13412"/>
            </a:xfrm>
            <a:custGeom>
              <a:avLst/>
              <a:pathLst>
                <a:path w="23245" h="13412">
                  <a:moveTo>
                    <a:pt x="23245" y="4389"/>
                  </a:moveTo>
                  <a:lnTo>
                    <a:pt x="22825" y="5791"/>
                  </a:lnTo>
                  <a:lnTo>
                    <a:pt x="22159" y="6850"/>
                  </a:lnTo>
                  <a:lnTo>
                    <a:pt x="21662" y="8163"/>
                  </a:lnTo>
                  <a:lnTo>
                    <a:pt x="20815" y="9150"/>
                  </a:lnTo>
                  <a:lnTo>
                    <a:pt x="18191" y="10405"/>
                  </a:lnTo>
                  <a:lnTo>
                    <a:pt x="16139" y="13180"/>
                  </a:lnTo>
                  <a:lnTo>
                    <a:pt x="15782" y="13412"/>
                  </a:lnTo>
                  <a:lnTo>
                    <a:pt x="8543" y="11900"/>
                  </a:lnTo>
                  <a:lnTo>
                    <a:pt x="7424" y="11398"/>
                  </a:lnTo>
                  <a:lnTo>
                    <a:pt x="5043" y="9743"/>
                  </a:lnTo>
                  <a:lnTo>
                    <a:pt x="1722" y="8156"/>
                  </a:lnTo>
                  <a:lnTo>
                    <a:pt x="0" y="5788"/>
                  </a:lnTo>
                  <a:lnTo>
                    <a:pt x="823" y="5338"/>
                  </a:lnTo>
                  <a:lnTo>
                    <a:pt x="1654" y="5160"/>
                  </a:lnTo>
                  <a:lnTo>
                    <a:pt x="4644" y="5471"/>
                  </a:lnTo>
                  <a:lnTo>
                    <a:pt x="5501" y="4733"/>
                  </a:lnTo>
                  <a:lnTo>
                    <a:pt x="5915" y="2738"/>
                  </a:lnTo>
                  <a:lnTo>
                    <a:pt x="5996" y="1558"/>
                  </a:lnTo>
                  <a:lnTo>
                    <a:pt x="6221" y="656"/>
                  </a:lnTo>
                  <a:lnTo>
                    <a:pt x="7170" y="0"/>
                  </a:lnTo>
                  <a:lnTo>
                    <a:pt x="17872" y="2050"/>
                  </a:lnTo>
                  <a:lnTo>
                    <a:pt x="21999" y="3189"/>
                  </a:lnTo>
                  <a:close/>
                </a:path>
              </a:pathLst>
            </a:custGeom>
            <a:solidFill>
              <a:srgbClr val="EBF4E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8" name="pg1297"/>
            <p:cNvSpPr/>
            <p:nvPr/>
          </p:nvSpPr>
          <p:spPr>
            <a:xfrm>
              <a:off x="4428436" y="1418104"/>
              <a:ext cx="10682" cy="4788"/>
            </a:xfrm>
            <a:custGeom>
              <a:avLst/>
              <a:pathLst>
                <a:path w="10682" h="4788">
                  <a:moveTo>
                    <a:pt x="4868" y="340"/>
                  </a:moveTo>
                  <a:lnTo>
                    <a:pt x="5904" y="881"/>
                  </a:lnTo>
                  <a:lnTo>
                    <a:pt x="9156" y="25"/>
                  </a:lnTo>
                  <a:lnTo>
                    <a:pt x="9792" y="302"/>
                  </a:lnTo>
                  <a:lnTo>
                    <a:pt x="10682" y="1563"/>
                  </a:lnTo>
                  <a:lnTo>
                    <a:pt x="9293" y="3868"/>
                  </a:lnTo>
                  <a:lnTo>
                    <a:pt x="8249" y="4788"/>
                  </a:lnTo>
                  <a:lnTo>
                    <a:pt x="5348" y="4270"/>
                  </a:lnTo>
                  <a:lnTo>
                    <a:pt x="1627" y="4194"/>
                  </a:lnTo>
                  <a:lnTo>
                    <a:pt x="0" y="2934"/>
                  </a:lnTo>
                  <a:lnTo>
                    <a:pt x="889" y="1591"/>
                  </a:lnTo>
                  <a:lnTo>
                    <a:pt x="3034" y="793"/>
                  </a:lnTo>
                  <a:lnTo>
                    <a:pt x="4280" y="0"/>
                  </a:lnTo>
                  <a:close/>
                </a:path>
              </a:pathLst>
            </a:custGeom>
            <a:solidFill>
              <a:srgbClr val="EBF4E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9" name="pg1298"/>
            <p:cNvSpPr/>
            <p:nvPr/>
          </p:nvSpPr>
          <p:spPr>
            <a:xfrm>
              <a:off x="4369723" y="1402655"/>
              <a:ext cx="8897" cy="7933"/>
            </a:xfrm>
            <a:custGeom>
              <a:avLst/>
              <a:pathLst>
                <a:path w="8897" h="7933">
                  <a:moveTo>
                    <a:pt x="8289" y="2843"/>
                  </a:moveTo>
                  <a:lnTo>
                    <a:pt x="8739" y="3801"/>
                  </a:lnTo>
                  <a:lnTo>
                    <a:pt x="8897" y="4878"/>
                  </a:lnTo>
                  <a:lnTo>
                    <a:pt x="8375" y="5220"/>
                  </a:lnTo>
                  <a:lnTo>
                    <a:pt x="6781" y="5161"/>
                  </a:lnTo>
                  <a:lnTo>
                    <a:pt x="5897" y="7933"/>
                  </a:lnTo>
                  <a:lnTo>
                    <a:pt x="4991" y="7471"/>
                  </a:lnTo>
                  <a:lnTo>
                    <a:pt x="4441" y="5883"/>
                  </a:lnTo>
                  <a:lnTo>
                    <a:pt x="2431" y="6947"/>
                  </a:lnTo>
                  <a:lnTo>
                    <a:pt x="1902" y="6698"/>
                  </a:lnTo>
                  <a:lnTo>
                    <a:pt x="971" y="5456"/>
                  </a:lnTo>
                  <a:lnTo>
                    <a:pt x="389" y="5202"/>
                  </a:lnTo>
                  <a:lnTo>
                    <a:pt x="0" y="4364"/>
                  </a:lnTo>
                  <a:lnTo>
                    <a:pt x="2610" y="1897"/>
                  </a:lnTo>
                  <a:lnTo>
                    <a:pt x="4215" y="3208"/>
                  </a:lnTo>
                  <a:lnTo>
                    <a:pt x="5256" y="3122"/>
                  </a:lnTo>
                  <a:lnTo>
                    <a:pt x="5049" y="1643"/>
                  </a:lnTo>
                  <a:lnTo>
                    <a:pt x="5086" y="529"/>
                  </a:lnTo>
                  <a:lnTo>
                    <a:pt x="6432" y="63"/>
                  </a:lnTo>
                  <a:lnTo>
                    <a:pt x="8206" y="0"/>
                  </a:lnTo>
                  <a:close/>
                </a:path>
              </a:pathLst>
            </a:custGeom>
            <a:solidFill>
              <a:srgbClr val="EBF4E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0" name="pg1299"/>
            <p:cNvSpPr/>
            <p:nvPr/>
          </p:nvSpPr>
          <p:spPr>
            <a:xfrm>
              <a:off x="5167467" y="1400700"/>
              <a:ext cx="57674" cy="23914"/>
            </a:xfrm>
            <a:custGeom>
              <a:avLst/>
              <a:pathLst>
                <a:path w="57674" h="23914">
                  <a:moveTo>
                    <a:pt x="7979" y="6235"/>
                  </a:moveTo>
                  <a:lnTo>
                    <a:pt x="11251" y="6426"/>
                  </a:lnTo>
                  <a:lnTo>
                    <a:pt x="15980" y="4249"/>
                  </a:lnTo>
                  <a:lnTo>
                    <a:pt x="16639" y="4174"/>
                  </a:lnTo>
                  <a:lnTo>
                    <a:pt x="28182" y="4971"/>
                  </a:lnTo>
                  <a:lnTo>
                    <a:pt x="29126" y="5742"/>
                  </a:lnTo>
                  <a:lnTo>
                    <a:pt x="29249" y="7248"/>
                  </a:lnTo>
                  <a:lnTo>
                    <a:pt x="28883" y="8049"/>
                  </a:lnTo>
                  <a:lnTo>
                    <a:pt x="28708" y="9141"/>
                  </a:lnTo>
                  <a:lnTo>
                    <a:pt x="30128" y="10206"/>
                  </a:lnTo>
                  <a:lnTo>
                    <a:pt x="33856" y="10450"/>
                  </a:lnTo>
                  <a:lnTo>
                    <a:pt x="36213" y="9447"/>
                  </a:lnTo>
                  <a:lnTo>
                    <a:pt x="43149" y="9964"/>
                  </a:lnTo>
                  <a:lnTo>
                    <a:pt x="48808" y="10712"/>
                  </a:lnTo>
                  <a:lnTo>
                    <a:pt x="50989" y="12344"/>
                  </a:lnTo>
                  <a:lnTo>
                    <a:pt x="52674" y="13221"/>
                  </a:lnTo>
                  <a:lnTo>
                    <a:pt x="54073" y="14240"/>
                  </a:lnTo>
                  <a:lnTo>
                    <a:pt x="55089" y="13640"/>
                  </a:lnTo>
                  <a:lnTo>
                    <a:pt x="56045" y="12601"/>
                  </a:lnTo>
                  <a:lnTo>
                    <a:pt x="56866" y="12392"/>
                  </a:lnTo>
                  <a:lnTo>
                    <a:pt x="57674" y="12565"/>
                  </a:lnTo>
                  <a:lnTo>
                    <a:pt x="55501" y="18828"/>
                  </a:lnTo>
                  <a:lnTo>
                    <a:pt x="54686" y="19586"/>
                  </a:lnTo>
                  <a:lnTo>
                    <a:pt x="51614" y="21127"/>
                  </a:lnTo>
                  <a:lnTo>
                    <a:pt x="45528" y="23239"/>
                  </a:lnTo>
                  <a:lnTo>
                    <a:pt x="42552" y="23910"/>
                  </a:lnTo>
                  <a:lnTo>
                    <a:pt x="35805" y="23914"/>
                  </a:lnTo>
                  <a:lnTo>
                    <a:pt x="26510" y="23088"/>
                  </a:lnTo>
                  <a:lnTo>
                    <a:pt x="23986" y="22342"/>
                  </a:lnTo>
                  <a:lnTo>
                    <a:pt x="22499" y="21407"/>
                  </a:lnTo>
                  <a:lnTo>
                    <a:pt x="19649" y="19201"/>
                  </a:lnTo>
                  <a:lnTo>
                    <a:pt x="18242" y="18404"/>
                  </a:lnTo>
                  <a:lnTo>
                    <a:pt x="13678" y="17655"/>
                  </a:lnTo>
                  <a:lnTo>
                    <a:pt x="12284" y="17237"/>
                  </a:lnTo>
                  <a:lnTo>
                    <a:pt x="9580" y="15344"/>
                  </a:lnTo>
                  <a:lnTo>
                    <a:pt x="6846" y="13816"/>
                  </a:lnTo>
                  <a:lnTo>
                    <a:pt x="0" y="11331"/>
                  </a:lnTo>
                  <a:lnTo>
                    <a:pt x="463" y="8457"/>
                  </a:lnTo>
                  <a:lnTo>
                    <a:pt x="1346" y="5556"/>
                  </a:lnTo>
                  <a:lnTo>
                    <a:pt x="2399" y="2981"/>
                  </a:lnTo>
                  <a:lnTo>
                    <a:pt x="3577" y="696"/>
                  </a:lnTo>
                  <a:lnTo>
                    <a:pt x="4799" y="0"/>
                  </a:lnTo>
                  <a:lnTo>
                    <a:pt x="7434" y="2108"/>
                  </a:lnTo>
                  <a:lnTo>
                    <a:pt x="7400" y="4524"/>
                  </a:lnTo>
                  <a:close/>
                </a:path>
              </a:pathLst>
            </a:custGeom>
            <a:solidFill>
              <a:srgbClr val="EBF4E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1" name="pg1300"/>
            <p:cNvSpPr/>
            <p:nvPr/>
          </p:nvSpPr>
          <p:spPr>
            <a:xfrm>
              <a:off x="5035473" y="1392915"/>
              <a:ext cx="8847" cy="13689"/>
            </a:xfrm>
            <a:custGeom>
              <a:avLst/>
              <a:pathLst>
                <a:path w="8847" h="13689">
                  <a:moveTo>
                    <a:pt x="6129" y="12874"/>
                  </a:moveTo>
                  <a:lnTo>
                    <a:pt x="3627" y="13689"/>
                  </a:lnTo>
                  <a:lnTo>
                    <a:pt x="0" y="13465"/>
                  </a:lnTo>
                  <a:lnTo>
                    <a:pt x="260" y="11288"/>
                  </a:lnTo>
                  <a:lnTo>
                    <a:pt x="882" y="10324"/>
                  </a:lnTo>
                  <a:lnTo>
                    <a:pt x="1736" y="7942"/>
                  </a:lnTo>
                  <a:lnTo>
                    <a:pt x="1348" y="6169"/>
                  </a:lnTo>
                  <a:lnTo>
                    <a:pt x="1560" y="3997"/>
                  </a:lnTo>
                  <a:lnTo>
                    <a:pt x="1998" y="2332"/>
                  </a:lnTo>
                  <a:lnTo>
                    <a:pt x="3044" y="0"/>
                  </a:lnTo>
                  <a:lnTo>
                    <a:pt x="4150" y="1381"/>
                  </a:lnTo>
                  <a:lnTo>
                    <a:pt x="4902" y="3428"/>
                  </a:lnTo>
                  <a:lnTo>
                    <a:pt x="5587" y="4458"/>
                  </a:lnTo>
                  <a:lnTo>
                    <a:pt x="8334" y="6491"/>
                  </a:lnTo>
                  <a:lnTo>
                    <a:pt x="8847" y="7082"/>
                  </a:lnTo>
                  <a:lnTo>
                    <a:pt x="6557" y="9554"/>
                  </a:lnTo>
                  <a:lnTo>
                    <a:pt x="6332" y="10611"/>
                  </a:lnTo>
                  <a:lnTo>
                    <a:pt x="7015" y="12023"/>
                  </a:lnTo>
                  <a:close/>
                </a:path>
              </a:pathLst>
            </a:custGeom>
            <a:solidFill>
              <a:srgbClr val="EBF4E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2" name="pg1301"/>
            <p:cNvSpPr/>
            <p:nvPr/>
          </p:nvSpPr>
          <p:spPr>
            <a:xfrm>
              <a:off x="5246566" y="1382586"/>
              <a:ext cx="4039" cy="3221"/>
            </a:xfrm>
            <a:custGeom>
              <a:avLst/>
              <a:pathLst>
                <a:path w="4039" h="3221">
                  <a:moveTo>
                    <a:pt x="4039" y="2159"/>
                  </a:moveTo>
                  <a:lnTo>
                    <a:pt x="2810" y="3221"/>
                  </a:lnTo>
                  <a:lnTo>
                    <a:pt x="0" y="1513"/>
                  </a:lnTo>
                  <a:lnTo>
                    <a:pt x="1038" y="591"/>
                  </a:lnTo>
                  <a:lnTo>
                    <a:pt x="2971" y="0"/>
                  </a:lnTo>
                  <a:lnTo>
                    <a:pt x="3411" y="285"/>
                  </a:lnTo>
                  <a:lnTo>
                    <a:pt x="3765" y="927"/>
                  </a:lnTo>
                  <a:close/>
                </a:path>
              </a:pathLst>
            </a:custGeom>
            <a:solidFill>
              <a:srgbClr val="EBF4E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3" name="pg1302"/>
            <p:cNvSpPr/>
            <p:nvPr/>
          </p:nvSpPr>
          <p:spPr>
            <a:xfrm>
              <a:off x="5053930" y="1382441"/>
              <a:ext cx="103806" cy="45599"/>
            </a:xfrm>
            <a:custGeom>
              <a:avLst/>
              <a:pathLst>
                <a:path w="103806" h="45599">
                  <a:moveTo>
                    <a:pt x="38266" y="10955"/>
                  </a:moveTo>
                  <a:lnTo>
                    <a:pt x="39542" y="11520"/>
                  </a:lnTo>
                  <a:lnTo>
                    <a:pt x="41051" y="11148"/>
                  </a:lnTo>
                  <a:lnTo>
                    <a:pt x="42466" y="11933"/>
                  </a:lnTo>
                  <a:lnTo>
                    <a:pt x="43789" y="15067"/>
                  </a:lnTo>
                  <a:lnTo>
                    <a:pt x="44411" y="15853"/>
                  </a:lnTo>
                  <a:lnTo>
                    <a:pt x="45095" y="16422"/>
                  </a:lnTo>
                  <a:lnTo>
                    <a:pt x="45769" y="16712"/>
                  </a:lnTo>
                  <a:lnTo>
                    <a:pt x="47733" y="16813"/>
                  </a:lnTo>
                  <a:lnTo>
                    <a:pt x="48638" y="16184"/>
                  </a:lnTo>
                  <a:lnTo>
                    <a:pt x="49315" y="14751"/>
                  </a:lnTo>
                  <a:lnTo>
                    <a:pt x="49270" y="13302"/>
                  </a:lnTo>
                  <a:lnTo>
                    <a:pt x="49099" y="11842"/>
                  </a:lnTo>
                  <a:lnTo>
                    <a:pt x="49089" y="9835"/>
                  </a:lnTo>
                  <a:lnTo>
                    <a:pt x="49391" y="8048"/>
                  </a:lnTo>
                  <a:lnTo>
                    <a:pt x="49824" y="6950"/>
                  </a:lnTo>
                  <a:lnTo>
                    <a:pt x="50407" y="6227"/>
                  </a:lnTo>
                  <a:lnTo>
                    <a:pt x="53698" y="4016"/>
                  </a:lnTo>
                  <a:lnTo>
                    <a:pt x="55995" y="1848"/>
                  </a:lnTo>
                  <a:lnTo>
                    <a:pt x="59164" y="2708"/>
                  </a:lnTo>
                  <a:lnTo>
                    <a:pt x="62363" y="4614"/>
                  </a:lnTo>
                  <a:lnTo>
                    <a:pt x="68025" y="8749"/>
                  </a:lnTo>
                  <a:lnTo>
                    <a:pt x="70606" y="9936"/>
                  </a:lnTo>
                  <a:lnTo>
                    <a:pt x="73780" y="11015"/>
                  </a:lnTo>
                  <a:lnTo>
                    <a:pt x="76969" y="11408"/>
                  </a:lnTo>
                  <a:lnTo>
                    <a:pt x="78524" y="11151"/>
                  </a:lnTo>
                  <a:lnTo>
                    <a:pt x="81594" y="10026"/>
                  </a:lnTo>
                  <a:lnTo>
                    <a:pt x="83147" y="9929"/>
                  </a:lnTo>
                  <a:lnTo>
                    <a:pt x="102514" y="18146"/>
                  </a:lnTo>
                  <a:lnTo>
                    <a:pt x="103186" y="18782"/>
                  </a:lnTo>
                  <a:lnTo>
                    <a:pt x="103806" y="19775"/>
                  </a:lnTo>
                  <a:lnTo>
                    <a:pt x="99653" y="20978"/>
                  </a:lnTo>
                  <a:lnTo>
                    <a:pt x="96935" y="23155"/>
                  </a:lnTo>
                  <a:lnTo>
                    <a:pt x="95992" y="24647"/>
                  </a:lnTo>
                  <a:lnTo>
                    <a:pt x="97072" y="25861"/>
                  </a:lnTo>
                  <a:lnTo>
                    <a:pt x="97926" y="27503"/>
                  </a:lnTo>
                  <a:lnTo>
                    <a:pt x="92056" y="32427"/>
                  </a:lnTo>
                  <a:lnTo>
                    <a:pt x="89690" y="33701"/>
                  </a:lnTo>
                  <a:lnTo>
                    <a:pt x="87268" y="34130"/>
                  </a:lnTo>
                  <a:lnTo>
                    <a:pt x="82407" y="32968"/>
                  </a:lnTo>
                  <a:lnTo>
                    <a:pt x="79572" y="33001"/>
                  </a:lnTo>
                  <a:lnTo>
                    <a:pt x="76786" y="31995"/>
                  </a:lnTo>
                  <a:lnTo>
                    <a:pt x="73722" y="29025"/>
                  </a:lnTo>
                  <a:lnTo>
                    <a:pt x="72464" y="27536"/>
                  </a:lnTo>
                  <a:lnTo>
                    <a:pt x="71346" y="25473"/>
                  </a:lnTo>
                  <a:lnTo>
                    <a:pt x="70977" y="22186"/>
                  </a:lnTo>
                  <a:lnTo>
                    <a:pt x="71408" y="19358"/>
                  </a:lnTo>
                  <a:lnTo>
                    <a:pt x="73050" y="18554"/>
                  </a:lnTo>
                  <a:lnTo>
                    <a:pt x="74512" y="16738"/>
                  </a:lnTo>
                  <a:lnTo>
                    <a:pt x="74714" y="15951"/>
                  </a:lnTo>
                  <a:lnTo>
                    <a:pt x="73966" y="14373"/>
                  </a:lnTo>
                  <a:lnTo>
                    <a:pt x="69151" y="14148"/>
                  </a:lnTo>
                  <a:lnTo>
                    <a:pt x="66144" y="15011"/>
                  </a:lnTo>
                  <a:lnTo>
                    <a:pt x="63408" y="15928"/>
                  </a:lnTo>
                  <a:lnTo>
                    <a:pt x="64209" y="21929"/>
                  </a:lnTo>
                  <a:lnTo>
                    <a:pt x="64798" y="23847"/>
                  </a:lnTo>
                  <a:lnTo>
                    <a:pt x="65611" y="25221"/>
                  </a:lnTo>
                  <a:lnTo>
                    <a:pt x="69956" y="31512"/>
                  </a:lnTo>
                  <a:lnTo>
                    <a:pt x="70945" y="32404"/>
                  </a:lnTo>
                  <a:lnTo>
                    <a:pt x="73817" y="33606"/>
                  </a:lnTo>
                  <a:lnTo>
                    <a:pt x="76263" y="36327"/>
                  </a:lnTo>
                  <a:lnTo>
                    <a:pt x="71947" y="39357"/>
                  </a:lnTo>
                  <a:lnTo>
                    <a:pt x="70070" y="40254"/>
                  </a:lnTo>
                  <a:lnTo>
                    <a:pt x="68178" y="40756"/>
                  </a:lnTo>
                  <a:lnTo>
                    <a:pt x="67014" y="40516"/>
                  </a:lnTo>
                  <a:lnTo>
                    <a:pt x="65891" y="39885"/>
                  </a:lnTo>
                  <a:lnTo>
                    <a:pt x="64617" y="38416"/>
                  </a:lnTo>
                  <a:lnTo>
                    <a:pt x="63578" y="36898"/>
                  </a:lnTo>
                  <a:lnTo>
                    <a:pt x="62188" y="35708"/>
                  </a:lnTo>
                  <a:lnTo>
                    <a:pt x="59240" y="35965"/>
                  </a:lnTo>
                  <a:lnTo>
                    <a:pt x="56544" y="37011"/>
                  </a:lnTo>
                  <a:lnTo>
                    <a:pt x="53836" y="37719"/>
                  </a:lnTo>
                  <a:lnTo>
                    <a:pt x="45818" y="38941"/>
                  </a:lnTo>
                  <a:lnTo>
                    <a:pt x="43389" y="39703"/>
                  </a:lnTo>
                  <a:lnTo>
                    <a:pt x="40970" y="39973"/>
                  </a:lnTo>
                  <a:lnTo>
                    <a:pt x="37801" y="38559"/>
                  </a:lnTo>
                  <a:lnTo>
                    <a:pt x="34681" y="36520"/>
                  </a:lnTo>
                  <a:lnTo>
                    <a:pt x="33731" y="36512"/>
                  </a:lnTo>
                  <a:lnTo>
                    <a:pt x="32801" y="37057"/>
                  </a:lnTo>
                  <a:lnTo>
                    <a:pt x="32088" y="38285"/>
                  </a:lnTo>
                  <a:lnTo>
                    <a:pt x="31647" y="40243"/>
                  </a:lnTo>
                  <a:lnTo>
                    <a:pt x="30632" y="42860"/>
                  </a:lnTo>
                  <a:lnTo>
                    <a:pt x="29343" y="44704"/>
                  </a:lnTo>
                  <a:lnTo>
                    <a:pt x="27982" y="45506"/>
                  </a:lnTo>
                  <a:lnTo>
                    <a:pt x="26548" y="45599"/>
                  </a:lnTo>
                  <a:lnTo>
                    <a:pt x="25100" y="45092"/>
                  </a:lnTo>
                  <a:lnTo>
                    <a:pt x="23667" y="44287"/>
                  </a:lnTo>
                  <a:lnTo>
                    <a:pt x="14124" y="41434"/>
                  </a:lnTo>
                  <a:lnTo>
                    <a:pt x="13002" y="40562"/>
                  </a:lnTo>
                  <a:lnTo>
                    <a:pt x="11937" y="39266"/>
                  </a:lnTo>
                  <a:lnTo>
                    <a:pt x="9074" y="35197"/>
                  </a:lnTo>
                  <a:lnTo>
                    <a:pt x="7655" y="34251"/>
                  </a:lnTo>
                  <a:lnTo>
                    <a:pt x="6161" y="33848"/>
                  </a:lnTo>
                  <a:lnTo>
                    <a:pt x="3335" y="31794"/>
                  </a:lnTo>
                  <a:lnTo>
                    <a:pt x="722" y="28505"/>
                  </a:lnTo>
                  <a:lnTo>
                    <a:pt x="180" y="27461"/>
                  </a:lnTo>
                  <a:lnTo>
                    <a:pt x="0" y="25830"/>
                  </a:lnTo>
                  <a:lnTo>
                    <a:pt x="428" y="24654"/>
                  </a:lnTo>
                  <a:lnTo>
                    <a:pt x="2694" y="25209"/>
                  </a:lnTo>
                  <a:lnTo>
                    <a:pt x="4221" y="25148"/>
                  </a:lnTo>
                  <a:lnTo>
                    <a:pt x="3301" y="19068"/>
                  </a:lnTo>
                  <a:lnTo>
                    <a:pt x="3963" y="13305"/>
                  </a:lnTo>
                  <a:lnTo>
                    <a:pt x="5069" y="12353"/>
                  </a:lnTo>
                  <a:lnTo>
                    <a:pt x="9364" y="13005"/>
                  </a:lnTo>
                  <a:lnTo>
                    <a:pt x="7970" y="11119"/>
                  </a:lnTo>
                  <a:lnTo>
                    <a:pt x="6830" y="8570"/>
                  </a:lnTo>
                  <a:lnTo>
                    <a:pt x="7562" y="7224"/>
                  </a:lnTo>
                  <a:lnTo>
                    <a:pt x="8362" y="6250"/>
                  </a:lnTo>
                  <a:lnTo>
                    <a:pt x="10201" y="5437"/>
                  </a:lnTo>
                  <a:lnTo>
                    <a:pt x="12702" y="5080"/>
                  </a:lnTo>
                  <a:lnTo>
                    <a:pt x="13462" y="4504"/>
                  </a:lnTo>
                  <a:lnTo>
                    <a:pt x="14170" y="3521"/>
                  </a:lnTo>
                  <a:lnTo>
                    <a:pt x="15547" y="2504"/>
                  </a:lnTo>
                  <a:lnTo>
                    <a:pt x="18299" y="2057"/>
                  </a:lnTo>
                  <a:lnTo>
                    <a:pt x="23029" y="0"/>
                  </a:lnTo>
                  <a:lnTo>
                    <a:pt x="24332" y="87"/>
                  </a:lnTo>
                  <a:lnTo>
                    <a:pt x="25542" y="1170"/>
                  </a:lnTo>
                  <a:lnTo>
                    <a:pt x="26672" y="2699"/>
                  </a:lnTo>
                  <a:lnTo>
                    <a:pt x="27933" y="3516"/>
                  </a:lnTo>
                  <a:lnTo>
                    <a:pt x="31847" y="5504"/>
                  </a:lnTo>
                  <a:lnTo>
                    <a:pt x="34498" y="7287"/>
                  </a:lnTo>
                  <a:close/>
                </a:path>
              </a:pathLst>
            </a:custGeom>
            <a:solidFill>
              <a:srgbClr val="EBF4E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4" name="pg1303"/>
            <p:cNvSpPr/>
            <p:nvPr/>
          </p:nvSpPr>
          <p:spPr>
            <a:xfrm>
              <a:off x="4540143" y="1379319"/>
              <a:ext cx="16076" cy="5426"/>
            </a:xfrm>
            <a:custGeom>
              <a:avLst/>
              <a:pathLst>
                <a:path w="16076" h="5426">
                  <a:moveTo>
                    <a:pt x="15070" y="805"/>
                  </a:moveTo>
                  <a:lnTo>
                    <a:pt x="16076" y="1227"/>
                  </a:lnTo>
                  <a:lnTo>
                    <a:pt x="15776" y="2485"/>
                  </a:lnTo>
                  <a:lnTo>
                    <a:pt x="14506" y="2116"/>
                  </a:lnTo>
                  <a:lnTo>
                    <a:pt x="12829" y="2754"/>
                  </a:lnTo>
                  <a:lnTo>
                    <a:pt x="12861" y="3778"/>
                  </a:lnTo>
                  <a:lnTo>
                    <a:pt x="12209" y="5426"/>
                  </a:lnTo>
                  <a:lnTo>
                    <a:pt x="9842" y="4429"/>
                  </a:lnTo>
                  <a:lnTo>
                    <a:pt x="6582" y="4288"/>
                  </a:lnTo>
                  <a:lnTo>
                    <a:pt x="4534" y="3301"/>
                  </a:lnTo>
                  <a:lnTo>
                    <a:pt x="0" y="2678"/>
                  </a:lnTo>
                  <a:lnTo>
                    <a:pt x="135" y="1292"/>
                  </a:lnTo>
                  <a:lnTo>
                    <a:pt x="848" y="481"/>
                  </a:lnTo>
                  <a:lnTo>
                    <a:pt x="3495" y="1647"/>
                  </a:lnTo>
                  <a:lnTo>
                    <a:pt x="5862" y="339"/>
                  </a:lnTo>
                  <a:lnTo>
                    <a:pt x="10363" y="989"/>
                  </a:lnTo>
                  <a:lnTo>
                    <a:pt x="11841" y="0"/>
                  </a:lnTo>
                  <a:close/>
                </a:path>
              </a:pathLst>
            </a:custGeom>
            <a:solidFill>
              <a:srgbClr val="EBF4E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5" name="pg1304"/>
            <p:cNvSpPr/>
            <p:nvPr/>
          </p:nvSpPr>
          <p:spPr>
            <a:xfrm>
              <a:off x="4557767" y="1377846"/>
              <a:ext cx="3870" cy="4928"/>
            </a:xfrm>
            <a:custGeom>
              <a:avLst/>
              <a:pathLst>
                <a:path w="3870" h="4928">
                  <a:moveTo>
                    <a:pt x="1413" y="4611"/>
                  </a:moveTo>
                  <a:lnTo>
                    <a:pt x="721" y="4928"/>
                  </a:lnTo>
                  <a:lnTo>
                    <a:pt x="186" y="4712"/>
                  </a:lnTo>
                  <a:lnTo>
                    <a:pt x="0" y="4381"/>
                  </a:lnTo>
                  <a:lnTo>
                    <a:pt x="10" y="2877"/>
                  </a:lnTo>
                  <a:lnTo>
                    <a:pt x="1154" y="917"/>
                  </a:lnTo>
                  <a:lnTo>
                    <a:pt x="1183" y="307"/>
                  </a:lnTo>
                  <a:lnTo>
                    <a:pt x="1709" y="0"/>
                  </a:lnTo>
                  <a:lnTo>
                    <a:pt x="3095" y="349"/>
                  </a:lnTo>
                  <a:lnTo>
                    <a:pt x="3775" y="1177"/>
                  </a:lnTo>
                  <a:lnTo>
                    <a:pt x="3870" y="1555"/>
                  </a:lnTo>
                  <a:lnTo>
                    <a:pt x="2898" y="3507"/>
                  </a:lnTo>
                  <a:close/>
                </a:path>
              </a:pathLst>
            </a:custGeom>
            <a:solidFill>
              <a:srgbClr val="EBF4E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6" name="pg1305"/>
            <p:cNvSpPr/>
            <p:nvPr/>
          </p:nvSpPr>
          <p:spPr>
            <a:xfrm>
              <a:off x="4745697" y="1369319"/>
              <a:ext cx="8537" cy="5725"/>
            </a:xfrm>
            <a:custGeom>
              <a:avLst/>
              <a:pathLst>
                <a:path w="8537" h="5725">
                  <a:moveTo>
                    <a:pt x="6282" y="676"/>
                  </a:moveTo>
                  <a:lnTo>
                    <a:pt x="8188" y="2683"/>
                  </a:lnTo>
                  <a:lnTo>
                    <a:pt x="8537" y="3966"/>
                  </a:lnTo>
                  <a:lnTo>
                    <a:pt x="7961" y="4270"/>
                  </a:lnTo>
                  <a:lnTo>
                    <a:pt x="7620" y="4752"/>
                  </a:lnTo>
                  <a:lnTo>
                    <a:pt x="7476" y="5655"/>
                  </a:lnTo>
                  <a:lnTo>
                    <a:pt x="6943" y="5725"/>
                  </a:lnTo>
                  <a:lnTo>
                    <a:pt x="5255" y="4728"/>
                  </a:lnTo>
                  <a:lnTo>
                    <a:pt x="4046" y="3126"/>
                  </a:lnTo>
                  <a:lnTo>
                    <a:pt x="2281" y="2791"/>
                  </a:lnTo>
                  <a:lnTo>
                    <a:pt x="416" y="1206"/>
                  </a:lnTo>
                  <a:lnTo>
                    <a:pt x="0" y="520"/>
                  </a:lnTo>
                  <a:lnTo>
                    <a:pt x="520" y="323"/>
                  </a:lnTo>
                  <a:lnTo>
                    <a:pt x="3856" y="751"/>
                  </a:lnTo>
                  <a:lnTo>
                    <a:pt x="5246" y="0"/>
                  </a:lnTo>
                  <a:close/>
                </a:path>
              </a:pathLst>
            </a:custGeom>
            <a:solidFill>
              <a:srgbClr val="EBF4E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7" name="pg1306"/>
            <p:cNvSpPr/>
            <p:nvPr/>
          </p:nvSpPr>
          <p:spPr>
            <a:xfrm>
              <a:off x="4564813" y="1367460"/>
              <a:ext cx="3430" cy="3612"/>
            </a:xfrm>
            <a:custGeom>
              <a:avLst/>
              <a:pathLst>
                <a:path w="3430" h="3612">
                  <a:moveTo>
                    <a:pt x="3430" y="3171"/>
                  </a:moveTo>
                  <a:lnTo>
                    <a:pt x="2775" y="3612"/>
                  </a:lnTo>
                  <a:lnTo>
                    <a:pt x="1481" y="3426"/>
                  </a:lnTo>
                  <a:lnTo>
                    <a:pt x="386" y="2300"/>
                  </a:lnTo>
                  <a:lnTo>
                    <a:pt x="0" y="504"/>
                  </a:lnTo>
                  <a:lnTo>
                    <a:pt x="879" y="0"/>
                  </a:lnTo>
                  <a:close/>
                </a:path>
              </a:pathLst>
            </a:custGeom>
            <a:solidFill>
              <a:srgbClr val="EBF4E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8" name="pg1307"/>
            <p:cNvSpPr/>
            <p:nvPr/>
          </p:nvSpPr>
          <p:spPr>
            <a:xfrm>
              <a:off x="5195233" y="1365233"/>
              <a:ext cx="12436" cy="3954"/>
            </a:xfrm>
            <a:custGeom>
              <a:avLst/>
              <a:pathLst>
                <a:path w="12436" h="3954">
                  <a:moveTo>
                    <a:pt x="9274" y="3609"/>
                  </a:moveTo>
                  <a:lnTo>
                    <a:pt x="0" y="3954"/>
                  </a:lnTo>
                  <a:lnTo>
                    <a:pt x="611" y="3106"/>
                  </a:lnTo>
                  <a:lnTo>
                    <a:pt x="3960" y="1048"/>
                  </a:lnTo>
                  <a:lnTo>
                    <a:pt x="12436" y="0"/>
                  </a:lnTo>
                  <a:lnTo>
                    <a:pt x="10732" y="1030"/>
                  </a:lnTo>
                  <a:lnTo>
                    <a:pt x="9947" y="3104"/>
                  </a:lnTo>
                  <a:close/>
                </a:path>
              </a:pathLst>
            </a:custGeom>
            <a:solidFill>
              <a:srgbClr val="EBF4E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9" name="pg1308"/>
            <p:cNvSpPr/>
            <p:nvPr/>
          </p:nvSpPr>
          <p:spPr>
            <a:xfrm>
              <a:off x="4027445" y="1358451"/>
              <a:ext cx="187303" cy="109755"/>
            </a:xfrm>
            <a:custGeom>
              <a:avLst/>
              <a:pathLst>
                <a:path w="187303" h="109755">
                  <a:moveTo>
                    <a:pt x="172787" y="22870"/>
                  </a:moveTo>
                  <a:lnTo>
                    <a:pt x="167850" y="25125"/>
                  </a:lnTo>
                  <a:lnTo>
                    <a:pt x="164910" y="26695"/>
                  </a:lnTo>
                  <a:lnTo>
                    <a:pt x="162025" y="27755"/>
                  </a:lnTo>
                  <a:lnTo>
                    <a:pt x="159116" y="28501"/>
                  </a:lnTo>
                  <a:lnTo>
                    <a:pt x="154488" y="30373"/>
                  </a:lnTo>
                  <a:lnTo>
                    <a:pt x="146303" y="32708"/>
                  </a:lnTo>
                  <a:lnTo>
                    <a:pt x="141151" y="34635"/>
                  </a:lnTo>
                  <a:lnTo>
                    <a:pt x="135511" y="36148"/>
                  </a:lnTo>
                  <a:lnTo>
                    <a:pt x="129564" y="38174"/>
                  </a:lnTo>
                  <a:lnTo>
                    <a:pt x="123600" y="39565"/>
                  </a:lnTo>
                  <a:lnTo>
                    <a:pt x="122122" y="39679"/>
                  </a:lnTo>
                  <a:lnTo>
                    <a:pt x="117892" y="41619"/>
                  </a:lnTo>
                  <a:lnTo>
                    <a:pt x="114551" y="42427"/>
                  </a:lnTo>
                  <a:lnTo>
                    <a:pt x="102460" y="46800"/>
                  </a:lnTo>
                  <a:lnTo>
                    <a:pt x="96908" y="49995"/>
                  </a:lnTo>
                  <a:lnTo>
                    <a:pt x="95308" y="50255"/>
                  </a:lnTo>
                  <a:lnTo>
                    <a:pt x="93697" y="50136"/>
                  </a:lnTo>
                  <a:lnTo>
                    <a:pt x="92375" y="51136"/>
                  </a:lnTo>
                  <a:lnTo>
                    <a:pt x="91121" y="52863"/>
                  </a:lnTo>
                  <a:lnTo>
                    <a:pt x="88510" y="54603"/>
                  </a:lnTo>
                  <a:lnTo>
                    <a:pt x="87196" y="56164"/>
                  </a:lnTo>
                  <a:lnTo>
                    <a:pt x="85840" y="57412"/>
                  </a:lnTo>
                  <a:lnTo>
                    <a:pt x="85051" y="57813"/>
                  </a:lnTo>
                  <a:lnTo>
                    <a:pt x="83551" y="57688"/>
                  </a:lnTo>
                  <a:lnTo>
                    <a:pt x="82833" y="57822"/>
                  </a:lnTo>
                  <a:lnTo>
                    <a:pt x="80381" y="59216"/>
                  </a:lnTo>
                  <a:lnTo>
                    <a:pt x="79940" y="60304"/>
                  </a:lnTo>
                  <a:lnTo>
                    <a:pt x="82577" y="61031"/>
                  </a:lnTo>
                  <a:lnTo>
                    <a:pt x="83151" y="62258"/>
                  </a:lnTo>
                  <a:lnTo>
                    <a:pt x="82383" y="63123"/>
                  </a:lnTo>
                  <a:lnTo>
                    <a:pt x="80676" y="64256"/>
                  </a:lnTo>
                  <a:lnTo>
                    <a:pt x="79709" y="65450"/>
                  </a:lnTo>
                  <a:lnTo>
                    <a:pt x="77952" y="66654"/>
                  </a:lnTo>
                  <a:lnTo>
                    <a:pt x="76746" y="66986"/>
                  </a:lnTo>
                  <a:lnTo>
                    <a:pt x="73846" y="66948"/>
                  </a:lnTo>
                  <a:lnTo>
                    <a:pt x="73690" y="68439"/>
                  </a:lnTo>
                  <a:lnTo>
                    <a:pt x="74144" y="69355"/>
                  </a:lnTo>
                  <a:lnTo>
                    <a:pt x="73913" y="70165"/>
                  </a:lnTo>
                  <a:lnTo>
                    <a:pt x="72942" y="70959"/>
                  </a:lnTo>
                  <a:lnTo>
                    <a:pt x="71979" y="70854"/>
                  </a:lnTo>
                  <a:lnTo>
                    <a:pt x="67588" y="68512"/>
                  </a:lnTo>
                  <a:lnTo>
                    <a:pt x="66871" y="69316"/>
                  </a:lnTo>
                  <a:lnTo>
                    <a:pt x="66562" y="70939"/>
                  </a:lnTo>
                  <a:lnTo>
                    <a:pt x="66427" y="72680"/>
                  </a:lnTo>
                  <a:lnTo>
                    <a:pt x="65871" y="73992"/>
                  </a:lnTo>
                  <a:lnTo>
                    <a:pt x="65123" y="74641"/>
                  </a:lnTo>
                  <a:lnTo>
                    <a:pt x="63739" y="75317"/>
                  </a:lnTo>
                  <a:lnTo>
                    <a:pt x="58882" y="74246"/>
                  </a:lnTo>
                  <a:lnTo>
                    <a:pt x="58481" y="75272"/>
                  </a:lnTo>
                  <a:lnTo>
                    <a:pt x="59220" y="76524"/>
                  </a:lnTo>
                  <a:lnTo>
                    <a:pt x="60253" y="79296"/>
                  </a:lnTo>
                  <a:lnTo>
                    <a:pt x="60491" y="80441"/>
                  </a:lnTo>
                  <a:lnTo>
                    <a:pt x="59909" y="82269"/>
                  </a:lnTo>
                  <a:lnTo>
                    <a:pt x="57732" y="85181"/>
                  </a:lnTo>
                  <a:lnTo>
                    <a:pt x="49414" y="88580"/>
                  </a:lnTo>
                  <a:lnTo>
                    <a:pt x="49550" y="89759"/>
                  </a:lnTo>
                  <a:lnTo>
                    <a:pt x="50476" y="92007"/>
                  </a:lnTo>
                  <a:lnTo>
                    <a:pt x="50708" y="93408"/>
                  </a:lnTo>
                  <a:lnTo>
                    <a:pt x="50371" y="94748"/>
                  </a:lnTo>
                  <a:lnTo>
                    <a:pt x="49273" y="95809"/>
                  </a:lnTo>
                  <a:lnTo>
                    <a:pt x="48057" y="95839"/>
                  </a:lnTo>
                  <a:lnTo>
                    <a:pt x="47395" y="95623"/>
                  </a:lnTo>
                  <a:lnTo>
                    <a:pt x="45480" y="94141"/>
                  </a:lnTo>
                  <a:lnTo>
                    <a:pt x="43808" y="93774"/>
                  </a:lnTo>
                  <a:lnTo>
                    <a:pt x="43535" y="94468"/>
                  </a:lnTo>
                  <a:lnTo>
                    <a:pt x="45674" y="96493"/>
                  </a:lnTo>
                  <a:lnTo>
                    <a:pt x="46640" y="99088"/>
                  </a:lnTo>
                  <a:lnTo>
                    <a:pt x="45618" y="100504"/>
                  </a:lnTo>
                  <a:lnTo>
                    <a:pt x="41603" y="103633"/>
                  </a:lnTo>
                  <a:lnTo>
                    <a:pt x="39499" y="107706"/>
                  </a:lnTo>
                  <a:lnTo>
                    <a:pt x="35431" y="109546"/>
                  </a:lnTo>
                  <a:lnTo>
                    <a:pt x="32916" y="109755"/>
                  </a:lnTo>
                  <a:lnTo>
                    <a:pt x="30422" y="109256"/>
                  </a:lnTo>
                  <a:lnTo>
                    <a:pt x="28032" y="108317"/>
                  </a:lnTo>
                  <a:lnTo>
                    <a:pt x="22042" y="107993"/>
                  </a:lnTo>
                  <a:lnTo>
                    <a:pt x="18723" y="106953"/>
                  </a:lnTo>
                  <a:lnTo>
                    <a:pt x="15350" y="105127"/>
                  </a:lnTo>
                  <a:lnTo>
                    <a:pt x="12410" y="105258"/>
                  </a:lnTo>
                  <a:lnTo>
                    <a:pt x="9908" y="106171"/>
                  </a:lnTo>
                  <a:lnTo>
                    <a:pt x="6626" y="108166"/>
                  </a:lnTo>
                  <a:lnTo>
                    <a:pt x="4549" y="104325"/>
                  </a:lnTo>
                  <a:lnTo>
                    <a:pt x="5450" y="102521"/>
                  </a:lnTo>
                  <a:lnTo>
                    <a:pt x="935" y="97938"/>
                  </a:lnTo>
                  <a:lnTo>
                    <a:pt x="0" y="95898"/>
                  </a:lnTo>
                  <a:lnTo>
                    <a:pt x="1091" y="94883"/>
                  </a:lnTo>
                  <a:lnTo>
                    <a:pt x="2475" y="94239"/>
                  </a:lnTo>
                  <a:lnTo>
                    <a:pt x="5073" y="92365"/>
                  </a:lnTo>
                  <a:lnTo>
                    <a:pt x="7693" y="90890"/>
                  </a:lnTo>
                  <a:lnTo>
                    <a:pt x="10399" y="90427"/>
                  </a:lnTo>
                  <a:lnTo>
                    <a:pt x="10856" y="90183"/>
                  </a:lnTo>
                  <a:lnTo>
                    <a:pt x="11975" y="87985"/>
                  </a:lnTo>
                  <a:lnTo>
                    <a:pt x="13183" y="86159"/>
                  </a:lnTo>
                  <a:lnTo>
                    <a:pt x="14282" y="85174"/>
                  </a:lnTo>
                  <a:lnTo>
                    <a:pt x="15547" y="83474"/>
                  </a:lnTo>
                  <a:lnTo>
                    <a:pt x="19472" y="76589"/>
                  </a:lnTo>
                  <a:lnTo>
                    <a:pt x="20404" y="76101"/>
                  </a:lnTo>
                  <a:lnTo>
                    <a:pt x="28571" y="74767"/>
                  </a:lnTo>
                  <a:lnTo>
                    <a:pt x="29297" y="74330"/>
                  </a:lnTo>
                  <a:lnTo>
                    <a:pt x="26957" y="72968"/>
                  </a:lnTo>
                  <a:lnTo>
                    <a:pt x="24542" y="72996"/>
                  </a:lnTo>
                  <a:lnTo>
                    <a:pt x="23428" y="72556"/>
                  </a:lnTo>
                  <a:lnTo>
                    <a:pt x="22797" y="71539"/>
                  </a:lnTo>
                  <a:lnTo>
                    <a:pt x="22450" y="70441"/>
                  </a:lnTo>
                  <a:lnTo>
                    <a:pt x="23405" y="69596"/>
                  </a:lnTo>
                  <a:lnTo>
                    <a:pt x="26540" y="65465"/>
                  </a:lnTo>
                  <a:lnTo>
                    <a:pt x="30293" y="62468"/>
                  </a:lnTo>
                  <a:lnTo>
                    <a:pt x="33759" y="60708"/>
                  </a:lnTo>
                  <a:lnTo>
                    <a:pt x="32893" y="60239"/>
                  </a:lnTo>
                  <a:lnTo>
                    <a:pt x="31801" y="59041"/>
                  </a:lnTo>
                  <a:lnTo>
                    <a:pt x="27581" y="59340"/>
                  </a:lnTo>
                  <a:lnTo>
                    <a:pt x="25917" y="57704"/>
                  </a:lnTo>
                  <a:lnTo>
                    <a:pt x="25399" y="56762"/>
                  </a:lnTo>
                  <a:lnTo>
                    <a:pt x="25261" y="55749"/>
                  </a:lnTo>
                  <a:lnTo>
                    <a:pt x="26626" y="54465"/>
                  </a:lnTo>
                  <a:lnTo>
                    <a:pt x="28044" y="53700"/>
                  </a:lnTo>
                  <a:lnTo>
                    <a:pt x="29607" y="53927"/>
                  </a:lnTo>
                  <a:lnTo>
                    <a:pt x="31167" y="54584"/>
                  </a:lnTo>
                  <a:lnTo>
                    <a:pt x="32406" y="55356"/>
                  </a:lnTo>
                  <a:lnTo>
                    <a:pt x="33593" y="56600"/>
                  </a:lnTo>
                  <a:lnTo>
                    <a:pt x="34643" y="56551"/>
                  </a:lnTo>
                  <a:lnTo>
                    <a:pt x="38418" y="52218"/>
                  </a:lnTo>
                  <a:lnTo>
                    <a:pt x="37838" y="51233"/>
                  </a:lnTo>
                  <a:lnTo>
                    <a:pt x="37594" y="49735"/>
                  </a:lnTo>
                  <a:lnTo>
                    <a:pt x="38025" y="49056"/>
                  </a:lnTo>
                  <a:lnTo>
                    <a:pt x="39815" y="48356"/>
                  </a:lnTo>
                  <a:lnTo>
                    <a:pt x="41025" y="48098"/>
                  </a:lnTo>
                  <a:lnTo>
                    <a:pt x="43668" y="48411"/>
                  </a:lnTo>
                  <a:lnTo>
                    <a:pt x="47433" y="49356"/>
                  </a:lnTo>
                  <a:lnTo>
                    <a:pt x="47738" y="48907"/>
                  </a:lnTo>
                  <a:lnTo>
                    <a:pt x="48684" y="46010"/>
                  </a:lnTo>
                  <a:lnTo>
                    <a:pt x="49612" y="44467"/>
                  </a:lnTo>
                  <a:lnTo>
                    <a:pt x="53440" y="41931"/>
                  </a:lnTo>
                  <a:lnTo>
                    <a:pt x="53180" y="41149"/>
                  </a:lnTo>
                  <a:lnTo>
                    <a:pt x="53004" y="39846"/>
                  </a:lnTo>
                  <a:lnTo>
                    <a:pt x="57447" y="38171"/>
                  </a:lnTo>
                  <a:lnTo>
                    <a:pt x="60339" y="36486"/>
                  </a:lnTo>
                  <a:lnTo>
                    <a:pt x="63159" y="34182"/>
                  </a:lnTo>
                  <a:lnTo>
                    <a:pt x="64559" y="33681"/>
                  </a:lnTo>
                  <a:lnTo>
                    <a:pt x="65987" y="33622"/>
                  </a:lnTo>
                  <a:lnTo>
                    <a:pt x="68901" y="32638"/>
                  </a:lnTo>
                  <a:lnTo>
                    <a:pt x="74273" y="31491"/>
                  </a:lnTo>
                  <a:lnTo>
                    <a:pt x="77410" y="30368"/>
                  </a:lnTo>
                  <a:lnTo>
                    <a:pt x="78422" y="27924"/>
                  </a:lnTo>
                  <a:lnTo>
                    <a:pt x="80411" y="27047"/>
                  </a:lnTo>
                  <a:lnTo>
                    <a:pt x="84444" y="26680"/>
                  </a:lnTo>
                  <a:lnTo>
                    <a:pt x="85979" y="26816"/>
                  </a:lnTo>
                  <a:lnTo>
                    <a:pt x="86851" y="27858"/>
                  </a:lnTo>
                  <a:lnTo>
                    <a:pt x="88591" y="27784"/>
                  </a:lnTo>
                  <a:lnTo>
                    <a:pt x="89276" y="27253"/>
                  </a:lnTo>
                  <a:lnTo>
                    <a:pt x="89969" y="26348"/>
                  </a:lnTo>
                  <a:lnTo>
                    <a:pt x="89760" y="24896"/>
                  </a:lnTo>
                  <a:lnTo>
                    <a:pt x="89728" y="23007"/>
                  </a:lnTo>
                  <a:lnTo>
                    <a:pt x="91241" y="21808"/>
                  </a:lnTo>
                  <a:lnTo>
                    <a:pt x="91793" y="21557"/>
                  </a:lnTo>
                  <a:lnTo>
                    <a:pt x="96331" y="21071"/>
                  </a:lnTo>
                  <a:lnTo>
                    <a:pt x="99017" y="21291"/>
                  </a:lnTo>
                  <a:lnTo>
                    <a:pt x="104572" y="22751"/>
                  </a:lnTo>
                  <a:lnTo>
                    <a:pt x="107457" y="23080"/>
                  </a:lnTo>
                  <a:lnTo>
                    <a:pt x="111294" y="22645"/>
                  </a:lnTo>
                  <a:lnTo>
                    <a:pt x="113632" y="22897"/>
                  </a:lnTo>
                  <a:lnTo>
                    <a:pt x="120477" y="20744"/>
                  </a:lnTo>
                  <a:lnTo>
                    <a:pt x="132043" y="18716"/>
                  </a:lnTo>
                  <a:lnTo>
                    <a:pt x="135055" y="17302"/>
                  </a:lnTo>
                  <a:lnTo>
                    <a:pt x="138046" y="15579"/>
                  </a:lnTo>
                  <a:lnTo>
                    <a:pt x="139562" y="15213"/>
                  </a:lnTo>
                  <a:lnTo>
                    <a:pt x="141096" y="15126"/>
                  </a:lnTo>
                  <a:lnTo>
                    <a:pt x="142486" y="14586"/>
                  </a:lnTo>
                  <a:lnTo>
                    <a:pt x="145184" y="13112"/>
                  </a:lnTo>
                  <a:lnTo>
                    <a:pt x="146523" y="12792"/>
                  </a:lnTo>
                  <a:lnTo>
                    <a:pt x="147982" y="12773"/>
                  </a:lnTo>
                  <a:lnTo>
                    <a:pt x="149311" y="11767"/>
                  </a:lnTo>
                  <a:lnTo>
                    <a:pt x="150496" y="9563"/>
                  </a:lnTo>
                  <a:lnTo>
                    <a:pt x="151780" y="7844"/>
                  </a:lnTo>
                  <a:lnTo>
                    <a:pt x="155263" y="5629"/>
                  </a:lnTo>
                  <a:lnTo>
                    <a:pt x="161231" y="2592"/>
                  </a:lnTo>
                  <a:lnTo>
                    <a:pt x="166597" y="1412"/>
                  </a:lnTo>
                  <a:lnTo>
                    <a:pt x="169944" y="112"/>
                  </a:lnTo>
                  <a:lnTo>
                    <a:pt x="171387" y="0"/>
                  </a:lnTo>
                  <a:lnTo>
                    <a:pt x="175896" y="619"/>
                  </a:lnTo>
                  <a:lnTo>
                    <a:pt x="181677" y="2301"/>
                  </a:lnTo>
                  <a:lnTo>
                    <a:pt x="184310" y="4163"/>
                  </a:lnTo>
                  <a:lnTo>
                    <a:pt x="186460" y="6559"/>
                  </a:lnTo>
                  <a:lnTo>
                    <a:pt x="186933" y="7417"/>
                  </a:lnTo>
                  <a:lnTo>
                    <a:pt x="187303" y="8980"/>
                  </a:lnTo>
                  <a:lnTo>
                    <a:pt x="186672" y="10397"/>
                  </a:lnTo>
                  <a:lnTo>
                    <a:pt x="186271" y="11851"/>
                  </a:lnTo>
                  <a:lnTo>
                    <a:pt x="186786" y="12960"/>
                  </a:lnTo>
                  <a:lnTo>
                    <a:pt x="182576" y="16611"/>
                  </a:lnTo>
                  <a:lnTo>
                    <a:pt x="178427" y="20628"/>
                  </a:lnTo>
                  <a:lnTo>
                    <a:pt x="177724" y="21473"/>
                  </a:lnTo>
                  <a:close/>
                </a:path>
              </a:pathLst>
            </a:custGeom>
            <a:solidFill>
              <a:srgbClr val="EBF4E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0" name="pg1309"/>
            <p:cNvSpPr/>
            <p:nvPr/>
          </p:nvSpPr>
          <p:spPr>
            <a:xfrm>
              <a:off x="4539639" y="1352721"/>
              <a:ext cx="15938" cy="6813"/>
            </a:xfrm>
            <a:custGeom>
              <a:avLst/>
              <a:pathLst>
                <a:path w="15938" h="6813">
                  <a:moveTo>
                    <a:pt x="12526" y="5285"/>
                  </a:moveTo>
                  <a:lnTo>
                    <a:pt x="12132" y="5857"/>
                  </a:lnTo>
                  <a:lnTo>
                    <a:pt x="11593" y="6304"/>
                  </a:lnTo>
                  <a:lnTo>
                    <a:pt x="10132" y="5997"/>
                  </a:lnTo>
                  <a:lnTo>
                    <a:pt x="7211" y="6813"/>
                  </a:lnTo>
                  <a:lnTo>
                    <a:pt x="6114" y="6349"/>
                  </a:lnTo>
                  <a:lnTo>
                    <a:pt x="5066" y="5442"/>
                  </a:lnTo>
                  <a:lnTo>
                    <a:pt x="1156" y="5732"/>
                  </a:lnTo>
                  <a:lnTo>
                    <a:pt x="0" y="5515"/>
                  </a:lnTo>
                  <a:lnTo>
                    <a:pt x="1855" y="4403"/>
                  </a:lnTo>
                  <a:lnTo>
                    <a:pt x="7203" y="3189"/>
                  </a:lnTo>
                  <a:lnTo>
                    <a:pt x="15524" y="0"/>
                  </a:lnTo>
                  <a:lnTo>
                    <a:pt x="15938" y="1520"/>
                  </a:lnTo>
                  <a:lnTo>
                    <a:pt x="15930" y="2243"/>
                  </a:lnTo>
                  <a:lnTo>
                    <a:pt x="14240" y="3969"/>
                  </a:lnTo>
                  <a:close/>
                </a:path>
              </a:pathLst>
            </a:custGeom>
            <a:solidFill>
              <a:srgbClr val="EBF4E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1" name="pg1310"/>
            <p:cNvSpPr/>
            <p:nvPr/>
          </p:nvSpPr>
          <p:spPr>
            <a:xfrm>
              <a:off x="4464013" y="1349603"/>
              <a:ext cx="6637" cy="3754"/>
            </a:xfrm>
            <a:custGeom>
              <a:avLst/>
              <a:pathLst>
                <a:path w="6637" h="3754">
                  <a:moveTo>
                    <a:pt x="4597" y="3611"/>
                  </a:moveTo>
                  <a:lnTo>
                    <a:pt x="1947" y="3754"/>
                  </a:lnTo>
                  <a:lnTo>
                    <a:pt x="463" y="2987"/>
                  </a:lnTo>
                  <a:lnTo>
                    <a:pt x="0" y="2488"/>
                  </a:lnTo>
                  <a:lnTo>
                    <a:pt x="725" y="1154"/>
                  </a:lnTo>
                  <a:lnTo>
                    <a:pt x="1725" y="282"/>
                  </a:lnTo>
                  <a:lnTo>
                    <a:pt x="5855" y="0"/>
                  </a:lnTo>
                  <a:lnTo>
                    <a:pt x="6637" y="907"/>
                  </a:lnTo>
                  <a:lnTo>
                    <a:pt x="6467" y="1670"/>
                  </a:lnTo>
                  <a:close/>
                </a:path>
              </a:pathLst>
            </a:custGeom>
            <a:solidFill>
              <a:srgbClr val="EBF4E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2" name="pg1311"/>
            <p:cNvSpPr/>
            <p:nvPr/>
          </p:nvSpPr>
          <p:spPr>
            <a:xfrm>
              <a:off x="4687707" y="1348537"/>
              <a:ext cx="5058" cy="3120"/>
            </a:xfrm>
            <a:custGeom>
              <a:avLst/>
              <a:pathLst>
                <a:path w="5058" h="3120">
                  <a:moveTo>
                    <a:pt x="1791" y="3086"/>
                  </a:moveTo>
                  <a:lnTo>
                    <a:pt x="403" y="3120"/>
                  </a:lnTo>
                  <a:lnTo>
                    <a:pt x="0" y="1716"/>
                  </a:lnTo>
                  <a:lnTo>
                    <a:pt x="1195" y="14"/>
                  </a:lnTo>
                  <a:lnTo>
                    <a:pt x="2676" y="0"/>
                  </a:lnTo>
                  <a:lnTo>
                    <a:pt x="3999" y="504"/>
                  </a:lnTo>
                  <a:lnTo>
                    <a:pt x="4439" y="810"/>
                  </a:lnTo>
                  <a:lnTo>
                    <a:pt x="4874" y="1397"/>
                  </a:lnTo>
                  <a:lnTo>
                    <a:pt x="5058" y="2329"/>
                  </a:lnTo>
                  <a:close/>
                </a:path>
              </a:pathLst>
            </a:custGeom>
            <a:solidFill>
              <a:srgbClr val="EBF4E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3" name="pg1312"/>
            <p:cNvSpPr/>
            <p:nvPr/>
          </p:nvSpPr>
          <p:spPr>
            <a:xfrm>
              <a:off x="3701539" y="1337209"/>
              <a:ext cx="2010389" cy="1079462"/>
            </a:xfrm>
            <a:custGeom>
              <a:avLst/>
              <a:pathLst>
                <a:path w="2010389" h="1079462">
                  <a:moveTo>
                    <a:pt x="1275139" y="1046861"/>
                  </a:moveTo>
                  <a:lnTo>
                    <a:pt x="1274777" y="1046115"/>
                  </a:lnTo>
                  <a:lnTo>
                    <a:pt x="1274698" y="1044793"/>
                  </a:lnTo>
                  <a:lnTo>
                    <a:pt x="1274283" y="1043519"/>
                  </a:lnTo>
                  <a:lnTo>
                    <a:pt x="1273495" y="1041774"/>
                  </a:lnTo>
                  <a:lnTo>
                    <a:pt x="1273160" y="1039980"/>
                  </a:lnTo>
                  <a:lnTo>
                    <a:pt x="1273870" y="1039037"/>
                  </a:lnTo>
                  <a:lnTo>
                    <a:pt x="1273772" y="1037385"/>
                  </a:lnTo>
                  <a:lnTo>
                    <a:pt x="1273082" y="1035875"/>
                  </a:lnTo>
                  <a:lnTo>
                    <a:pt x="1272078" y="1035543"/>
                  </a:lnTo>
                  <a:lnTo>
                    <a:pt x="1271840" y="1035121"/>
                  </a:lnTo>
                  <a:lnTo>
                    <a:pt x="1271900" y="1034317"/>
                  </a:lnTo>
                  <a:lnTo>
                    <a:pt x="1272244" y="1033479"/>
                  </a:lnTo>
                  <a:lnTo>
                    <a:pt x="1272741" y="1032779"/>
                  </a:lnTo>
                  <a:lnTo>
                    <a:pt x="1273781" y="1031818"/>
                  </a:lnTo>
                  <a:lnTo>
                    <a:pt x="1275573" y="1031103"/>
                  </a:lnTo>
                  <a:lnTo>
                    <a:pt x="1276570" y="1030482"/>
                  </a:lnTo>
                  <a:lnTo>
                    <a:pt x="1277376" y="1030290"/>
                  </a:lnTo>
                  <a:lnTo>
                    <a:pt x="1278293" y="1030632"/>
                  </a:lnTo>
                  <a:lnTo>
                    <a:pt x="1279066" y="1029706"/>
                  </a:lnTo>
                  <a:lnTo>
                    <a:pt x="1279844" y="1029140"/>
                  </a:lnTo>
                  <a:lnTo>
                    <a:pt x="1280028" y="1027543"/>
                  </a:lnTo>
                  <a:lnTo>
                    <a:pt x="1280060" y="1025126"/>
                  </a:lnTo>
                  <a:lnTo>
                    <a:pt x="1280342" y="1024406"/>
                  </a:lnTo>
                  <a:lnTo>
                    <a:pt x="1280670" y="1023367"/>
                  </a:lnTo>
                  <a:lnTo>
                    <a:pt x="1281164" y="1022050"/>
                  </a:lnTo>
                  <a:lnTo>
                    <a:pt x="1281613" y="1018635"/>
                  </a:lnTo>
                  <a:lnTo>
                    <a:pt x="1281951" y="1016275"/>
                  </a:lnTo>
                  <a:lnTo>
                    <a:pt x="1282173" y="1015080"/>
                  </a:lnTo>
                  <a:lnTo>
                    <a:pt x="1282228" y="1013455"/>
                  </a:lnTo>
                  <a:lnTo>
                    <a:pt x="1282008" y="1012392"/>
                  </a:lnTo>
                  <a:lnTo>
                    <a:pt x="1281579" y="1011760"/>
                  </a:lnTo>
                  <a:lnTo>
                    <a:pt x="1281249" y="1011313"/>
                  </a:lnTo>
                  <a:lnTo>
                    <a:pt x="1281220" y="1009495"/>
                  </a:lnTo>
                  <a:lnTo>
                    <a:pt x="1281263" y="1007019"/>
                  </a:lnTo>
                  <a:lnTo>
                    <a:pt x="1281147" y="1005427"/>
                  </a:lnTo>
                  <a:lnTo>
                    <a:pt x="1281629" y="996616"/>
                  </a:lnTo>
                  <a:lnTo>
                    <a:pt x="1282147" y="994588"/>
                  </a:lnTo>
                  <a:lnTo>
                    <a:pt x="1280550" y="982839"/>
                  </a:lnTo>
                  <a:lnTo>
                    <a:pt x="1280070" y="979102"/>
                  </a:lnTo>
                  <a:lnTo>
                    <a:pt x="1279746" y="977210"/>
                  </a:lnTo>
                  <a:lnTo>
                    <a:pt x="1279046" y="974446"/>
                  </a:lnTo>
                  <a:lnTo>
                    <a:pt x="1278600" y="973065"/>
                  </a:lnTo>
                  <a:lnTo>
                    <a:pt x="1278771" y="971753"/>
                  </a:lnTo>
                  <a:lnTo>
                    <a:pt x="1279405" y="970437"/>
                  </a:lnTo>
                  <a:lnTo>
                    <a:pt x="1280013" y="969813"/>
                  </a:lnTo>
                  <a:lnTo>
                    <a:pt x="1281810" y="969513"/>
                  </a:lnTo>
                  <a:lnTo>
                    <a:pt x="1282308" y="969041"/>
                  </a:lnTo>
                  <a:lnTo>
                    <a:pt x="1284512" y="967625"/>
                  </a:lnTo>
                  <a:lnTo>
                    <a:pt x="1285013" y="966766"/>
                  </a:lnTo>
                  <a:lnTo>
                    <a:pt x="1286139" y="964682"/>
                  </a:lnTo>
                  <a:lnTo>
                    <a:pt x="1286574" y="963118"/>
                  </a:lnTo>
                  <a:lnTo>
                    <a:pt x="1287068" y="961085"/>
                  </a:lnTo>
                  <a:lnTo>
                    <a:pt x="1288155" y="959984"/>
                  </a:lnTo>
                  <a:lnTo>
                    <a:pt x="1288807" y="958133"/>
                  </a:lnTo>
                  <a:lnTo>
                    <a:pt x="1289509" y="957495"/>
                  </a:lnTo>
                  <a:lnTo>
                    <a:pt x="1290218" y="959065"/>
                  </a:lnTo>
                  <a:lnTo>
                    <a:pt x="1291060" y="959944"/>
                  </a:lnTo>
                  <a:lnTo>
                    <a:pt x="1292169" y="960476"/>
                  </a:lnTo>
                  <a:lnTo>
                    <a:pt x="1293575" y="961147"/>
                  </a:lnTo>
                  <a:lnTo>
                    <a:pt x="1295817" y="962427"/>
                  </a:lnTo>
                  <a:lnTo>
                    <a:pt x="1298112" y="963525"/>
                  </a:lnTo>
                  <a:lnTo>
                    <a:pt x="1299551" y="964385"/>
                  </a:lnTo>
                  <a:lnTo>
                    <a:pt x="1300261" y="964773"/>
                  </a:lnTo>
                  <a:lnTo>
                    <a:pt x="1301686" y="965347"/>
                  </a:lnTo>
                  <a:lnTo>
                    <a:pt x="1302305" y="965793"/>
                  </a:lnTo>
                  <a:lnTo>
                    <a:pt x="1302888" y="966269"/>
                  </a:lnTo>
                  <a:lnTo>
                    <a:pt x="1303822" y="964950"/>
                  </a:lnTo>
                  <a:lnTo>
                    <a:pt x="1305078" y="963291"/>
                  </a:lnTo>
                  <a:lnTo>
                    <a:pt x="1304873" y="960639"/>
                  </a:lnTo>
                  <a:lnTo>
                    <a:pt x="1305076" y="957655"/>
                  </a:lnTo>
                  <a:lnTo>
                    <a:pt x="1305973" y="952532"/>
                  </a:lnTo>
                  <a:lnTo>
                    <a:pt x="1306972" y="951042"/>
                  </a:lnTo>
                  <a:lnTo>
                    <a:pt x="1307497" y="950811"/>
                  </a:lnTo>
                  <a:lnTo>
                    <a:pt x="1308064" y="950245"/>
                  </a:lnTo>
                  <a:lnTo>
                    <a:pt x="1309062" y="949286"/>
                  </a:lnTo>
                  <a:lnTo>
                    <a:pt x="1309423" y="947911"/>
                  </a:lnTo>
                  <a:lnTo>
                    <a:pt x="1309219" y="946319"/>
                  </a:lnTo>
                  <a:lnTo>
                    <a:pt x="1309548" y="944765"/>
                  </a:lnTo>
                  <a:lnTo>
                    <a:pt x="1309658" y="943206"/>
                  </a:lnTo>
                  <a:lnTo>
                    <a:pt x="1310008" y="941186"/>
                  </a:lnTo>
                  <a:lnTo>
                    <a:pt x="1310478" y="940624"/>
                  </a:lnTo>
                  <a:lnTo>
                    <a:pt x="1311180" y="939959"/>
                  </a:lnTo>
                  <a:lnTo>
                    <a:pt x="1311672" y="938928"/>
                  </a:lnTo>
                  <a:lnTo>
                    <a:pt x="1312139" y="937340"/>
                  </a:lnTo>
                  <a:lnTo>
                    <a:pt x="1312452" y="935547"/>
                  </a:lnTo>
                  <a:lnTo>
                    <a:pt x="1312324" y="933475"/>
                  </a:lnTo>
                  <a:lnTo>
                    <a:pt x="1312935" y="932110"/>
                  </a:lnTo>
                  <a:lnTo>
                    <a:pt x="1313954" y="930978"/>
                  </a:lnTo>
                  <a:lnTo>
                    <a:pt x="1314306" y="930284"/>
                  </a:lnTo>
                  <a:lnTo>
                    <a:pt x="1314472" y="928471"/>
                  </a:lnTo>
                  <a:lnTo>
                    <a:pt x="1314540" y="927675"/>
                  </a:lnTo>
                  <a:lnTo>
                    <a:pt x="1314817" y="926762"/>
                  </a:lnTo>
                  <a:lnTo>
                    <a:pt x="1314619" y="924882"/>
                  </a:lnTo>
                  <a:lnTo>
                    <a:pt x="1314371" y="922856"/>
                  </a:lnTo>
                  <a:lnTo>
                    <a:pt x="1315493" y="919454"/>
                  </a:lnTo>
                  <a:lnTo>
                    <a:pt x="1316297" y="916531"/>
                  </a:lnTo>
                  <a:lnTo>
                    <a:pt x="1316493" y="912247"/>
                  </a:lnTo>
                  <a:lnTo>
                    <a:pt x="1316585" y="911543"/>
                  </a:lnTo>
                  <a:lnTo>
                    <a:pt x="1316898" y="909510"/>
                  </a:lnTo>
                  <a:lnTo>
                    <a:pt x="1317083" y="908702"/>
                  </a:lnTo>
                  <a:lnTo>
                    <a:pt x="1317707" y="906017"/>
                  </a:lnTo>
                  <a:lnTo>
                    <a:pt x="1318511" y="904271"/>
                  </a:lnTo>
                  <a:lnTo>
                    <a:pt x="1318352" y="902316"/>
                  </a:lnTo>
                  <a:lnTo>
                    <a:pt x="1318028" y="900410"/>
                  </a:lnTo>
                  <a:lnTo>
                    <a:pt x="1318086" y="899126"/>
                  </a:lnTo>
                  <a:lnTo>
                    <a:pt x="1318796" y="897636"/>
                  </a:lnTo>
                  <a:lnTo>
                    <a:pt x="1319226" y="896894"/>
                  </a:lnTo>
                  <a:lnTo>
                    <a:pt x="1319606" y="895835"/>
                  </a:lnTo>
                  <a:lnTo>
                    <a:pt x="1320206" y="895364"/>
                  </a:lnTo>
                  <a:lnTo>
                    <a:pt x="1320737" y="895106"/>
                  </a:lnTo>
                  <a:lnTo>
                    <a:pt x="1321983" y="894836"/>
                  </a:lnTo>
                  <a:lnTo>
                    <a:pt x="1322704" y="893720"/>
                  </a:lnTo>
                  <a:lnTo>
                    <a:pt x="1323374" y="892575"/>
                  </a:lnTo>
                  <a:lnTo>
                    <a:pt x="1324603" y="889592"/>
                  </a:lnTo>
                  <a:lnTo>
                    <a:pt x="1325002" y="887830"/>
                  </a:lnTo>
                  <a:lnTo>
                    <a:pt x="1325301" y="886915"/>
                  </a:lnTo>
                  <a:lnTo>
                    <a:pt x="1324638" y="884374"/>
                  </a:lnTo>
                  <a:lnTo>
                    <a:pt x="1324042" y="882222"/>
                  </a:lnTo>
                  <a:lnTo>
                    <a:pt x="1323314" y="879239"/>
                  </a:lnTo>
                  <a:lnTo>
                    <a:pt x="1323001" y="877841"/>
                  </a:lnTo>
                  <a:lnTo>
                    <a:pt x="1323487" y="876057"/>
                  </a:lnTo>
                  <a:lnTo>
                    <a:pt x="1324004" y="874956"/>
                  </a:lnTo>
                  <a:lnTo>
                    <a:pt x="1324277" y="873976"/>
                  </a:lnTo>
                  <a:lnTo>
                    <a:pt x="1324419" y="872288"/>
                  </a:lnTo>
                  <a:lnTo>
                    <a:pt x="1324226" y="871004"/>
                  </a:lnTo>
                  <a:lnTo>
                    <a:pt x="1322972" y="869000"/>
                  </a:lnTo>
                  <a:lnTo>
                    <a:pt x="1321646" y="868007"/>
                  </a:lnTo>
                  <a:lnTo>
                    <a:pt x="1320150" y="867607"/>
                  </a:lnTo>
                  <a:lnTo>
                    <a:pt x="1319637" y="867472"/>
                  </a:lnTo>
                  <a:lnTo>
                    <a:pt x="1318557" y="867871"/>
                  </a:lnTo>
                  <a:lnTo>
                    <a:pt x="1314070" y="870418"/>
                  </a:lnTo>
                  <a:lnTo>
                    <a:pt x="1311967" y="872369"/>
                  </a:lnTo>
                  <a:lnTo>
                    <a:pt x="1310751" y="874576"/>
                  </a:lnTo>
                  <a:lnTo>
                    <a:pt x="1309457" y="875635"/>
                  </a:lnTo>
                  <a:lnTo>
                    <a:pt x="1307393" y="875507"/>
                  </a:lnTo>
                  <a:lnTo>
                    <a:pt x="1305455" y="875384"/>
                  </a:lnTo>
                  <a:lnTo>
                    <a:pt x="1303926" y="876603"/>
                  </a:lnTo>
                  <a:lnTo>
                    <a:pt x="1302161" y="879124"/>
                  </a:lnTo>
                  <a:lnTo>
                    <a:pt x="1300874" y="880277"/>
                  </a:lnTo>
                  <a:lnTo>
                    <a:pt x="1300064" y="880065"/>
                  </a:lnTo>
                  <a:lnTo>
                    <a:pt x="1299197" y="881754"/>
                  </a:lnTo>
                  <a:lnTo>
                    <a:pt x="1298271" y="885347"/>
                  </a:lnTo>
                  <a:lnTo>
                    <a:pt x="1297214" y="886928"/>
                  </a:lnTo>
                  <a:lnTo>
                    <a:pt x="1296029" y="886500"/>
                  </a:lnTo>
                  <a:lnTo>
                    <a:pt x="1293186" y="886840"/>
                  </a:lnTo>
                  <a:lnTo>
                    <a:pt x="1288687" y="887947"/>
                  </a:lnTo>
                  <a:lnTo>
                    <a:pt x="1285868" y="887902"/>
                  </a:lnTo>
                  <a:lnTo>
                    <a:pt x="1284726" y="886703"/>
                  </a:lnTo>
                  <a:lnTo>
                    <a:pt x="1282938" y="886549"/>
                  </a:lnTo>
                  <a:lnTo>
                    <a:pt x="1280501" y="887440"/>
                  </a:lnTo>
                  <a:lnTo>
                    <a:pt x="1279031" y="887624"/>
                  </a:lnTo>
                  <a:lnTo>
                    <a:pt x="1278528" y="887096"/>
                  </a:lnTo>
                  <a:lnTo>
                    <a:pt x="1278169" y="885604"/>
                  </a:lnTo>
                  <a:lnTo>
                    <a:pt x="1277954" y="883148"/>
                  </a:lnTo>
                  <a:lnTo>
                    <a:pt x="1277130" y="880591"/>
                  </a:lnTo>
                  <a:lnTo>
                    <a:pt x="1275698" y="877938"/>
                  </a:lnTo>
                  <a:lnTo>
                    <a:pt x="1275445" y="874735"/>
                  </a:lnTo>
                  <a:lnTo>
                    <a:pt x="1276372" y="870984"/>
                  </a:lnTo>
                  <a:lnTo>
                    <a:pt x="1276583" y="868415"/>
                  </a:lnTo>
                  <a:lnTo>
                    <a:pt x="1276079" y="867029"/>
                  </a:lnTo>
                  <a:lnTo>
                    <a:pt x="1275874" y="865789"/>
                  </a:lnTo>
                  <a:lnTo>
                    <a:pt x="1274792" y="864223"/>
                  </a:lnTo>
                  <a:lnTo>
                    <a:pt x="1274028" y="861526"/>
                  </a:lnTo>
                  <a:lnTo>
                    <a:pt x="1273471" y="860703"/>
                  </a:lnTo>
                  <a:lnTo>
                    <a:pt x="1273637" y="858409"/>
                  </a:lnTo>
                  <a:lnTo>
                    <a:pt x="1274274" y="855659"/>
                  </a:lnTo>
                  <a:lnTo>
                    <a:pt x="1273483" y="853059"/>
                  </a:lnTo>
                  <a:lnTo>
                    <a:pt x="1271042" y="852906"/>
                  </a:lnTo>
                  <a:lnTo>
                    <a:pt x="1269076" y="852159"/>
                  </a:lnTo>
                  <a:lnTo>
                    <a:pt x="1267116" y="849777"/>
                  </a:lnTo>
                  <a:lnTo>
                    <a:pt x="1264098" y="843081"/>
                  </a:lnTo>
                  <a:lnTo>
                    <a:pt x="1262599" y="840727"/>
                  </a:lnTo>
                  <a:lnTo>
                    <a:pt x="1261616" y="840487"/>
                  </a:lnTo>
                  <a:lnTo>
                    <a:pt x="1260904" y="839400"/>
                  </a:lnTo>
                  <a:lnTo>
                    <a:pt x="1260465" y="837468"/>
                  </a:lnTo>
                  <a:lnTo>
                    <a:pt x="1259756" y="837449"/>
                  </a:lnTo>
                  <a:lnTo>
                    <a:pt x="1259065" y="837449"/>
                  </a:lnTo>
                  <a:lnTo>
                    <a:pt x="1258638" y="838250"/>
                  </a:lnTo>
                  <a:lnTo>
                    <a:pt x="1258142" y="838501"/>
                  </a:lnTo>
                  <a:lnTo>
                    <a:pt x="1257383" y="837768"/>
                  </a:lnTo>
                  <a:lnTo>
                    <a:pt x="1256603" y="837687"/>
                  </a:lnTo>
                  <a:lnTo>
                    <a:pt x="1255800" y="838259"/>
                  </a:lnTo>
                  <a:lnTo>
                    <a:pt x="1255122" y="837887"/>
                  </a:lnTo>
                  <a:lnTo>
                    <a:pt x="1254569" y="836569"/>
                  </a:lnTo>
                  <a:lnTo>
                    <a:pt x="1253556" y="835692"/>
                  </a:lnTo>
                  <a:lnTo>
                    <a:pt x="1252089" y="835254"/>
                  </a:lnTo>
                  <a:lnTo>
                    <a:pt x="1251484" y="834339"/>
                  </a:lnTo>
                  <a:lnTo>
                    <a:pt x="1251739" y="832946"/>
                  </a:lnTo>
                  <a:lnTo>
                    <a:pt x="1251468" y="831909"/>
                  </a:lnTo>
                  <a:lnTo>
                    <a:pt x="1250665" y="831224"/>
                  </a:lnTo>
                  <a:lnTo>
                    <a:pt x="1248478" y="831398"/>
                  </a:lnTo>
                  <a:lnTo>
                    <a:pt x="1244904" y="832431"/>
                  </a:lnTo>
                  <a:lnTo>
                    <a:pt x="1241973" y="832156"/>
                  </a:lnTo>
                  <a:lnTo>
                    <a:pt x="1239686" y="830574"/>
                  </a:lnTo>
                  <a:lnTo>
                    <a:pt x="1238414" y="829114"/>
                  </a:lnTo>
                  <a:lnTo>
                    <a:pt x="1238154" y="827778"/>
                  </a:lnTo>
                  <a:lnTo>
                    <a:pt x="1237495" y="826494"/>
                  </a:lnTo>
                  <a:lnTo>
                    <a:pt x="1236435" y="825265"/>
                  </a:lnTo>
                  <a:lnTo>
                    <a:pt x="1235838" y="823148"/>
                  </a:lnTo>
                  <a:lnTo>
                    <a:pt x="1235707" y="820146"/>
                  </a:lnTo>
                  <a:lnTo>
                    <a:pt x="1235960" y="817290"/>
                  </a:lnTo>
                  <a:lnTo>
                    <a:pt x="1236922" y="813233"/>
                  </a:lnTo>
                  <a:lnTo>
                    <a:pt x="1234516" y="810586"/>
                  </a:lnTo>
                  <a:lnTo>
                    <a:pt x="1233799" y="809062"/>
                  </a:lnTo>
                  <a:lnTo>
                    <a:pt x="1233972" y="807778"/>
                  </a:lnTo>
                  <a:lnTo>
                    <a:pt x="1233844" y="806759"/>
                  </a:lnTo>
                  <a:lnTo>
                    <a:pt x="1233415" y="806007"/>
                  </a:lnTo>
                  <a:lnTo>
                    <a:pt x="1233441" y="804806"/>
                  </a:lnTo>
                  <a:lnTo>
                    <a:pt x="1233922" y="803153"/>
                  </a:lnTo>
                  <a:lnTo>
                    <a:pt x="1233919" y="801048"/>
                  </a:lnTo>
                  <a:lnTo>
                    <a:pt x="1233427" y="798489"/>
                  </a:lnTo>
                  <a:lnTo>
                    <a:pt x="1232085" y="794899"/>
                  </a:lnTo>
                  <a:lnTo>
                    <a:pt x="1229890" y="790276"/>
                  </a:lnTo>
                  <a:lnTo>
                    <a:pt x="1228710" y="786900"/>
                  </a:lnTo>
                  <a:lnTo>
                    <a:pt x="1228547" y="784768"/>
                  </a:lnTo>
                  <a:lnTo>
                    <a:pt x="1228252" y="783059"/>
                  </a:lnTo>
                  <a:lnTo>
                    <a:pt x="1227842" y="782136"/>
                  </a:lnTo>
                  <a:lnTo>
                    <a:pt x="1227587" y="780555"/>
                  </a:lnTo>
                  <a:lnTo>
                    <a:pt x="1227760" y="778803"/>
                  </a:lnTo>
                  <a:lnTo>
                    <a:pt x="1227508" y="777678"/>
                  </a:lnTo>
                  <a:lnTo>
                    <a:pt x="1227192" y="776620"/>
                  </a:lnTo>
                  <a:lnTo>
                    <a:pt x="1227238" y="774917"/>
                  </a:lnTo>
                  <a:lnTo>
                    <a:pt x="1226856" y="773753"/>
                  </a:lnTo>
                  <a:lnTo>
                    <a:pt x="1226050" y="773125"/>
                  </a:lnTo>
                  <a:lnTo>
                    <a:pt x="1225796" y="771837"/>
                  </a:lnTo>
                  <a:lnTo>
                    <a:pt x="1225946" y="769086"/>
                  </a:lnTo>
                  <a:lnTo>
                    <a:pt x="1225365" y="766773"/>
                  </a:lnTo>
                  <a:lnTo>
                    <a:pt x="1223599" y="762502"/>
                  </a:lnTo>
                  <a:lnTo>
                    <a:pt x="1223074" y="759385"/>
                  </a:lnTo>
                  <a:lnTo>
                    <a:pt x="1222920" y="756573"/>
                  </a:lnTo>
                  <a:lnTo>
                    <a:pt x="1222170" y="755198"/>
                  </a:lnTo>
                  <a:lnTo>
                    <a:pt x="1222130" y="753972"/>
                  </a:lnTo>
                  <a:lnTo>
                    <a:pt x="1222031" y="751844"/>
                  </a:lnTo>
                  <a:lnTo>
                    <a:pt x="1221572" y="751261"/>
                  </a:lnTo>
                  <a:lnTo>
                    <a:pt x="1221299" y="750511"/>
                  </a:lnTo>
                  <a:lnTo>
                    <a:pt x="1221515" y="749613"/>
                  </a:lnTo>
                  <a:lnTo>
                    <a:pt x="1221159" y="748498"/>
                  </a:lnTo>
                  <a:lnTo>
                    <a:pt x="1220230" y="747166"/>
                  </a:lnTo>
                  <a:lnTo>
                    <a:pt x="1219803" y="746013"/>
                  </a:lnTo>
                  <a:lnTo>
                    <a:pt x="1219698" y="744970"/>
                  </a:lnTo>
                  <a:lnTo>
                    <a:pt x="1219231" y="744158"/>
                  </a:lnTo>
                  <a:lnTo>
                    <a:pt x="1217865" y="743369"/>
                  </a:lnTo>
                  <a:lnTo>
                    <a:pt x="1217496" y="742279"/>
                  </a:lnTo>
                  <a:lnTo>
                    <a:pt x="1217585" y="741310"/>
                  </a:lnTo>
                  <a:lnTo>
                    <a:pt x="1217879" y="740409"/>
                  </a:lnTo>
                  <a:lnTo>
                    <a:pt x="1218041" y="739863"/>
                  </a:lnTo>
                  <a:lnTo>
                    <a:pt x="1217990" y="739157"/>
                  </a:lnTo>
                  <a:lnTo>
                    <a:pt x="1217893" y="738460"/>
                  </a:lnTo>
                  <a:lnTo>
                    <a:pt x="1217352" y="737621"/>
                  </a:lnTo>
                  <a:lnTo>
                    <a:pt x="1216578" y="736651"/>
                  </a:lnTo>
                  <a:lnTo>
                    <a:pt x="1215717" y="734557"/>
                  </a:lnTo>
                  <a:lnTo>
                    <a:pt x="1214618" y="733990"/>
                  </a:lnTo>
                  <a:lnTo>
                    <a:pt x="1213944" y="733990"/>
                  </a:lnTo>
                  <a:lnTo>
                    <a:pt x="1213359" y="732806"/>
                  </a:lnTo>
                  <a:lnTo>
                    <a:pt x="1213539" y="732053"/>
                  </a:lnTo>
                  <a:lnTo>
                    <a:pt x="1213494" y="730652"/>
                  </a:lnTo>
                  <a:lnTo>
                    <a:pt x="1212967" y="729512"/>
                  </a:lnTo>
                  <a:lnTo>
                    <a:pt x="1212313" y="729063"/>
                  </a:lnTo>
                  <a:lnTo>
                    <a:pt x="1211696" y="729354"/>
                  </a:lnTo>
                  <a:lnTo>
                    <a:pt x="1210172" y="728287"/>
                  </a:lnTo>
                  <a:lnTo>
                    <a:pt x="1207742" y="725861"/>
                  </a:lnTo>
                  <a:lnTo>
                    <a:pt x="1205884" y="724743"/>
                  </a:lnTo>
                  <a:lnTo>
                    <a:pt x="1204599" y="724931"/>
                  </a:lnTo>
                  <a:lnTo>
                    <a:pt x="1203807" y="725659"/>
                  </a:lnTo>
                  <a:lnTo>
                    <a:pt x="1203504" y="726928"/>
                  </a:lnTo>
                  <a:lnTo>
                    <a:pt x="1202643" y="726806"/>
                  </a:lnTo>
                  <a:lnTo>
                    <a:pt x="1200514" y="724537"/>
                  </a:lnTo>
                  <a:lnTo>
                    <a:pt x="1198368" y="723976"/>
                  </a:lnTo>
                  <a:lnTo>
                    <a:pt x="1197174" y="722755"/>
                  </a:lnTo>
                  <a:lnTo>
                    <a:pt x="1196215" y="720689"/>
                  </a:lnTo>
                  <a:lnTo>
                    <a:pt x="1195333" y="719825"/>
                  </a:lnTo>
                  <a:lnTo>
                    <a:pt x="1194523" y="720162"/>
                  </a:lnTo>
                  <a:lnTo>
                    <a:pt x="1192554" y="718776"/>
                  </a:lnTo>
                  <a:lnTo>
                    <a:pt x="1189422" y="715662"/>
                  </a:lnTo>
                  <a:lnTo>
                    <a:pt x="1187779" y="714612"/>
                  </a:lnTo>
                  <a:lnTo>
                    <a:pt x="1187186" y="715199"/>
                  </a:lnTo>
                  <a:lnTo>
                    <a:pt x="1186878" y="715205"/>
                  </a:lnTo>
                  <a:lnTo>
                    <a:pt x="1186319" y="715117"/>
                  </a:lnTo>
                  <a:lnTo>
                    <a:pt x="1185511" y="715078"/>
                  </a:lnTo>
                  <a:lnTo>
                    <a:pt x="1184099" y="714343"/>
                  </a:lnTo>
                  <a:lnTo>
                    <a:pt x="1182181" y="714669"/>
                  </a:lnTo>
                  <a:lnTo>
                    <a:pt x="1179756" y="716054"/>
                  </a:lnTo>
                  <a:lnTo>
                    <a:pt x="1177129" y="716917"/>
                  </a:lnTo>
                  <a:lnTo>
                    <a:pt x="1174304" y="717258"/>
                  </a:lnTo>
                  <a:lnTo>
                    <a:pt x="1172630" y="717095"/>
                  </a:lnTo>
                  <a:lnTo>
                    <a:pt x="1172108" y="716430"/>
                  </a:lnTo>
                  <a:lnTo>
                    <a:pt x="1169036" y="717421"/>
                  </a:lnTo>
                  <a:lnTo>
                    <a:pt x="1164779" y="719426"/>
                  </a:lnTo>
                  <a:lnTo>
                    <a:pt x="1160603" y="721393"/>
                  </a:lnTo>
                  <a:lnTo>
                    <a:pt x="1155420" y="722353"/>
                  </a:lnTo>
                  <a:lnTo>
                    <a:pt x="1151948" y="725684"/>
                  </a:lnTo>
                  <a:lnTo>
                    <a:pt x="1148458" y="731705"/>
                  </a:lnTo>
                  <a:lnTo>
                    <a:pt x="1145952" y="735492"/>
                  </a:lnTo>
                  <a:lnTo>
                    <a:pt x="1144426" y="737049"/>
                  </a:lnTo>
                  <a:lnTo>
                    <a:pt x="1143807" y="739088"/>
                  </a:lnTo>
                  <a:lnTo>
                    <a:pt x="1144093" y="741608"/>
                  </a:lnTo>
                  <a:lnTo>
                    <a:pt x="1145391" y="742507"/>
                  </a:lnTo>
                  <a:lnTo>
                    <a:pt x="1147703" y="741783"/>
                  </a:lnTo>
                  <a:lnTo>
                    <a:pt x="1149690" y="742136"/>
                  </a:lnTo>
                  <a:lnTo>
                    <a:pt x="1151356" y="743566"/>
                  </a:lnTo>
                  <a:lnTo>
                    <a:pt x="1151888" y="745725"/>
                  </a:lnTo>
                  <a:lnTo>
                    <a:pt x="1151285" y="748612"/>
                  </a:lnTo>
                  <a:lnTo>
                    <a:pt x="1151471" y="751448"/>
                  </a:lnTo>
                  <a:lnTo>
                    <a:pt x="1152447" y="754239"/>
                  </a:lnTo>
                  <a:lnTo>
                    <a:pt x="1152512" y="757458"/>
                  </a:lnTo>
                  <a:lnTo>
                    <a:pt x="1151669" y="761107"/>
                  </a:lnTo>
                  <a:lnTo>
                    <a:pt x="1149560" y="764786"/>
                  </a:lnTo>
                  <a:lnTo>
                    <a:pt x="1146184" y="768495"/>
                  </a:lnTo>
                  <a:lnTo>
                    <a:pt x="1144085" y="772110"/>
                  </a:lnTo>
                  <a:lnTo>
                    <a:pt x="1142852" y="777386"/>
                  </a:lnTo>
                  <a:lnTo>
                    <a:pt x="1140954" y="781969"/>
                  </a:lnTo>
                  <a:lnTo>
                    <a:pt x="1140257" y="784555"/>
                  </a:lnTo>
                  <a:lnTo>
                    <a:pt x="1140125" y="786677"/>
                  </a:lnTo>
                  <a:lnTo>
                    <a:pt x="1139372" y="788969"/>
                  </a:lnTo>
                  <a:lnTo>
                    <a:pt x="1137996" y="791432"/>
                  </a:lnTo>
                  <a:lnTo>
                    <a:pt x="1137241" y="793904"/>
                  </a:lnTo>
                  <a:lnTo>
                    <a:pt x="1137111" y="796382"/>
                  </a:lnTo>
                  <a:lnTo>
                    <a:pt x="1136420" y="798640"/>
                  </a:lnTo>
                  <a:lnTo>
                    <a:pt x="1135165" y="800678"/>
                  </a:lnTo>
                  <a:lnTo>
                    <a:pt x="1134383" y="802832"/>
                  </a:lnTo>
                  <a:lnTo>
                    <a:pt x="1134077" y="805101"/>
                  </a:lnTo>
                  <a:lnTo>
                    <a:pt x="1133594" y="806628"/>
                  </a:lnTo>
                  <a:lnTo>
                    <a:pt x="1132939" y="807411"/>
                  </a:lnTo>
                  <a:lnTo>
                    <a:pt x="1133288" y="808185"/>
                  </a:lnTo>
                  <a:lnTo>
                    <a:pt x="1134641" y="808951"/>
                  </a:lnTo>
                  <a:lnTo>
                    <a:pt x="1135193" y="811166"/>
                  </a:lnTo>
                  <a:lnTo>
                    <a:pt x="1134943" y="814830"/>
                  </a:lnTo>
                  <a:lnTo>
                    <a:pt x="1134126" y="817446"/>
                  </a:lnTo>
                  <a:lnTo>
                    <a:pt x="1132739" y="819013"/>
                  </a:lnTo>
                  <a:lnTo>
                    <a:pt x="1130667" y="820033"/>
                  </a:lnTo>
                  <a:lnTo>
                    <a:pt x="1127908" y="820506"/>
                  </a:lnTo>
                  <a:lnTo>
                    <a:pt x="1124152" y="824004"/>
                  </a:lnTo>
                  <a:lnTo>
                    <a:pt x="1120883" y="828487"/>
                  </a:lnTo>
                  <a:lnTo>
                    <a:pt x="1117018" y="833785"/>
                  </a:lnTo>
                  <a:lnTo>
                    <a:pt x="1116267" y="833783"/>
                  </a:lnTo>
                  <a:lnTo>
                    <a:pt x="1114859" y="833124"/>
                  </a:lnTo>
                  <a:lnTo>
                    <a:pt x="1112128" y="830950"/>
                  </a:lnTo>
                  <a:lnTo>
                    <a:pt x="1109271" y="830494"/>
                  </a:lnTo>
                  <a:lnTo>
                    <a:pt x="1106508" y="828481"/>
                  </a:lnTo>
                  <a:lnTo>
                    <a:pt x="1104870" y="827156"/>
                  </a:lnTo>
                  <a:lnTo>
                    <a:pt x="1102332" y="824616"/>
                  </a:lnTo>
                  <a:lnTo>
                    <a:pt x="1101693" y="823041"/>
                  </a:lnTo>
                  <a:lnTo>
                    <a:pt x="1100702" y="821763"/>
                  </a:lnTo>
                  <a:lnTo>
                    <a:pt x="1098234" y="820056"/>
                  </a:lnTo>
                  <a:lnTo>
                    <a:pt x="1096576" y="819134"/>
                  </a:lnTo>
                  <a:lnTo>
                    <a:pt x="1095561" y="819089"/>
                  </a:lnTo>
                  <a:lnTo>
                    <a:pt x="1092987" y="820822"/>
                  </a:lnTo>
                  <a:lnTo>
                    <a:pt x="1091373" y="822189"/>
                  </a:lnTo>
                  <a:lnTo>
                    <a:pt x="1090418" y="822936"/>
                  </a:lnTo>
                  <a:lnTo>
                    <a:pt x="1088816" y="822776"/>
                  </a:lnTo>
                  <a:lnTo>
                    <a:pt x="1086857" y="822467"/>
                  </a:lnTo>
                  <a:lnTo>
                    <a:pt x="1086065" y="822016"/>
                  </a:lnTo>
                  <a:lnTo>
                    <a:pt x="1084948" y="820919"/>
                  </a:lnTo>
                  <a:lnTo>
                    <a:pt x="1082770" y="817653"/>
                  </a:lnTo>
                  <a:lnTo>
                    <a:pt x="1081602" y="815314"/>
                  </a:lnTo>
                  <a:lnTo>
                    <a:pt x="1080075" y="813999"/>
                  </a:lnTo>
                  <a:lnTo>
                    <a:pt x="1078391" y="812503"/>
                  </a:lnTo>
                  <a:lnTo>
                    <a:pt x="1077549" y="812148"/>
                  </a:lnTo>
                  <a:lnTo>
                    <a:pt x="1076057" y="812274"/>
                  </a:lnTo>
                  <a:lnTo>
                    <a:pt x="1073988" y="811859"/>
                  </a:lnTo>
                  <a:lnTo>
                    <a:pt x="1072886" y="811300"/>
                  </a:lnTo>
                  <a:lnTo>
                    <a:pt x="1071957" y="811806"/>
                  </a:lnTo>
                  <a:lnTo>
                    <a:pt x="1070093" y="813359"/>
                  </a:lnTo>
                  <a:lnTo>
                    <a:pt x="1067754" y="816420"/>
                  </a:lnTo>
                  <a:lnTo>
                    <a:pt x="1065919" y="817590"/>
                  </a:lnTo>
                  <a:lnTo>
                    <a:pt x="1063967" y="819201"/>
                  </a:lnTo>
                  <a:lnTo>
                    <a:pt x="1062378" y="821134"/>
                  </a:lnTo>
                  <a:lnTo>
                    <a:pt x="1060818" y="823122"/>
                  </a:lnTo>
                  <a:lnTo>
                    <a:pt x="1058907" y="825402"/>
                  </a:lnTo>
                  <a:lnTo>
                    <a:pt x="1058017" y="828494"/>
                  </a:lnTo>
                  <a:lnTo>
                    <a:pt x="1057566" y="830748"/>
                  </a:lnTo>
                  <a:lnTo>
                    <a:pt x="1055830" y="832137"/>
                  </a:lnTo>
                  <a:lnTo>
                    <a:pt x="1054492" y="833486"/>
                  </a:lnTo>
                  <a:lnTo>
                    <a:pt x="1053146" y="833968"/>
                  </a:lnTo>
                  <a:lnTo>
                    <a:pt x="1050648" y="833228"/>
                  </a:lnTo>
                  <a:lnTo>
                    <a:pt x="1049171" y="833752"/>
                  </a:lnTo>
                  <a:lnTo>
                    <a:pt x="1045524" y="836422"/>
                  </a:lnTo>
                  <a:lnTo>
                    <a:pt x="1043732" y="836665"/>
                  </a:lnTo>
                  <a:lnTo>
                    <a:pt x="1042485" y="837031"/>
                  </a:lnTo>
                  <a:lnTo>
                    <a:pt x="1041278" y="837204"/>
                  </a:lnTo>
                  <a:lnTo>
                    <a:pt x="1039294" y="837835"/>
                  </a:lnTo>
                  <a:lnTo>
                    <a:pt x="1038518" y="838292"/>
                  </a:lnTo>
                  <a:lnTo>
                    <a:pt x="1037499" y="838833"/>
                  </a:lnTo>
                  <a:lnTo>
                    <a:pt x="1036355" y="838442"/>
                  </a:lnTo>
                  <a:lnTo>
                    <a:pt x="1034721" y="839966"/>
                  </a:lnTo>
                  <a:lnTo>
                    <a:pt x="1030078" y="844048"/>
                  </a:lnTo>
                  <a:lnTo>
                    <a:pt x="1028620" y="844733"/>
                  </a:lnTo>
                  <a:lnTo>
                    <a:pt x="1027648" y="844892"/>
                  </a:lnTo>
                  <a:lnTo>
                    <a:pt x="1026396" y="843430"/>
                  </a:lnTo>
                  <a:lnTo>
                    <a:pt x="1025141" y="842457"/>
                  </a:lnTo>
                  <a:lnTo>
                    <a:pt x="1023827" y="842579"/>
                  </a:lnTo>
                  <a:lnTo>
                    <a:pt x="1022328" y="843922"/>
                  </a:lnTo>
                  <a:lnTo>
                    <a:pt x="1019794" y="842882"/>
                  </a:lnTo>
                  <a:lnTo>
                    <a:pt x="1016781" y="841886"/>
                  </a:lnTo>
                  <a:lnTo>
                    <a:pt x="1014046" y="840983"/>
                  </a:lnTo>
                  <a:lnTo>
                    <a:pt x="1013120" y="840201"/>
                  </a:lnTo>
                  <a:lnTo>
                    <a:pt x="1010443" y="839061"/>
                  </a:lnTo>
                  <a:lnTo>
                    <a:pt x="1006533" y="839048"/>
                  </a:lnTo>
                  <a:lnTo>
                    <a:pt x="1004227" y="839039"/>
                  </a:lnTo>
                  <a:lnTo>
                    <a:pt x="1002754" y="839419"/>
                  </a:lnTo>
                  <a:lnTo>
                    <a:pt x="1001629" y="838866"/>
                  </a:lnTo>
                  <a:lnTo>
                    <a:pt x="1000203" y="837245"/>
                  </a:lnTo>
                  <a:lnTo>
                    <a:pt x="997811" y="833450"/>
                  </a:lnTo>
                  <a:lnTo>
                    <a:pt x="996392" y="832332"/>
                  </a:lnTo>
                  <a:lnTo>
                    <a:pt x="995599" y="831405"/>
                  </a:lnTo>
                  <a:lnTo>
                    <a:pt x="995300" y="829843"/>
                  </a:lnTo>
                  <a:lnTo>
                    <a:pt x="994755" y="829647"/>
                  </a:lnTo>
                  <a:lnTo>
                    <a:pt x="994401" y="828539"/>
                  </a:lnTo>
                  <a:lnTo>
                    <a:pt x="994426" y="827070"/>
                  </a:lnTo>
                  <a:lnTo>
                    <a:pt x="994378" y="823870"/>
                  </a:lnTo>
                  <a:lnTo>
                    <a:pt x="994538" y="821633"/>
                  </a:lnTo>
                  <a:lnTo>
                    <a:pt x="994153" y="820951"/>
                  </a:lnTo>
                  <a:lnTo>
                    <a:pt x="992551" y="820590"/>
                  </a:lnTo>
                  <a:lnTo>
                    <a:pt x="990628" y="819908"/>
                  </a:lnTo>
                  <a:lnTo>
                    <a:pt x="987125" y="819802"/>
                  </a:lnTo>
                  <a:lnTo>
                    <a:pt x="985721" y="819722"/>
                  </a:lnTo>
                  <a:lnTo>
                    <a:pt x="984607" y="818433"/>
                  </a:lnTo>
                  <a:lnTo>
                    <a:pt x="983338" y="816853"/>
                  </a:lnTo>
                  <a:lnTo>
                    <a:pt x="982118" y="813597"/>
                  </a:lnTo>
                  <a:lnTo>
                    <a:pt x="981037" y="812072"/>
                  </a:lnTo>
                  <a:lnTo>
                    <a:pt x="979277" y="810171"/>
                  </a:lnTo>
                  <a:lnTo>
                    <a:pt x="977590" y="809692"/>
                  </a:lnTo>
                  <a:lnTo>
                    <a:pt x="975049" y="810024"/>
                  </a:lnTo>
                  <a:lnTo>
                    <a:pt x="973191" y="810408"/>
                  </a:lnTo>
                  <a:lnTo>
                    <a:pt x="971520" y="809581"/>
                  </a:lnTo>
                  <a:lnTo>
                    <a:pt x="970459" y="808537"/>
                  </a:lnTo>
                  <a:lnTo>
                    <a:pt x="968962" y="807430"/>
                  </a:lnTo>
                  <a:lnTo>
                    <a:pt x="966709" y="807170"/>
                  </a:lnTo>
                  <a:lnTo>
                    <a:pt x="964846" y="806370"/>
                  </a:lnTo>
                  <a:lnTo>
                    <a:pt x="962896" y="805410"/>
                  </a:lnTo>
                  <a:lnTo>
                    <a:pt x="961453" y="805801"/>
                  </a:lnTo>
                  <a:lnTo>
                    <a:pt x="960457" y="806714"/>
                  </a:lnTo>
                  <a:lnTo>
                    <a:pt x="959331" y="807886"/>
                  </a:lnTo>
                  <a:lnTo>
                    <a:pt x="957878" y="808094"/>
                  </a:lnTo>
                  <a:lnTo>
                    <a:pt x="954280" y="809307"/>
                  </a:lnTo>
                  <a:lnTo>
                    <a:pt x="953182" y="810036"/>
                  </a:lnTo>
                  <a:lnTo>
                    <a:pt x="951577" y="810362"/>
                  </a:lnTo>
                  <a:lnTo>
                    <a:pt x="950190" y="811274"/>
                  </a:lnTo>
                  <a:lnTo>
                    <a:pt x="949030" y="813071"/>
                  </a:lnTo>
                  <a:lnTo>
                    <a:pt x="948040" y="814402"/>
                  </a:lnTo>
                  <a:lnTo>
                    <a:pt x="946794" y="814851"/>
                  </a:lnTo>
                  <a:lnTo>
                    <a:pt x="945310" y="814761"/>
                  </a:lnTo>
                  <a:lnTo>
                    <a:pt x="944047" y="814331"/>
                  </a:lnTo>
                  <a:lnTo>
                    <a:pt x="943387" y="814206"/>
                  </a:lnTo>
                  <a:lnTo>
                    <a:pt x="942407" y="814862"/>
                  </a:lnTo>
                  <a:lnTo>
                    <a:pt x="941293" y="815314"/>
                  </a:lnTo>
                  <a:lnTo>
                    <a:pt x="939607" y="814534"/>
                  </a:lnTo>
                  <a:lnTo>
                    <a:pt x="938680" y="813881"/>
                  </a:lnTo>
                  <a:lnTo>
                    <a:pt x="937239" y="813490"/>
                  </a:lnTo>
                  <a:lnTo>
                    <a:pt x="936368" y="811600"/>
                  </a:lnTo>
                  <a:lnTo>
                    <a:pt x="935478" y="810818"/>
                  </a:lnTo>
                  <a:lnTo>
                    <a:pt x="933969" y="810525"/>
                  </a:lnTo>
                  <a:lnTo>
                    <a:pt x="931751" y="809561"/>
                  </a:lnTo>
                  <a:lnTo>
                    <a:pt x="930588" y="808577"/>
                  </a:lnTo>
                  <a:lnTo>
                    <a:pt x="929575" y="807968"/>
                  </a:lnTo>
                  <a:lnTo>
                    <a:pt x="927884" y="805777"/>
                  </a:lnTo>
                  <a:lnTo>
                    <a:pt x="926936" y="803875"/>
                  </a:lnTo>
                  <a:lnTo>
                    <a:pt x="926163" y="803565"/>
                  </a:lnTo>
                  <a:lnTo>
                    <a:pt x="925294" y="803327"/>
                  </a:lnTo>
                  <a:lnTo>
                    <a:pt x="924701" y="802119"/>
                  </a:lnTo>
                  <a:lnTo>
                    <a:pt x="924669" y="800655"/>
                  </a:lnTo>
                  <a:lnTo>
                    <a:pt x="924886" y="799743"/>
                  </a:lnTo>
                  <a:lnTo>
                    <a:pt x="925050" y="798179"/>
                  </a:lnTo>
                  <a:lnTo>
                    <a:pt x="924556" y="796694"/>
                  </a:lnTo>
                  <a:lnTo>
                    <a:pt x="924043" y="796029"/>
                  </a:lnTo>
                  <a:lnTo>
                    <a:pt x="923796" y="794899"/>
                  </a:lnTo>
                  <a:lnTo>
                    <a:pt x="923934" y="792771"/>
                  </a:lnTo>
                  <a:lnTo>
                    <a:pt x="923737" y="790618"/>
                  </a:lnTo>
                  <a:lnTo>
                    <a:pt x="923543" y="788362"/>
                  </a:lnTo>
                  <a:lnTo>
                    <a:pt x="923018" y="786682"/>
                  </a:lnTo>
                  <a:lnTo>
                    <a:pt x="922900" y="783475"/>
                  </a:lnTo>
                  <a:lnTo>
                    <a:pt x="923118" y="782152"/>
                  </a:lnTo>
                  <a:lnTo>
                    <a:pt x="923064" y="780588"/>
                  </a:lnTo>
                  <a:lnTo>
                    <a:pt x="922519" y="779415"/>
                  </a:lnTo>
                  <a:lnTo>
                    <a:pt x="920886" y="778565"/>
                  </a:lnTo>
                  <a:lnTo>
                    <a:pt x="918936" y="777418"/>
                  </a:lnTo>
                  <a:lnTo>
                    <a:pt x="915848" y="776054"/>
                  </a:lnTo>
                  <a:lnTo>
                    <a:pt x="914533" y="775928"/>
                  </a:lnTo>
                  <a:lnTo>
                    <a:pt x="913508" y="776484"/>
                  </a:lnTo>
                  <a:lnTo>
                    <a:pt x="912560" y="775831"/>
                  </a:lnTo>
                  <a:lnTo>
                    <a:pt x="911558" y="774692"/>
                  </a:lnTo>
                  <a:lnTo>
                    <a:pt x="909856" y="773518"/>
                  </a:lnTo>
                  <a:lnTo>
                    <a:pt x="907614" y="772004"/>
                  </a:lnTo>
                  <a:lnTo>
                    <a:pt x="905234" y="770310"/>
                  </a:lnTo>
                  <a:lnTo>
                    <a:pt x="903080" y="768777"/>
                  </a:lnTo>
                  <a:lnTo>
                    <a:pt x="902250" y="768405"/>
                  </a:lnTo>
                  <a:lnTo>
                    <a:pt x="899306" y="768293"/>
                  </a:lnTo>
                  <a:lnTo>
                    <a:pt x="896890" y="768078"/>
                  </a:lnTo>
                  <a:lnTo>
                    <a:pt x="895497" y="767534"/>
                  </a:lnTo>
                  <a:lnTo>
                    <a:pt x="893846" y="765406"/>
                  </a:lnTo>
                  <a:lnTo>
                    <a:pt x="892999" y="764103"/>
                  </a:lnTo>
                  <a:lnTo>
                    <a:pt x="891686" y="763486"/>
                  </a:lnTo>
                  <a:lnTo>
                    <a:pt x="890692" y="763268"/>
                  </a:lnTo>
                  <a:lnTo>
                    <a:pt x="889146" y="762570"/>
                  </a:lnTo>
                  <a:lnTo>
                    <a:pt x="886297" y="760344"/>
                  </a:lnTo>
                  <a:lnTo>
                    <a:pt x="885251" y="759280"/>
                  </a:lnTo>
                  <a:lnTo>
                    <a:pt x="884546" y="759264"/>
                  </a:lnTo>
                  <a:lnTo>
                    <a:pt x="883606" y="757305"/>
                  </a:lnTo>
                  <a:lnTo>
                    <a:pt x="882805" y="756845"/>
                  </a:lnTo>
                  <a:lnTo>
                    <a:pt x="882256" y="758240"/>
                  </a:lnTo>
                  <a:lnTo>
                    <a:pt x="881687" y="761567"/>
                  </a:lnTo>
                  <a:lnTo>
                    <a:pt x="881164" y="763115"/>
                  </a:lnTo>
                  <a:lnTo>
                    <a:pt x="879688" y="766185"/>
                  </a:lnTo>
                  <a:lnTo>
                    <a:pt x="876136" y="768654"/>
                  </a:lnTo>
                  <a:lnTo>
                    <a:pt x="875524" y="769935"/>
                  </a:lnTo>
                  <a:lnTo>
                    <a:pt x="875200" y="771108"/>
                  </a:lnTo>
                  <a:lnTo>
                    <a:pt x="874714" y="772768"/>
                  </a:lnTo>
                  <a:lnTo>
                    <a:pt x="874497" y="774919"/>
                  </a:lnTo>
                  <a:lnTo>
                    <a:pt x="874062" y="775506"/>
                  </a:lnTo>
                  <a:lnTo>
                    <a:pt x="873056" y="775571"/>
                  </a:lnTo>
                  <a:lnTo>
                    <a:pt x="872248" y="776564"/>
                  </a:lnTo>
                  <a:lnTo>
                    <a:pt x="871650" y="778718"/>
                  </a:lnTo>
                  <a:lnTo>
                    <a:pt x="871128" y="779563"/>
                  </a:lnTo>
                  <a:lnTo>
                    <a:pt x="870836" y="781572"/>
                  </a:lnTo>
                  <a:lnTo>
                    <a:pt x="870887" y="782450"/>
                  </a:lnTo>
                  <a:lnTo>
                    <a:pt x="870770" y="783421"/>
                  </a:lnTo>
                  <a:lnTo>
                    <a:pt x="870683" y="784978"/>
                  </a:lnTo>
                  <a:lnTo>
                    <a:pt x="869757" y="788333"/>
                  </a:lnTo>
                  <a:lnTo>
                    <a:pt x="869628" y="790295"/>
                  </a:lnTo>
                  <a:lnTo>
                    <a:pt x="870009" y="791533"/>
                  </a:lnTo>
                  <a:lnTo>
                    <a:pt x="870794" y="793194"/>
                  </a:lnTo>
                  <a:lnTo>
                    <a:pt x="871205" y="794139"/>
                  </a:lnTo>
                  <a:lnTo>
                    <a:pt x="871341" y="795247"/>
                  </a:lnTo>
                  <a:lnTo>
                    <a:pt x="871314" y="796681"/>
                  </a:lnTo>
                  <a:lnTo>
                    <a:pt x="871798" y="798663"/>
                  </a:lnTo>
                  <a:lnTo>
                    <a:pt x="872151" y="800360"/>
                  </a:lnTo>
                  <a:lnTo>
                    <a:pt x="872757" y="801566"/>
                  </a:lnTo>
                  <a:lnTo>
                    <a:pt x="873573" y="802608"/>
                  </a:lnTo>
                  <a:lnTo>
                    <a:pt x="874505" y="802944"/>
                  </a:lnTo>
                  <a:lnTo>
                    <a:pt x="875232" y="803651"/>
                  </a:lnTo>
                  <a:lnTo>
                    <a:pt x="875395" y="805019"/>
                  </a:lnTo>
                  <a:lnTo>
                    <a:pt x="875206" y="806909"/>
                  </a:lnTo>
                  <a:lnTo>
                    <a:pt x="874872" y="810472"/>
                  </a:lnTo>
                  <a:lnTo>
                    <a:pt x="874251" y="812681"/>
                  </a:lnTo>
                  <a:lnTo>
                    <a:pt x="873883" y="814073"/>
                  </a:lnTo>
                  <a:lnTo>
                    <a:pt x="873289" y="816259"/>
                  </a:lnTo>
                  <a:lnTo>
                    <a:pt x="873060" y="817109"/>
                  </a:lnTo>
                  <a:lnTo>
                    <a:pt x="871832" y="818987"/>
                  </a:lnTo>
                  <a:lnTo>
                    <a:pt x="871001" y="819504"/>
                  </a:lnTo>
                  <a:lnTo>
                    <a:pt x="869981" y="820981"/>
                  </a:lnTo>
                  <a:lnTo>
                    <a:pt x="869137" y="821047"/>
                  </a:lnTo>
                  <a:lnTo>
                    <a:pt x="868337" y="821045"/>
                  </a:lnTo>
                  <a:lnTo>
                    <a:pt x="867477" y="821371"/>
                  </a:lnTo>
                  <a:lnTo>
                    <a:pt x="866716" y="822024"/>
                  </a:lnTo>
                  <a:lnTo>
                    <a:pt x="866117" y="824044"/>
                  </a:lnTo>
                  <a:lnTo>
                    <a:pt x="864606" y="826115"/>
                  </a:lnTo>
                  <a:lnTo>
                    <a:pt x="863883" y="827048"/>
                  </a:lnTo>
                  <a:lnTo>
                    <a:pt x="862018" y="827363"/>
                  </a:lnTo>
                  <a:lnTo>
                    <a:pt x="861133" y="826449"/>
                  </a:lnTo>
                  <a:lnTo>
                    <a:pt x="860649" y="825170"/>
                  </a:lnTo>
                  <a:lnTo>
                    <a:pt x="860050" y="824435"/>
                  </a:lnTo>
                  <a:lnTo>
                    <a:pt x="859268" y="822871"/>
                  </a:lnTo>
                  <a:lnTo>
                    <a:pt x="855886" y="822021"/>
                  </a:lnTo>
                  <a:lnTo>
                    <a:pt x="855004" y="822427"/>
                  </a:lnTo>
                  <a:lnTo>
                    <a:pt x="854488" y="823001"/>
                  </a:lnTo>
                  <a:lnTo>
                    <a:pt x="853808" y="822584"/>
                  </a:lnTo>
                  <a:lnTo>
                    <a:pt x="853345" y="821811"/>
                  </a:lnTo>
                  <a:lnTo>
                    <a:pt x="852859" y="822023"/>
                  </a:lnTo>
                  <a:lnTo>
                    <a:pt x="851807" y="822480"/>
                  </a:lnTo>
                  <a:lnTo>
                    <a:pt x="850991" y="822330"/>
                  </a:lnTo>
                  <a:lnTo>
                    <a:pt x="849938" y="820765"/>
                  </a:lnTo>
                  <a:lnTo>
                    <a:pt x="848482" y="819926"/>
                  </a:lnTo>
                  <a:lnTo>
                    <a:pt x="847912" y="819446"/>
                  </a:lnTo>
                  <a:lnTo>
                    <a:pt x="847333" y="819444"/>
                  </a:lnTo>
                  <a:lnTo>
                    <a:pt x="846975" y="820189"/>
                  </a:lnTo>
                  <a:lnTo>
                    <a:pt x="846311" y="820590"/>
                  </a:lnTo>
                  <a:lnTo>
                    <a:pt x="845863" y="819687"/>
                  </a:lnTo>
                  <a:lnTo>
                    <a:pt x="845277" y="819026"/>
                  </a:lnTo>
                  <a:lnTo>
                    <a:pt x="844505" y="819039"/>
                  </a:lnTo>
                  <a:lnTo>
                    <a:pt x="843498" y="820413"/>
                  </a:lnTo>
                  <a:lnTo>
                    <a:pt x="841763" y="821068"/>
                  </a:lnTo>
                  <a:lnTo>
                    <a:pt x="841214" y="822031"/>
                  </a:lnTo>
                  <a:lnTo>
                    <a:pt x="840216" y="821904"/>
                  </a:lnTo>
                  <a:lnTo>
                    <a:pt x="839523" y="821146"/>
                  </a:lnTo>
                  <a:lnTo>
                    <a:pt x="838830" y="821059"/>
                  </a:lnTo>
                  <a:lnTo>
                    <a:pt x="836815" y="821068"/>
                  </a:lnTo>
                  <a:lnTo>
                    <a:pt x="836139" y="821316"/>
                  </a:lnTo>
                  <a:lnTo>
                    <a:pt x="835311" y="820544"/>
                  </a:lnTo>
                  <a:lnTo>
                    <a:pt x="834923" y="819165"/>
                  </a:lnTo>
                  <a:lnTo>
                    <a:pt x="833904" y="818116"/>
                  </a:lnTo>
                  <a:lnTo>
                    <a:pt x="832435" y="817984"/>
                  </a:lnTo>
                  <a:lnTo>
                    <a:pt x="831285" y="818130"/>
                  </a:lnTo>
                  <a:lnTo>
                    <a:pt x="830760" y="818579"/>
                  </a:lnTo>
                  <a:lnTo>
                    <a:pt x="830010" y="818707"/>
                  </a:lnTo>
                  <a:lnTo>
                    <a:pt x="829392" y="816810"/>
                  </a:lnTo>
                  <a:lnTo>
                    <a:pt x="828556" y="815484"/>
                  </a:lnTo>
                  <a:lnTo>
                    <a:pt x="828082" y="814511"/>
                  </a:lnTo>
                  <a:lnTo>
                    <a:pt x="827363" y="814100"/>
                  </a:lnTo>
                  <a:lnTo>
                    <a:pt x="826801" y="812854"/>
                  </a:lnTo>
                  <a:lnTo>
                    <a:pt x="826705" y="810443"/>
                  </a:lnTo>
                  <a:lnTo>
                    <a:pt x="826365" y="807444"/>
                  </a:lnTo>
                  <a:lnTo>
                    <a:pt x="825966" y="804298"/>
                  </a:lnTo>
                  <a:lnTo>
                    <a:pt x="825522" y="802967"/>
                  </a:lnTo>
                  <a:lnTo>
                    <a:pt x="823359" y="802481"/>
                  </a:lnTo>
                  <a:lnTo>
                    <a:pt x="822299" y="802599"/>
                  </a:lnTo>
                  <a:lnTo>
                    <a:pt x="819900" y="802340"/>
                  </a:lnTo>
                  <a:lnTo>
                    <a:pt x="818254" y="802161"/>
                  </a:lnTo>
                  <a:lnTo>
                    <a:pt x="817804" y="802106"/>
                  </a:lnTo>
                  <a:lnTo>
                    <a:pt x="816268" y="801754"/>
                  </a:lnTo>
                  <a:lnTo>
                    <a:pt x="814858" y="801428"/>
                  </a:lnTo>
                  <a:lnTo>
                    <a:pt x="813422" y="801219"/>
                  </a:lnTo>
                  <a:lnTo>
                    <a:pt x="812831" y="801486"/>
                  </a:lnTo>
                  <a:lnTo>
                    <a:pt x="811357" y="801564"/>
                  </a:lnTo>
                  <a:lnTo>
                    <a:pt x="810206" y="800067"/>
                  </a:lnTo>
                  <a:lnTo>
                    <a:pt x="809723" y="798355"/>
                  </a:lnTo>
                  <a:lnTo>
                    <a:pt x="809635" y="797397"/>
                  </a:lnTo>
                  <a:lnTo>
                    <a:pt x="809360" y="796413"/>
                  </a:lnTo>
                  <a:lnTo>
                    <a:pt x="808313" y="796091"/>
                  </a:lnTo>
                  <a:lnTo>
                    <a:pt x="807361" y="796400"/>
                  </a:lnTo>
                  <a:lnTo>
                    <a:pt x="806860" y="798401"/>
                  </a:lnTo>
                  <a:lnTo>
                    <a:pt x="806152" y="799220"/>
                  </a:lnTo>
                  <a:lnTo>
                    <a:pt x="805478" y="799070"/>
                  </a:lnTo>
                  <a:lnTo>
                    <a:pt x="804888" y="797972"/>
                  </a:lnTo>
                  <a:lnTo>
                    <a:pt x="803747" y="796801"/>
                  </a:lnTo>
                  <a:lnTo>
                    <a:pt x="803006" y="795678"/>
                  </a:lnTo>
                  <a:lnTo>
                    <a:pt x="802123" y="793873"/>
                  </a:lnTo>
                  <a:lnTo>
                    <a:pt x="801395" y="794297"/>
                  </a:lnTo>
                  <a:lnTo>
                    <a:pt x="801188" y="795408"/>
                  </a:lnTo>
                  <a:lnTo>
                    <a:pt x="801019" y="796502"/>
                  </a:lnTo>
                  <a:lnTo>
                    <a:pt x="800119" y="798707"/>
                  </a:lnTo>
                  <a:lnTo>
                    <a:pt x="799028" y="798961"/>
                  </a:lnTo>
                  <a:lnTo>
                    <a:pt x="797208" y="798795"/>
                  </a:lnTo>
                  <a:lnTo>
                    <a:pt x="795330" y="798913"/>
                  </a:lnTo>
                  <a:lnTo>
                    <a:pt x="794121" y="799743"/>
                  </a:lnTo>
                  <a:lnTo>
                    <a:pt x="793230" y="801232"/>
                  </a:lnTo>
                  <a:lnTo>
                    <a:pt x="792770" y="802402"/>
                  </a:lnTo>
                  <a:lnTo>
                    <a:pt x="791842" y="802801"/>
                  </a:lnTo>
                  <a:lnTo>
                    <a:pt x="790914" y="803979"/>
                  </a:lnTo>
                  <a:lnTo>
                    <a:pt x="790526" y="805579"/>
                  </a:lnTo>
                  <a:lnTo>
                    <a:pt x="789610" y="805518"/>
                  </a:lnTo>
                  <a:lnTo>
                    <a:pt x="789114" y="805716"/>
                  </a:lnTo>
                  <a:lnTo>
                    <a:pt x="788290" y="806041"/>
                  </a:lnTo>
                  <a:lnTo>
                    <a:pt x="786180" y="806921"/>
                  </a:lnTo>
                  <a:lnTo>
                    <a:pt x="785671" y="807131"/>
                  </a:lnTo>
                  <a:lnTo>
                    <a:pt x="784383" y="808648"/>
                  </a:lnTo>
                  <a:lnTo>
                    <a:pt x="783407" y="809842"/>
                  </a:lnTo>
                  <a:lnTo>
                    <a:pt x="782452" y="810368"/>
                  </a:lnTo>
                  <a:lnTo>
                    <a:pt x="781880" y="811743"/>
                  </a:lnTo>
                  <a:lnTo>
                    <a:pt x="781149" y="812838"/>
                  </a:lnTo>
                  <a:lnTo>
                    <a:pt x="779443" y="813105"/>
                  </a:lnTo>
                  <a:lnTo>
                    <a:pt x="777567" y="814477"/>
                  </a:lnTo>
                  <a:lnTo>
                    <a:pt x="776907" y="814941"/>
                  </a:lnTo>
                  <a:lnTo>
                    <a:pt x="775835" y="815960"/>
                  </a:lnTo>
                  <a:lnTo>
                    <a:pt x="774345" y="816355"/>
                  </a:lnTo>
                  <a:lnTo>
                    <a:pt x="773728" y="816638"/>
                  </a:lnTo>
                  <a:lnTo>
                    <a:pt x="773126" y="817361"/>
                  </a:lnTo>
                  <a:lnTo>
                    <a:pt x="772785" y="819872"/>
                  </a:lnTo>
                  <a:lnTo>
                    <a:pt x="771560" y="820782"/>
                  </a:lnTo>
                  <a:lnTo>
                    <a:pt x="769909" y="820942"/>
                  </a:lnTo>
                  <a:lnTo>
                    <a:pt x="768670" y="822274"/>
                  </a:lnTo>
                  <a:lnTo>
                    <a:pt x="768552" y="824630"/>
                  </a:lnTo>
                  <a:lnTo>
                    <a:pt x="768987" y="826781"/>
                  </a:lnTo>
                  <a:lnTo>
                    <a:pt x="768797" y="827757"/>
                  </a:lnTo>
                  <a:lnTo>
                    <a:pt x="767872" y="828282"/>
                  </a:lnTo>
                  <a:lnTo>
                    <a:pt x="766587" y="829439"/>
                  </a:lnTo>
                  <a:lnTo>
                    <a:pt x="765607" y="830888"/>
                  </a:lnTo>
                  <a:lnTo>
                    <a:pt x="764417" y="830899"/>
                  </a:lnTo>
                  <a:lnTo>
                    <a:pt x="763735" y="830429"/>
                  </a:lnTo>
                  <a:lnTo>
                    <a:pt x="763229" y="831355"/>
                  </a:lnTo>
                  <a:lnTo>
                    <a:pt x="762946" y="833231"/>
                  </a:lnTo>
                  <a:lnTo>
                    <a:pt x="762076" y="834143"/>
                  </a:lnTo>
                  <a:lnTo>
                    <a:pt x="760829" y="834987"/>
                  </a:lnTo>
                  <a:lnTo>
                    <a:pt x="760362" y="834663"/>
                  </a:lnTo>
                  <a:lnTo>
                    <a:pt x="760051" y="833956"/>
                  </a:lnTo>
                  <a:lnTo>
                    <a:pt x="759494" y="833010"/>
                  </a:lnTo>
                  <a:lnTo>
                    <a:pt x="759045" y="833366"/>
                  </a:lnTo>
                  <a:lnTo>
                    <a:pt x="759002" y="834728"/>
                  </a:lnTo>
                  <a:lnTo>
                    <a:pt x="758648" y="835707"/>
                  </a:lnTo>
                  <a:lnTo>
                    <a:pt x="757614" y="835771"/>
                  </a:lnTo>
                  <a:lnTo>
                    <a:pt x="756810" y="835230"/>
                  </a:lnTo>
                  <a:lnTo>
                    <a:pt x="756199" y="834593"/>
                  </a:lnTo>
                  <a:lnTo>
                    <a:pt x="755102" y="834698"/>
                  </a:lnTo>
                  <a:lnTo>
                    <a:pt x="753968" y="834989"/>
                  </a:lnTo>
                  <a:lnTo>
                    <a:pt x="753239" y="834689"/>
                  </a:lnTo>
                  <a:lnTo>
                    <a:pt x="752554" y="834994"/>
                  </a:lnTo>
                  <a:lnTo>
                    <a:pt x="750762" y="835610"/>
                  </a:lnTo>
                  <a:lnTo>
                    <a:pt x="750058" y="837685"/>
                  </a:lnTo>
                  <a:lnTo>
                    <a:pt x="750042" y="840139"/>
                  </a:lnTo>
                  <a:lnTo>
                    <a:pt x="749813" y="841384"/>
                  </a:lnTo>
                  <a:lnTo>
                    <a:pt x="748737" y="842463"/>
                  </a:lnTo>
                  <a:lnTo>
                    <a:pt x="748238" y="843434"/>
                  </a:lnTo>
                  <a:lnTo>
                    <a:pt x="747580" y="844095"/>
                  </a:lnTo>
                  <a:lnTo>
                    <a:pt x="746093" y="844161"/>
                  </a:lnTo>
                  <a:lnTo>
                    <a:pt x="745455" y="844058"/>
                  </a:lnTo>
                  <a:lnTo>
                    <a:pt x="744293" y="844607"/>
                  </a:lnTo>
                  <a:lnTo>
                    <a:pt x="743160" y="845046"/>
                  </a:lnTo>
                  <a:lnTo>
                    <a:pt x="742411" y="845340"/>
                  </a:lnTo>
                  <a:lnTo>
                    <a:pt x="741921" y="846255"/>
                  </a:lnTo>
                  <a:lnTo>
                    <a:pt x="741188" y="846694"/>
                  </a:lnTo>
                  <a:lnTo>
                    <a:pt x="740029" y="846422"/>
                  </a:lnTo>
                  <a:lnTo>
                    <a:pt x="739709" y="844594"/>
                  </a:lnTo>
                  <a:lnTo>
                    <a:pt x="738929" y="842570"/>
                  </a:lnTo>
                  <a:lnTo>
                    <a:pt x="737872" y="841872"/>
                  </a:lnTo>
                  <a:lnTo>
                    <a:pt x="736917" y="841435"/>
                  </a:lnTo>
                  <a:lnTo>
                    <a:pt x="736058" y="840468"/>
                  </a:lnTo>
                  <a:lnTo>
                    <a:pt x="735465" y="839441"/>
                  </a:lnTo>
                  <a:lnTo>
                    <a:pt x="733727" y="834541"/>
                  </a:lnTo>
                  <a:lnTo>
                    <a:pt x="732521" y="832452"/>
                  </a:lnTo>
                  <a:lnTo>
                    <a:pt x="731436" y="832330"/>
                  </a:lnTo>
                  <a:lnTo>
                    <a:pt x="731286" y="830941"/>
                  </a:lnTo>
                  <a:lnTo>
                    <a:pt x="731916" y="829553"/>
                  </a:lnTo>
                  <a:lnTo>
                    <a:pt x="732722" y="828404"/>
                  </a:lnTo>
                  <a:lnTo>
                    <a:pt x="732698" y="826835"/>
                  </a:lnTo>
                  <a:lnTo>
                    <a:pt x="732041" y="825989"/>
                  </a:lnTo>
                  <a:lnTo>
                    <a:pt x="731235" y="826230"/>
                  </a:lnTo>
                  <a:lnTo>
                    <a:pt x="730150" y="828044"/>
                  </a:lnTo>
                  <a:lnTo>
                    <a:pt x="728863" y="830091"/>
                  </a:lnTo>
                  <a:lnTo>
                    <a:pt x="727314" y="831597"/>
                  </a:lnTo>
                  <a:lnTo>
                    <a:pt x="726694" y="832814"/>
                  </a:lnTo>
                  <a:lnTo>
                    <a:pt x="725938" y="834203"/>
                  </a:lnTo>
                  <a:lnTo>
                    <a:pt x="724853" y="834021"/>
                  </a:lnTo>
                  <a:lnTo>
                    <a:pt x="724071" y="834082"/>
                  </a:lnTo>
                  <a:lnTo>
                    <a:pt x="723390" y="834203"/>
                  </a:lnTo>
                  <a:lnTo>
                    <a:pt x="722886" y="832692"/>
                  </a:lnTo>
                  <a:lnTo>
                    <a:pt x="722231" y="832512"/>
                  </a:lnTo>
                  <a:lnTo>
                    <a:pt x="717517" y="831069"/>
                  </a:lnTo>
                  <a:lnTo>
                    <a:pt x="715951" y="830521"/>
                  </a:lnTo>
                  <a:lnTo>
                    <a:pt x="714968" y="831244"/>
                  </a:lnTo>
                  <a:lnTo>
                    <a:pt x="714236" y="830761"/>
                  </a:lnTo>
                  <a:lnTo>
                    <a:pt x="713959" y="829312"/>
                  </a:lnTo>
                  <a:lnTo>
                    <a:pt x="713051" y="826774"/>
                  </a:lnTo>
                  <a:lnTo>
                    <a:pt x="712310" y="824679"/>
                  </a:lnTo>
                  <a:lnTo>
                    <a:pt x="711376" y="822536"/>
                  </a:lnTo>
                  <a:lnTo>
                    <a:pt x="711060" y="820854"/>
                  </a:lnTo>
                  <a:lnTo>
                    <a:pt x="711362" y="819104"/>
                  </a:lnTo>
                  <a:lnTo>
                    <a:pt x="711236" y="817593"/>
                  </a:lnTo>
                  <a:lnTo>
                    <a:pt x="710428" y="816808"/>
                  </a:lnTo>
                  <a:lnTo>
                    <a:pt x="709379" y="816710"/>
                  </a:lnTo>
                  <a:lnTo>
                    <a:pt x="706520" y="813428"/>
                  </a:lnTo>
                  <a:lnTo>
                    <a:pt x="705184" y="812945"/>
                  </a:lnTo>
                  <a:lnTo>
                    <a:pt x="703974" y="812341"/>
                  </a:lnTo>
                  <a:lnTo>
                    <a:pt x="703015" y="812341"/>
                  </a:lnTo>
                  <a:lnTo>
                    <a:pt x="702207" y="810891"/>
                  </a:lnTo>
                  <a:lnTo>
                    <a:pt x="701427" y="806482"/>
                  </a:lnTo>
                  <a:lnTo>
                    <a:pt x="701198" y="804026"/>
                  </a:lnTo>
                  <a:lnTo>
                    <a:pt x="700252" y="801539"/>
                  </a:lnTo>
                  <a:lnTo>
                    <a:pt x="699055" y="799408"/>
                  </a:lnTo>
                  <a:lnTo>
                    <a:pt x="698349" y="796518"/>
                  </a:lnTo>
                  <a:lnTo>
                    <a:pt x="697296" y="795237"/>
                  </a:lnTo>
                  <a:lnTo>
                    <a:pt x="695543" y="793194"/>
                  </a:lnTo>
                  <a:lnTo>
                    <a:pt x="693861" y="791758"/>
                  </a:lnTo>
                  <a:lnTo>
                    <a:pt x="691096" y="790020"/>
                  </a:lnTo>
                  <a:lnTo>
                    <a:pt x="690064" y="790020"/>
                  </a:lnTo>
                  <a:lnTo>
                    <a:pt x="688664" y="790178"/>
                  </a:lnTo>
                  <a:lnTo>
                    <a:pt x="687831" y="791024"/>
                  </a:lnTo>
                  <a:lnTo>
                    <a:pt x="686924" y="792895"/>
                  </a:lnTo>
                  <a:lnTo>
                    <a:pt x="685687" y="793018"/>
                  </a:lnTo>
                  <a:lnTo>
                    <a:pt x="683735" y="793010"/>
                  </a:lnTo>
                  <a:lnTo>
                    <a:pt x="683213" y="793716"/>
                  </a:lnTo>
                  <a:lnTo>
                    <a:pt x="682898" y="794992"/>
                  </a:lnTo>
                  <a:lnTo>
                    <a:pt x="681895" y="796612"/>
                  </a:lnTo>
                  <a:lnTo>
                    <a:pt x="680442" y="797909"/>
                  </a:lnTo>
                  <a:lnTo>
                    <a:pt x="678374" y="797486"/>
                  </a:lnTo>
                  <a:lnTo>
                    <a:pt x="676961" y="798150"/>
                  </a:lnTo>
                  <a:lnTo>
                    <a:pt x="675556" y="798404"/>
                  </a:lnTo>
                  <a:lnTo>
                    <a:pt x="673528" y="796763"/>
                  </a:lnTo>
                  <a:lnTo>
                    <a:pt x="671287" y="796821"/>
                  </a:lnTo>
                  <a:lnTo>
                    <a:pt x="669829" y="797568"/>
                  </a:lnTo>
                  <a:lnTo>
                    <a:pt x="667756" y="797547"/>
                  </a:lnTo>
                  <a:lnTo>
                    <a:pt x="667331" y="796622"/>
                  </a:lnTo>
                  <a:lnTo>
                    <a:pt x="667579" y="795069"/>
                  </a:lnTo>
                  <a:lnTo>
                    <a:pt x="667408" y="793670"/>
                  </a:lnTo>
                  <a:lnTo>
                    <a:pt x="667068" y="792526"/>
                  </a:lnTo>
                  <a:lnTo>
                    <a:pt x="666798" y="791145"/>
                  </a:lnTo>
                  <a:lnTo>
                    <a:pt x="665945" y="790852"/>
                  </a:lnTo>
                  <a:lnTo>
                    <a:pt x="663544" y="791446"/>
                  </a:lnTo>
                  <a:lnTo>
                    <a:pt x="662889" y="790783"/>
                  </a:lnTo>
                  <a:lnTo>
                    <a:pt x="662964" y="789418"/>
                  </a:lnTo>
                  <a:lnTo>
                    <a:pt x="663394" y="787721"/>
                  </a:lnTo>
                  <a:lnTo>
                    <a:pt x="663747" y="785528"/>
                  </a:lnTo>
                  <a:lnTo>
                    <a:pt x="663577" y="784213"/>
                  </a:lnTo>
                  <a:lnTo>
                    <a:pt x="662337" y="784372"/>
                  </a:lnTo>
                  <a:lnTo>
                    <a:pt x="661582" y="784251"/>
                  </a:lnTo>
                  <a:lnTo>
                    <a:pt x="661193" y="782686"/>
                  </a:lnTo>
                  <a:lnTo>
                    <a:pt x="660493" y="781543"/>
                  </a:lnTo>
                  <a:lnTo>
                    <a:pt x="659700" y="781482"/>
                  </a:lnTo>
                  <a:lnTo>
                    <a:pt x="658740" y="781189"/>
                  </a:lnTo>
                  <a:lnTo>
                    <a:pt x="657694" y="781664"/>
                  </a:lnTo>
                  <a:lnTo>
                    <a:pt x="657138" y="783234"/>
                  </a:lnTo>
                  <a:lnTo>
                    <a:pt x="656462" y="783459"/>
                  </a:lnTo>
                  <a:lnTo>
                    <a:pt x="655726" y="783898"/>
                  </a:lnTo>
                  <a:lnTo>
                    <a:pt x="655196" y="784442"/>
                  </a:lnTo>
                  <a:lnTo>
                    <a:pt x="654868" y="785830"/>
                  </a:lnTo>
                  <a:lnTo>
                    <a:pt x="655017" y="787122"/>
                  </a:lnTo>
                  <a:lnTo>
                    <a:pt x="655247" y="789930"/>
                  </a:lnTo>
                  <a:lnTo>
                    <a:pt x="654894" y="791446"/>
                  </a:lnTo>
                  <a:lnTo>
                    <a:pt x="653927" y="792250"/>
                  </a:lnTo>
                  <a:lnTo>
                    <a:pt x="653004" y="792087"/>
                  </a:lnTo>
                  <a:lnTo>
                    <a:pt x="652384" y="792466"/>
                  </a:lnTo>
                  <a:lnTo>
                    <a:pt x="651237" y="794045"/>
                  </a:lnTo>
                  <a:lnTo>
                    <a:pt x="650732" y="794588"/>
                  </a:lnTo>
                  <a:lnTo>
                    <a:pt x="650556" y="795554"/>
                  </a:lnTo>
                  <a:lnTo>
                    <a:pt x="650480" y="797004"/>
                  </a:lnTo>
                  <a:lnTo>
                    <a:pt x="649497" y="796521"/>
                  </a:lnTo>
                  <a:lnTo>
                    <a:pt x="647935" y="791175"/>
                  </a:lnTo>
                  <a:lnTo>
                    <a:pt x="646167" y="785131"/>
                  </a:lnTo>
                  <a:lnTo>
                    <a:pt x="644167" y="778691"/>
                  </a:lnTo>
                  <a:lnTo>
                    <a:pt x="643113" y="775288"/>
                  </a:lnTo>
                  <a:lnTo>
                    <a:pt x="639162" y="764207"/>
                  </a:lnTo>
                  <a:lnTo>
                    <a:pt x="637229" y="758909"/>
                  </a:lnTo>
                  <a:lnTo>
                    <a:pt x="633890" y="749760"/>
                  </a:lnTo>
                  <a:lnTo>
                    <a:pt x="630855" y="741445"/>
                  </a:lnTo>
                  <a:lnTo>
                    <a:pt x="627431" y="732839"/>
                  </a:lnTo>
                  <a:lnTo>
                    <a:pt x="625401" y="727955"/>
                  </a:lnTo>
                  <a:lnTo>
                    <a:pt x="623259" y="722807"/>
                  </a:lnTo>
                  <a:lnTo>
                    <a:pt x="622512" y="721382"/>
                  </a:lnTo>
                  <a:lnTo>
                    <a:pt x="621339" y="719558"/>
                  </a:lnTo>
                  <a:lnTo>
                    <a:pt x="618438" y="716023"/>
                  </a:lnTo>
                  <a:lnTo>
                    <a:pt x="614281" y="710960"/>
                  </a:lnTo>
                  <a:lnTo>
                    <a:pt x="610435" y="706453"/>
                  </a:lnTo>
                  <a:lnTo>
                    <a:pt x="607411" y="702910"/>
                  </a:lnTo>
                  <a:lnTo>
                    <a:pt x="606639" y="701413"/>
                  </a:lnTo>
                  <a:lnTo>
                    <a:pt x="606289" y="700546"/>
                  </a:lnTo>
                  <a:lnTo>
                    <a:pt x="605967" y="699579"/>
                  </a:lnTo>
                  <a:lnTo>
                    <a:pt x="605516" y="697858"/>
                  </a:lnTo>
                  <a:lnTo>
                    <a:pt x="605511" y="696735"/>
                  </a:lnTo>
                  <a:lnTo>
                    <a:pt x="608385" y="696920"/>
                  </a:lnTo>
                  <a:lnTo>
                    <a:pt x="608983" y="695820"/>
                  </a:lnTo>
                  <a:lnTo>
                    <a:pt x="610043" y="691701"/>
                  </a:lnTo>
                  <a:lnTo>
                    <a:pt x="610640" y="688140"/>
                  </a:lnTo>
                  <a:lnTo>
                    <a:pt x="609678" y="688303"/>
                  </a:lnTo>
                  <a:lnTo>
                    <a:pt x="607903" y="689774"/>
                  </a:lnTo>
                  <a:lnTo>
                    <a:pt x="606961" y="690838"/>
                  </a:lnTo>
                  <a:lnTo>
                    <a:pt x="606434" y="691293"/>
                  </a:lnTo>
                  <a:lnTo>
                    <a:pt x="603597" y="691994"/>
                  </a:lnTo>
                  <a:lnTo>
                    <a:pt x="602042" y="693572"/>
                  </a:lnTo>
                  <a:lnTo>
                    <a:pt x="598835" y="696249"/>
                  </a:lnTo>
                  <a:lnTo>
                    <a:pt x="596518" y="697820"/>
                  </a:lnTo>
                  <a:lnTo>
                    <a:pt x="596073" y="698080"/>
                  </a:lnTo>
                  <a:lnTo>
                    <a:pt x="593363" y="698563"/>
                  </a:lnTo>
                  <a:lnTo>
                    <a:pt x="592881" y="699188"/>
                  </a:lnTo>
                  <a:lnTo>
                    <a:pt x="592810" y="700570"/>
                  </a:lnTo>
                  <a:lnTo>
                    <a:pt x="592620" y="702095"/>
                  </a:lnTo>
                  <a:lnTo>
                    <a:pt x="590685" y="704350"/>
                  </a:lnTo>
                  <a:lnTo>
                    <a:pt x="588611" y="706333"/>
                  </a:lnTo>
                  <a:lnTo>
                    <a:pt x="587832" y="706554"/>
                  </a:lnTo>
                  <a:lnTo>
                    <a:pt x="586571" y="706116"/>
                  </a:lnTo>
                  <a:lnTo>
                    <a:pt x="585922" y="706363"/>
                  </a:lnTo>
                  <a:lnTo>
                    <a:pt x="584037" y="708470"/>
                  </a:lnTo>
                  <a:lnTo>
                    <a:pt x="581205" y="711635"/>
                  </a:lnTo>
                  <a:lnTo>
                    <a:pt x="580940" y="712922"/>
                  </a:lnTo>
                  <a:lnTo>
                    <a:pt x="580925" y="714488"/>
                  </a:lnTo>
                  <a:lnTo>
                    <a:pt x="580598" y="715855"/>
                  </a:lnTo>
                  <a:lnTo>
                    <a:pt x="579966" y="716352"/>
                  </a:lnTo>
                  <a:lnTo>
                    <a:pt x="579050" y="715167"/>
                  </a:lnTo>
                  <a:lnTo>
                    <a:pt x="578219" y="713727"/>
                  </a:lnTo>
                  <a:lnTo>
                    <a:pt x="576475" y="712694"/>
                  </a:lnTo>
                  <a:lnTo>
                    <a:pt x="573888" y="712449"/>
                  </a:lnTo>
                  <a:lnTo>
                    <a:pt x="572310" y="712950"/>
                  </a:lnTo>
                  <a:lnTo>
                    <a:pt x="571222" y="713733"/>
                  </a:lnTo>
                  <a:lnTo>
                    <a:pt x="569087" y="716906"/>
                  </a:lnTo>
                  <a:lnTo>
                    <a:pt x="568310" y="717536"/>
                  </a:lnTo>
                  <a:lnTo>
                    <a:pt x="567877" y="717334"/>
                  </a:lnTo>
                  <a:lnTo>
                    <a:pt x="567754" y="715803"/>
                  </a:lnTo>
                  <a:lnTo>
                    <a:pt x="567321" y="714711"/>
                  </a:lnTo>
                  <a:lnTo>
                    <a:pt x="566814" y="713079"/>
                  </a:lnTo>
                  <a:lnTo>
                    <a:pt x="567060" y="709863"/>
                  </a:lnTo>
                  <a:lnTo>
                    <a:pt x="568217" y="706783"/>
                  </a:lnTo>
                  <a:lnTo>
                    <a:pt x="570127" y="705103"/>
                  </a:lnTo>
                  <a:lnTo>
                    <a:pt x="571666" y="703297"/>
                  </a:lnTo>
                  <a:lnTo>
                    <a:pt x="572118" y="701325"/>
                  </a:lnTo>
                  <a:lnTo>
                    <a:pt x="572079" y="699960"/>
                  </a:lnTo>
                  <a:lnTo>
                    <a:pt x="571511" y="699337"/>
                  </a:lnTo>
                  <a:lnTo>
                    <a:pt x="570914" y="699221"/>
                  </a:lnTo>
                  <a:lnTo>
                    <a:pt x="570568" y="699883"/>
                  </a:lnTo>
                  <a:lnTo>
                    <a:pt x="569528" y="701232"/>
                  </a:lnTo>
                  <a:lnTo>
                    <a:pt x="567985" y="702310"/>
                  </a:lnTo>
                  <a:lnTo>
                    <a:pt x="566701" y="702524"/>
                  </a:lnTo>
                  <a:lnTo>
                    <a:pt x="566125" y="702459"/>
                  </a:lnTo>
                  <a:lnTo>
                    <a:pt x="564761" y="701781"/>
                  </a:lnTo>
                  <a:lnTo>
                    <a:pt x="562228" y="698041"/>
                  </a:lnTo>
                  <a:lnTo>
                    <a:pt x="560092" y="697533"/>
                  </a:lnTo>
                  <a:lnTo>
                    <a:pt x="558627" y="697243"/>
                  </a:lnTo>
                  <a:lnTo>
                    <a:pt x="558139" y="697620"/>
                  </a:lnTo>
                  <a:lnTo>
                    <a:pt x="557911" y="698540"/>
                  </a:lnTo>
                  <a:lnTo>
                    <a:pt x="558051" y="699543"/>
                  </a:lnTo>
                  <a:lnTo>
                    <a:pt x="558343" y="700531"/>
                  </a:lnTo>
                  <a:lnTo>
                    <a:pt x="558179" y="701332"/>
                  </a:lnTo>
                  <a:lnTo>
                    <a:pt x="557492" y="701928"/>
                  </a:lnTo>
                  <a:lnTo>
                    <a:pt x="556461" y="702931"/>
                  </a:lnTo>
                  <a:lnTo>
                    <a:pt x="555937" y="702263"/>
                  </a:lnTo>
                  <a:lnTo>
                    <a:pt x="555674" y="699627"/>
                  </a:lnTo>
                  <a:lnTo>
                    <a:pt x="555728" y="697576"/>
                  </a:lnTo>
                  <a:lnTo>
                    <a:pt x="555014" y="695851"/>
                  </a:lnTo>
                  <a:lnTo>
                    <a:pt x="554269" y="693171"/>
                  </a:lnTo>
                  <a:lnTo>
                    <a:pt x="553244" y="691590"/>
                  </a:lnTo>
                  <a:lnTo>
                    <a:pt x="552249" y="692098"/>
                  </a:lnTo>
                  <a:lnTo>
                    <a:pt x="551758" y="694367"/>
                  </a:lnTo>
                  <a:lnTo>
                    <a:pt x="551004" y="695135"/>
                  </a:lnTo>
                  <a:lnTo>
                    <a:pt x="549559" y="694668"/>
                  </a:lnTo>
                  <a:lnTo>
                    <a:pt x="546964" y="695952"/>
                  </a:lnTo>
                  <a:lnTo>
                    <a:pt x="542760" y="696533"/>
                  </a:lnTo>
                  <a:lnTo>
                    <a:pt x="539758" y="694942"/>
                  </a:lnTo>
                  <a:lnTo>
                    <a:pt x="539259" y="693515"/>
                  </a:lnTo>
                  <a:lnTo>
                    <a:pt x="540486" y="690454"/>
                  </a:lnTo>
                  <a:lnTo>
                    <a:pt x="540580" y="687755"/>
                  </a:lnTo>
                  <a:lnTo>
                    <a:pt x="540573" y="685296"/>
                  </a:lnTo>
                  <a:lnTo>
                    <a:pt x="540898" y="683503"/>
                  </a:lnTo>
                  <a:lnTo>
                    <a:pt x="540167" y="680083"/>
                  </a:lnTo>
                  <a:lnTo>
                    <a:pt x="538507" y="673126"/>
                  </a:lnTo>
                  <a:lnTo>
                    <a:pt x="537500" y="667881"/>
                  </a:lnTo>
                  <a:lnTo>
                    <a:pt x="536021" y="663947"/>
                  </a:lnTo>
                  <a:lnTo>
                    <a:pt x="535376" y="662645"/>
                  </a:lnTo>
                  <a:lnTo>
                    <a:pt x="532270" y="663319"/>
                  </a:lnTo>
                  <a:lnTo>
                    <a:pt x="531417" y="664182"/>
                  </a:lnTo>
                  <a:lnTo>
                    <a:pt x="530853" y="665391"/>
                  </a:lnTo>
                  <a:lnTo>
                    <a:pt x="529889" y="666238"/>
                  </a:lnTo>
                  <a:lnTo>
                    <a:pt x="528520" y="666863"/>
                  </a:lnTo>
                  <a:lnTo>
                    <a:pt x="527347" y="666440"/>
                  </a:lnTo>
                  <a:lnTo>
                    <a:pt x="526043" y="665781"/>
                  </a:lnTo>
                  <a:lnTo>
                    <a:pt x="524667" y="664404"/>
                  </a:lnTo>
                  <a:lnTo>
                    <a:pt x="523063" y="662581"/>
                  </a:lnTo>
                  <a:lnTo>
                    <a:pt x="520016" y="661118"/>
                  </a:lnTo>
                  <a:lnTo>
                    <a:pt x="516976" y="660656"/>
                  </a:lnTo>
                  <a:lnTo>
                    <a:pt x="513648" y="660151"/>
                  </a:lnTo>
                  <a:lnTo>
                    <a:pt x="511991" y="661074"/>
                  </a:lnTo>
                  <a:lnTo>
                    <a:pt x="510386" y="662547"/>
                  </a:lnTo>
                  <a:lnTo>
                    <a:pt x="508065" y="665611"/>
                  </a:lnTo>
                  <a:lnTo>
                    <a:pt x="507000" y="665918"/>
                  </a:lnTo>
                  <a:lnTo>
                    <a:pt x="505315" y="666152"/>
                  </a:lnTo>
                  <a:lnTo>
                    <a:pt x="504134" y="666908"/>
                  </a:lnTo>
                  <a:lnTo>
                    <a:pt x="504369" y="668258"/>
                  </a:lnTo>
                  <a:lnTo>
                    <a:pt x="504600" y="670114"/>
                  </a:lnTo>
                  <a:lnTo>
                    <a:pt x="504173" y="671574"/>
                  </a:lnTo>
                  <a:lnTo>
                    <a:pt x="503512" y="672351"/>
                  </a:lnTo>
                  <a:lnTo>
                    <a:pt x="502500" y="672858"/>
                  </a:lnTo>
                  <a:lnTo>
                    <a:pt x="500848" y="673031"/>
                  </a:lnTo>
                  <a:lnTo>
                    <a:pt x="499490" y="673331"/>
                  </a:lnTo>
                  <a:lnTo>
                    <a:pt x="497805" y="675433"/>
                  </a:lnTo>
                  <a:lnTo>
                    <a:pt x="495230" y="675963"/>
                  </a:lnTo>
                  <a:lnTo>
                    <a:pt x="492425" y="676722"/>
                  </a:lnTo>
                  <a:lnTo>
                    <a:pt x="490463" y="677922"/>
                  </a:lnTo>
                  <a:lnTo>
                    <a:pt x="486220" y="679408"/>
                  </a:lnTo>
                  <a:lnTo>
                    <a:pt x="483763" y="680072"/>
                  </a:lnTo>
                  <a:lnTo>
                    <a:pt x="479657" y="681492"/>
                  </a:lnTo>
                  <a:lnTo>
                    <a:pt x="476350" y="681724"/>
                  </a:lnTo>
                  <a:lnTo>
                    <a:pt x="475851" y="680726"/>
                  </a:lnTo>
                  <a:lnTo>
                    <a:pt x="473304" y="682930"/>
                  </a:lnTo>
                  <a:lnTo>
                    <a:pt x="470455" y="682795"/>
                  </a:lnTo>
                  <a:lnTo>
                    <a:pt x="469930" y="683681"/>
                  </a:lnTo>
                  <a:lnTo>
                    <a:pt x="469236" y="684533"/>
                  </a:lnTo>
                  <a:lnTo>
                    <a:pt x="468468" y="684914"/>
                  </a:lnTo>
                  <a:lnTo>
                    <a:pt x="467499" y="685963"/>
                  </a:lnTo>
                  <a:lnTo>
                    <a:pt x="466941" y="688178"/>
                  </a:lnTo>
                  <a:lnTo>
                    <a:pt x="466517" y="690444"/>
                  </a:lnTo>
                  <a:lnTo>
                    <a:pt x="465660" y="691160"/>
                  </a:lnTo>
                  <a:lnTo>
                    <a:pt x="464513" y="690316"/>
                  </a:lnTo>
                  <a:lnTo>
                    <a:pt x="463666" y="689492"/>
                  </a:lnTo>
                  <a:lnTo>
                    <a:pt x="462216" y="690322"/>
                  </a:lnTo>
                  <a:lnTo>
                    <a:pt x="460249" y="690804"/>
                  </a:lnTo>
                  <a:lnTo>
                    <a:pt x="458709" y="690511"/>
                  </a:lnTo>
                  <a:lnTo>
                    <a:pt x="457921" y="689860"/>
                  </a:lnTo>
                  <a:lnTo>
                    <a:pt x="454691" y="690947"/>
                  </a:lnTo>
                  <a:lnTo>
                    <a:pt x="453006" y="692261"/>
                  </a:lnTo>
                  <a:lnTo>
                    <a:pt x="452691" y="692946"/>
                  </a:lnTo>
                  <a:lnTo>
                    <a:pt x="452278" y="693320"/>
                  </a:lnTo>
                  <a:lnTo>
                    <a:pt x="450343" y="694225"/>
                  </a:lnTo>
                  <a:lnTo>
                    <a:pt x="448789" y="693972"/>
                  </a:lnTo>
                  <a:lnTo>
                    <a:pt x="448545" y="694025"/>
                  </a:lnTo>
                  <a:lnTo>
                    <a:pt x="447072" y="694655"/>
                  </a:lnTo>
                  <a:lnTo>
                    <a:pt x="444995" y="695799"/>
                  </a:lnTo>
                  <a:lnTo>
                    <a:pt x="443502" y="696175"/>
                  </a:lnTo>
                  <a:lnTo>
                    <a:pt x="442251" y="696158"/>
                  </a:lnTo>
                  <a:lnTo>
                    <a:pt x="441452" y="697097"/>
                  </a:lnTo>
                  <a:lnTo>
                    <a:pt x="440802" y="698103"/>
                  </a:lnTo>
                  <a:lnTo>
                    <a:pt x="435358" y="699165"/>
                  </a:lnTo>
                  <a:lnTo>
                    <a:pt x="434809" y="699899"/>
                  </a:lnTo>
                  <a:lnTo>
                    <a:pt x="433708" y="700823"/>
                  </a:lnTo>
                  <a:lnTo>
                    <a:pt x="428047" y="701134"/>
                  </a:lnTo>
                  <a:lnTo>
                    <a:pt x="427579" y="701805"/>
                  </a:lnTo>
                  <a:lnTo>
                    <a:pt x="427373" y="702560"/>
                  </a:lnTo>
                  <a:lnTo>
                    <a:pt x="426670" y="702794"/>
                  </a:lnTo>
                  <a:lnTo>
                    <a:pt x="422591" y="701362"/>
                  </a:lnTo>
                  <a:lnTo>
                    <a:pt x="419328" y="699756"/>
                  </a:lnTo>
                  <a:lnTo>
                    <a:pt x="418061" y="700637"/>
                  </a:lnTo>
                  <a:lnTo>
                    <a:pt x="416984" y="702281"/>
                  </a:lnTo>
                  <a:lnTo>
                    <a:pt x="416607" y="704685"/>
                  </a:lnTo>
                  <a:lnTo>
                    <a:pt x="416607" y="706738"/>
                  </a:lnTo>
                  <a:lnTo>
                    <a:pt x="416607" y="708497"/>
                  </a:lnTo>
                  <a:lnTo>
                    <a:pt x="416118" y="709768"/>
                  </a:lnTo>
                  <a:lnTo>
                    <a:pt x="415032" y="711335"/>
                  </a:lnTo>
                  <a:lnTo>
                    <a:pt x="414957" y="712390"/>
                  </a:lnTo>
                  <a:lnTo>
                    <a:pt x="416426" y="713531"/>
                  </a:lnTo>
                  <a:lnTo>
                    <a:pt x="418270" y="714480"/>
                  </a:lnTo>
                  <a:lnTo>
                    <a:pt x="419358" y="714061"/>
                  </a:lnTo>
                  <a:lnTo>
                    <a:pt x="420269" y="713414"/>
                  </a:lnTo>
                  <a:lnTo>
                    <a:pt x="421061" y="713615"/>
                  </a:lnTo>
                  <a:lnTo>
                    <a:pt x="421616" y="714377"/>
                  </a:lnTo>
                  <a:lnTo>
                    <a:pt x="421812" y="715298"/>
                  </a:lnTo>
                  <a:lnTo>
                    <a:pt x="421708" y="715941"/>
                  </a:lnTo>
                  <a:lnTo>
                    <a:pt x="421362" y="716440"/>
                  </a:lnTo>
                  <a:lnTo>
                    <a:pt x="420158" y="717292"/>
                  </a:lnTo>
                  <a:lnTo>
                    <a:pt x="419056" y="717000"/>
                  </a:lnTo>
                  <a:lnTo>
                    <a:pt x="418035" y="717585"/>
                  </a:lnTo>
                  <a:lnTo>
                    <a:pt x="417505" y="718758"/>
                  </a:lnTo>
                  <a:lnTo>
                    <a:pt x="417219" y="720810"/>
                  </a:lnTo>
                  <a:lnTo>
                    <a:pt x="417669" y="722276"/>
                  </a:lnTo>
                  <a:lnTo>
                    <a:pt x="419047" y="722629"/>
                  </a:lnTo>
                  <a:lnTo>
                    <a:pt x="420600" y="723687"/>
                  </a:lnTo>
                  <a:lnTo>
                    <a:pt x="422320" y="724188"/>
                  </a:lnTo>
                  <a:lnTo>
                    <a:pt x="423353" y="724010"/>
                  </a:lnTo>
                  <a:lnTo>
                    <a:pt x="424665" y="725622"/>
                  </a:lnTo>
                  <a:lnTo>
                    <a:pt x="427731" y="727574"/>
                  </a:lnTo>
                  <a:lnTo>
                    <a:pt x="428550" y="729064"/>
                  </a:lnTo>
                  <a:lnTo>
                    <a:pt x="428571" y="730601"/>
                  </a:lnTo>
                  <a:lnTo>
                    <a:pt x="428008" y="731763"/>
                  </a:lnTo>
                  <a:lnTo>
                    <a:pt x="427232" y="732423"/>
                  </a:lnTo>
                  <a:lnTo>
                    <a:pt x="426175" y="732064"/>
                  </a:lnTo>
                  <a:lnTo>
                    <a:pt x="424087" y="731666"/>
                  </a:lnTo>
                  <a:lnTo>
                    <a:pt x="421795" y="731396"/>
                  </a:lnTo>
                  <a:lnTo>
                    <a:pt x="420156" y="730880"/>
                  </a:lnTo>
                  <a:lnTo>
                    <a:pt x="417764" y="731084"/>
                  </a:lnTo>
                  <a:lnTo>
                    <a:pt x="415796" y="731575"/>
                  </a:lnTo>
                  <a:lnTo>
                    <a:pt x="415291" y="732731"/>
                  </a:lnTo>
                  <a:lnTo>
                    <a:pt x="414528" y="734893"/>
                  </a:lnTo>
                  <a:lnTo>
                    <a:pt x="413893" y="736097"/>
                  </a:lnTo>
                  <a:lnTo>
                    <a:pt x="412771" y="738304"/>
                  </a:lnTo>
                  <a:lnTo>
                    <a:pt x="412427" y="740342"/>
                  </a:lnTo>
                  <a:lnTo>
                    <a:pt x="413005" y="743473"/>
                  </a:lnTo>
                  <a:lnTo>
                    <a:pt x="414957" y="748645"/>
                  </a:lnTo>
                  <a:lnTo>
                    <a:pt x="415143" y="750356"/>
                  </a:lnTo>
                  <a:lnTo>
                    <a:pt x="414440" y="752020"/>
                  </a:lnTo>
                  <a:lnTo>
                    <a:pt x="413093" y="753414"/>
                  </a:lnTo>
                  <a:lnTo>
                    <a:pt x="411142" y="755853"/>
                  </a:lnTo>
                  <a:lnTo>
                    <a:pt x="409032" y="755986"/>
                  </a:lnTo>
                  <a:lnTo>
                    <a:pt x="408121" y="756599"/>
                  </a:lnTo>
                  <a:lnTo>
                    <a:pt x="405754" y="759586"/>
                  </a:lnTo>
                  <a:lnTo>
                    <a:pt x="403679" y="761006"/>
                  </a:lnTo>
                  <a:lnTo>
                    <a:pt x="403244" y="762283"/>
                  </a:lnTo>
                  <a:lnTo>
                    <a:pt x="403703" y="763542"/>
                  </a:lnTo>
                  <a:lnTo>
                    <a:pt x="406330" y="765197"/>
                  </a:lnTo>
                  <a:lnTo>
                    <a:pt x="407652" y="767018"/>
                  </a:lnTo>
                  <a:lnTo>
                    <a:pt x="408033" y="769060"/>
                  </a:lnTo>
                  <a:lnTo>
                    <a:pt x="408605" y="770618"/>
                  </a:lnTo>
                  <a:lnTo>
                    <a:pt x="410649" y="771629"/>
                  </a:lnTo>
                  <a:lnTo>
                    <a:pt x="414884" y="773990"/>
                  </a:lnTo>
                  <a:lnTo>
                    <a:pt x="415128" y="774236"/>
                  </a:lnTo>
                  <a:lnTo>
                    <a:pt x="415393" y="775310"/>
                  </a:lnTo>
                  <a:lnTo>
                    <a:pt x="419691" y="776802"/>
                  </a:lnTo>
                  <a:lnTo>
                    <a:pt x="420286" y="777604"/>
                  </a:lnTo>
                  <a:lnTo>
                    <a:pt x="422055" y="780267"/>
                  </a:lnTo>
                  <a:lnTo>
                    <a:pt x="422430" y="783072"/>
                  </a:lnTo>
                  <a:lnTo>
                    <a:pt x="421531" y="785811"/>
                  </a:lnTo>
                  <a:lnTo>
                    <a:pt x="420949" y="790148"/>
                  </a:lnTo>
                  <a:lnTo>
                    <a:pt x="420016" y="793966"/>
                  </a:lnTo>
                  <a:lnTo>
                    <a:pt x="418010" y="796514"/>
                  </a:lnTo>
                  <a:lnTo>
                    <a:pt x="414498" y="798857"/>
                  </a:lnTo>
                  <a:lnTo>
                    <a:pt x="410743" y="799796"/>
                  </a:lnTo>
                  <a:lnTo>
                    <a:pt x="409145" y="799634"/>
                  </a:lnTo>
                  <a:lnTo>
                    <a:pt x="408112" y="799340"/>
                  </a:lnTo>
                  <a:lnTo>
                    <a:pt x="406425" y="798601"/>
                  </a:lnTo>
                  <a:lnTo>
                    <a:pt x="405175" y="796662"/>
                  </a:lnTo>
                  <a:lnTo>
                    <a:pt x="404254" y="794759"/>
                  </a:lnTo>
                  <a:lnTo>
                    <a:pt x="403593" y="794283"/>
                  </a:lnTo>
                  <a:lnTo>
                    <a:pt x="402936" y="794596"/>
                  </a:lnTo>
                  <a:lnTo>
                    <a:pt x="402317" y="795791"/>
                  </a:lnTo>
                  <a:lnTo>
                    <a:pt x="401486" y="799014"/>
                  </a:lnTo>
                  <a:lnTo>
                    <a:pt x="400556" y="802210"/>
                  </a:lnTo>
                  <a:lnTo>
                    <a:pt x="399800" y="803335"/>
                  </a:lnTo>
                  <a:lnTo>
                    <a:pt x="396985" y="804845"/>
                  </a:lnTo>
                  <a:lnTo>
                    <a:pt x="396674" y="804306"/>
                  </a:lnTo>
                  <a:lnTo>
                    <a:pt x="396996" y="802187"/>
                  </a:lnTo>
                  <a:lnTo>
                    <a:pt x="396640" y="801552"/>
                  </a:lnTo>
                  <a:lnTo>
                    <a:pt x="396112" y="801076"/>
                  </a:lnTo>
                  <a:lnTo>
                    <a:pt x="392639" y="800263"/>
                  </a:lnTo>
                  <a:lnTo>
                    <a:pt x="391325" y="799663"/>
                  </a:lnTo>
                  <a:lnTo>
                    <a:pt x="390344" y="799430"/>
                  </a:lnTo>
                  <a:lnTo>
                    <a:pt x="389095" y="798889"/>
                  </a:lnTo>
                  <a:lnTo>
                    <a:pt x="388236" y="797625"/>
                  </a:lnTo>
                  <a:lnTo>
                    <a:pt x="386391" y="793751"/>
                  </a:lnTo>
                  <a:lnTo>
                    <a:pt x="384946" y="790715"/>
                  </a:lnTo>
                  <a:lnTo>
                    <a:pt x="382623" y="787974"/>
                  </a:lnTo>
                  <a:lnTo>
                    <a:pt x="380517" y="787444"/>
                  </a:lnTo>
                  <a:lnTo>
                    <a:pt x="380347" y="787724"/>
                  </a:lnTo>
                  <a:lnTo>
                    <a:pt x="378748" y="787825"/>
                  </a:lnTo>
                  <a:lnTo>
                    <a:pt x="376080" y="787229"/>
                  </a:lnTo>
                  <a:lnTo>
                    <a:pt x="375289" y="788474"/>
                  </a:lnTo>
                  <a:lnTo>
                    <a:pt x="374699" y="790422"/>
                  </a:lnTo>
                  <a:lnTo>
                    <a:pt x="373919" y="792071"/>
                  </a:lnTo>
                  <a:lnTo>
                    <a:pt x="372734" y="792946"/>
                  </a:lnTo>
                  <a:lnTo>
                    <a:pt x="371307" y="793143"/>
                  </a:lnTo>
                  <a:lnTo>
                    <a:pt x="369707" y="791439"/>
                  </a:lnTo>
                  <a:lnTo>
                    <a:pt x="368060" y="788795"/>
                  </a:lnTo>
                  <a:lnTo>
                    <a:pt x="365996" y="787933"/>
                  </a:lnTo>
                  <a:lnTo>
                    <a:pt x="363995" y="788513"/>
                  </a:lnTo>
                  <a:lnTo>
                    <a:pt x="363264" y="788926"/>
                  </a:lnTo>
                  <a:lnTo>
                    <a:pt x="361165" y="790425"/>
                  </a:lnTo>
                  <a:lnTo>
                    <a:pt x="360507" y="789727"/>
                  </a:lnTo>
                  <a:lnTo>
                    <a:pt x="359575" y="789282"/>
                  </a:lnTo>
                  <a:lnTo>
                    <a:pt x="357529" y="791748"/>
                  </a:lnTo>
                  <a:lnTo>
                    <a:pt x="355287" y="794450"/>
                  </a:lnTo>
                  <a:lnTo>
                    <a:pt x="354801" y="796470"/>
                  </a:lnTo>
                  <a:lnTo>
                    <a:pt x="354125" y="798324"/>
                  </a:lnTo>
                  <a:lnTo>
                    <a:pt x="352638" y="800090"/>
                  </a:lnTo>
                  <a:lnTo>
                    <a:pt x="351014" y="801618"/>
                  </a:lnTo>
                  <a:lnTo>
                    <a:pt x="349639" y="802185"/>
                  </a:lnTo>
                  <a:lnTo>
                    <a:pt x="347863" y="801626"/>
                  </a:lnTo>
                  <a:lnTo>
                    <a:pt x="345628" y="799750"/>
                  </a:lnTo>
                  <a:lnTo>
                    <a:pt x="343580" y="797402"/>
                  </a:lnTo>
                  <a:lnTo>
                    <a:pt x="341355" y="793707"/>
                  </a:lnTo>
                  <a:lnTo>
                    <a:pt x="339542" y="791592"/>
                  </a:lnTo>
                  <a:lnTo>
                    <a:pt x="337804" y="789916"/>
                  </a:lnTo>
                  <a:lnTo>
                    <a:pt x="336749" y="789517"/>
                  </a:lnTo>
                  <a:lnTo>
                    <a:pt x="335902" y="790148"/>
                  </a:lnTo>
                  <a:lnTo>
                    <a:pt x="335570" y="791454"/>
                  </a:lnTo>
                  <a:lnTo>
                    <a:pt x="335811" y="792481"/>
                  </a:lnTo>
                  <a:lnTo>
                    <a:pt x="336313" y="793409"/>
                  </a:lnTo>
                  <a:lnTo>
                    <a:pt x="336703" y="796329"/>
                  </a:lnTo>
                  <a:lnTo>
                    <a:pt x="336852" y="799901"/>
                  </a:lnTo>
                  <a:lnTo>
                    <a:pt x="336681" y="801927"/>
                  </a:lnTo>
                  <a:lnTo>
                    <a:pt x="336188" y="803136"/>
                  </a:lnTo>
                  <a:lnTo>
                    <a:pt x="335683" y="803576"/>
                  </a:lnTo>
                  <a:lnTo>
                    <a:pt x="335216" y="803417"/>
                  </a:lnTo>
                  <a:lnTo>
                    <a:pt x="334650" y="802158"/>
                  </a:lnTo>
                  <a:lnTo>
                    <a:pt x="334303" y="799495"/>
                  </a:lnTo>
                  <a:lnTo>
                    <a:pt x="334033" y="796351"/>
                  </a:lnTo>
                  <a:lnTo>
                    <a:pt x="332507" y="792399"/>
                  </a:lnTo>
                  <a:lnTo>
                    <a:pt x="331190" y="789986"/>
                  </a:lnTo>
                  <a:lnTo>
                    <a:pt x="330556" y="788655"/>
                  </a:lnTo>
                  <a:lnTo>
                    <a:pt x="329344" y="786456"/>
                  </a:lnTo>
                  <a:lnTo>
                    <a:pt x="328299" y="785097"/>
                  </a:lnTo>
                  <a:lnTo>
                    <a:pt x="326073" y="783544"/>
                  </a:lnTo>
                  <a:lnTo>
                    <a:pt x="324983" y="782419"/>
                  </a:lnTo>
                  <a:lnTo>
                    <a:pt x="323089" y="778053"/>
                  </a:lnTo>
                  <a:lnTo>
                    <a:pt x="322028" y="776724"/>
                  </a:lnTo>
                  <a:lnTo>
                    <a:pt x="320664" y="775606"/>
                  </a:lnTo>
                  <a:lnTo>
                    <a:pt x="319543" y="775274"/>
                  </a:lnTo>
                  <a:lnTo>
                    <a:pt x="319297" y="775529"/>
                  </a:lnTo>
                  <a:lnTo>
                    <a:pt x="316965" y="776157"/>
                  </a:lnTo>
                  <a:lnTo>
                    <a:pt x="315290" y="776062"/>
                  </a:lnTo>
                  <a:lnTo>
                    <a:pt x="314277" y="775245"/>
                  </a:lnTo>
                  <a:lnTo>
                    <a:pt x="313137" y="775140"/>
                  </a:lnTo>
                  <a:lnTo>
                    <a:pt x="311990" y="775689"/>
                  </a:lnTo>
                  <a:lnTo>
                    <a:pt x="311775" y="775653"/>
                  </a:lnTo>
                  <a:lnTo>
                    <a:pt x="311200" y="775627"/>
                  </a:lnTo>
                  <a:lnTo>
                    <a:pt x="310275" y="774725"/>
                  </a:lnTo>
                  <a:lnTo>
                    <a:pt x="309372" y="772300"/>
                  </a:lnTo>
                  <a:lnTo>
                    <a:pt x="308237" y="769728"/>
                  </a:lnTo>
                  <a:lnTo>
                    <a:pt x="306856" y="768898"/>
                  </a:lnTo>
                  <a:lnTo>
                    <a:pt x="304240" y="769981"/>
                  </a:lnTo>
                  <a:lnTo>
                    <a:pt x="301380" y="773482"/>
                  </a:lnTo>
                  <a:lnTo>
                    <a:pt x="299328" y="775558"/>
                  </a:lnTo>
                  <a:lnTo>
                    <a:pt x="297654" y="775616"/>
                  </a:lnTo>
                  <a:lnTo>
                    <a:pt x="296699" y="775933"/>
                  </a:lnTo>
                  <a:lnTo>
                    <a:pt x="296064" y="775813"/>
                  </a:lnTo>
                  <a:lnTo>
                    <a:pt x="295527" y="775161"/>
                  </a:lnTo>
                  <a:lnTo>
                    <a:pt x="295400" y="773897"/>
                  </a:lnTo>
                  <a:lnTo>
                    <a:pt x="295143" y="772293"/>
                  </a:lnTo>
                  <a:lnTo>
                    <a:pt x="293829" y="770727"/>
                  </a:lnTo>
                  <a:lnTo>
                    <a:pt x="292033" y="769718"/>
                  </a:lnTo>
                  <a:lnTo>
                    <a:pt x="290361" y="768608"/>
                  </a:lnTo>
                  <a:lnTo>
                    <a:pt x="289269" y="768312"/>
                  </a:lnTo>
                  <a:lnTo>
                    <a:pt x="288803" y="769909"/>
                  </a:lnTo>
                  <a:lnTo>
                    <a:pt x="287418" y="772450"/>
                  </a:lnTo>
                  <a:lnTo>
                    <a:pt x="285843" y="774919"/>
                  </a:lnTo>
                  <a:lnTo>
                    <a:pt x="283837" y="778934"/>
                  </a:lnTo>
                  <a:lnTo>
                    <a:pt x="283289" y="780357"/>
                  </a:lnTo>
                  <a:lnTo>
                    <a:pt x="282519" y="781305"/>
                  </a:lnTo>
                  <a:lnTo>
                    <a:pt x="280767" y="782336"/>
                  </a:lnTo>
                  <a:lnTo>
                    <a:pt x="278637" y="784033"/>
                  </a:lnTo>
                  <a:lnTo>
                    <a:pt x="277279" y="785962"/>
                  </a:lnTo>
                  <a:lnTo>
                    <a:pt x="275355" y="786837"/>
                  </a:lnTo>
                  <a:lnTo>
                    <a:pt x="273278" y="787389"/>
                  </a:lnTo>
                  <a:lnTo>
                    <a:pt x="272372" y="789061"/>
                  </a:lnTo>
                  <a:lnTo>
                    <a:pt x="271815" y="791790"/>
                  </a:lnTo>
                  <a:lnTo>
                    <a:pt x="271124" y="794241"/>
                  </a:lnTo>
                  <a:lnTo>
                    <a:pt x="267857" y="797954"/>
                  </a:lnTo>
                  <a:lnTo>
                    <a:pt x="266068" y="800362"/>
                  </a:lnTo>
                  <a:lnTo>
                    <a:pt x="264768" y="801640"/>
                  </a:lnTo>
                  <a:lnTo>
                    <a:pt x="263859" y="801476"/>
                  </a:lnTo>
                  <a:lnTo>
                    <a:pt x="262877" y="801092"/>
                  </a:lnTo>
                  <a:lnTo>
                    <a:pt x="262506" y="801304"/>
                  </a:lnTo>
                  <a:lnTo>
                    <a:pt x="263011" y="803146"/>
                  </a:lnTo>
                  <a:lnTo>
                    <a:pt x="263437" y="808955"/>
                  </a:lnTo>
                  <a:lnTo>
                    <a:pt x="264040" y="812657"/>
                  </a:lnTo>
                  <a:lnTo>
                    <a:pt x="264477" y="814786"/>
                  </a:lnTo>
                  <a:lnTo>
                    <a:pt x="264886" y="816458"/>
                  </a:lnTo>
                  <a:lnTo>
                    <a:pt x="265198" y="819020"/>
                  </a:lnTo>
                  <a:lnTo>
                    <a:pt x="264791" y="820519"/>
                  </a:lnTo>
                  <a:lnTo>
                    <a:pt x="264158" y="821526"/>
                  </a:lnTo>
                  <a:lnTo>
                    <a:pt x="262197" y="823111"/>
                  </a:lnTo>
                  <a:lnTo>
                    <a:pt x="260152" y="824476"/>
                  </a:lnTo>
                  <a:lnTo>
                    <a:pt x="258926" y="823597"/>
                  </a:lnTo>
                  <a:lnTo>
                    <a:pt x="257567" y="821420"/>
                  </a:lnTo>
                  <a:lnTo>
                    <a:pt x="257030" y="820294"/>
                  </a:lnTo>
                  <a:lnTo>
                    <a:pt x="255542" y="816642"/>
                  </a:lnTo>
                  <a:lnTo>
                    <a:pt x="252937" y="811066"/>
                  </a:lnTo>
                  <a:lnTo>
                    <a:pt x="251162" y="808239"/>
                  </a:lnTo>
                  <a:lnTo>
                    <a:pt x="249852" y="807188"/>
                  </a:lnTo>
                  <a:lnTo>
                    <a:pt x="248667" y="807508"/>
                  </a:lnTo>
                  <a:lnTo>
                    <a:pt x="247749" y="808831"/>
                  </a:lnTo>
                  <a:lnTo>
                    <a:pt x="247097" y="810008"/>
                  </a:lnTo>
                  <a:lnTo>
                    <a:pt x="246481" y="811326"/>
                  </a:lnTo>
                  <a:lnTo>
                    <a:pt x="246090" y="812982"/>
                  </a:lnTo>
                  <a:lnTo>
                    <a:pt x="246126" y="815265"/>
                  </a:lnTo>
                  <a:lnTo>
                    <a:pt x="246096" y="817680"/>
                  </a:lnTo>
                  <a:lnTo>
                    <a:pt x="245517" y="819382"/>
                  </a:lnTo>
                  <a:lnTo>
                    <a:pt x="244052" y="821209"/>
                  </a:lnTo>
                  <a:lnTo>
                    <a:pt x="242354" y="823760"/>
                  </a:lnTo>
                  <a:lnTo>
                    <a:pt x="241090" y="828363"/>
                  </a:lnTo>
                  <a:lnTo>
                    <a:pt x="240270" y="834117"/>
                  </a:lnTo>
                  <a:lnTo>
                    <a:pt x="240010" y="838110"/>
                  </a:lnTo>
                  <a:lnTo>
                    <a:pt x="240638" y="839979"/>
                  </a:lnTo>
                  <a:lnTo>
                    <a:pt x="241878" y="841494"/>
                  </a:lnTo>
                  <a:lnTo>
                    <a:pt x="242677" y="843051"/>
                  </a:lnTo>
                  <a:lnTo>
                    <a:pt x="242840" y="844516"/>
                  </a:lnTo>
                  <a:lnTo>
                    <a:pt x="242629" y="846052"/>
                  </a:lnTo>
                  <a:lnTo>
                    <a:pt x="241986" y="847825"/>
                  </a:lnTo>
                  <a:lnTo>
                    <a:pt x="240638" y="849855"/>
                  </a:lnTo>
                  <a:lnTo>
                    <a:pt x="238783" y="854703"/>
                  </a:lnTo>
                  <a:lnTo>
                    <a:pt x="237630" y="861549"/>
                  </a:lnTo>
                  <a:lnTo>
                    <a:pt x="238269" y="866325"/>
                  </a:lnTo>
                  <a:lnTo>
                    <a:pt x="240640" y="868945"/>
                  </a:lnTo>
                  <a:lnTo>
                    <a:pt x="242506" y="870101"/>
                  </a:lnTo>
                  <a:lnTo>
                    <a:pt x="243251" y="871637"/>
                  </a:lnTo>
                  <a:lnTo>
                    <a:pt x="243922" y="874754"/>
                  </a:lnTo>
                  <a:lnTo>
                    <a:pt x="243829" y="877912"/>
                  </a:lnTo>
                  <a:lnTo>
                    <a:pt x="243604" y="880052"/>
                  </a:lnTo>
                  <a:lnTo>
                    <a:pt x="244066" y="882148"/>
                  </a:lnTo>
                  <a:lnTo>
                    <a:pt x="244946" y="884638"/>
                  </a:lnTo>
                  <a:lnTo>
                    <a:pt x="246061" y="886162"/>
                  </a:lnTo>
                  <a:lnTo>
                    <a:pt x="247232" y="885343"/>
                  </a:lnTo>
                  <a:lnTo>
                    <a:pt x="248400" y="884301"/>
                  </a:lnTo>
                  <a:lnTo>
                    <a:pt x="249859" y="884712"/>
                  </a:lnTo>
                  <a:lnTo>
                    <a:pt x="253986" y="885578"/>
                  </a:lnTo>
                  <a:lnTo>
                    <a:pt x="256150" y="886029"/>
                  </a:lnTo>
                  <a:lnTo>
                    <a:pt x="256853" y="887111"/>
                  </a:lnTo>
                  <a:lnTo>
                    <a:pt x="258195" y="890623"/>
                  </a:lnTo>
                  <a:lnTo>
                    <a:pt x="259890" y="894567"/>
                  </a:lnTo>
                  <a:lnTo>
                    <a:pt x="261611" y="898570"/>
                  </a:lnTo>
                  <a:lnTo>
                    <a:pt x="262205" y="900305"/>
                  </a:lnTo>
                  <a:lnTo>
                    <a:pt x="263608" y="905086"/>
                  </a:lnTo>
                  <a:lnTo>
                    <a:pt x="265057" y="909387"/>
                  </a:lnTo>
                  <a:lnTo>
                    <a:pt x="266631" y="914716"/>
                  </a:lnTo>
                  <a:lnTo>
                    <a:pt x="266519" y="916158"/>
                  </a:lnTo>
                  <a:lnTo>
                    <a:pt x="265696" y="916760"/>
                  </a:lnTo>
                  <a:lnTo>
                    <a:pt x="264373" y="916614"/>
                  </a:lnTo>
                  <a:lnTo>
                    <a:pt x="263351" y="915832"/>
                  </a:lnTo>
                  <a:lnTo>
                    <a:pt x="262777" y="915186"/>
                  </a:lnTo>
                  <a:lnTo>
                    <a:pt x="262262" y="914972"/>
                  </a:lnTo>
                  <a:lnTo>
                    <a:pt x="261683" y="915232"/>
                  </a:lnTo>
                  <a:lnTo>
                    <a:pt x="261192" y="915906"/>
                  </a:lnTo>
                  <a:lnTo>
                    <a:pt x="260992" y="916961"/>
                  </a:lnTo>
                  <a:lnTo>
                    <a:pt x="261076" y="918399"/>
                  </a:lnTo>
                  <a:lnTo>
                    <a:pt x="261471" y="919709"/>
                  </a:lnTo>
                  <a:lnTo>
                    <a:pt x="262024" y="920552"/>
                  </a:lnTo>
                  <a:lnTo>
                    <a:pt x="262322" y="920866"/>
                  </a:lnTo>
                  <a:lnTo>
                    <a:pt x="264348" y="922595"/>
                  </a:lnTo>
                  <a:lnTo>
                    <a:pt x="266626" y="924540"/>
                  </a:lnTo>
                  <a:lnTo>
                    <a:pt x="269406" y="927297"/>
                  </a:lnTo>
                  <a:lnTo>
                    <a:pt x="269998" y="927642"/>
                  </a:lnTo>
                  <a:lnTo>
                    <a:pt x="270167" y="928988"/>
                  </a:lnTo>
                  <a:lnTo>
                    <a:pt x="268681" y="929279"/>
                  </a:lnTo>
                  <a:lnTo>
                    <a:pt x="268498" y="930854"/>
                  </a:lnTo>
                  <a:lnTo>
                    <a:pt x="268115" y="932014"/>
                  </a:lnTo>
                  <a:lnTo>
                    <a:pt x="264787" y="934635"/>
                  </a:lnTo>
                  <a:lnTo>
                    <a:pt x="263956" y="934628"/>
                  </a:lnTo>
                  <a:lnTo>
                    <a:pt x="263229" y="935058"/>
                  </a:lnTo>
                  <a:lnTo>
                    <a:pt x="263274" y="936755"/>
                  </a:lnTo>
                  <a:lnTo>
                    <a:pt x="263473" y="938307"/>
                  </a:lnTo>
                  <a:lnTo>
                    <a:pt x="264043" y="939952"/>
                  </a:lnTo>
                  <a:lnTo>
                    <a:pt x="263796" y="940653"/>
                  </a:lnTo>
                  <a:lnTo>
                    <a:pt x="263303" y="940888"/>
                  </a:lnTo>
                  <a:lnTo>
                    <a:pt x="262658" y="940389"/>
                  </a:lnTo>
                  <a:lnTo>
                    <a:pt x="262062" y="939529"/>
                  </a:lnTo>
                  <a:lnTo>
                    <a:pt x="261423" y="939314"/>
                  </a:lnTo>
                  <a:lnTo>
                    <a:pt x="260802" y="939529"/>
                  </a:lnTo>
                  <a:lnTo>
                    <a:pt x="257972" y="944171"/>
                  </a:lnTo>
                  <a:lnTo>
                    <a:pt x="256757" y="945376"/>
                  </a:lnTo>
                  <a:lnTo>
                    <a:pt x="255445" y="945849"/>
                  </a:lnTo>
                  <a:lnTo>
                    <a:pt x="252697" y="947561"/>
                  </a:lnTo>
                  <a:lnTo>
                    <a:pt x="251880" y="947475"/>
                  </a:lnTo>
                  <a:lnTo>
                    <a:pt x="251104" y="946878"/>
                  </a:lnTo>
                  <a:lnTo>
                    <a:pt x="250471" y="947748"/>
                  </a:lnTo>
                  <a:lnTo>
                    <a:pt x="250268" y="949896"/>
                  </a:lnTo>
                  <a:lnTo>
                    <a:pt x="249536" y="948411"/>
                  </a:lnTo>
                  <a:lnTo>
                    <a:pt x="248726" y="947232"/>
                  </a:lnTo>
                  <a:lnTo>
                    <a:pt x="248368" y="946836"/>
                  </a:lnTo>
                  <a:lnTo>
                    <a:pt x="248170" y="947069"/>
                  </a:lnTo>
                  <a:lnTo>
                    <a:pt x="248922" y="949374"/>
                  </a:lnTo>
                  <a:lnTo>
                    <a:pt x="248987" y="951486"/>
                  </a:lnTo>
                  <a:lnTo>
                    <a:pt x="248802" y="952647"/>
                  </a:lnTo>
                  <a:lnTo>
                    <a:pt x="248483" y="953706"/>
                  </a:lnTo>
                  <a:lnTo>
                    <a:pt x="248061" y="954357"/>
                  </a:lnTo>
                  <a:lnTo>
                    <a:pt x="247550" y="954712"/>
                  </a:lnTo>
                  <a:lnTo>
                    <a:pt x="247279" y="958443"/>
                  </a:lnTo>
                  <a:lnTo>
                    <a:pt x="246787" y="960720"/>
                  </a:lnTo>
                  <a:lnTo>
                    <a:pt x="246108" y="962737"/>
                  </a:lnTo>
                  <a:lnTo>
                    <a:pt x="245186" y="966436"/>
                  </a:lnTo>
                  <a:lnTo>
                    <a:pt x="244446" y="968051"/>
                  </a:lnTo>
                  <a:lnTo>
                    <a:pt x="243869" y="969933"/>
                  </a:lnTo>
                  <a:lnTo>
                    <a:pt x="243487" y="972561"/>
                  </a:lnTo>
                  <a:lnTo>
                    <a:pt x="242937" y="971944"/>
                  </a:lnTo>
                  <a:lnTo>
                    <a:pt x="242489" y="970815"/>
                  </a:lnTo>
                  <a:lnTo>
                    <a:pt x="242252" y="972307"/>
                  </a:lnTo>
                  <a:lnTo>
                    <a:pt x="241927" y="973578"/>
                  </a:lnTo>
                  <a:lnTo>
                    <a:pt x="240493" y="975479"/>
                  </a:lnTo>
                  <a:lnTo>
                    <a:pt x="239433" y="977303"/>
                  </a:lnTo>
                  <a:lnTo>
                    <a:pt x="238950" y="980135"/>
                  </a:lnTo>
                  <a:lnTo>
                    <a:pt x="238840" y="981830"/>
                  </a:lnTo>
                  <a:lnTo>
                    <a:pt x="239009" y="983357"/>
                  </a:lnTo>
                  <a:lnTo>
                    <a:pt x="239405" y="984273"/>
                  </a:lnTo>
                  <a:lnTo>
                    <a:pt x="241413" y="985263"/>
                  </a:lnTo>
                  <a:lnTo>
                    <a:pt x="242744" y="986560"/>
                  </a:lnTo>
                  <a:lnTo>
                    <a:pt x="243966" y="988970"/>
                  </a:lnTo>
                  <a:lnTo>
                    <a:pt x="245290" y="991018"/>
                  </a:lnTo>
                  <a:lnTo>
                    <a:pt x="246242" y="993655"/>
                  </a:lnTo>
                  <a:lnTo>
                    <a:pt x="246914" y="996899"/>
                  </a:lnTo>
                  <a:lnTo>
                    <a:pt x="247749" y="1003207"/>
                  </a:lnTo>
                  <a:lnTo>
                    <a:pt x="248164" y="1009851"/>
                  </a:lnTo>
                  <a:lnTo>
                    <a:pt x="249395" y="1001588"/>
                  </a:lnTo>
                  <a:lnTo>
                    <a:pt x="250430" y="1000112"/>
                  </a:lnTo>
                  <a:lnTo>
                    <a:pt x="250200" y="1002436"/>
                  </a:lnTo>
                  <a:lnTo>
                    <a:pt x="249461" y="1006012"/>
                  </a:lnTo>
                  <a:lnTo>
                    <a:pt x="248734" y="1011190"/>
                  </a:lnTo>
                  <a:lnTo>
                    <a:pt x="248497" y="1014973"/>
                  </a:lnTo>
                  <a:lnTo>
                    <a:pt x="248766" y="1018251"/>
                  </a:lnTo>
                  <a:lnTo>
                    <a:pt x="248782" y="1019788"/>
                  </a:lnTo>
                  <a:lnTo>
                    <a:pt x="248168" y="1025216"/>
                  </a:lnTo>
                  <a:lnTo>
                    <a:pt x="248485" y="1026259"/>
                  </a:lnTo>
                  <a:lnTo>
                    <a:pt x="248981" y="1027223"/>
                  </a:lnTo>
                  <a:lnTo>
                    <a:pt x="250287" y="1029104"/>
                  </a:lnTo>
                  <a:lnTo>
                    <a:pt x="251203" y="1031838"/>
                  </a:lnTo>
                  <a:lnTo>
                    <a:pt x="251433" y="1035686"/>
                  </a:lnTo>
                  <a:lnTo>
                    <a:pt x="251951" y="1036748"/>
                  </a:lnTo>
                  <a:lnTo>
                    <a:pt x="252601" y="1037673"/>
                  </a:lnTo>
                  <a:lnTo>
                    <a:pt x="255782" y="1045349"/>
                  </a:lnTo>
                  <a:lnTo>
                    <a:pt x="257614" y="1050454"/>
                  </a:lnTo>
                  <a:lnTo>
                    <a:pt x="258532" y="1053430"/>
                  </a:lnTo>
                  <a:lnTo>
                    <a:pt x="259529" y="1057177"/>
                  </a:lnTo>
                  <a:lnTo>
                    <a:pt x="260054" y="1058047"/>
                  </a:lnTo>
                  <a:lnTo>
                    <a:pt x="260676" y="1058604"/>
                  </a:lnTo>
                  <a:lnTo>
                    <a:pt x="261862" y="1060396"/>
                  </a:lnTo>
                  <a:lnTo>
                    <a:pt x="261193" y="1062321"/>
                  </a:lnTo>
                  <a:lnTo>
                    <a:pt x="260107" y="1065749"/>
                  </a:lnTo>
                  <a:lnTo>
                    <a:pt x="259623" y="1067564"/>
                  </a:lnTo>
                  <a:lnTo>
                    <a:pt x="258472" y="1069245"/>
                  </a:lnTo>
                  <a:lnTo>
                    <a:pt x="256548" y="1071025"/>
                  </a:lnTo>
                  <a:lnTo>
                    <a:pt x="255484" y="1071796"/>
                  </a:lnTo>
                  <a:lnTo>
                    <a:pt x="254344" y="1075481"/>
                  </a:lnTo>
                  <a:lnTo>
                    <a:pt x="253079" y="1079063"/>
                  </a:lnTo>
                  <a:lnTo>
                    <a:pt x="252214" y="1079462"/>
                  </a:lnTo>
                  <a:lnTo>
                    <a:pt x="249755" y="1078905"/>
                  </a:lnTo>
                  <a:lnTo>
                    <a:pt x="248877" y="1078581"/>
                  </a:lnTo>
                  <a:lnTo>
                    <a:pt x="246373" y="1077005"/>
                  </a:lnTo>
                  <a:lnTo>
                    <a:pt x="245675" y="1076039"/>
                  </a:lnTo>
                  <a:lnTo>
                    <a:pt x="244986" y="1071887"/>
                  </a:lnTo>
                  <a:lnTo>
                    <a:pt x="244212" y="1070101"/>
                  </a:lnTo>
                  <a:lnTo>
                    <a:pt x="243242" y="1068959"/>
                  </a:lnTo>
                  <a:lnTo>
                    <a:pt x="242578" y="1067990"/>
                  </a:lnTo>
                  <a:lnTo>
                    <a:pt x="242302" y="1066988"/>
                  </a:lnTo>
                  <a:lnTo>
                    <a:pt x="241600" y="1065540"/>
                  </a:lnTo>
                  <a:lnTo>
                    <a:pt x="240301" y="1063383"/>
                  </a:lnTo>
                  <a:lnTo>
                    <a:pt x="239359" y="1061338"/>
                  </a:lnTo>
                  <a:lnTo>
                    <a:pt x="238632" y="1060784"/>
                  </a:lnTo>
                  <a:lnTo>
                    <a:pt x="237715" y="1061506"/>
                  </a:lnTo>
                  <a:lnTo>
                    <a:pt x="237163" y="1061708"/>
                  </a:lnTo>
                  <a:lnTo>
                    <a:pt x="236926" y="1061347"/>
                  </a:lnTo>
                  <a:lnTo>
                    <a:pt x="236748" y="1059630"/>
                  </a:lnTo>
                  <a:lnTo>
                    <a:pt x="235418" y="1059023"/>
                  </a:lnTo>
                  <a:lnTo>
                    <a:pt x="235191" y="1058619"/>
                  </a:lnTo>
                  <a:lnTo>
                    <a:pt x="233417" y="1056972"/>
                  </a:lnTo>
                  <a:lnTo>
                    <a:pt x="232738" y="1056099"/>
                  </a:lnTo>
                  <a:lnTo>
                    <a:pt x="232084" y="1056036"/>
                  </a:lnTo>
                  <a:lnTo>
                    <a:pt x="230711" y="1055542"/>
                  </a:lnTo>
                  <a:lnTo>
                    <a:pt x="229545" y="1054755"/>
                  </a:lnTo>
                  <a:lnTo>
                    <a:pt x="229007" y="1053711"/>
                  </a:lnTo>
                  <a:lnTo>
                    <a:pt x="228213" y="1052552"/>
                  </a:lnTo>
                  <a:lnTo>
                    <a:pt x="226739" y="1051106"/>
                  </a:lnTo>
                  <a:lnTo>
                    <a:pt x="225653" y="1049741"/>
                  </a:lnTo>
                  <a:lnTo>
                    <a:pt x="225600" y="1048865"/>
                  </a:lnTo>
                  <a:lnTo>
                    <a:pt x="226268" y="1045241"/>
                  </a:lnTo>
                  <a:lnTo>
                    <a:pt x="226751" y="1041764"/>
                  </a:lnTo>
                  <a:lnTo>
                    <a:pt x="226476" y="1041082"/>
                  </a:lnTo>
                  <a:lnTo>
                    <a:pt x="225863" y="1040504"/>
                  </a:lnTo>
                  <a:lnTo>
                    <a:pt x="224719" y="1039970"/>
                  </a:lnTo>
                  <a:lnTo>
                    <a:pt x="222015" y="1040146"/>
                  </a:lnTo>
                  <a:lnTo>
                    <a:pt x="220342" y="1036646"/>
                  </a:lnTo>
                  <a:lnTo>
                    <a:pt x="219751" y="1035855"/>
                  </a:lnTo>
                  <a:lnTo>
                    <a:pt x="218657" y="1035290"/>
                  </a:lnTo>
                  <a:lnTo>
                    <a:pt x="217074" y="1034222"/>
                  </a:lnTo>
                  <a:lnTo>
                    <a:pt x="216181" y="1033450"/>
                  </a:lnTo>
                  <a:lnTo>
                    <a:pt x="215928" y="1033733"/>
                  </a:lnTo>
                  <a:lnTo>
                    <a:pt x="214949" y="1037575"/>
                  </a:lnTo>
                  <a:lnTo>
                    <a:pt x="213970" y="1034832"/>
                  </a:lnTo>
                  <a:lnTo>
                    <a:pt x="213384" y="1034091"/>
                  </a:lnTo>
                  <a:lnTo>
                    <a:pt x="212547" y="1033684"/>
                  </a:lnTo>
                  <a:lnTo>
                    <a:pt x="211676" y="1033679"/>
                  </a:lnTo>
                  <a:lnTo>
                    <a:pt x="209499" y="1035013"/>
                  </a:lnTo>
                  <a:lnTo>
                    <a:pt x="207898" y="1036487"/>
                  </a:lnTo>
                  <a:lnTo>
                    <a:pt x="206701" y="1037588"/>
                  </a:lnTo>
                  <a:lnTo>
                    <a:pt x="205491" y="1038201"/>
                  </a:lnTo>
                  <a:lnTo>
                    <a:pt x="204908" y="1039060"/>
                  </a:lnTo>
                  <a:lnTo>
                    <a:pt x="203286" y="1038912"/>
                  </a:lnTo>
                  <a:lnTo>
                    <a:pt x="202470" y="1038253"/>
                  </a:lnTo>
                  <a:lnTo>
                    <a:pt x="202205" y="1037569"/>
                  </a:lnTo>
                  <a:lnTo>
                    <a:pt x="202347" y="1036372"/>
                  </a:lnTo>
                  <a:lnTo>
                    <a:pt x="202909" y="1035028"/>
                  </a:lnTo>
                  <a:lnTo>
                    <a:pt x="202950" y="1034295"/>
                  </a:lnTo>
                  <a:lnTo>
                    <a:pt x="202751" y="1033727"/>
                  </a:lnTo>
                  <a:lnTo>
                    <a:pt x="200782" y="1031933"/>
                  </a:lnTo>
                  <a:lnTo>
                    <a:pt x="199977" y="1030847"/>
                  </a:lnTo>
                  <a:lnTo>
                    <a:pt x="197387" y="1029305"/>
                  </a:lnTo>
                  <a:lnTo>
                    <a:pt x="194194" y="1026575"/>
                  </a:lnTo>
                  <a:lnTo>
                    <a:pt x="193096" y="1024784"/>
                  </a:lnTo>
                  <a:lnTo>
                    <a:pt x="192990" y="1023548"/>
                  </a:lnTo>
                  <a:lnTo>
                    <a:pt x="191737" y="1022333"/>
                  </a:lnTo>
                  <a:lnTo>
                    <a:pt x="190140" y="1021241"/>
                  </a:lnTo>
                  <a:lnTo>
                    <a:pt x="188901" y="1021551"/>
                  </a:lnTo>
                  <a:lnTo>
                    <a:pt x="187738" y="1021668"/>
                  </a:lnTo>
                  <a:lnTo>
                    <a:pt x="185925" y="1019626"/>
                  </a:lnTo>
                  <a:lnTo>
                    <a:pt x="184205" y="1019512"/>
                  </a:lnTo>
                  <a:lnTo>
                    <a:pt x="182262" y="1020125"/>
                  </a:lnTo>
                  <a:lnTo>
                    <a:pt x="181837" y="1020368"/>
                  </a:lnTo>
                  <a:lnTo>
                    <a:pt x="181371" y="1020633"/>
                  </a:lnTo>
                  <a:lnTo>
                    <a:pt x="175578" y="1019773"/>
                  </a:lnTo>
                  <a:lnTo>
                    <a:pt x="174099" y="1018087"/>
                  </a:lnTo>
                  <a:lnTo>
                    <a:pt x="172834" y="1016400"/>
                  </a:lnTo>
                  <a:lnTo>
                    <a:pt x="169439" y="1015187"/>
                  </a:lnTo>
                  <a:lnTo>
                    <a:pt x="167698" y="1013898"/>
                  </a:lnTo>
                  <a:lnTo>
                    <a:pt x="165966" y="1012070"/>
                  </a:lnTo>
                  <a:lnTo>
                    <a:pt x="164071" y="1010476"/>
                  </a:lnTo>
                  <a:lnTo>
                    <a:pt x="162478" y="1011122"/>
                  </a:lnTo>
                  <a:lnTo>
                    <a:pt x="160298" y="1010215"/>
                  </a:lnTo>
                  <a:lnTo>
                    <a:pt x="157927" y="1009415"/>
                  </a:lnTo>
                  <a:lnTo>
                    <a:pt x="157118" y="1009907"/>
                  </a:lnTo>
                  <a:lnTo>
                    <a:pt x="156367" y="1011924"/>
                  </a:lnTo>
                  <a:lnTo>
                    <a:pt x="155807" y="1013846"/>
                  </a:lnTo>
                  <a:lnTo>
                    <a:pt x="154515" y="1012281"/>
                  </a:lnTo>
                  <a:lnTo>
                    <a:pt x="150110" y="1004743"/>
                  </a:lnTo>
                  <a:lnTo>
                    <a:pt x="147799" y="999738"/>
                  </a:lnTo>
                  <a:lnTo>
                    <a:pt x="140246" y="988190"/>
                  </a:lnTo>
                  <a:lnTo>
                    <a:pt x="139241" y="987306"/>
                  </a:lnTo>
                  <a:lnTo>
                    <a:pt x="135242" y="985638"/>
                  </a:lnTo>
                  <a:lnTo>
                    <a:pt x="133631" y="984302"/>
                  </a:lnTo>
                  <a:lnTo>
                    <a:pt x="129562" y="976053"/>
                  </a:lnTo>
                  <a:lnTo>
                    <a:pt x="127753" y="977160"/>
                  </a:lnTo>
                  <a:lnTo>
                    <a:pt x="126119" y="976880"/>
                  </a:lnTo>
                  <a:lnTo>
                    <a:pt x="125164" y="976158"/>
                  </a:lnTo>
                  <a:lnTo>
                    <a:pt x="124130" y="974974"/>
                  </a:lnTo>
                  <a:lnTo>
                    <a:pt x="123403" y="973407"/>
                  </a:lnTo>
                  <a:lnTo>
                    <a:pt x="122560" y="969960"/>
                  </a:lnTo>
                  <a:lnTo>
                    <a:pt x="121582" y="967982"/>
                  </a:lnTo>
                  <a:lnTo>
                    <a:pt x="118369" y="965098"/>
                  </a:lnTo>
                  <a:lnTo>
                    <a:pt x="114745" y="963417"/>
                  </a:lnTo>
                  <a:lnTo>
                    <a:pt x="114460" y="962682"/>
                  </a:lnTo>
                  <a:lnTo>
                    <a:pt x="114355" y="961672"/>
                  </a:lnTo>
                  <a:lnTo>
                    <a:pt x="117488" y="959714"/>
                  </a:lnTo>
                  <a:lnTo>
                    <a:pt x="118329" y="958593"/>
                  </a:lnTo>
                  <a:lnTo>
                    <a:pt x="116723" y="957106"/>
                  </a:lnTo>
                  <a:lnTo>
                    <a:pt x="116113" y="956861"/>
                  </a:lnTo>
                  <a:lnTo>
                    <a:pt x="115605" y="956165"/>
                  </a:lnTo>
                  <a:lnTo>
                    <a:pt x="116510" y="955047"/>
                  </a:lnTo>
                  <a:lnTo>
                    <a:pt x="117400" y="954535"/>
                  </a:lnTo>
                  <a:lnTo>
                    <a:pt x="118781" y="955819"/>
                  </a:lnTo>
                  <a:lnTo>
                    <a:pt x="120332" y="958204"/>
                  </a:lnTo>
                  <a:lnTo>
                    <a:pt x="121690" y="959107"/>
                  </a:lnTo>
                  <a:lnTo>
                    <a:pt x="122316" y="957966"/>
                  </a:lnTo>
                  <a:lnTo>
                    <a:pt x="127041" y="956008"/>
                  </a:lnTo>
                  <a:lnTo>
                    <a:pt x="127359" y="954455"/>
                  </a:lnTo>
                  <a:lnTo>
                    <a:pt x="127345" y="952722"/>
                  </a:lnTo>
                  <a:lnTo>
                    <a:pt x="126883" y="952783"/>
                  </a:lnTo>
                  <a:lnTo>
                    <a:pt x="126581" y="952394"/>
                  </a:lnTo>
                  <a:lnTo>
                    <a:pt x="126612" y="950467"/>
                  </a:lnTo>
                  <a:lnTo>
                    <a:pt x="127313" y="947827"/>
                  </a:lnTo>
                  <a:lnTo>
                    <a:pt x="129431" y="943527"/>
                  </a:lnTo>
                  <a:lnTo>
                    <a:pt x="130569" y="937554"/>
                  </a:lnTo>
                  <a:lnTo>
                    <a:pt x="131570" y="936194"/>
                  </a:lnTo>
                  <a:lnTo>
                    <a:pt x="132305" y="937100"/>
                  </a:lnTo>
                  <a:lnTo>
                    <a:pt x="132255" y="938495"/>
                  </a:lnTo>
                  <a:lnTo>
                    <a:pt x="132377" y="939531"/>
                  </a:lnTo>
                  <a:lnTo>
                    <a:pt x="133033" y="937521"/>
                  </a:lnTo>
                  <a:lnTo>
                    <a:pt x="133660" y="934803"/>
                  </a:lnTo>
                  <a:lnTo>
                    <a:pt x="135242" y="934787"/>
                  </a:lnTo>
                  <a:lnTo>
                    <a:pt x="136335" y="935240"/>
                  </a:lnTo>
                  <a:lnTo>
                    <a:pt x="137469" y="934930"/>
                  </a:lnTo>
                  <a:lnTo>
                    <a:pt x="135284" y="930455"/>
                  </a:lnTo>
                  <a:lnTo>
                    <a:pt x="132354" y="925952"/>
                  </a:lnTo>
                  <a:lnTo>
                    <a:pt x="131117" y="926291"/>
                  </a:lnTo>
                  <a:lnTo>
                    <a:pt x="130332" y="925593"/>
                  </a:lnTo>
                  <a:lnTo>
                    <a:pt x="129045" y="921882"/>
                  </a:lnTo>
                  <a:lnTo>
                    <a:pt x="128513" y="918807"/>
                  </a:lnTo>
                  <a:lnTo>
                    <a:pt x="129758" y="918877"/>
                  </a:lnTo>
                  <a:lnTo>
                    <a:pt x="130999" y="919343"/>
                  </a:lnTo>
                  <a:lnTo>
                    <a:pt x="133362" y="917196"/>
                  </a:lnTo>
                  <a:lnTo>
                    <a:pt x="134232" y="916883"/>
                  </a:lnTo>
                  <a:lnTo>
                    <a:pt x="135633" y="917561"/>
                  </a:lnTo>
                  <a:lnTo>
                    <a:pt x="137576" y="917994"/>
                  </a:lnTo>
                  <a:lnTo>
                    <a:pt x="137416" y="915969"/>
                  </a:lnTo>
                  <a:lnTo>
                    <a:pt x="136808" y="913579"/>
                  </a:lnTo>
                  <a:lnTo>
                    <a:pt x="139178" y="911807"/>
                  </a:lnTo>
                  <a:lnTo>
                    <a:pt x="141280" y="910829"/>
                  </a:lnTo>
                  <a:lnTo>
                    <a:pt x="145298" y="907363"/>
                  </a:lnTo>
                  <a:lnTo>
                    <a:pt x="147075" y="906751"/>
                  </a:lnTo>
                  <a:lnTo>
                    <a:pt x="147301" y="905961"/>
                  </a:lnTo>
                  <a:lnTo>
                    <a:pt x="147355" y="904930"/>
                  </a:lnTo>
                  <a:lnTo>
                    <a:pt x="146752" y="902160"/>
                  </a:lnTo>
                  <a:lnTo>
                    <a:pt x="146149" y="900111"/>
                  </a:lnTo>
                  <a:lnTo>
                    <a:pt x="144027" y="900012"/>
                  </a:lnTo>
                  <a:lnTo>
                    <a:pt x="142850" y="902864"/>
                  </a:lnTo>
                  <a:lnTo>
                    <a:pt x="139639" y="903802"/>
                  </a:lnTo>
                  <a:lnTo>
                    <a:pt x="138212" y="903613"/>
                  </a:lnTo>
                  <a:lnTo>
                    <a:pt x="139345" y="901785"/>
                  </a:lnTo>
                  <a:lnTo>
                    <a:pt x="140477" y="901087"/>
                  </a:lnTo>
                  <a:lnTo>
                    <a:pt x="140796" y="900325"/>
                  </a:lnTo>
                  <a:lnTo>
                    <a:pt x="138518" y="900990"/>
                  </a:lnTo>
                  <a:lnTo>
                    <a:pt x="137376" y="902869"/>
                  </a:lnTo>
                  <a:lnTo>
                    <a:pt x="134040" y="905353"/>
                  </a:lnTo>
                  <a:lnTo>
                    <a:pt x="133935" y="904049"/>
                  </a:lnTo>
                  <a:lnTo>
                    <a:pt x="133879" y="902877"/>
                  </a:lnTo>
                  <a:lnTo>
                    <a:pt x="134124" y="901769"/>
                  </a:lnTo>
                  <a:lnTo>
                    <a:pt x="134669" y="901053"/>
                  </a:lnTo>
                  <a:lnTo>
                    <a:pt x="134859" y="900401"/>
                  </a:lnTo>
                  <a:lnTo>
                    <a:pt x="134859" y="899880"/>
                  </a:lnTo>
                  <a:lnTo>
                    <a:pt x="134369" y="899554"/>
                  </a:lnTo>
                  <a:lnTo>
                    <a:pt x="133961" y="899293"/>
                  </a:lnTo>
                  <a:lnTo>
                    <a:pt x="133879" y="898576"/>
                  </a:lnTo>
                  <a:lnTo>
                    <a:pt x="134015" y="897927"/>
                  </a:lnTo>
                  <a:lnTo>
                    <a:pt x="134396" y="897014"/>
                  </a:lnTo>
                  <a:lnTo>
                    <a:pt x="134560" y="895972"/>
                  </a:lnTo>
                  <a:lnTo>
                    <a:pt x="134588" y="893886"/>
                  </a:lnTo>
                  <a:lnTo>
                    <a:pt x="134941" y="891532"/>
                  </a:lnTo>
                  <a:lnTo>
                    <a:pt x="135946" y="890032"/>
                  </a:lnTo>
                  <a:lnTo>
                    <a:pt x="137699" y="889664"/>
                  </a:lnTo>
                  <a:lnTo>
                    <a:pt x="139300" y="888378"/>
                  </a:lnTo>
                  <a:lnTo>
                    <a:pt x="140266" y="886954"/>
                  </a:lnTo>
                  <a:lnTo>
                    <a:pt x="141541" y="883323"/>
                  </a:lnTo>
                  <a:lnTo>
                    <a:pt x="142504" y="882787"/>
                  </a:lnTo>
                  <a:lnTo>
                    <a:pt x="144448" y="882984"/>
                  </a:lnTo>
                  <a:lnTo>
                    <a:pt x="145690" y="883311"/>
                  </a:lnTo>
                  <a:lnTo>
                    <a:pt x="148559" y="883419"/>
                  </a:lnTo>
                  <a:lnTo>
                    <a:pt x="151860" y="883199"/>
                  </a:lnTo>
                  <a:lnTo>
                    <a:pt x="152816" y="883092"/>
                  </a:lnTo>
                  <a:lnTo>
                    <a:pt x="153343" y="881829"/>
                  </a:lnTo>
                  <a:lnTo>
                    <a:pt x="153307" y="879557"/>
                  </a:lnTo>
                  <a:lnTo>
                    <a:pt x="153778" y="877463"/>
                  </a:lnTo>
                  <a:lnTo>
                    <a:pt x="154656" y="873532"/>
                  </a:lnTo>
                  <a:lnTo>
                    <a:pt x="155593" y="871476"/>
                  </a:lnTo>
                  <a:lnTo>
                    <a:pt x="155555" y="870561"/>
                  </a:lnTo>
                  <a:lnTo>
                    <a:pt x="155064" y="870176"/>
                  </a:lnTo>
                  <a:lnTo>
                    <a:pt x="154424" y="869984"/>
                  </a:lnTo>
                  <a:lnTo>
                    <a:pt x="154192" y="869559"/>
                  </a:lnTo>
                  <a:lnTo>
                    <a:pt x="154222" y="868698"/>
                  </a:lnTo>
                  <a:lnTo>
                    <a:pt x="154715" y="867855"/>
                  </a:lnTo>
                  <a:lnTo>
                    <a:pt x="154626" y="866123"/>
                  </a:lnTo>
                  <a:lnTo>
                    <a:pt x="154316" y="864198"/>
                  </a:lnTo>
                  <a:lnTo>
                    <a:pt x="154046" y="862468"/>
                  </a:lnTo>
                  <a:lnTo>
                    <a:pt x="153180" y="861608"/>
                  </a:lnTo>
                  <a:lnTo>
                    <a:pt x="151690" y="861037"/>
                  </a:lnTo>
                  <a:lnTo>
                    <a:pt x="152007" y="858932"/>
                  </a:lnTo>
                  <a:lnTo>
                    <a:pt x="152429" y="856659"/>
                  </a:lnTo>
                  <a:lnTo>
                    <a:pt x="153061" y="855397"/>
                  </a:lnTo>
                  <a:lnTo>
                    <a:pt x="153518" y="854639"/>
                  </a:lnTo>
                  <a:lnTo>
                    <a:pt x="154891" y="855052"/>
                  </a:lnTo>
                  <a:lnTo>
                    <a:pt x="155883" y="854649"/>
                  </a:lnTo>
                  <a:lnTo>
                    <a:pt x="156119" y="854215"/>
                  </a:lnTo>
                  <a:lnTo>
                    <a:pt x="155940" y="853348"/>
                  </a:lnTo>
                  <a:lnTo>
                    <a:pt x="154393" y="852563"/>
                  </a:lnTo>
                  <a:lnTo>
                    <a:pt x="153030" y="851485"/>
                  </a:lnTo>
                  <a:lnTo>
                    <a:pt x="152442" y="850152"/>
                  </a:lnTo>
                  <a:lnTo>
                    <a:pt x="152206" y="848724"/>
                  </a:lnTo>
                  <a:lnTo>
                    <a:pt x="153106" y="847877"/>
                  </a:lnTo>
                  <a:lnTo>
                    <a:pt x="154714" y="847064"/>
                  </a:lnTo>
                  <a:lnTo>
                    <a:pt x="155782" y="845121"/>
                  </a:lnTo>
                  <a:lnTo>
                    <a:pt x="156938" y="843039"/>
                  </a:lnTo>
                  <a:lnTo>
                    <a:pt x="157417" y="841524"/>
                  </a:lnTo>
                  <a:lnTo>
                    <a:pt x="157658" y="839879"/>
                  </a:lnTo>
                  <a:lnTo>
                    <a:pt x="157631" y="838058"/>
                  </a:lnTo>
                  <a:lnTo>
                    <a:pt x="156787" y="836206"/>
                  </a:lnTo>
                  <a:lnTo>
                    <a:pt x="156787" y="834269"/>
                  </a:lnTo>
                  <a:lnTo>
                    <a:pt x="157245" y="832922"/>
                  </a:lnTo>
                  <a:lnTo>
                    <a:pt x="157069" y="831912"/>
                  </a:lnTo>
                  <a:lnTo>
                    <a:pt x="156452" y="831325"/>
                  </a:lnTo>
                  <a:lnTo>
                    <a:pt x="155562" y="831501"/>
                  </a:lnTo>
                  <a:lnTo>
                    <a:pt x="154554" y="832183"/>
                  </a:lnTo>
                  <a:lnTo>
                    <a:pt x="153366" y="832055"/>
                  </a:lnTo>
                  <a:lnTo>
                    <a:pt x="151466" y="829730"/>
                  </a:lnTo>
                  <a:lnTo>
                    <a:pt x="149445" y="827445"/>
                  </a:lnTo>
                  <a:lnTo>
                    <a:pt x="148281" y="827367"/>
                  </a:lnTo>
                  <a:lnTo>
                    <a:pt x="147472" y="827031"/>
                  </a:lnTo>
                  <a:lnTo>
                    <a:pt x="146770" y="825852"/>
                  </a:lnTo>
                  <a:lnTo>
                    <a:pt x="146348" y="824337"/>
                  </a:lnTo>
                  <a:lnTo>
                    <a:pt x="145891" y="823665"/>
                  </a:lnTo>
                  <a:lnTo>
                    <a:pt x="145153" y="824085"/>
                  </a:lnTo>
                  <a:lnTo>
                    <a:pt x="144077" y="824774"/>
                  </a:lnTo>
                  <a:lnTo>
                    <a:pt x="142727" y="824588"/>
                  </a:lnTo>
                  <a:lnTo>
                    <a:pt x="140978" y="822826"/>
                  </a:lnTo>
                  <a:lnTo>
                    <a:pt x="139388" y="820801"/>
                  </a:lnTo>
                  <a:lnTo>
                    <a:pt x="138205" y="820750"/>
                  </a:lnTo>
                  <a:lnTo>
                    <a:pt x="136962" y="820470"/>
                  </a:lnTo>
                  <a:lnTo>
                    <a:pt x="134585" y="817862"/>
                  </a:lnTo>
                  <a:lnTo>
                    <a:pt x="133970" y="817888"/>
                  </a:lnTo>
                  <a:lnTo>
                    <a:pt x="133585" y="818658"/>
                  </a:lnTo>
                  <a:lnTo>
                    <a:pt x="133402" y="820752"/>
                  </a:lnTo>
                  <a:lnTo>
                    <a:pt x="133206" y="821199"/>
                  </a:lnTo>
                  <a:lnTo>
                    <a:pt x="132783" y="821541"/>
                  </a:lnTo>
                  <a:lnTo>
                    <a:pt x="131973" y="821772"/>
                  </a:lnTo>
                  <a:lnTo>
                    <a:pt x="130781" y="820466"/>
                  </a:lnTo>
                  <a:lnTo>
                    <a:pt x="127744" y="816185"/>
                  </a:lnTo>
                  <a:lnTo>
                    <a:pt x="126521" y="813057"/>
                  </a:lnTo>
                  <a:lnTo>
                    <a:pt x="126240" y="810785"/>
                  </a:lnTo>
                  <a:lnTo>
                    <a:pt x="125241" y="809340"/>
                  </a:lnTo>
                  <a:lnTo>
                    <a:pt x="124273" y="807250"/>
                  </a:lnTo>
                  <a:lnTo>
                    <a:pt x="123289" y="807068"/>
                  </a:lnTo>
                  <a:lnTo>
                    <a:pt x="122200" y="807737"/>
                  </a:lnTo>
                  <a:lnTo>
                    <a:pt x="121166" y="808745"/>
                  </a:lnTo>
                  <a:lnTo>
                    <a:pt x="120674" y="809022"/>
                  </a:lnTo>
                  <a:lnTo>
                    <a:pt x="118912" y="809375"/>
                  </a:lnTo>
                  <a:lnTo>
                    <a:pt x="116082" y="810785"/>
                  </a:lnTo>
                  <a:lnTo>
                    <a:pt x="115308" y="812132"/>
                  </a:lnTo>
                  <a:lnTo>
                    <a:pt x="114359" y="813226"/>
                  </a:lnTo>
                  <a:lnTo>
                    <a:pt x="113621" y="812468"/>
                  </a:lnTo>
                  <a:lnTo>
                    <a:pt x="112882" y="811121"/>
                  </a:lnTo>
                  <a:lnTo>
                    <a:pt x="111266" y="810637"/>
                  </a:lnTo>
                  <a:lnTo>
                    <a:pt x="110491" y="811121"/>
                  </a:lnTo>
                  <a:lnTo>
                    <a:pt x="109718" y="810196"/>
                  </a:lnTo>
                  <a:lnTo>
                    <a:pt x="109053" y="808540"/>
                  </a:lnTo>
                  <a:lnTo>
                    <a:pt x="108151" y="807336"/>
                  </a:lnTo>
                  <a:lnTo>
                    <a:pt x="106811" y="807007"/>
                  </a:lnTo>
                  <a:lnTo>
                    <a:pt x="105360" y="806492"/>
                  </a:lnTo>
                  <a:lnTo>
                    <a:pt x="104200" y="807419"/>
                  </a:lnTo>
                  <a:lnTo>
                    <a:pt x="102689" y="809185"/>
                  </a:lnTo>
                  <a:lnTo>
                    <a:pt x="101669" y="808512"/>
                  </a:lnTo>
                  <a:lnTo>
                    <a:pt x="101106" y="806407"/>
                  </a:lnTo>
                  <a:lnTo>
                    <a:pt x="100403" y="805818"/>
                  </a:lnTo>
                  <a:lnTo>
                    <a:pt x="99454" y="803461"/>
                  </a:lnTo>
                  <a:lnTo>
                    <a:pt x="99209" y="801356"/>
                  </a:lnTo>
                  <a:lnTo>
                    <a:pt x="99454" y="800431"/>
                  </a:lnTo>
                  <a:lnTo>
                    <a:pt x="99806" y="799254"/>
                  </a:lnTo>
                  <a:lnTo>
                    <a:pt x="99806" y="797906"/>
                  </a:lnTo>
                  <a:lnTo>
                    <a:pt x="99525" y="796727"/>
                  </a:lnTo>
                  <a:lnTo>
                    <a:pt x="99104" y="795801"/>
                  </a:lnTo>
                  <a:lnTo>
                    <a:pt x="98646" y="792687"/>
                  </a:lnTo>
                  <a:lnTo>
                    <a:pt x="98259" y="791340"/>
                  </a:lnTo>
                  <a:lnTo>
                    <a:pt x="98189" y="790246"/>
                  </a:lnTo>
                  <a:lnTo>
                    <a:pt x="98506" y="789235"/>
                  </a:lnTo>
                  <a:lnTo>
                    <a:pt x="98224" y="788562"/>
                  </a:lnTo>
                  <a:lnTo>
                    <a:pt x="97696" y="788477"/>
                  </a:lnTo>
                  <a:lnTo>
                    <a:pt x="96819" y="788562"/>
                  </a:lnTo>
                  <a:lnTo>
                    <a:pt x="96326" y="788057"/>
                  </a:lnTo>
                  <a:lnTo>
                    <a:pt x="95798" y="786288"/>
                  </a:lnTo>
                  <a:lnTo>
                    <a:pt x="95517" y="784521"/>
                  </a:lnTo>
                  <a:lnTo>
                    <a:pt x="95166" y="783849"/>
                  </a:lnTo>
                  <a:lnTo>
                    <a:pt x="94254" y="783898"/>
                  </a:lnTo>
                  <a:lnTo>
                    <a:pt x="92753" y="784268"/>
                  </a:lnTo>
                  <a:lnTo>
                    <a:pt x="91418" y="784856"/>
                  </a:lnTo>
                  <a:lnTo>
                    <a:pt x="90825" y="784770"/>
                  </a:lnTo>
                  <a:lnTo>
                    <a:pt x="89646" y="783857"/>
                  </a:lnTo>
                  <a:lnTo>
                    <a:pt x="88094" y="782854"/>
                  </a:lnTo>
                  <a:lnTo>
                    <a:pt x="84925" y="782655"/>
                  </a:lnTo>
                  <a:lnTo>
                    <a:pt x="84674" y="782313"/>
                  </a:lnTo>
                  <a:lnTo>
                    <a:pt x="84854" y="781679"/>
                  </a:lnTo>
                  <a:lnTo>
                    <a:pt x="85499" y="780650"/>
                  </a:lnTo>
                  <a:lnTo>
                    <a:pt x="85429" y="779807"/>
                  </a:lnTo>
                  <a:lnTo>
                    <a:pt x="84872" y="779126"/>
                  </a:lnTo>
                  <a:lnTo>
                    <a:pt x="84584" y="777451"/>
                  </a:lnTo>
                  <a:lnTo>
                    <a:pt x="84618" y="775555"/>
                  </a:lnTo>
                  <a:lnTo>
                    <a:pt x="84514" y="773495"/>
                  </a:lnTo>
                  <a:lnTo>
                    <a:pt x="83846" y="771895"/>
                  </a:lnTo>
                  <a:lnTo>
                    <a:pt x="83460" y="770801"/>
                  </a:lnTo>
                  <a:lnTo>
                    <a:pt x="83529" y="769791"/>
                  </a:lnTo>
                  <a:lnTo>
                    <a:pt x="84986" y="769404"/>
                  </a:lnTo>
                  <a:lnTo>
                    <a:pt x="86716" y="768687"/>
                  </a:lnTo>
                  <a:lnTo>
                    <a:pt x="87005" y="767949"/>
                  </a:lnTo>
                  <a:lnTo>
                    <a:pt x="86945" y="766799"/>
                  </a:lnTo>
                  <a:lnTo>
                    <a:pt x="83431" y="760912"/>
                  </a:lnTo>
                  <a:lnTo>
                    <a:pt x="82224" y="755702"/>
                  </a:lnTo>
                  <a:lnTo>
                    <a:pt x="81074" y="752880"/>
                  </a:lnTo>
                  <a:lnTo>
                    <a:pt x="79800" y="750984"/>
                  </a:lnTo>
                  <a:lnTo>
                    <a:pt x="78768" y="750122"/>
                  </a:lnTo>
                  <a:lnTo>
                    <a:pt x="77264" y="750482"/>
                  </a:lnTo>
                  <a:lnTo>
                    <a:pt x="75271" y="750447"/>
                  </a:lnTo>
                  <a:lnTo>
                    <a:pt x="73238" y="749863"/>
                  </a:lnTo>
                  <a:lnTo>
                    <a:pt x="71527" y="750251"/>
                  </a:lnTo>
                  <a:lnTo>
                    <a:pt x="68458" y="752735"/>
                  </a:lnTo>
                  <a:lnTo>
                    <a:pt x="67307" y="752845"/>
                  </a:lnTo>
                  <a:lnTo>
                    <a:pt x="65320" y="752063"/>
                  </a:lnTo>
                  <a:lnTo>
                    <a:pt x="63623" y="751193"/>
                  </a:lnTo>
                  <a:lnTo>
                    <a:pt x="62729" y="751232"/>
                  </a:lnTo>
                  <a:lnTo>
                    <a:pt x="62184" y="751599"/>
                  </a:lnTo>
                  <a:lnTo>
                    <a:pt x="61835" y="752269"/>
                  </a:lnTo>
                  <a:lnTo>
                    <a:pt x="60845" y="756941"/>
                  </a:lnTo>
                  <a:lnTo>
                    <a:pt x="60031" y="757859"/>
                  </a:lnTo>
                  <a:lnTo>
                    <a:pt x="58864" y="758815"/>
                  </a:lnTo>
                  <a:lnTo>
                    <a:pt x="57869" y="758980"/>
                  </a:lnTo>
                  <a:lnTo>
                    <a:pt x="57033" y="758932"/>
                  </a:lnTo>
                  <a:lnTo>
                    <a:pt x="55820" y="758215"/>
                  </a:lnTo>
                  <a:lnTo>
                    <a:pt x="54671" y="757373"/>
                  </a:lnTo>
                  <a:lnTo>
                    <a:pt x="54436" y="757324"/>
                  </a:lnTo>
                  <a:lnTo>
                    <a:pt x="54377" y="756592"/>
                  </a:lnTo>
                  <a:lnTo>
                    <a:pt x="53538" y="753790"/>
                  </a:lnTo>
                  <a:lnTo>
                    <a:pt x="53035" y="752562"/>
                  </a:lnTo>
                  <a:lnTo>
                    <a:pt x="52439" y="751894"/>
                  </a:lnTo>
                  <a:lnTo>
                    <a:pt x="52140" y="751082"/>
                  </a:lnTo>
                  <a:lnTo>
                    <a:pt x="52130" y="747722"/>
                  </a:lnTo>
                  <a:lnTo>
                    <a:pt x="52241" y="744576"/>
                  </a:lnTo>
                  <a:lnTo>
                    <a:pt x="52616" y="744171"/>
                  </a:lnTo>
                  <a:lnTo>
                    <a:pt x="51509" y="741606"/>
                  </a:lnTo>
                  <a:lnTo>
                    <a:pt x="51425" y="739663"/>
                  </a:lnTo>
                  <a:lnTo>
                    <a:pt x="51969" y="738697"/>
                  </a:lnTo>
                  <a:lnTo>
                    <a:pt x="51986" y="737876"/>
                  </a:lnTo>
                  <a:lnTo>
                    <a:pt x="51619" y="736723"/>
                  </a:lnTo>
                  <a:lnTo>
                    <a:pt x="50479" y="734844"/>
                  </a:lnTo>
                  <a:lnTo>
                    <a:pt x="49372" y="732728"/>
                  </a:lnTo>
                  <a:lnTo>
                    <a:pt x="48657" y="731063"/>
                  </a:lnTo>
                  <a:lnTo>
                    <a:pt x="48209" y="730268"/>
                  </a:lnTo>
                  <a:lnTo>
                    <a:pt x="48754" y="728962"/>
                  </a:lnTo>
                  <a:lnTo>
                    <a:pt x="49514" y="726655"/>
                  </a:lnTo>
                  <a:lnTo>
                    <a:pt x="49808" y="725300"/>
                  </a:lnTo>
                  <a:lnTo>
                    <a:pt x="50172" y="724968"/>
                  </a:lnTo>
                  <a:lnTo>
                    <a:pt x="51963" y="724778"/>
                  </a:lnTo>
                  <a:lnTo>
                    <a:pt x="53262" y="724824"/>
                  </a:lnTo>
                  <a:lnTo>
                    <a:pt x="54239" y="725319"/>
                  </a:lnTo>
                  <a:lnTo>
                    <a:pt x="54609" y="726421"/>
                  </a:lnTo>
                  <a:lnTo>
                    <a:pt x="55501" y="727623"/>
                  </a:lnTo>
                  <a:lnTo>
                    <a:pt x="58040" y="728118"/>
                  </a:lnTo>
                  <a:lnTo>
                    <a:pt x="59108" y="728067"/>
                  </a:lnTo>
                  <a:lnTo>
                    <a:pt x="60449" y="726968"/>
                  </a:lnTo>
                  <a:lnTo>
                    <a:pt x="62616" y="724538"/>
                  </a:lnTo>
                  <a:lnTo>
                    <a:pt x="63147" y="722774"/>
                  </a:lnTo>
                  <a:lnTo>
                    <a:pt x="64488" y="721530"/>
                  </a:lnTo>
                  <a:lnTo>
                    <a:pt x="65308" y="721042"/>
                  </a:lnTo>
                  <a:lnTo>
                    <a:pt x="66046" y="720823"/>
                  </a:lnTo>
                  <a:lnTo>
                    <a:pt x="66120" y="719786"/>
                  </a:lnTo>
                  <a:lnTo>
                    <a:pt x="66073" y="718367"/>
                  </a:lnTo>
                  <a:lnTo>
                    <a:pt x="65818" y="717519"/>
                  </a:lnTo>
                  <a:lnTo>
                    <a:pt x="63151" y="714599"/>
                  </a:lnTo>
                  <a:lnTo>
                    <a:pt x="62814" y="713645"/>
                  </a:lnTo>
                  <a:lnTo>
                    <a:pt x="62602" y="712521"/>
                  </a:lnTo>
                  <a:lnTo>
                    <a:pt x="62921" y="711456"/>
                  </a:lnTo>
                  <a:lnTo>
                    <a:pt x="62911" y="710286"/>
                  </a:lnTo>
                  <a:lnTo>
                    <a:pt x="59828" y="707676"/>
                  </a:lnTo>
                  <a:lnTo>
                    <a:pt x="57259" y="707214"/>
                  </a:lnTo>
                  <a:lnTo>
                    <a:pt x="55144" y="707360"/>
                  </a:lnTo>
                  <a:lnTo>
                    <a:pt x="54322" y="706813"/>
                  </a:lnTo>
                  <a:lnTo>
                    <a:pt x="54678" y="705497"/>
                  </a:lnTo>
                  <a:lnTo>
                    <a:pt x="55200" y="703133"/>
                  </a:lnTo>
                  <a:lnTo>
                    <a:pt x="55354" y="701189"/>
                  </a:lnTo>
                  <a:lnTo>
                    <a:pt x="55208" y="700305"/>
                  </a:lnTo>
                  <a:lnTo>
                    <a:pt x="54789" y="699560"/>
                  </a:lnTo>
                  <a:lnTo>
                    <a:pt x="52770" y="697927"/>
                  </a:lnTo>
                  <a:lnTo>
                    <a:pt x="49996" y="695422"/>
                  </a:lnTo>
                  <a:lnTo>
                    <a:pt x="48707" y="692593"/>
                  </a:lnTo>
                  <a:lnTo>
                    <a:pt x="48045" y="689639"/>
                  </a:lnTo>
                  <a:lnTo>
                    <a:pt x="47296" y="687827"/>
                  </a:lnTo>
                  <a:lnTo>
                    <a:pt x="45939" y="686680"/>
                  </a:lnTo>
                  <a:lnTo>
                    <a:pt x="46027" y="685933"/>
                  </a:lnTo>
                  <a:lnTo>
                    <a:pt x="46927" y="683160"/>
                  </a:lnTo>
                  <a:lnTo>
                    <a:pt x="46893" y="682734"/>
                  </a:lnTo>
                  <a:lnTo>
                    <a:pt x="46512" y="682050"/>
                  </a:lnTo>
                  <a:lnTo>
                    <a:pt x="44821" y="680649"/>
                  </a:lnTo>
                  <a:lnTo>
                    <a:pt x="42533" y="678068"/>
                  </a:lnTo>
                  <a:lnTo>
                    <a:pt x="42437" y="677396"/>
                  </a:lnTo>
                  <a:lnTo>
                    <a:pt x="42603" y="675772"/>
                  </a:lnTo>
                  <a:lnTo>
                    <a:pt x="42917" y="674175"/>
                  </a:lnTo>
                  <a:lnTo>
                    <a:pt x="43372" y="673415"/>
                  </a:lnTo>
                  <a:lnTo>
                    <a:pt x="44741" y="670171"/>
                  </a:lnTo>
                  <a:lnTo>
                    <a:pt x="44741" y="669069"/>
                  </a:lnTo>
                  <a:lnTo>
                    <a:pt x="44508" y="667597"/>
                  </a:lnTo>
                  <a:lnTo>
                    <a:pt x="43503" y="665061"/>
                  </a:lnTo>
                  <a:lnTo>
                    <a:pt x="42726" y="663427"/>
                  </a:lnTo>
                  <a:lnTo>
                    <a:pt x="42678" y="662592"/>
                  </a:lnTo>
                  <a:lnTo>
                    <a:pt x="42807" y="661904"/>
                  </a:lnTo>
                  <a:lnTo>
                    <a:pt x="43311" y="661014"/>
                  </a:lnTo>
                  <a:lnTo>
                    <a:pt x="43789" y="659920"/>
                  </a:lnTo>
                  <a:lnTo>
                    <a:pt x="43890" y="656140"/>
                  </a:lnTo>
                  <a:lnTo>
                    <a:pt x="43866" y="654820"/>
                  </a:lnTo>
                  <a:lnTo>
                    <a:pt x="43562" y="654041"/>
                  </a:lnTo>
                  <a:lnTo>
                    <a:pt x="43238" y="653711"/>
                  </a:lnTo>
                  <a:lnTo>
                    <a:pt x="42557" y="653901"/>
                  </a:lnTo>
                  <a:lnTo>
                    <a:pt x="41581" y="653280"/>
                  </a:lnTo>
                  <a:lnTo>
                    <a:pt x="40849" y="652295"/>
                  </a:lnTo>
                  <a:lnTo>
                    <a:pt x="40396" y="651976"/>
                  </a:lnTo>
                  <a:lnTo>
                    <a:pt x="39916" y="650970"/>
                  </a:lnTo>
                  <a:lnTo>
                    <a:pt x="38542" y="648946"/>
                  </a:lnTo>
                  <a:lnTo>
                    <a:pt x="38306" y="648413"/>
                  </a:lnTo>
                  <a:lnTo>
                    <a:pt x="35558" y="646688"/>
                  </a:lnTo>
                  <a:lnTo>
                    <a:pt x="33203" y="646948"/>
                  </a:lnTo>
                  <a:lnTo>
                    <a:pt x="31899" y="646687"/>
                  </a:lnTo>
                  <a:lnTo>
                    <a:pt x="31215" y="647069"/>
                  </a:lnTo>
                  <a:lnTo>
                    <a:pt x="30503" y="648168"/>
                  </a:lnTo>
                  <a:lnTo>
                    <a:pt x="29519" y="648898"/>
                  </a:lnTo>
                  <a:lnTo>
                    <a:pt x="28784" y="648918"/>
                  </a:lnTo>
                  <a:lnTo>
                    <a:pt x="28111" y="649467"/>
                  </a:lnTo>
                  <a:lnTo>
                    <a:pt x="26287" y="651435"/>
                  </a:lnTo>
                  <a:lnTo>
                    <a:pt x="25432" y="650244"/>
                  </a:lnTo>
                  <a:lnTo>
                    <a:pt x="24697" y="648486"/>
                  </a:lnTo>
                  <a:lnTo>
                    <a:pt x="24941" y="646998"/>
                  </a:lnTo>
                  <a:lnTo>
                    <a:pt x="25247" y="645629"/>
                  </a:lnTo>
                  <a:lnTo>
                    <a:pt x="25224" y="644708"/>
                  </a:lnTo>
                  <a:lnTo>
                    <a:pt x="24964" y="643925"/>
                  </a:lnTo>
                  <a:lnTo>
                    <a:pt x="23828" y="643063"/>
                  </a:lnTo>
                  <a:lnTo>
                    <a:pt x="21415" y="641489"/>
                  </a:lnTo>
                  <a:lnTo>
                    <a:pt x="20728" y="641471"/>
                  </a:lnTo>
                  <a:lnTo>
                    <a:pt x="19688" y="642052"/>
                  </a:lnTo>
                  <a:lnTo>
                    <a:pt x="17803" y="643811"/>
                  </a:lnTo>
                  <a:lnTo>
                    <a:pt x="17138" y="643433"/>
                  </a:lnTo>
                  <a:lnTo>
                    <a:pt x="16521" y="642036"/>
                  </a:lnTo>
                  <a:lnTo>
                    <a:pt x="15856" y="640289"/>
                  </a:lnTo>
                  <a:lnTo>
                    <a:pt x="14955" y="639396"/>
                  </a:lnTo>
                  <a:lnTo>
                    <a:pt x="13019" y="639484"/>
                  </a:lnTo>
                  <a:lnTo>
                    <a:pt x="12835" y="639552"/>
                  </a:lnTo>
                  <a:lnTo>
                    <a:pt x="11899" y="640562"/>
                  </a:lnTo>
                  <a:lnTo>
                    <a:pt x="11504" y="640462"/>
                  </a:lnTo>
                  <a:lnTo>
                    <a:pt x="9822" y="637891"/>
                  </a:lnTo>
                  <a:lnTo>
                    <a:pt x="10135" y="636490"/>
                  </a:lnTo>
                  <a:lnTo>
                    <a:pt x="10490" y="634419"/>
                  </a:lnTo>
                  <a:lnTo>
                    <a:pt x="10362" y="632789"/>
                  </a:lnTo>
                  <a:lnTo>
                    <a:pt x="10085" y="630683"/>
                  </a:lnTo>
                  <a:lnTo>
                    <a:pt x="9364" y="627024"/>
                  </a:lnTo>
                  <a:lnTo>
                    <a:pt x="9269" y="625989"/>
                  </a:lnTo>
                  <a:lnTo>
                    <a:pt x="8089" y="624389"/>
                  </a:lnTo>
                  <a:lnTo>
                    <a:pt x="7893" y="623046"/>
                  </a:lnTo>
                  <a:lnTo>
                    <a:pt x="7273" y="621320"/>
                  </a:lnTo>
                  <a:lnTo>
                    <a:pt x="6665" y="620216"/>
                  </a:lnTo>
                  <a:lnTo>
                    <a:pt x="6535" y="617761"/>
                  </a:lnTo>
                  <a:lnTo>
                    <a:pt x="6128" y="616896"/>
                  </a:lnTo>
                  <a:lnTo>
                    <a:pt x="5603" y="616492"/>
                  </a:lnTo>
                  <a:lnTo>
                    <a:pt x="3747" y="617198"/>
                  </a:lnTo>
                  <a:lnTo>
                    <a:pt x="3547" y="617126"/>
                  </a:lnTo>
                  <a:lnTo>
                    <a:pt x="4432" y="613213"/>
                  </a:lnTo>
                  <a:lnTo>
                    <a:pt x="4509" y="610951"/>
                  </a:lnTo>
                  <a:lnTo>
                    <a:pt x="5069" y="608573"/>
                  </a:lnTo>
                  <a:lnTo>
                    <a:pt x="5708" y="607634"/>
                  </a:lnTo>
                  <a:lnTo>
                    <a:pt x="5902" y="606818"/>
                  </a:lnTo>
                  <a:lnTo>
                    <a:pt x="6001" y="605246"/>
                  </a:lnTo>
                  <a:lnTo>
                    <a:pt x="5881" y="603898"/>
                  </a:lnTo>
                  <a:lnTo>
                    <a:pt x="5490" y="603200"/>
                  </a:lnTo>
                  <a:lnTo>
                    <a:pt x="3958" y="601688"/>
                  </a:lnTo>
                  <a:lnTo>
                    <a:pt x="2304" y="599865"/>
                  </a:lnTo>
                  <a:lnTo>
                    <a:pt x="1964" y="597550"/>
                  </a:lnTo>
                  <a:lnTo>
                    <a:pt x="1453" y="597081"/>
                  </a:lnTo>
                  <a:lnTo>
                    <a:pt x="0" y="596960"/>
                  </a:lnTo>
                  <a:lnTo>
                    <a:pt x="28" y="596304"/>
                  </a:lnTo>
                  <a:lnTo>
                    <a:pt x="244" y="594465"/>
                  </a:lnTo>
                  <a:lnTo>
                    <a:pt x="592" y="592862"/>
                  </a:lnTo>
                  <a:lnTo>
                    <a:pt x="1728" y="591143"/>
                  </a:lnTo>
                  <a:lnTo>
                    <a:pt x="2008" y="589984"/>
                  </a:lnTo>
                  <a:lnTo>
                    <a:pt x="2346" y="588943"/>
                  </a:lnTo>
                  <a:lnTo>
                    <a:pt x="4946" y="587714"/>
                  </a:lnTo>
                  <a:lnTo>
                    <a:pt x="5244" y="587249"/>
                  </a:lnTo>
                  <a:lnTo>
                    <a:pt x="5263" y="586837"/>
                  </a:lnTo>
                  <a:lnTo>
                    <a:pt x="5143" y="586440"/>
                  </a:lnTo>
                  <a:lnTo>
                    <a:pt x="4565" y="585809"/>
                  </a:lnTo>
                  <a:lnTo>
                    <a:pt x="3967" y="584948"/>
                  </a:lnTo>
                  <a:lnTo>
                    <a:pt x="3605" y="582605"/>
                  </a:lnTo>
                  <a:lnTo>
                    <a:pt x="2704" y="578936"/>
                  </a:lnTo>
                  <a:lnTo>
                    <a:pt x="1856" y="576476"/>
                  </a:lnTo>
                  <a:lnTo>
                    <a:pt x="1676" y="575036"/>
                  </a:lnTo>
                  <a:lnTo>
                    <a:pt x="1895" y="573375"/>
                  </a:lnTo>
                  <a:lnTo>
                    <a:pt x="2198" y="571743"/>
                  </a:lnTo>
                  <a:lnTo>
                    <a:pt x="2213" y="570155"/>
                  </a:lnTo>
                  <a:lnTo>
                    <a:pt x="926" y="561355"/>
                  </a:lnTo>
                  <a:lnTo>
                    <a:pt x="1014" y="559753"/>
                  </a:lnTo>
                  <a:lnTo>
                    <a:pt x="1388" y="558156"/>
                  </a:lnTo>
                  <a:lnTo>
                    <a:pt x="1988" y="556827"/>
                  </a:lnTo>
                  <a:lnTo>
                    <a:pt x="3329" y="555093"/>
                  </a:lnTo>
                  <a:lnTo>
                    <a:pt x="5005" y="551930"/>
                  </a:lnTo>
                  <a:lnTo>
                    <a:pt x="6139" y="547774"/>
                  </a:lnTo>
                  <a:lnTo>
                    <a:pt x="6733" y="545263"/>
                  </a:lnTo>
                  <a:lnTo>
                    <a:pt x="7233" y="544690"/>
                  </a:lnTo>
                  <a:lnTo>
                    <a:pt x="8199" y="544552"/>
                  </a:lnTo>
                  <a:lnTo>
                    <a:pt x="8565" y="543780"/>
                  </a:lnTo>
                  <a:lnTo>
                    <a:pt x="8753" y="543324"/>
                  </a:lnTo>
                  <a:lnTo>
                    <a:pt x="9580" y="542901"/>
                  </a:lnTo>
                  <a:lnTo>
                    <a:pt x="9860" y="542403"/>
                  </a:lnTo>
                  <a:lnTo>
                    <a:pt x="9638" y="541556"/>
                  </a:lnTo>
                  <a:lnTo>
                    <a:pt x="8808" y="540076"/>
                  </a:lnTo>
                  <a:lnTo>
                    <a:pt x="8151" y="539157"/>
                  </a:lnTo>
                  <a:lnTo>
                    <a:pt x="8786" y="537097"/>
                  </a:lnTo>
                  <a:lnTo>
                    <a:pt x="8567" y="534344"/>
                  </a:lnTo>
                  <a:lnTo>
                    <a:pt x="8169" y="532051"/>
                  </a:lnTo>
                  <a:lnTo>
                    <a:pt x="8712" y="530373"/>
                  </a:lnTo>
                  <a:lnTo>
                    <a:pt x="9615" y="530226"/>
                  </a:lnTo>
                  <a:lnTo>
                    <a:pt x="10619" y="532054"/>
                  </a:lnTo>
                  <a:lnTo>
                    <a:pt x="12125" y="533003"/>
                  </a:lnTo>
                  <a:lnTo>
                    <a:pt x="13225" y="531776"/>
                  </a:lnTo>
                  <a:lnTo>
                    <a:pt x="13597" y="529407"/>
                  </a:lnTo>
                  <a:lnTo>
                    <a:pt x="14390" y="528363"/>
                  </a:lnTo>
                  <a:lnTo>
                    <a:pt x="15448" y="529294"/>
                  </a:lnTo>
                  <a:lnTo>
                    <a:pt x="17222" y="529630"/>
                  </a:lnTo>
                  <a:lnTo>
                    <a:pt x="18694" y="529476"/>
                  </a:lnTo>
                  <a:lnTo>
                    <a:pt x="19685" y="528978"/>
                  </a:lnTo>
                  <a:lnTo>
                    <a:pt x="20108" y="528209"/>
                  </a:lnTo>
                  <a:lnTo>
                    <a:pt x="20501" y="526827"/>
                  </a:lnTo>
                  <a:lnTo>
                    <a:pt x="21312" y="525071"/>
                  </a:lnTo>
                  <a:lnTo>
                    <a:pt x="22153" y="523925"/>
                  </a:lnTo>
                  <a:lnTo>
                    <a:pt x="28600" y="525228"/>
                  </a:lnTo>
                  <a:lnTo>
                    <a:pt x="34188" y="527653"/>
                  </a:lnTo>
                  <a:lnTo>
                    <a:pt x="34611" y="526746"/>
                  </a:lnTo>
                  <a:lnTo>
                    <a:pt x="34806" y="525185"/>
                  </a:lnTo>
                  <a:lnTo>
                    <a:pt x="33416" y="523841"/>
                  </a:lnTo>
                  <a:lnTo>
                    <a:pt x="32389" y="523139"/>
                  </a:lnTo>
                  <a:lnTo>
                    <a:pt x="31100" y="520347"/>
                  </a:lnTo>
                  <a:lnTo>
                    <a:pt x="29235" y="518147"/>
                  </a:lnTo>
                  <a:lnTo>
                    <a:pt x="27362" y="517953"/>
                  </a:lnTo>
                  <a:lnTo>
                    <a:pt x="24907" y="518719"/>
                  </a:lnTo>
                  <a:lnTo>
                    <a:pt x="21189" y="518261"/>
                  </a:lnTo>
                  <a:lnTo>
                    <a:pt x="18025" y="514121"/>
                  </a:lnTo>
                  <a:lnTo>
                    <a:pt x="15933" y="512828"/>
                  </a:lnTo>
                  <a:lnTo>
                    <a:pt x="14441" y="509647"/>
                  </a:lnTo>
                  <a:lnTo>
                    <a:pt x="14063" y="507957"/>
                  </a:lnTo>
                  <a:lnTo>
                    <a:pt x="15677" y="509391"/>
                  </a:lnTo>
                  <a:lnTo>
                    <a:pt x="15898" y="507877"/>
                  </a:lnTo>
                  <a:lnTo>
                    <a:pt x="16024" y="505864"/>
                  </a:lnTo>
                  <a:lnTo>
                    <a:pt x="15127" y="504636"/>
                  </a:lnTo>
                  <a:lnTo>
                    <a:pt x="14324" y="503904"/>
                  </a:lnTo>
                  <a:lnTo>
                    <a:pt x="10209" y="507045"/>
                  </a:lnTo>
                  <a:lnTo>
                    <a:pt x="5499" y="508076"/>
                  </a:lnTo>
                  <a:lnTo>
                    <a:pt x="9871" y="501879"/>
                  </a:lnTo>
                  <a:lnTo>
                    <a:pt x="13024" y="497415"/>
                  </a:lnTo>
                  <a:lnTo>
                    <a:pt x="13612" y="496744"/>
                  </a:lnTo>
                  <a:lnTo>
                    <a:pt x="15007" y="495545"/>
                  </a:lnTo>
                  <a:lnTo>
                    <a:pt x="16176" y="494285"/>
                  </a:lnTo>
                  <a:lnTo>
                    <a:pt x="17116" y="492633"/>
                  </a:lnTo>
                  <a:lnTo>
                    <a:pt x="20249" y="489374"/>
                  </a:lnTo>
                  <a:lnTo>
                    <a:pt x="23442" y="485865"/>
                  </a:lnTo>
                  <a:lnTo>
                    <a:pt x="26412" y="481242"/>
                  </a:lnTo>
                  <a:lnTo>
                    <a:pt x="27486" y="479788"/>
                  </a:lnTo>
                  <a:lnTo>
                    <a:pt x="28852" y="478232"/>
                  </a:lnTo>
                  <a:lnTo>
                    <a:pt x="31852" y="473343"/>
                  </a:lnTo>
                  <a:lnTo>
                    <a:pt x="32799" y="471989"/>
                  </a:lnTo>
                  <a:lnTo>
                    <a:pt x="36457" y="465859"/>
                  </a:lnTo>
                  <a:lnTo>
                    <a:pt x="38595" y="462804"/>
                  </a:lnTo>
                  <a:lnTo>
                    <a:pt x="39656" y="461050"/>
                  </a:lnTo>
                  <a:lnTo>
                    <a:pt x="44223" y="455252"/>
                  </a:lnTo>
                  <a:lnTo>
                    <a:pt x="47320" y="450595"/>
                  </a:lnTo>
                  <a:lnTo>
                    <a:pt x="48541" y="448041"/>
                  </a:lnTo>
                  <a:lnTo>
                    <a:pt x="49735" y="444382"/>
                  </a:lnTo>
                  <a:lnTo>
                    <a:pt x="50412" y="441886"/>
                  </a:lnTo>
                  <a:lnTo>
                    <a:pt x="51605" y="438657"/>
                  </a:lnTo>
                  <a:lnTo>
                    <a:pt x="51636" y="437587"/>
                  </a:lnTo>
                  <a:lnTo>
                    <a:pt x="51300" y="436591"/>
                  </a:lnTo>
                  <a:lnTo>
                    <a:pt x="50408" y="435043"/>
                  </a:lnTo>
                  <a:lnTo>
                    <a:pt x="49171" y="433259"/>
                  </a:lnTo>
                  <a:lnTo>
                    <a:pt x="48069" y="431078"/>
                  </a:lnTo>
                  <a:lnTo>
                    <a:pt x="47247" y="429116"/>
                  </a:lnTo>
                  <a:lnTo>
                    <a:pt x="44705" y="426387"/>
                  </a:lnTo>
                  <a:lnTo>
                    <a:pt x="40762" y="422935"/>
                  </a:lnTo>
                  <a:lnTo>
                    <a:pt x="37841" y="420377"/>
                  </a:lnTo>
                  <a:lnTo>
                    <a:pt x="33359" y="414911"/>
                  </a:lnTo>
                  <a:lnTo>
                    <a:pt x="32571" y="413548"/>
                  </a:lnTo>
                  <a:lnTo>
                    <a:pt x="32727" y="413188"/>
                  </a:lnTo>
                  <a:lnTo>
                    <a:pt x="35270" y="411534"/>
                  </a:lnTo>
                  <a:lnTo>
                    <a:pt x="37801" y="407273"/>
                  </a:lnTo>
                  <a:lnTo>
                    <a:pt x="38894" y="405113"/>
                  </a:lnTo>
                  <a:lnTo>
                    <a:pt x="39168" y="403438"/>
                  </a:lnTo>
                  <a:lnTo>
                    <a:pt x="39190" y="401552"/>
                  </a:lnTo>
                  <a:lnTo>
                    <a:pt x="39016" y="399812"/>
                  </a:lnTo>
                  <a:lnTo>
                    <a:pt x="38696" y="398733"/>
                  </a:lnTo>
                  <a:lnTo>
                    <a:pt x="37496" y="397377"/>
                  </a:lnTo>
                  <a:lnTo>
                    <a:pt x="34010" y="394903"/>
                  </a:lnTo>
                  <a:lnTo>
                    <a:pt x="33193" y="392621"/>
                  </a:lnTo>
                  <a:lnTo>
                    <a:pt x="32511" y="390230"/>
                  </a:lnTo>
                  <a:lnTo>
                    <a:pt x="32498" y="389242"/>
                  </a:lnTo>
                  <a:lnTo>
                    <a:pt x="34158" y="386674"/>
                  </a:lnTo>
                  <a:lnTo>
                    <a:pt x="34233" y="385389"/>
                  </a:lnTo>
                  <a:lnTo>
                    <a:pt x="34036" y="384075"/>
                  </a:lnTo>
                  <a:lnTo>
                    <a:pt x="33575" y="383115"/>
                  </a:lnTo>
                  <a:lnTo>
                    <a:pt x="30001" y="381955"/>
                  </a:lnTo>
                  <a:lnTo>
                    <a:pt x="28994" y="380730"/>
                  </a:lnTo>
                  <a:lnTo>
                    <a:pt x="28203" y="378780"/>
                  </a:lnTo>
                  <a:lnTo>
                    <a:pt x="27792" y="377106"/>
                  </a:lnTo>
                  <a:lnTo>
                    <a:pt x="27751" y="376115"/>
                  </a:lnTo>
                  <a:lnTo>
                    <a:pt x="28017" y="375006"/>
                  </a:lnTo>
                  <a:lnTo>
                    <a:pt x="29221" y="373799"/>
                  </a:lnTo>
                  <a:lnTo>
                    <a:pt x="30342" y="372984"/>
                  </a:lnTo>
                  <a:lnTo>
                    <a:pt x="30541" y="371886"/>
                  </a:lnTo>
                  <a:lnTo>
                    <a:pt x="30531" y="370697"/>
                  </a:lnTo>
                  <a:lnTo>
                    <a:pt x="30338" y="370123"/>
                  </a:lnTo>
                  <a:lnTo>
                    <a:pt x="28106" y="369557"/>
                  </a:lnTo>
                  <a:lnTo>
                    <a:pt x="27893" y="369235"/>
                  </a:lnTo>
                  <a:lnTo>
                    <a:pt x="27839" y="368824"/>
                  </a:lnTo>
                  <a:lnTo>
                    <a:pt x="27952" y="368332"/>
                  </a:lnTo>
                  <a:lnTo>
                    <a:pt x="29157" y="366216"/>
                  </a:lnTo>
                  <a:lnTo>
                    <a:pt x="29320" y="362183"/>
                  </a:lnTo>
                  <a:lnTo>
                    <a:pt x="30448" y="359367"/>
                  </a:lnTo>
                  <a:lnTo>
                    <a:pt x="29170" y="357718"/>
                  </a:lnTo>
                  <a:lnTo>
                    <a:pt x="29269" y="357427"/>
                  </a:lnTo>
                  <a:lnTo>
                    <a:pt x="31227" y="356563"/>
                  </a:lnTo>
                  <a:lnTo>
                    <a:pt x="33034" y="356354"/>
                  </a:lnTo>
                  <a:lnTo>
                    <a:pt x="33852" y="356030"/>
                  </a:lnTo>
                  <a:lnTo>
                    <a:pt x="33944" y="354712"/>
                  </a:lnTo>
                  <a:lnTo>
                    <a:pt x="33756" y="352932"/>
                  </a:lnTo>
                  <a:lnTo>
                    <a:pt x="31894" y="345946"/>
                  </a:lnTo>
                  <a:lnTo>
                    <a:pt x="31484" y="343933"/>
                  </a:lnTo>
                  <a:lnTo>
                    <a:pt x="30251" y="341392"/>
                  </a:lnTo>
                  <a:lnTo>
                    <a:pt x="29229" y="339684"/>
                  </a:lnTo>
                  <a:lnTo>
                    <a:pt x="28615" y="338464"/>
                  </a:lnTo>
                  <a:lnTo>
                    <a:pt x="27626" y="336079"/>
                  </a:lnTo>
                  <a:lnTo>
                    <a:pt x="27053" y="333631"/>
                  </a:lnTo>
                  <a:lnTo>
                    <a:pt x="26066" y="330898"/>
                  </a:lnTo>
                  <a:lnTo>
                    <a:pt x="24917" y="328391"/>
                  </a:lnTo>
                  <a:lnTo>
                    <a:pt x="23955" y="326072"/>
                  </a:lnTo>
                  <a:lnTo>
                    <a:pt x="21485" y="321530"/>
                  </a:lnTo>
                  <a:lnTo>
                    <a:pt x="21153" y="320273"/>
                  </a:lnTo>
                  <a:lnTo>
                    <a:pt x="21188" y="319136"/>
                  </a:lnTo>
                  <a:lnTo>
                    <a:pt x="21410" y="317933"/>
                  </a:lnTo>
                  <a:lnTo>
                    <a:pt x="23339" y="314221"/>
                  </a:lnTo>
                  <a:lnTo>
                    <a:pt x="25120" y="311123"/>
                  </a:lnTo>
                  <a:lnTo>
                    <a:pt x="27398" y="307490"/>
                  </a:lnTo>
                  <a:lnTo>
                    <a:pt x="29598" y="304474"/>
                  </a:lnTo>
                  <a:lnTo>
                    <a:pt x="31950" y="300898"/>
                  </a:lnTo>
                  <a:lnTo>
                    <a:pt x="32529" y="297328"/>
                  </a:lnTo>
                  <a:lnTo>
                    <a:pt x="32419" y="296728"/>
                  </a:lnTo>
                  <a:lnTo>
                    <a:pt x="30474" y="294795"/>
                  </a:lnTo>
                  <a:lnTo>
                    <a:pt x="26805" y="289621"/>
                  </a:lnTo>
                  <a:lnTo>
                    <a:pt x="24579" y="285697"/>
                  </a:lnTo>
                  <a:lnTo>
                    <a:pt x="21113" y="284040"/>
                  </a:lnTo>
                  <a:lnTo>
                    <a:pt x="16451" y="281917"/>
                  </a:lnTo>
                  <a:lnTo>
                    <a:pt x="14908" y="277143"/>
                  </a:lnTo>
                  <a:lnTo>
                    <a:pt x="13805" y="273095"/>
                  </a:lnTo>
                  <a:lnTo>
                    <a:pt x="13911" y="271638"/>
                  </a:lnTo>
                  <a:lnTo>
                    <a:pt x="17276" y="264731"/>
                  </a:lnTo>
                  <a:lnTo>
                    <a:pt x="17592" y="263478"/>
                  </a:lnTo>
                  <a:lnTo>
                    <a:pt x="17533" y="262703"/>
                  </a:lnTo>
                  <a:lnTo>
                    <a:pt x="17187" y="262218"/>
                  </a:lnTo>
                  <a:lnTo>
                    <a:pt x="16708" y="261950"/>
                  </a:lnTo>
                  <a:lnTo>
                    <a:pt x="13593" y="261751"/>
                  </a:lnTo>
                  <a:lnTo>
                    <a:pt x="13106" y="260809"/>
                  </a:lnTo>
                  <a:lnTo>
                    <a:pt x="14981" y="260097"/>
                  </a:lnTo>
                  <a:lnTo>
                    <a:pt x="16538" y="259128"/>
                  </a:lnTo>
                  <a:lnTo>
                    <a:pt x="19089" y="257691"/>
                  </a:lnTo>
                  <a:lnTo>
                    <a:pt x="19914" y="257327"/>
                  </a:lnTo>
                  <a:lnTo>
                    <a:pt x="21799" y="256500"/>
                  </a:lnTo>
                  <a:lnTo>
                    <a:pt x="22445" y="255863"/>
                  </a:lnTo>
                  <a:lnTo>
                    <a:pt x="22927" y="255110"/>
                  </a:lnTo>
                  <a:lnTo>
                    <a:pt x="24692" y="249980"/>
                  </a:lnTo>
                  <a:lnTo>
                    <a:pt x="25127" y="249167"/>
                  </a:lnTo>
                  <a:lnTo>
                    <a:pt x="30612" y="247326"/>
                  </a:lnTo>
                  <a:lnTo>
                    <a:pt x="32602" y="246379"/>
                  </a:lnTo>
                  <a:lnTo>
                    <a:pt x="33753" y="245186"/>
                  </a:lnTo>
                  <a:lnTo>
                    <a:pt x="34303" y="244258"/>
                  </a:lnTo>
                  <a:lnTo>
                    <a:pt x="34697" y="243154"/>
                  </a:lnTo>
                  <a:lnTo>
                    <a:pt x="34980" y="241938"/>
                  </a:lnTo>
                  <a:lnTo>
                    <a:pt x="35101" y="240821"/>
                  </a:lnTo>
                  <a:lnTo>
                    <a:pt x="34647" y="239364"/>
                  </a:lnTo>
                  <a:lnTo>
                    <a:pt x="34899" y="239188"/>
                  </a:lnTo>
                  <a:lnTo>
                    <a:pt x="35484" y="239249"/>
                  </a:lnTo>
                  <a:lnTo>
                    <a:pt x="37361" y="240699"/>
                  </a:lnTo>
                  <a:lnTo>
                    <a:pt x="40270" y="242240"/>
                  </a:lnTo>
                  <a:lnTo>
                    <a:pt x="42410" y="242359"/>
                  </a:lnTo>
                  <a:lnTo>
                    <a:pt x="43297" y="242066"/>
                  </a:lnTo>
                  <a:lnTo>
                    <a:pt x="43741" y="241393"/>
                  </a:lnTo>
                  <a:lnTo>
                    <a:pt x="44059" y="240075"/>
                  </a:lnTo>
                  <a:lnTo>
                    <a:pt x="44079" y="238718"/>
                  </a:lnTo>
                  <a:lnTo>
                    <a:pt x="43408" y="234826"/>
                  </a:lnTo>
                  <a:lnTo>
                    <a:pt x="45627" y="235246"/>
                  </a:lnTo>
                  <a:lnTo>
                    <a:pt x="50602" y="237600"/>
                  </a:lnTo>
                  <a:lnTo>
                    <a:pt x="51765" y="237383"/>
                  </a:lnTo>
                  <a:lnTo>
                    <a:pt x="53237" y="236672"/>
                  </a:lnTo>
                  <a:lnTo>
                    <a:pt x="54747" y="233871"/>
                  </a:lnTo>
                  <a:lnTo>
                    <a:pt x="55867" y="233392"/>
                  </a:lnTo>
                  <a:lnTo>
                    <a:pt x="57330" y="234044"/>
                  </a:lnTo>
                  <a:lnTo>
                    <a:pt x="57733" y="233294"/>
                  </a:lnTo>
                  <a:lnTo>
                    <a:pt x="56977" y="230971"/>
                  </a:lnTo>
                  <a:lnTo>
                    <a:pt x="57165" y="229797"/>
                  </a:lnTo>
                  <a:lnTo>
                    <a:pt x="62188" y="232307"/>
                  </a:lnTo>
                  <a:lnTo>
                    <a:pt x="64333" y="234145"/>
                  </a:lnTo>
                  <a:lnTo>
                    <a:pt x="68976" y="235760"/>
                  </a:lnTo>
                  <a:lnTo>
                    <a:pt x="69792" y="236638"/>
                  </a:lnTo>
                  <a:lnTo>
                    <a:pt x="69851" y="238164"/>
                  </a:lnTo>
                  <a:lnTo>
                    <a:pt x="69629" y="239474"/>
                  </a:lnTo>
                  <a:lnTo>
                    <a:pt x="68647" y="240197"/>
                  </a:lnTo>
                  <a:lnTo>
                    <a:pt x="66663" y="240078"/>
                  </a:lnTo>
                  <a:lnTo>
                    <a:pt x="59537" y="238060"/>
                  </a:lnTo>
                  <a:lnTo>
                    <a:pt x="58485" y="239285"/>
                  </a:lnTo>
                  <a:lnTo>
                    <a:pt x="59346" y="240347"/>
                  </a:lnTo>
                  <a:lnTo>
                    <a:pt x="61435" y="241599"/>
                  </a:lnTo>
                  <a:lnTo>
                    <a:pt x="62017" y="243819"/>
                  </a:lnTo>
                  <a:lnTo>
                    <a:pt x="65214" y="243514"/>
                  </a:lnTo>
                  <a:lnTo>
                    <a:pt x="68261" y="244359"/>
                  </a:lnTo>
                  <a:lnTo>
                    <a:pt x="69693" y="244085"/>
                  </a:lnTo>
                  <a:lnTo>
                    <a:pt x="69954" y="244809"/>
                  </a:lnTo>
                  <a:lnTo>
                    <a:pt x="68975" y="246649"/>
                  </a:lnTo>
                  <a:lnTo>
                    <a:pt x="69435" y="247122"/>
                  </a:lnTo>
                  <a:lnTo>
                    <a:pt x="72853" y="245337"/>
                  </a:lnTo>
                  <a:lnTo>
                    <a:pt x="74444" y="244848"/>
                  </a:lnTo>
                  <a:lnTo>
                    <a:pt x="75301" y="245324"/>
                  </a:lnTo>
                  <a:lnTo>
                    <a:pt x="75417" y="246802"/>
                  </a:lnTo>
                  <a:lnTo>
                    <a:pt x="74853" y="248660"/>
                  </a:lnTo>
                  <a:lnTo>
                    <a:pt x="74792" y="250074"/>
                  </a:lnTo>
                  <a:lnTo>
                    <a:pt x="73740" y="253489"/>
                  </a:lnTo>
                  <a:lnTo>
                    <a:pt x="72119" y="254524"/>
                  </a:lnTo>
                  <a:lnTo>
                    <a:pt x="71438" y="255946"/>
                  </a:lnTo>
                  <a:lnTo>
                    <a:pt x="73809" y="255075"/>
                  </a:lnTo>
                  <a:lnTo>
                    <a:pt x="75071" y="254124"/>
                  </a:lnTo>
                  <a:lnTo>
                    <a:pt x="77433" y="249432"/>
                  </a:lnTo>
                  <a:lnTo>
                    <a:pt x="78140" y="248809"/>
                  </a:lnTo>
                  <a:lnTo>
                    <a:pt x="84866" y="248724"/>
                  </a:lnTo>
                  <a:lnTo>
                    <a:pt x="86388" y="249025"/>
                  </a:lnTo>
                  <a:lnTo>
                    <a:pt x="92696" y="251237"/>
                  </a:lnTo>
                  <a:lnTo>
                    <a:pt x="94493" y="251439"/>
                  </a:lnTo>
                  <a:lnTo>
                    <a:pt x="96545" y="251156"/>
                  </a:lnTo>
                  <a:lnTo>
                    <a:pt x="97253" y="250129"/>
                  </a:lnTo>
                  <a:lnTo>
                    <a:pt x="97952" y="249838"/>
                  </a:lnTo>
                  <a:lnTo>
                    <a:pt x="104961" y="252310"/>
                  </a:lnTo>
                  <a:lnTo>
                    <a:pt x="114344" y="257874"/>
                  </a:lnTo>
                  <a:lnTo>
                    <a:pt x="128070" y="267074"/>
                  </a:lnTo>
                  <a:lnTo>
                    <a:pt x="135807" y="275259"/>
                  </a:lnTo>
                  <a:lnTo>
                    <a:pt x="136703" y="277017"/>
                  </a:lnTo>
                  <a:lnTo>
                    <a:pt x="139500" y="278014"/>
                  </a:lnTo>
                  <a:lnTo>
                    <a:pt x="140101" y="277339"/>
                  </a:lnTo>
                  <a:lnTo>
                    <a:pt x="141656" y="277925"/>
                  </a:lnTo>
                  <a:lnTo>
                    <a:pt x="150755" y="285406"/>
                  </a:lnTo>
                  <a:lnTo>
                    <a:pt x="153894" y="285794"/>
                  </a:lnTo>
                  <a:lnTo>
                    <a:pt x="153480" y="284212"/>
                  </a:lnTo>
                  <a:lnTo>
                    <a:pt x="152943" y="282732"/>
                  </a:lnTo>
                  <a:lnTo>
                    <a:pt x="153721" y="283069"/>
                  </a:lnTo>
                  <a:lnTo>
                    <a:pt x="154786" y="284142"/>
                  </a:lnTo>
                  <a:lnTo>
                    <a:pt x="156515" y="287071"/>
                  </a:lnTo>
                  <a:lnTo>
                    <a:pt x="158624" y="289243"/>
                  </a:lnTo>
                  <a:lnTo>
                    <a:pt x="160771" y="292493"/>
                  </a:lnTo>
                  <a:lnTo>
                    <a:pt x="162562" y="293740"/>
                  </a:lnTo>
                  <a:lnTo>
                    <a:pt x="164176" y="294201"/>
                  </a:lnTo>
                  <a:lnTo>
                    <a:pt x="165530" y="295119"/>
                  </a:lnTo>
                  <a:lnTo>
                    <a:pt x="167999" y="295992"/>
                  </a:lnTo>
                  <a:lnTo>
                    <a:pt x="169166" y="303949"/>
                  </a:lnTo>
                  <a:lnTo>
                    <a:pt x="170066" y="305668"/>
                  </a:lnTo>
                  <a:lnTo>
                    <a:pt x="170066" y="309187"/>
                  </a:lnTo>
                  <a:lnTo>
                    <a:pt x="171643" y="310619"/>
                  </a:lnTo>
                  <a:lnTo>
                    <a:pt x="172841" y="310879"/>
                  </a:lnTo>
                  <a:lnTo>
                    <a:pt x="172786" y="313486"/>
                  </a:lnTo>
                  <a:lnTo>
                    <a:pt x="171815" y="319607"/>
                  </a:lnTo>
                  <a:lnTo>
                    <a:pt x="170746" y="322211"/>
                  </a:lnTo>
                  <a:lnTo>
                    <a:pt x="162510" y="333426"/>
                  </a:lnTo>
                  <a:lnTo>
                    <a:pt x="157349" y="337760"/>
                  </a:lnTo>
                  <a:lnTo>
                    <a:pt x="147301" y="342722"/>
                  </a:lnTo>
                  <a:lnTo>
                    <a:pt x="139464" y="344584"/>
                  </a:lnTo>
                  <a:lnTo>
                    <a:pt x="136300" y="344719"/>
                  </a:lnTo>
                  <a:lnTo>
                    <a:pt x="130169" y="343799"/>
                  </a:lnTo>
                  <a:lnTo>
                    <a:pt x="126807" y="342794"/>
                  </a:lnTo>
                  <a:lnTo>
                    <a:pt x="122693" y="339974"/>
                  </a:lnTo>
                  <a:lnTo>
                    <a:pt x="118853" y="338570"/>
                  </a:lnTo>
                  <a:lnTo>
                    <a:pt x="116215" y="337949"/>
                  </a:lnTo>
                  <a:lnTo>
                    <a:pt x="111323" y="337691"/>
                  </a:lnTo>
                  <a:lnTo>
                    <a:pt x="100711" y="334928"/>
                  </a:lnTo>
                  <a:lnTo>
                    <a:pt x="98866" y="333957"/>
                  </a:lnTo>
                  <a:lnTo>
                    <a:pt x="92211" y="328565"/>
                  </a:lnTo>
                  <a:lnTo>
                    <a:pt x="89566" y="330088"/>
                  </a:lnTo>
                  <a:lnTo>
                    <a:pt x="87991" y="330361"/>
                  </a:lnTo>
                  <a:lnTo>
                    <a:pt x="86923" y="328505"/>
                  </a:lnTo>
                  <a:lnTo>
                    <a:pt x="87352" y="328014"/>
                  </a:lnTo>
                  <a:lnTo>
                    <a:pt x="87607" y="327381"/>
                  </a:lnTo>
                  <a:lnTo>
                    <a:pt x="83838" y="325843"/>
                  </a:lnTo>
                  <a:lnTo>
                    <a:pt x="80723" y="325740"/>
                  </a:lnTo>
                  <a:lnTo>
                    <a:pt x="79068" y="324433"/>
                  </a:lnTo>
                  <a:lnTo>
                    <a:pt x="77043" y="323439"/>
                  </a:lnTo>
                  <a:lnTo>
                    <a:pt x="76148" y="324038"/>
                  </a:lnTo>
                  <a:lnTo>
                    <a:pt x="75644" y="324032"/>
                  </a:lnTo>
                  <a:lnTo>
                    <a:pt x="71549" y="321686"/>
                  </a:lnTo>
                  <a:lnTo>
                    <a:pt x="69719" y="319784"/>
                  </a:lnTo>
                  <a:lnTo>
                    <a:pt x="67814" y="316438"/>
                  </a:lnTo>
                  <a:lnTo>
                    <a:pt x="68279" y="315268"/>
                  </a:lnTo>
                  <a:lnTo>
                    <a:pt x="68837" y="314509"/>
                  </a:lnTo>
                  <a:lnTo>
                    <a:pt x="62290" y="312563"/>
                  </a:lnTo>
                  <a:lnTo>
                    <a:pt x="56064" y="312304"/>
                  </a:lnTo>
                  <a:lnTo>
                    <a:pt x="57146" y="313238"/>
                  </a:lnTo>
                  <a:lnTo>
                    <a:pt x="59843" y="313729"/>
                  </a:lnTo>
                  <a:lnTo>
                    <a:pt x="61559" y="315069"/>
                  </a:lnTo>
                  <a:lnTo>
                    <a:pt x="63538" y="316961"/>
                  </a:lnTo>
                  <a:lnTo>
                    <a:pt x="63077" y="319548"/>
                  </a:lnTo>
                  <a:lnTo>
                    <a:pt x="65826" y="322111"/>
                  </a:lnTo>
                  <a:lnTo>
                    <a:pt x="67935" y="324553"/>
                  </a:lnTo>
                  <a:lnTo>
                    <a:pt x="67997" y="325307"/>
                  </a:lnTo>
                  <a:lnTo>
                    <a:pt x="68816" y="325818"/>
                  </a:lnTo>
                  <a:lnTo>
                    <a:pt x="71924" y="326532"/>
                  </a:lnTo>
                  <a:lnTo>
                    <a:pt x="72465" y="328780"/>
                  </a:lnTo>
                  <a:lnTo>
                    <a:pt x="71952" y="329666"/>
                  </a:lnTo>
                  <a:lnTo>
                    <a:pt x="72378" y="330914"/>
                  </a:lnTo>
                  <a:lnTo>
                    <a:pt x="74696" y="332314"/>
                  </a:lnTo>
                  <a:lnTo>
                    <a:pt x="76083" y="332695"/>
                  </a:lnTo>
                  <a:lnTo>
                    <a:pt x="77790" y="333544"/>
                  </a:lnTo>
                  <a:lnTo>
                    <a:pt x="77016" y="335260"/>
                  </a:lnTo>
                  <a:lnTo>
                    <a:pt x="75581" y="336374"/>
                  </a:lnTo>
                  <a:lnTo>
                    <a:pt x="74144" y="336886"/>
                  </a:lnTo>
                  <a:lnTo>
                    <a:pt x="74827" y="337297"/>
                  </a:lnTo>
                  <a:lnTo>
                    <a:pt x="76688" y="337139"/>
                  </a:lnTo>
                  <a:lnTo>
                    <a:pt x="83426" y="339968"/>
                  </a:lnTo>
                  <a:lnTo>
                    <a:pt x="86969" y="342829"/>
                  </a:lnTo>
                  <a:lnTo>
                    <a:pt x="90572" y="348046"/>
                  </a:lnTo>
                  <a:lnTo>
                    <a:pt x="91738" y="350626"/>
                  </a:lnTo>
                  <a:lnTo>
                    <a:pt x="91823" y="352050"/>
                  </a:lnTo>
                  <a:lnTo>
                    <a:pt x="91623" y="353471"/>
                  </a:lnTo>
                  <a:lnTo>
                    <a:pt x="91102" y="355006"/>
                  </a:lnTo>
                  <a:lnTo>
                    <a:pt x="90865" y="356550"/>
                  </a:lnTo>
                  <a:lnTo>
                    <a:pt x="89633" y="361105"/>
                  </a:lnTo>
                  <a:lnTo>
                    <a:pt x="88750" y="362678"/>
                  </a:lnTo>
                  <a:lnTo>
                    <a:pt x="87051" y="364479"/>
                  </a:lnTo>
                  <a:lnTo>
                    <a:pt x="88649" y="367960"/>
                  </a:lnTo>
                  <a:lnTo>
                    <a:pt x="90316" y="371205"/>
                  </a:lnTo>
                  <a:lnTo>
                    <a:pt x="91950" y="376587"/>
                  </a:lnTo>
                  <a:lnTo>
                    <a:pt x="92242" y="378752"/>
                  </a:lnTo>
                  <a:lnTo>
                    <a:pt x="92310" y="382077"/>
                  </a:lnTo>
                  <a:lnTo>
                    <a:pt x="93786" y="383384"/>
                  </a:lnTo>
                  <a:lnTo>
                    <a:pt x="93209" y="383895"/>
                  </a:lnTo>
                  <a:lnTo>
                    <a:pt x="92626" y="384840"/>
                  </a:lnTo>
                  <a:lnTo>
                    <a:pt x="92765" y="389174"/>
                  </a:lnTo>
                  <a:lnTo>
                    <a:pt x="94811" y="392713"/>
                  </a:lnTo>
                  <a:lnTo>
                    <a:pt x="97881" y="395009"/>
                  </a:lnTo>
                  <a:lnTo>
                    <a:pt x="99706" y="395475"/>
                  </a:lnTo>
                  <a:lnTo>
                    <a:pt x="102360" y="394543"/>
                  </a:lnTo>
                  <a:lnTo>
                    <a:pt x="104272" y="395812"/>
                  </a:lnTo>
                  <a:lnTo>
                    <a:pt x="108522" y="400137"/>
                  </a:lnTo>
                  <a:lnTo>
                    <a:pt x="110441" y="404706"/>
                  </a:lnTo>
                  <a:lnTo>
                    <a:pt x="111218" y="405638"/>
                  </a:lnTo>
                  <a:lnTo>
                    <a:pt x="115523" y="407345"/>
                  </a:lnTo>
                  <a:lnTo>
                    <a:pt x="118749" y="408395"/>
                  </a:lnTo>
                  <a:lnTo>
                    <a:pt x="123654" y="411137"/>
                  </a:lnTo>
                  <a:lnTo>
                    <a:pt x="124511" y="411236"/>
                  </a:lnTo>
                  <a:lnTo>
                    <a:pt x="126895" y="408871"/>
                  </a:lnTo>
                  <a:lnTo>
                    <a:pt x="130999" y="407225"/>
                  </a:lnTo>
                  <a:lnTo>
                    <a:pt x="132268" y="404958"/>
                  </a:lnTo>
                  <a:lnTo>
                    <a:pt x="132162" y="403032"/>
                  </a:lnTo>
                  <a:lnTo>
                    <a:pt x="131112" y="399604"/>
                  </a:lnTo>
                  <a:lnTo>
                    <a:pt x="130823" y="396263"/>
                  </a:lnTo>
                  <a:lnTo>
                    <a:pt x="129464" y="394898"/>
                  </a:lnTo>
                  <a:lnTo>
                    <a:pt x="128194" y="393992"/>
                  </a:lnTo>
                  <a:lnTo>
                    <a:pt x="124356" y="394683"/>
                  </a:lnTo>
                  <a:lnTo>
                    <a:pt x="122628" y="394554"/>
                  </a:lnTo>
                  <a:lnTo>
                    <a:pt x="121321" y="393651"/>
                  </a:lnTo>
                  <a:lnTo>
                    <a:pt x="119554" y="391268"/>
                  </a:lnTo>
                  <a:lnTo>
                    <a:pt x="116208" y="385473"/>
                  </a:lnTo>
                  <a:lnTo>
                    <a:pt x="114418" y="383544"/>
                  </a:lnTo>
                  <a:lnTo>
                    <a:pt x="113856" y="382349"/>
                  </a:lnTo>
                  <a:lnTo>
                    <a:pt x="113233" y="380683"/>
                  </a:lnTo>
                  <a:lnTo>
                    <a:pt x="113311" y="377986"/>
                  </a:lnTo>
                  <a:lnTo>
                    <a:pt x="114772" y="378080"/>
                  </a:lnTo>
                  <a:lnTo>
                    <a:pt x="116413" y="376552"/>
                  </a:lnTo>
                  <a:lnTo>
                    <a:pt x="117609" y="371080"/>
                  </a:lnTo>
                  <a:lnTo>
                    <a:pt x="119674" y="370384"/>
                  </a:lnTo>
                  <a:lnTo>
                    <a:pt x="120792" y="370432"/>
                  </a:lnTo>
                  <a:lnTo>
                    <a:pt x="125572" y="372974"/>
                  </a:lnTo>
                  <a:lnTo>
                    <a:pt x="131510" y="379755"/>
                  </a:lnTo>
                  <a:lnTo>
                    <a:pt x="132822" y="380469"/>
                  </a:lnTo>
                  <a:lnTo>
                    <a:pt x="134211" y="380569"/>
                  </a:lnTo>
                  <a:lnTo>
                    <a:pt x="136480" y="380396"/>
                  </a:lnTo>
                  <a:lnTo>
                    <a:pt x="136849" y="381280"/>
                  </a:lnTo>
                  <a:lnTo>
                    <a:pt x="138069" y="382341"/>
                  </a:lnTo>
                  <a:lnTo>
                    <a:pt x="138960" y="382476"/>
                  </a:lnTo>
                  <a:lnTo>
                    <a:pt x="144395" y="384626"/>
                  </a:lnTo>
                  <a:lnTo>
                    <a:pt x="150736" y="388862"/>
                  </a:lnTo>
                  <a:lnTo>
                    <a:pt x="153088" y="388670"/>
                  </a:lnTo>
                  <a:lnTo>
                    <a:pt x="154013" y="386326"/>
                  </a:lnTo>
                  <a:lnTo>
                    <a:pt x="154206" y="385317"/>
                  </a:lnTo>
                  <a:lnTo>
                    <a:pt x="156787" y="382947"/>
                  </a:lnTo>
                  <a:lnTo>
                    <a:pt x="158588" y="382554"/>
                  </a:lnTo>
                  <a:lnTo>
                    <a:pt x="161106" y="383416"/>
                  </a:lnTo>
                  <a:lnTo>
                    <a:pt x="161564" y="382712"/>
                  </a:lnTo>
                  <a:lnTo>
                    <a:pt x="160706" y="379237"/>
                  </a:lnTo>
                  <a:lnTo>
                    <a:pt x="159545" y="376229"/>
                  </a:lnTo>
                  <a:lnTo>
                    <a:pt x="157835" y="374303"/>
                  </a:lnTo>
                  <a:lnTo>
                    <a:pt x="154797" y="368644"/>
                  </a:lnTo>
                  <a:lnTo>
                    <a:pt x="153582" y="365835"/>
                  </a:lnTo>
                  <a:lnTo>
                    <a:pt x="152978" y="362936"/>
                  </a:lnTo>
                  <a:lnTo>
                    <a:pt x="153374" y="360372"/>
                  </a:lnTo>
                  <a:lnTo>
                    <a:pt x="153810" y="358504"/>
                  </a:lnTo>
                  <a:lnTo>
                    <a:pt x="160119" y="353960"/>
                  </a:lnTo>
                  <a:lnTo>
                    <a:pt x="162402" y="351239"/>
                  </a:lnTo>
                  <a:lnTo>
                    <a:pt x="164608" y="347704"/>
                  </a:lnTo>
                  <a:lnTo>
                    <a:pt x="165630" y="346981"/>
                  </a:lnTo>
                  <a:lnTo>
                    <a:pt x="169353" y="346000"/>
                  </a:lnTo>
                  <a:lnTo>
                    <a:pt x="174285" y="342976"/>
                  </a:lnTo>
                  <a:lnTo>
                    <a:pt x="178050" y="338961"/>
                  </a:lnTo>
                  <a:lnTo>
                    <a:pt x="181785" y="332856"/>
                  </a:lnTo>
                  <a:lnTo>
                    <a:pt x="183352" y="331268"/>
                  </a:lnTo>
                  <a:lnTo>
                    <a:pt x="184624" y="331413"/>
                  </a:lnTo>
                  <a:lnTo>
                    <a:pt x="186316" y="332369"/>
                  </a:lnTo>
                  <a:lnTo>
                    <a:pt x="188184" y="334139"/>
                  </a:lnTo>
                  <a:lnTo>
                    <a:pt x="190706" y="334469"/>
                  </a:lnTo>
                  <a:lnTo>
                    <a:pt x="193167" y="334185"/>
                  </a:lnTo>
                  <a:lnTo>
                    <a:pt x="195971" y="334345"/>
                  </a:lnTo>
                  <a:lnTo>
                    <a:pt x="199891" y="337130"/>
                  </a:lnTo>
                  <a:lnTo>
                    <a:pt x="200538" y="338019"/>
                  </a:lnTo>
                  <a:lnTo>
                    <a:pt x="201153" y="339208"/>
                  </a:lnTo>
                  <a:lnTo>
                    <a:pt x="199885" y="341500"/>
                  </a:lnTo>
                  <a:lnTo>
                    <a:pt x="199780" y="342978"/>
                  </a:lnTo>
                  <a:lnTo>
                    <a:pt x="200793" y="342288"/>
                  </a:lnTo>
                  <a:lnTo>
                    <a:pt x="202188" y="341943"/>
                  </a:lnTo>
                  <a:lnTo>
                    <a:pt x="203505" y="342416"/>
                  </a:lnTo>
                  <a:lnTo>
                    <a:pt x="204744" y="343708"/>
                  </a:lnTo>
                  <a:lnTo>
                    <a:pt x="205639" y="345154"/>
                  </a:lnTo>
                  <a:lnTo>
                    <a:pt x="206722" y="346370"/>
                  </a:lnTo>
                  <a:lnTo>
                    <a:pt x="207067" y="344716"/>
                  </a:lnTo>
                  <a:lnTo>
                    <a:pt x="207227" y="343292"/>
                  </a:lnTo>
                  <a:lnTo>
                    <a:pt x="206632" y="339678"/>
                  </a:lnTo>
                  <a:lnTo>
                    <a:pt x="208157" y="334595"/>
                  </a:lnTo>
                  <a:lnTo>
                    <a:pt x="209338" y="332390"/>
                  </a:lnTo>
                  <a:lnTo>
                    <a:pt x="211464" y="326773"/>
                  </a:lnTo>
                  <a:lnTo>
                    <a:pt x="210827" y="323143"/>
                  </a:lnTo>
                  <a:lnTo>
                    <a:pt x="210731" y="318914"/>
                  </a:lnTo>
                  <a:lnTo>
                    <a:pt x="210418" y="316951"/>
                  </a:lnTo>
                  <a:lnTo>
                    <a:pt x="209034" y="314130"/>
                  </a:lnTo>
                  <a:lnTo>
                    <a:pt x="206352" y="312130"/>
                  </a:lnTo>
                  <a:lnTo>
                    <a:pt x="203649" y="311501"/>
                  </a:lnTo>
                  <a:lnTo>
                    <a:pt x="202748" y="309555"/>
                  </a:lnTo>
                  <a:lnTo>
                    <a:pt x="202912" y="307336"/>
                  </a:lnTo>
                  <a:lnTo>
                    <a:pt x="203661" y="304093"/>
                  </a:lnTo>
                  <a:lnTo>
                    <a:pt x="205883" y="297257"/>
                  </a:lnTo>
                  <a:lnTo>
                    <a:pt x="208215" y="287655"/>
                  </a:lnTo>
                  <a:lnTo>
                    <a:pt x="208291" y="285420"/>
                  </a:lnTo>
                  <a:lnTo>
                    <a:pt x="208072" y="284198"/>
                  </a:lnTo>
                  <a:lnTo>
                    <a:pt x="208228" y="282962"/>
                  </a:lnTo>
                  <a:lnTo>
                    <a:pt x="207959" y="280027"/>
                  </a:lnTo>
                  <a:lnTo>
                    <a:pt x="207521" y="277860"/>
                  </a:lnTo>
                  <a:lnTo>
                    <a:pt x="198079" y="269544"/>
                  </a:lnTo>
                  <a:lnTo>
                    <a:pt x="197511" y="268738"/>
                  </a:lnTo>
                  <a:lnTo>
                    <a:pt x="197205" y="267628"/>
                  </a:lnTo>
                  <a:lnTo>
                    <a:pt x="198193" y="267381"/>
                  </a:lnTo>
                  <a:lnTo>
                    <a:pt x="198918" y="267437"/>
                  </a:lnTo>
                  <a:lnTo>
                    <a:pt x="206026" y="271308"/>
                  </a:lnTo>
                  <a:lnTo>
                    <a:pt x="207596" y="271517"/>
                  </a:lnTo>
                  <a:lnTo>
                    <a:pt x="218737" y="270441"/>
                  </a:lnTo>
                  <a:lnTo>
                    <a:pt x="224183" y="271376"/>
                  </a:lnTo>
                  <a:lnTo>
                    <a:pt x="228780" y="273351"/>
                  </a:lnTo>
                  <a:lnTo>
                    <a:pt x="232068" y="278916"/>
                  </a:lnTo>
                  <a:lnTo>
                    <a:pt x="235415" y="284014"/>
                  </a:lnTo>
                  <a:lnTo>
                    <a:pt x="238548" y="288398"/>
                  </a:lnTo>
                  <a:lnTo>
                    <a:pt x="238633" y="291993"/>
                  </a:lnTo>
                  <a:lnTo>
                    <a:pt x="235406" y="292736"/>
                  </a:lnTo>
                  <a:lnTo>
                    <a:pt x="232263" y="292899"/>
                  </a:lnTo>
                  <a:lnTo>
                    <a:pt x="224297" y="294689"/>
                  </a:lnTo>
                  <a:lnTo>
                    <a:pt x="222390" y="296719"/>
                  </a:lnTo>
                  <a:lnTo>
                    <a:pt x="217026" y="302967"/>
                  </a:lnTo>
                  <a:lnTo>
                    <a:pt x="216566" y="304867"/>
                  </a:lnTo>
                  <a:lnTo>
                    <a:pt x="217026" y="306709"/>
                  </a:lnTo>
                  <a:lnTo>
                    <a:pt x="219487" y="308661"/>
                  </a:lnTo>
                  <a:lnTo>
                    <a:pt x="224711" y="311591"/>
                  </a:lnTo>
                  <a:lnTo>
                    <a:pt x="227059" y="317395"/>
                  </a:lnTo>
                  <a:lnTo>
                    <a:pt x="228698" y="320294"/>
                  </a:lnTo>
                  <a:lnTo>
                    <a:pt x="229941" y="321415"/>
                  </a:lnTo>
                  <a:lnTo>
                    <a:pt x="231149" y="321699"/>
                  </a:lnTo>
                  <a:lnTo>
                    <a:pt x="233787" y="321719"/>
                  </a:lnTo>
                  <a:lnTo>
                    <a:pt x="235648" y="322423"/>
                  </a:lnTo>
                  <a:lnTo>
                    <a:pt x="236189" y="322979"/>
                  </a:lnTo>
                  <a:lnTo>
                    <a:pt x="236929" y="322423"/>
                  </a:lnTo>
                  <a:lnTo>
                    <a:pt x="238638" y="322230"/>
                  </a:lnTo>
                  <a:lnTo>
                    <a:pt x="248579" y="319148"/>
                  </a:lnTo>
                  <a:lnTo>
                    <a:pt x="250546" y="317786"/>
                  </a:lnTo>
                  <a:lnTo>
                    <a:pt x="251203" y="315744"/>
                  </a:lnTo>
                  <a:lnTo>
                    <a:pt x="251931" y="308930"/>
                  </a:lnTo>
                  <a:lnTo>
                    <a:pt x="252809" y="306564"/>
                  </a:lnTo>
                  <a:lnTo>
                    <a:pt x="253660" y="303639"/>
                  </a:lnTo>
                  <a:lnTo>
                    <a:pt x="253344" y="301847"/>
                  </a:lnTo>
                  <a:lnTo>
                    <a:pt x="253247" y="299813"/>
                  </a:lnTo>
                  <a:lnTo>
                    <a:pt x="258232" y="297856"/>
                  </a:lnTo>
                  <a:lnTo>
                    <a:pt x="262861" y="296530"/>
                  </a:lnTo>
                  <a:lnTo>
                    <a:pt x="265074" y="296937"/>
                  </a:lnTo>
                  <a:lnTo>
                    <a:pt x="265626" y="295464"/>
                  </a:lnTo>
                  <a:lnTo>
                    <a:pt x="264204" y="292637"/>
                  </a:lnTo>
                  <a:lnTo>
                    <a:pt x="263378" y="291242"/>
                  </a:lnTo>
                  <a:lnTo>
                    <a:pt x="264101" y="290600"/>
                  </a:lnTo>
                  <a:lnTo>
                    <a:pt x="265166" y="291375"/>
                  </a:lnTo>
                  <a:lnTo>
                    <a:pt x="266564" y="291845"/>
                  </a:lnTo>
                  <a:lnTo>
                    <a:pt x="269049" y="291355"/>
                  </a:lnTo>
                  <a:lnTo>
                    <a:pt x="278624" y="285601"/>
                  </a:lnTo>
                  <a:lnTo>
                    <a:pt x="282350" y="282344"/>
                  </a:lnTo>
                  <a:lnTo>
                    <a:pt x="284582" y="281073"/>
                  </a:lnTo>
                  <a:lnTo>
                    <a:pt x="288103" y="278137"/>
                  </a:lnTo>
                  <a:lnTo>
                    <a:pt x="289824" y="277185"/>
                  </a:lnTo>
                  <a:lnTo>
                    <a:pt x="292781" y="276790"/>
                  </a:lnTo>
                  <a:lnTo>
                    <a:pt x="295960" y="275634"/>
                  </a:lnTo>
                  <a:lnTo>
                    <a:pt x="299422" y="273451"/>
                  </a:lnTo>
                  <a:lnTo>
                    <a:pt x="304087" y="271605"/>
                  </a:lnTo>
                  <a:lnTo>
                    <a:pt x="304839" y="271530"/>
                  </a:lnTo>
                  <a:lnTo>
                    <a:pt x="305741" y="271805"/>
                  </a:lnTo>
                  <a:lnTo>
                    <a:pt x="307673" y="273952"/>
                  </a:lnTo>
                  <a:lnTo>
                    <a:pt x="306958" y="275156"/>
                  </a:lnTo>
                  <a:lnTo>
                    <a:pt x="306416" y="276466"/>
                  </a:lnTo>
                  <a:lnTo>
                    <a:pt x="307350" y="277156"/>
                  </a:lnTo>
                  <a:lnTo>
                    <a:pt x="308129" y="277488"/>
                  </a:lnTo>
                  <a:lnTo>
                    <a:pt x="309047" y="277133"/>
                  </a:lnTo>
                  <a:lnTo>
                    <a:pt x="310013" y="276234"/>
                  </a:lnTo>
                  <a:lnTo>
                    <a:pt x="312416" y="274915"/>
                  </a:lnTo>
                  <a:lnTo>
                    <a:pt x="313069" y="273223"/>
                  </a:lnTo>
                  <a:lnTo>
                    <a:pt x="312144" y="272569"/>
                  </a:lnTo>
                  <a:lnTo>
                    <a:pt x="310940" y="270020"/>
                  </a:lnTo>
                  <a:lnTo>
                    <a:pt x="309520" y="269495"/>
                  </a:lnTo>
                  <a:lnTo>
                    <a:pt x="308397" y="269555"/>
                  </a:lnTo>
                  <a:lnTo>
                    <a:pt x="312587" y="265919"/>
                  </a:lnTo>
                  <a:lnTo>
                    <a:pt x="321587" y="260561"/>
                  </a:lnTo>
                  <a:lnTo>
                    <a:pt x="326388" y="258098"/>
                  </a:lnTo>
                  <a:lnTo>
                    <a:pt x="331125" y="257878"/>
                  </a:lnTo>
                  <a:lnTo>
                    <a:pt x="334893" y="258203"/>
                  </a:lnTo>
                  <a:lnTo>
                    <a:pt x="333475" y="259018"/>
                  </a:lnTo>
                  <a:lnTo>
                    <a:pt x="327282" y="260145"/>
                  </a:lnTo>
                  <a:lnTo>
                    <a:pt x="326335" y="260711"/>
                  </a:lnTo>
                  <a:lnTo>
                    <a:pt x="326342" y="261384"/>
                  </a:lnTo>
                  <a:lnTo>
                    <a:pt x="327839" y="261781"/>
                  </a:lnTo>
                  <a:lnTo>
                    <a:pt x="328469" y="262578"/>
                  </a:lnTo>
                  <a:lnTo>
                    <a:pt x="327959" y="263536"/>
                  </a:lnTo>
                  <a:lnTo>
                    <a:pt x="327489" y="263842"/>
                  </a:lnTo>
                  <a:lnTo>
                    <a:pt x="326782" y="266577"/>
                  </a:lnTo>
                  <a:lnTo>
                    <a:pt x="325856" y="268792"/>
                  </a:lnTo>
                  <a:lnTo>
                    <a:pt x="327816" y="271659"/>
                  </a:lnTo>
                  <a:lnTo>
                    <a:pt x="327978" y="274656"/>
                  </a:lnTo>
                  <a:lnTo>
                    <a:pt x="326728" y="276218"/>
                  </a:lnTo>
                  <a:lnTo>
                    <a:pt x="325007" y="275631"/>
                  </a:lnTo>
                  <a:lnTo>
                    <a:pt x="323485" y="276678"/>
                  </a:lnTo>
                  <a:lnTo>
                    <a:pt x="320719" y="277384"/>
                  </a:lnTo>
                  <a:lnTo>
                    <a:pt x="320112" y="278316"/>
                  </a:lnTo>
                  <a:lnTo>
                    <a:pt x="319707" y="279622"/>
                  </a:lnTo>
                  <a:lnTo>
                    <a:pt x="321466" y="279936"/>
                  </a:lnTo>
                  <a:lnTo>
                    <a:pt x="322848" y="279853"/>
                  </a:lnTo>
                  <a:lnTo>
                    <a:pt x="327766" y="280694"/>
                  </a:lnTo>
                  <a:lnTo>
                    <a:pt x="328435" y="280808"/>
                  </a:lnTo>
                  <a:lnTo>
                    <a:pt x="330056" y="279871"/>
                  </a:lnTo>
                  <a:lnTo>
                    <a:pt x="331706" y="279657"/>
                  </a:lnTo>
                  <a:lnTo>
                    <a:pt x="333693" y="279397"/>
                  </a:lnTo>
                  <a:lnTo>
                    <a:pt x="334707" y="278834"/>
                  </a:lnTo>
                  <a:lnTo>
                    <a:pt x="335757" y="279457"/>
                  </a:lnTo>
                  <a:lnTo>
                    <a:pt x="337691" y="282083"/>
                  </a:lnTo>
                  <a:lnTo>
                    <a:pt x="339460" y="281561"/>
                  </a:lnTo>
                  <a:lnTo>
                    <a:pt x="340222" y="276479"/>
                  </a:lnTo>
                  <a:lnTo>
                    <a:pt x="343033" y="273341"/>
                  </a:lnTo>
                  <a:lnTo>
                    <a:pt x="346330" y="270747"/>
                  </a:lnTo>
                  <a:lnTo>
                    <a:pt x="349504" y="270509"/>
                  </a:lnTo>
                  <a:lnTo>
                    <a:pt x="352581" y="268694"/>
                  </a:lnTo>
                  <a:lnTo>
                    <a:pt x="354050" y="268352"/>
                  </a:lnTo>
                  <a:lnTo>
                    <a:pt x="356913" y="269085"/>
                  </a:lnTo>
                  <a:lnTo>
                    <a:pt x="361165" y="269233"/>
                  </a:lnTo>
                  <a:lnTo>
                    <a:pt x="364733" y="270780"/>
                  </a:lnTo>
                  <a:lnTo>
                    <a:pt x="367416" y="271155"/>
                  </a:lnTo>
                  <a:lnTo>
                    <a:pt x="371334" y="268570"/>
                  </a:lnTo>
                  <a:lnTo>
                    <a:pt x="380326" y="261234"/>
                  </a:lnTo>
                  <a:lnTo>
                    <a:pt x="381116" y="262883"/>
                  </a:lnTo>
                  <a:lnTo>
                    <a:pt x="382558" y="260452"/>
                  </a:lnTo>
                  <a:lnTo>
                    <a:pt x="389530" y="257864"/>
                  </a:lnTo>
                  <a:lnTo>
                    <a:pt x="391238" y="257798"/>
                  </a:lnTo>
                  <a:lnTo>
                    <a:pt x="391269" y="258787"/>
                  </a:lnTo>
                  <a:lnTo>
                    <a:pt x="391890" y="261041"/>
                  </a:lnTo>
                  <a:lnTo>
                    <a:pt x="393250" y="262420"/>
                  </a:lnTo>
                  <a:lnTo>
                    <a:pt x="395103" y="265707"/>
                  </a:lnTo>
                  <a:lnTo>
                    <a:pt x="394212" y="266592"/>
                  </a:lnTo>
                  <a:lnTo>
                    <a:pt x="393277" y="267098"/>
                  </a:lnTo>
                  <a:lnTo>
                    <a:pt x="391916" y="269314"/>
                  </a:lnTo>
                  <a:lnTo>
                    <a:pt x="391753" y="274396"/>
                  </a:lnTo>
                  <a:lnTo>
                    <a:pt x="394365" y="275697"/>
                  </a:lnTo>
                  <a:lnTo>
                    <a:pt x="397988" y="277150"/>
                  </a:lnTo>
                  <a:lnTo>
                    <a:pt x="399485" y="277136"/>
                  </a:lnTo>
                  <a:lnTo>
                    <a:pt x="400742" y="276287"/>
                  </a:lnTo>
                  <a:lnTo>
                    <a:pt x="401128" y="275823"/>
                  </a:lnTo>
                  <a:lnTo>
                    <a:pt x="401604" y="275058"/>
                  </a:lnTo>
                  <a:lnTo>
                    <a:pt x="401919" y="273598"/>
                  </a:lnTo>
                  <a:lnTo>
                    <a:pt x="402147" y="272441"/>
                  </a:lnTo>
                  <a:lnTo>
                    <a:pt x="401206" y="269650"/>
                  </a:lnTo>
                  <a:lnTo>
                    <a:pt x="401587" y="266654"/>
                  </a:lnTo>
                  <a:lnTo>
                    <a:pt x="404848" y="266856"/>
                  </a:lnTo>
                  <a:lnTo>
                    <a:pt x="408907" y="265986"/>
                  </a:lnTo>
                  <a:lnTo>
                    <a:pt x="410740" y="264270"/>
                  </a:lnTo>
                  <a:lnTo>
                    <a:pt x="412929" y="261073"/>
                  </a:lnTo>
                  <a:lnTo>
                    <a:pt x="414391" y="258367"/>
                  </a:lnTo>
                  <a:lnTo>
                    <a:pt x="413465" y="253677"/>
                  </a:lnTo>
                  <a:lnTo>
                    <a:pt x="411071" y="254719"/>
                  </a:lnTo>
                  <a:lnTo>
                    <a:pt x="407033" y="244472"/>
                  </a:lnTo>
                  <a:lnTo>
                    <a:pt x="404976" y="240515"/>
                  </a:lnTo>
                  <a:lnTo>
                    <a:pt x="406282" y="238692"/>
                  </a:lnTo>
                  <a:lnTo>
                    <a:pt x="409765" y="237519"/>
                  </a:lnTo>
                  <a:lnTo>
                    <a:pt x="412903" y="233712"/>
                  </a:lnTo>
                  <a:lnTo>
                    <a:pt x="414088" y="232945"/>
                  </a:lnTo>
                  <a:lnTo>
                    <a:pt x="415407" y="232817"/>
                  </a:lnTo>
                  <a:lnTo>
                    <a:pt x="424718" y="235429"/>
                  </a:lnTo>
                  <a:lnTo>
                    <a:pt x="435340" y="236018"/>
                  </a:lnTo>
                  <a:lnTo>
                    <a:pt x="444350" y="238022"/>
                  </a:lnTo>
                  <a:lnTo>
                    <a:pt x="454580" y="242178"/>
                  </a:lnTo>
                  <a:lnTo>
                    <a:pt x="459537" y="245104"/>
                  </a:lnTo>
                  <a:lnTo>
                    <a:pt x="463687" y="248362"/>
                  </a:lnTo>
                  <a:lnTo>
                    <a:pt x="463290" y="250654"/>
                  </a:lnTo>
                  <a:lnTo>
                    <a:pt x="464959" y="250003"/>
                  </a:lnTo>
                  <a:lnTo>
                    <a:pt x="468602" y="252026"/>
                  </a:lnTo>
                  <a:lnTo>
                    <a:pt x="471084" y="252852"/>
                  </a:lnTo>
                  <a:lnTo>
                    <a:pt x="473648" y="254066"/>
                  </a:lnTo>
                  <a:lnTo>
                    <a:pt x="474598" y="255701"/>
                  </a:lnTo>
                  <a:lnTo>
                    <a:pt x="477955" y="256903"/>
                  </a:lnTo>
                  <a:lnTo>
                    <a:pt x="481421" y="259119"/>
                  </a:lnTo>
                  <a:lnTo>
                    <a:pt x="482044" y="259517"/>
                  </a:lnTo>
                  <a:lnTo>
                    <a:pt x="486244" y="261168"/>
                  </a:lnTo>
                  <a:lnTo>
                    <a:pt x="489279" y="261712"/>
                  </a:lnTo>
                  <a:lnTo>
                    <a:pt x="491091" y="265247"/>
                  </a:lnTo>
                  <a:lnTo>
                    <a:pt x="497142" y="270408"/>
                  </a:lnTo>
                  <a:lnTo>
                    <a:pt x="498267" y="272347"/>
                  </a:lnTo>
                  <a:lnTo>
                    <a:pt x="503526" y="275598"/>
                  </a:lnTo>
                  <a:lnTo>
                    <a:pt x="506169" y="278240"/>
                  </a:lnTo>
                  <a:lnTo>
                    <a:pt x="507811" y="277229"/>
                  </a:lnTo>
                  <a:lnTo>
                    <a:pt x="511825" y="270759"/>
                  </a:lnTo>
                  <a:lnTo>
                    <a:pt x="514229" y="263355"/>
                  </a:lnTo>
                  <a:lnTo>
                    <a:pt x="515663" y="259435"/>
                  </a:lnTo>
                  <a:lnTo>
                    <a:pt x="512996" y="259271"/>
                  </a:lnTo>
                  <a:lnTo>
                    <a:pt x="511003" y="260418"/>
                  </a:lnTo>
                  <a:lnTo>
                    <a:pt x="509728" y="260122"/>
                  </a:lnTo>
                  <a:lnTo>
                    <a:pt x="508287" y="258949"/>
                  </a:lnTo>
                  <a:lnTo>
                    <a:pt x="505971" y="255980"/>
                  </a:lnTo>
                  <a:lnTo>
                    <a:pt x="503037" y="250996"/>
                  </a:lnTo>
                  <a:lnTo>
                    <a:pt x="502490" y="245542"/>
                  </a:lnTo>
                  <a:lnTo>
                    <a:pt x="501661" y="243792"/>
                  </a:lnTo>
                  <a:lnTo>
                    <a:pt x="498804" y="242316"/>
                  </a:lnTo>
                  <a:lnTo>
                    <a:pt x="496951" y="240707"/>
                  </a:lnTo>
                  <a:lnTo>
                    <a:pt x="490045" y="237478"/>
                  </a:lnTo>
                  <a:lnTo>
                    <a:pt x="488806" y="238605"/>
                  </a:lnTo>
                  <a:lnTo>
                    <a:pt x="488437" y="240345"/>
                  </a:lnTo>
                  <a:lnTo>
                    <a:pt x="487974" y="241612"/>
                  </a:lnTo>
                  <a:lnTo>
                    <a:pt x="487278" y="239976"/>
                  </a:lnTo>
                  <a:lnTo>
                    <a:pt x="486831" y="238497"/>
                  </a:lnTo>
                  <a:lnTo>
                    <a:pt x="486817" y="236106"/>
                  </a:lnTo>
                  <a:lnTo>
                    <a:pt x="487179" y="233091"/>
                  </a:lnTo>
                  <a:lnTo>
                    <a:pt x="488341" y="228006"/>
                  </a:lnTo>
                  <a:lnTo>
                    <a:pt x="490101" y="228262"/>
                  </a:lnTo>
                  <a:lnTo>
                    <a:pt x="491031" y="227523"/>
                  </a:lnTo>
                  <a:lnTo>
                    <a:pt x="492202" y="225235"/>
                  </a:lnTo>
                  <a:lnTo>
                    <a:pt x="491686" y="223356"/>
                  </a:lnTo>
                  <a:lnTo>
                    <a:pt x="491057" y="221929"/>
                  </a:lnTo>
                  <a:lnTo>
                    <a:pt x="491185" y="219707"/>
                  </a:lnTo>
                  <a:lnTo>
                    <a:pt x="492296" y="213650"/>
                  </a:lnTo>
                  <a:lnTo>
                    <a:pt x="492763" y="206599"/>
                  </a:lnTo>
                  <a:lnTo>
                    <a:pt x="491859" y="204835"/>
                  </a:lnTo>
                  <a:lnTo>
                    <a:pt x="491018" y="203679"/>
                  </a:lnTo>
                  <a:lnTo>
                    <a:pt x="487058" y="204866"/>
                  </a:lnTo>
                  <a:lnTo>
                    <a:pt x="485575" y="204241"/>
                  </a:lnTo>
                  <a:lnTo>
                    <a:pt x="485241" y="202877"/>
                  </a:lnTo>
                  <a:lnTo>
                    <a:pt x="485129" y="201816"/>
                  </a:lnTo>
                  <a:lnTo>
                    <a:pt x="486273" y="199991"/>
                  </a:lnTo>
                  <a:lnTo>
                    <a:pt x="487362" y="196996"/>
                  </a:lnTo>
                  <a:lnTo>
                    <a:pt x="485456" y="197646"/>
                  </a:lnTo>
                  <a:lnTo>
                    <a:pt x="484803" y="196473"/>
                  </a:lnTo>
                  <a:lnTo>
                    <a:pt x="486387" y="194745"/>
                  </a:lnTo>
                  <a:lnTo>
                    <a:pt x="488232" y="190535"/>
                  </a:lnTo>
                  <a:lnTo>
                    <a:pt x="492633" y="188600"/>
                  </a:lnTo>
                  <a:lnTo>
                    <a:pt x="495935" y="186704"/>
                  </a:lnTo>
                  <a:lnTo>
                    <a:pt x="501088" y="182674"/>
                  </a:lnTo>
                  <a:lnTo>
                    <a:pt x="504911" y="178702"/>
                  </a:lnTo>
                  <a:lnTo>
                    <a:pt x="507382" y="173684"/>
                  </a:lnTo>
                  <a:lnTo>
                    <a:pt x="509084" y="168953"/>
                  </a:lnTo>
                  <a:lnTo>
                    <a:pt x="511827" y="157759"/>
                  </a:lnTo>
                  <a:lnTo>
                    <a:pt x="514411" y="149534"/>
                  </a:lnTo>
                  <a:lnTo>
                    <a:pt x="518759" y="141095"/>
                  </a:lnTo>
                  <a:lnTo>
                    <a:pt x="521479" y="140314"/>
                  </a:lnTo>
                  <a:lnTo>
                    <a:pt x="522497" y="140444"/>
                  </a:lnTo>
                  <a:lnTo>
                    <a:pt x="522678" y="141069"/>
                  </a:lnTo>
                  <a:lnTo>
                    <a:pt x="522058" y="141794"/>
                  </a:lnTo>
                  <a:lnTo>
                    <a:pt x="521889" y="142807"/>
                  </a:lnTo>
                  <a:lnTo>
                    <a:pt x="523039" y="143180"/>
                  </a:lnTo>
                  <a:lnTo>
                    <a:pt x="524880" y="143250"/>
                  </a:lnTo>
                  <a:lnTo>
                    <a:pt x="528393" y="142701"/>
                  </a:lnTo>
                  <a:lnTo>
                    <a:pt x="534356" y="143019"/>
                  </a:lnTo>
                  <a:lnTo>
                    <a:pt x="544781" y="142331"/>
                  </a:lnTo>
                  <a:lnTo>
                    <a:pt x="546222" y="142673"/>
                  </a:lnTo>
                  <a:lnTo>
                    <a:pt x="550079" y="145109"/>
                  </a:lnTo>
                  <a:lnTo>
                    <a:pt x="552194" y="144833"/>
                  </a:lnTo>
                  <a:lnTo>
                    <a:pt x="556457" y="145976"/>
                  </a:lnTo>
                  <a:lnTo>
                    <a:pt x="558769" y="147331"/>
                  </a:lnTo>
                  <a:lnTo>
                    <a:pt x="560970" y="148899"/>
                  </a:lnTo>
                  <a:lnTo>
                    <a:pt x="560665" y="155058"/>
                  </a:lnTo>
                  <a:lnTo>
                    <a:pt x="560239" y="159189"/>
                  </a:lnTo>
                  <a:lnTo>
                    <a:pt x="558653" y="166982"/>
                  </a:lnTo>
                  <a:lnTo>
                    <a:pt x="558033" y="168959"/>
                  </a:lnTo>
                  <a:lnTo>
                    <a:pt x="555576" y="174600"/>
                  </a:lnTo>
                  <a:lnTo>
                    <a:pt x="554397" y="178327"/>
                  </a:lnTo>
                  <a:lnTo>
                    <a:pt x="552549" y="180878"/>
                  </a:lnTo>
                  <a:lnTo>
                    <a:pt x="549863" y="182687"/>
                  </a:lnTo>
                  <a:lnTo>
                    <a:pt x="549522" y="183768"/>
                  </a:lnTo>
                  <a:lnTo>
                    <a:pt x="549311" y="185363"/>
                  </a:lnTo>
                  <a:lnTo>
                    <a:pt x="551927" y="189816"/>
                  </a:lnTo>
                  <a:lnTo>
                    <a:pt x="558122" y="194413"/>
                  </a:lnTo>
                  <a:lnTo>
                    <a:pt x="559642" y="199965"/>
                  </a:lnTo>
                  <a:lnTo>
                    <a:pt x="559977" y="204113"/>
                  </a:lnTo>
                  <a:lnTo>
                    <a:pt x="559586" y="214914"/>
                  </a:lnTo>
                  <a:lnTo>
                    <a:pt x="559010" y="216507"/>
                  </a:lnTo>
                  <a:lnTo>
                    <a:pt x="557882" y="218217"/>
                  </a:lnTo>
                  <a:lnTo>
                    <a:pt x="556741" y="220303"/>
                  </a:lnTo>
                  <a:lnTo>
                    <a:pt x="557485" y="223330"/>
                  </a:lnTo>
                  <a:lnTo>
                    <a:pt x="558345" y="234538"/>
                  </a:lnTo>
                  <a:lnTo>
                    <a:pt x="558545" y="243674"/>
                  </a:lnTo>
                  <a:lnTo>
                    <a:pt x="557826" y="246795"/>
                  </a:lnTo>
                  <a:lnTo>
                    <a:pt x="557452" y="253419"/>
                  </a:lnTo>
                  <a:lnTo>
                    <a:pt x="557456" y="255597"/>
                  </a:lnTo>
                  <a:lnTo>
                    <a:pt x="558065" y="258901"/>
                  </a:lnTo>
                  <a:lnTo>
                    <a:pt x="559319" y="261674"/>
                  </a:lnTo>
                  <a:lnTo>
                    <a:pt x="560967" y="263436"/>
                  </a:lnTo>
                  <a:lnTo>
                    <a:pt x="565642" y="266641"/>
                  </a:lnTo>
                  <a:lnTo>
                    <a:pt x="570051" y="270549"/>
                  </a:lnTo>
                  <a:lnTo>
                    <a:pt x="570364" y="271787"/>
                  </a:lnTo>
                  <a:lnTo>
                    <a:pt x="570590" y="273286"/>
                  </a:lnTo>
                  <a:lnTo>
                    <a:pt x="569029" y="274797"/>
                  </a:lnTo>
                  <a:lnTo>
                    <a:pt x="566576" y="278824"/>
                  </a:lnTo>
                  <a:lnTo>
                    <a:pt x="565009" y="282167"/>
                  </a:lnTo>
                  <a:lnTo>
                    <a:pt x="564885" y="284839"/>
                  </a:lnTo>
                  <a:lnTo>
                    <a:pt x="565423" y="288322"/>
                  </a:lnTo>
                  <a:lnTo>
                    <a:pt x="565166" y="291514"/>
                  </a:lnTo>
                  <a:lnTo>
                    <a:pt x="564112" y="294412"/>
                  </a:lnTo>
                  <a:lnTo>
                    <a:pt x="562655" y="296502"/>
                  </a:lnTo>
                  <a:lnTo>
                    <a:pt x="558282" y="299731"/>
                  </a:lnTo>
                  <a:lnTo>
                    <a:pt x="549066" y="316849"/>
                  </a:lnTo>
                  <a:lnTo>
                    <a:pt x="546854" y="318856"/>
                  </a:lnTo>
                  <a:lnTo>
                    <a:pt x="543115" y="318212"/>
                  </a:lnTo>
                  <a:lnTo>
                    <a:pt x="544148" y="320651"/>
                  </a:lnTo>
                  <a:lnTo>
                    <a:pt x="545410" y="324153"/>
                  </a:lnTo>
                  <a:lnTo>
                    <a:pt x="545266" y="326439"/>
                  </a:lnTo>
                  <a:lnTo>
                    <a:pt x="542829" y="326332"/>
                  </a:lnTo>
                  <a:lnTo>
                    <a:pt x="539418" y="328761"/>
                  </a:lnTo>
                  <a:lnTo>
                    <a:pt x="537861" y="330427"/>
                  </a:lnTo>
                  <a:lnTo>
                    <a:pt x="535214" y="331275"/>
                  </a:lnTo>
                  <a:lnTo>
                    <a:pt x="533197" y="330411"/>
                  </a:lnTo>
                  <a:lnTo>
                    <a:pt x="530992" y="328821"/>
                  </a:lnTo>
                  <a:lnTo>
                    <a:pt x="531314" y="327488"/>
                  </a:lnTo>
                  <a:lnTo>
                    <a:pt x="531730" y="326877"/>
                  </a:lnTo>
                  <a:lnTo>
                    <a:pt x="533277" y="325913"/>
                  </a:lnTo>
                  <a:lnTo>
                    <a:pt x="534792" y="324600"/>
                  </a:lnTo>
                  <a:lnTo>
                    <a:pt x="534052" y="324338"/>
                  </a:lnTo>
                  <a:lnTo>
                    <a:pt x="533415" y="324351"/>
                  </a:lnTo>
                  <a:lnTo>
                    <a:pt x="531747" y="326019"/>
                  </a:lnTo>
                  <a:lnTo>
                    <a:pt x="529766" y="326359"/>
                  </a:lnTo>
                  <a:lnTo>
                    <a:pt x="527426" y="324333"/>
                  </a:lnTo>
                  <a:lnTo>
                    <a:pt x="525635" y="322099"/>
                  </a:lnTo>
                  <a:lnTo>
                    <a:pt x="524753" y="321641"/>
                  </a:lnTo>
                  <a:lnTo>
                    <a:pt x="523066" y="322553"/>
                  </a:lnTo>
                  <a:lnTo>
                    <a:pt x="516616" y="322139"/>
                  </a:lnTo>
                  <a:lnTo>
                    <a:pt x="514900" y="322514"/>
                  </a:lnTo>
                  <a:lnTo>
                    <a:pt x="514095" y="323329"/>
                  </a:lnTo>
                  <a:lnTo>
                    <a:pt x="514560" y="323979"/>
                  </a:lnTo>
                  <a:lnTo>
                    <a:pt x="515053" y="325242"/>
                  </a:lnTo>
                  <a:lnTo>
                    <a:pt x="515705" y="327691"/>
                  </a:lnTo>
                  <a:lnTo>
                    <a:pt x="516327" y="329525"/>
                  </a:lnTo>
                  <a:lnTo>
                    <a:pt x="519013" y="331532"/>
                  </a:lnTo>
                  <a:lnTo>
                    <a:pt x="522579" y="332305"/>
                  </a:lnTo>
                  <a:lnTo>
                    <a:pt x="526052" y="334762"/>
                  </a:lnTo>
                  <a:lnTo>
                    <a:pt x="530457" y="336507"/>
                  </a:lnTo>
                  <a:lnTo>
                    <a:pt x="540404" y="335789"/>
                  </a:lnTo>
                  <a:lnTo>
                    <a:pt x="543026" y="336003"/>
                  </a:lnTo>
                  <a:lnTo>
                    <a:pt x="545588" y="336762"/>
                  </a:lnTo>
                  <a:lnTo>
                    <a:pt x="549924" y="339333"/>
                  </a:lnTo>
                  <a:lnTo>
                    <a:pt x="551782" y="339138"/>
                  </a:lnTo>
                  <a:lnTo>
                    <a:pt x="554917" y="336810"/>
                  </a:lnTo>
                  <a:lnTo>
                    <a:pt x="555687" y="331656"/>
                  </a:lnTo>
                  <a:lnTo>
                    <a:pt x="556099" y="330053"/>
                  </a:lnTo>
                  <a:lnTo>
                    <a:pt x="567503" y="322782"/>
                  </a:lnTo>
                  <a:lnTo>
                    <a:pt x="569625" y="321179"/>
                  </a:lnTo>
                  <a:lnTo>
                    <a:pt x="573062" y="317213"/>
                  </a:lnTo>
                  <a:lnTo>
                    <a:pt x="574188" y="314564"/>
                  </a:lnTo>
                  <a:lnTo>
                    <a:pt x="575458" y="307392"/>
                  </a:lnTo>
                  <a:lnTo>
                    <a:pt x="576547" y="304838"/>
                  </a:lnTo>
                  <a:lnTo>
                    <a:pt x="583971" y="296549"/>
                  </a:lnTo>
                  <a:lnTo>
                    <a:pt x="585124" y="294429"/>
                  </a:lnTo>
                  <a:lnTo>
                    <a:pt x="585343" y="290554"/>
                  </a:lnTo>
                  <a:lnTo>
                    <a:pt x="585231" y="287941"/>
                  </a:lnTo>
                  <a:lnTo>
                    <a:pt x="584792" y="285353"/>
                  </a:lnTo>
                  <a:lnTo>
                    <a:pt x="583432" y="281075"/>
                  </a:lnTo>
                  <a:lnTo>
                    <a:pt x="581936" y="278570"/>
                  </a:lnTo>
                  <a:lnTo>
                    <a:pt x="580458" y="275097"/>
                  </a:lnTo>
                  <a:lnTo>
                    <a:pt x="581563" y="268056"/>
                  </a:lnTo>
                  <a:lnTo>
                    <a:pt x="582780" y="265328"/>
                  </a:lnTo>
                  <a:lnTo>
                    <a:pt x="589505" y="262062"/>
                  </a:lnTo>
                  <a:lnTo>
                    <a:pt x="595243" y="260897"/>
                  </a:lnTo>
                  <a:lnTo>
                    <a:pt x="601634" y="258694"/>
                  </a:lnTo>
                  <a:lnTo>
                    <a:pt x="604207" y="258228"/>
                  </a:lnTo>
                  <a:lnTo>
                    <a:pt x="605974" y="258619"/>
                  </a:lnTo>
                  <a:lnTo>
                    <a:pt x="607783" y="261002"/>
                  </a:lnTo>
                  <a:lnTo>
                    <a:pt x="609378" y="264569"/>
                  </a:lnTo>
                  <a:lnTo>
                    <a:pt x="614026" y="269909"/>
                  </a:lnTo>
                  <a:lnTo>
                    <a:pt x="615590" y="273650"/>
                  </a:lnTo>
                  <a:lnTo>
                    <a:pt x="615869" y="278201"/>
                  </a:lnTo>
                  <a:lnTo>
                    <a:pt x="615713" y="289268"/>
                  </a:lnTo>
                  <a:lnTo>
                    <a:pt x="614800" y="294070"/>
                  </a:lnTo>
                  <a:lnTo>
                    <a:pt x="616659" y="295337"/>
                  </a:lnTo>
                  <a:lnTo>
                    <a:pt x="617529" y="296429"/>
                  </a:lnTo>
                  <a:lnTo>
                    <a:pt x="619795" y="298047"/>
                  </a:lnTo>
                  <a:lnTo>
                    <a:pt x="620978" y="299653"/>
                  </a:lnTo>
                  <a:lnTo>
                    <a:pt x="622169" y="300224"/>
                  </a:lnTo>
                  <a:lnTo>
                    <a:pt x="624809" y="300552"/>
                  </a:lnTo>
                  <a:lnTo>
                    <a:pt x="632262" y="299981"/>
                  </a:lnTo>
                  <a:lnTo>
                    <a:pt x="636370" y="299667"/>
                  </a:lnTo>
                  <a:lnTo>
                    <a:pt x="635940" y="298957"/>
                  </a:lnTo>
                  <a:lnTo>
                    <a:pt x="635341" y="298423"/>
                  </a:lnTo>
                  <a:lnTo>
                    <a:pt x="631886" y="298189"/>
                  </a:lnTo>
                  <a:lnTo>
                    <a:pt x="626977" y="297029"/>
                  </a:lnTo>
                  <a:lnTo>
                    <a:pt x="619907" y="294856"/>
                  </a:lnTo>
                  <a:lnTo>
                    <a:pt x="619066" y="290196"/>
                  </a:lnTo>
                  <a:lnTo>
                    <a:pt x="619261" y="287299"/>
                  </a:lnTo>
                  <a:lnTo>
                    <a:pt x="620851" y="281900"/>
                  </a:lnTo>
                  <a:lnTo>
                    <a:pt x="621987" y="280955"/>
                  </a:lnTo>
                  <a:lnTo>
                    <a:pt x="623362" y="280590"/>
                  </a:lnTo>
                  <a:lnTo>
                    <a:pt x="624927" y="279859"/>
                  </a:lnTo>
                  <a:lnTo>
                    <a:pt x="624477" y="276384"/>
                  </a:lnTo>
                  <a:lnTo>
                    <a:pt x="623838" y="273275"/>
                  </a:lnTo>
                  <a:lnTo>
                    <a:pt x="622337" y="268896"/>
                  </a:lnTo>
                  <a:lnTo>
                    <a:pt x="620677" y="260842"/>
                  </a:lnTo>
                  <a:lnTo>
                    <a:pt x="618402" y="260780"/>
                  </a:lnTo>
                  <a:lnTo>
                    <a:pt x="616699" y="259199"/>
                  </a:lnTo>
                  <a:lnTo>
                    <a:pt x="608266" y="254508"/>
                  </a:lnTo>
                  <a:lnTo>
                    <a:pt x="600320" y="251031"/>
                  </a:lnTo>
                  <a:lnTo>
                    <a:pt x="594892" y="250536"/>
                  </a:lnTo>
                  <a:lnTo>
                    <a:pt x="593151" y="250925"/>
                  </a:lnTo>
                  <a:lnTo>
                    <a:pt x="588628" y="254540"/>
                  </a:lnTo>
                  <a:lnTo>
                    <a:pt x="585683" y="255300"/>
                  </a:lnTo>
                  <a:lnTo>
                    <a:pt x="580102" y="253704"/>
                  </a:lnTo>
                  <a:lnTo>
                    <a:pt x="575350" y="254589"/>
                  </a:lnTo>
                  <a:lnTo>
                    <a:pt x="573605" y="253745"/>
                  </a:lnTo>
                  <a:lnTo>
                    <a:pt x="572860" y="252119"/>
                  </a:lnTo>
                  <a:lnTo>
                    <a:pt x="574282" y="245626"/>
                  </a:lnTo>
                  <a:lnTo>
                    <a:pt x="573564" y="243087"/>
                  </a:lnTo>
                  <a:lnTo>
                    <a:pt x="571473" y="239742"/>
                  </a:lnTo>
                  <a:lnTo>
                    <a:pt x="570200" y="237079"/>
                  </a:lnTo>
                  <a:lnTo>
                    <a:pt x="570422" y="234249"/>
                  </a:lnTo>
                  <a:lnTo>
                    <a:pt x="573532" y="223236"/>
                  </a:lnTo>
                  <a:lnTo>
                    <a:pt x="574856" y="220365"/>
                  </a:lnTo>
                  <a:lnTo>
                    <a:pt x="578179" y="215265"/>
                  </a:lnTo>
                  <a:lnTo>
                    <a:pt x="579865" y="211327"/>
                  </a:lnTo>
                  <a:lnTo>
                    <a:pt x="579465" y="209114"/>
                  </a:lnTo>
                  <a:lnTo>
                    <a:pt x="572315" y="196849"/>
                  </a:lnTo>
                  <a:lnTo>
                    <a:pt x="570403" y="192481"/>
                  </a:lnTo>
                  <a:lnTo>
                    <a:pt x="569547" y="191091"/>
                  </a:lnTo>
                  <a:lnTo>
                    <a:pt x="567795" y="189429"/>
                  </a:lnTo>
                  <a:lnTo>
                    <a:pt x="565145" y="187496"/>
                  </a:lnTo>
                  <a:lnTo>
                    <a:pt x="564352" y="185732"/>
                  </a:lnTo>
                  <a:lnTo>
                    <a:pt x="571578" y="173908"/>
                  </a:lnTo>
                  <a:lnTo>
                    <a:pt x="574881" y="171848"/>
                  </a:lnTo>
                  <a:lnTo>
                    <a:pt x="579468" y="170576"/>
                  </a:lnTo>
                  <a:lnTo>
                    <a:pt x="581663" y="169417"/>
                  </a:lnTo>
                  <a:lnTo>
                    <a:pt x="585550" y="167043"/>
                  </a:lnTo>
                  <a:lnTo>
                    <a:pt x="587871" y="165050"/>
                  </a:lnTo>
                  <a:lnTo>
                    <a:pt x="588624" y="163443"/>
                  </a:lnTo>
                  <a:lnTo>
                    <a:pt x="589078" y="161554"/>
                  </a:lnTo>
                  <a:lnTo>
                    <a:pt x="589166" y="156899"/>
                  </a:lnTo>
                  <a:lnTo>
                    <a:pt x="588712" y="153113"/>
                  </a:lnTo>
                  <a:lnTo>
                    <a:pt x="588067" y="151026"/>
                  </a:lnTo>
                  <a:lnTo>
                    <a:pt x="586695" y="148346"/>
                  </a:lnTo>
                  <a:lnTo>
                    <a:pt x="585337" y="145339"/>
                  </a:lnTo>
                  <a:lnTo>
                    <a:pt x="586301" y="144555"/>
                  </a:lnTo>
                  <a:lnTo>
                    <a:pt x="587254" y="144100"/>
                  </a:lnTo>
                  <a:lnTo>
                    <a:pt x="589849" y="144132"/>
                  </a:lnTo>
                  <a:lnTo>
                    <a:pt x="592525" y="145790"/>
                  </a:lnTo>
                  <a:lnTo>
                    <a:pt x="593828" y="149088"/>
                  </a:lnTo>
                  <a:lnTo>
                    <a:pt x="595415" y="152160"/>
                  </a:lnTo>
                  <a:lnTo>
                    <a:pt x="595410" y="154196"/>
                  </a:lnTo>
                  <a:lnTo>
                    <a:pt x="595266" y="155819"/>
                  </a:lnTo>
                  <a:lnTo>
                    <a:pt x="595919" y="158034"/>
                  </a:lnTo>
                  <a:lnTo>
                    <a:pt x="596496" y="158987"/>
                  </a:lnTo>
                  <a:lnTo>
                    <a:pt x="597117" y="160576"/>
                  </a:lnTo>
                  <a:lnTo>
                    <a:pt x="596537" y="161838"/>
                  </a:lnTo>
                  <a:lnTo>
                    <a:pt x="595919" y="162464"/>
                  </a:lnTo>
                  <a:lnTo>
                    <a:pt x="594757" y="164282"/>
                  </a:lnTo>
                  <a:lnTo>
                    <a:pt x="592836" y="169826"/>
                  </a:lnTo>
                  <a:lnTo>
                    <a:pt x="591347" y="170543"/>
                  </a:lnTo>
                  <a:lnTo>
                    <a:pt x="591021" y="174844"/>
                  </a:lnTo>
                  <a:lnTo>
                    <a:pt x="594177" y="179534"/>
                  </a:lnTo>
                  <a:lnTo>
                    <a:pt x="593750" y="183088"/>
                  </a:lnTo>
                  <a:lnTo>
                    <a:pt x="593116" y="184261"/>
                  </a:lnTo>
                  <a:lnTo>
                    <a:pt x="591426" y="186170"/>
                  </a:lnTo>
                  <a:lnTo>
                    <a:pt x="591646" y="187695"/>
                  </a:lnTo>
                  <a:lnTo>
                    <a:pt x="592065" y="188780"/>
                  </a:lnTo>
                  <a:lnTo>
                    <a:pt x="597020" y="191021"/>
                  </a:lnTo>
                  <a:lnTo>
                    <a:pt x="601670" y="192420"/>
                  </a:lnTo>
                  <a:lnTo>
                    <a:pt x="609464" y="192908"/>
                  </a:lnTo>
                  <a:lnTo>
                    <a:pt x="611771" y="195100"/>
                  </a:lnTo>
                  <a:lnTo>
                    <a:pt x="612588" y="193528"/>
                  </a:lnTo>
                  <a:lnTo>
                    <a:pt x="619924" y="193916"/>
                  </a:lnTo>
                  <a:lnTo>
                    <a:pt x="625830" y="199282"/>
                  </a:lnTo>
                  <a:lnTo>
                    <a:pt x="628943" y="200934"/>
                  </a:lnTo>
                  <a:lnTo>
                    <a:pt x="631475" y="201484"/>
                  </a:lnTo>
                  <a:lnTo>
                    <a:pt x="636614" y="200835"/>
                  </a:lnTo>
                  <a:lnTo>
                    <a:pt x="637517" y="200350"/>
                  </a:lnTo>
                  <a:lnTo>
                    <a:pt x="638362" y="198819"/>
                  </a:lnTo>
                  <a:lnTo>
                    <a:pt x="635953" y="198962"/>
                  </a:lnTo>
                  <a:lnTo>
                    <a:pt x="634902" y="199660"/>
                  </a:lnTo>
                  <a:lnTo>
                    <a:pt x="633920" y="199588"/>
                  </a:lnTo>
                  <a:lnTo>
                    <a:pt x="632239" y="199059"/>
                  </a:lnTo>
                  <a:lnTo>
                    <a:pt x="631051" y="198128"/>
                  </a:lnTo>
                  <a:lnTo>
                    <a:pt x="629757" y="196305"/>
                  </a:lnTo>
                  <a:lnTo>
                    <a:pt x="627611" y="191009"/>
                  </a:lnTo>
                  <a:lnTo>
                    <a:pt x="623857" y="189302"/>
                  </a:lnTo>
                  <a:lnTo>
                    <a:pt x="621367" y="189996"/>
                  </a:lnTo>
                  <a:lnTo>
                    <a:pt x="618583" y="189672"/>
                  </a:lnTo>
                  <a:lnTo>
                    <a:pt x="614050" y="186782"/>
                  </a:lnTo>
                  <a:lnTo>
                    <a:pt x="611058" y="185682"/>
                  </a:lnTo>
                  <a:lnTo>
                    <a:pt x="605656" y="182553"/>
                  </a:lnTo>
                  <a:lnTo>
                    <a:pt x="604159" y="181283"/>
                  </a:lnTo>
                  <a:lnTo>
                    <a:pt x="602970" y="178701"/>
                  </a:lnTo>
                  <a:lnTo>
                    <a:pt x="601586" y="174382"/>
                  </a:lnTo>
                  <a:lnTo>
                    <a:pt x="600708" y="171977"/>
                  </a:lnTo>
                  <a:lnTo>
                    <a:pt x="601838" y="171498"/>
                  </a:lnTo>
                  <a:lnTo>
                    <a:pt x="605511" y="169152"/>
                  </a:lnTo>
                  <a:lnTo>
                    <a:pt x="611060" y="168354"/>
                  </a:lnTo>
                  <a:lnTo>
                    <a:pt x="613404" y="169205"/>
                  </a:lnTo>
                  <a:lnTo>
                    <a:pt x="619444" y="173996"/>
                  </a:lnTo>
                  <a:lnTo>
                    <a:pt x="622242" y="174163"/>
                  </a:lnTo>
                  <a:lnTo>
                    <a:pt x="627294" y="172075"/>
                  </a:lnTo>
                  <a:lnTo>
                    <a:pt x="627855" y="170739"/>
                  </a:lnTo>
                  <a:lnTo>
                    <a:pt x="626725" y="168009"/>
                  </a:lnTo>
                  <a:lnTo>
                    <a:pt x="625190" y="166610"/>
                  </a:lnTo>
                  <a:lnTo>
                    <a:pt x="622281" y="165952"/>
                  </a:lnTo>
                  <a:lnTo>
                    <a:pt x="618729" y="167210"/>
                  </a:lnTo>
                  <a:lnTo>
                    <a:pt x="617717" y="166145"/>
                  </a:lnTo>
                  <a:lnTo>
                    <a:pt x="618074" y="164704"/>
                  </a:lnTo>
                  <a:lnTo>
                    <a:pt x="618467" y="163652"/>
                  </a:lnTo>
                  <a:lnTo>
                    <a:pt x="620363" y="163378"/>
                  </a:lnTo>
                  <a:lnTo>
                    <a:pt x="621695" y="162557"/>
                  </a:lnTo>
                  <a:lnTo>
                    <a:pt x="624594" y="159616"/>
                  </a:lnTo>
                  <a:lnTo>
                    <a:pt x="627769" y="158176"/>
                  </a:lnTo>
                  <a:lnTo>
                    <a:pt x="630943" y="157658"/>
                  </a:lnTo>
                  <a:lnTo>
                    <a:pt x="642535" y="158078"/>
                  </a:lnTo>
                  <a:lnTo>
                    <a:pt x="649098" y="162739"/>
                  </a:lnTo>
                  <a:lnTo>
                    <a:pt x="655516" y="164805"/>
                  </a:lnTo>
                  <a:lnTo>
                    <a:pt x="658295" y="166425"/>
                  </a:lnTo>
                  <a:lnTo>
                    <a:pt x="659076" y="166695"/>
                  </a:lnTo>
                  <a:lnTo>
                    <a:pt x="659721" y="167725"/>
                  </a:lnTo>
                  <a:lnTo>
                    <a:pt x="660230" y="170210"/>
                  </a:lnTo>
                  <a:lnTo>
                    <a:pt x="668315" y="176830"/>
                  </a:lnTo>
                  <a:lnTo>
                    <a:pt x="670171" y="177722"/>
                  </a:lnTo>
                  <a:lnTo>
                    <a:pt x="675332" y="177992"/>
                  </a:lnTo>
                  <a:lnTo>
                    <a:pt x="681100" y="176463"/>
                  </a:lnTo>
                  <a:lnTo>
                    <a:pt x="683698" y="176300"/>
                  </a:lnTo>
                  <a:lnTo>
                    <a:pt x="686515" y="176756"/>
                  </a:lnTo>
                  <a:lnTo>
                    <a:pt x="688002" y="177588"/>
                  </a:lnTo>
                  <a:lnTo>
                    <a:pt x="689569" y="179135"/>
                  </a:lnTo>
                  <a:lnTo>
                    <a:pt x="688729" y="181084"/>
                  </a:lnTo>
                  <a:lnTo>
                    <a:pt x="687990" y="182258"/>
                  </a:lnTo>
                  <a:lnTo>
                    <a:pt x="686403" y="185541"/>
                  </a:lnTo>
                  <a:lnTo>
                    <a:pt x="685674" y="186470"/>
                  </a:lnTo>
                  <a:lnTo>
                    <a:pt x="680432" y="190224"/>
                  </a:lnTo>
                  <a:lnTo>
                    <a:pt x="678330" y="191195"/>
                  </a:lnTo>
                  <a:lnTo>
                    <a:pt x="677764" y="196117"/>
                  </a:lnTo>
                  <a:lnTo>
                    <a:pt x="677484" y="197218"/>
                  </a:lnTo>
                  <a:lnTo>
                    <a:pt x="677298" y="198946"/>
                  </a:lnTo>
                  <a:lnTo>
                    <a:pt x="678246" y="202441"/>
                  </a:lnTo>
                  <a:lnTo>
                    <a:pt x="678492" y="204570"/>
                  </a:lnTo>
                  <a:lnTo>
                    <a:pt x="677687" y="207544"/>
                  </a:lnTo>
                  <a:lnTo>
                    <a:pt x="676360" y="210753"/>
                  </a:lnTo>
                  <a:lnTo>
                    <a:pt x="676597" y="213314"/>
                  </a:lnTo>
                  <a:lnTo>
                    <a:pt x="677076" y="216735"/>
                  </a:lnTo>
                  <a:lnTo>
                    <a:pt x="677257" y="215713"/>
                  </a:lnTo>
                  <a:lnTo>
                    <a:pt x="677202" y="214158"/>
                  </a:lnTo>
                  <a:lnTo>
                    <a:pt x="677535" y="212365"/>
                  </a:lnTo>
                  <a:lnTo>
                    <a:pt x="679920" y="208036"/>
                  </a:lnTo>
                  <a:lnTo>
                    <a:pt x="681658" y="202131"/>
                  </a:lnTo>
                  <a:lnTo>
                    <a:pt x="683451" y="200590"/>
                  </a:lnTo>
                  <a:lnTo>
                    <a:pt x="685072" y="200213"/>
                  </a:lnTo>
                  <a:lnTo>
                    <a:pt x="686812" y="201969"/>
                  </a:lnTo>
                  <a:lnTo>
                    <a:pt x="687317" y="204338"/>
                  </a:lnTo>
                  <a:lnTo>
                    <a:pt x="687407" y="207899"/>
                  </a:lnTo>
                  <a:lnTo>
                    <a:pt x="687059" y="211274"/>
                  </a:lnTo>
                  <a:lnTo>
                    <a:pt x="685697" y="216389"/>
                  </a:lnTo>
                  <a:lnTo>
                    <a:pt x="683509" y="219963"/>
                  </a:lnTo>
                  <a:lnTo>
                    <a:pt x="682766" y="221994"/>
                  </a:lnTo>
                  <a:lnTo>
                    <a:pt x="683815" y="223875"/>
                  </a:lnTo>
                  <a:lnTo>
                    <a:pt x="684916" y="225338"/>
                  </a:lnTo>
                  <a:lnTo>
                    <a:pt x="686205" y="225819"/>
                  </a:lnTo>
                  <a:lnTo>
                    <a:pt x="687683" y="225679"/>
                  </a:lnTo>
                  <a:lnTo>
                    <a:pt x="688038" y="225190"/>
                  </a:lnTo>
                  <a:lnTo>
                    <a:pt x="688315" y="223783"/>
                  </a:lnTo>
                  <a:lnTo>
                    <a:pt x="687848" y="221894"/>
                  </a:lnTo>
                  <a:lnTo>
                    <a:pt x="687597" y="220251"/>
                  </a:lnTo>
                  <a:lnTo>
                    <a:pt x="690307" y="218932"/>
                  </a:lnTo>
                  <a:lnTo>
                    <a:pt x="692820" y="218225"/>
                  </a:lnTo>
                  <a:lnTo>
                    <a:pt x="694829" y="216065"/>
                  </a:lnTo>
                  <a:lnTo>
                    <a:pt x="695330" y="214646"/>
                  </a:lnTo>
                  <a:lnTo>
                    <a:pt x="695768" y="212279"/>
                  </a:lnTo>
                  <a:lnTo>
                    <a:pt x="694723" y="208564"/>
                  </a:lnTo>
                  <a:lnTo>
                    <a:pt x="693830" y="205795"/>
                  </a:lnTo>
                  <a:lnTo>
                    <a:pt x="690806" y="199217"/>
                  </a:lnTo>
                  <a:lnTo>
                    <a:pt x="688553" y="195817"/>
                  </a:lnTo>
                  <a:lnTo>
                    <a:pt x="689969" y="190726"/>
                  </a:lnTo>
                  <a:lnTo>
                    <a:pt x="692333" y="185063"/>
                  </a:lnTo>
                  <a:lnTo>
                    <a:pt x="693239" y="183683"/>
                  </a:lnTo>
                  <a:lnTo>
                    <a:pt x="693479" y="182814"/>
                  </a:lnTo>
                  <a:lnTo>
                    <a:pt x="693736" y="181315"/>
                  </a:lnTo>
                  <a:lnTo>
                    <a:pt x="693517" y="179677"/>
                  </a:lnTo>
                  <a:lnTo>
                    <a:pt x="693280" y="178669"/>
                  </a:lnTo>
                  <a:lnTo>
                    <a:pt x="690887" y="174425"/>
                  </a:lnTo>
                  <a:lnTo>
                    <a:pt x="689158" y="173032"/>
                  </a:lnTo>
                  <a:lnTo>
                    <a:pt x="683664" y="172201"/>
                  </a:lnTo>
                  <a:lnTo>
                    <a:pt x="682311" y="171538"/>
                  </a:lnTo>
                  <a:lnTo>
                    <a:pt x="678285" y="167207"/>
                  </a:lnTo>
                  <a:lnTo>
                    <a:pt x="677810" y="166223"/>
                  </a:lnTo>
                  <a:lnTo>
                    <a:pt x="676929" y="163089"/>
                  </a:lnTo>
                  <a:lnTo>
                    <a:pt x="676612" y="162310"/>
                  </a:lnTo>
                  <a:lnTo>
                    <a:pt x="675502" y="161486"/>
                  </a:lnTo>
                  <a:lnTo>
                    <a:pt x="671791" y="159678"/>
                  </a:lnTo>
                  <a:lnTo>
                    <a:pt x="669241" y="158937"/>
                  </a:lnTo>
                  <a:lnTo>
                    <a:pt x="665495" y="158726"/>
                  </a:lnTo>
                  <a:lnTo>
                    <a:pt x="663218" y="157813"/>
                  </a:lnTo>
                  <a:lnTo>
                    <a:pt x="659872" y="154901"/>
                  </a:lnTo>
                  <a:lnTo>
                    <a:pt x="659511" y="153965"/>
                  </a:lnTo>
                  <a:lnTo>
                    <a:pt x="658547" y="150184"/>
                  </a:lnTo>
                  <a:lnTo>
                    <a:pt x="657765" y="148290"/>
                  </a:lnTo>
                  <a:lnTo>
                    <a:pt x="658001" y="146896"/>
                  </a:lnTo>
                  <a:lnTo>
                    <a:pt x="659214" y="143894"/>
                  </a:lnTo>
                  <a:lnTo>
                    <a:pt x="660052" y="141282"/>
                  </a:lnTo>
                  <a:lnTo>
                    <a:pt x="659013" y="139034"/>
                  </a:lnTo>
                  <a:lnTo>
                    <a:pt x="657548" y="138328"/>
                  </a:lnTo>
                  <a:lnTo>
                    <a:pt x="655956" y="137237"/>
                  </a:lnTo>
                  <a:lnTo>
                    <a:pt x="655287" y="135194"/>
                  </a:lnTo>
                  <a:lnTo>
                    <a:pt x="654905" y="132950"/>
                  </a:lnTo>
                  <a:lnTo>
                    <a:pt x="654837" y="131221"/>
                  </a:lnTo>
                  <a:lnTo>
                    <a:pt x="654579" y="129236"/>
                  </a:lnTo>
                  <a:lnTo>
                    <a:pt x="655322" y="127555"/>
                  </a:lnTo>
                  <a:lnTo>
                    <a:pt x="657020" y="125773"/>
                  </a:lnTo>
                  <a:lnTo>
                    <a:pt x="656601" y="124563"/>
                  </a:lnTo>
                  <a:lnTo>
                    <a:pt x="656863" y="122983"/>
                  </a:lnTo>
                  <a:lnTo>
                    <a:pt x="667792" y="120856"/>
                  </a:lnTo>
                  <a:lnTo>
                    <a:pt x="672088" y="120312"/>
                  </a:lnTo>
                  <a:lnTo>
                    <a:pt x="693408" y="120086"/>
                  </a:lnTo>
                  <a:lnTo>
                    <a:pt x="694917" y="119496"/>
                  </a:lnTo>
                  <a:lnTo>
                    <a:pt x="704177" y="118445"/>
                  </a:lnTo>
                  <a:lnTo>
                    <a:pt x="708131" y="117239"/>
                  </a:lnTo>
                  <a:lnTo>
                    <a:pt x="712322" y="118519"/>
                  </a:lnTo>
                  <a:lnTo>
                    <a:pt x="713841" y="118460"/>
                  </a:lnTo>
                  <a:lnTo>
                    <a:pt x="716898" y="118073"/>
                  </a:lnTo>
                  <a:lnTo>
                    <a:pt x="718911" y="115503"/>
                  </a:lnTo>
                  <a:lnTo>
                    <a:pt x="723450" y="114459"/>
                  </a:lnTo>
                  <a:lnTo>
                    <a:pt x="731004" y="113355"/>
                  </a:lnTo>
                  <a:lnTo>
                    <a:pt x="734725" y="113567"/>
                  </a:lnTo>
                  <a:lnTo>
                    <a:pt x="735568" y="114346"/>
                  </a:lnTo>
                  <a:lnTo>
                    <a:pt x="736410" y="115427"/>
                  </a:lnTo>
                  <a:lnTo>
                    <a:pt x="732315" y="118598"/>
                  </a:lnTo>
                  <a:lnTo>
                    <a:pt x="728221" y="121467"/>
                  </a:lnTo>
                  <a:lnTo>
                    <a:pt x="724867" y="122691"/>
                  </a:lnTo>
                  <a:lnTo>
                    <a:pt x="721572" y="125219"/>
                  </a:lnTo>
                  <a:lnTo>
                    <a:pt x="721244" y="126219"/>
                  </a:lnTo>
                  <a:lnTo>
                    <a:pt x="721146" y="126828"/>
                  </a:lnTo>
                  <a:lnTo>
                    <a:pt x="721268" y="128798"/>
                  </a:lnTo>
                  <a:lnTo>
                    <a:pt x="721462" y="130119"/>
                  </a:lnTo>
                  <a:lnTo>
                    <a:pt x="724917" y="131725"/>
                  </a:lnTo>
                  <a:lnTo>
                    <a:pt x="727505" y="133996"/>
                  </a:lnTo>
                  <a:lnTo>
                    <a:pt x="730053" y="135629"/>
                  </a:lnTo>
                  <a:lnTo>
                    <a:pt x="732060" y="136625"/>
                  </a:lnTo>
                  <a:lnTo>
                    <a:pt x="732529" y="136062"/>
                  </a:lnTo>
                  <a:lnTo>
                    <a:pt x="725207" y="130716"/>
                  </a:lnTo>
                  <a:lnTo>
                    <a:pt x="723345" y="129525"/>
                  </a:lnTo>
                  <a:lnTo>
                    <a:pt x="722596" y="128244"/>
                  </a:lnTo>
                  <a:lnTo>
                    <a:pt x="722953" y="126292"/>
                  </a:lnTo>
                  <a:lnTo>
                    <a:pt x="723692" y="125424"/>
                  </a:lnTo>
                  <a:lnTo>
                    <a:pt x="724846" y="124440"/>
                  </a:lnTo>
                  <a:lnTo>
                    <a:pt x="725619" y="123981"/>
                  </a:lnTo>
                  <a:lnTo>
                    <a:pt x="728349" y="122971"/>
                  </a:lnTo>
                  <a:lnTo>
                    <a:pt x="737528" y="121606"/>
                  </a:lnTo>
                  <a:lnTo>
                    <a:pt x="739679" y="118957"/>
                  </a:lnTo>
                  <a:lnTo>
                    <a:pt x="740605" y="117444"/>
                  </a:lnTo>
                  <a:lnTo>
                    <a:pt x="743094" y="115824"/>
                  </a:lnTo>
                  <a:lnTo>
                    <a:pt x="742255" y="115182"/>
                  </a:lnTo>
                  <a:lnTo>
                    <a:pt x="740210" y="114780"/>
                  </a:lnTo>
                  <a:lnTo>
                    <a:pt x="738633" y="113817"/>
                  </a:lnTo>
                  <a:lnTo>
                    <a:pt x="732308" y="104460"/>
                  </a:lnTo>
                  <a:lnTo>
                    <a:pt x="730753" y="103029"/>
                  </a:lnTo>
                  <a:lnTo>
                    <a:pt x="725900" y="101975"/>
                  </a:lnTo>
                  <a:lnTo>
                    <a:pt x="723723" y="100893"/>
                  </a:lnTo>
                  <a:lnTo>
                    <a:pt x="725963" y="97731"/>
                  </a:lnTo>
                  <a:lnTo>
                    <a:pt x="728590" y="96931"/>
                  </a:lnTo>
                  <a:lnTo>
                    <a:pt x="730350" y="97105"/>
                  </a:lnTo>
                  <a:lnTo>
                    <a:pt x="731909" y="97991"/>
                  </a:lnTo>
                  <a:lnTo>
                    <a:pt x="734786" y="100618"/>
                  </a:lnTo>
                  <a:lnTo>
                    <a:pt x="738880" y="99479"/>
                  </a:lnTo>
                  <a:lnTo>
                    <a:pt x="737355" y="98306"/>
                  </a:lnTo>
                  <a:lnTo>
                    <a:pt x="734741" y="96943"/>
                  </a:lnTo>
                  <a:lnTo>
                    <a:pt x="732345" y="94793"/>
                  </a:lnTo>
                  <a:lnTo>
                    <a:pt x="728959" y="92930"/>
                  </a:lnTo>
                  <a:lnTo>
                    <a:pt x="725139" y="91658"/>
                  </a:lnTo>
                  <a:lnTo>
                    <a:pt x="721127" y="91169"/>
                  </a:lnTo>
                  <a:lnTo>
                    <a:pt x="722234" y="88358"/>
                  </a:lnTo>
                  <a:lnTo>
                    <a:pt x="724432" y="88713"/>
                  </a:lnTo>
                  <a:lnTo>
                    <a:pt x="725181" y="87850"/>
                  </a:lnTo>
                  <a:lnTo>
                    <a:pt x="726189" y="86113"/>
                  </a:lnTo>
                  <a:lnTo>
                    <a:pt x="731745" y="90066"/>
                  </a:lnTo>
                  <a:lnTo>
                    <a:pt x="734354" y="89019"/>
                  </a:lnTo>
                  <a:lnTo>
                    <a:pt x="736561" y="87217"/>
                  </a:lnTo>
                  <a:lnTo>
                    <a:pt x="741220" y="82428"/>
                  </a:lnTo>
                  <a:lnTo>
                    <a:pt x="741815" y="80291"/>
                  </a:lnTo>
                  <a:lnTo>
                    <a:pt x="739592" y="79130"/>
                  </a:lnTo>
                  <a:lnTo>
                    <a:pt x="737782" y="78547"/>
                  </a:lnTo>
                  <a:lnTo>
                    <a:pt x="735294" y="78670"/>
                  </a:lnTo>
                  <a:lnTo>
                    <a:pt x="735079" y="77349"/>
                  </a:lnTo>
                  <a:lnTo>
                    <a:pt x="736119" y="75664"/>
                  </a:lnTo>
                  <a:lnTo>
                    <a:pt x="738153" y="75016"/>
                  </a:lnTo>
                  <a:lnTo>
                    <a:pt x="744330" y="76853"/>
                  </a:lnTo>
                  <a:lnTo>
                    <a:pt x="754601" y="72099"/>
                  </a:lnTo>
                  <a:lnTo>
                    <a:pt x="757432" y="69773"/>
                  </a:lnTo>
                  <a:lnTo>
                    <a:pt x="764554" y="66791"/>
                  </a:lnTo>
                  <a:lnTo>
                    <a:pt x="768069" y="67141"/>
                  </a:lnTo>
                  <a:lnTo>
                    <a:pt x="775347" y="63217"/>
                  </a:lnTo>
                  <a:lnTo>
                    <a:pt x="785463" y="61488"/>
                  </a:lnTo>
                  <a:lnTo>
                    <a:pt x="791322" y="61485"/>
                  </a:lnTo>
                  <a:lnTo>
                    <a:pt x="795837" y="59298"/>
                  </a:lnTo>
                  <a:lnTo>
                    <a:pt x="802773" y="58531"/>
                  </a:lnTo>
                  <a:lnTo>
                    <a:pt x="805180" y="57660"/>
                  </a:lnTo>
                  <a:lnTo>
                    <a:pt x="816869" y="55444"/>
                  </a:lnTo>
                  <a:lnTo>
                    <a:pt x="823352" y="53707"/>
                  </a:lnTo>
                  <a:lnTo>
                    <a:pt x="824354" y="52338"/>
                  </a:lnTo>
                  <a:lnTo>
                    <a:pt x="818562" y="53450"/>
                  </a:lnTo>
                  <a:lnTo>
                    <a:pt x="817168" y="52425"/>
                  </a:lnTo>
                  <a:lnTo>
                    <a:pt x="815952" y="53117"/>
                  </a:lnTo>
                  <a:lnTo>
                    <a:pt x="815095" y="54051"/>
                  </a:lnTo>
                  <a:lnTo>
                    <a:pt x="812282" y="52345"/>
                  </a:lnTo>
                  <a:lnTo>
                    <a:pt x="811520" y="52769"/>
                  </a:lnTo>
                  <a:lnTo>
                    <a:pt x="810932" y="53709"/>
                  </a:lnTo>
                  <a:lnTo>
                    <a:pt x="809919" y="54009"/>
                  </a:lnTo>
                  <a:lnTo>
                    <a:pt x="808732" y="53794"/>
                  </a:lnTo>
                  <a:lnTo>
                    <a:pt x="808340" y="51739"/>
                  </a:lnTo>
                  <a:lnTo>
                    <a:pt x="809734" y="48914"/>
                  </a:lnTo>
                  <a:lnTo>
                    <a:pt x="811379" y="50370"/>
                  </a:lnTo>
                  <a:lnTo>
                    <a:pt x="813284" y="48214"/>
                  </a:lnTo>
                  <a:lnTo>
                    <a:pt x="814521" y="48157"/>
                  </a:lnTo>
                  <a:lnTo>
                    <a:pt x="818086" y="49533"/>
                  </a:lnTo>
                  <a:lnTo>
                    <a:pt x="820485" y="48139"/>
                  </a:lnTo>
                  <a:lnTo>
                    <a:pt x="823687" y="47481"/>
                  </a:lnTo>
                  <a:lnTo>
                    <a:pt x="827216" y="48096"/>
                  </a:lnTo>
                  <a:lnTo>
                    <a:pt x="828677" y="47943"/>
                  </a:lnTo>
                  <a:lnTo>
                    <a:pt x="829527" y="46649"/>
                  </a:lnTo>
                  <a:lnTo>
                    <a:pt x="835239" y="47779"/>
                  </a:lnTo>
                  <a:lnTo>
                    <a:pt x="839197" y="47008"/>
                  </a:lnTo>
                  <a:lnTo>
                    <a:pt x="841905" y="47076"/>
                  </a:lnTo>
                  <a:lnTo>
                    <a:pt x="846116" y="47790"/>
                  </a:lnTo>
                  <a:lnTo>
                    <a:pt x="848035" y="48711"/>
                  </a:lnTo>
                  <a:lnTo>
                    <a:pt x="846932" y="50847"/>
                  </a:lnTo>
                  <a:lnTo>
                    <a:pt x="842826" y="54319"/>
                  </a:lnTo>
                  <a:lnTo>
                    <a:pt x="843943" y="54906"/>
                  </a:lnTo>
                  <a:lnTo>
                    <a:pt x="846299" y="53319"/>
                  </a:lnTo>
                  <a:lnTo>
                    <a:pt x="853380" y="50969"/>
                  </a:lnTo>
                  <a:lnTo>
                    <a:pt x="854515" y="51432"/>
                  </a:lnTo>
                  <a:lnTo>
                    <a:pt x="853739" y="53449"/>
                  </a:lnTo>
                  <a:lnTo>
                    <a:pt x="853238" y="54348"/>
                  </a:lnTo>
                  <a:lnTo>
                    <a:pt x="857953" y="53171"/>
                  </a:lnTo>
                  <a:lnTo>
                    <a:pt x="861979" y="50581"/>
                  </a:lnTo>
                  <a:lnTo>
                    <a:pt x="863771" y="50146"/>
                  </a:lnTo>
                  <a:lnTo>
                    <a:pt x="865604" y="51718"/>
                  </a:lnTo>
                  <a:lnTo>
                    <a:pt x="867313" y="50275"/>
                  </a:lnTo>
                  <a:lnTo>
                    <a:pt x="867709" y="48828"/>
                  </a:lnTo>
                  <a:lnTo>
                    <a:pt x="870776" y="48513"/>
                  </a:lnTo>
                  <a:lnTo>
                    <a:pt x="872031" y="47183"/>
                  </a:lnTo>
                  <a:lnTo>
                    <a:pt x="874185" y="46216"/>
                  </a:lnTo>
                  <a:lnTo>
                    <a:pt x="876004" y="45797"/>
                  </a:lnTo>
                  <a:lnTo>
                    <a:pt x="879953" y="43962"/>
                  </a:lnTo>
                  <a:lnTo>
                    <a:pt x="881301" y="44514"/>
                  </a:lnTo>
                  <a:lnTo>
                    <a:pt x="883934" y="45000"/>
                  </a:lnTo>
                  <a:lnTo>
                    <a:pt x="886435" y="45884"/>
                  </a:lnTo>
                  <a:lnTo>
                    <a:pt x="891067" y="47903"/>
                  </a:lnTo>
                  <a:lnTo>
                    <a:pt x="891720" y="48701"/>
                  </a:lnTo>
                  <a:lnTo>
                    <a:pt x="892307" y="48828"/>
                  </a:lnTo>
                  <a:lnTo>
                    <a:pt x="893630" y="50283"/>
                  </a:lnTo>
                  <a:lnTo>
                    <a:pt x="892629" y="52423"/>
                  </a:lnTo>
                  <a:lnTo>
                    <a:pt x="891556" y="55505"/>
                  </a:lnTo>
                  <a:lnTo>
                    <a:pt x="889580" y="56949"/>
                  </a:lnTo>
                  <a:lnTo>
                    <a:pt x="890796" y="57085"/>
                  </a:lnTo>
                  <a:lnTo>
                    <a:pt x="891643" y="56710"/>
                  </a:lnTo>
                  <a:lnTo>
                    <a:pt x="893224" y="54660"/>
                  </a:lnTo>
                  <a:lnTo>
                    <a:pt x="894629" y="53194"/>
                  </a:lnTo>
                  <a:lnTo>
                    <a:pt x="894309" y="47117"/>
                  </a:lnTo>
                  <a:lnTo>
                    <a:pt x="891735" y="44036"/>
                  </a:lnTo>
                  <a:lnTo>
                    <a:pt x="889808" y="43004"/>
                  </a:lnTo>
                  <a:lnTo>
                    <a:pt x="885281" y="39777"/>
                  </a:lnTo>
                  <a:lnTo>
                    <a:pt x="883747" y="38403"/>
                  </a:lnTo>
                  <a:lnTo>
                    <a:pt x="881725" y="36930"/>
                  </a:lnTo>
                  <a:lnTo>
                    <a:pt x="882512" y="36076"/>
                  </a:lnTo>
                  <a:lnTo>
                    <a:pt x="891234" y="37203"/>
                  </a:lnTo>
                  <a:lnTo>
                    <a:pt x="895670" y="36657"/>
                  </a:lnTo>
                  <a:lnTo>
                    <a:pt x="900441" y="36975"/>
                  </a:lnTo>
                  <a:lnTo>
                    <a:pt x="906875" y="35614"/>
                  </a:lnTo>
                  <a:lnTo>
                    <a:pt x="909553" y="37031"/>
                  </a:lnTo>
                  <a:lnTo>
                    <a:pt x="912637" y="36982"/>
                  </a:lnTo>
                  <a:lnTo>
                    <a:pt x="916179" y="38155"/>
                  </a:lnTo>
                  <a:lnTo>
                    <a:pt x="917241" y="36787"/>
                  </a:lnTo>
                  <a:lnTo>
                    <a:pt x="911431" y="35304"/>
                  </a:lnTo>
                  <a:lnTo>
                    <a:pt x="908836" y="35457"/>
                  </a:lnTo>
                  <a:lnTo>
                    <a:pt x="907915" y="34682"/>
                  </a:lnTo>
                  <a:lnTo>
                    <a:pt x="908880" y="32958"/>
                  </a:lnTo>
                  <a:lnTo>
                    <a:pt x="910029" y="30331"/>
                  </a:lnTo>
                  <a:lnTo>
                    <a:pt x="908904" y="28045"/>
                  </a:lnTo>
                  <a:lnTo>
                    <a:pt x="907821" y="26829"/>
                  </a:lnTo>
                  <a:lnTo>
                    <a:pt x="907641" y="24519"/>
                  </a:lnTo>
                  <a:lnTo>
                    <a:pt x="908679" y="21866"/>
                  </a:lnTo>
                  <a:lnTo>
                    <a:pt x="911095" y="20740"/>
                  </a:lnTo>
                  <a:lnTo>
                    <a:pt x="912417" y="18583"/>
                  </a:lnTo>
                  <a:lnTo>
                    <a:pt x="915191" y="15731"/>
                  </a:lnTo>
                  <a:lnTo>
                    <a:pt x="928672" y="6557"/>
                  </a:lnTo>
                  <a:lnTo>
                    <a:pt x="935105" y="3073"/>
                  </a:lnTo>
                  <a:lnTo>
                    <a:pt x="937570" y="2641"/>
                  </a:lnTo>
                  <a:lnTo>
                    <a:pt x="940402" y="2911"/>
                  </a:lnTo>
                  <a:lnTo>
                    <a:pt x="946002" y="1"/>
                  </a:lnTo>
                  <a:lnTo>
                    <a:pt x="948104" y="0"/>
                  </a:lnTo>
                  <a:lnTo>
                    <a:pt x="955870" y="2315"/>
                  </a:lnTo>
                  <a:lnTo>
                    <a:pt x="957733" y="4011"/>
                  </a:lnTo>
                  <a:lnTo>
                    <a:pt x="961975" y="5355"/>
                  </a:lnTo>
                  <a:lnTo>
                    <a:pt x="966927" y="6064"/>
                  </a:lnTo>
                  <a:lnTo>
                    <a:pt x="969201" y="7139"/>
                  </a:lnTo>
                  <a:lnTo>
                    <a:pt x="970297" y="8358"/>
                  </a:lnTo>
                  <a:lnTo>
                    <a:pt x="971237" y="10044"/>
                  </a:lnTo>
                  <a:lnTo>
                    <a:pt x="967222" y="11183"/>
                  </a:lnTo>
                  <a:lnTo>
                    <a:pt x="962908" y="14556"/>
                  </a:lnTo>
                  <a:lnTo>
                    <a:pt x="957075" y="16422"/>
                  </a:lnTo>
                  <a:lnTo>
                    <a:pt x="949816" y="17664"/>
                  </a:lnTo>
                  <a:lnTo>
                    <a:pt x="948321" y="18576"/>
                  </a:lnTo>
                  <a:lnTo>
                    <a:pt x="962114" y="18856"/>
                  </a:lnTo>
                  <a:lnTo>
                    <a:pt x="966133" y="18609"/>
                  </a:lnTo>
                  <a:lnTo>
                    <a:pt x="966948" y="21541"/>
                  </a:lnTo>
                  <a:lnTo>
                    <a:pt x="968308" y="21658"/>
                  </a:lnTo>
                  <a:lnTo>
                    <a:pt x="972296" y="20245"/>
                  </a:lnTo>
                  <a:lnTo>
                    <a:pt x="974681" y="20170"/>
                  </a:lnTo>
                  <a:lnTo>
                    <a:pt x="979203" y="21177"/>
                  </a:lnTo>
                  <a:lnTo>
                    <a:pt x="980173" y="20645"/>
                  </a:lnTo>
                  <a:lnTo>
                    <a:pt x="982121" y="20568"/>
                  </a:lnTo>
                  <a:lnTo>
                    <a:pt x="986284" y="21851"/>
                  </a:lnTo>
                  <a:lnTo>
                    <a:pt x="988145" y="23754"/>
                  </a:lnTo>
                  <a:lnTo>
                    <a:pt x="985189" y="26843"/>
                  </a:lnTo>
                  <a:lnTo>
                    <a:pt x="982113" y="29549"/>
                  </a:lnTo>
                  <a:lnTo>
                    <a:pt x="978384" y="34190"/>
                  </a:lnTo>
                  <a:lnTo>
                    <a:pt x="977234" y="33809"/>
                  </a:lnTo>
                  <a:lnTo>
                    <a:pt x="975249" y="33715"/>
                  </a:lnTo>
                  <a:lnTo>
                    <a:pt x="975606" y="35996"/>
                  </a:lnTo>
                  <a:lnTo>
                    <a:pt x="978933" y="35924"/>
                  </a:lnTo>
                  <a:lnTo>
                    <a:pt x="980687" y="36947"/>
                  </a:lnTo>
                  <a:lnTo>
                    <a:pt x="984788" y="35647"/>
                  </a:lnTo>
                  <a:lnTo>
                    <a:pt x="990545" y="36060"/>
                  </a:lnTo>
                  <a:lnTo>
                    <a:pt x="991753" y="35699"/>
                  </a:lnTo>
                  <a:lnTo>
                    <a:pt x="993975" y="34300"/>
                  </a:lnTo>
                  <a:lnTo>
                    <a:pt x="994564" y="31612"/>
                  </a:lnTo>
                  <a:lnTo>
                    <a:pt x="995526" y="29904"/>
                  </a:lnTo>
                  <a:lnTo>
                    <a:pt x="997423" y="29331"/>
                  </a:lnTo>
                  <a:lnTo>
                    <a:pt x="999526" y="29872"/>
                  </a:lnTo>
                  <a:lnTo>
                    <a:pt x="1003059" y="29854"/>
                  </a:lnTo>
                  <a:lnTo>
                    <a:pt x="1012079" y="28995"/>
                  </a:lnTo>
                  <a:lnTo>
                    <a:pt x="1019629" y="30098"/>
                  </a:lnTo>
                  <a:lnTo>
                    <a:pt x="1025679" y="28723"/>
                  </a:lnTo>
                  <a:lnTo>
                    <a:pt x="1033618" y="29768"/>
                  </a:lnTo>
                  <a:lnTo>
                    <a:pt x="1037044" y="30843"/>
                  </a:lnTo>
                  <a:lnTo>
                    <a:pt x="1039612" y="32744"/>
                  </a:lnTo>
                  <a:lnTo>
                    <a:pt x="1041902" y="33299"/>
                  </a:lnTo>
                  <a:lnTo>
                    <a:pt x="1043784" y="34780"/>
                  </a:lnTo>
                  <a:lnTo>
                    <a:pt x="1045700" y="36940"/>
                  </a:lnTo>
                  <a:lnTo>
                    <a:pt x="1044748" y="38706"/>
                  </a:lnTo>
                  <a:lnTo>
                    <a:pt x="1043834" y="39891"/>
                  </a:lnTo>
                  <a:lnTo>
                    <a:pt x="1046303" y="38605"/>
                  </a:lnTo>
                  <a:lnTo>
                    <a:pt x="1048207" y="38289"/>
                  </a:lnTo>
                  <a:lnTo>
                    <a:pt x="1049641" y="39068"/>
                  </a:lnTo>
                  <a:lnTo>
                    <a:pt x="1052186" y="39800"/>
                  </a:lnTo>
                  <a:lnTo>
                    <a:pt x="1052984" y="44666"/>
                  </a:lnTo>
                  <a:lnTo>
                    <a:pt x="1053704" y="45610"/>
                  </a:lnTo>
                  <a:lnTo>
                    <a:pt x="1054394" y="47303"/>
                  </a:lnTo>
                  <a:lnTo>
                    <a:pt x="1053449" y="48852"/>
                  </a:lnTo>
                  <a:lnTo>
                    <a:pt x="1052639" y="49550"/>
                  </a:lnTo>
                  <a:lnTo>
                    <a:pt x="1054647" y="49402"/>
                  </a:lnTo>
                  <a:lnTo>
                    <a:pt x="1057457" y="47761"/>
                  </a:lnTo>
                  <a:lnTo>
                    <a:pt x="1058041" y="47206"/>
                  </a:lnTo>
                  <a:lnTo>
                    <a:pt x="1058737" y="45976"/>
                  </a:lnTo>
                  <a:lnTo>
                    <a:pt x="1057695" y="44773"/>
                  </a:lnTo>
                  <a:lnTo>
                    <a:pt x="1056733" y="44049"/>
                  </a:lnTo>
                  <a:lnTo>
                    <a:pt x="1057943" y="43507"/>
                  </a:lnTo>
                  <a:lnTo>
                    <a:pt x="1060245" y="43697"/>
                  </a:lnTo>
                  <a:lnTo>
                    <a:pt x="1061391" y="45848"/>
                  </a:lnTo>
                  <a:lnTo>
                    <a:pt x="1062159" y="47820"/>
                  </a:lnTo>
                  <a:lnTo>
                    <a:pt x="1063839" y="54335"/>
                  </a:lnTo>
                  <a:lnTo>
                    <a:pt x="1067459" y="53459"/>
                  </a:lnTo>
                  <a:lnTo>
                    <a:pt x="1067629" y="55388"/>
                  </a:lnTo>
                  <a:lnTo>
                    <a:pt x="1066120" y="59856"/>
                  </a:lnTo>
                  <a:lnTo>
                    <a:pt x="1064531" y="63169"/>
                  </a:lnTo>
                  <a:lnTo>
                    <a:pt x="1063885" y="63886"/>
                  </a:lnTo>
                  <a:lnTo>
                    <a:pt x="1062877" y="64018"/>
                  </a:lnTo>
                  <a:lnTo>
                    <a:pt x="1063263" y="62307"/>
                  </a:lnTo>
                  <a:lnTo>
                    <a:pt x="1062669" y="61278"/>
                  </a:lnTo>
                  <a:lnTo>
                    <a:pt x="1061713" y="60652"/>
                  </a:lnTo>
                  <a:lnTo>
                    <a:pt x="1058440" y="60037"/>
                  </a:lnTo>
                  <a:lnTo>
                    <a:pt x="1052305" y="55997"/>
                  </a:lnTo>
                  <a:lnTo>
                    <a:pt x="1050670" y="55569"/>
                  </a:lnTo>
                  <a:lnTo>
                    <a:pt x="1050293" y="55753"/>
                  </a:lnTo>
                  <a:lnTo>
                    <a:pt x="1050131" y="56151"/>
                  </a:lnTo>
                  <a:lnTo>
                    <a:pt x="1053544" y="58885"/>
                  </a:lnTo>
                  <a:lnTo>
                    <a:pt x="1056334" y="63782"/>
                  </a:lnTo>
                  <a:lnTo>
                    <a:pt x="1058874" y="62347"/>
                  </a:lnTo>
                  <a:lnTo>
                    <a:pt x="1059879" y="62615"/>
                  </a:lnTo>
                  <a:lnTo>
                    <a:pt x="1061277" y="64895"/>
                  </a:lnTo>
                  <a:lnTo>
                    <a:pt x="1063777" y="65847"/>
                  </a:lnTo>
                  <a:lnTo>
                    <a:pt x="1065842" y="67366"/>
                  </a:lnTo>
                  <a:lnTo>
                    <a:pt x="1064452" y="72025"/>
                  </a:lnTo>
                  <a:lnTo>
                    <a:pt x="1055954" y="80238"/>
                  </a:lnTo>
                  <a:lnTo>
                    <a:pt x="1046910" y="85021"/>
                  </a:lnTo>
                  <a:lnTo>
                    <a:pt x="1042915" y="88364"/>
                  </a:lnTo>
                  <a:lnTo>
                    <a:pt x="1035891" y="90775"/>
                  </a:lnTo>
                  <a:lnTo>
                    <a:pt x="1030878" y="94036"/>
                  </a:lnTo>
                  <a:lnTo>
                    <a:pt x="1024471" y="96460"/>
                  </a:lnTo>
                  <a:lnTo>
                    <a:pt x="1022649" y="99042"/>
                  </a:lnTo>
                  <a:lnTo>
                    <a:pt x="1017891" y="100717"/>
                  </a:lnTo>
                  <a:lnTo>
                    <a:pt x="1018213" y="101571"/>
                  </a:lnTo>
                  <a:lnTo>
                    <a:pt x="1018767" y="102509"/>
                  </a:lnTo>
                  <a:lnTo>
                    <a:pt x="1018182" y="104059"/>
                  </a:lnTo>
                  <a:lnTo>
                    <a:pt x="1017520" y="105232"/>
                  </a:lnTo>
                  <a:lnTo>
                    <a:pt x="1013825" y="107607"/>
                  </a:lnTo>
                  <a:lnTo>
                    <a:pt x="1008447" y="109276"/>
                  </a:lnTo>
                  <a:lnTo>
                    <a:pt x="997644" y="119271"/>
                  </a:lnTo>
                  <a:lnTo>
                    <a:pt x="992287" y="121312"/>
                  </a:lnTo>
                  <a:lnTo>
                    <a:pt x="986187" y="121429"/>
                  </a:lnTo>
                  <a:lnTo>
                    <a:pt x="984903" y="122364"/>
                  </a:lnTo>
                  <a:lnTo>
                    <a:pt x="980303" y="128650"/>
                  </a:lnTo>
                  <a:lnTo>
                    <a:pt x="978886" y="130009"/>
                  </a:lnTo>
                  <a:lnTo>
                    <a:pt x="972830" y="130679"/>
                  </a:lnTo>
                  <a:lnTo>
                    <a:pt x="966518" y="140984"/>
                  </a:lnTo>
                  <a:lnTo>
                    <a:pt x="963009" y="144478"/>
                  </a:lnTo>
                  <a:lnTo>
                    <a:pt x="959939" y="146368"/>
                  </a:lnTo>
                  <a:lnTo>
                    <a:pt x="963132" y="145987"/>
                  </a:lnTo>
                  <a:lnTo>
                    <a:pt x="966901" y="144607"/>
                  </a:lnTo>
                  <a:lnTo>
                    <a:pt x="971325" y="141262"/>
                  </a:lnTo>
                  <a:lnTo>
                    <a:pt x="972471" y="139721"/>
                  </a:lnTo>
                  <a:lnTo>
                    <a:pt x="973078" y="137991"/>
                  </a:lnTo>
                  <a:lnTo>
                    <a:pt x="974390" y="136636"/>
                  </a:lnTo>
                  <a:lnTo>
                    <a:pt x="976400" y="135661"/>
                  </a:lnTo>
                  <a:lnTo>
                    <a:pt x="984184" y="134542"/>
                  </a:lnTo>
                  <a:lnTo>
                    <a:pt x="987392" y="134960"/>
                  </a:lnTo>
                  <a:lnTo>
                    <a:pt x="992102" y="134664"/>
                  </a:lnTo>
                  <a:lnTo>
                    <a:pt x="995197" y="132819"/>
                  </a:lnTo>
                  <a:lnTo>
                    <a:pt x="997045" y="132159"/>
                  </a:lnTo>
                  <a:lnTo>
                    <a:pt x="998703" y="131924"/>
                  </a:lnTo>
                  <a:lnTo>
                    <a:pt x="999519" y="130614"/>
                  </a:lnTo>
                  <a:lnTo>
                    <a:pt x="1002282" y="130353"/>
                  </a:lnTo>
                  <a:lnTo>
                    <a:pt x="1008631" y="128598"/>
                  </a:lnTo>
                  <a:lnTo>
                    <a:pt x="1009565" y="127972"/>
                  </a:lnTo>
                  <a:lnTo>
                    <a:pt x="1011607" y="125377"/>
                  </a:lnTo>
                  <a:lnTo>
                    <a:pt x="1015383" y="126365"/>
                  </a:lnTo>
                  <a:lnTo>
                    <a:pt x="1018075" y="125820"/>
                  </a:lnTo>
                  <a:lnTo>
                    <a:pt x="1025152" y="121197"/>
                  </a:lnTo>
                  <a:lnTo>
                    <a:pt x="1029404" y="119416"/>
                  </a:lnTo>
                  <a:lnTo>
                    <a:pt x="1030574" y="118188"/>
                  </a:lnTo>
                  <a:lnTo>
                    <a:pt x="1029724" y="117330"/>
                  </a:lnTo>
                  <a:lnTo>
                    <a:pt x="1028775" y="116734"/>
                  </a:lnTo>
                  <a:lnTo>
                    <a:pt x="1024653" y="118327"/>
                  </a:lnTo>
                  <a:lnTo>
                    <a:pt x="1020987" y="118843"/>
                  </a:lnTo>
                  <a:lnTo>
                    <a:pt x="1016810" y="118429"/>
                  </a:lnTo>
                  <a:lnTo>
                    <a:pt x="1016243" y="117803"/>
                  </a:lnTo>
                  <a:lnTo>
                    <a:pt x="1015735" y="116134"/>
                  </a:lnTo>
                  <a:lnTo>
                    <a:pt x="1017074" y="113740"/>
                  </a:lnTo>
                  <a:lnTo>
                    <a:pt x="1018247" y="112281"/>
                  </a:lnTo>
                  <a:lnTo>
                    <a:pt x="1020897" y="110397"/>
                  </a:lnTo>
                  <a:lnTo>
                    <a:pt x="1023087" y="109716"/>
                  </a:lnTo>
                  <a:lnTo>
                    <a:pt x="1031215" y="111771"/>
                  </a:lnTo>
                  <a:lnTo>
                    <a:pt x="1032895" y="112023"/>
                  </a:lnTo>
                  <a:lnTo>
                    <a:pt x="1033816" y="108670"/>
                  </a:lnTo>
                  <a:lnTo>
                    <a:pt x="1036414" y="108832"/>
                  </a:lnTo>
                  <a:lnTo>
                    <a:pt x="1038995" y="109389"/>
                  </a:lnTo>
                  <a:lnTo>
                    <a:pt x="1037877" y="110088"/>
                  </a:lnTo>
                  <a:lnTo>
                    <a:pt x="1035016" y="111161"/>
                  </a:lnTo>
                  <a:lnTo>
                    <a:pt x="1035897" y="113633"/>
                  </a:lnTo>
                  <a:lnTo>
                    <a:pt x="1037142" y="115322"/>
                  </a:lnTo>
                  <a:lnTo>
                    <a:pt x="1042119" y="117759"/>
                  </a:lnTo>
                  <a:lnTo>
                    <a:pt x="1046358" y="118832"/>
                  </a:lnTo>
                  <a:lnTo>
                    <a:pt x="1049477" y="118767"/>
                  </a:lnTo>
                  <a:lnTo>
                    <a:pt x="1054356" y="117734"/>
                  </a:lnTo>
                  <a:lnTo>
                    <a:pt x="1055103" y="116994"/>
                  </a:lnTo>
                  <a:lnTo>
                    <a:pt x="1056136" y="115088"/>
                  </a:lnTo>
                  <a:lnTo>
                    <a:pt x="1054856" y="111352"/>
                  </a:lnTo>
                  <a:lnTo>
                    <a:pt x="1056078" y="111836"/>
                  </a:lnTo>
                  <a:lnTo>
                    <a:pt x="1057286" y="112776"/>
                  </a:lnTo>
                  <a:lnTo>
                    <a:pt x="1059121" y="115036"/>
                  </a:lnTo>
                  <a:lnTo>
                    <a:pt x="1060914" y="118877"/>
                  </a:lnTo>
                  <a:lnTo>
                    <a:pt x="1062017" y="120644"/>
                  </a:lnTo>
                  <a:lnTo>
                    <a:pt x="1061378" y="122560"/>
                  </a:lnTo>
                  <a:lnTo>
                    <a:pt x="1058817" y="126200"/>
                  </a:lnTo>
                  <a:lnTo>
                    <a:pt x="1060298" y="128212"/>
                  </a:lnTo>
                  <a:lnTo>
                    <a:pt x="1062939" y="129554"/>
                  </a:lnTo>
                  <a:lnTo>
                    <a:pt x="1062898" y="135492"/>
                  </a:lnTo>
                  <a:lnTo>
                    <a:pt x="1062737" y="138366"/>
                  </a:lnTo>
                  <a:lnTo>
                    <a:pt x="1061438" y="141497"/>
                  </a:lnTo>
                  <a:lnTo>
                    <a:pt x="1059933" y="142817"/>
                  </a:lnTo>
                  <a:lnTo>
                    <a:pt x="1058458" y="144784"/>
                  </a:lnTo>
                  <a:lnTo>
                    <a:pt x="1058833" y="146592"/>
                  </a:lnTo>
                  <a:lnTo>
                    <a:pt x="1059178" y="147753"/>
                  </a:lnTo>
                  <a:lnTo>
                    <a:pt x="1060733" y="149905"/>
                  </a:lnTo>
                  <a:lnTo>
                    <a:pt x="1065081" y="150580"/>
                  </a:lnTo>
                  <a:lnTo>
                    <a:pt x="1065666" y="150000"/>
                  </a:lnTo>
                  <a:lnTo>
                    <a:pt x="1064656" y="149322"/>
                  </a:lnTo>
                  <a:lnTo>
                    <a:pt x="1061711" y="148319"/>
                  </a:lnTo>
                  <a:lnTo>
                    <a:pt x="1060560" y="147497"/>
                  </a:lnTo>
                  <a:lnTo>
                    <a:pt x="1059540" y="145517"/>
                  </a:lnTo>
                  <a:lnTo>
                    <a:pt x="1060725" y="143376"/>
                  </a:lnTo>
                  <a:lnTo>
                    <a:pt x="1062032" y="141784"/>
                  </a:lnTo>
                  <a:lnTo>
                    <a:pt x="1063579" y="138175"/>
                  </a:lnTo>
                  <a:lnTo>
                    <a:pt x="1064056" y="135577"/>
                  </a:lnTo>
                  <a:lnTo>
                    <a:pt x="1063777" y="132907"/>
                  </a:lnTo>
                  <a:lnTo>
                    <a:pt x="1064768" y="131696"/>
                  </a:lnTo>
                  <a:lnTo>
                    <a:pt x="1066324" y="130385"/>
                  </a:lnTo>
                  <a:lnTo>
                    <a:pt x="1067114" y="130131"/>
                  </a:lnTo>
                  <a:lnTo>
                    <a:pt x="1067817" y="129562"/>
                  </a:lnTo>
                  <a:lnTo>
                    <a:pt x="1066692" y="128923"/>
                  </a:lnTo>
                  <a:lnTo>
                    <a:pt x="1065658" y="128594"/>
                  </a:lnTo>
                  <a:lnTo>
                    <a:pt x="1063538" y="126966"/>
                  </a:lnTo>
                  <a:lnTo>
                    <a:pt x="1063178" y="124859"/>
                  </a:lnTo>
                  <a:lnTo>
                    <a:pt x="1067455" y="124019"/>
                  </a:lnTo>
                  <a:lnTo>
                    <a:pt x="1069968" y="122504"/>
                  </a:lnTo>
                  <a:lnTo>
                    <a:pt x="1079290" y="121839"/>
                  </a:lnTo>
                  <a:lnTo>
                    <a:pt x="1085728" y="119019"/>
                  </a:lnTo>
                  <a:lnTo>
                    <a:pt x="1100015" y="119803"/>
                  </a:lnTo>
                  <a:lnTo>
                    <a:pt x="1110048" y="122076"/>
                  </a:lnTo>
                  <a:lnTo>
                    <a:pt x="1124135" y="122352"/>
                  </a:lnTo>
                  <a:lnTo>
                    <a:pt x="1129327" y="123886"/>
                  </a:lnTo>
                  <a:lnTo>
                    <a:pt x="1129824" y="124463"/>
                  </a:lnTo>
                  <a:lnTo>
                    <a:pt x="1130135" y="125561"/>
                  </a:lnTo>
                  <a:lnTo>
                    <a:pt x="1127890" y="126055"/>
                  </a:lnTo>
                  <a:lnTo>
                    <a:pt x="1124220" y="126058"/>
                  </a:lnTo>
                  <a:lnTo>
                    <a:pt x="1123227" y="128929"/>
                  </a:lnTo>
                  <a:lnTo>
                    <a:pt x="1123889" y="132496"/>
                  </a:lnTo>
                  <a:lnTo>
                    <a:pt x="1130430" y="136315"/>
                  </a:lnTo>
                  <a:lnTo>
                    <a:pt x="1136168" y="137890"/>
                  </a:lnTo>
                  <a:lnTo>
                    <a:pt x="1140179" y="140398"/>
                  </a:lnTo>
                  <a:lnTo>
                    <a:pt x="1142293" y="140627"/>
                  </a:lnTo>
                  <a:lnTo>
                    <a:pt x="1150638" y="140339"/>
                  </a:lnTo>
                  <a:lnTo>
                    <a:pt x="1155564" y="141650"/>
                  </a:lnTo>
                  <a:lnTo>
                    <a:pt x="1159971" y="140642"/>
                  </a:lnTo>
                  <a:lnTo>
                    <a:pt x="1164828" y="140676"/>
                  </a:lnTo>
                  <a:lnTo>
                    <a:pt x="1166533" y="140936"/>
                  </a:lnTo>
                  <a:lnTo>
                    <a:pt x="1168307" y="142817"/>
                  </a:lnTo>
                  <a:lnTo>
                    <a:pt x="1171149" y="143310"/>
                  </a:lnTo>
                  <a:lnTo>
                    <a:pt x="1174572" y="143392"/>
                  </a:lnTo>
                  <a:lnTo>
                    <a:pt x="1176479" y="143006"/>
                  </a:lnTo>
                  <a:lnTo>
                    <a:pt x="1177218" y="142543"/>
                  </a:lnTo>
                  <a:lnTo>
                    <a:pt x="1176958" y="141810"/>
                  </a:lnTo>
                  <a:lnTo>
                    <a:pt x="1174133" y="140647"/>
                  </a:lnTo>
                  <a:lnTo>
                    <a:pt x="1174439" y="139287"/>
                  </a:lnTo>
                  <a:lnTo>
                    <a:pt x="1175531" y="138955"/>
                  </a:lnTo>
                  <a:lnTo>
                    <a:pt x="1180271" y="140825"/>
                  </a:lnTo>
                  <a:lnTo>
                    <a:pt x="1182258" y="141114"/>
                  </a:lnTo>
                  <a:lnTo>
                    <a:pt x="1183995" y="139727"/>
                  </a:lnTo>
                  <a:lnTo>
                    <a:pt x="1185272" y="137250"/>
                  </a:lnTo>
                  <a:lnTo>
                    <a:pt x="1185975" y="135520"/>
                  </a:lnTo>
                  <a:lnTo>
                    <a:pt x="1186719" y="134671"/>
                  </a:lnTo>
                  <a:lnTo>
                    <a:pt x="1187343" y="134540"/>
                  </a:lnTo>
                  <a:lnTo>
                    <a:pt x="1187958" y="134070"/>
                  </a:lnTo>
                  <a:lnTo>
                    <a:pt x="1186461" y="132050"/>
                  </a:lnTo>
                  <a:lnTo>
                    <a:pt x="1185016" y="129518"/>
                  </a:lnTo>
                  <a:lnTo>
                    <a:pt x="1184663" y="127887"/>
                  </a:lnTo>
                  <a:lnTo>
                    <a:pt x="1184261" y="127050"/>
                  </a:lnTo>
                  <a:lnTo>
                    <a:pt x="1184044" y="124033"/>
                  </a:lnTo>
                  <a:lnTo>
                    <a:pt x="1185415" y="120962"/>
                  </a:lnTo>
                  <a:lnTo>
                    <a:pt x="1186339" y="120090"/>
                  </a:lnTo>
                  <a:lnTo>
                    <a:pt x="1190112" y="121260"/>
                  </a:lnTo>
                  <a:lnTo>
                    <a:pt x="1191803" y="119412"/>
                  </a:lnTo>
                  <a:lnTo>
                    <a:pt x="1192854" y="118732"/>
                  </a:lnTo>
                  <a:lnTo>
                    <a:pt x="1197408" y="117476"/>
                  </a:lnTo>
                  <a:lnTo>
                    <a:pt x="1199297" y="117581"/>
                  </a:lnTo>
                  <a:lnTo>
                    <a:pt x="1202445" y="118748"/>
                  </a:lnTo>
                  <a:lnTo>
                    <a:pt x="1212574" y="124397"/>
                  </a:lnTo>
                  <a:lnTo>
                    <a:pt x="1212344" y="126560"/>
                  </a:lnTo>
                  <a:lnTo>
                    <a:pt x="1214762" y="125938"/>
                  </a:lnTo>
                  <a:lnTo>
                    <a:pt x="1215915" y="125062"/>
                  </a:lnTo>
                  <a:lnTo>
                    <a:pt x="1218624" y="124489"/>
                  </a:lnTo>
                  <a:lnTo>
                    <a:pt x="1220439" y="123582"/>
                  </a:lnTo>
                  <a:lnTo>
                    <a:pt x="1220951" y="123922"/>
                  </a:lnTo>
                  <a:lnTo>
                    <a:pt x="1221555" y="124820"/>
                  </a:lnTo>
                  <a:lnTo>
                    <a:pt x="1221110" y="126079"/>
                  </a:lnTo>
                  <a:lnTo>
                    <a:pt x="1220475" y="127377"/>
                  </a:lnTo>
                  <a:lnTo>
                    <a:pt x="1220908" y="128132"/>
                  </a:lnTo>
                  <a:lnTo>
                    <a:pt x="1221438" y="128293"/>
                  </a:lnTo>
                  <a:lnTo>
                    <a:pt x="1224117" y="129884"/>
                  </a:lnTo>
                  <a:lnTo>
                    <a:pt x="1227645" y="126951"/>
                  </a:lnTo>
                  <a:lnTo>
                    <a:pt x="1229085" y="124172"/>
                  </a:lnTo>
                  <a:lnTo>
                    <a:pt x="1230025" y="123603"/>
                  </a:lnTo>
                  <a:lnTo>
                    <a:pt x="1238774" y="125551"/>
                  </a:lnTo>
                  <a:lnTo>
                    <a:pt x="1241424" y="126615"/>
                  </a:lnTo>
                  <a:lnTo>
                    <a:pt x="1241940" y="127203"/>
                  </a:lnTo>
                  <a:lnTo>
                    <a:pt x="1242295" y="128233"/>
                  </a:lnTo>
                  <a:lnTo>
                    <a:pt x="1243727" y="129367"/>
                  </a:lnTo>
                  <a:lnTo>
                    <a:pt x="1245451" y="130012"/>
                  </a:lnTo>
                  <a:lnTo>
                    <a:pt x="1245238" y="130894"/>
                  </a:lnTo>
                  <a:lnTo>
                    <a:pt x="1245159" y="131877"/>
                  </a:lnTo>
                  <a:lnTo>
                    <a:pt x="1249222" y="132027"/>
                  </a:lnTo>
                  <a:lnTo>
                    <a:pt x="1250992" y="132884"/>
                  </a:lnTo>
                  <a:lnTo>
                    <a:pt x="1252944" y="134159"/>
                  </a:lnTo>
                  <a:lnTo>
                    <a:pt x="1252735" y="135663"/>
                  </a:lnTo>
                  <a:lnTo>
                    <a:pt x="1253249" y="136512"/>
                  </a:lnTo>
                  <a:lnTo>
                    <a:pt x="1255048" y="136603"/>
                  </a:lnTo>
                  <a:lnTo>
                    <a:pt x="1255559" y="136460"/>
                  </a:lnTo>
                  <a:lnTo>
                    <a:pt x="1254981" y="138439"/>
                  </a:lnTo>
                  <a:lnTo>
                    <a:pt x="1252510" y="140590"/>
                  </a:lnTo>
                  <a:lnTo>
                    <a:pt x="1251051" y="141457"/>
                  </a:lnTo>
                  <a:lnTo>
                    <a:pt x="1249370" y="142878"/>
                  </a:lnTo>
                  <a:lnTo>
                    <a:pt x="1250295" y="143152"/>
                  </a:lnTo>
                  <a:lnTo>
                    <a:pt x="1254531" y="143549"/>
                  </a:lnTo>
                  <a:lnTo>
                    <a:pt x="1257145" y="146407"/>
                  </a:lnTo>
                  <a:lnTo>
                    <a:pt x="1257408" y="148492"/>
                  </a:lnTo>
                  <a:lnTo>
                    <a:pt x="1255769" y="149326"/>
                  </a:lnTo>
                  <a:lnTo>
                    <a:pt x="1252039" y="152017"/>
                  </a:lnTo>
                  <a:lnTo>
                    <a:pt x="1249794" y="153073"/>
                  </a:lnTo>
                  <a:lnTo>
                    <a:pt x="1248253" y="153157"/>
                  </a:lnTo>
                  <a:lnTo>
                    <a:pt x="1247139" y="153516"/>
                  </a:lnTo>
                  <a:lnTo>
                    <a:pt x="1248758" y="154677"/>
                  </a:lnTo>
                  <a:lnTo>
                    <a:pt x="1255757" y="154976"/>
                  </a:lnTo>
                  <a:lnTo>
                    <a:pt x="1257790" y="156396"/>
                  </a:lnTo>
                  <a:lnTo>
                    <a:pt x="1259398" y="160007"/>
                  </a:lnTo>
                  <a:lnTo>
                    <a:pt x="1259385" y="164415"/>
                  </a:lnTo>
                  <a:lnTo>
                    <a:pt x="1257816" y="166610"/>
                  </a:lnTo>
                  <a:lnTo>
                    <a:pt x="1253515" y="166981"/>
                  </a:lnTo>
                  <a:lnTo>
                    <a:pt x="1247842" y="162074"/>
                  </a:lnTo>
                  <a:lnTo>
                    <a:pt x="1244409" y="160180"/>
                  </a:lnTo>
                  <a:lnTo>
                    <a:pt x="1239552" y="156504"/>
                  </a:lnTo>
                  <a:lnTo>
                    <a:pt x="1238598" y="157120"/>
                  </a:lnTo>
                  <a:lnTo>
                    <a:pt x="1240021" y="160221"/>
                  </a:lnTo>
                  <a:lnTo>
                    <a:pt x="1242306" y="161942"/>
                  </a:lnTo>
                  <a:lnTo>
                    <a:pt x="1246406" y="166719"/>
                  </a:lnTo>
                  <a:lnTo>
                    <a:pt x="1253225" y="176559"/>
                  </a:lnTo>
                  <a:lnTo>
                    <a:pt x="1254813" y="175759"/>
                  </a:lnTo>
                  <a:lnTo>
                    <a:pt x="1255757" y="174512"/>
                  </a:lnTo>
                  <a:lnTo>
                    <a:pt x="1256221" y="172915"/>
                  </a:lnTo>
                  <a:lnTo>
                    <a:pt x="1255818" y="170712"/>
                  </a:lnTo>
                  <a:lnTo>
                    <a:pt x="1256912" y="171784"/>
                  </a:lnTo>
                  <a:lnTo>
                    <a:pt x="1257919" y="173756"/>
                  </a:lnTo>
                  <a:lnTo>
                    <a:pt x="1260005" y="177033"/>
                  </a:lnTo>
                  <a:lnTo>
                    <a:pt x="1257208" y="176869"/>
                  </a:lnTo>
                  <a:lnTo>
                    <a:pt x="1253689" y="177971"/>
                  </a:lnTo>
                  <a:lnTo>
                    <a:pt x="1252384" y="179273"/>
                  </a:lnTo>
                  <a:lnTo>
                    <a:pt x="1253364" y="181097"/>
                  </a:lnTo>
                  <a:lnTo>
                    <a:pt x="1255975" y="181360"/>
                  </a:lnTo>
                  <a:lnTo>
                    <a:pt x="1257088" y="183843"/>
                  </a:lnTo>
                  <a:lnTo>
                    <a:pt x="1259129" y="186914"/>
                  </a:lnTo>
                  <a:lnTo>
                    <a:pt x="1263720" y="195346"/>
                  </a:lnTo>
                  <a:lnTo>
                    <a:pt x="1266978" y="196947"/>
                  </a:lnTo>
                  <a:lnTo>
                    <a:pt x="1270128" y="200435"/>
                  </a:lnTo>
                  <a:lnTo>
                    <a:pt x="1273286" y="202054"/>
                  </a:lnTo>
                  <a:lnTo>
                    <a:pt x="1274906" y="202178"/>
                  </a:lnTo>
                  <a:lnTo>
                    <a:pt x="1276001" y="199991"/>
                  </a:lnTo>
                  <a:lnTo>
                    <a:pt x="1276924" y="200773"/>
                  </a:lnTo>
                  <a:lnTo>
                    <a:pt x="1277739" y="204683"/>
                  </a:lnTo>
                  <a:lnTo>
                    <a:pt x="1279264" y="206381"/>
                  </a:lnTo>
                  <a:lnTo>
                    <a:pt x="1280940" y="206497"/>
                  </a:lnTo>
                  <a:lnTo>
                    <a:pt x="1282308" y="205807"/>
                  </a:lnTo>
                  <a:lnTo>
                    <a:pt x="1284332" y="203953"/>
                  </a:lnTo>
                  <a:lnTo>
                    <a:pt x="1285933" y="201803"/>
                  </a:lnTo>
                  <a:lnTo>
                    <a:pt x="1288487" y="195882"/>
                  </a:lnTo>
                  <a:lnTo>
                    <a:pt x="1290183" y="192891"/>
                  </a:lnTo>
                  <a:lnTo>
                    <a:pt x="1291774" y="191667"/>
                  </a:lnTo>
                  <a:lnTo>
                    <a:pt x="1291224" y="190214"/>
                  </a:lnTo>
                  <a:lnTo>
                    <a:pt x="1291383" y="188530"/>
                  </a:lnTo>
                  <a:lnTo>
                    <a:pt x="1292557" y="184577"/>
                  </a:lnTo>
                  <a:lnTo>
                    <a:pt x="1294146" y="179885"/>
                  </a:lnTo>
                  <a:lnTo>
                    <a:pt x="1295357" y="177419"/>
                  </a:lnTo>
                  <a:lnTo>
                    <a:pt x="1298276" y="172423"/>
                  </a:lnTo>
                  <a:lnTo>
                    <a:pt x="1299407" y="171517"/>
                  </a:lnTo>
                  <a:lnTo>
                    <a:pt x="1300170" y="173127"/>
                  </a:lnTo>
                  <a:lnTo>
                    <a:pt x="1300821" y="175277"/>
                  </a:lnTo>
                  <a:lnTo>
                    <a:pt x="1301254" y="176197"/>
                  </a:lnTo>
                  <a:lnTo>
                    <a:pt x="1301694" y="176564"/>
                  </a:lnTo>
                  <a:lnTo>
                    <a:pt x="1305292" y="180951"/>
                  </a:lnTo>
                  <a:lnTo>
                    <a:pt x="1308936" y="184371"/>
                  </a:lnTo>
                  <a:lnTo>
                    <a:pt x="1312178" y="186047"/>
                  </a:lnTo>
                  <a:lnTo>
                    <a:pt x="1317286" y="187681"/>
                  </a:lnTo>
                  <a:lnTo>
                    <a:pt x="1324689" y="187448"/>
                  </a:lnTo>
                  <a:lnTo>
                    <a:pt x="1326060" y="185268"/>
                  </a:lnTo>
                  <a:lnTo>
                    <a:pt x="1328633" y="183660"/>
                  </a:lnTo>
                  <a:lnTo>
                    <a:pt x="1332791" y="182818"/>
                  </a:lnTo>
                  <a:lnTo>
                    <a:pt x="1335257" y="180843"/>
                  </a:lnTo>
                  <a:lnTo>
                    <a:pt x="1339275" y="180246"/>
                  </a:lnTo>
                  <a:lnTo>
                    <a:pt x="1341811" y="180570"/>
                  </a:lnTo>
                  <a:lnTo>
                    <a:pt x="1345709" y="182013"/>
                  </a:lnTo>
                  <a:lnTo>
                    <a:pt x="1354466" y="186596"/>
                  </a:lnTo>
                  <a:lnTo>
                    <a:pt x="1356929" y="188258"/>
                  </a:lnTo>
                  <a:lnTo>
                    <a:pt x="1358188" y="190042"/>
                  </a:lnTo>
                  <a:lnTo>
                    <a:pt x="1361065" y="192727"/>
                  </a:lnTo>
                  <a:lnTo>
                    <a:pt x="1362882" y="194035"/>
                  </a:lnTo>
                  <a:lnTo>
                    <a:pt x="1364632" y="194937"/>
                  </a:lnTo>
                  <a:lnTo>
                    <a:pt x="1365274" y="194661"/>
                  </a:lnTo>
                  <a:lnTo>
                    <a:pt x="1365052" y="193895"/>
                  </a:lnTo>
                  <a:lnTo>
                    <a:pt x="1364167" y="193145"/>
                  </a:lnTo>
                  <a:lnTo>
                    <a:pt x="1363452" y="192177"/>
                  </a:lnTo>
                  <a:lnTo>
                    <a:pt x="1365533" y="191171"/>
                  </a:lnTo>
                  <a:lnTo>
                    <a:pt x="1365778" y="190432"/>
                  </a:lnTo>
                  <a:lnTo>
                    <a:pt x="1366495" y="189794"/>
                  </a:lnTo>
                  <a:lnTo>
                    <a:pt x="1369252" y="189259"/>
                  </a:lnTo>
                  <a:lnTo>
                    <a:pt x="1366575" y="188282"/>
                  </a:lnTo>
                  <a:lnTo>
                    <a:pt x="1365650" y="188140"/>
                  </a:lnTo>
                  <a:lnTo>
                    <a:pt x="1364369" y="187529"/>
                  </a:lnTo>
                  <a:lnTo>
                    <a:pt x="1364480" y="186179"/>
                  </a:lnTo>
                  <a:lnTo>
                    <a:pt x="1365323" y="185182"/>
                  </a:lnTo>
                  <a:lnTo>
                    <a:pt x="1365973" y="183337"/>
                  </a:lnTo>
                  <a:lnTo>
                    <a:pt x="1366838" y="182149"/>
                  </a:lnTo>
                  <a:lnTo>
                    <a:pt x="1368266" y="181257"/>
                  </a:lnTo>
                  <a:lnTo>
                    <a:pt x="1369301" y="181065"/>
                  </a:lnTo>
                  <a:lnTo>
                    <a:pt x="1371857" y="182250"/>
                  </a:lnTo>
                  <a:lnTo>
                    <a:pt x="1373644" y="180120"/>
                  </a:lnTo>
                  <a:lnTo>
                    <a:pt x="1375004" y="180292"/>
                  </a:lnTo>
                  <a:lnTo>
                    <a:pt x="1377776" y="182448"/>
                  </a:lnTo>
                  <a:lnTo>
                    <a:pt x="1380300" y="185736"/>
                  </a:lnTo>
                  <a:lnTo>
                    <a:pt x="1381668" y="185737"/>
                  </a:lnTo>
                  <a:lnTo>
                    <a:pt x="1385516" y="184421"/>
                  </a:lnTo>
                  <a:lnTo>
                    <a:pt x="1389861" y="184355"/>
                  </a:lnTo>
                  <a:lnTo>
                    <a:pt x="1389300" y="182400"/>
                  </a:lnTo>
                  <a:lnTo>
                    <a:pt x="1386294" y="178181"/>
                  </a:lnTo>
                  <a:lnTo>
                    <a:pt x="1386637" y="172729"/>
                  </a:lnTo>
                  <a:lnTo>
                    <a:pt x="1384532" y="171495"/>
                  </a:lnTo>
                  <a:lnTo>
                    <a:pt x="1382149" y="170767"/>
                  </a:lnTo>
                  <a:lnTo>
                    <a:pt x="1385617" y="169378"/>
                  </a:lnTo>
                  <a:lnTo>
                    <a:pt x="1388169" y="164939"/>
                  </a:lnTo>
                  <a:lnTo>
                    <a:pt x="1390229" y="164539"/>
                  </a:lnTo>
                  <a:lnTo>
                    <a:pt x="1392372" y="163676"/>
                  </a:lnTo>
                  <a:lnTo>
                    <a:pt x="1391714" y="163135"/>
                  </a:lnTo>
                  <a:lnTo>
                    <a:pt x="1385330" y="162661"/>
                  </a:lnTo>
                  <a:lnTo>
                    <a:pt x="1383951" y="163193"/>
                  </a:lnTo>
                  <a:lnTo>
                    <a:pt x="1383028" y="164499"/>
                  </a:lnTo>
                  <a:lnTo>
                    <a:pt x="1379892" y="164499"/>
                  </a:lnTo>
                  <a:lnTo>
                    <a:pt x="1379506" y="161516"/>
                  </a:lnTo>
                  <a:lnTo>
                    <a:pt x="1379454" y="159586"/>
                  </a:lnTo>
                  <a:lnTo>
                    <a:pt x="1383561" y="155545"/>
                  </a:lnTo>
                  <a:lnTo>
                    <a:pt x="1385134" y="154670"/>
                  </a:lnTo>
                  <a:lnTo>
                    <a:pt x="1395616" y="154758"/>
                  </a:lnTo>
                  <a:lnTo>
                    <a:pt x="1398756" y="153995"/>
                  </a:lnTo>
                  <a:lnTo>
                    <a:pt x="1403374" y="151987"/>
                  </a:lnTo>
                  <a:lnTo>
                    <a:pt x="1402188" y="150712"/>
                  </a:lnTo>
                  <a:lnTo>
                    <a:pt x="1402061" y="148143"/>
                  </a:lnTo>
                  <a:lnTo>
                    <a:pt x="1398106" y="144425"/>
                  </a:lnTo>
                  <a:lnTo>
                    <a:pt x="1398397" y="143574"/>
                  </a:lnTo>
                  <a:lnTo>
                    <a:pt x="1398794" y="143030"/>
                  </a:lnTo>
                  <a:lnTo>
                    <a:pt x="1400029" y="143002"/>
                  </a:lnTo>
                  <a:lnTo>
                    <a:pt x="1406218" y="143985"/>
                  </a:lnTo>
                  <a:lnTo>
                    <a:pt x="1408792" y="146025"/>
                  </a:lnTo>
                  <a:lnTo>
                    <a:pt x="1415494" y="148030"/>
                  </a:lnTo>
                  <a:lnTo>
                    <a:pt x="1433441" y="148697"/>
                  </a:lnTo>
                  <a:lnTo>
                    <a:pt x="1435478" y="149437"/>
                  </a:lnTo>
                  <a:lnTo>
                    <a:pt x="1443165" y="150329"/>
                  </a:lnTo>
                  <a:lnTo>
                    <a:pt x="1446432" y="151307"/>
                  </a:lnTo>
                  <a:lnTo>
                    <a:pt x="1454214" y="152480"/>
                  </a:lnTo>
                  <a:lnTo>
                    <a:pt x="1457749" y="153311"/>
                  </a:lnTo>
                  <a:lnTo>
                    <a:pt x="1460568" y="154633"/>
                  </a:lnTo>
                  <a:lnTo>
                    <a:pt x="1465123" y="155400"/>
                  </a:lnTo>
                  <a:lnTo>
                    <a:pt x="1467216" y="156262"/>
                  </a:lnTo>
                  <a:lnTo>
                    <a:pt x="1466992" y="158996"/>
                  </a:lnTo>
                  <a:lnTo>
                    <a:pt x="1457519" y="158631"/>
                  </a:lnTo>
                  <a:lnTo>
                    <a:pt x="1454382" y="157726"/>
                  </a:lnTo>
                  <a:lnTo>
                    <a:pt x="1450490" y="157621"/>
                  </a:lnTo>
                  <a:lnTo>
                    <a:pt x="1448995" y="158034"/>
                  </a:lnTo>
                  <a:lnTo>
                    <a:pt x="1446666" y="160302"/>
                  </a:lnTo>
                  <a:lnTo>
                    <a:pt x="1443869" y="161489"/>
                  </a:lnTo>
                  <a:lnTo>
                    <a:pt x="1441504" y="161682"/>
                  </a:lnTo>
                  <a:lnTo>
                    <a:pt x="1443054" y="163637"/>
                  </a:lnTo>
                  <a:lnTo>
                    <a:pt x="1445224" y="164165"/>
                  </a:lnTo>
                  <a:lnTo>
                    <a:pt x="1452238" y="161651"/>
                  </a:lnTo>
                  <a:lnTo>
                    <a:pt x="1471426" y="160392"/>
                  </a:lnTo>
                  <a:lnTo>
                    <a:pt x="1474360" y="160600"/>
                  </a:lnTo>
                  <a:lnTo>
                    <a:pt x="1474054" y="162339"/>
                  </a:lnTo>
                  <a:lnTo>
                    <a:pt x="1471489" y="165679"/>
                  </a:lnTo>
                  <a:lnTo>
                    <a:pt x="1469051" y="168280"/>
                  </a:lnTo>
                  <a:lnTo>
                    <a:pt x="1465493" y="170955"/>
                  </a:lnTo>
                  <a:lnTo>
                    <a:pt x="1464167" y="170941"/>
                  </a:lnTo>
                  <a:lnTo>
                    <a:pt x="1466937" y="165266"/>
                  </a:lnTo>
                  <a:lnTo>
                    <a:pt x="1465789" y="165001"/>
                  </a:lnTo>
                  <a:lnTo>
                    <a:pt x="1464730" y="165125"/>
                  </a:lnTo>
                  <a:lnTo>
                    <a:pt x="1461620" y="162773"/>
                  </a:lnTo>
                  <a:lnTo>
                    <a:pt x="1461116" y="162655"/>
                  </a:lnTo>
                  <a:lnTo>
                    <a:pt x="1460512" y="163232"/>
                  </a:lnTo>
                  <a:lnTo>
                    <a:pt x="1460518" y="164082"/>
                  </a:lnTo>
                  <a:lnTo>
                    <a:pt x="1459949" y="167350"/>
                  </a:lnTo>
                  <a:lnTo>
                    <a:pt x="1461093" y="168719"/>
                  </a:lnTo>
                  <a:lnTo>
                    <a:pt x="1461093" y="171064"/>
                  </a:lnTo>
                  <a:lnTo>
                    <a:pt x="1456780" y="172576"/>
                  </a:lnTo>
                  <a:lnTo>
                    <a:pt x="1455102" y="172443"/>
                  </a:lnTo>
                  <a:lnTo>
                    <a:pt x="1453307" y="171482"/>
                  </a:lnTo>
                  <a:lnTo>
                    <a:pt x="1452544" y="171514"/>
                  </a:lnTo>
                  <a:lnTo>
                    <a:pt x="1452333" y="172254"/>
                  </a:lnTo>
                  <a:lnTo>
                    <a:pt x="1452714" y="173624"/>
                  </a:lnTo>
                  <a:lnTo>
                    <a:pt x="1452665" y="174327"/>
                  </a:lnTo>
                  <a:lnTo>
                    <a:pt x="1451976" y="175425"/>
                  </a:lnTo>
                  <a:lnTo>
                    <a:pt x="1451627" y="176617"/>
                  </a:lnTo>
                  <a:lnTo>
                    <a:pt x="1452688" y="177976"/>
                  </a:lnTo>
                  <a:lnTo>
                    <a:pt x="1454082" y="178318"/>
                  </a:lnTo>
                  <a:lnTo>
                    <a:pt x="1461686" y="176821"/>
                  </a:lnTo>
                  <a:lnTo>
                    <a:pt x="1464999" y="174992"/>
                  </a:lnTo>
                  <a:lnTo>
                    <a:pt x="1468635" y="171632"/>
                  </a:lnTo>
                  <a:lnTo>
                    <a:pt x="1475135" y="163493"/>
                  </a:lnTo>
                  <a:lnTo>
                    <a:pt x="1478003" y="160700"/>
                  </a:lnTo>
                  <a:lnTo>
                    <a:pt x="1479665" y="159641"/>
                  </a:lnTo>
                  <a:lnTo>
                    <a:pt x="1481790" y="159256"/>
                  </a:lnTo>
                  <a:lnTo>
                    <a:pt x="1493736" y="160111"/>
                  </a:lnTo>
                  <a:lnTo>
                    <a:pt x="1500680" y="161873"/>
                  </a:lnTo>
                  <a:lnTo>
                    <a:pt x="1507303" y="164474"/>
                  </a:lnTo>
                  <a:lnTo>
                    <a:pt x="1510569" y="166633"/>
                  </a:lnTo>
                  <a:lnTo>
                    <a:pt x="1512999" y="169560"/>
                  </a:lnTo>
                  <a:lnTo>
                    <a:pt x="1513431" y="170792"/>
                  </a:lnTo>
                  <a:lnTo>
                    <a:pt x="1513663" y="172413"/>
                  </a:lnTo>
                  <a:lnTo>
                    <a:pt x="1511986" y="173968"/>
                  </a:lnTo>
                  <a:lnTo>
                    <a:pt x="1504565" y="174485"/>
                  </a:lnTo>
                  <a:lnTo>
                    <a:pt x="1501716" y="175365"/>
                  </a:lnTo>
                  <a:lnTo>
                    <a:pt x="1500686" y="176339"/>
                  </a:lnTo>
                  <a:lnTo>
                    <a:pt x="1500558" y="176890"/>
                  </a:lnTo>
                  <a:lnTo>
                    <a:pt x="1500168" y="177761"/>
                  </a:lnTo>
                  <a:lnTo>
                    <a:pt x="1500721" y="178476"/>
                  </a:lnTo>
                  <a:lnTo>
                    <a:pt x="1504050" y="178551"/>
                  </a:lnTo>
                  <a:lnTo>
                    <a:pt x="1507260" y="179258"/>
                  </a:lnTo>
                  <a:lnTo>
                    <a:pt x="1511691" y="181106"/>
                  </a:lnTo>
                  <a:lnTo>
                    <a:pt x="1512377" y="181719"/>
                  </a:lnTo>
                  <a:lnTo>
                    <a:pt x="1513781" y="183474"/>
                  </a:lnTo>
                  <a:lnTo>
                    <a:pt x="1514205" y="183784"/>
                  </a:lnTo>
                  <a:lnTo>
                    <a:pt x="1520856" y="183509"/>
                  </a:lnTo>
                  <a:lnTo>
                    <a:pt x="1521288" y="184137"/>
                  </a:lnTo>
                  <a:lnTo>
                    <a:pt x="1521694" y="185427"/>
                  </a:lnTo>
                  <a:lnTo>
                    <a:pt x="1519934" y="187477"/>
                  </a:lnTo>
                  <a:lnTo>
                    <a:pt x="1518202" y="188867"/>
                  </a:lnTo>
                  <a:lnTo>
                    <a:pt x="1514659" y="192184"/>
                  </a:lnTo>
                  <a:lnTo>
                    <a:pt x="1516452" y="190983"/>
                  </a:lnTo>
                  <a:lnTo>
                    <a:pt x="1523594" y="188155"/>
                  </a:lnTo>
                  <a:lnTo>
                    <a:pt x="1525396" y="187636"/>
                  </a:lnTo>
                  <a:lnTo>
                    <a:pt x="1527587" y="187835"/>
                  </a:lnTo>
                  <a:lnTo>
                    <a:pt x="1532981" y="190399"/>
                  </a:lnTo>
                  <a:lnTo>
                    <a:pt x="1535169" y="192442"/>
                  </a:lnTo>
                  <a:lnTo>
                    <a:pt x="1539279" y="198190"/>
                  </a:lnTo>
                  <a:lnTo>
                    <a:pt x="1538131" y="198805"/>
                  </a:lnTo>
                  <a:lnTo>
                    <a:pt x="1535197" y="199396"/>
                  </a:lnTo>
                  <a:lnTo>
                    <a:pt x="1544412" y="203770"/>
                  </a:lnTo>
                  <a:lnTo>
                    <a:pt x="1547985" y="203735"/>
                  </a:lnTo>
                  <a:lnTo>
                    <a:pt x="1556158" y="202465"/>
                  </a:lnTo>
                  <a:lnTo>
                    <a:pt x="1560273" y="202425"/>
                  </a:lnTo>
                  <a:lnTo>
                    <a:pt x="1567922" y="199633"/>
                  </a:lnTo>
                  <a:lnTo>
                    <a:pt x="1575517" y="197867"/>
                  </a:lnTo>
                  <a:lnTo>
                    <a:pt x="1582507" y="197737"/>
                  </a:lnTo>
                  <a:lnTo>
                    <a:pt x="1586200" y="196056"/>
                  </a:lnTo>
                  <a:lnTo>
                    <a:pt x="1595940" y="196108"/>
                  </a:lnTo>
                  <a:lnTo>
                    <a:pt x="1605353" y="196677"/>
                  </a:lnTo>
                  <a:lnTo>
                    <a:pt x="1612629" y="197718"/>
                  </a:lnTo>
                  <a:lnTo>
                    <a:pt x="1620837" y="200799"/>
                  </a:lnTo>
                  <a:lnTo>
                    <a:pt x="1628840" y="205062"/>
                  </a:lnTo>
                  <a:lnTo>
                    <a:pt x="1633495" y="209231"/>
                  </a:lnTo>
                  <a:lnTo>
                    <a:pt x="1634442" y="210552"/>
                  </a:lnTo>
                  <a:lnTo>
                    <a:pt x="1635764" y="213473"/>
                  </a:lnTo>
                  <a:lnTo>
                    <a:pt x="1636341" y="215909"/>
                  </a:lnTo>
                  <a:lnTo>
                    <a:pt x="1636932" y="219277"/>
                  </a:lnTo>
                  <a:lnTo>
                    <a:pt x="1636647" y="221886"/>
                  </a:lnTo>
                  <a:lnTo>
                    <a:pt x="1635491" y="223735"/>
                  </a:lnTo>
                  <a:lnTo>
                    <a:pt x="1634772" y="226021"/>
                  </a:lnTo>
                  <a:lnTo>
                    <a:pt x="1634868" y="228723"/>
                  </a:lnTo>
                  <a:lnTo>
                    <a:pt x="1633513" y="232263"/>
                  </a:lnTo>
                  <a:lnTo>
                    <a:pt x="1634786" y="234782"/>
                  </a:lnTo>
                  <a:lnTo>
                    <a:pt x="1638322" y="236412"/>
                  </a:lnTo>
                  <a:lnTo>
                    <a:pt x="1645977" y="238617"/>
                  </a:lnTo>
                  <a:lnTo>
                    <a:pt x="1648091" y="240060"/>
                  </a:lnTo>
                  <a:lnTo>
                    <a:pt x="1648315" y="244427"/>
                  </a:lnTo>
                  <a:lnTo>
                    <a:pt x="1648970" y="248093"/>
                  </a:lnTo>
                  <a:lnTo>
                    <a:pt x="1649631" y="255075"/>
                  </a:lnTo>
                  <a:lnTo>
                    <a:pt x="1650930" y="256828"/>
                  </a:lnTo>
                  <a:lnTo>
                    <a:pt x="1653016" y="258500"/>
                  </a:lnTo>
                  <a:lnTo>
                    <a:pt x="1653395" y="260779"/>
                  </a:lnTo>
                  <a:lnTo>
                    <a:pt x="1650784" y="268205"/>
                  </a:lnTo>
                  <a:lnTo>
                    <a:pt x="1649151" y="269574"/>
                  </a:lnTo>
                  <a:lnTo>
                    <a:pt x="1647416" y="271618"/>
                  </a:lnTo>
                  <a:lnTo>
                    <a:pt x="1650482" y="270904"/>
                  </a:lnTo>
                  <a:lnTo>
                    <a:pt x="1652032" y="268203"/>
                  </a:lnTo>
                  <a:lnTo>
                    <a:pt x="1653698" y="263207"/>
                  </a:lnTo>
                  <a:lnTo>
                    <a:pt x="1655304" y="262413"/>
                  </a:lnTo>
                  <a:lnTo>
                    <a:pt x="1656172" y="260779"/>
                  </a:lnTo>
                  <a:lnTo>
                    <a:pt x="1656172" y="256086"/>
                  </a:lnTo>
                  <a:lnTo>
                    <a:pt x="1655116" y="252016"/>
                  </a:lnTo>
                  <a:lnTo>
                    <a:pt x="1655116" y="249109"/>
                  </a:lnTo>
                  <a:lnTo>
                    <a:pt x="1655817" y="246761"/>
                  </a:lnTo>
                  <a:lnTo>
                    <a:pt x="1660855" y="241869"/>
                  </a:lnTo>
                  <a:lnTo>
                    <a:pt x="1663581" y="239905"/>
                  </a:lnTo>
                  <a:lnTo>
                    <a:pt x="1666168" y="238797"/>
                  </a:lnTo>
                  <a:lnTo>
                    <a:pt x="1673188" y="237802"/>
                  </a:lnTo>
                  <a:lnTo>
                    <a:pt x="1676357" y="236856"/>
                  </a:lnTo>
                  <a:lnTo>
                    <a:pt x="1680018" y="237491"/>
                  </a:lnTo>
                  <a:lnTo>
                    <a:pt x="1682575" y="237239"/>
                  </a:lnTo>
                  <a:lnTo>
                    <a:pt x="1685545" y="236253"/>
                  </a:lnTo>
                  <a:lnTo>
                    <a:pt x="1688181" y="236722"/>
                  </a:lnTo>
                  <a:lnTo>
                    <a:pt x="1692545" y="239977"/>
                  </a:lnTo>
                  <a:lnTo>
                    <a:pt x="1707939" y="240707"/>
                  </a:lnTo>
                  <a:lnTo>
                    <a:pt x="1710650" y="241843"/>
                  </a:lnTo>
                  <a:lnTo>
                    <a:pt x="1721014" y="243215"/>
                  </a:lnTo>
                  <a:lnTo>
                    <a:pt x="1721804" y="243205"/>
                  </a:lnTo>
                  <a:lnTo>
                    <a:pt x="1724134" y="241593"/>
                  </a:lnTo>
                  <a:lnTo>
                    <a:pt x="1730982" y="236101"/>
                  </a:lnTo>
                  <a:lnTo>
                    <a:pt x="1733804" y="236458"/>
                  </a:lnTo>
                  <a:lnTo>
                    <a:pt x="1734955" y="237317"/>
                  </a:lnTo>
                  <a:lnTo>
                    <a:pt x="1736159" y="239490"/>
                  </a:lnTo>
                  <a:lnTo>
                    <a:pt x="1737422" y="240915"/>
                  </a:lnTo>
                  <a:lnTo>
                    <a:pt x="1738409" y="244767"/>
                  </a:lnTo>
                  <a:lnTo>
                    <a:pt x="1739310" y="249954"/>
                  </a:lnTo>
                  <a:lnTo>
                    <a:pt x="1740791" y="250899"/>
                  </a:lnTo>
                  <a:lnTo>
                    <a:pt x="1742822" y="251228"/>
                  </a:lnTo>
                  <a:lnTo>
                    <a:pt x="1747247" y="253150"/>
                  </a:lnTo>
                  <a:lnTo>
                    <a:pt x="1751744" y="255626"/>
                  </a:lnTo>
                  <a:lnTo>
                    <a:pt x="1753027" y="260352"/>
                  </a:lnTo>
                  <a:lnTo>
                    <a:pt x="1755436" y="264299"/>
                  </a:lnTo>
                  <a:lnTo>
                    <a:pt x="1761060" y="263925"/>
                  </a:lnTo>
                  <a:lnTo>
                    <a:pt x="1766884" y="263136"/>
                  </a:lnTo>
                  <a:lnTo>
                    <a:pt x="1772534" y="256638"/>
                  </a:lnTo>
                  <a:lnTo>
                    <a:pt x="1772549" y="253996"/>
                  </a:lnTo>
                  <a:lnTo>
                    <a:pt x="1771156" y="250187"/>
                  </a:lnTo>
                  <a:lnTo>
                    <a:pt x="1769063" y="246504"/>
                  </a:lnTo>
                  <a:lnTo>
                    <a:pt x="1767435" y="240739"/>
                  </a:lnTo>
                  <a:lnTo>
                    <a:pt x="1762236" y="239462"/>
                  </a:lnTo>
                  <a:lnTo>
                    <a:pt x="1762733" y="237788"/>
                  </a:lnTo>
                  <a:lnTo>
                    <a:pt x="1764688" y="235786"/>
                  </a:lnTo>
                  <a:lnTo>
                    <a:pt x="1766459" y="232666"/>
                  </a:lnTo>
                  <a:lnTo>
                    <a:pt x="1766734" y="230263"/>
                  </a:lnTo>
                  <a:lnTo>
                    <a:pt x="1766258" y="225249"/>
                  </a:lnTo>
                  <a:lnTo>
                    <a:pt x="1770961" y="225589"/>
                  </a:lnTo>
                  <a:lnTo>
                    <a:pt x="1775634" y="226178"/>
                  </a:lnTo>
                  <a:lnTo>
                    <a:pt x="1784566" y="228417"/>
                  </a:lnTo>
                  <a:lnTo>
                    <a:pt x="1791835" y="229362"/>
                  </a:lnTo>
                  <a:lnTo>
                    <a:pt x="1795656" y="230798"/>
                  </a:lnTo>
                  <a:lnTo>
                    <a:pt x="1797965" y="232418"/>
                  </a:lnTo>
                  <a:lnTo>
                    <a:pt x="1800694" y="233633"/>
                  </a:lnTo>
                  <a:lnTo>
                    <a:pt x="1801630" y="230673"/>
                  </a:lnTo>
                  <a:lnTo>
                    <a:pt x="1802683" y="229999"/>
                  </a:lnTo>
                  <a:lnTo>
                    <a:pt x="1806320" y="231645"/>
                  </a:lnTo>
                  <a:lnTo>
                    <a:pt x="1808969" y="232147"/>
                  </a:lnTo>
                  <a:lnTo>
                    <a:pt x="1813551" y="231925"/>
                  </a:lnTo>
                  <a:lnTo>
                    <a:pt x="1819303" y="232692"/>
                  </a:lnTo>
                  <a:lnTo>
                    <a:pt x="1825597" y="232563"/>
                  </a:lnTo>
                  <a:lnTo>
                    <a:pt x="1831219" y="231260"/>
                  </a:lnTo>
                  <a:lnTo>
                    <a:pt x="1833320" y="231521"/>
                  </a:lnTo>
                  <a:lnTo>
                    <a:pt x="1835616" y="232556"/>
                  </a:lnTo>
                  <a:lnTo>
                    <a:pt x="1839354" y="235268"/>
                  </a:lnTo>
                  <a:lnTo>
                    <a:pt x="1845696" y="238888"/>
                  </a:lnTo>
                  <a:lnTo>
                    <a:pt x="1851498" y="239904"/>
                  </a:lnTo>
                  <a:lnTo>
                    <a:pt x="1858151" y="243332"/>
                  </a:lnTo>
                  <a:lnTo>
                    <a:pt x="1864433" y="244591"/>
                  </a:lnTo>
                  <a:lnTo>
                    <a:pt x="1869437" y="246535"/>
                  </a:lnTo>
                  <a:lnTo>
                    <a:pt x="1870160" y="247277"/>
                  </a:lnTo>
                  <a:lnTo>
                    <a:pt x="1870383" y="248344"/>
                  </a:lnTo>
                  <a:lnTo>
                    <a:pt x="1870700" y="249236"/>
                  </a:lnTo>
                  <a:lnTo>
                    <a:pt x="1874673" y="250304"/>
                  </a:lnTo>
                  <a:lnTo>
                    <a:pt x="1882023" y="257601"/>
                  </a:lnTo>
                  <a:lnTo>
                    <a:pt x="1883649" y="258465"/>
                  </a:lnTo>
                  <a:lnTo>
                    <a:pt x="1886135" y="259737"/>
                  </a:lnTo>
                  <a:lnTo>
                    <a:pt x="1888641" y="260740"/>
                  </a:lnTo>
                  <a:lnTo>
                    <a:pt x="1889640" y="260425"/>
                  </a:lnTo>
                  <a:lnTo>
                    <a:pt x="1890178" y="260565"/>
                  </a:lnTo>
                  <a:lnTo>
                    <a:pt x="1891596" y="262321"/>
                  </a:lnTo>
                  <a:lnTo>
                    <a:pt x="1892542" y="263142"/>
                  </a:lnTo>
                  <a:lnTo>
                    <a:pt x="1897545" y="265242"/>
                  </a:lnTo>
                  <a:lnTo>
                    <a:pt x="1899822" y="267576"/>
                  </a:lnTo>
                  <a:lnTo>
                    <a:pt x="1901683" y="270220"/>
                  </a:lnTo>
                  <a:lnTo>
                    <a:pt x="1900756" y="269705"/>
                  </a:lnTo>
                  <a:lnTo>
                    <a:pt x="1899055" y="268010"/>
                  </a:lnTo>
                  <a:lnTo>
                    <a:pt x="1899240" y="270002"/>
                  </a:lnTo>
                  <a:lnTo>
                    <a:pt x="1899781" y="271392"/>
                  </a:lnTo>
                  <a:lnTo>
                    <a:pt x="1902480" y="272699"/>
                  </a:lnTo>
                  <a:lnTo>
                    <a:pt x="1905311" y="273736"/>
                  </a:lnTo>
                  <a:lnTo>
                    <a:pt x="1907126" y="274973"/>
                  </a:lnTo>
                  <a:lnTo>
                    <a:pt x="1907728" y="276048"/>
                  </a:lnTo>
                  <a:lnTo>
                    <a:pt x="1908097" y="277988"/>
                  </a:lnTo>
                  <a:lnTo>
                    <a:pt x="1907640" y="279698"/>
                  </a:lnTo>
                  <a:lnTo>
                    <a:pt x="1909286" y="279059"/>
                  </a:lnTo>
                  <a:lnTo>
                    <a:pt x="1910836" y="277538"/>
                  </a:lnTo>
                  <a:lnTo>
                    <a:pt x="1910033" y="276349"/>
                  </a:lnTo>
                  <a:lnTo>
                    <a:pt x="1904817" y="272203"/>
                  </a:lnTo>
                  <a:lnTo>
                    <a:pt x="1903725" y="270810"/>
                  </a:lnTo>
                  <a:lnTo>
                    <a:pt x="1905245" y="271528"/>
                  </a:lnTo>
                  <a:lnTo>
                    <a:pt x="1912237" y="276805"/>
                  </a:lnTo>
                  <a:lnTo>
                    <a:pt x="1914162" y="278827"/>
                  </a:lnTo>
                  <a:lnTo>
                    <a:pt x="1913348" y="279218"/>
                  </a:lnTo>
                  <a:lnTo>
                    <a:pt x="1912779" y="280398"/>
                  </a:lnTo>
                  <a:lnTo>
                    <a:pt x="1913397" y="280900"/>
                  </a:lnTo>
                  <a:lnTo>
                    <a:pt x="1914240" y="280526"/>
                  </a:lnTo>
                  <a:lnTo>
                    <a:pt x="1915639" y="280281"/>
                  </a:lnTo>
                  <a:lnTo>
                    <a:pt x="1916998" y="280951"/>
                  </a:lnTo>
                  <a:lnTo>
                    <a:pt x="1918548" y="282365"/>
                  </a:lnTo>
                  <a:lnTo>
                    <a:pt x="1921812" y="284005"/>
                  </a:lnTo>
                  <a:lnTo>
                    <a:pt x="1941088" y="297038"/>
                  </a:lnTo>
                  <a:lnTo>
                    <a:pt x="1941524" y="299285"/>
                  </a:lnTo>
                  <a:lnTo>
                    <a:pt x="1942066" y="300335"/>
                  </a:lnTo>
                  <a:lnTo>
                    <a:pt x="1942392" y="301677"/>
                  </a:lnTo>
                  <a:lnTo>
                    <a:pt x="1942478" y="303876"/>
                  </a:lnTo>
                  <a:lnTo>
                    <a:pt x="1940724" y="306515"/>
                  </a:lnTo>
                  <a:lnTo>
                    <a:pt x="1943434" y="306278"/>
                  </a:lnTo>
                  <a:lnTo>
                    <a:pt x="1943832" y="305936"/>
                  </a:lnTo>
                  <a:lnTo>
                    <a:pt x="1944538" y="304858"/>
                  </a:lnTo>
                  <a:lnTo>
                    <a:pt x="1945315" y="304147"/>
                  </a:lnTo>
                  <a:lnTo>
                    <a:pt x="1946359" y="305031"/>
                  </a:lnTo>
                  <a:lnTo>
                    <a:pt x="1947201" y="306766"/>
                  </a:lnTo>
                  <a:lnTo>
                    <a:pt x="1946953" y="309141"/>
                  </a:lnTo>
                  <a:lnTo>
                    <a:pt x="1946206" y="311062"/>
                  </a:lnTo>
                  <a:lnTo>
                    <a:pt x="1946111" y="314326"/>
                  </a:lnTo>
                  <a:lnTo>
                    <a:pt x="1946766" y="317067"/>
                  </a:lnTo>
                  <a:lnTo>
                    <a:pt x="1947461" y="318216"/>
                  </a:lnTo>
                  <a:lnTo>
                    <a:pt x="1948018" y="319533"/>
                  </a:lnTo>
                  <a:lnTo>
                    <a:pt x="1948171" y="323448"/>
                  </a:lnTo>
                  <a:lnTo>
                    <a:pt x="1946950" y="325203"/>
                  </a:lnTo>
                  <a:lnTo>
                    <a:pt x="1946274" y="328210"/>
                  </a:lnTo>
                  <a:lnTo>
                    <a:pt x="1947023" y="328506"/>
                  </a:lnTo>
                  <a:lnTo>
                    <a:pt x="1949362" y="328793"/>
                  </a:lnTo>
                  <a:lnTo>
                    <a:pt x="1950130" y="329326"/>
                  </a:lnTo>
                  <a:lnTo>
                    <a:pt x="1951471" y="330728"/>
                  </a:lnTo>
                  <a:lnTo>
                    <a:pt x="1951792" y="332080"/>
                  </a:lnTo>
                  <a:lnTo>
                    <a:pt x="1952088" y="333921"/>
                  </a:lnTo>
                  <a:lnTo>
                    <a:pt x="1952521" y="335632"/>
                  </a:lnTo>
                  <a:lnTo>
                    <a:pt x="1952825" y="336452"/>
                  </a:lnTo>
                  <a:lnTo>
                    <a:pt x="1953170" y="336330"/>
                  </a:lnTo>
                  <a:lnTo>
                    <a:pt x="1954517" y="333963"/>
                  </a:lnTo>
                  <a:lnTo>
                    <a:pt x="1955146" y="333257"/>
                  </a:lnTo>
                  <a:lnTo>
                    <a:pt x="1956642" y="332644"/>
                  </a:lnTo>
                  <a:lnTo>
                    <a:pt x="1957469" y="335320"/>
                  </a:lnTo>
                  <a:lnTo>
                    <a:pt x="1956885" y="339839"/>
                  </a:lnTo>
                  <a:lnTo>
                    <a:pt x="1957374" y="339837"/>
                  </a:lnTo>
                  <a:lnTo>
                    <a:pt x="1957756" y="339361"/>
                  </a:lnTo>
                  <a:lnTo>
                    <a:pt x="1958237" y="338150"/>
                  </a:lnTo>
                  <a:lnTo>
                    <a:pt x="1958922" y="337449"/>
                  </a:lnTo>
                  <a:lnTo>
                    <a:pt x="1959760" y="335807"/>
                  </a:lnTo>
                  <a:lnTo>
                    <a:pt x="1960477" y="333780"/>
                  </a:lnTo>
                  <a:lnTo>
                    <a:pt x="1959631" y="332195"/>
                  </a:lnTo>
                  <a:lnTo>
                    <a:pt x="1958663" y="331205"/>
                  </a:lnTo>
                  <a:lnTo>
                    <a:pt x="1956431" y="330649"/>
                  </a:lnTo>
                  <a:lnTo>
                    <a:pt x="1955265" y="329464"/>
                  </a:lnTo>
                  <a:lnTo>
                    <a:pt x="1954830" y="327952"/>
                  </a:lnTo>
                  <a:lnTo>
                    <a:pt x="1955965" y="327339"/>
                  </a:lnTo>
                  <a:lnTo>
                    <a:pt x="1956940" y="326241"/>
                  </a:lnTo>
                  <a:lnTo>
                    <a:pt x="1957619" y="323616"/>
                  </a:lnTo>
                  <a:lnTo>
                    <a:pt x="1957455" y="322175"/>
                  </a:lnTo>
                  <a:lnTo>
                    <a:pt x="1957181" y="320754"/>
                  </a:lnTo>
                  <a:lnTo>
                    <a:pt x="1956621" y="318763"/>
                  </a:lnTo>
                  <a:lnTo>
                    <a:pt x="1955783" y="317606"/>
                  </a:lnTo>
                  <a:lnTo>
                    <a:pt x="1954189" y="317028"/>
                  </a:lnTo>
                  <a:lnTo>
                    <a:pt x="1953469" y="315900"/>
                  </a:lnTo>
                  <a:lnTo>
                    <a:pt x="1952370" y="315962"/>
                  </a:lnTo>
                  <a:lnTo>
                    <a:pt x="1951284" y="315625"/>
                  </a:lnTo>
                  <a:lnTo>
                    <a:pt x="1950845" y="315212"/>
                  </a:lnTo>
                  <a:lnTo>
                    <a:pt x="1950899" y="314397"/>
                  </a:lnTo>
                  <a:lnTo>
                    <a:pt x="1952164" y="314027"/>
                  </a:lnTo>
                  <a:lnTo>
                    <a:pt x="1959119" y="313929"/>
                  </a:lnTo>
                  <a:lnTo>
                    <a:pt x="1961640" y="312797"/>
                  </a:lnTo>
                  <a:lnTo>
                    <a:pt x="1962789" y="313152"/>
                  </a:lnTo>
                  <a:lnTo>
                    <a:pt x="1963932" y="313967"/>
                  </a:lnTo>
                  <a:lnTo>
                    <a:pt x="1968080" y="315033"/>
                  </a:lnTo>
                  <a:lnTo>
                    <a:pt x="1967959" y="315531"/>
                  </a:lnTo>
                  <a:lnTo>
                    <a:pt x="1967261" y="316037"/>
                  </a:lnTo>
                  <a:lnTo>
                    <a:pt x="1966035" y="318409"/>
                  </a:lnTo>
                  <a:lnTo>
                    <a:pt x="1965794" y="319757"/>
                  </a:lnTo>
                  <a:lnTo>
                    <a:pt x="1965741" y="321467"/>
                  </a:lnTo>
                  <a:lnTo>
                    <a:pt x="1966832" y="321800"/>
                  </a:lnTo>
                  <a:lnTo>
                    <a:pt x="1967863" y="321076"/>
                  </a:lnTo>
                  <a:lnTo>
                    <a:pt x="1967360" y="319698"/>
                  </a:lnTo>
                  <a:lnTo>
                    <a:pt x="1967211" y="318004"/>
                  </a:lnTo>
                  <a:lnTo>
                    <a:pt x="1967646" y="317264"/>
                  </a:lnTo>
                  <a:lnTo>
                    <a:pt x="1968215" y="317105"/>
                  </a:lnTo>
                  <a:lnTo>
                    <a:pt x="1969305" y="318379"/>
                  </a:lnTo>
                  <a:lnTo>
                    <a:pt x="1970489" y="318784"/>
                  </a:lnTo>
                  <a:lnTo>
                    <a:pt x="1974463" y="319291"/>
                  </a:lnTo>
                  <a:lnTo>
                    <a:pt x="1975588" y="319128"/>
                  </a:lnTo>
                  <a:lnTo>
                    <a:pt x="1975949" y="318478"/>
                  </a:lnTo>
                  <a:lnTo>
                    <a:pt x="1975174" y="317730"/>
                  </a:lnTo>
                  <a:lnTo>
                    <a:pt x="1970004" y="316070"/>
                  </a:lnTo>
                  <a:lnTo>
                    <a:pt x="1969935" y="315157"/>
                  </a:lnTo>
                  <a:lnTo>
                    <a:pt x="1974704" y="316283"/>
                  </a:lnTo>
                  <a:lnTo>
                    <a:pt x="1976847" y="317319"/>
                  </a:lnTo>
                  <a:lnTo>
                    <a:pt x="1978987" y="318092"/>
                  </a:lnTo>
                  <a:lnTo>
                    <a:pt x="1981979" y="317864"/>
                  </a:lnTo>
                  <a:lnTo>
                    <a:pt x="1984890" y="319092"/>
                  </a:lnTo>
                  <a:lnTo>
                    <a:pt x="1987679" y="322432"/>
                  </a:lnTo>
                  <a:lnTo>
                    <a:pt x="1990258" y="326626"/>
                  </a:lnTo>
                  <a:lnTo>
                    <a:pt x="1992865" y="329109"/>
                  </a:lnTo>
                  <a:lnTo>
                    <a:pt x="1995612" y="330970"/>
                  </a:lnTo>
                  <a:lnTo>
                    <a:pt x="2000190" y="336068"/>
                  </a:lnTo>
                  <a:lnTo>
                    <a:pt x="2000759" y="336469"/>
                  </a:lnTo>
                  <a:lnTo>
                    <a:pt x="2001209" y="337160"/>
                  </a:lnTo>
                  <a:lnTo>
                    <a:pt x="2000349" y="338023"/>
                  </a:lnTo>
                  <a:lnTo>
                    <a:pt x="1999588" y="339268"/>
                  </a:lnTo>
                  <a:lnTo>
                    <a:pt x="2001083" y="338407"/>
                  </a:lnTo>
                  <a:lnTo>
                    <a:pt x="2002591" y="337821"/>
                  </a:lnTo>
                  <a:lnTo>
                    <a:pt x="2003330" y="337935"/>
                  </a:lnTo>
                  <a:lnTo>
                    <a:pt x="2003999" y="338590"/>
                  </a:lnTo>
                  <a:lnTo>
                    <a:pt x="2004435" y="339637"/>
                  </a:lnTo>
                  <a:lnTo>
                    <a:pt x="2004678" y="340677"/>
                  </a:lnTo>
                  <a:lnTo>
                    <a:pt x="2004037" y="341621"/>
                  </a:lnTo>
                  <a:lnTo>
                    <a:pt x="2008419" y="341793"/>
                  </a:lnTo>
                  <a:lnTo>
                    <a:pt x="2009788" y="342395"/>
                  </a:lnTo>
                  <a:lnTo>
                    <a:pt x="2010389" y="344907"/>
                  </a:lnTo>
                  <a:lnTo>
                    <a:pt x="2009124" y="346655"/>
                  </a:lnTo>
                  <a:lnTo>
                    <a:pt x="2008383" y="346443"/>
                  </a:lnTo>
                  <a:lnTo>
                    <a:pt x="2007672" y="345707"/>
                  </a:lnTo>
                  <a:lnTo>
                    <a:pt x="2007000" y="345634"/>
                  </a:lnTo>
                  <a:lnTo>
                    <a:pt x="2005080" y="346386"/>
                  </a:lnTo>
                  <a:lnTo>
                    <a:pt x="2002098" y="348736"/>
                  </a:lnTo>
                  <a:lnTo>
                    <a:pt x="2000375" y="350600"/>
                  </a:lnTo>
                  <a:lnTo>
                    <a:pt x="2000099" y="351837"/>
                  </a:lnTo>
                  <a:lnTo>
                    <a:pt x="2000366" y="355185"/>
                  </a:lnTo>
                  <a:lnTo>
                    <a:pt x="2000124" y="356781"/>
                  </a:lnTo>
                  <a:lnTo>
                    <a:pt x="1998825" y="357807"/>
                  </a:lnTo>
                  <a:lnTo>
                    <a:pt x="1995980" y="357184"/>
                  </a:lnTo>
                  <a:lnTo>
                    <a:pt x="1994689" y="356526"/>
                  </a:lnTo>
                  <a:lnTo>
                    <a:pt x="1993239" y="355635"/>
                  </a:lnTo>
                  <a:lnTo>
                    <a:pt x="1991844" y="354399"/>
                  </a:lnTo>
                  <a:lnTo>
                    <a:pt x="1990057" y="352417"/>
                  </a:lnTo>
                  <a:lnTo>
                    <a:pt x="1989505" y="352227"/>
                  </a:lnTo>
                  <a:lnTo>
                    <a:pt x="1989140" y="352704"/>
                  </a:lnTo>
                  <a:lnTo>
                    <a:pt x="1989750" y="353959"/>
                  </a:lnTo>
                  <a:lnTo>
                    <a:pt x="1990965" y="355533"/>
                  </a:lnTo>
                  <a:lnTo>
                    <a:pt x="1993048" y="357614"/>
                  </a:lnTo>
                  <a:lnTo>
                    <a:pt x="1994038" y="359922"/>
                  </a:lnTo>
                  <a:lnTo>
                    <a:pt x="1993401" y="361072"/>
                  </a:lnTo>
                  <a:lnTo>
                    <a:pt x="1992610" y="361336"/>
                  </a:lnTo>
                  <a:lnTo>
                    <a:pt x="1992041" y="361316"/>
                  </a:lnTo>
                  <a:lnTo>
                    <a:pt x="1990218" y="360594"/>
                  </a:lnTo>
                  <a:lnTo>
                    <a:pt x="1988953" y="360420"/>
                  </a:lnTo>
                  <a:lnTo>
                    <a:pt x="1984954" y="361090"/>
                  </a:lnTo>
                  <a:lnTo>
                    <a:pt x="1983513" y="361518"/>
                  </a:lnTo>
                  <a:lnTo>
                    <a:pt x="1983019" y="361163"/>
                  </a:lnTo>
                  <a:lnTo>
                    <a:pt x="1982896" y="360154"/>
                  </a:lnTo>
                  <a:lnTo>
                    <a:pt x="1980745" y="359420"/>
                  </a:lnTo>
                  <a:lnTo>
                    <a:pt x="1979481" y="359316"/>
                  </a:lnTo>
                  <a:lnTo>
                    <a:pt x="1978884" y="358966"/>
                  </a:lnTo>
                  <a:lnTo>
                    <a:pt x="1978391" y="357925"/>
                  </a:lnTo>
                  <a:lnTo>
                    <a:pt x="1976991" y="356386"/>
                  </a:lnTo>
                  <a:lnTo>
                    <a:pt x="1974868" y="355783"/>
                  </a:lnTo>
                  <a:lnTo>
                    <a:pt x="1973492" y="355712"/>
                  </a:lnTo>
                  <a:lnTo>
                    <a:pt x="1972701" y="356048"/>
                  </a:lnTo>
                  <a:lnTo>
                    <a:pt x="1975500" y="358088"/>
                  </a:lnTo>
                  <a:lnTo>
                    <a:pt x="1977999" y="361517"/>
                  </a:lnTo>
                  <a:lnTo>
                    <a:pt x="1977530" y="362150"/>
                  </a:lnTo>
                  <a:lnTo>
                    <a:pt x="1977212" y="362889"/>
                  </a:lnTo>
                  <a:lnTo>
                    <a:pt x="1978595" y="362941"/>
                  </a:lnTo>
                  <a:lnTo>
                    <a:pt x="1979494" y="362707"/>
                  </a:lnTo>
                  <a:lnTo>
                    <a:pt x="1979756" y="363609"/>
                  </a:lnTo>
                  <a:lnTo>
                    <a:pt x="1979037" y="367227"/>
                  </a:lnTo>
                  <a:lnTo>
                    <a:pt x="1978551" y="368028"/>
                  </a:lnTo>
                  <a:lnTo>
                    <a:pt x="1974199" y="368829"/>
                  </a:lnTo>
                  <a:lnTo>
                    <a:pt x="1975295" y="369429"/>
                  </a:lnTo>
                  <a:lnTo>
                    <a:pt x="1976419" y="369617"/>
                  </a:lnTo>
                  <a:lnTo>
                    <a:pt x="1977694" y="369474"/>
                  </a:lnTo>
                  <a:lnTo>
                    <a:pt x="1978838" y="370094"/>
                  </a:lnTo>
                  <a:lnTo>
                    <a:pt x="1979607" y="372370"/>
                  </a:lnTo>
                  <a:lnTo>
                    <a:pt x="1979737" y="374750"/>
                  </a:lnTo>
                  <a:lnTo>
                    <a:pt x="1978612" y="376109"/>
                  </a:lnTo>
                  <a:lnTo>
                    <a:pt x="1977447" y="377214"/>
                  </a:lnTo>
                  <a:lnTo>
                    <a:pt x="1975052" y="378892"/>
                  </a:lnTo>
                  <a:lnTo>
                    <a:pt x="1972588" y="379633"/>
                  </a:lnTo>
                  <a:lnTo>
                    <a:pt x="1971294" y="379447"/>
                  </a:lnTo>
                  <a:lnTo>
                    <a:pt x="1970038" y="379819"/>
                  </a:lnTo>
                  <a:lnTo>
                    <a:pt x="1969210" y="380689"/>
                  </a:lnTo>
                  <a:lnTo>
                    <a:pt x="1968969" y="381570"/>
                  </a:lnTo>
                  <a:lnTo>
                    <a:pt x="1970051" y="380986"/>
                  </a:lnTo>
                  <a:lnTo>
                    <a:pt x="1971300" y="381312"/>
                  </a:lnTo>
                  <a:lnTo>
                    <a:pt x="1972482" y="382362"/>
                  </a:lnTo>
                  <a:lnTo>
                    <a:pt x="1972353" y="383229"/>
                  </a:lnTo>
                  <a:lnTo>
                    <a:pt x="1971229" y="384175"/>
                  </a:lnTo>
                  <a:lnTo>
                    <a:pt x="1970965" y="384892"/>
                  </a:lnTo>
                  <a:lnTo>
                    <a:pt x="1971396" y="386101"/>
                  </a:lnTo>
                  <a:lnTo>
                    <a:pt x="1971251" y="387140"/>
                  </a:lnTo>
                  <a:lnTo>
                    <a:pt x="1971827" y="387699"/>
                  </a:lnTo>
                  <a:lnTo>
                    <a:pt x="1973151" y="387896"/>
                  </a:lnTo>
                  <a:lnTo>
                    <a:pt x="1974765" y="388646"/>
                  </a:lnTo>
                  <a:lnTo>
                    <a:pt x="1976353" y="389641"/>
                  </a:lnTo>
                  <a:lnTo>
                    <a:pt x="1976979" y="390494"/>
                  </a:lnTo>
                  <a:lnTo>
                    <a:pt x="1977507" y="391696"/>
                  </a:lnTo>
                  <a:lnTo>
                    <a:pt x="1977693" y="392970"/>
                  </a:lnTo>
                  <a:lnTo>
                    <a:pt x="1977413" y="393491"/>
                  </a:lnTo>
                  <a:lnTo>
                    <a:pt x="1973795" y="393693"/>
                  </a:lnTo>
                  <a:lnTo>
                    <a:pt x="1973246" y="393540"/>
                  </a:lnTo>
                  <a:lnTo>
                    <a:pt x="1973039" y="392130"/>
                  </a:lnTo>
                  <a:lnTo>
                    <a:pt x="1972600" y="390979"/>
                  </a:lnTo>
                  <a:lnTo>
                    <a:pt x="1971222" y="390177"/>
                  </a:lnTo>
                  <a:lnTo>
                    <a:pt x="1970656" y="390729"/>
                  </a:lnTo>
                  <a:lnTo>
                    <a:pt x="1971065" y="394805"/>
                  </a:lnTo>
                  <a:lnTo>
                    <a:pt x="1970520" y="396039"/>
                  </a:lnTo>
                  <a:lnTo>
                    <a:pt x="1969915" y="396932"/>
                  </a:lnTo>
                  <a:lnTo>
                    <a:pt x="1968085" y="397456"/>
                  </a:lnTo>
                  <a:lnTo>
                    <a:pt x="1966628" y="397163"/>
                  </a:lnTo>
                  <a:lnTo>
                    <a:pt x="1965391" y="395235"/>
                  </a:lnTo>
                  <a:lnTo>
                    <a:pt x="1965393" y="393595"/>
                  </a:lnTo>
                  <a:lnTo>
                    <a:pt x="1966212" y="392641"/>
                  </a:lnTo>
                  <a:lnTo>
                    <a:pt x="1966210" y="391318"/>
                  </a:lnTo>
                  <a:lnTo>
                    <a:pt x="1965986" y="389779"/>
                  </a:lnTo>
                  <a:lnTo>
                    <a:pt x="1965145" y="391568"/>
                  </a:lnTo>
                  <a:lnTo>
                    <a:pt x="1964167" y="393057"/>
                  </a:lnTo>
                  <a:lnTo>
                    <a:pt x="1962579" y="394922"/>
                  </a:lnTo>
                  <a:lnTo>
                    <a:pt x="1961809" y="395163"/>
                  </a:lnTo>
                  <a:lnTo>
                    <a:pt x="1961023" y="394951"/>
                  </a:lnTo>
                  <a:lnTo>
                    <a:pt x="1958948" y="393615"/>
                  </a:lnTo>
                  <a:lnTo>
                    <a:pt x="1957671" y="392455"/>
                  </a:lnTo>
                  <a:lnTo>
                    <a:pt x="1955160" y="388649"/>
                  </a:lnTo>
                  <a:lnTo>
                    <a:pt x="1953763" y="386880"/>
                  </a:lnTo>
                  <a:lnTo>
                    <a:pt x="1950647" y="384512"/>
                  </a:lnTo>
                  <a:lnTo>
                    <a:pt x="1947440" y="382792"/>
                  </a:lnTo>
                  <a:lnTo>
                    <a:pt x="1944903" y="381678"/>
                  </a:lnTo>
                  <a:lnTo>
                    <a:pt x="1943548" y="381809"/>
                  </a:lnTo>
                  <a:lnTo>
                    <a:pt x="1942190" y="382260"/>
                  </a:lnTo>
                  <a:lnTo>
                    <a:pt x="1940472" y="382012"/>
                  </a:lnTo>
                  <a:lnTo>
                    <a:pt x="1939892" y="381589"/>
                  </a:lnTo>
                  <a:lnTo>
                    <a:pt x="1939385" y="380647"/>
                  </a:lnTo>
                  <a:lnTo>
                    <a:pt x="1938923" y="380100"/>
                  </a:lnTo>
                  <a:lnTo>
                    <a:pt x="1936514" y="377765"/>
                  </a:lnTo>
                  <a:lnTo>
                    <a:pt x="1934811" y="375852"/>
                  </a:lnTo>
                  <a:lnTo>
                    <a:pt x="1934742" y="374571"/>
                  </a:lnTo>
                  <a:lnTo>
                    <a:pt x="1935103" y="373055"/>
                  </a:lnTo>
                  <a:lnTo>
                    <a:pt x="1934783" y="369293"/>
                  </a:lnTo>
                  <a:lnTo>
                    <a:pt x="1933959" y="365757"/>
                  </a:lnTo>
                  <a:lnTo>
                    <a:pt x="1931857" y="362254"/>
                  </a:lnTo>
                  <a:lnTo>
                    <a:pt x="1926252" y="359993"/>
                  </a:lnTo>
                  <a:lnTo>
                    <a:pt x="1921629" y="358403"/>
                  </a:lnTo>
                  <a:lnTo>
                    <a:pt x="1919974" y="358041"/>
                  </a:lnTo>
                  <a:lnTo>
                    <a:pt x="1918506" y="358394"/>
                  </a:lnTo>
                  <a:lnTo>
                    <a:pt x="1914637" y="361288"/>
                  </a:lnTo>
                  <a:lnTo>
                    <a:pt x="1912047" y="361703"/>
                  </a:lnTo>
                  <a:lnTo>
                    <a:pt x="1904500" y="361845"/>
                  </a:lnTo>
                  <a:lnTo>
                    <a:pt x="1903238" y="361529"/>
                  </a:lnTo>
                  <a:lnTo>
                    <a:pt x="1902101" y="360299"/>
                  </a:lnTo>
                  <a:lnTo>
                    <a:pt x="1901838" y="358650"/>
                  </a:lnTo>
                  <a:lnTo>
                    <a:pt x="1902167" y="355588"/>
                  </a:lnTo>
                  <a:lnTo>
                    <a:pt x="1902130" y="354294"/>
                  </a:lnTo>
                  <a:lnTo>
                    <a:pt x="1901835" y="353857"/>
                  </a:lnTo>
                  <a:lnTo>
                    <a:pt x="1901436" y="353893"/>
                  </a:lnTo>
                  <a:lnTo>
                    <a:pt x="1899948" y="352670"/>
                  </a:lnTo>
                  <a:lnTo>
                    <a:pt x="1898567" y="350620"/>
                  </a:lnTo>
                  <a:lnTo>
                    <a:pt x="1897477" y="348501"/>
                  </a:lnTo>
                  <a:lnTo>
                    <a:pt x="1896741" y="345655"/>
                  </a:lnTo>
                  <a:lnTo>
                    <a:pt x="1897738" y="345514"/>
                  </a:lnTo>
                  <a:lnTo>
                    <a:pt x="1899114" y="346220"/>
                  </a:lnTo>
                  <a:lnTo>
                    <a:pt x="1899313" y="345523"/>
                  </a:lnTo>
                  <a:lnTo>
                    <a:pt x="1899767" y="342953"/>
                  </a:lnTo>
                  <a:lnTo>
                    <a:pt x="1900724" y="341718"/>
                  </a:lnTo>
                  <a:lnTo>
                    <a:pt x="1901091" y="340760"/>
                  </a:lnTo>
                  <a:lnTo>
                    <a:pt x="1901737" y="337270"/>
                  </a:lnTo>
                  <a:lnTo>
                    <a:pt x="1901831" y="334758"/>
                  </a:lnTo>
                  <a:lnTo>
                    <a:pt x="1900730" y="336128"/>
                  </a:lnTo>
                  <a:lnTo>
                    <a:pt x="1899039" y="339613"/>
                  </a:lnTo>
                  <a:lnTo>
                    <a:pt x="1898199" y="340634"/>
                  </a:lnTo>
                  <a:lnTo>
                    <a:pt x="1897616" y="341096"/>
                  </a:lnTo>
                  <a:lnTo>
                    <a:pt x="1897031" y="341307"/>
                  </a:lnTo>
                  <a:lnTo>
                    <a:pt x="1895666" y="340610"/>
                  </a:lnTo>
                  <a:lnTo>
                    <a:pt x="1894692" y="339770"/>
                  </a:lnTo>
                  <a:lnTo>
                    <a:pt x="1894670" y="336397"/>
                  </a:lnTo>
                  <a:lnTo>
                    <a:pt x="1894219" y="335541"/>
                  </a:lnTo>
                  <a:lnTo>
                    <a:pt x="1893788" y="336183"/>
                  </a:lnTo>
                  <a:lnTo>
                    <a:pt x="1893611" y="337388"/>
                  </a:lnTo>
                  <a:lnTo>
                    <a:pt x="1892371" y="337609"/>
                  </a:lnTo>
                  <a:lnTo>
                    <a:pt x="1891791" y="338128"/>
                  </a:lnTo>
                  <a:lnTo>
                    <a:pt x="1892087" y="340128"/>
                  </a:lnTo>
                  <a:lnTo>
                    <a:pt x="1891951" y="341819"/>
                  </a:lnTo>
                  <a:lnTo>
                    <a:pt x="1890773" y="342455"/>
                  </a:lnTo>
                  <a:lnTo>
                    <a:pt x="1888385" y="342845"/>
                  </a:lnTo>
                  <a:lnTo>
                    <a:pt x="1887557" y="341183"/>
                  </a:lnTo>
                  <a:lnTo>
                    <a:pt x="1886846" y="343499"/>
                  </a:lnTo>
                  <a:lnTo>
                    <a:pt x="1886318" y="346093"/>
                  </a:lnTo>
                  <a:lnTo>
                    <a:pt x="1886244" y="349553"/>
                  </a:lnTo>
                  <a:lnTo>
                    <a:pt x="1887001" y="352421"/>
                  </a:lnTo>
                  <a:lnTo>
                    <a:pt x="1888083" y="353787"/>
                  </a:lnTo>
                  <a:lnTo>
                    <a:pt x="1890447" y="355848"/>
                  </a:lnTo>
                  <a:lnTo>
                    <a:pt x="1891473" y="357302"/>
                  </a:lnTo>
                  <a:lnTo>
                    <a:pt x="1891739" y="359175"/>
                  </a:lnTo>
                  <a:lnTo>
                    <a:pt x="1891644" y="360903"/>
                  </a:lnTo>
                  <a:lnTo>
                    <a:pt x="1890415" y="363014"/>
                  </a:lnTo>
                  <a:lnTo>
                    <a:pt x="1889580" y="364758"/>
                  </a:lnTo>
                  <a:lnTo>
                    <a:pt x="1888151" y="368959"/>
                  </a:lnTo>
                  <a:lnTo>
                    <a:pt x="1887294" y="370641"/>
                  </a:lnTo>
                  <a:lnTo>
                    <a:pt x="1883649" y="374186"/>
                  </a:lnTo>
                  <a:lnTo>
                    <a:pt x="1881518" y="375163"/>
                  </a:lnTo>
                  <a:lnTo>
                    <a:pt x="1879347" y="378508"/>
                  </a:lnTo>
                  <a:lnTo>
                    <a:pt x="1876840" y="381432"/>
                  </a:lnTo>
                  <a:lnTo>
                    <a:pt x="1873160" y="382626"/>
                  </a:lnTo>
                  <a:lnTo>
                    <a:pt x="1867588" y="387073"/>
                  </a:lnTo>
                  <a:lnTo>
                    <a:pt x="1865380" y="387904"/>
                  </a:lnTo>
                  <a:lnTo>
                    <a:pt x="1862490" y="385857"/>
                  </a:lnTo>
                  <a:lnTo>
                    <a:pt x="1855867" y="384534"/>
                  </a:lnTo>
                  <a:lnTo>
                    <a:pt x="1853806" y="382736"/>
                  </a:lnTo>
                  <a:lnTo>
                    <a:pt x="1850788" y="378201"/>
                  </a:lnTo>
                  <a:lnTo>
                    <a:pt x="1849737" y="377543"/>
                  </a:lnTo>
                  <a:lnTo>
                    <a:pt x="1848840" y="375756"/>
                  </a:lnTo>
                  <a:lnTo>
                    <a:pt x="1845159" y="373752"/>
                  </a:lnTo>
                  <a:lnTo>
                    <a:pt x="1841999" y="375062"/>
                  </a:lnTo>
                  <a:lnTo>
                    <a:pt x="1839387" y="374068"/>
                  </a:lnTo>
                  <a:lnTo>
                    <a:pt x="1838497" y="374775"/>
                  </a:lnTo>
                  <a:lnTo>
                    <a:pt x="1839869" y="375427"/>
                  </a:lnTo>
                  <a:lnTo>
                    <a:pt x="1842255" y="375961"/>
                  </a:lnTo>
                  <a:lnTo>
                    <a:pt x="1845889" y="375699"/>
                  </a:lnTo>
                  <a:lnTo>
                    <a:pt x="1847090" y="376183"/>
                  </a:lnTo>
                  <a:lnTo>
                    <a:pt x="1848152" y="377738"/>
                  </a:lnTo>
                  <a:lnTo>
                    <a:pt x="1849379" y="380260"/>
                  </a:lnTo>
                  <a:lnTo>
                    <a:pt x="1848458" y="381940"/>
                  </a:lnTo>
                  <a:lnTo>
                    <a:pt x="1847477" y="382476"/>
                  </a:lnTo>
                  <a:lnTo>
                    <a:pt x="1844544" y="380628"/>
                  </a:lnTo>
                  <a:lnTo>
                    <a:pt x="1841158" y="380901"/>
                  </a:lnTo>
                  <a:lnTo>
                    <a:pt x="1839589" y="380452"/>
                  </a:lnTo>
                  <a:lnTo>
                    <a:pt x="1835044" y="377328"/>
                  </a:lnTo>
                  <a:lnTo>
                    <a:pt x="1831589" y="380781"/>
                  </a:lnTo>
                  <a:lnTo>
                    <a:pt x="1826842" y="382564"/>
                  </a:lnTo>
                  <a:lnTo>
                    <a:pt x="1823156" y="382766"/>
                  </a:lnTo>
                  <a:lnTo>
                    <a:pt x="1816382" y="385514"/>
                  </a:lnTo>
                  <a:lnTo>
                    <a:pt x="1818231" y="385586"/>
                  </a:lnTo>
                  <a:lnTo>
                    <a:pt x="1823147" y="383660"/>
                  </a:lnTo>
                  <a:lnTo>
                    <a:pt x="1826030" y="383660"/>
                  </a:lnTo>
                  <a:lnTo>
                    <a:pt x="1830315" y="382600"/>
                  </a:lnTo>
                  <a:lnTo>
                    <a:pt x="1832544" y="381335"/>
                  </a:lnTo>
                  <a:lnTo>
                    <a:pt x="1833622" y="380156"/>
                  </a:lnTo>
                  <a:lnTo>
                    <a:pt x="1834987" y="378988"/>
                  </a:lnTo>
                  <a:lnTo>
                    <a:pt x="1836378" y="379578"/>
                  </a:lnTo>
                  <a:lnTo>
                    <a:pt x="1837337" y="380811"/>
                  </a:lnTo>
                  <a:lnTo>
                    <a:pt x="1838002" y="382560"/>
                  </a:lnTo>
                  <a:lnTo>
                    <a:pt x="1838620" y="384886"/>
                  </a:lnTo>
                  <a:lnTo>
                    <a:pt x="1837784" y="386107"/>
                  </a:lnTo>
                  <a:lnTo>
                    <a:pt x="1836997" y="386753"/>
                  </a:lnTo>
                  <a:lnTo>
                    <a:pt x="1836028" y="388411"/>
                  </a:lnTo>
                  <a:lnTo>
                    <a:pt x="1840553" y="385557"/>
                  </a:lnTo>
                  <a:lnTo>
                    <a:pt x="1843309" y="387258"/>
                  </a:lnTo>
                  <a:lnTo>
                    <a:pt x="1844690" y="386994"/>
                  </a:lnTo>
                  <a:lnTo>
                    <a:pt x="1847244" y="384469"/>
                  </a:lnTo>
                  <a:lnTo>
                    <a:pt x="1851411" y="382850"/>
                  </a:lnTo>
                  <a:lnTo>
                    <a:pt x="1851904" y="383165"/>
                  </a:lnTo>
                  <a:lnTo>
                    <a:pt x="1852394" y="383950"/>
                  </a:lnTo>
                  <a:lnTo>
                    <a:pt x="1851687" y="388796"/>
                  </a:lnTo>
                  <a:lnTo>
                    <a:pt x="1851971" y="392588"/>
                  </a:lnTo>
                  <a:lnTo>
                    <a:pt x="1855113" y="396717"/>
                  </a:lnTo>
                  <a:lnTo>
                    <a:pt x="1858393" y="399154"/>
                  </a:lnTo>
                  <a:lnTo>
                    <a:pt x="1859521" y="399233"/>
                  </a:lnTo>
                  <a:lnTo>
                    <a:pt x="1860580" y="398770"/>
                  </a:lnTo>
                  <a:lnTo>
                    <a:pt x="1860992" y="396589"/>
                  </a:lnTo>
                  <a:lnTo>
                    <a:pt x="1861801" y="394954"/>
                  </a:lnTo>
                  <a:lnTo>
                    <a:pt x="1862831" y="396431"/>
                  </a:lnTo>
                  <a:lnTo>
                    <a:pt x="1863676" y="398013"/>
                  </a:lnTo>
                  <a:lnTo>
                    <a:pt x="1864857" y="401943"/>
                  </a:lnTo>
                  <a:lnTo>
                    <a:pt x="1864828" y="403092"/>
                  </a:lnTo>
                  <a:lnTo>
                    <a:pt x="1864539" y="405386"/>
                  </a:lnTo>
                  <a:lnTo>
                    <a:pt x="1865584" y="406442"/>
                  </a:lnTo>
                  <a:lnTo>
                    <a:pt x="1866993" y="406748"/>
                  </a:lnTo>
                  <a:lnTo>
                    <a:pt x="1867514" y="410381"/>
                  </a:lnTo>
                  <a:lnTo>
                    <a:pt x="1867995" y="415559"/>
                  </a:lnTo>
                  <a:lnTo>
                    <a:pt x="1867377" y="416042"/>
                  </a:lnTo>
                  <a:lnTo>
                    <a:pt x="1866693" y="416042"/>
                  </a:lnTo>
                  <a:lnTo>
                    <a:pt x="1864404" y="417377"/>
                  </a:lnTo>
                  <a:lnTo>
                    <a:pt x="1864721" y="418308"/>
                  </a:lnTo>
                  <a:lnTo>
                    <a:pt x="1867036" y="418823"/>
                  </a:lnTo>
                  <a:lnTo>
                    <a:pt x="1867687" y="419860"/>
                  </a:lnTo>
                  <a:lnTo>
                    <a:pt x="1867222" y="422271"/>
                  </a:lnTo>
                  <a:lnTo>
                    <a:pt x="1867344" y="423383"/>
                  </a:lnTo>
                  <a:lnTo>
                    <a:pt x="1868150" y="423606"/>
                  </a:lnTo>
                  <a:lnTo>
                    <a:pt x="1868677" y="422197"/>
                  </a:lnTo>
                  <a:lnTo>
                    <a:pt x="1868537" y="420193"/>
                  </a:lnTo>
                  <a:lnTo>
                    <a:pt x="1868754" y="419304"/>
                  </a:lnTo>
                  <a:lnTo>
                    <a:pt x="1870304" y="423444"/>
                  </a:lnTo>
                  <a:lnTo>
                    <a:pt x="1870340" y="425076"/>
                  </a:lnTo>
                  <a:lnTo>
                    <a:pt x="1871656" y="426926"/>
                  </a:lnTo>
                  <a:lnTo>
                    <a:pt x="1875410" y="429651"/>
                  </a:lnTo>
                  <a:lnTo>
                    <a:pt x="1876104" y="430921"/>
                  </a:lnTo>
                  <a:lnTo>
                    <a:pt x="1876307" y="432974"/>
                  </a:lnTo>
                  <a:lnTo>
                    <a:pt x="1875369" y="433560"/>
                  </a:lnTo>
                  <a:lnTo>
                    <a:pt x="1874512" y="435025"/>
                  </a:lnTo>
                  <a:lnTo>
                    <a:pt x="1875037" y="437048"/>
                  </a:lnTo>
                  <a:lnTo>
                    <a:pt x="1876011" y="438708"/>
                  </a:lnTo>
                  <a:lnTo>
                    <a:pt x="1877614" y="439325"/>
                  </a:lnTo>
                  <a:lnTo>
                    <a:pt x="1878349" y="441964"/>
                  </a:lnTo>
                  <a:lnTo>
                    <a:pt x="1878349" y="444505"/>
                  </a:lnTo>
                  <a:lnTo>
                    <a:pt x="1877198" y="446704"/>
                  </a:lnTo>
                  <a:lnTo>
                    <a:pt x="1874871" y="449740"/>
                  </a:lnTo>
                  <a:lnTo>
                    <a:pt x="1873492" y="450956"/>
                  </a:lnTo>
                  <a:lnTo>
                    <a:pt x="1872961" y="453106"/>
                  </a:lnTo>
                  <a:lnTo>
                    <a:pt x="1872798" y="455353"/>
                  </a:lnTo>
                  <a:lnTo>
                    <a:pt x="1871860" y="455255"/>
                  </a:lnTo>
                  <a:lnTo>
                    <a:pt x="1870863" y="454322"/>
                  </a:lnTo>
                  <a:lnTo>
                    <a:pt x="1859206" y="448657"/>
                  </a:lnTo>
                  <a:lnTo>
                    <a:pt x="1854812" y="447598"/>
                  </a:lnTo>
                  <a:lnTo>
                    <a:pt x="1850964" y="447461"/>
                  </a:lnTo>
                  <a:lnTo>
                    <a:pt x="1850239" y="447119"/>
                  </a:lnTo>
                  <a:lnTo>
                    <a:pt x="1850281" y="445776"/>
                  </a:lnTo>
                  <a:lnTo>
                    <a:pt x="1850526" y="444571"/>
                  </a:lnTo>
                  <a:lnTo>
                    <a:pt x="1851067" y="443043"/>
                  </a:lnTo>
                  <a:lnTo>
                    <a:pt x="1850812" y="441732"/>
                  </a:lnTo>
                  <a:lnTo>
                    <a:pt x="1850311" y="441647"/>
                  </a:lnTo>
                  <a:lnTo>
                    <a:pt x="1849821" y="442645"/>
                  </a:lnTo>
                  <a:lnTo>
                    <a:pt x="1848760" y="442648"/>
                  </a:lnTo>
                  <a:lnTo>
                    <a:pt x="1847755" y="441489"/>
                  </a:lnTo>
                  <a:lnTo>
                    <a:pt x="1846920" y="441853"/>
                  </a:lnTo>
                  <a:lnTo>
                    <a:pt x="1846506" y="443479"/>
                  </a:lnTo>
                  <a:lnTo>
                    <a:pt x="1846179" y="444335"/>
                  </a:lnTo>
                  <a:lnTo>
                    <a:pt x="1846194" y="445357"/>
                  </a:lnTo>
                  <a:lnTo>
                    <a:pt x="1846728" y="446305"/>
                  </a:lnTo>
                  <a:lnTo>
                    <a:pt x="1848969" y="447339"/>
                  </a:lnTo>
                  <a:lnTo>
                    <a:pt x="1848597" y="448243"/>
                  </a:lnTo>
                  <a:lnTo>
                    <a:pt x="1845487" y="448979"/>
                  </a:lnTo>
                  <a:lnTo>
                    <a:pt x="1842959" y="449875"/>
                  </a:lnTo>
                  <a:lnTo>
                    <a:pt x="1839676" y="452680"/>
                  </a:lnTo>
                  <a:lnTo>
                    <a:pt x="1838342" y="454595"/>
                  </a:lnTo>
                  <a:lnTo>
                    <a:pt x="1829524" y="459372"/>
                  </a:lnTo>
                  <a:lnTo>
                    <a:pt x="1827404" y="461040"/>
                  </a:lnTo>
                  <a:lnTo>
                    <a:pt x="1826464" y="461235"/>
                  </a:lnTo>
                  <a:lnTo>
                    <a:pt x="1825255" y="461794"/>
                  </a:lnTo>
                  <a:lnTo>
                    <a:pt x="1824324" y="463803"/>
                  </a:lnTo>
                  <a:lnTo>
                    <a:pt x="1819452" y="466626"/>
                  </a:lnTo>
                  <a:lnTo>
                    <a:pt x="1818433" y="466359"/>
                  </a:lnTo>
                  <a:lnTo>
                    <a:pt x="1817144" y="468731"/>
                  </a:lnTo>
                  <a:lnTo>
                    <a:pt x="1815957" y="470031"/>
                  </a:lnTo>
                  <a:lnTo>
                    <a:pt x="1813126" y="470212"/>
                  </a:lnTo>
                  <a:lnTo>
                    <a:pt x="1811323" y="470872"/>
                  </a:lnTo>
                  <a:lnTo>
                    <a:pt x="1807418" y="474293"/>
                  </a:lnTo>
                  <a:lnTo>
                    <a:pt x="1804963" y="473210"/>
                  </a:lnTo>
                  <a:lnTo>
                    <a:pt x="1802091" y="477918"/>
                  </a:lnTo>
                  <a:lnTo>
                    <a:pt x="1798897" y="482353"/>
                  </a:lnTo>
                  <a:lnTo>
                    <a:pt x="1797944" y="482366"/>
                  </a:lnTo>
                  <a:lnTo>
                    <a:pt x="1795500" y="480505"/>
                  </a:lnTo>
                  <a:lnTo>
                    <a:pt x="1794886" y="481482"/>
                  </a:lnTo>
                  <a:lnTo>
                    <a:pt x="1795270" y="483271"/>
                  </a:lnTo>
                  <a:lnTo>
                    <a:pt x="1796135" y="485161"/>
                  </a:lnTo>
                  <a:lnTo>
                    <a:pt x="1795638" y="485709"/>
                  </a:lnTo>
                  <a:lnTo>
                    <a:pt x="1794667" y="485188"/>
                  </a:lnTo>
                  <a:lnTo>
                    <a:pt x="1793946" y="485079"/>
                  </a:lnTo>
                  <a:lnTo>
                    <a:pt x="1793445" y="485647"/>
                  </a:lnTo>
                  <a:lnTo>
                    <a:pt x="1793531" y="487002"/>
                  </a:lnTo>
                  <a:lnTo>
                    <a:pt x="1792146" y="488742"/>
                  </a:lnTo>
                  <a:lnTo>
                    <a:pt x="1791064" y="488876"/>
                  </a:lnTo>
                  <a:lnTo>
                    <a:pt x="1789818" y="489423"/>
                  </a:lnTo>
                  <a:lnTo>
                    <a:pt x="1789402" y="490923"/>
                  </a:lnTo>
                  <a:lnTo>
                    <a:pt x="1789777" y="492544"/>
                  </a:lnTo>
                  <a:lnTo>
                    <a:pt x="1787562" y="494432"/>
                  </a:lnTo>
                  <a:lnTo>
                    <a:pt x="1785760" y="496861"/>
                  </a:lnTo>
                  <a:lnTo>
                    <a:pt x="1784901" y="497304"/>
                  </a:lnTo>
                  <a:lnTo>
                    <a:pt x="1783918" y="498384"/>
                  </a:lnTo>
                  <a:lnTo>
                    <a:pt x="1782839" y="499175"/>
                  </a:lnTo>
                  <a:lnTo>
                    <a:pt x="1781592" y="499005"/>
                  </a:lnTo>
                  <a:lnTo>
                    <a:pt x="1778634" y="502473"/>
                  </a:lnTo>
                  <a:lnTo>
                    <a:pt x="1771965" y="508465"/>
                  </a:lnTo>
                  <a:lnTo>
                    <a:pt x="1770114" y="509247"/>
                  </a:lnTo>
                  <a:lnTo>
                    <a:pt x="1767756" y="511067"/>
                  </a:lnTo>
                  <a:lnTo>
                    <a:pt x="1767528" y="512284"/>
                  </a:lnTo>
                  <a:lnTo>
                    <a:pt x="1767513" y="513786"/>
                  </a:lnTo>
                  <a:lnTo>
                    <a:pt x="1766572" y="516249"/>
                  </a:lnTo>
                  <a:lnTo>
                    <a:pt x="1765476" y="522505"/>
                  </a:lnTo>
                  <a:lnTo>
                    <a:pt x="1765143" y="523629"/>
                  </a:lnTo>
                  <a:lnTo>
                    <a:pt x="1764582" y="524936"/>
                  </a:lnTo>
                  <a:lnTo>
                    <a:pt x="1762152" y="524329"/>
                  </a:lnTo>
                  <a:lnTo>
                    <a:pt x="1760036" y="521936"/>
                  </a:lnTo>
                  <a:lnTo>
                    <a:pt x="1759353" y="520837"/>
                  </a:lnTo>
                  <a:lnTo>
                    <a:pt x="1758986" y="519549"/>
                  </a:lnTo>
                  <a:lnTo>
                    <a:pt x="1758856" y="517479"/>
                  </a:lnTo>
                  <a:lnTo>
                    <a:pt x="1758452" y="516523"/>
                  </a:lnTo>
                  <a:lnTo>
                    <a:pt x="1757964" y="516076"/>
                  </a:lnTo>
                  <a:lnTo>
                    <a:pt x="1755541" y="510974"/>
                  </a:lnTo>
                  <a:lnTo>
                    <a:pt x="1751313" y="507470"/>
                  </a:lnTo>
                  <a:lnTo>
                    <a:pt x="1750709" y="506308"/>
                  </a:lnTo>
                  <a:lnTo>
                    <a:pt x="1745298" y="507258"/>
                  </a:lnTo>
                  <a:lnTo>
                    <a:pt x="1743842" y="507285"/>
                  </a:lnTo>
                  <a:lnTo>
                    <a:pt x="1741282" y="506418"/>
                  </a:lnTo>
                  <a:lnTo>
                    <a:pt x="1737268" y="506959"/>
                  </a:lnTo>
                  <a:lnTo>
                    <a:pt x="1732436" y="508868"/>
                  </a:lnTo>
                  <a:lnTo>
                    <a:pt x="1730957" y="510061"/>
                  </a:lnTo>
                  <a:lnTo>
                    <a:pt x="1726029" y="511912"/>
                  </a:lnTo>
                  <a:lnTo>
                    <a:pt x="1722787" y="514845"/>
                  </a:lnTo>
                  <a:lnTo>
                    <a:pt x="1716476" y="525483"/>
                  </a:lnTo>
                  <a:lnTo>
                    <a:pt x="1714986" y="527688"/>
                  </a:lnTo>
                  <a:lnTo>
                    <a:pt x="1714260" y="528166"/>
                  </a:lnTo>
                  <a:lnTo>
                    <a:pt x="1713193" y="528366"/>
                  </a:lnTo>
                  <a:lnTo>
                    <a:pt x="1712729" y="526221"/>
                  </a:lnTo>
                  <a:lnTo>
                    <a:pt x="1712570" y="524528"/>
                  </a:lnTo>
                  <a:lnTo>
                    <a:pt x="1712969" y="521293"/>
                  </a:lnTo>
                  <a:lnTo>
                    <a:pt x="1713727" y="518649"/>
                  </a:lnTo>
                  <a:lnTo>
                    <a:pt x="1714500" y="513691"/>
                  </a:lnTo>
                  <a:lnTo>
                    <a:pt x="1714693" y="511677"/>
                  </a:lnTo>
                  <a:lnTo>
                    <a:pt x="1715237" y="509592"/>
                  </a:lnTo>
                  <a:lnTo>
                    <a:pt x="1713115" y="509723"/>
                  </a:lnTo>
                  <a:lnTo>
                    <a:pt x="1710175" y="513372"/>
                  </a:lnTo>
                  <a:lnTo>
                    <a:pt x="1705746" y="516930"/>
                  </a:lnTo>
                  <a:lnTo>
                    <a:pt x="1703682" y="517855"/>
                  </a:lnTo>
                  <a:lnTo>
                    <a:pt x="1702071" y="519931"/>
                  </a:lnTo>
                  <a:lnTo>
                    <a:pt x="1700928" y="520232"/>
                  </a:lnTo>
                  <a:lnTo>
                    <a:pt x="1699595" y="521005"/>
                  </a:lnTo>
                  <a:lnTo>
                    <a:pt x="1699460" y="525525"/>
                  </a:lnTo>
                  <a:lnTo>
                    <a:pt x="1698785" y="528033"/>
                  </a:lnTo>
                  <a:lnTo>
                    <a:pt x="1697980" y="528539"/>
                  </a:lnTo>
                  <a:lnTo>
                    <a:pt x="1696753" y="528617"/>
                  </a:lnTo>
                  <a:lnTo>
                    <a:pt x="1695829" y="527635"/>
                  </a:lnTo>
                  <a:lnTo>
                    <a:pt x="1694476" y="523993"/>
                  </a:lnTo>
                  <a:lnTo>
                    <a:pt x="1692694" y="522107"/>
                  </a:lnTo>
                  <a:lnTo>
                    <a:pt x="1691642" y="521770"/>
                  </a:lnTo>
                  <a:lnTo>
                    <a:pt x="1690862" y="522202"/>
                  </a:lnTo>
                  <a:lnTo>
                    <a:pt x="1689316" y="524693"/>
                  </a:lnTo>
                  <a:lnTo>
                    <a:pt x="1687609" y="526945"/>
                  </a:lnTo>
                  <a:lnTo>
                    <a:pt x="1687878" y="524380"/>
                  </a:lnTo>
                  <a:lnTo>
                    <a:pt x="1686428" y="523406"/>
                  </a:lnTo>
                  <a:lnTo>
                    <a:pt x="1685137" y="522823"/>
                  </a:lnTo>
                  <a:lnTo>
                    <a:pt x="1683498" y="522703"/>
                  </a:lnTo>
                  <a:lnTo>
                    <a:pt x="1683051" y="523090"/>
                  </a:lnTo>
                  <a:lnTo>
                    <a:pt x="1682387" y="524556"/>
                  </a:lnTo>
                  <a:lnTo>
                    <a:pt x="1680959" y="526457"/>
                  </a:lnTo>
                  <a:lnTo>
                    <a:pt x="1679964" y="527264"/>
                  </a:lnTo>
                  <a:lnTo>
                    <a:pt x="1678931" y="528795"/>
                  </a:lnTo>
                  <a:lnTo>
                    <a:pt x="1678374" y="530376"/>
                  </a:lnTo>
                  <a:lnTo>
                    <a:pt x="1677835" y="532622"/>
                  </a:lnTo>
                  <a:lnTo>
                    <a:pt x="1677192" y="538101"/>
                  </a:lnTo>
                  <a:lnTo>
                    <a:pt x="1677239" y="544526"/>
                  </a:lnTo>
                  <a:lnTo>
                    <a:pt x="1674919" y="549584"/>
                  </a:lnTo>
                  <a:lnTo>
                    <a:pt x="1673997" y="549085"/>
                  </a:lnTo>
                  <a:lnTo>
                    <a:pt x="1673562" y="549417"/>
                  </a:lnTo>
                  <a:lnTo>
                    <a:pt x="1673132" y="550089"/>
                  </a:lnTo>
                  <a:lnTo>
                    <a:pt x="1673925" y="552871"/>
                  </a:lnTo>
                  <a:lnTo>
                    <a:pt x="1673499" y="553867"/>
                  </a:lnTo>
                  <a:lnTo>
                    <a:pt x="1673064" y="554532"/>
                  </a:lnTo>
                  <a:lnTo>
                    <a:pt x="1671987" y="555262"/>
                  </a:lnTo>
                  <a:lnTo>
                    <a:pt x="1669471" y="559380"/>
                  </a:lnTo>
                  <a:lnTo>
                    <a:pt x="1667122" y="562078"/>
                  </a:lnTo>
                  <a:lnTo>
                    <a:pt x="1663279" y="569795"/>
                  </a:lnTo>
                  <a:lnTo>
                    <a:pt x="1662139" y="574954"/>
                  </a:lnTo>
                  <a:lnTo>
                    <a:pt x="1661039" y="580743"/>
                  </a:lnTo>
                  <a:lnTo>
                    <a:pt x="1661556" y="583579"/>
                  </a:lnTo>
                  <a:lnTo>
                    <a:pt x="1662021" y="585431"/>
                  </a:lnTo>
                  <a:lnTo>
                    <a:pt x="1662741" y="586720"/>
                  </a:lnTo>
                  <a:lnTo>
                    <a:pt x="1663969" y="588065"/>
                  </a:lnTo>
                  <a:lnTo>
                    <a:pt x="1666609" y="589565"/>
                  </a:lnTo>
                  <a:lnTo>
                    <a:pt x="1666371" y="590550"/>
                  </a:lnTo>
                  <a:lnTo>
                    <a:pt x="1666362" y="591371"/>
                  </a:lnTo>
                  <a:lnTo>
                    <a:pt x="1667295" y="589924"/>
                  </a:lnTo>
                  <a:lnTo>
                    <a:pt x="1667973" y="585850"/>
                  </a:lnTo>
                  <a:lnTo>
                    <a:pt x="1669606" y="584546"/>
                  </a:lnTo>
                  <a:lnTo>
                    <a:pt x="1670396" y="584609"/>
                  </a:lnTo>
                  <a:lnTo>
                    <a:pt x="1675661" y="587824"/>
                  </a:lnTo>
                  <a:lnTo>
                    <a:pt x="1676658" y="589210"/>
                  </a:lnTo>
                  <a:lnTo>
                    <a:pt x="1676511" y="592270"/>
                  </a:lnTo>
                  <a:lnTo>
                    <a:pt x="1676190" y="593730"/>
                  </a:lnTo>
                  <a:lnTo>
                    <a:pt x="1675214" y="595875"/>
                  </a:lnTo>
                  <a:lnTo>
                    <a:pt x="1673342" y="598456"/>
                  </a:lnTo>
                  <a:lnTo>
                    <a:pt x="1671148" y="601998"/>
                  </a:lnTo>
                  <a:lnTo>
                    <a:pt x="1670939" y="604171"/>
                  </a:lnTo>
                  <a:lnTo>
                    <a:pt x="1670929" y="605357"/>
                  </a:lnTo>
                  <a:lnTo>
                    <a:pt x="1671504" y="609528"/>
                  </a:lnTo>
                  <a:lnTo>
                    <a:pt x="1671587" y="611874"/>
                  </a:lnTo>
                  <a:lnTo>
                    <a:pt x="1671294" y="616247"/>
                  </a:lnTo>
                  <a:lnTo>
                    <a:pt x="1671436" y="618136"/>
                  </a:lnTo>
                  <a:lnTo>
                    <a:pt x="1672020" y="619750"/>
                  </a:lnTo>
                  <a:lnTo>
                    <a:pt x="1672910" y="620760"/>
                  </a:lnTo>
                  <a:lnTo>
                    <a:pt x="1674444" y="620209"/>
                  </a:lnTo>
                  <a:lnTo>
                    <a:pt x="1675913" y="620677"/>
                  </a:lnTo>
                  <a:lnTo>
                    <a:pt x="1677037" y="621783"/>
                  </a:lnTo>
                  <a:lnTo>
                    <a:pt x="1676873" y="625432"/>
                  </a:lnTo>
                  <a:lnTo>
                    <a:pt x="1677500" y="628885"/>
                  </a:lnTo>
                  <a:lnTo>
                    <a:pt x="1678012" y="635243"/>
                  </a:lnTo>
                  <a:lnTo>
                    <a:pt x="1677096" y="636981"/>
                  </a:lnTo>
                  <a:lnTo>
                    <a:pt x="1676207" y="638066"/>
                  </a:lnTo>
                  <a:lnTo>
                    <a:pt x="1674456" y="640794"/>
                  </a:lnTo>
                  <a:lnTo>
                    <a:pt x="1673522" y="641116"/>
                  </a:lnTo>
                  <a:lnTo>
                    <a:pt x="1671901" y="640175"/>
                  </a:lnTo>
                  <a:lnTo>
                    <a:pt x="1669283" y="635251"/>
                  </a:lnTo>
                  <a:lnTo>
                    <a:pt x="1670332" y="632338"/>
                  </a:lnTo>
                  <a:lnTo>
                    <a:pt x="1672555" y="630310"/>
                  </a:lnTo>
                  <a:lnTo>
                    <a:pt x="1673566" y="628846"/>
                  </a:lnTo>
                  <a:lnTo>
                    <a:pt x="1674345" y="626693"/>
                  </a:lnTo>
                  <a:lnTo>
                    <a:pt x="1673182" y="627102"/>
                  </a:lnTo>
                  <a:lnTo>
                    <a:pt x="1672362" y="628038"/>
                  </a:lnTo>
                  <a:lnTo>
                    <a:pt x="1669818" y="627633"/>
                  </a:lnTo>
                  <a:lnTo>
                    <a:pt x="1668801" y="628671"/>
                  </a:lnTo>
                  <a:lnTo>
                    <a:pt x="1667562" y="630320"/>
                  </a:lnTo>
                  <a:lnTo>
                    <a:pt x="1668050" y="634411"/>
                  </a:lnTo>
                  <a:lnTo>
                    <a:pt x="1667222" y="635155"/>
                  </a:lnTo>
                  <a:lnTo>
                    <a:pt x="1665654" y="636566"/>
                  </a:lnTo>
                  <a:lnTo>
                    <a:pt x="1663335" y="638324"/>
                  </a:lnTo>
                  <a:lnTo>
                    <a:pt x="1662580" y="639465"/>
                  </a:lnTo>
                  <a:lnTo>
                    <a:pt x="1660594" y="646831"/>
                  </a:lnTo>
                  <a:lnTo>
                    <a:pt x="1658763" y="652313"/>
                  </a:lnTo>
                  <a:lnTo>
                    <a:pt x="1658125" y="657003"/>
                  </a:lnTo>
                  <a:lnTo>
                    <a:pt x="1658193" y="661084"/>
                  </a:lnTo>
                  <a:lnTo>
                    <a:pt x="1658878" y="665596"/>
                  </a:lnTo>
                  <a:lnTo>
                    <a:pt x="1659363" y="667558"/>
                  </a:lnTo>
                  <a:lnTo>
                    <a:pt x="1661484" y="671722"/>
                  </a:lnTo>
                  <a:lnTo>
                    <a:pt x="1662523" y="675028"/>
                  </a:lnTo>
                  <a:lnTo>
                    <a:pt x="1662835" y="678987"/>
                  </a:lnTo>
                  <a:lnTo>
                    <a:pt x="1661124" y="680863"/>
                  </a:lnTo>
                  <a:lnTo>
                    <a:pt x="1658147" y="685464"/>
                  </a:lnTo>
                  <a:lnTo>
                    <a:pt x="1656902" y="685957"/>
                  </a:lnTo>
                  <a:lnTo>
                    <a:pt x="1652820" y="685830"/>
                  </a:lnTo>
                  <a:lnTo>
                    <a:pt x="1650795" y="683535"/>
                  </a:lnTo>
                  <a:lnTo>
                    <a:pt x="1648397" y="684122"/>
                  </a:lnTo>
                  <a:lnTo>
                    <a:pt x="1646387" y="685216"/>
                  </a:lnTo>
                  <a:lnTo>
                    <a:pt x="1643234" y="688481"/>
                  </a:lnTo>
                  <a:lnTo>
                    <a:pt x="1640417" y="692695"/>
                  </a:lnTo>
                  <a:lnTo>
                    <a:pt x="1637771" y="695623"/>
                  </a:lnTo>
                  <a:lnTo>
                    <a:pt x="1636978" y="697345"/>
                  </a:lnTo>
                  <a:lnTo>
                    <a:pt x="1635887" y="700964"/>
                  </a:lnTo>
                  <a:lnTo>
                    <a:pt x="1634924" y="707605"/>
                  </a:lnTo>
                  <a:lnTo>
                    <a:pt x="1635259" y="710885"/>
                  </a:lnTo>
                  <a:lnTo>
                    <a:pt x="1635794" y="712416"/>
                  </a:lnTo>
                  <a:lnTo>
                    <a:pt x="1636308" y="714444"/>
                  </a:lnTo>
                  <a:lnTo>
                    <a:pt x="1635608" y="717532"/>
                  </a:lnTo>
                  <a:lnTo>
                    <a:pt x="1635589" y="719510"/>
                  </a:lnTo>
                  <a:lnTo>
                    <a:pt x="1636879" y="722638"/>
                  </a:lnTo>
                  <a:lnTo>
                    <a:pt x="1637162" y="726932"/>
                  </a:lnTo>
                  <a:lnTo>
                    <a:pt x="1636204" y="727065"/>
                  </a:lnTo>
                  <a:lnTo>
                    <a:pt x="1634034" y="723974"/>
                  </a:lnTo>
                  <a:lnTo>
                    <a:pt x="1631743" y="723738"/>
                  </a:lnTo>
                  <a:lnTo>
                    <a:pt x="1626192" y="727300"/>
                  </a:lnTo>
                  <a:lnTo>
                    <a:pt x="1623921" y="729356"/>
                  </a:lnTo>
                  <a:lnTo>
                    <a:pt x="1621371" y="733452"/>
                  </a:lnTo>
                  <a:lnTo>
                    <a:pt x="1620609" y="732670"/>
                  </a:lnTo>
                  <a:lnTo>
                    <a:pt x="1620064" y="730324"/>
                  </a:lnTo>
                  <a:lnTo>
                    <a:pt x="1619140" y="729284"/>
                  </a:lnTo>
                  <a:lnTo>
                    <a:pt x="1617998" y="729805"/>
                  </a:lnTo>
                  <a:lnTo>
                    <a:pt x="1617507" y="732019"/>
                  </a:lnTo>
                  <a:lnTo>
                    <a:pt x="1619085" y="733061"/>
                  </a:lnTo>
                  <a:lnTo>
                    <a:pt x="1619685" y="734495"/>
                  </a:lnTo>
                  <a:lnTo>
                    <a:pt x="1618758" y="739968"/>
                  </a:lnTo>
                  <a:lnTo>
                    <a:pt x="1618105" y="741793"/>
                  </a:lnTo>
                  <a:lnTo>
                    <a:pt x="1618347" y="746709"/>
                  </a:lnTo>
                  <a:lnTo>
                    <a:pt x="1618258" y="748988"/>
                  </a:lnTo>
                  <a:lnTo>
                    <a:pt x="1617892" y="751298"/>
                  </a:lnTo>
                  <a:lnTo>
                    <a:pt x="1616265" y="757625"/>
                  </a:lnTo>
                  <a:lnTo>
                    <a:pt x="1613450" y="765936"/>
                  </a:lnTo>
                  <a:lnTo>
                    <a:pt x="1609991" y="771973"/>
                  </a:lnTo>
                  <a:lnTo>
                    <a:pt x="1607593" y="774063"/>
                  </a:lnTo>
                  <a:lnTo>
                    <a:pt x="1606385" y="775679"/>
                  </a:lnTo>
                  <a:lnTo>
                    <a:pt x="1605878" y="777776"/>
                  </a:lnTo>
                  <a:lnTo>
                    <a:pt x="1602328" y="783573"/>
                  </a:lnTo>
                  <a:lnTo>
                    <a:pt x="1597951" y="789665"/>
                  </a:lnTo>
                  <a:lnTo>
                    <a:pt x="1596720" y="790767"/>
                  </a:lnTo>
                  <a:lnTo>
                    <a:pt x="1596431" y="788468"/>
                  </a:lnTo>
                  <a:lnTo>
                    <a:pt x="1596297" y="786192"/>
                  </a:lnTo>
                  <a:lnTo>
                    <a:pt x="1595770" y="783156"/>
                  </a:lnTo>
                  <a:lnTo>
                    <a:pt x="1594199" y="780651"/>
                  </a:lnTo>
                  <a:lnTo>
                    <a:pt x="1593924" y="778623"/>
                  </a:lnTo>
                  <a:lnTo>
                    <a:pt x="1593668" y="775821"/>
                  </a:lnTo>
                  <a:lnTo>
                    <a:pt x="1593538" y="762880"/>
                  </a:lnTo>
                  <a:lnTo>
                    <a:pt x="1592149" y="749479"/>
                  </a:lnTo>
                  <a:lnTo>
                    <a:pt x="1591994" y="745259"/>
                  </a:lnTo>
                  <a:lnTo>
                    <a:pt x="1590314" y="741805"/>
                  </a:lnTo>
                  <a:lnTo>
                    <a:pt x="1589398" y="738229"/>
                  </a:lnTo>
                  <a:lnTo>
                    <a:pt x="1588855" y="734716"/>
                  </a:lnTo>
                  <a:lnTo>
                    <a:pt x="1588712" y="730569"/>
                  </a:lnTo>
                  <a:lnTo>
                    <a:pt x="1586878" y="708768"/>
                  </a:lnTo>
                  <a:lnTo>
                    <a:pt x="1586319" y="703336"/>
                  </a:lnTo>
                  <a:lnTo>
                    <a:pt x="1583870" y="685803"/>
                  </a:lnTo>
                  <a:lnTo>
                    <a:pt x="1582808" y="675666"/>
                  </a:lnTo>
                  <a:lnTo>
                    <a:pt x="1582111" y="665779"/>
                  </a:lnTo>
                  <a:lnTo>
                    <a:pt x="1582000" y="661366"/>
                  </a:lnTo>
                  <a:lnTo>
                    <a:pt x="1583093" y="648214"/>
                  </a:lnTo>
                  <a:lnTo>
                    <a:pt x="1583996" y="639980"/>
                  </a:lnTo>
                  <a:lnTo>
                    <a:pt x="1587277" y="621571"/>
                  </a:lnTo>
                  <a:lnTo>
                    <a:pt x="1587806" y="619893"/>
                  </a:lnTo>
                  <a:lnTo>
                    <a:pt x="1588326" y="619019"/>
                  </a:lnTo>
                  <a:lnTo>
                    <a:pt x="1594024" y="611939"/>
                  </a:lnTo>
                  <a:lnTo>
                    <a:pt x="1596482" y="608066"/>
                  </a:lnTo>
                  <a:lnTo>
                    <a:pt x="1597967" y="603990"/>
                  </a:lnTo>
                  <a:lnTo>
                    <a:pt x="1599546" y="598786"/>
                  </a:lnTo>
                  <a:lnTo>
                    <a:pt x="1599383" y="595990"/>
                  </a:lnTo>
                  <a:lnTo>
                    <a:pt x="1599194" y="594370"/>
                  </a:lnTo>
                  <a:lnTo>
                    <a:pt x="1598598" y="592563"/>
                  </a:lnTo>
                  <a:lnTo>
                    <a:pt x="1597261" y="590464"/>
                  </a:lnTo>
                  <a:lnTo>
                    <a:pt x="1597734" y="589528"/>
                  </a:lnTo>
                  <a:lnTo>
                    <a:pt x="1598253" y="588818"/>
                  </a:lnTo>
                  <a:lnTo>
                    <a:pt x="1599657" y="588034"/>
                  </a:lnTo>
                  <a:lnTo>
                    <a:pt x="1602508" y="589611"/>
                  </a:lnTo>
                  <a:lnTo>
                    <a:pt x="1605391" y="588947"/>
                  </a:lnTo>
                  <a:lnTo>
                    <a:pt x="1608056" y="582432"/>
                  </a:lnTo>
                  <a:lnTo>
                    <a:pt x="1611859" y="583432"/>
                  </a:lnTo>
                  <a:lnTo>
                    <a:pt x="1614770" y="582269"/>
                  </a:lnTo>
                  <a:lnTo>
                    <a:pt x="1615568" y="582751"/>
                  </a:lnTo>
                  <a:lnTo>
                    <a:pt x="1616135" y="580550"/>
                  </a:lnTo>
                  <a:lnTo>
                    <a:pt x="1617718" y="578204"/>
                  </a:lnTo>
                  <a:lnTo>
                    <a:pt x="1620650" y="574702"/>
                  </a:lnTo>
                  <a:lnTo>
                    <a:pt x="1624968" y="570489"/>
                  </a:lnTo>
                  <a:lnTo>
                    <a:pt x="1627112" y="567667"/>
                  </a:lnTo>
                  <a:lnTo>
                    <a:pt x="1628318" y="564975"/>
                  </a:lnTo>
                  <a:lnTo>
                    <a:pt x="1630098" y="562451"/>
                  </a:lnTo>
                  <a:lnTo>
                    <a:pt x="1631812" y="559269"/>
                  </a:lnTo>
                  <a:lnTo>
                    <a:pt x="1634969" y="549710"/>
                  </a:lnTo>
                  <a:lnTo>
                    <a:pt x="1641176" y="541823"/>
                  </a:lnTo>
                  <a:lnTo>
                    <a:pt x="1643608" y="537293"/>
                  </a:lnTo>
                  <a:lnTo>
                    <a:pt x="1645631" y="535689"/>
                  </a:lnTo>
                  <a:lnTo>
                    <a:pt x="1647406" y="534944"/>
                  </a:lnTo>
                  <a:lnTo>
                    <a:pt x="1651894" y="528480"/>
                  </a:lnTo>
                  <a:lnTo>
                    <a:pt x="1654737" y="523110"/>
                  </a:lnTo>
                  <a:lnTo>
                    <a:pt x="1658490" y="519418"/>
                  </a:lnTo>
                  <a:lnTo>
                    <a:pt x="1659632" y="517056"/>
                  </a:lnTo>
                  <a:lnTo>
                    <a:pt x="1661577" y="511502"/>
                  </a:lnTo>
                  <a:lnTo>
                    <a:pt x="1662373" y="510136"/>
                  </a:lnTo>
                  <a:lnTo>
                    <a:pt x="1664818" y="508058"/>
                  </a:lnTo>
                  <a:lnTo>
                    <a:pt x="1670332" y="504431"/>
                  </a:lnTo>
                  <a:lnTo>
                    <a:pt x="1673540" y="500784"/>
                  </a:lnTo>
                  <a:lnTo>
                    <a:pt x="1678220" y="500266"/>
                  </a:lnTo>
                  <a:lnTo>
                    <a:pt x="1679627" y="498808"/>
                  </a:lnTo>
                  <a:lnTo>
                    <a:pt x="1681093" y="497999"/>
                  </a:lnTo>
                  <a:lnTo>
                    <a:pt x="1682633" y="496827"/>
                  </a:lnTo>
                  <a:lnTo>
                    <a:pt x="1680702" y="493611"/>
                  </a:lnTo>
                  <a:lnTo>
                    <a:pt x="1681143" y="491876"/>
                  </a:lnTo>
                  <a:lnTo>
                    <a:pt x="1681518" y="491079"/>
                  </a:lnTo>
                  <a:lnTo>
                    <a:pt x="1684896" y="487263"/>
                  </a:lnTo>
                  <a:lnTo>
                    <a:pt x="1686279" y="484210"/>
                  </a:lnTo>
                  <a:lnTo>
                    <a:pt x="1686114" y="482897"/>
                  </a:lnTo>
                  <a:lnTo>
                    <a:pt x="1685875" y="481962"/>
                  </a:lnTo>
                  <a:lnTo>
                    <a:pt x="1683798" y="480736"/>
                  </a:lnTo>
                  <a:lnTo>
                    <a:pt x="1684202" y="477873"/>
                  </a:lnTo>
                  <a:lnTo>
                    <a:pt x="1684764" y="475453"/>
                  </a:lnTo>
                  <a:lnTo>
                    <a:pt x="1686453" y="473369"/>
                  </a:lnTo>
                  <a:lnTo>
                    <a:pt x="1687050" y="468547"/>
                  </a:lnTo>
                  <a:lnTo>
                    <a:pt x="1687127" y="463490"/>
                  </a:lnTo>
                  <a:lnTo>
                    <a:pt x="1688769" y="456185"/>
                  </a:lnTo>
                  <a:lnTo>
                    <a:pt x="1689759" y="454577"/>
                  </a:lnTo>
                  <a:lnTo>
                    <a:pt x="1693595" y="450915"/>
                  </a:lnTo>
                  <a:lnTo>
                    <a:pt x="1694488" y="450820"/>
                  </a:lnTo>
                  <a:lnTo>
                    <a:pt x="1697166" y="452058"/>
                  </a:lnTo>
                  <a:lnTo>
                    <a:pt x="1700083" y="452660"/>
                  </a:lnTo>
                  <a:lnTo>
                    <a:pt x="1701119" y="453769"/>
                  </a:lnTo>
                  <a:lnTo>
                    <a:pt x="1701336" y="452830"/>
                  </a:lnTo>
                  <a:lnTo>
                    <a:pt x="1701190" y="451576"/>
                  </a:lnTo>
                  <a:lnTo>
                    <a:pt x="1702011" y="451139"/>
                  </a:lnTo>
                  <a:lnTo>
                    <a:pt x="1703702" y="451609"/>
                  </a:lnTo>
                  <a:lnTo>
                    <a:pt x="1703445" y="450226"/>
                  </a:lnTo>
                  <a:lnTo>
                    <a:pt x="1699095" y="449543"/>
                  </a:lnTo>
                  <a:lnTo>
                    <a:pt x="1695989" y="447944"/>
                  </a:lnTo>
                  <a:lnTo>
                    <a:pt x="1693208" y="444860"/>
                  </a:lnTo>
                  <a:lnTo>
                    <a:pt x="1691374" y="443998"/>
                  </a:lnTo>
                  <a:lnTo>
                    <a:pt x="1689366" y="444237"/>
                  </a:lnTo>
                  <a:lnTo>
                    <a:pt x="1677965" y="448540"/>
                  </a:lnTo>
                  <a:lnTo>
                    <a:pt x="1677415" y="449708"/>
                  </a:lnTo>
                  <a:lnTo>
                    <a:pt x="1676886" y="451364"/>
                  </a:lnTo>
                  <a:lnTo>
                    <a:pt x="1677600" y="453798"/>
                  </a:lnTo>
                  <a:lnTo>
                    <a:pt x="1677056" y="454864"/>
                  </a:lnTo>
                  <a:lnTo>
                    <a:pt x="1676504" y="455558"/>
                  </a:lnTo>
                  <a:lnTo>
                    <a:pt x="1675889" y="457150"/>
                  </a:lnTo>
                  <a:lnTo>
                    <a:pt x="1675333" y="460301"/>
                  </a:lnTo>
                  <a:lnTo>
                    <a:pt x="1675489" y="463345"/>
                  </a:lnTo>
                  <a:lnTo>
                    <a:pt x="1674090" y="468039"/>
                  </a:lnTo>
                  <a:lnTo>
                    <a:pt x="1673986" y="470981"/>
                  </a:lnTo>
                  <a:lnTo>
                    <a:pt x="1676434" y="472604"/>
                  </a:lnTo>
                  <a:lnTo>
                    <a:pt x="1677053" y="473700"/>
                  </a:lnTo>
                  <a:lnTo>
                    <a:pt x="1676313" y="475316"/>
                  </a:lnTo>
                  <a:lnTo>
                    <a:pt x="1675585" y="476302"/>
                  </a:lnTo>
                  <a:lnTo>
                    <a:pt x="1674924" y="477509"/>
                  </a:lnTo>
                  <a:lnTo>
                    <a:pt x="1674455" y="477997"/>
                  </a:lnTo>
                  <a:lnTo>
                    <a:pt x="1673797" y="478289"/>
                  </a:lnTo>
                  <a:lnTo>
                    <a:pt x="1672905" y="476707"/>
                  </a:lnTo>
                  <a:lnTo>
                    <a:pt x="1672094" y="473536"/>
                  </a:lnTo>
                  <a:lnTo>
                    <a:pt x="1670816" y="473351"/>
                  </a:lnTo>
                  <a:lnTo>
                    <a:pt x="1670390" y="473829"/>
                  </a:lnTo>
                  <a:lnTo>
                    <a:pt x="1670158" y="475086"/>
                  </a:lnTo>
                  <a:lnTo>
                    <a:pt x="1669030" y="475160"/>
                  </a:lnTo>
                  <a:lnTo>
                    <a:pt x="1667781" y="474567"/>
                  </a:lnTo>
                  <a:lnTo>
                    <a:pt x="1666376" y="474804"/>
                  </a:lnTo>
                  <a:lnTo>
                    <a:pt x="1663856" y="478393"/>
                  </a:lnTo>
                  <a:lnTo>
                    <a:pt x="1649650" y="495466"/>
                  </a:lnTo>
                  <a:lnTo>
                    <a:pt x="1648144" y="497540"/>
                  </a:lnTo>
                  <a:lnTo>
                    <a:pt x="1646312" y="501658"/>
                  </a:lnTo>
                  <a:lnTo>
                    <a:pt x="1642800" y="502056"/>
                  </a:lnTo>
                  <a:lnTo>
                    <a:pt x="1641395" y="502981"/>
                  </a:lnTo>
                  <a:lnTo>
                    <a:pt x="1640398" y="504208"/>
                  </a:lnTo>
                  <a:lnTo>
                    <a:pt x="1638995" y="505053"/>
                  </a:lnTo>
                  <a:lnTo>
                    <a:pt x="1639041" y="503508"/>
                  </a:lnTo>
                  <a:lnTo>
                    <a:pt x="1639334" y="502358"/>
                  </a:lnTo>
                  <a:lnTo>
                    <a:pt x="1639638" y="499347"/>
                  </a:lnTo>
                  <a:lnTo>
                    <a:pt x="1641528" y="493616"/>
                  </a:lnTo>
                  <a:lnTo>
                    <a:pt x="1640323" y="493046"/>
                  </a:lnTo>
                  <a:lnTo>
                    <a:pt x="1639126" y="492961"/>
                  </a:lnTo>
                  <a:lnTo>
                    <a:pt x="1636902" y="494150"/>
                  </a:lnTo>
                  <a:lnTo>
                    <a:pt x="1635410" y="496041"/>
                  </a:lnTo>
                  <a:lnTo>
                    <a:pt x="1634266" y="495650"/>
                  </a:lnTo>
                  <a:lnTo>
                    <a:pt x="1634811" y="493956"/>
                  </a:lnTo>
                  <a:lnTo>
                    <a:pt x="1636226" y="490568"/>
                  </a:lnTo>
                  <a:lnTo>
                    <a:pt x="1635791" y="487441"/>
                  </a:lnTo>
                  <a:lnTo>
                    <a:pt x="1635410" y="485747"/>
                  </a:lnTo>
                  <a:lnTo>
                    <a:pt x="1635999" y="484797"/>
                  </a:lnTo>
                  <a:lnTo>
                    <a:pt x="1638860" y="478486"/>
                  </a:lnTo>
                  <a:lnTo>
                    <a:pt x="1639899" y="475233"/>
                  </a:lnTo>
                  <a:lnTo>
                    <a:pt x="1640769" y="470926"/>
                  </a:lnTo>
                  <a:lnTo>
                    <a:pt x="1640819" y="469590"/>
                  </a:lnTo>
                  <a:lnTo>
                    <a:pt x="1640670" y="467941"/>
                  </a:lnTo>
                  <a:lnTo>
                    <a:pt x="1639787" y="467661"/>
                  </a:lnTo>
                  <a:lnTo>
                    <a:pt x="1639105" y="467691"/>
                  </a:lnTo>
                  <a:lnTo>
                    <a:pt x="1633424" y="471959"/>
                  </a:lnTo>
                  <a:lnTo>
                    <a:pt x="1631328" y="473109"/>
                  </a:lnTo>
                  <a:lnTo>
                    <a:pt x="1630636" y="471278"/>
                  </a:lnTo>
                  <a:lnTo>
                    <a:pt x="1629733" y="470492"/>
                  </a:lnTo>
                  <a:lnTo>
                    <a:pt x="1628153" y="467356"/>
                  </a:lnTo>
                  <a:lnTo>
                    <a:pt x="1626848" y="466906"/>
                  </a:lnTo>
                  <a:lnTo>
                    <a:pt x="1625458" y="467117"/>
                  </a:lnTo>
                  <a:lnTo>
                    <a:pt x="1622344" y="469245"/>
                  </a:lnTo>
                  <a:lnTo>
                    <a:pt x="1618925" y="470408"/>
                  </a:lnTo>
                  <a:lnTo>
                    <a:pt x="1616290" y="469971"/>
                  </a:lnTo>
                  <a:lnTo>
                    <a:pt x="1614043" y="471768"/>
                  </a:lnTo>
                  <a:lnTo>
                    <a:pt x="1613038" y="472100"/>
                  </a:lnTo>
                  <a:lnTo>
                    <a:pt x="1609696" y="470870"/>
                  </a:lnTo>
                  <a:lnTo>
                    <a:pt x="1605624" y="470761"/>
                  </a:lnTo>
                  <a:lnTo>
                    <a:pt x="1604407" y="472294"/>
                  </a:lnTo>
                  <a:lnTo>
                    <a:pt x="1600871" y="474403"/>
                  </a:lnTo>
                  <a:lnTo>
                    <a:pt x="1598498" y="477668"/>
                  </a:lnTo>
                  <a:lnTo>
                    <a:pt x="1597249" y="478719"/>
                  </a:lnTo>
                  <a:lnTo>
                    <a:pt x="1595888" y="480167"/>
                  </a:lnTo>
                  <a:lnTo>
                    <a:pt x="1595263" y="486318"/>
                  </a:lnTo>
                  <a:lnTo>
                    <a:pt x="1593448" y="488282"/>
                  </a:lnTo>
                  <a:lnTo>
                    <a:pt x="1591740" y="489787"/>
                  </a:lnTo>
                  <a:lnTo>
                    <a:pt x="1588183" y="494499"/>
                  </a:lnTo>
                  <a:lnTo>
                    <a:pt x="1585683" y="500954"/>
                  </a:lnTo>
                  <a:lnTo>
                    <a:pt x="1583990" y="503754"/>
                  </a:lnTo>
                  <a:lnTo>
                    <a:pt x="1580432" y="507670"/>
                  </a:lnTo>
                  <a:lnTo>
                    <a:pt x="1574793" y="512788"/>
                  </a:lnTo>
                  <a:lnTo>
                    <a:pt x="1569948" y="521110"/>
                  </a:lnTo>
                  <a:lnTo>
                    <a:pt x="1568252" y="527352"/>
                  </a:lnTo>
                  <a:lnTo>
                    <a:pt x="1567624" y="527560"/>
                  </a:lnTo>
                  <a:lnTo>
                    <a:pt x="1566430" y="528842"/>
                  </a:lnTo>
                  <a:lnTo>
                    <a:pt x="1566103" y="531885"/>
                  </a:lnTo>
                  <a:lnTo>
                    <a:pt x="1566131" y="534012"/>
                  </a:lnTo>
                  <a:lnTo>
                    <a:pt x="1565395" y="535727"/>
                  </a:lnTo>
                  <a:lnTo>
                    <a:pt x="1564662" y="537850"/>
                  </a:lnTo>
                  <a:lnTo>
                    <a:pt x="1565440" y="539183"/>
                  </a:lnTo>
                  <a:lnTo>
                    <a:pt x="1566172" y="539427"/>
                  </a:lnTo>
                  <a:lnTo>
                    <a:pt x="1567226" y="539241"/>
                  </a:lnTo>
                  <a:lnTo>
                    <a:pt x="1570002" y="537508"/>
                  </a:lnTo>
                  <a:lnTo>
                    <a:pt x="1574799" y="540181"/>
                  </a:lnTo>
                  <a:lnTo>
                    <a:pt x="1577210" y="542825"/>
                  </a:lnTo>
                  <a:lnTo>
                    <a:pt x="1577042" y="545482"/>
                  </a:lnTo>
                  <a:lnTo>
                    <a:pt x="1577133" y="547849"/>
                  </a:lnTo>
                  <a:lnTo>
                    <a:pt x="1575359" y="547687"/>
                  </a:lnTo>
                  <a:lnTo>
                    <a:pt x="1572978" y="547925"/>
                  </a:lnTo>
                  <a:lnTo>
                    <a:pt x="1571495" y="549291"/>
                  </a:lnTo>
                  <a:lnTo>
                    <a:pt x="1568465" y="547068"/>
                  </a:lnTo>
                  <a:lnTo>
                    <a:pt x="1567453" y="547916"/>
                  </a:lnTo>
                  <a:lnTo>
                    <a:pt x="1565857" y="550258"/>
                  </a:lnTo>
                  <a:lnTo>
                    <a:pt x="1562948" y="551235"/>
                  </a:lnTo>
                  <a:lnTo>
                    <a:pt x="1561477" y="550094"/>
                  </a:lnTo>
                  <a:lnTo>
                    <a:pt x="1559052" y="546826"/>
                  </a:lnTo>
                  <a:lnTo>
                    <a:pt x="1554930" y="547120"/>
                  </a:lnTo>
                  <a:lnTo>
                    <a:pt x="1553842" y="550769"/>
                  </a:lnTo>
                  <a:lnTo>
                    <a:pt x="1552893" y="550677"/>
                  </a:lnTo>
                  <a:lnTo>
                    <a:pt x="1551433" y="551047"/>
                  </a:lnTo>
                  <a:lnTo>
                    <a:pt x="1549020" y="555268"/>
                  </a:lnTo>
                  <a:lnTo>
                    <a:pt x="1548226" y="555646"/>
                  </a:lnTo>
                  <a:lnTo>
                    <a:pt x="1545236" y="554823"/>
                  </a:lnTo>
                  <a:lnTo>
                    <a:pt x="1543078" y="552686"/>
                  </a:lnTo>
                  <a:lnTo>
                    <a:pt x="1542078" y="552558"/>
                  </a:lnTo>
                  <a:lnTo>
                    <a:pt x="1540173" y="553555"/>
                  </a:lnTo>
                  <a:lnTo>
                    <a:pt x="1539218" y="556113"/>
                  </a:lnTo>
                  <a:lnTo>
                    <a:pt x="1534488" y="557406"/>
                  </a:lnTo>
                  <a:lnTo>
                    <a:pt x="1529826" y="557158"/>
                  </a:lnTo>
                  <a:lnTo>
                    <a:pt x="1527288" y="551028"/>
                  </a:lnTo>
                  <a:lnTo>
                    <a:pt x="1532025" y="548621"/>
                  </a:lnTo>
                  <a:lnTo>
                    <a:pt x="1534845" y="549133"/>
                  </a:lnTo>
                  <a:lnTo>
                    <a:pt x="1538011" y="548737"/>
                  </a:lnTo>
                  <a:lnTo>
                    <a:pt x="1541350" y="546860"/>
                  </a:lnTo>
                  <a:lnTo>
                    <a:pt x="1540226" y="545254"/>
                  </a:lnTo>
                  <a:lnTo>
                    <a:pt x="1539423" y="544881"/>
                  </a:lnTo>
                  <a:lnTo>
                    <a:pt x="1537423" y="545073"/>
                  </a:lnTo>
                  <a:lnTo>
                    <a:pt x="1535642" y="543916"/>
                  </a:lnTo>
                  <a:lnTo>
                    <a:pt x="1531788" y="537980"/>
                  </a:lnTo>
                  <a:lnTo>
                    <a:pt x="1530091" y="536886"/>
                  </a:lnTo>
                  <a:lnTo>
                    <a:pt x="1527895" y="536232"/>
                  </a:lnTo>
                  <a:lnTo>
                    <a:pt x="1526209" y="536162"/>
                  </a:lnTo>
                  <a:lnTo>
                    <a:pt x="1525578" y="536584"/>
                  </a:lnTo>
                  <a:lnTo>
                    <a:pt x="1524707" y="538011"/>
                  </a:lnTo>
                  <a:lnTo>
                    <a:pt x="1524107" y="539418"/>
                  </a:lnTo>
                  <a:lnTo>
                    <a:pt x="1523615" y="539852"/>
                  </a:lnTo>
                  <a:lnTo>
                    <a:pt x="1522456" y="539604"/>
                  </a:lnTo>
                  <a:lnTo>
                    <a:pt x="1521046" y="538499"/>
                  </a:lnTo>
                  <a:lnTo>
                    <a:pt x="1519421" y="538858"/>
                  </a:lnTo>
                  <a:lnTo>
                    <a:pt x="1520116" y="537955"/>
                  </a:lnTo>
                  <a:lnTo>
                    <a:pt x="1521688" y="537027"/>
                  </a:lnTo>
                  <a:lnTo>
                    <a:pt x="1519096" y="536012"/>
                  </a:lnTo>
                  <a:lnTo>
                    <a:pt x="1517472" y="534589"/>
                  </a:lnTo>
                  <a:lnTo>
                    <a:pt x="1515953" y="534223"/>
                  </a:lnTo>
                  <a:lnTo>
                    <a:pt x="1509044" y="530702"/>
                  </a:lnTo>
                  <a:lnTo>
                    <a:pt x="1506353" y="530981"/>
                  </a:lnTo>
                  <a:lnTo>
                    <a:pt x="1504698" y="531941"/>
                  </a:lnTo>
                  <a:lnTo>
                    <a:pt x="1501919" y="534836"/>
                  </a:lnTo>
                  <a:lnTo>
                    <a:pt x="1502690" y="536955"/>
                  </a:lnTo>
                  <a:lnTo>
                    <a:pt x="1503279" y="537902"/>
                  </a:lnTo>
                  <a:lnTo>
                    <a:pt x="1503644" y="539042"/>
                  </a:lnTo>
                  <a:lnTo>
                    <a:pt x="1502756" y="539268"/>
                  </a:lnTo>
                  <a:lnTo>
                    <a:pt x="1500189" y="539431"/>
                  </a:lnTo>
                  <a:lnTo>
                    <a:pt x="1498610" y="537737"/>
                  </a:lnTo>
                  <a:lnTo>
                    <a:pt x="1497522" y="540213"/>
                  </a:lnTo>
                  <a:lnTo>
                    <a:pt x="1497957" y="542429"/>
                  </a:lnTo>
                  <a:lnTo>
                    <a:pt x="1499753" y="541647"/>
                  </a:lnTo>
                  <a:lnTo>
                    <a:pt x="1500678" y="542559"/>
                  </a:lnTo>
                  <a:lnTo>
                    <a:pt x="1500054" y="545113"/>
                  </a:lnTo>
                  <a:lnTo>
                    <a:pt x="1497741" y="545846"/>
                  </a:lnTo>
                  <a:lnTo>
                    <a:pt x="1494836" y="545716"/>
                  </a:lnTo>
                  <a:lnTo>
                    <a:pt x="1491951" y="541227"/>
                  </a:lnTo>
                  <a:lnTo>
                    <a:pt x="1487227" y="542001"/>
                  </a:lnTo>
                  <a:lnTo>
                    <a:pt x="1484923" y="544878"/>
                  </a:lnTo>
                  <a:lnTo>
                    <a:pt x="1482783" y="545531"/>
                  </a:lnTo>
                  <a:lnTo>
                    <a:pt x="1476929" y="542660"/>
                  </a:lnTo>
                  <a:lnTo>
                    <a:pt x="1474012" y="542447"/>
                  </a:lnTo>
                  <a:lnTo>
                    <a:pt x="1470724" y="539964"/>
                  </a:lnTo>
                  <a:lnTo>
                    <a:pt x="1469578" y="540747"/>
                  </a:lnTo>
                  <a:lnTo>
                    <a:pt x="1467469" y="546922"/>
                  </a:lnTo>
                  <a:lnTo>
                    <a:pt x="1464706" y="548427"/>
                  </a:lnTo>
                  <a:lnTo>
                    <a:pt x="1463251" y="547605"/>
                  </a:lnTo>
                  <a:lnTo>
                    <a:pt x="1461986" y="543706"/>
                  </a:lnTo>
                  <a:lnTo>
                    <a:pt x="1461089" y="542424"/>
                  </a:lnTo>
                  <a:lnTo>
                    <a:pt x="1458599" y="541248"/>
                  </a:lnTo>
                  <a:lnTo>
                    <a:pt x="1445380" y="542349"/>
                  </a:lnTo>
                  <a:lnTo>
                    <a:pt x="1440938" y="541402"/>
                  </a:lnTo>
                  <a:lnTo>
                    <a:pt x="1437796" y="541311"/>
                  </a:lnTo>
                  <a:lnTo>
                    <a:pt x="1433539" y="543312"/>
                  </a:lnTo>
                  <a:lnTo>
                    <a:pt x="1429447" y="542530"/>
                  </a:lnTo>
                  <a:lnTo>
                    <a:pt x="1421896" y="546371"/>
                  </a:lnTo>
                  <a:lnTo>
                    <a:pt x="1418812" y="548957"/>
                  </a:lnTo>
                  <a:lnTo>
                    <a:pt x="1415049" y="553477"/>
                  </a:lnTo>
                  <a:lnTo>
                    <a:pt x="1411708" y="560994"/>
                  </a:lnTo>
                  <a:lnTo>
                    <a:pt x="1409836" y="563838"/>
                  </a:lnTo>
                  <a:lnTo>
                    <a:pt x="1406679" y="567412"/>
                  </a:lnTo>
                  <a:lnTo>
                    <a:pt x="1402244" y="570699"/>
                  </a:lnTo>
                  <a:lnTo>
                    <a:pt x="1399807" y="574049"/>
                  </a:lnTo>
                  <a:lnTo>
                    <a:pt x="1398508" y="576747"/>
                  </a:lnTo>
                  <a:lnTo>
                    <a:pt x="1396166" y="586992"/>
                  </a:lnTo>
                  <a:lnTo>
                    <a:pt x="1395570" y="588522"/>
                  </a:lnTo>
                  <a:lnTo>
                    <a:pt x="1390085" y="592250"/>
                  </a:lnTo>
                  <a:lnTo>
                    <a:pt x="1388347" y="596333"/>
                  </a:lnTo>
                  <a:lnTo>
                    <a:pt x="1387629" y="597372"/>
                  </a:lnTo>
                  <a:lnTo>
                    <a:pt x="1385358" y="599099"/>
                  </a:lnTo>
                  <a:lnTo>
                    <a:pt x="1383968" y="601978"/>
                  </a:lnTo>
                  <a:lnTo>
                    <a:pt x="1383193" y="602823"/>
                  </a:lnTo>
                  <a:lnTo>
                    <a:pt x="1379958" y="604837"/>
                  </a:lnTo>
                  <a:lnTo>
                    <a:pt x="1377293" y="609961"/>
                  </a:lnTo>
                  <a:lnTo>
                    <a:pt x="1373547" y="613584"/>
                  </a:lnTo>
                  <a:lnTo>
                    <a:pt x="1368064" y="623528"/>
                  </a:lnTo>
                  <a:lnTo>
                    <a:pt x="1367598" y="624724"/>
                  </a:lnTo>
                  <a:lnTo>
                    <a:pt x="1367112" y="627378"/>
                  </a:lnTo>
                  <a:lnTo>
                    <a:pt x="1366287" y="629316"/>
                  </a:lnTo>
                  <a:lnTo>
                    <a:pt x="1361569" y="637996"/>
                  </a:lnTo>
                  <a:lnTo>
                    <a:pt x="1360107" y="638801"/>
                  </a:lnTo>
                  <a:lnTo>
                    <a:pt x="1357776" y="642860"/>
                  </a:lnTo>
                  <a:lnTo>
                    <a:pt x="1355379" y="645297"/>
                  </a:lnTo>
                  <a:lnTo>
                    <a:pt x="1353186" y="648164"/>
                  </a:lnTo>
                  <a:lnTo>
                    <a:pt x="1350489" y="651151"/>
                  </a:lnTo>
                  <a:lnTo>
                    <a:pt x="1346376" y="654622"/>
                  </a:lnTo>
                  <a:lnTo>
                    <a:pt x="1345030" y="656593"/>
                  </a:lnTo>
                  <a:lnTo>
                    <a:pt x="1342858" y="661255"/>
                  </a:lnTo>
                  <a:lnTo>
                    <a:pt x="1337621" y="666916"/>
                  </a:lnTo>
                  <a:lnTo>
                    <a:pt x="1335028" y="668301"/>
                  </a:lnTo>
                  <a:lnTo>
                    <a:pt x="1331596" y="673338"/>
                  </a:lnTo>
                  <a:lnTo>
                    <a:pt x="1331254" y="674523"/>
                  </a:lnTo>
                  <a:lnTo>
                    <a:pt x="1330967" y="676367"/>
                  </a:lnTo>
                  <a:lnTo>
                    <a:pt x="1331537" y="679597"/>
                  </a:lnTo>
                  <a:lnTo>
                    <a:pt x="1332372" y="680309"/>
                  </a:lnTo>
                  <a:lnTo>
                    <a:pt x="1333759" y="680750"/>
                  </a:lnTo>
                  <a:lnTo>
                    <a:pt x="1338865" y="683957"/>
                  </a:lnTo>
                  <a:lnTo>
                    <a:pt x="1343633" y="683067"/>
                  </a:lnTo>
                  <a:lnTo>
                    <a:pt x="1347857" y="683080"/>
                  </a:lnTo>
                  <a:lnTo>
                    <a:pt x="1349514" y="682764"/>
                  </a:lnTo>
                  <a:lnTo>
                    <a:pt x="1350535" y="682862"/>
                  </a:lnTo>
                  <a:lnTo>
                    <a:pt x="1350861" y="684621"/>
                  </a:lnTo>
                  <a:lnTo>
                    <a:pt x="1350820" y="687846"/>
                  </a:lnTo>
                  <a:lnTo>
                    <a:pt x="1350203" y="690772"/>
                  </a:lnTo>
                  <a:lnTo>
                    <a:pt x="1349697" y="699420"/>
                  </a:lnTo>
                  <a:lnTo>
                    <a:pt x="1349125" y="703242"/>
                  </a:lnTo>
                  <a:lnTo>
                    <a:pt x="1349567" y="707001"/>
                  </a:lnTo>
                  <a:lnTo>
                    <a:pt x="1350601" y="707654"/>
                  </a:lnTo>
                  <a:lnTo>
                    <a:pt x="1351635" y="705959"/>
                  </a:lnTo>
                  <a:lnTo>
                    <a:pt x="1353268" y="705699"/>
                  </a:lnTo>
                  <a:lnTo>
                    <a:pt x="1354954" y="706481"/>
                  </a:lnTo>
                  <a:lnTo>
                    <a:pt x="1356220" y="700466"/>
                  </a:lnTo>
                  <a:lnTo>
                    <a:pt x="1355165" y="699531"/>
                  </a:lnTo>
                  <a:lnTo>
                    <a:pt x="1354223" y="697413"/>
                  </a:lnTo>
                  <a:lnTo>
                    <a:pt x="1354784" y="695828"/>
                  </a:lnTo>
                  <a:lnTo>
                    <a:pt x="1357698" y="692870"/>
                  </a:lnTo>
                  <a:lnTo>
                    <a:pt x="1359516" y="692607"/>
                  </a:lnTo>
                  <a:lnTo>
                    <a:pt x="1361255" y="692841"/>
                  </a:lnTo>
                  <a:lnTo>
                    <a:pt x="1359369" y="696591"/>
                  </a:lnTo>
                  <a:lnTo>
                    <a:pt x="1358605" y="697357"/>
                  </a:lnTo>
                  <a:lnTo>
                    <a:pt x="1358015" y="697562"/>
                  </a:lnTo>
                  <a:lnTo>
                    <a:pt x="1357223" y="698241"/>
                  </a:lnTo>
                  <a:lnTo>
                    <a:pt x="1358916" y="700397"/>
                  </a:lnTo>
                  <a:lnTo>
                    <a:pt x="1360721" y="702085"/>
                  </a:lnTo>
                  <a:lnTo>
                    <a:pt x="1363337" y="702786"/>
                  </a:lnTo>
                  <a:lnTo>
                    <a:pt x="1362737" y="704069"/>
                  </a:lnTo>
                  <a:lnTo>
                    <a:pt x="1360993" y="705177"/>
                  </a:lnTo>
                  <a:lnTo>
                    <a:pt x="1359416" y="709868"/>
                  </a:lnTo>
                  <a:lnTo>
                    <a:pt x="1356907" y="712098"/>
                  </a:lnTo>
                  <a:lnTo>
                    <a:pt x="1355770" y="713646"/>
                  </a:lnTo>
                  <a:lnTo>
                    <a:pt x="1356167" y="714623"/>
                  </a:lnTo>
                  <a:lnTo>
                    <a:pt x="1357088" y="714835"/>
                  </a:lnTo>
                  <a:lnTo>
                    <a:pt x="1362146" y="714205"/>
                  </a:lnTo>
                  <a:lnTo>
                    <a:pt x="1364765" y="712926"/>
                  </a:lnTo>
                  <a:lnTo>
                    <a:pt x="1368497" y="709296"/>
                  </a:lnTo>
                  <a:lnTo>
                    <a:pt x="1370052" y="703893"/>
                  </a:lnTo>
                  <a:lnTo>
                    <a:pt x="1371467" y="702404"/>
                  </a:lnTo>
                  <a:lnTo>
                    <a:pt x="1371891" y="702398"/>
                  </a:lnTo>
                  <a:lnTo>
                    <a:pt x="1372387" y="702773"/>
                  </a:lnTo>
                  <a:lnTo>
                    <a:pt x="1372399" y="706566"/>
                  </a:lnTo>
                  <a:lnTo>
                    <a:pt x="1370399" y="710840"/>
                  </a:lnTo>
                  <a:lnTo>
                    <a:pt x="1368982" y="713255"/>
                  </a:lnTo>
                  <a:lnTo>
                    <a:pt x="1368458" y="715277"/>
                  </a:lnTo>
                  <a:lnTo>
                    <a:pt x="1369329" y="715310"/>
                  </a:lnTo>
                  <a:lnTo>
                    <a:pt x="1370938" y="714893"/>
                  </a:lnTo>
                  <a:lnTo>
                    <a:pt x="1371681" y="713918"/>
                  </a:lnTo>
                  <a:lnTo>
                    <a:pt x="1373530" y="708754"/>
                  </a:lnTo>
                  <a:lnTo>
                    <a:pt x="1374007" y="705062"/>
                  </a:lnTo>
                  <a:lnTo>
                    <a:pt x="1374282" y="699919"/>
                  </a:lnTo>
                  <a:lnTo>
                    <a:pt x="1374072" y="696849"/>
                  </a:lnTo>
                  <a:lnTo>
                    <a:pt x="1374211" y="694633"/>
                  </a:lnTo>
                  <a:lnTo>
                    <a:pt x="1373486" y="692397"/>
                  </a:lnTo>
                  <a:lnTo>
                    <a:pt x="1373961" y="691756"/>
                  </a:lnTo>
                  <a:lnTo>
                    <a:pt x="1379013" y="694776"/>
                  </a:lnTo>
                  <a:lnTo>
                    <a:pt x="1381662" y="695510"/>
                  </a:lnTo>
                  <a:lnTo>
                    <a:pt x="1386446" y="693023"/>
                  </a:lnTo>
                  <a:lnTo>
                    <a:pt x="1387532" y="693635"/>
                  </a:lnTo>
                  <a:lnTo>
                    <a:pt x="1388309" y="695145"/>
                  </a:lnTo>
                  <a:lnTo>
                    <a:pt x="1392261" y="699689"/>
                  </a:lnTo>
                  <a:lnTo>
                    <a:pt x="1393038" y="701182"/>
                  </a:lnTo>
                  <a:lnTo>
                    <a:pt x="1394339" y="706750"/>
                  </a:lnTo>
                  <a:lnTo>
                    <a:pt x="1398541" y="713137"/>
                  </a:lnTo>
                  <a:lnTo>
                    <a:pt x="1402466" y="716147"/>
                  </a:lnTo>
                  <a:lnTo>
                    <a:pt x="1402581" y="717339"/>
                  </a:lnTo>
                  <a:lnTo>
                    <a:pt x="1405082" y="720878"/>
                  </a:lnTo>
                  <a:lnTo>
                    <a:pt x="1407008" y="722110"/>
                  </a:lnTo>
                  <a:lnTo>
                    <a:pt x="1407357" y="725325"/>
                  </a:lnTo>
                  <a:lnTo>
                    <a:pt x="1406442" y="727887"/>
                  </a:lnTo>
                  <a:lnTo>
                    <a:pt x="1404632" y="730310"/>
                  </a:lnTo>
                  <a:lnTo>
                    <a:pt x="1401005" y="728057"/>
                  </a:lnTo>
                  <a:lnTo>
                    <a:pt x="1400417" y="728164"/>
                  </a:lnTo>
                  <a:lnTo>
                    <a:pt x="1400847" y="729584"/>
                  </a:lnTo>
                  <a:lnTo>
                    <a:pt x="1403467" y="733788"/>
                  </a:lnTo>
                  <a:lnTo>
                    <a:pt x="1405553" y="735485"/>
                  </a:lnTo>
                  <a:lnTo>
                    <a:pt x="1405677" y="741027"/>
                  </a:lnTo>
                  <a:lnTo>
                    <a:pt x="1405419" y="744054"/>
                  </a:lnTo>
                  <a:lnTo>
                    <a:pt x="1404030" y="747436"/>
                  </a:lnTo>
                  <a:lnTo>
                    <a:pt x="1404491" y="749424"/>
                  </a:lnTo>
                  <a:lnTo>
                    <a:pt x="1406464" y="752298"/>
                  </a:lnTo>
                  <a:lnTo>
                    <a:pt x="1407444" y="753386"/>
                  </a:lnTo>
                  <a:lnTo>
                    <a:pt x="1408384" y="755035"/>
                  </a:lnTo>
                  <a:lnTo>
                    <a:pt x="1407153" y="758619"/>
                  </a:lnTo>
                  <a:lnTo>
                    <a:pt x="1406923" y="762655"/>
                  </a:lnTo>
                  <a:lnTo>
                    <a:pt x="1405584" y="764427"/>
                  </a:lnTo>
                  <a:lnTo>
                    <a:pt x="1403992" y="768354"/>
                  </a:lnTo>
                  <a:lnTo>
                    <a:pt x="1401564" y="771541"/>
                  </a:lnTo>
                  <a:lnTo>
                    <a:pt x="1400404" y="777621"/>
                  </a:lnTo>
                  <a:lnTo>
                    <a:pt x="1398542" y="782996"/>
                  </a:lnTo>
                  <a:lnTo>
                    <a:pt x="1398332" y="788343"/>
                  </a:lnTo>
                  <a:lnTo>
                    <a:pt x="1398023" y="790250"/>
                  </a:lnTo>
                  <a:lnTo>
                    <a:pt x="1396484" y="795763"/>
                  </a:lnTo>
                  <a:lnTo>
                    <a:pt x="1395934" y="803275"/>
                  </a:lnTo>
                  <a:lnTo>
                    <a:pt x="1396663" y="815545"/>
                  </a:lnTo>
                  <a:lnTo>
                    <a:pt x="1397016" y="816256"/>
                  </a:lnTo>
                  <a:lnTo>
                    <a:pt x="1397762" y="816973"/>
                  </a:lnTo>
                  <a:lnTo>
                    <a:pt x="1397624" y="817821"/>
                  </a:lnTo>
                  <a:lnTo>
                    <a:pt x="1397269" y="818423"/>
                  </a:lnTo>
                  <a:lnTo>
                    <a:pt x="1395765" y="822024"/>
                  </a:lnTo>
                  <a:lnTo>
                    <a:pt x="1395788" y="824562"/>
                  </a:lnTo>
                  <a:lnTo>
                    <a:pt x="1396366" y="826451"/>
                  </a:lnTo>
                  <a:lnTo>
                    <a:pt x="1396438" y="831342"/>
                  </a:lnTo>
                  <a:lnTo>
                    <a:pt x="1395375" y="839162"/>
                  </a:lnTo>
                  <a:lnTo>
                    <a:pt x="1394981" y="840394"/>
                  </a:lnTo>
                  <a:lnTo>
                    <a:pt x="1394552" y="842432"/>
                  </a:lnTo>
                  <a:lnTo>
                    <a:pt x="1394358" y="844254"/>
                  </a:lnTo>
                  <a:lnTo>
                    <a:pt x="1394073" y="845411"/>
                  </a:lnTo>
                  <a:lnTo>
                    <a:pt x="1393869" y="847365"/>
                  </a:lnTo>
                  <a:lnTo>
                    <a:pt x="1394174" y="849110"/>
                  </a:lnTo>
                  <a:lnTo>
                    <a:pt x="1394724" y="850018"/>
                  </a:lnTo>
                  <a:lnTo>
                    <a:pt x="1392823" y="855669"/>
                  </a:lnTo>
                  <a:lnTo>
                    <a:pt x="1392161" y="863032"/>
                  </a:lnTo>
                  <a:lnTo>
                    <a:pt x="1391454" y="866017"/>
                  </a:lnTo>
                  <a:lnTo>
                    <a:pt x="1390037" y="868939"/>
                  </a:lnTo>
                  <a:lnTo>
                    <a:pt x="1387104" y="873171"/>
                  </a:lnTo>
                  <a:lnTo>
                    <a:pt x="1386061" y="875850"/>
                  </a:lnTo>
                  <a:lnTo>
                    <a:pt x="1384139" y="879237"/>
                  </a:lnTo>
                  <a:lnTo>
                    <a:pt x="1382315" y="881835"/>
                  </a:lnTo>
                  <a:lnTo>
                    <a:pt x="1379777" y="889296"/>
                  </a:lnTo>
                  <a:lnTo>
                    <a:pt x="1377733" y="896729"/>
                  </a:lnTo>
                  <a:lnTo>
                    <a:pt x="1372618" y="906364"/>
                  </a:lnTo>
                  <a:lnTo>
                    <a:pt x="1371913" y="908758"/>
                  </a:lnTo>
                  <a:lnTo>
                    <a:pt x="1371552" y="911311"/>
                  </a:lnTo>
                  <a:lnTo>
                    <a:pt x="1370211" y="915589"/>
                  </a:lnTo>
                  <a:lnTo>
                    <a:pt x="1369534" y="921547"/>
                  </a:lnTo>
                  <a:lnTo>
                    <a:pt x="1367970" y="923925"/>
                  </a:lnTo>
                  <a:lnTo>
                    <a:pt x="1366688" y="930196"/>
                  </a:lnTo>
                  <a:lnTo>
                    <a:pt x="1362527" y="939717"/>
                  </a:lnTo>
                  <a:lnTo>
                    <a:pt x="1361495" y="942972"/>
                  </a:lnTo>
                  <a:lnTo>
                    <a:pt x="1358283" y="948242"/>
                  </a:lnTo>
                  <a:lnTo>
                    <a:pt x="1354850" y="955526"/>
                  </a:lnTo>
                  <a:lnTo>
                    <a:pt x="1350612" y="962097"/>
                  </a:lnTo>
                  <a:lnTo>
                    <a:pt x="1349794" y="964789"/>
                  </a:lnTo>
                  <a:lnTo>
                    <a:pt x="1348151" y="967799"/>
                  </a:lnTo>
                  <a:lnTo>
                    <a:pt x="1346379" y="972410"/>
                  </a:lnTo>
                  <a:lnTo>
                    <a:pt x="1343796" y="976999"/>
                  </a:lnTo>
                  <a:lnTo>
                    <a:pt x="1343272" y="980096"/>
                  </a:lnTo>
                  <a:lnTo>
                    <a:pt x="1342452" y="982250"/>
                  </a:lnTo>
                  <a:lnTo>
                    <a:pt x="1340536" y="983706"/>
                  </a:lnTo>
                  <a:lnTo>
                    <a:pt x="1339149" y="985665"/>
                  </a:lnTo>
                  <a:lnTo>
                    <a:pt x="1334936" y="997545"/>
                  </a:lnTo>
                  <a:lnTo>
                    <a:pt x="1334392" y="999692"/>
                  </a:lnTo>
                  <a:lnTo>
                    <a:pt x="1334322" y="1001578"/>
                  </a:lnTo>
                  <a:lnTo>
                    <a:pt x="1331567" y="1006022"/>
                  </a:lnTo>
                  <a:lnTo>
                    <a:pt x="1329974" y="1010717"/>
                  </a:lnTo>
                  <a:lnTo>
                    <a:pt x="1327333" y="1013647"/>
                  </a:lnTo>
                  <a:lnTo>
                    <a:pt x="1324554" y="1017665"/>
                  </a:lnTo>
                  <a:lnTo>
                    <a:pt x="1317948" y="1025007"/>
                  </a:lnTo>
                  <a:lnTo>
                    <a:pt x="1316146" y="1027804"/>
                  </a:lnTo>
                  <a:lnTo>
                    <a:pt x="1312431" y="1031277"/>
                  </a:lnTo>
                  <a:lnTo>
                    <a:pt x="1310917" y="1031328"/>
                  </a:lnTo>
                  <a:lnTo>
                    <a:pt x="1307743" y="1033229"/>
                  </a:lnTo>
                  <a:lnTo>
                    <a:pt x="1305651" y="1035206"/>
                  </a:lnTo>
                  <a:lnTo>
                    <a:pt x="1304410" y="1034443"/>
                  </a:lnTo>
                  <a:lnTo>
                    <a:pt x="1303635" y="1031925"/>
                  </a:lnTo>
                  <a:lnTo>
                    <a:pt x="1302738" y="1032006"/>
                  </a:lnTo>
                  <a:lnTo>
                    <a:pt x="1301994" y="1032346"/>
                  </a:lnTo>
                  <a:lnTo>
                    <a:pt x="1300086" y="1029921"/>
                  </a:lnTo>
                  <a:lnTo>
                    <a:pt x="1298451" y="1030046"/>
                  </a:lnTo>
                  <a:lnTo>
                    <a:pt x="1297277" y="1028918"/>
                  </a:lnTo>
                  <a:lnTo>
                    <a:pt x="1295086" y="1029700"/>
                  </a:lnTo>
                  <a:lnTo>
                    <a:pt x="1295463" y="1019199"/>
                  </a:lnTo>
                  <a:lnTo>
                    <a:pt x="1295157" y="1016987"/>
                  </a:lnTo>
                  <a:lnTo>
                    <a:pt x="1294215" y="1019010"/>
                  </a:lnTo>
                  <a:lnTo>
                    <a:pt x="1291692" y="1022737"/>
                  </a:lnTo>
                  <a:lnTo>
                    <a:pt x="1290687" y="1023432"/>
                  </a:lnTo>
                  <a:lnTo>
                    <a:pt x="1289691" y="1023440"/>
                  </a:lnTo>
                  <a:lnTo>
                    <a:pt x="1290083" y="1021206"/>
                  </a:lnTo>
                  <a:lnTo>
                    <a:pt x="1291499" y="1017977"/>
                  </a:lnTo>
                  <a:lnTo>
                    <a:pt x="1291045" y="1017504"/>
                  </a:lnTo>
                  <a:lnTo>
                    <a:pt x="1290584" y="1017329"/>
                  </a:lnTo>
                  <a:lnTo>
                    <a:pt x="1288804" y="1018709"/>
                  </a:lnTo>
                  <a:lnTo>
                    <a:pt x="1287908" y="1020264"/>
                  </a:lnTo>
                  <a:lnTo>
                    <a:pt x="1285370" y="1026357"/>
                  </a:lnTo>
                  <a:lnTo>
                    <a:pt x="1283850" y="1031502"/>
                  </a:lnTo>
                  <a:lnTo>
                    <a:pt x="1282607" y="1032985"/>
                  </a:lnTo>
                  <a:lnTo>
                    <a:pt x="1282025" y="1035193"/>
                  </a:lnTo>
                  <a:lnTo>
                    <a:pt x="1280951" y="1037302"/>
                  </a:lnTo>
                  <a:lnTo>
                    <a:pt x="1279304" y="1036737"/>
                  </a:lnTo>
                  <a:lnTo>
                    <a:pt x="1278328" y="1037069"/>
                  </a:lnTo>
                  <a:lnTo>
                    <a:pt x="1275989" y="1035906"/>
                  </a:lnTo>
                  <a:lnTo>
                    <a:pt x="1275411" y="1036405"/>
                  </a:lnTo>
                  <a:lnTo>
                    <a:pt x="1276951" y="1040348"/>
                  </a:lnTo>
                  <a:lnTo>
                    <a:pt x="1275664" y="1046174"/>
                  </a:lnTo>
                  <a:close/>
                </a:path>
              </a:pathLst>
            </a:custGeom>
            <a:solidFill>
              <a:srgbClr val="EBF4E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4" name="pg1313"/>
            <p:cNvSpPr/>
            <p:nvPr/>
          </p:nvSpPr>
          <p:spPr>
            <a:xfrm>
              <a:off x="4677169" y="1323648"/>
              <a:ext cx="15794" cy="3889"/>
            </a:xfrm>
            <a:custGeom>
              <a:avLst/>
              <a:pathLst>
                <a:path w="15794" h="3889">
                  <a:moveTo>
                    <a:pt x="15794" y="1728"/>
                  </a:moveTo>
                  <a:lnTo>
                    <a:pt x="14693" y="3156"/>
                  </a:lnTo>
                  <a:lnTo>
                    <a:pt x="13155" y="3889"/>
                  </a:lnTo>
                  <a:lnTo>
                    <a:pt x="11455" y="2683"/>
                  </a:lnTo>
                  <a:lnTo>
                    <a:pt x="7232" y="2770"/>
                  </a:lnTo>
                  <a:lnTo>
                    <a:pt x="0" y="1464"/>
                  </a:lnTo>
                  <a:lnTo>
                    <a:pt x="2070" y="644"/>
                  </a:lnTo>
                  <a:lnTo>
                    <a:pt x="13484" y="0"/>
                  </a:lnTo>
                  <a:lnTo>
                    <a:pt x="14285" y="113"/>
                  </a:lnTo>
                  <a:close/>
                </a:path>
              </a:pathLst>
            </a:custGeom>
            <a:solidFill>
              <a:srgbClr val="EBF4E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5" name="pg1314"/>
            <p:cNvSpPr/>
            <p:nvPr/>
          </p:nvSpPr>
          <p:spPr>
            <a:xfrm>
              <a:off x="4672333" y="1319197"/>
              <a:ext cx="8588" cy="4178"/>
            </a:xfrm>
            <a:custGeom>
              <a:avLst/>
              <a:pathLst>
                <a:path w="8588" h="4178">
                  <a:moveTo>
                    <a:pt x="3045" y="3954"/>
                  </a:moveTo>
                  <a:lnTo>
                    <a:pt x="1572" y="4178"/>
                  </a:lnTo>
                  <a:lnTo>
                    <a:pt x="0" y="3543"/>
                  </a:lnTo>
                  <a:lnTo>
                    <a:pt x="428" y="2227"/>
                  </a:lnTo>
                  <a:lnTo>
                    <a:pt x="4034" y="1992"/>
                  </a:lnTo>
                  <a:lnTo>
                    <a:pt x="5345" y="0"/>
                  </a:lnTo>
                  <a:lnTo>
                    <a:pt x="7611" y="112"/>
                  </a:lnTo>
                  <a:lnTo>
                    <a:pt x="8237" y="690"/>
                  </a:lnTo>
                  <a:lnTo>
                    <a:pt x="8588" y="1354"/>
                  </a:lnTo>
                  <a:lnTo>
                    <a:pt x="8580" y="2217"/>
                  </a:lnTo>
                  <a:lnTo>
                    <a:pt x="8088" y="2217"/>
                  </a:lnTo>
                  <a:lnTo>
                    <a:pt x="5936" y="2315"/>
                  </a:lnTo>
                  <a:lnTo>
                    <a:pt x="5538" y="2807"/>
                  </a:lnTo>
                  <a:close/>
                </a:path>
              </a:pathLst>
            </a:custGeom>
            <a:solidFill>
              <a:srgbClr val="EBF4E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6" name="pg1315"/>
            <p:cNvSpPr/>
            <p:nvPr/>
          </p:nvSpPr>
          <p:spPr>
            <a:xfrm>
              <a:off x="4589205" y="1286895"/>
              <a:ext cx="74724" cy="43625"/>
            </a:xfrm>
            <a:custGeom>
              <a:avLst/>
              <a:pathLst>
                <a:path w="74724" h="43625">
                  <a:moveTo>
                    <a:pt x="44394" y="5296"/>
                  </a:moveTo>
                  <a:lnTo>
                    <a:pt x="43191" y="7587"/>
                  </a:lnTo>
                  <a:lnTo>
                    <a:pt x="42679" y="9666"/>
                  </a:lnTo>
                  <a:lnTo>
                    <a:pt x="39003" y="16445"/>
                  </a:lnTo>
                  <a:lnTo>
                    <a:pt x="38564" y="17663"/>
                  </a:lnTo>
                  <a:lnTo>
                    <a:pt x="40723" y="16603"/>
                  </a:lnTo>
                  <a:lnTo>
                    <a:pt x="42702" y="14291"/>
                  </a:lnTo>
                  <a:lnTo>
                    <a:pt x="43901" y="12376"/>
                  </a:lnTo>
                  <a:lnTo>
                    <a:pt x="45204" y="11153"/>
                  </a:lnTo>
                  <a:lnTo>
                    <a:pt x="46750" y="11131"/>
                  </a:lnTo>
                  <a:lnTo>
                    <a:pt x="48273" y="10694"/>
                  </a:lnTo>
                  <a:lnTo>
                    <a:pt x="51164" y="9074"/>
                  </a:lnTo>
                  <a:lnTo>
                    <a:pt x="54119" y="8368"/>
                  </a:lnTo>
                  <a:lnTo>
                    <a:pt x="55697" y="8390"/>
                  </a:lnTo>
                  <a:lnTo>
                    <a:pt x="57239" y="9159"/>
                  </a:lnTo>
                  <a:lnTo>
                    <a:pt x="58205" y="10952"/>
                  </a:lnTo>
                  <a:lnTo>
                    <a:pt x="59280" y="12411"/>
                  </a:lnTo>
                  <a:lnTo>
                    <a:pt x="63144" y="13477"/>
                  </a:lnTo>
                  <a:lnTo>
                    <a:pt x="63699" y="13867"/>
                  </a:lnTo>
                  <a:lnTo>
                    <a:pt x="64041" y="15066"/>
                  </a:lnTo>
                  <a:lnTo>
                    <a:pt x="63734" y="16345"/>
                  </a:lnTo>
                  <a:lnTo>
                    <a:pt x="65969" y="17671"/>
                  </a:lnTo>
                  <a:lnTo>
                    <a:pt x="69028" y="17088"/>
                  </a:lnTo>
                  <a:lnTo>
                    <a:pt x="70676" y="17430"/>
                  </a:lnTo>
                  <a:lnTo>
                    <a:pt x="72297" y="18153"/>
                  </a:lnTo>
                  <a:lnTo>
                    <a:pt x="73020" y="19303"/>
                  </a:lnTo>
                  <a:lnTo>
                    <a:pt x="73655" y="20690"/>
                  </a:lnTo>
                  <a:lnTo>
                    <a:pt x="74323" y="22665"/>
                  </a:lnTo>
                  <a:lnTo>
                    <a:pt x="74724" y="24799"/>
                  </a:lnTo>
                  <a:lnTo>
                    <a:pt x="74353" y="27578"/>
                  </a:lnTo>
                  <a:lnTo>
                    <a:pt x="68430" y="31926"/>
                  </a:lnTo>
                  <a:lnTo>
                    <a:pt x="67309" y="32310"/>
                  </a:lnTo>
                  <a:lnTo>
                    <a:pt x="64565" y="32030"/>
                  </a:lnTo>
                  <a:lnTo>
                    <a:pt x="61826" y="32449"/>
                  </a:lnTo>
                  <a:lnTo>
                    <a:pt x="54692" y="34718"/>
                  </a:lnTo>
                  <a:lnTo>
                    <a:pt x="45854" y="34789"/>
                  </a:lnTo>
                  <a:lnTo>
                    <a:pt x="43307" y="36797"/>
                  </a:lnTo>
                  <a:lnTo>
                    <a:pt x="42538" y="36738"/>
                  </a:lnTo>
                  <a:lnTo>
                    <a:pt x="41783" y="36389"/>
                  </a:lnTo>
                  <a:lnTo>
                    <a:pt x="41092" y="35712"/>
                  </a:lnTo>
                  <a:lnTo>
                    <a:pt x="35703" y="36282"/>
                  </a:lnTo>
                  <a:lnTo>
                    <a:pt x="29680" y="36607"/>
                  </a:lnTo>
                  <a:lnTo>
                    <a:pt x="23655" y="36677"/>
                  </a:lnTo>
                  <a:lnTo>
                    <a:pt x="21629" y="38125"/>
                  </a:lnTo>
                  <a:lnTo>
                    <a:pt x="15475" y="40945"/>
                  </a:lnTo>
                  <a:lnTo>
                    <a:pt x="9811" y="43088"/>
                  </a:lnTo>
                  <a:lnTo>
                    <a:pt x="6884" y="43625"/>
                  </a:lnTo>
                  <a:lnTo>
                    <a:pt x="2630" y="43056"/>
                  </a:lnTo>
                  <a:lnTo>
                    <a:pt x="1290" y="42329"/>
                  </a:lnTo>
                  <a:lnTo>
                    <a:pt x="0" y="41224"/>
                  </a:lnTo>
                  <a:lnTo>
                    <a:pt x="1870" y="39869"/>
                  </a:lnTo>
                  <a:lnTo>
                    <a:pt x="3189" y="37073"/>
                  </a:lnTo>
                  <a:lnTo>
                    <a:pt x="4822" y="35450"/>
                  </a:lnTo>
                  <a:lnTo>
                    <a:pt x="9030" y="32335"/>
                  </a:lnTo>
                  <a:lnTo>
                    <a:pt x="9506" y="31110"/>
                  </a:lnTo>
                  <a:lnTo>
                    <a:pt x="10321" y="28448"/>
                  </a:lnTo>
                  <a:lnTo>
                    <a:pt x="10808" y="27458"/>
                  </a:lnTo>
                  <a:lnTo>
                    <a:pt x="11450" y="26517"/>
                  </a:lnTo>
                  <a:lnTo>
                    <a:pt x="11971" y="25393"/>
                  </a:lnTo>
                  <a:lnTo>
                    <a:pt x="12038" y="23689"/>
                  </a:lnTo>
                  <a:lnTo>
                    <a:pt x="12301" y="22280"/>
                  </a:lnTo>
                  <a:lnTo>
                    <a:pt x="13935" y="20094"/>
                  </a:lnTo>
                  <a:lnTo>
                    <a:pt x="15159" y="19071"/>
                  </a:lnTo>
                  <a:lnTo>
                    <a:pt x="16443" y="18786"/>
                  </a:lnTo>
                  <a:lnTo>
                    <a:pt x="19601" y="19195"/>
                  </a:lnTo>
                  <a:lnTo>
                    <a:pt x="20590" y="19050"/>
                  </a:lnTo>
                  <a:lnTo>
                    <a:pt x="19877" y="18342"/>
                  </a:lnTo>
                  <a:lnTo>
                    <a:pt x="19362" y="15821"/>
                  </a:lnTo>
                  <a:lnTo>
                    <a:pt x="19465" y="14992"/>
                  </a:lnTo>
                  <a:lnTo>
                    <a:pt x="19919" y="13389"/>
                  </a:lnTo>
                  <a:lnTo>
                    <a:pt x="20710" y="12607"/>
                  </a:lnTo>
                  <a:lnTo>
                    <a:pt x="21517" y="12112"/>
                  </a:lnTo>
                  <a:lnTo>
                    <a:pt x="21977" y="9957"/>
                  </a:lnTo>
                  <a:lnTo>
                    <a:pt x="21781" y="9159"/>
                  </a:lnTo>
                  <a:lnTo>
                    <a:pt x="22973" y="8165"/>
                  </a:lnTo>
                  <a:lnTo>
                    <a:pt x="23556" y="6759"/>
                  </a:lnTo>
                  <a:lnTo>
                    <a:pt x="24967" y="5927"/>
                  </a:lnTo>
                  <a:lnTo>
                    <a:pt x="27838" y="5282"/>
                  </a:lnTo>
                  <a:lnTo>
                    <a:pt x="27988" y="3562"/>
                  </a:lnTo>
                  <a:lnTo>
                    <a:pt x="28425" y="2445"/>
                  </a:lnTo>
                  <a:lnTo>
                    <a:pt x="29075" y="2122"/>
                  </a:lnTo>
                  <a:lnTo>
                    <a:pt x="30531" y="1809"/>
                  </a:lnTo>
                  <a:lnTo>
                    <a:pt x="31307" y="1861"/>
                  </a:lnTo>
                  <a:lnTo>
                    <a:pt x="32392" y="3592"/>
                  </a:lnTo>
                  <a:lnTo>
                    <a:pt x="33541" y="5009"/>
                  </a:lnTo>
                  <a:lnTo>
                    <a:pt x="35062" y="5340"/>
                  </a:lnTo>
                  <a:lnTo>
                    <a:pt x="36577" y="5234"/>
                  </a:lnTo>
                  <a:lnTo>
                    <a:pt x="35663" y="3563"/>
                  </a:lnTo>
                  <a:lnTo>
                    <a:pt x="35705" y="1767"/>
                  </a:lnTo>
                  <a:lnTo>
                    <a:pt x="36254" y="598"/>
                  </a:lnTo>
                  <a:lnTo>
                    <a:pt x="36961" y="92"/>
                  </a:lnTo>
                  <a:lnTo>
                    <a:pt x="38472" y="0"/>
                  </a:lnTo>
                  <a:lnTo>
                    <a:pt x="43223" y="1213"/>
                  </a:lnTo>
                  <a:lnTo>
                    <a:pt x="46329" y="3004"/>
                  </a:lnTo>
                  <a:lnTo>
                    <a:pt x="47025" y="3961"/>
                  </a:lnTo>
                  <a:lnTo>
                    <a:pt x="46463" y="4452"/>
                  </a:lnTo>
                  <a:lnTo>
                    <a:pt x="45071" y="4787"/>
                  </a:lnTo>
                  <a:close/>
                </a:path>
              </a:pathLst>
            </a:custGeom>
            <a:solidFill>
              <a:srgbClr val="EBF4E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7" name="pg1316"/>
            <p:cNvSpPr/>
            <p:nvPr/>
          </p:nvSpPr>
          <p:spPr>
            <a:xfrm>
              <a:off x="4302483" y="1280061"/>
              <a:ext cx="18971" cy="5169"/>
            </a:xfrm>
            <a:custGeom>
              <a:avLst/>
              <a:pathLst>
                <a:path w="18971" h="5169">
                  <a:moveTo>
                    <a:pt x="2435" y="395"/>
                  </a:moveTo>
                  <a:lnTo>
                    <a:pt x="3961" y="1454"/>
                  </a:lnTo>
                  <a:lnTo>
                    <a:pt x="5131" y="629"/>
                  </a:lnTo>
                  <a:lnTo>
                    <a:pt x="16147" y="3180"/>
                  </a:lnTo>
                  <a:lnTo>
                    <a:pt x="18482" y="4137"/>
                  </a:lnTo>
                  <a:lnTo>
                    <a:pt x="18971" y="4803"/>
                  </a:lnTo>
                  <a:lnTo>
                    <a:pt x="9360" y="5169"/>
                  </a:lnTo>
                  <a:lnTo>
                    <a:pt x="7378" y="5054"/>
                  </a:lnTo>
                  <a:lnTo>
                    <a:pt x="7218" y="3546"/>
                  </a:lnTo>
                  <a:lnTo>
                    <a:pt x="5010" y="3516"/>
                  </a:lnTo>
                  <a:lnTo>
                    <a:pt x="1260" y="2532"/>
                  </a:lnTo>
                  <a:lnTo>
                    <a:pt x="250" y="1147"/>
                  </a:lnTo>
                  <a:lnTo>
                    <a:pt x="0" y="582"/>
                  </a:lnTo>
                  <a:lnTo>
                    <a:pt x="1195" y="0"/>
                  </a:lnTo>
                  <a:close/>
                </a:path>
              </a:pathLst>
            </a:custGeom>
            <a:solidFill>
              <a:srgbClr val="EBF4E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8" name="pg1317"/>
            <p:cNvSpPr/>
            <p:nvPr/>
          </p:nvSpPr>
          <p:spPr>
            <a:xfrm>
              <a:off x="4596959" y="1278981"/>
              <a:ext cx="4749" cy="2937"/>
            </a:xfrm>
            <a:custGeom>
              <a:avLst/>
              <a:pathLst>
                <a:path w="4749" h="2937">
                  <a:moveTo>
                    <a:pt x="2720" y="2565"/>
                  </a:moveTo>
                  <a:lnTo>
                    <a:pt x="0" y="2937"/>
                  </a:lnTo>
                  <a:lnTo>
                    <a:pt x="331" y="874"/>
                  </a:lnTo>
                  <a:lnTo>
                    <a:pt x="497" y="316"/>
                  </a:lnTo>
                  <a:lnTo>
                    <a:pt x="1887" y="0"/>
                  </a:lnTo>
                  <a:lnTo>
                    <a:pt x="2789" y="512"/>
                  </a:lnTo>
                  <a:lnTo>
                    <a:pt x="4749" y="908"/>
                  </a:lnTo>
                  <a:close/>
                </a:path>
              </a:pathLst>
            </a:custGeom>
            <a:solidFill>
              <a:srgbClr val="EBF4E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9" name="pg1318"/>
            <p:cNvSpPr/>
            <p:nvPr/>
          </p:nvSpPr>
          <p:spPr>
            <a:xfrm>
              <a:off x="4487812" y="1268601"/>
              <a:ext cx="33722" cy="11134"/>
            </a:xfrm>
            <a:custGeom>
              <a:avLst/>
              <a:pathLst>
                <a:path w="33722" h="11134">
                  <a:moveTo>
                    <a:pt x="19906" y="10847"/>
                  </a:moveTo>
                  <a:lnTo>
                    <a:pt x="16909" y="11134"/>
                  </a:lnTo>
                  <a:lnTo>
                    <a:pt x="13368" y="10863"/>
                  </a:lnTo>
                  <a:lnTo>
                    <a:pt x="7567" y="7733"/>
                  </a:lnTo>
                  <a:lnTo>
                    <a:pt x="3775" y="6406"/>
                  </a:lnTo>
                  <a:lnTo>
                    <a:pt x="688" y="4354"/>
                  </a:lnTo>
                  <a:lnTo>
                    <a:pt x="0" y="2092"/>
                  </a:lnTo>
                  <a:lnTo>
                    <a:pt x="1961" y="637"/>
                  </a:lnTo>
                  <a:lnTo>
                    <a:pt x="4388" y="91"/>
                  </a:lnTo>
                  <a:lnTo>
                    <a:pt x="8411" y="0"/>
                  </a:lnTo>
                  <a:lnTo>
                    <a:pt x="13612" y="202"/>
                  </a:lnTo>
                  <a:lnTo>
                    <a:pt x="18786" y="1647"/>
                  </a:lnTo>
                  <a:lnTo>
                    <a:pt x="29754" y="3285"/>
                  </a:lnTo>
                  <a:lnTo>
                    <a:pt x="33722" y="4366"/>
                  </a:lnTo>
                  <a:lnTo>
                    <a:pt x="31259" y="6960"/>
                  </a:lnTo>
                  <a:lnTo>
                    <a:pt x="28526" y="7931"/>
                  </a:lnTo>
                  <a:lnTo>
                    <a:pt x="25725" y="9299"/>
                  </a:lnTo>
                  <a:lnTo>
                    <a:pt x="22902" y="10277"/>
                  </a:lnTo>
                  <a:close/>
                </a:path>
              </a:pathLst>
            </a:custGeom>
            <a:solidFill>
              <a:srgbClr val="EBF4E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0" name="pg1319"/>
            <p:cNvSpPr/>
            <p:nvPr/>
          </p:nvSpPr>
          <p:spPr>
            <a:xfrm>
              <a:off x="3982139" y="1267362"/>
              <a:ext cx="16581" cy="5133"/>
            </a:xfrm>
            <a:custGeom>
              <a:avLst/>
              <a:pathLst>
                <a:path w="16581" h="5133">
                  <a:moveTo>
                    <a:pt x="16262" y="4432"/>
                  </a:moveTo>
                  <a:lnTo>
                    <a:pt x="16581" y="4795"/>
                  </a:lnTo>
                  <a:lnTo>
                    <a:pt x="16533" y="5133"/>
                  </a:lnTo>
                  <a:lnTo>
                    <a:pt x="12153" y="4794"/>
                  </a:lnTo>
                  <a:lnTo>
                    <a:pt x="4475" y="5018"/>
                  </a:lnTo>
                  <a:lnTo>
                    <a:pt x="0" y="3358"/>
                  </a:lnTo>
                  <a:lnTo>
                    <a:pt x="4704" y="1737"/>
                  </a:lnTo>
                  <a:lnTo>
                    <a:pt x="7211" y="1350"/>
                  </a:lnTo>
                  <a:lnTo>
                    <a:pt x="10426" y="0"/>
                  </a:lnTo>
                  <a:lnTo>
                    <a:pt x="14351" y="1347"/>
                  </a:lnTo>
                  <a:lnTo>
                    <a:pt x="14147" y="2478"/>
                  </a:lnTo>
                  <a:lnTo>
                    <a:pt x="14207" y="3042"/>
                  </a:lnTo>
                  <a:lnTo>
                    <a:pt x="15246" y="3602"/>
                  </a:lnTo>
                  <a:close/>
                </a:path>
              </a:pathLst>
            </a:custGeom>
            <a:solidFill>
              <a:srgbClr val="EBF4E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1" name="pg1320"/>
            <p:cNvSpPr/>
            <p:nvPr/>
          </p:nvSpPr>
          <p:spPr>
            <a:xfrm>
              <a:off x="4091073" y="1266634"/>
              <a:ext cx="12238" cy="5785"/>
            </a:xfrm>
            <a:custGeom>
              <a:avLst/>
              <a:pathLst>
                <a:path w="12238" h="5785">
                  <a:moveTo>
                    <a:pt x="9497" y="4817"/>
                  </a:moveTo>
                  <a:lnTo>
                    <a:pt x="5076" y="5785"/>
                  </a:lnTo>
                  <a:lnTo>
                    <a:pt x="3497" y="5492"/>
                  </a:lnTo>
                  <a:lnTo>
                    <a:pt x="3084" y="5039"/>
                  </a:lnTo>
                  <a:lnTo>
                    <a:pt x="2235" y="4571"/>
                  </a:lnTo>
                  <a:lnTo>
                    <a:pt x="0" y="3966"/>
                  </a:lnTo>
                  <a:lnTo>
                    <a:pt x="331" y="2261"/>
                  </a:lnTo>
                  <a:lnTo>
                    <a:pt x="1014" y="1918"/>
                  </a:lnTo>
                  <a:lnTo>
                    <a:pt x="7715" y="0"/>
                  </a:lnTo>
                  <a:lnTo>
                    <a:pt x="10888" y="1069"/>
                  </a:lnTo>
                  <a:lnTo>
                    <a:pt x="12238" y="3680"/>
                  </a:lnTo>
                  <a:close/>
                </a:path>
              </a:pathLst>
            </a:custGeom>
            <a:solidFill>
              <a:srgbClr val="EBF4E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2" name="pg1321"/>
            <p:cNvSpPr/>
            <p:nvPr/>
          </p:nvSpPr>
          <p:spPr>
            <a:xfrm>
              <a:off x="4512497" y="1265174"/>
              <a:ext cx="86260" cy="40791"/>
            </a:xfrm>
            <a:custGeom>
              <a:avLst/>
              <a:pathLst>
                <a:path w="86260" h="40791">
                  <a:moveTo>
                    <a:pt x="56808" y="295"/>
                  </a:moveTo>
                  <a:lnTo>
                    <a:pt x="59635" y="2164"/>
                  </a:lnTo>
                  <a:lnTo>
                    <a:pt x="61044" y="4296"/>
                  </a:lnTo>
                  <a:lnTo>
                    <a:pt x="59674" y="4860"/>
                  </a:lnTo>
                  <a:lnTo>
                    <a:pt x="58455" y="6263"/>
                  </a:lnTo>
                  <a:lnTo>
                    <a:pt x="57863" y="8049"/>
                  </a:lnTo>
                  <a:lnTo>
                    <a:pt x="56222" y="9391"/>
                  </a:lnTo>
                  <a:lnTo>
                    <a:pt x="55782" y="11621"/>
                  </a:lnTo>
                  <a:lnTo>
                    <a:pt x="56526" y="12044"/>
                  </a:lnTo>
                  <a:lnTo>
                    <a:pt x="57425" y="11431"/>
                  </a:lnTo>
                  <a:lnTo>
                    <a:pt x="59229" y="9326"/>
                  </a:lnTo>
                  <a:lnTo>
                    <a:pt x="61621" y="7894"/>
                  </a:lnTo>
                  <a:lnTo>
                    <a:pt x="64197" y="8691"/>
                  </a:lnTo>
                  <a:lnTo>
                    <a:pt x="65182" y="8389"/>
                  </a:lnTo>
                  <a:lnTo>
                    <a:pt x="66983" y="6356"/>
                  </a:lnTo>
                  <a:lnTo>
                    <a:pt x="66648" y="4702"/>
                  </a:lnTo>
                  <a:lnTo>
                    <a:pt x="67388" y="3683"/>
                  </a:lnTo>
                  <a:lnTo>
                    <a:pt x="68185" y="3429"/>
                  </a:lnTo>
                  <a:lnTo>
                    <a:pt x="71510" y="3630"/>
                  </a:lnTo>
                  <a:lnTo>
                    <a:pt x="76804" y="4488"/>
                  </a:lnTo>
                  <a:lnTo>
                    <a:pt x="77739" y="5374"/>
                  </a:lnTo>
                  <a:lnTo>
                    <a:pt x="79002" y="5853"/>
                  </a:lnTo>
                  <a:lnTo>
                    <a:pt x="79781" y="6706"/>
                  </a:lnTo>
                  <a:lnTo>
                    <a:pt x="82130" y="7338"/>
                  </a:lnTo>
                  <a:lnTo>
                    <a:pt x="83263" y="7980"/>
                  </a:lnTo>
                  <a:lnTo>
                    <a:pt x="84845" y="9434"/>
                  </a:lnTo>
                  <a:lnTo>
                    <a:pt x="86260" y="11558"/>
                  </a:lnTo>
                  <a:lnTo>
                    <a:pt x="84466" y="12703"/>
                  </a:lnTo>
                  <a:lnTo>
                    <a:pt x="83521" y="14754"/>
                  </a:lnTo>
                  <a:lnTo>
                    <a:pt x="83104" y="15223"/>
                  </a:lnTo>
                  <a:lnTo>
                    <a:pt x="82810" y="15956"/>
                  </a:lnTo>
                  <a:lnTo>
                    <a:pt x="82680" y="17745"/>
                  </a:lnTo>
                  <a:lnTo>
                    <a:pt x="82405" y="19297"/>
                  </a:lnTo>
                  <a:lnTo>
                    <a:pt x="82064" y="19987"/>
                  </a:lnTo>
                  <a:lnTo>
                    <a:pt x="81880" y="20825"/>
                  </a:lnTo>
                  <a:lnTo>
                    <a:pt x="82069" y="23141"/>
                  </a:lnTo>
                  <a:lnTo>
                    <a:pt x="81564" y="24966"/>
                  </a:lnTo>
                  <a:lnTo>
                    <a:pt x="79795" y="26348"/>
                  </a:lnTo>
                  <a:lnTo>
                    <a:pt x="77950" y="26402"/>
                  </a:lnTo>
                  <a:lnTo>
                    <a:pt x="75227" y="25470"/>
                  </a:lnTo>
                  <a:lnTo>
                    <a:pt x="74453" y="25497"/>
                  </a:lnTo>
                  <a:lnTo>
                    <a:pt x="73681" y="25862"/>
                  </a:lnTo>
                  <a:lnTo>
                    <a:pt x="77081" y="27807"/>
                  </a:lnTo>
                  <a:lnTo>
                    <a:pt x="79548" y="30674"/>
                  </a:lnTo>
                  <a:lnTo>
                    <a:pt x="82429" y="31339"/>
                  </a:lnTo>
                  <a:lnTo>
                    <a:pt x="83217" y="31688"/>
                  </a:lnTo>
                  <a:lnTo>
                    <a:pt x="84266" y="34332"/>
                  </a:lnTo>
                  <a:lnTo>
                    <a:pt x="84632" y="35660"/>
                  </a:lnTo>
                  <a:lnTo>
                    <a:pt x="79838" y="38872"/>
                  </a:lnTo>
                  <a:lnTo>
                    <a:pt x="78589" y="39419"/>
                  </a:lnTo>
                  <a:lnTo>
                    <a:pt x="70938" y="39891"/>
                  </a:lnTo>
                  <a:lnTo>
                    <a:pt x="65898" y="40791"/>
                  </a:lnTo>
                  <a:lnTo>
                    <a:pt x="64311" y="40577"/>
                  </a:lnTo>
                  <a:lnTo>
                    <a:pt x="61494" y="39810"/>
                  </a:lnTo>
                  <a:lnTo>
                    <a:pt x="59655" y="40129"/>
                  </a:lnTo>
                  <a:lnTo>
                    <a:pt x="56982" y="39622"/>
                  </a:lnTo>
                  <a:lnTo>
                    <a:pt x="55339" y="39645"/>
                  </a:lnTo>
                  <a:lnTo>
                    <a:pt x="51547" y="38420"/>
                  </a:lnTo>
                  <a:lnTo>
                    <a:pt x="47657" y="36473"/>
                  </a:lnTo>
                  <a:lnTo>
                    <a:pt x="46896" y="35590"/>
                  </a:lnTo>
                  <a:lnTo>
                    <a:pt x="46113" y="34965"/>
                  </a:lnTo>
                  <a:lnTo>
                    <a:pt x="41451" y="34431"/>
                  </a:lnTo>
                  <a:lnTo>
                    <a:pt x="40432" y="34052"/>
                  </a:lnTo>
                  <a:lnTo>
                    <a:pt x="33634" y="34478"/>
                  </a:lnTo>
                  <a:lnTo>
                    <a:pt x="32478" y="34166"/>
                  </a:lnTo>
                  <a:lnTo>
                    <a:pt x="30359" y="31622"/>
                  </a:lnTo>
                  <a:lnTo>
                    <a:pt x="29197" y="31586"/>
                  </a:lnTo>
                  <a:lnTo>
                    <a:pt x="25449" y="33054"/>
                  </a:lnTo>
                  <a:lnTo>
                    <a:pt x="24057" y="32964"/>
                  </a:lnTo>
                  <a:lnTo>
                    <a:pt x="21227" y="31961"/>
                  </a:lnTo>
                  <a:lnTo>
                    <a:pt x="19515" y="30753"/>
                  </a:lnTo>
                  <a:lnTo>
                    <a:pt x="19260" y="30358"/>
                  </a:lnTo>
                  <a:lnTo>
                    <a:pt x="19113" y="28836"/>
                  </a:lnTo>
                  <a:lnTo>
                    <a:pt x="17415" y="28061"/>
                  </a:lnTo>
                  <a:lnTo>
                    <a:pt x="15338" y="25434"/>
                  </a:lnTo>
                  <a:lnTo>
                    <a:pt x="14165" y="22632"/>
                  </a:lnTo>
                  <a:lnTo>
                    <a:pt x="8487" y="21182"/>
                  </a:lnTo>
                  <a:lnTo>
                    <a:pt x="5033" y="20847"/>
                  </a:lnTo>
                  <a:lnTo>
                    <a:pt x="2486" y="20975"/>
                  </a:lnTo>
                  <a:lnTo>
                    <a:pt x="0" y="19884"/>
                  </a:lnTo>
                  <a:lnTo>
                    <a:pt x="4120" y="15857"/>
                  </a:lnTo>
                  <a:lnTo>
                    <a:pt x="9581" y="13787"/>
                  </a:lnTo>
                  <a:lnTo>
                    <a:pt x="11937" y="12181"/>
                  </a:lnTo>
                  <a:lnTo>
                    <a:pt x="14639" y="10003"/>
                  </a:lnTo>
                  <a:lnTo>
                    <a:pt x="15751" y="6687"/>
                  </a:lnTo>
                  <a:lnTo>
                    <a:pt x="20343" y="4640"/>
                  </a:lnTo>
                  <a:lnTo>
                    <a:pt x="21523" y="3943"/>
                  </a:lnTo>
                  <a:lnTo>
                    <a:pt x="23149" y="2334"/>
                  </a:lnTo>
                  <a:lnTo>
                    <a:pt x="23649" y="2110"/>
                  </a:lnTo>
                  <a:lnTo>
                    <a:pt x="27277" y="4070"/>
                  </a:lnTo>
                  <a:lnTo>
                    <a:pt x="27976" y="3726"/>
                  </a:lnTo>
                  <a:lnTo>
                    <a:pt x="28627" y="2820"/>
                  </a:lnTo>
                  <a:lnTo>
                    <a:pt x="29945" y="1851"/>
                  </a:lnTo>
                  <a:lnTo>
                    <a:pt x="34391" y="1721"/>
                  </a:lnTo>
                  <a:lnTo>
                    <a:pt x="38150" y="2110"/>
                  </a:lnTo>
                  <a:lnTo>
                    <a:pt x="39568" y="1719"/>
                  </a:lnTo>
                  <a:lnTo>
                    <a:pt x="41286" y="1888"/>
                  </a:lnTo>
                  <a:lnTo>
                    <a:pt x="49972" y="449"/>
                  </a:lnTo>
                  <a:lnTo>
                    <a:pt x="55726" y="0"/>
                  </a:lnTo>
                  <a:close/>
                </a:path>
              </a:pathLst>
            </a:custGeom>
            <a:solidFill>
              <a:srgbClr val="EBF4E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3" name="pg1322"/>
            <p:cNvSpPr/>
            <p:nvPr/>
          </p:nvSpPr>
          <p:spPr>
            <a:xfrm>
              <a:off x="3975533" y="1263343"/>
              <a:ext cx="9416" cy="5007"/>
            </a:xfrm>
            <a:custGeom>
              <a:avLst/>
              <a:pathLst>
                <a:path w="9416" h="5007">
                  <a:moveTo>
                    <a:pt x="6116" y="4606"/>
                  </a:moveTo>
                  <a:lnTo>
                    <a:pt x="5119" y="5007"/>
                  </a:lnTo>
                  <a:lnTo>
                    <a:pt x="397" y="2780"/>
                  </a:lnTo>
                  <a:lnTo>
                    <a:pt x="0" y="2106"/>
                  </a:lnTo>
                  <a:lnTo>
                    <a:pt x="4043" y="0"/>
                  </a:lnTo>
                  <a:lnTo>
                    <a:pt x="8575" y="317"/>
                  </a:lnTo>
                  <a:lnTo>
                    <a:pt x="9303" y="1317"/>
                  </a:lnTo>
                  <a:lnTo>
                    <a:pt x="9416" y="1709"/>
                  </a:lnTo>
                  <a:lnTo>
                    <a:pt x="6369" y="3568"/>
                  </a:lnTo>
                  <a:close/>
                </a:path>
              </a:pathLst>
            </a:custGeom>
            <a:solidFill>
              <a:srgbClr val="EBF4E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4" name="pg1323"/>
            <p:cNvSpPr/>
            <p:nvPr/>
          </p:nvSpPr>
          <p:spPr>
            <a:xfrm>
              <a:off x="4042460" y="1260531"/>
              <a:ext cx="6169" cy="2912"/>
            </a:xfrm>
            <a:custGeom>
              <a:avLst/>
              <a:pathLst>
                <a:path w="6169" h="2912">
                  <a:moveTo>
                    <a:pt x="6169" y="1523"/>
                  </a:moveTo>
                  <a:lnTo>
                    <a:pt x="2658" y="2912"/>
                  </a:lnTo>
                  <a:lnTo>
                    <a:pt x="848" y="2866"/>
                  </a:lnTo>
                  <a:lnTo>
                    <a:pt x="0" y="2037"/>
                  </a:lnTo>
                  <a:lnTo>
                    <a:pt x="1381" y="881"/>
                  </a:lnTo>
                  <a:lnTo>
                    <a:pt x="3212" y="0"/>
                  </a:lnTo>
                  <a:lnTo>
                    <a:pt x="4609" y="227"/>
                  </a:lnTo>
                  <a:lnTo>
                    <a:pt x="5615" y="683"/>
                  </a:lnTo>
                  <a:close/>
                </a:path>
              </a:pathLst>
            </a:custGeom>
            <a:solidFill>
              <a:srgbClr val="EBF4E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5" name="pg1324"/>
            <p:cNvSpPr/>
            <p:nvPr/>
          </p:nvSpPr>
          <p:spPr>
            <a:xfrm>
              <a:off x="4051645" y="1259327"/>
              <a:ext cx="17258" cy="8707"/>
            </a:xfrm>
            <a:custGeom>
              <a:avLst/>
              <a:pathLst>
                <a:path w="17258" h="8707">
                  <a:moveTo>
                    <a:pt x="16716" y="450"/>
                  </a:moveTo>
                  <a:lnTo>
                    <a:pt x="17258" y="1452"/>
                  </a:lnTo>
                  <a:lnTo>
                    <a:pt x="17213" y="5088"/>
                  </a:lnTo>
                  <a:lnTo>
                    <a:pt x="16643" y="6700"/>
                  </a:lnTo>
                  <a:lnTo>
                    <a:pt x="16734" y="8022"/>
                  </a:lnTo>
                  <a:lnTo>
                    <a:pt x="15583" y="8707"/>
                  </a:lnTo>
                  <a:lnTo>
                    <a:pt x="5880" y="8560"/>
                  </a:lnTo>
                  <a:lnTo>
                    <a:pt x="1080" y="8244"/>
                  </a:lnTo>
                  <a:lnTo>
                    <a:pt x="0" y="7724"/>
                  </a:lnTo>
                  <a:lnTo>
                    <a:pt x="2693" y="5995"/>
                  </a:lnTo>
                  <a:lnTo>
                    <a:pt x="3556" y="4794"/>
                  </a:lnTo>
                  <a:lnTo>
                    <a:pt x="3280" y="1362"/>
                  </a:lnTo>
                  <a:lnTo>
                    <a:pt x="3706" y="734"/>
                  </a:lnTo>
                  <a:lnTo>
                    <a:pt x="11489" y="1059"/>
                  </a:lnTo>
                  <a:lnTo>
                    <a:pt x="12132" y="85"/>
                  </a:lnTo>
                  <a:lnTo>
                    <a:pt x="15060" y="0"/>
                  </a:lnTo>
                  <a:close/>
                </a:path>
              </a:pathLst>
            </a:custGeom>
            <a:solidFill>
              <a:srgbClr val="EBF4E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6" name="pg1325"/>
            <p:cNvSpPr/>
            <p:nvPr/>
          </p:nvSpPr>
          <p:spPr>
            <a:xfrm>
              <a:off x="4008324" y="1257953"/>
              <a:ext cx="20216" cy="7073"/>
            </a:xfrm>
            <a:custGeom>
              <a:avLst/>
              <a:pathLst>
                <a:path w="20216" h="7073">
                  <a:moveTo>
                    <a:pt x="16140" y="6720"/>
                  </a:moveTo>
                  <a:lnTo>
                    <a:pt x="7934" y="7073"/>
                  </a:lnTo>
                  <a:lnTo>
                    <a:pt x="5214" y="6907"/>
                  </a:lnTo>
                  <a:lnTo>
                    <a:pt x="4857" y="6544"/>
                  </a:lnTo>
                  <a:lnTo>
                    <a:pt x="4159" y="6228"/>
                  </a:lnTo>
                  <a:lnTo>
                    <a:pt x="1606" y="5892"/>
                  </a:lnTo>
                  <a:lnTo>
                    <a:pt x="0" y="4400"/>
                  </a:lnTo>
                  <a:lnTo>
                    <a:pt x="701" y="4028"/>
                  </a:lnTo>
                  <a:lnTo>
                    <a:pt x="4482" y="3419"/>
                  </a:lnTo>
                  <a:lnTo>
                    <a:pt x="5764" y="2781"/>
                  </a:lnTo>
                  <a:lnTo>
                    <a:pt x="6202" y="1923"/>
                  </a:lnTo>
                  <a:lnTo>
                    <a:pt x="7903" y="302"/>
                  </a:lnTo>
                  <a:lnTo>
                    <a:pt x="11997" y="0"/>
                  </a:lnTo>
                  <a:lnTo>
                    <a:pt x="13768" y="302"/>
                  </a:lnTo>
                  <a:lnTo>
                    <a:pt x="13975" y="1369"/>
                  </a:lnTo>
                  <a:lnTo>
                    <a:pt x="15705" y="2637"/>
                  </a:lnTo>
                  <a:lnTo>
                    <a:pt x="20216" y="4263"/>
                  </a:lnTo>
                  <a:lnTo>
                    <a:pt x="19306" y="5446"/>
                  </a:lnTo>
                  <a:lnTo>
                    <a:pt x="17763" y="5616"/>
                  </a:lnTo>
                  <a:close/>
                </a:path>
              </a:pathLst>
            </a:custGeom>
            <a:solidFill>
              <a:srgbClr val="EBF4E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7" name="pg1326"/>
            <p:cNvSpPr/>
            <p:nvPr/>
          </p:nvSpPr>
          <p:spPr>
            <a:xfrm>
              <a:off x="4067528" y="1255551"/>
              <a:ext cx="27694" cy="11520"/>
            </a:xfrm>
            <a:custGeom>
              <a:avLst/>
              <a:pathLst>
                <a:path w="27694" h="11520">
                  <a:moveTo>
                    <a:pt x="11662" y="10953"/>
                  </a:moveTo>
                  <a:lnTo>
                    <a:pt x="9735" y="11520"/>
                  </a:lnTo>
                  <a:lnTo>
                    <a:pt x="4703" y="10483"/>
                  </a:lnTo>
                  <a:lnTo>
                    <a:pt x="3963" y="9923"/>
                  </a:lnTo>
                  <a:lnTo>
                    <a:pt x="3335" y="8866"/>
                  </a:lnTo>
                  <a:lnTo>
                    <a:pt x="2504" y="4895"/>
                  </a:lnTo>
                  <a:lnTo>
                    <a:pt x="2475" y="3707"/>
                  </a:lnTo>
                  <a:lnTo>
                    <a:pt x="2160" y="2887"/>
                  </a:lnTo>
                  <a:lnTo>
                    <a:pt x="891" y="1439"/>
                  </a:lnTo>
                  <a:lnTo>
                    <a:pt x="0" y="757"/>
                  </a:lnTo>
                  <a:lnTo>
                    <a:pt x="788" y="0"/>
                  </a:lnTo>
                  <a:lnTo>
                    <a:pt x="6303" y="548"/>
                  </a:lnTo>
                  <a:lnTo>
                    <a:pt x="18131" y="862"/>
                  </a:lnTo>
                  <a:lnTo>
                    <a:pt x="24192" y="2306"/>
                  </a:lnTo>
                  <a:lnTo>
                    <a:pt x="25972" y="3117"/>
                  </a:lnTo>
                  <a:lnTo>
                    <a:pt x="27694" y="4453"/>
                  </a:lnTo>
                  <a:lnTo>
                    <a:pt x="17113" y="5176"/>
                  </a:lnTo>
                  <a:lnTo>
                    <a:pt x="15705" y="5795"/>
                  </a:lnTo>
                  <a:lnTo>
                    <a:pt x="15728" y="7263"/>
                  </a:lnTo>
                  <a:lnTo>
                    <a:pt x="15354" y="8632"/>
                  </a:lnTo>
                  <a:lnTo>
                    <a:pt x="14216" y="8788"/>
                  </a:lnTo>
                  <a:close/>
                </a:path>
              </a:pathLst>
            </a:custGeom>
            <a:solidFill>
              <a:srgbClr val="EBF4E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8" name="pg1327"/>
            <p:cNvSpPr/>
            <p:nvPr/>
          </p:nvSpPr>
          <p:spPr>
            <a:xfrm>
              <a:off x="4028050" y="1252261"/>
              <a:ext cx="7717" cy="5435"/>
            </a:xfrm>
            <a:custGeom>
              <a:avLst/>
              <a:pathLst>
                <a:path w="7717" h="5435">
                  <a:moveTo>
                    <a:pt x="7446" y="3914"/>
                  </a:moveTo>
                  <a:lnTo>
                    <a:pt x="5725" y="5435"/>
                  </a:lnTo>
                  <a:lnTo>
                    <a:pt x="0" y="3813"/>
                  </a:lnTo>
                  <a:lnTo>
                    <a:pt x="469" y="2997"/>
                  </a:lnTo>
                  <a:lnTo>
                    <a:pt x="1089" y="2654"/>
                  </a:lnTo>
                  <a:lnTo>
                    <a:pt x="1106" y="1855"/>
                  </a:lnTo>
                  <a:lnTo>
                    <a:pt x="579" y="1248"/>
                  </a:lnTo>
                  <a:lnTo>
                    <a:pt x="806" y="0"/>
                  </a:lnTo>
                  <a:lnTo>
                    <a:pt x="4502" y="913"/>
                  </a:lnTo>
                  <a:lnTo>
                    <a:pt x="4855" y="1285"/>
                  </a:lnTo>
                  <a:lnTo>
                    <a:pt x="7344" y="1924"/>
                  </a:lnTo>
                  <a:lnTo>
                    <a:pt x="7717" y="3149"/>
                  </a:lnTo>
                  <a:close/>
                </a:path>
              </a:pathLst>
            </a:custGeom>
            <a:solidFill>
              <a:srgbClr val="EBF4E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9" name="pg1328"/>
            <p:cNvSpPr/>
            <p:nvPr/>
          </p:nvSpPr>
          <p:spPr>
            <a:xfrm>
              <a:off x="3918140" y="1244921"/>
              <a:ext cx="46663" cy="12024"/>
            </a:xfrm>
            <a:custGeom>
              <a:avLst/>
              <a:pathLst>
                <a:path w="46663" h="12024">
                  <a:moveTo>
                    <a:pt x="31306" y="0"/>
                  </a:moveTo>
                  <a:lnTo>
                    <a:pt x="36951" y="1210"/>
                  </a:lnTo>
                  <a:lnTo>
                    <a:pt x="41193" y="891"/>
                  </a:lnTo>
                  <a:lnTo>
                    <a:pt x="42451" y="1024"/>
                  </a:lnTo>
                  <a:lnTo>
                    <a:pt x="43691" y="1408"/>
                  </a:lnTo>
                  <a:lnTo>
                    <a:pt x="44946" y="2204"/>
                  </a:lnTo>
                  <a:lnTo>
                    <a:pt x="46663" y="4015"/>
                  </a:lnTo>
                  <a:lnTo>
                    <a:pt x="46627" y="6512"/>
                  </a:lnTo>
                  <a:lnTo>
                    <a:pt x="45910" y="6629"/>
                  </a:lnTo>
                  <a:lnTo>
                    <a:pt x="38739" y="5481"/>
                  </a:lnTo>
                  <a:lnTo>
                    <a:pt x="35444" y="2878"/>
                  </a:lnTo>
                  <a:lnTo>
                    <a:pt x="34555" y="2614"/>
                  </a:lnTo>
                  <a:lnTo>
                    <a:pt x="33257" y="3301"/>
                  </a:lnTo>
                  <a:lnTo>
                    <a:pt x="32173" y="4896"/>
                  </a:lnTo>
                  <a:lnTo>
                    <a:pt x="30962" y="5293"/>
                  </a:lnTo>
                  <a:lnTo>
                    <a:pt x="29602" y="7312"/>
                  </a:lnTo>
                  <a:lnTo>
                    <a:pt x="28298" y="7054"/>
                  </a:lnTo>
                  <a:lnTo>
                    <a:pt x="27640" y="7228"/>
                  </a:lnTo>
                  <a:lnTo>
                    <a:pt x="25988" y="8615"/>
                  </a:lnTo>
                  <a:lnTo>
                    <a:pt x="21873" y="8638"/>
                  </a:lnTo>
                  <a:lnTo>
                    <a:pt x="21211" y="9248"/>
                  </a:lnTo>
                  <a:lnTo>
                    <a:pt x="19850" y="11173"/>
                  </a:lnTo>
                  <a:lnTo>
                    <a:pt x="18178" y="11727"/>
                  </a:lnTo>
                  <a:lnTo>
                    <a:pt x="15257" y="12024"/>
                  </a:lnTo>
                  <a:lnTo>
                    <a:pt x="14251" y="10929"/>
                  </a:lnTo>
                  <a:lnTo>
                    <a:pt x="13803" y="9242"/>
                  </a:lnTo>
                  <a:lnTo>
                    <a:pt x="13130" y="8397"/>
                  </a:lnTo>
                  <a:lnTo>
                    <a:pt x="9080" y="9358"/>
                  </a:lnTo>
                  <a:lnTo>
                    <a:pt x="5975" y="8668"/>
                  </a:lnTo>
                  <a:lnTo>
                    <a:pt x="3013" y="7532"/>
                  </a:lnTo>
                  <a:lnTo>
                    <a:pt x="0" y="7162"/>
                  </a:lnTo>
                  <a:lnTo>
                    <a:pt x="2708" y="5951"/>
                  </a:lnTo>
                  <a:lnTo>
                    <a:pt x="17552" y="3501"/>
                  </a:lnTo>
                  <a:lnTo>
                    <a:pt x="23373" y="2908"/>
                  </a:lnTo>
                  <a:lnTo>
                    <a:pt x="26106" y="1160"/>
                  </a:lnTo>
                  <a:lnTo>
                    <a:pt x="30199" y="21"/>
                  </a:lnTo>
                  <a:close/>
                </a:path>
              </a:pathLst>
            </a:custGeom>
            <a:solidFill>
              <a:srgbClr val="EBF4E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0" name="pg1329"/>
            <p:cNvSpPr/>
            <p:nvPr/>
          </p:nvSpPr>
          <p:spPr>
            <a:xfrm>
              <a:off x="4095626" y="1243761"/>
              <a:ext cx="36273" cy="14015"/>
            </a:xfrm>
            <a:custGeom>
              <a:avLst/>
              <a:pathLst>
                <a:path w="36273" h="14015">
                  <a:moveTo>
                    <a:pt x="35533" y="1718"/>
                  </a:moveTo>
                  <a:lnTo>
                    <a:pt x="36273" y="2911"/>
                  </a:lnTo>
                  <a:lnTo>
                    <a:pt x="35830" y="4807"/>
                  </a:lnTo>
                  <a:lnTo>
                    <a:pt x="34876" y="6182"/>
                  </a:lnTo>
                  <a:lnTo>
                    <a:pt x="34398" y="8154"/>
                  </a:lnTo>
                  <a:lnTo>
                    <a:pt x="30614" y="8625"/>
                  </a:lnTo>
                  <a:lnTo>
                    <a:pt x="29530" y="9059"/>
                  </a:lnTo>
                  <a:lnTo>
                    <a:pt x="28496" y="10577"/>
                  </a:lnTo>
                  <a:lnTo>
                    <a:pt x="24642" y="11470"/>
                  </a:lnTo>
                  <a:lnTo>
                    <a:pt x="21756" y="14015"/>
                  </a:lnTo>
                  <a:lnTo>
                    <a:pt x="17696" y="13540"/>
                  </a:lnTo>
                  <a:lnTo>
                    <a:pt x="12218" y="11774"/>
                  </a:lnTo>
                  <a:lnTo>
                    <a:pt x="7552" y="13203"/>
                  </a:lnTo>
                  <a:lnTo>
                    <a:pt x="4462" y="13641"/>
                  </a:lnTo>
                  <a:lnTo>
                    <a:pt x="718" y="11461"/>
                  </a:lnTo>
                  <a:lnTo>
                    <a:pt x="200" y="10974"/>
                  </a:lnTo>
                  <a:lnTo>
                    <a:pt x="0" y="9463"/>
                  </a:lnTo>
                  <a:lnTo>
                    <a:pt x="222" y="8130"/>
                  </a:lnTo>
                  <a:lnTo>
                    <a:pt x="1213" y="5329"/>
                  </a:lnTo>
                  <a:lnTo>
                    <a:pt x="2553" y="3735"/>
                  </a:lnTo>
                  <a:lnTo>
                    <a:pt x="3223" y="3230"/>
                  </a:lnTo>
                  <a:lnTo>
                    <a:pt x="3752" y="2258"/>
                  </a:lnTo>
                  <a:lnTo>
                    <a:pt x="5276" y="1670"/>
                  </a:lnTo>
                  <a:lnTo>
                    <a:pt x="9950" y="1310"/>
                  </a:lnTo>
                  <a:lnTo>
                    <a:pt x="11683" y="1630"/>
                  </a:lnTo>
                  <a:lnTo>
                    <a:pt x="12214" y="2702"/>
                  </a:lnTo>
                  <a:lnTo>
                    <a:pt x="14725" y="2620"/>
                  </a:lnTo>
                  <a:lnTo>
                    <a:pt x="18904" y="1960"/>
                  </a:lnTo>
                  <a:lnTo>
                    <a:pt x="24988" y="894"/>
                  </a:lnTo>
                  <a:lnTo>
                    <a:pt x="28496" y="0"/>
                  </a:lnTo>
                  <a:lnTo>
                    <a:pt x="31619" y="206"/>
                  </a:lnTo>
                  <a:lnTo>
                    <a:pt x="34733" y="777"/>
                  </a:lnTo>
                  <a:close/>
                </a:path>
              </a:pathLst>
            </a:custGeom>
            <a:solidFill>
              <a:srgbClr val="EBF4E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1" name="pg1330"/>
            <p:cNvSpPr/>
            <p:nvPr/>
          </p:nvSpPr>
          <p:spPr>
            <a:xfrm>
              <a:off x="3939604" y="1242747"/>
              <a:ext cx="62429" cy="24985"/>
            </a:xfrm>
            <a:custGeom>
              <a:avLst/>
              <a:pathLst>
                <a:path w="62429" h="24985">
                  <a:moveTo>
                    <a:pt x="44839" y="0"/>
                  </a:moveTo>
                  <a:lnTo>
                    <a:pt x="46731" y="483"/>
                  </a:lnTo>
                  <a:lnTo>
                    <a:pt x="51292" y="386"/>
                  </a:lnTo>
                  <a:lnTo>
                    <a:pt x="52731" y="1087"/>
                  </a:lnTo>
                  <a:lnTo>
                    <a:pt x="59358" y="5394"/>
                  </a:lnTo>
                  <a:lnTo>
                    <a:pt x="61039" y="5510"/>
                  </a:lnTo>
                  <a:lnTo>
                    <a:pt x="62429" y="7079"/>
                  </a:lnTo>
                  <a:lnTo>
                    <a:pt x="55550" y="9552"/>
                  </a:lnTo>
                  <a:lnTo>
                    <a:pt x="53263" y="11428"/>
                  </a:lnTo>
                  <a:lnTo>
                    <a:pt x="44858" y="11816"/>
                  </a:lnTo>
                  <a:lnTo>
                    <a:pt x="39506" y="12693"/>
                  </a:lnTo>
                  <a:lnTo>
                    <a:pt x="38319" y="13449"/>
                  </a:lnTo>
                  <a:lnTo>
                    <a:pt x="38866" y="14830"/>
                  </a:lnTo>
                  <a:lnTo>
                    <a:pt x="36297" y="16272"/>
                  </a:lnTo>
                  <a:lnTo>
                    <a:pt x="27785" y="16490"/>
                  </a:lnTo>
                  <a:lnTo>
                    <a:pt x="26735" y="16947"/>
                  </a:lnTo>
                  <a:lnTo>
                    <a:pt x="25082" y="18533"/>
                  </a:lnTo>
                  <a:lnTo>
                    <a:pt x="25229" y="18821"/>
                  </a:lnTo>
                  <a:lnTo>
                    <a:pt x="28104" y="19220"/>
                  </a:lnTo>
                  <a:lnTo>
                    <a:pt x="28568" y="19548"/>
                  </a:lnTo>
                  <a:lnTo>
                    <a:pt x="28953" y="20237"/>
                  </a:lnTo>
                  <a:lnTo>
                    <a:pt x="29199" y="21270"/>
                  </a:lnTo>
                  <a:lnTo>
                    <a:pt x="28790" y="22594"/>
                  </a:lnTo>
                  <a:lnTo>
                    <a:pt x="27733" y="22809"/>
                  </a:lnTo>
                  <a:lnTo>
                    <a:pt x="26566" y="22637"/>
                  </a:lnTo>
                  <a:lnTo>
                    <a:pt x="23905" y="21626"/>
                  </a:lnTo>
                  <a:lnTo>
                    <a:pt x="23570" y="21983"/>
                  </a:lnTo>
                  <a:lnTo>
                    <a:pt x="23299" y="22722"/>
                  </a:lnTo>
                  <a:lnTo>
                    <a:pt x="22487" y="24145"/>
                  </a:lnTo>
                  <a:lnTo>
                    <a:pt x="21493" y="24568"/>
                  </a:lnTo>
                  <a:lnTo>
                    <a:pt x="18790" y="23476"/>
                  </a:lnTo>
                  <a:lnTo>
                    <a:pt x="17910" y="23784"/>
                  </a:lnTo>
                  <a:lnTo>
                    <a:pt x="17045" y="24460"/>
                  </a:lnTo>
                  <a:lnTo>
                    <a:pt x="15986" y="24780"/>
                  </a:lnTo>
                  <a:lnTo>
                    <a:pt x="13485" y="24985"/>
                  </a:lnTo>
                  <a:lnTo>
                    <a:pt x="12191" y="24090"/>
                  </a:lnTo>
                  <a:lnTo>
                    <a:pt x="13311" y="22926"/>
                  </a:lnTo>
                  <a:lnTo>
                    <a:pt x="16450" y="21118"/>
                  </a:lnTo>
                  <a:lnTo>
                    <a:pt x="15406" y="20329"/>
                  </a:lnTo>
                  <a:lnTo>
                    <a:pt x="12314" y="20150"/>
                  </a:lnTo>
                  <a:lnTo>
                    <a:pt x="9870" y="20599"/>
                  </a:lnTo>
                  <a:lnTo>
                    <a:pt x="8620" y="21828"/>
                  </a:lnTo>
                  <a:lnTo>
                    <a:pt x="7455" y="22073"/>
                  </a:lnTo>
                  <a:lnTo>
                    <a:pt x="4276" y="21998"/>
                  </a:lnTo>
                  <a:lnTo>
                    <a:pt x="2486" y="20389"/>
                  </a:lnTo>
                  <a:lnTo>
                    <a:pt x="1156" y="19785"/>
                  </a:lnTo>
                  <a:lnTo>
                    <a:pt x="0" y="18524"/>
                  </a:lnTo>
                  <a:lnTo>
                    <a:pt x="9359" y="14256"/>
                  </a:lnTo>
                  <a:lnTo>
                    <a:pt x="12483" y="12608"/>
                  </a:lnTo>
                  <a:lnTo>
                    <a:pt x="15441" y="11766"/>
                  </a:lnTo>
                  <a:lnTo>
                    <a:pt x="19296" y="11327"/>
                  </a:lnTo>
                  <a:lnTo>
                    <a:pt x="20505" y="10805"/>
                  </a:lnTo>
                  <a:lnTo>
                    <a:pt x="21695" y="10591"/>
                  </a:lnTo>
                  <a:lnTo>
                    <a:pt x="22462" y="10909"/>
                  </a:lnTo>
                  <a:lnTo>
                    <a:pt x="24440" y="12379"/>
                  </a:lnTo>
                  <a:lnTo>
                    <a:pt x="30150" y="12158"/>
                  </a:lnTo>
                  <a:lnTo>
                    <a:pt x="31353" y="10891"/>
                  </a:lnTo>
                  <a:lnTo>
                    <a:pt x="31444" y="8014"/>
                  </a:lnTo>
                  <a:lnTo>
                    <a:pt x="30886" y="6357"/>
                  </a:lnTo>
                  <a:lnTo>
                    <a:pt x="32082" y="3127"/>
                  </a:lnTo>
                  <a:lnTo>
                    <a:pt x="35333" y="1829"/>
                  </a:lnTo>
                  <a:lnTo>
                    <a:pt x="42941" y="99"/>
                  </a:lnTo>
                  <a:close/>
                </a:path>
              </a:pathLst>
            </a:custGeom>
            <a:solidFill>
              <a:srgbClr val="EBF4E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2" name="pg1331"/>
            <p:cNvSpPr/>
            <p:nvPr/>
          </p:nvSpPr>
          <p:spPr>
            <a:xfrm>
              <a:off x="4338590" y="1241325"/>
              <a:ext cx="17896" cy="4826"/>
            </a:xfrm>
            <a:custGeom>
              <a:avLst/>
              <a:pathLst>
                <a:path w="17896" h="4826">
                  <a:moveTo>
                    <a:pt x="12944" y="3759"/>
                  </a:moveTo>
                  <a:lnTo>
                    <a:pt x="1491" y="4826"/>
                  </a:lnTo>
                  <a:lnTo>
                    <a:pt x="360" y="4153"/>
                  </a:lnTo>
                  <a:lnTo>
                    <a:pt x="0" y="3757"/>
                  </a:lnTo>
                  <a:lnTo>
                    <a:pt x="1631" y="1530"/>
                  </a:lnTo>
                  <a:lnTo>
                    <a:pt x="2958" y="444"/>
                  </a:lnTo>
                  <a:lnTo>
                    <a:pt x="10229" y="0"/>
                  </a:lnTo>
                  <a:lnTo>
                    <a:pt x="16065" y="755"/>
                  </a:lnTo>
                  <a:lnTo>
                    <a:pt x="17896" y="1409"/>
                  </a:lnTo>
                  <a:lnTo>
                    <a:pt x="17222" y="2741"/>
                  </a:lnTo>
                  <a:lnTo>
                    <a:pt x="16870" y="3175"/>
                  </a:lnTo>
                  <a:close/>
                </a:path>
              </a:pathLst>
            </a:custGeom>
            <a:solidFill>
              <a:srgbClr val="EBF4E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3" name="pg1332"/>
            <p:cNvSpPr/>
            <p:nvPr/>
          </p:nvSpPr>
          <p:spPr>
            <a:xfrm>
              <a:off x="4105128" y="1237525"/>
              <a:ext cx="18622" cy="5149"/>
            </a:xfrm>
            <a:custGeom>
              <a:avLst/>
              <a:pathLst>
                <a:path w="18622" h="5149">
                  <a:moveTo>
                    <a:pt x="13359" y="4539"/>
                  </a:moveTo>
                  <a:lnTo>
                    <a:pt x="9483" y="5149"/>
                  </a:lnTo>
                  <a:lnTo>
                    <a:pt x="3244" y="4386"/>
                  </a:lnTo>
                  <a:lnTo>
                    <a:pt x="0" y="3526"/>
                  </a:lnTo>
                  <a:lnTo>
                    <a:pt x="248" y="3096"/>
                  </a:lnTo>
                  <a:lnTo>
                    <a:pt x="1102" y="2579"/>
                  </a:lnTo>
                  <a:lnTo>
                    <a:pt x="6520" y="480"/>
                  </a:lnTo>
                  <a:lnTo>
                    <a:pt x="17266" y="0"/>
                  </a:lnTo>
                  <a:lnTo>
                    <a:pt x="18622" y="1585"/>
                  </a:lnTo>
                  <a:lnTo>
                    <a:pt x="17445" y="2745"/>
                  </a:lnTo>
                  <a:close/>
                </a:path>
              </a:pathLst>
            </a:custGeom>
            <a:solidFill>
              <a:srgbClr val="EBF4E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4" name="pg1333"/>
            <p:cNvSpPr/>
            <p:nvPr/>
          </p:nvSpPr>
          <p:spPr>
            <a:xfrm>
              <a:off x="4030931" y="1237171"/>
              <a:ext cx="45024" cy="14406"/>
            </a:xfrm>
            <a:custGeom>
              <a:avLst/>
              <a:pathLst>
                <a:path w="45024" h="14406">
                  <a:moveTo>
                    <a:pt x="8311" y="0"/>
                  </a:moveTo>
                  <a:lnTo>
                    <a:pt x="17587" y="2839"/>
                  </a:lnTo>
                  <a:lnTo>
                    <a:pt x="26218" y="2565"/>
                  </a:lnTo>
                  <a:lnTo>
                    <a:pt x="29946" y="3478"/>
                  </a:lnTo>
                  <a:lnTo>
                    <a:pt x="35344" y="6000"/>
                  </a:lnTo>
                  <a:lnTo>
                    <a:pt x="43465" y="8753"/>
                  </a:lnTo>
                  <a:lnTo>
                    <a:pt x="45024" y="9564"/>
                  </a:lnTo>
                  <a:lnTo>
                    <a:pt x="43620" y="10652"/>
                  </a:lnTo>
                  <a:lnTo>
                    <a:pt x="34173" y="13366"/>
                  </a:lnTo>
                  <a:lnTo>
                    <a:pt x="28012" y="14275"/>
                  </a:lnTo>
                  <a:lnTo>
                    <a:pt x="22680" y="14406"/>
                  </a:lnTo>
                  <a:lnTo>
                    <a:pt x="20571" y="14144"/>
                  </a:lnTo>
                  <a:lnTo>
                    <a:pt x="18450" y="12193"/>
                  </a:lnTo>
                  <a:lnTo>
                    <a:pt x="13225" y="10757"/>
                  </a:lnTo>
                  <a:lnTo>
                    <a:pt x="7684" y="11148"/>
                  </a:lnTo>
                  <a:lnTo>
                    <a:pt x="7131" y="10363"/>
                  </a:lnTo>
                  <a:lnTo>
                    <a:pt x="6014" y="9838"/>
                  </a:lnTo>
                  <a:lnTo>
                    <a:pt x="4080" y="9721"/>
                  </a:lnTo>
                  <a:lnTo>
                    <a:pt x="261" y="8934"/>
                  </a:lnTo>
                  <a:lnTo>
                    <a:pt x="0" y="7209"/>
                  </a:lnTo>
                  <a:lnTo>
                    <a:pt x="2407" y="6326"/>
                  </a:lnTo>
                  <a:lnTo>
                    <a:pt x="3971" y="6269"/>
                  </a:lnTo>
                  <a:lnTo>
                    <a:pt x="4582" y="3824"/>
                  </a:lnTo>
                  <a:lnTo>
                    <a:pt x="7262" y="82"/>
                  </a:lnTo>
                  <a:close/>
                </a:path>
              </a:pathLst>
            </a:custGeom>
            <a:solidFill>
              <a:srgbClr val="EBF4E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5" name="pg1334"/>
            <p:cNvSpPr/>
            <p:nvPr/>
          </p:nvSpPr>
          <p:spPr>
            <a:xfrm>
              <a:off x="4069993" y="1237097"/>
              <a:ext cx="21219" cy="10447"/>
            </a:xfrm>
            <a:custGeom>
              <a:avLst/>
              <a:pathLst>
                <a:path w="21219" h="10447">
                  <a:moveTo>
                    <a:pt x="17416" y="2269"/>
                  </a:moveTo>
                  <a:lnTo>
                    <a:pt x="19133" y="3767"/>
                  </a:lnTo>
                  <a:lnTo>
                    <a:pt x="19797" y="5462"/>
                  </a:lnTo>
                  <a:lnTo>
                    <a:pt x="20874" y="6524"/>
                  </a:lnTo>
                  <a:lnTo>
                    <a:pt x="21219" y="8473"/>
                  </a:lnTo>
                  <a:lnTo>
                    <a:pt x="20348" y="10018"/>
                  </a:lnTo>
                  <a:lnTo>
                    <a:pt x="17657" y="10356"/>
                  </a:lnTo>
                  <a:lnTo>
                    <a:pt x="13261" y="10447"/>
                  </a:lnTo>
                  <a:lnTo>
                    <a:pt x="8970" y="9606"/>
                  </a:lnTo>
                  <a:lnTo>
                    <a:pt x="6649" y="6778"/>
                  </a:lnTo>
                  <a:lnTo>
                    <a:pt x="2396" y="6008"/>
                  </a:lnTo>
                  <a:lnTo>
                    <a:pt x="0" y="2995"/>
                  </a:lnTo>
                  <a:lnTo>
                    <a:pt x="2459" y="2118"/>
                  </a:lnTo>
                  <a:lnTo>
                    <a:pt x="5495" y="2568"/>
                  </a:lnTo>
                  <a:lnTo>
                    <a:pt x="10347" y="0"/>
                  </a:lnTo>
                  <a:lnTo>
                    <a:pt x="10999" y="123"/>
                  </a:lnTo>
                  <a:lnTo>
                    <a:pt x="12080" y="705"/>
                  </a:lnTo>
                  <a:lnTo>
                    <a:pt x="16000" y="1675"/>
                  </a:lnTo>
                  <a:close/>
                </a:path>
              </a:pathLst>
            </a:custGeom>
            <a:solidFill>
              <a:srgbClr val="EBF4E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6" name="pg1335"/>
            <p:cNvSpPr/>
            <p:nvPr/>
          </p:nvSpPr>
          <p:spPr>
            <a:xfrm>
              <a:off x="3985558" y="1235555"/>
              <a:ext cx="7129" cy="3823"/>
            </a:xfrm>
            <a:custGeom>
              <a:avLst/>
              <a:pathLst>
                <a:path w="7129" h="3823">
                  <a:moveTo>
                    <a:pt x="4753" y="3641"/>
                  </a:moveTo>
                  <a:lnTo>
                    <a:pt x="3054" y="3823"/>
                  </a:lnTo>
                  <a:lnTo>
                    <a:pt x="1847" y="3696"/>
                  </a:lnTo>
                  <a:lnTo>
                    <a:pt x="536" y="2549"/>
                  </a:lnTo>
                  <a:lnTo>
                    <a:pt x="110" y="2007"/>
                  </a:lnTo>
                  <a:lnTo>
                    <a:pt x="0" y="1422"/>
                  </a:lnTo>
                  <a:lnTo>
                    <a:pt x="1190" y="1312"/>
                  </a:lnTo>
                  <a:lnTo>
                    <a:pt x="1696" y="780"/>
                  </a:lnTo>
                  <a:lnTo>
                    <a:pt x="1889" y="367"/>
                  </a:lnTo>
                  <a:lnTo>
                    <a:pt x="2755" y="36"/>
                  </a:lnTo>
                  <a:lnTo>
                    <a:pt x="4287" y="0"/>
                  </a:lnTo>
                  <a:lnTo>
                    <a:pt x="6295" y="584"/>
                  </a:lnTo>
                  <a:lnTo>
                    <a:pt x="7129" y="1846"/>
                  </a:lnTo>
                  <a:lnTo>
                    <a:pt x="5186" y="2920"/>
                  </a:lnTo>
                  <a:close/>
                </a:path>
              </a:pathLst>
            </a:custGeom>
            <a:solidFill>
              <a:srgbClr val="EBF4E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7" name="pg1336"/>
            <p:cNvSpPr/>
            <p:nvPr/>
          </p:nvSpPr>
          <p:spPr>
            <a:xfrm>
              <a:off x="4135510" y="1234732"/>
              <a:ext cx="35996" cy="14800"/>
            </a:xfrm>
            <a:custGeom>
              <a:avLst/>
              <a:pathLst>
                <a:path w="35996" h="14800">
                  <a:moveTo>
                    <a:pt x="10532" y="14726"/>
                  </a:moveTo>
                  <a:lnTo>
                    <a:pt x="8234" y="14800"/>
                  </a:lnTo>
                  <a:lnTo>
                    <a:pt x="5945" y="14350"/>
                  </a:lnTo>
                  <a:lnTo>
                    <a:pt x="2963" y="12877"/>
                  </a:lnTo>
                  <a:lnTo>
                    <a:pt x="0" y="11128"/>
                  </a:lnTo>
                  <a:lnTo>
                    <a:pt x="891" y="10207"/>
                  </a:lnTo>
                  <a:lnTo>
                    <a:pt x="3689" y="9003"/>
                  </a:lnTo>
                  <a:lnTo>
                    <a:pt x="7348" y="6846"/>
                  </a:lnTo>
                  <a:lnTo>
                    <a:pt x="13505" y="6429"/>
                  </a:lnTo>
                  <a:lnTo>
                    <a:pt x="16481" y="6421"/>
                  </a:lnTo>
                  <a:lnTo>
                    <a:pt x="19440" y="5914"/>
                  </a:lnTo>
                  <a:lnTo>
                    <a:pt x="20306" y="4808"/>
                  </a:lnTo>
                  <a:lnTo>
                    <a:pt x="20855" y="2722"/>
                  </a:lnTo>
                  <a:lnTo>
                    <a:pt x="21416" y="1597"/>
                  </a:lnTo>
                  <a:lnTo>
                    <a:pt x="22086" y="688"/>
                  </a:lnTo>
                  <a:lnTo>
                    <a:pt x="25359" y="0"/>
                  </a:lnTo>
                  <a:lnTo>
                    <a:pt x="28156" y="36"/>
                  </a:lnTo>
                  <a:lnTo>
                    <a:pt x="30941" y="857"/>
                  </a:lnTo>
                  <a:lnTo>
                    <a:pt x="32721" y="1608"/>
                  </a:lnTo>
                  <a:lnTo>
                    <a:pt x="34421" y="3015"/>
                  </a:lnTo>
                  <a:lnTo>
                    <a:pt x="35313" y="4188"/>
                  </a:lnTo>
                  <a:lnTo>
                    <a:pt x="35041" y="5622"/>
                  </a:lnTo>
                  <a:lnTo>
                    <a:pt x="35190" y="6810"/>
                  </a:lnTo>
                  <a:lnTo>
                    <a:pt x="35996" y="7912"/>
                  </a:lnTo>
                  <a:lnTo>
                    <a:pt x="30567" y="11216"/>
                  </a:lnTo>
                  <a:lnTo>
                    <a:pt x="25025" y="13092"/>
                  </a:lnTo>
                  <a:close/>
                </a:path>
              </a:pathLst>
            </a:custGeom>
            <a:solidFill>
              <a:srgbClr val="EBF4E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8" name="pg1337"/>
            <p:cNvSpPr/>
            <p:nvPr/>
          </p:nvSpPr>
          <p:spPr>
            <a:xfrm>
              <a:off x="4473385" y="1234282"/>
              <a:ext cx="20558" cy="4429"/>
            </a:xfrm>
            <a:custGeom>
              <a:avLst/>
              <a:pathLst>
                <a:path w="20558" h="4429">
                  <a:moveTo>
                    <a:pt x="20558" y="2142"/>
                  </a:moveTo>
                  <a:lnTo>
                    <a:pt x="16309" y="4429"/>
                  </a:lnTo>
                  <a:lnTo>
                    <a:pt x="920" y="2972"/>
                  </a:lnTo>
                  <a:lnTo>
                    <a:pt x="225" y="1920"/>
                  </a:lnTo>
                  <a:lnTo>
                    <a:pt x="0" y="1271"/>
                  </a:lnTo>
                  <a:lnTo>
                    <a:pt x="2082" y="0"/>
                  </a:lnTo>
                  <a:lnTo>
                    <a:pt x="14904" y="431"/>
                  </a:lnTo>
                  <a:lnTo>
                    <a:pt x="19455" y="880"/>
                  </a:lnTo>
                  <a:close/>
                </a:path>
              </a:pathLst>
            </a:custGeom>
            <a:solidFill>
              <a:srgbClr val="EBF4E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9" name="pg1338"/>
            <p:cNvSpPr/>
            <p:nvPr/>
          </p:nvSpPr>
          <p:spPr>
            <a:xfrm>
              <a:off x="4493408" y="1232310"/>
              <a:ext cx="78309" cy="37552"/>
            </a:xfrm>
            <a:custGeom>
              <a:avLst/>
              <a:pathLst>
                <a:path w="78309" h="37552">
                  <a:moveTo>
                    <a:pt x="61732" y="6053"/>
                  </a:moveTo>
                  <a:lnTo>
                    <a:pt x="62183" y="7398"/>
                  </a:lnTo>
                  <a:lnTo>
                    <a:pt x="63789" y="8459"/>
                  </a:lnTo>
                  <a:lnTo>
                    <a:pt x="64551" y="9532"/>
                  </a:lnTo>
                  <a:lnTo>
                    <a:pt x="72679" y="12960"/>
                  </a:lnTo>
                  <a:lnTo>
                    <a:pt x="76250" y="13407"/>
                  </a:lnTo>
                  <a:lnTo>
                    <a:pt x="77839" y="14247"/>
                  </a:lnTo>
                  <a:lnTo>
                    <a:pt x="78309" y="15282"/>
                  </a:lnTo>
                  <a:lnTo>
                    <a:pt x="78143" y="17208"/>
                  </a:lnTo>
                  <a:lnTo>
                    <a:pt x="76794" y="17191"/>
                  </a:lnTo>
                  <a:lnTo>
                    <a:pt x="75786" y="17799"/>
                  </a:lnTo>
                  <a:lnTo>
                    <a:pt x="70306" y="18557"/>
                  </a:lnTo>
                  <a:lnTo>
                    <a:pt x="68970" y="19691"/>
                  </a:lnTo>
                  <a:lnTo>
                    <a:pt x="67888" y="22011"/>
                  </a:lnTo>
                  <a:lnTo>
                    <a:pt x="68470" y="22474"/>
                  </a:lnTo>
                  <a:lnTo>
                    <a:pt x="68994" y="23162"/>
                  </a:lnTo>
                  <a:lnTo>
                    <a:pt x="70662" y="27110"/>
                  </a:lnTo>
                  <a:lnTo>
                    <a:pt x="71114" y="27715"/>
                  </a:lnTo>
                  <a:lnTo>
                    <a:pt x="72720" y="28287"/>
                  </a:lnTo>
                  <a:lnTo>
                    <a:pt x="71257" y="29776"/>
                  </a:lnTo>
                  <a:lnTo>
                    <a:pt x="69736" y="30714"/>
                  </a:lnTo>
                  <a:lnTo>
                    <a:pt x="53455" y="32607"/>
                  </a:lnTo>
                  <a:lnTo>
                    <a:pt x="42418" y="33392"/>
                  </a:lnTo>
                  <a:lnTo>
                    <a:pt x="38715" y="34207"/>
                  </a:lnTo>
                  <a:lnTo>
                    <a:pt x="37528" y="34111"/>
                  </a:lnTo>
                  <a:lnTo>
                    <a:pt x="34608" y="35589"/>
                  </a:lnTo>
                  <a:lnTo>
                    <a:pt x="28980" y="37537"/>
                  </a:lnTo>
                  <a:lnTo>
                    <a:pt x="26294" y="37552"/>
                  </a:lnTo>
                  <a:lnTo>
                    <a:pt x="18244" y="34819"/>
                  </a:lnTo>
                  <a:lnTo>
                    <a:pt x="8363" y="32538"/>
                  </a:lnTo>
                  <a:lnTo>
                    <a:pt x="7013" y="31237"/>
                  </a:lnTo>
                  <a:lnTo>
                    <a:pt x="4538" y="30470"/>
                  </a:lnTo>
                  <a:lnTo>
                    <a:pt x="1401" y="29860"/>
                  </a:lnTo>
                  <a:lnTo>
                    <a:pt x="0" y="27241"/>
                  </a:lnTo>
                  <a:lnTo>
                    <a:pt x="2023" y="25470"/>
                  </a:lnTo>
                  <a:lnTo>
                    <a:pt x="4600" y="23725"/>
                  </a:lnTo>
                  <a:lnTo>
                    <a:pt x="8919" y="23087"/>
                  </a:lnTo>
                  <a:lnTo>
                    <a:pt x="13007" y="22079"/>
                  </a:lnTo>
                  <a:lnTo>
                    <a:pt x="16077" y="19558"/>
                  </a:lnTo>
                  <a:lnTo>
                    <a:pt x="17981" y="17064"/>
                  </a:lnTo>
                  <a:lnTo>
                    <a:pt x="21454" y="14455"/>
                  </a:lnTo>
                  <a:lnTo>
                    <a:pt x="15413" y="15123"/>
                  </a:lnTo>
                  <a:lnTo>
                    <a:pt x="13188" y="14762"/>
                  </a:lnTo>
                  <a:lnTo>
                    <a:pt x="13405" y="13901"/>
                  </a:lnTo>
                  <a:lnTo>
                    <a:pt x="14641" y="12064"/>
                  </a:lnTo>
                  <a:lnTo>
                    <a:pt x="15311" y="11447"/>
                  </a:lnTo>
                  <a:lnTo>
                    <a:pt x="17458" y="10479"/>
                  </a:lnTo>
                  <a:lnTo>
                    <a:pt x="19019" y="8627"/>
                  </a:lnTo>
                  <a:lnTo>
                    <a:pt x="22641" y="7350"/>
                  </a:lnTo>
                  <a:lnTo>
                    <a:pt x="24353" y="7128"/>
                  </a:lnTo>
                  <a:lnTo>
                    <a:pt x="26072" y="7160"/>
                  </a:lnTo>
                  <a:lnTo>
                    <a:pt x="29184" y="6561"/>
                  </a:lnTo>
                  <a:lnTo>
                    <a:pt x="32284" y="5644"/>
                  </a:lnTo>
                  <a:lnTo>
                    <a:pt x="35188" y="5114"/>
                  </a:lnTo>
                  <a:lnTo>
                    <a:pt x="38102" y="4899"/>
                  </a:lnTo>
                  <a:lnTo>
                    <a:pt x="40894" y="4168"/>
                  </a:lnTo>
                  <a:lnTo>
                    <a:pt x="43647" y="2729"/>
                  </a:lnTo>
                  <a:lnTo>
                    <a:pt x="44864" y="279"/>
                  </a:lnTo>
                  <a:lnTo>
                    <a:pt x="52775" y="0"/>
                  </a:lnTo>
                  <a:lnTo>
                    <a:pt x="54025" y="587"/>
                  </a:lnTo>
                  <a:lnTo>
                    <a:pt x="55037" y="2040"/>
                  </a:lnTo>
                  <a:lnTo>
                    <a:pt x="56163" y="2591"/>
                  </a:lnTo>
                  <a:lnTo>
                    <a:pt x="57541" y="2852"/>
                  </a:lnTo>
                  <a:lnTo>
                    <a:pt x="61048" y="5354"/>
                  </a:lnTo>
                  <a:close/>
                </a:path>
              </a:pathLst>
            </a:custGeom>
            <a:solidFill>
              <a:srgbClr val="EBF4E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0" name="pg1339"/>
            <p:cNvSpPr/>
            <p:nvPr/>
          </p:nvSpPr>
          <p:spPr>
            <a:xfrm>
              <a:off x="4087259" y="1228845"/>
              <a:ext cx="9433" cy="3115"/>
            </a:xfrm>
            <a:custGeom>
              <a:avLst/>
              <a:pathLst>
                <a:path w="9433" h="3115">
                  <a:moveTo>
                    <a:pt x="8674" y="2732"/>
                  </a:moveTo>
                  <a:lnTo>
                    <a:pt x="6007" y="3115"/>
                  </a:lnTo>
                  <a:lnTo>
                    <a:pt x="1343" y="2487"/>
                  </a:lnTo>
                  <a:lnTo>
                    <a:pt x="0" y="1786"/>
                  </a:lnTo>
                  <a:lnTo>
                    <a:pt x="300" y="1103"/>
                  </a:lnTo>
                  <a:lnTo>
                    <a:pt x="3336" y="173"/>
                  </a:lnTo>
                  <a:lnTo>
                    <a:pt x="5736" y="0"/>
                  </a:lnTo>
                  <a:lnTo>
                    <a:pt x="8276" y="933"/>
                  </a:lnTo>
                  <a:lnTo>
                    <a:pt x="9433" y="2146"/>
                  </a:lnTo>
                  <a:close/>
                </a:path>
              </a:pathLst>
            </a:custGeom>
            <a:solidFill>
              <a:srgbClr val="EBF4E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1" name="pg1340"/>
            <p:cNvSpPr/>
            <p:nvPr/>
          </p:nvSpPr>
          <p:spPr>
            <a:xfrm>
              <a:off x="4048461" y="1223912"/>
              <a:ext cx="38226" cy="12679"/>
            </a:xfrm>
            <a:custGeom>
              <a:avLst/>
              <a:pathLst>
                <a:path w="38226" h="12679">
                  <a:moveTo>
                    <a:pt x="28927" y="549"/>
                  </a:moveTo>
                  <a:lnTo>
                    <a:pt x="29574" y="1719"/>
                  </a:lnTo>
                  <a:lnTo>
                    <a:pt x="31473" y="2389"/>
                  </a:lnTo>
                  <a:lnTo>
                    <a:pt x="36649" y="2969"/>
                  </a:lnTo>
                  <a:lnTo>
                    <a:pt x="38226" y="4321"/>
                  </a:lnTo>
                  <a:lnTo>
                    <a:pt x="35857" y="5250"/>
                  </a:lnTo>
                  <a:lnTo>
                    <a:pt x="29525" y="5808"/>
                  </a:lnTo>
                  <a:lnTo>
                    <a:pt x="30182" y="7723"/>
                  </a:lnTo>
                  <a:lnTo>
                    <a:pt x="31458" y="9154"/>
                  </a:lnTo>
                  <a:lnTo>
                    <a:pt x="30194" y="10848"/>
                  </a:lnTo>
                  <a:lnTo>
                    <a:pt x="28427" y="11669"/>
                  </a:lnTo>
                  <a:lnTo>
                    <a:pt x="24494" y="12679"/>
                  </a:lnTo>
                  <a:lnTo>
                    <a:pt x="20896" y="11411"/>
                  </a:lnTo>
                  <a:lnTo>
                    <a:pt x="16731" y="9653"/>
                  </a:lnTo>
                  <a:lnTo>
                    <a:pt x="14847" y="10825"/>
                  </a:lnTo>
                  <a:lnTo>
                    <a:pt x="12913" y="11506"/>
                  </a:lnTo>
                  <a:lnTo>
                    <a:pt x="11080" y="11407"/>
                  </a:lnTo>
                  <a:lnTo>
                    <a:pt x="8958" y="10066"/>
                  </a:lnTo>
                  <a:lnTo>
                    <a:pt x="3093" y="11115"/>
                  </a:lnTo>
                  <a:lnTo>
                    <a:pt x="1315" y="9945"/>
                  </a:lnTo>
                  <a:lnTo>
                    <a:pt x="0" y="7489"/>
                  </a:lnTo>
                  <a:lnTo>
                    <a:pt x="3898" y="6950"/>
                  </a:lnTo>
                  <a:lnTo>
                    <a:pt x="8524" y="7729"/>
                  </a:lnTo>
                  <a:lnTo>
                    <a:pt x="11583" y="5249"/>
                  </a:lnTo>
                  <a:lnTo>
                    <a:pt x="15458" y="4174"/>
                  </a:lnTo>
                  <a:lnTo>
                    <a:pt x="18596" y="1598"/>
                  </a:lnTo>
                  <a:lnTo>
                    <a:pt x="20058" y="692"/>
                  </a:lnTo>
                  <a:lnTo>
                    <a:pt x="23433" y="868"/>
                  </a:lnTo>
                  <a:lnTo>
                    <a:pt x="24561" y="643"/>
                  </a:lnTo>
                  <a:lnTo>
                    <a:pt x="27771" y="0"/>
                  </a:lnTo>
                  <a:close/>
                </a:path>
              </a:pathLst>
            </a:custGeom>
            <a:solidFill>
              <a:srgbClr val="EBF4E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2" name="pg1341"/>
            <p:cNvSpPr/>
            <p:nvPr/>
          </p:nvSpPr>
          <p:spPr>
            <a:xfrm>
              <a:off x="4130403" y="1219353"/>
              <a:ext cx="20681" cy="3615"/>
            </a:xfrm>
            <a:custGeom>
              <a:avLst/>
              <a:pathLst>
                <a:path w="20681" h="3615">
                  <a:moveTo>
                    <a:pt x="19059" y="3239"/>
                  </a:moveTo>
                  <a:lnTo>
                    <a:pt x="17548" y="3615"/>
                  </a:lnTo>
                  <a:lnTo>
                    <a:pt x="9606" y="3252"/>
                  </a:lnTo>
                  <a:lnTo>
                    <a:pt x="5757" y="2538"/>
                  </a:lnTo>
                  <a:lnTo>
                    <a:pt x="5242" y="2125"/>
                  </a:lnTo>
                  <a:lnTo>
                    <a:pt x="5044" y="1767"/>
                  </a:lnTo>
                  <a:lnTo>
                    <a:pt x="0" y="1170"/>
                  </a:lnTo>
                  <a:lnTo>
                    <a:pt x="2190" y="366"/>
                  </a:lnTo>
                  <a:lnTo>
                    <a:pt x="8495" y="0"/>
                  </a:lnTo>
                  <a:lnTo>
                    <a:pt x="19782" y="934"/>
                  </a:lnTo>
                  <a:lnTo>
                    <a:pt x="20495" y="1618"/>
                  </a:lnTo>
                  <a:lnTo>
                    <a:pt x="20681" y="2043"/>
                  </a:lnTo>
                  <a:close/>
                </a:path>
              </a:pathLst>
            </a:custGeom>
            <a:solidFill>
              <a:srgbClr val="EBF4E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3" name="pg1342"/>
            <p:cNvSpPr/>
            <p:nvPr/>
          </p:nvSpPr>
          <p:spPr>
            <a:xfrm>
              <a:off x="4078611" y="1215357"/>
              <a:ext cx="18500" cy="4684"/>
            </a:xfrm>
            <a:custGeom>
              <a:avLst/>
              <a:pathLst>
                <a:path w="18500" h="4684">
                  <a:moveTo>
                    <a:pt x="4764" y="4107"/>
                  </a:moveTo>
                  <a:lnTo>
                    <a:pt x="685" y="4684"/>
                  </a:lnTo>
                  <a:lnTo>
                    <a:pt x="139" y="4246"/>
                  </a:lnTo>
                  <a:lnTo>
                    <a:pt x="0" y="3908"/>
                  </a:lnTo>
                  <a:lnTo>
                    <a:pt x="442" y="3142"/>
                  </a:lnTo>
                  <a:lnTo>
                    <a:pt x="933" y="1689"/>
                  </a:lnTo>
                  <a:lnTo>
                    <a:pt x="2780" y="774"/>
                  </a:lnTo>
                  <a:lnTo>
                    <a:pt x="16690" y="0"/>
                  </a:lnTo>
                  <a:lnTo>
                    <a:pt x="18500" y="849"/>
                  </a:lnTo>
                  <a:lnTo>
                    <a:pt x="17862" y="2164"/>
                  </a:lnTo>
                  <a:lnTo>
                    <a:pt x="17857" y="2813"/>
                  </a:lnTo>
                  <a:close/>
                </a:path>
              </a:pathLst>
            </a:custGeom>
            <a:solidFill>
              <a:srgbClr val="EBF4E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4" name="pg1343"/>
            <p:cNvSpPr/>
            <p:nvPr/>
          </p:nvSpPr>
          <p:spPr>
            <a:xfrm>
              <a:off x="3720118" y="3665483"/>
              <a:ext cx="24913" cy="51578"/>
            </a:xfrm>
            <a:custGeom>
              <a:avLst/>
              <a:pathLst>
                <a:path w="24913" h="51578">
                  <a:moveTo>
                    <a:pt x="20389" y="124"/>
                  </a:moveTo>
                  <a:lnTo>
                    <a:pt x="19983" y="588"/>
                  </a:lnTo>
                  <a:lnTo>
                    <a:pt x="19899" y="2011"/>
                  </a:lnTo>
                  <a:lnTo>
                    <a:pt x="20366" y="4288"/>
                  </a:lnTo>
                  <a:lnTo>
                    <a:pt x="21894" y="8994"/>
                  </a:lnTo>
                  <a:lnTo>
                    <a:pt x="22867" y="9860"/>
                  </a:lnTo>
                  <a:lnTo>
                    <a:pt x="23502" y="11689"/>
                  </a:lnTo>
                  <a:lnTo>
                    <a:pt x="24124" y="14774"/>
                  </a:lnTo>
                  <a:lnTo>
                    <a:pt x="24308" y="18632"/>
                  </a:lnTo>
                  <a:lnTo>
                    <a:pt x="24051" y="23272"/>
                  </a:lnTo>
                  <a:lnTo>
                    <a:pt x="24204" y="26723"/>
                  </a:lnTo>
                  <a:lnTo>
                    <a:pt x="24766" y="28986"/>
                  </a:lnTo>
                  <a:lnTo>
                    <a:pt x="24913" y="31921"/>
                  </a:lnTo>
                  <a:lnTo>
                    <a:pt x="24647" y="35528"/>
                  </a:lnTo>
                  <a:lnTo>
                    <a:pt x="24322" y="37686"/>
                  </a:lnTo>
                  <a:lnTo>
                    <a:pt x="23939" y="38402"/>
                  </a:lnTo>
                  <a:lnTo>
                    <a:pt x="23505" y="38667"/>
                  </a:lnTo>
                  <a:lnTo>
                    <a:pt x="22917" y="38425"/>
                  </a:lnTo>
                  <a:lnTo>
                    <a:pt x="22199" y="38731"/>
                  </a:lnTo>
                  <a:lnTo>
                    <a:pt x="21418" y="39409"/>
                  </a:lnTo>
                  <a:lnTo>
                    <a:pt x="20928" y="39507"/>
                  </a:lnTo>
                  <a:lnTo>
                    <a:pt x="20623" y="39374"/>
                  </a:lnTo>
                  <a:lnTo>
                    <a:pt x="20047" y="38797"/>
                  </a:lnTo>
                  <a:lnTo>
                    <a:pt x="19137" y="36933"/>
                  </a:lnTo>
                  <a:lnTo>
                    <a:pt x="17440" y="37963"/>
                  </a:lnTo>
                  <a:lnTo>
                    <a:pt x="16981" y="37940"/>
                  </a:lnTo>
                  <a:lnTo>
                    <a:pt x="16358" y="38826"/>
                  </a:lnTo>
                  <a:lnTo>
                    <a:pt x="15852" y="39917"/>
                  </a:lnTo>
                  <a:lnTo>
                    <a:pt x="15544" y="39995"/>
                  </a:lnTo>
                  <a:lnTo>
                    <a:pt x="15230" y="39845"/>
                  </a:lnTo>
                  <a:lnTo>
                    <a:pt x="13769" y="37646"/>
                  </a:lnTo>
                  <a:lnTo>
                    <a:pt x="13235" y="37718"/>
                  </a:lnTo>
                  <a:lnTo>
                    <a:pt x="13015" y="43896"/>
                  </a:lnTo>
                  <a:lnTo>
                    <a:pt x="12771" y="47324"/>
                  </a:lnTo>
                  <a:lnTo>
                    <a:pt x="12469" y="48854"/>
                  </a:lnTo>
                  <a:lnTo>
                    <a:pt x="11423" y="50331"/>
                  </a:lnTo>
                  <a:lnTo>
                    <a:pt x="10370" y="51168"/>
                  </a:lnTo>
                  <a:lnTo>
                    <a:pt x="9794" y="51110"/>
                  </a:lnTo>
                  <a:lnTo>
                    <a:pt x="7478" y="51572"/>
                  </a:lnTo>
                  <a:lnTo>
                    <a:pt x="6572" y="51578"/>
                  </a:lnTo>
                  <a:lnTo>
                    <a:pt x="6073" y="51073"/>
                  </a:lnTo>
                  <a:lnTo>
                    <a:pt x="5422" y="47572"/>
                  </a:lnTo>
                  <a:lnTo>
                    <a:pt x="4194" y="46014"/>
                  </a:lnTo>
                  <a:lnTo>
                    <a:pt x="3016" y="45287"/>
                  </a:lnTo>
                  <a:lnTo>
                    <a:pt x="2536" y="45489"/>
                  </a:lnTo>
                  <a:lnTo>
                    <a:pt x="2110" y="47321"/>
                  </a:lnTo>
                  <a:lnTo>
                    <a:pt x="1934" y="48966"/>
                  </a:lnTo>
                  <a:lnTo>
                    <a:pt x="791" y="47838"/>
                  </a:lnTo>
                  <a:lnTo>
                    <a:pt x="448" y="46450"/>
                  </a:lnTo>
                  <a:lnTo>
                    <a:pt x="416" y="44101"/>
                  </a:lnTo>
                  <a:lnTo>
                    <a:pt x="0" y="40883"/>
                  </a:lnTo>
                  <a:lnTo>
                    <a:pt x="231" y="39513"/>
                  </a:lnTo>
                  <a:lnTo>
                    <a:pt x="679" y="38627"/>
                  </a:lnTo>
                  <a:lnTo>
                    <a:pt x="1628" y="36927"/>
                  </a:lnTo>
                  <a:lnTo>
                    <a:pt x="3070" y="34575"/>
                  </a:lnTo>
                  <a:lnTo>
                    <a:pt x="3380" y="33450"/>
                  </a:lnTo>
                  <a:lnTo>
                    <a:pt x="3583" y="31580"/>
                  </a:lnTo>
                  <a:lnTo>
                    <a:pt x="3492" y="27228"/>
                  </a:lnTo>
                  <a:lnTo>
                    <a:pt x="3353" y="23555"/>
                  </a:lnTo>
                  <a:lnTo>
                    <a:pt x="3524" y="22248"/>
                  </a:lnTo>
                  <a:lnTo>
                    <a:pt x="4182" y="19408"/>
                  </a:lnTo>
                  <a:lnTo>
                    <a:pt x="5066" y="16503"/>
                  </a:lnTo>
                  <a:lnTo>
                    <a:pt x="6096" y="13429"/>
                  </a:lnTo>
                  <a:lnTo>
                    <a:pt x="6716" y="13129"/>
                  </a:lnTo>
                  <a:lnTo>
                    <a:pt x="7531" y="11966"/>
                  </a:lnTo>
                  <a:lnTo>
                    <a:pt x="8393" y="10244"/>
                  </a:lnTo>
                  <a:lnTo>
                    <a:pt x="8876" y="9597"/>
                  </a:lnTo>
                  <a:lnTo>
                    <a:pt x="9280" y="9574"/>
                  </a:lnTo>
                  <a:lnTo>
                    <a:pt x="11942" y="8050"/>
                  </a:lnTo>
                  <a:lnTo>
                    <a:pt x="12207" y="8527"/>
                  </a:lnTo>
                  <a:lnTo>
                    <a:pt x="12636" y="11484"/>
                  </a:lnTo>
                  <a:lnTo>
                    <a:pt x="12862" y="11914"/>
                  </a:lnTo>
                  <a:lnTo>
                    <a:pt x="13233" y="12021"/>
                  </a:lnTo>
                  <a:lnTo>
                    <a:pt x="13979" y="11343"/>
                  </a:lnTo>
                  <a:lnTo>
                    <a:pt x="15350" y="9029"/>
                  </a:lnTo>
                  <a:lnTo>
                    <a:pt x="15947" y="7623"/>
                  </a:lnTo>
                  <a:lnTo>
                    <a:pt x="16651" y="5647"/>
                  </a:lnTo>
                  <a:lnTo>
                    <a:pt x="17550" y="3419"/>
                  </a:lnTo>
                  <a:lnTo>
                    <a:pt x="18051" y="1477"/>
                  </a:lnTo>
                  <a:lnTo>
                    <a:pt x="18542" y="340"/>
                  </a:lnTo>
                  <a:lnTo>
                    <a:pt x="19184" y="0"/>
                  </a:lnTo>
                  <a:lnTo>
                    <a:pt x="19895" y="86"/>
                  </a:lnTo>
                  <a:close/>
                </a:path>
              </a:pathLst>
            </a:custGeom>
            <a:solidFill>
              <a:srgbClr val="A2CA9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5" name="pg1344"/>
            <p:cNvSpPr/>
            <p:nvPr/>
          </p:nvSpPr>
          <p:spPr>
            <a:xfrm>
              <a:off x="3153025" y="2816848"/>
              <a:ext cx="103859" cy="202419"/>
            </a:xfrm>
            <a:custGeom>
              <a:avLst/>
              <a:pathLst>
                <a:path w="103859" h="202419">
                  <a:moveTo>
                    <a:pt x="103844" y="10948"/>
                  </a:moveTo>
                  <a:lnTo>
                    <a:pt x="103847" y="15872"/>
                  </a:lnTo>
                  <a:lnTo>
                    <a:pt x="103850" y="21721"/>
                  </a:lnTo>
                  <a:lnTo>
                    <a:pt x="103853" y="27578"/>
                  </a:lnTo>
                  <a:lnTo>
                    <a:pt x="103857" y="34239"/>
                  </a:lnTo>
                  <a:lnTo>
                    <a:pt x="103859" y="40873"/>
                  </a:lnTo>
                  <a:lnTo>
                    <a:pt x="103859" y="45711"/>
                  </a:lnTo>
                  <a:lnTo>
                    <a:pt x="103858" y="49079"/>
                  </a:lnTo>
                  <a:lnTo>
                    <a:pt x="101348" y="49079"/>
                  </a:lnTo>
                  <a:lnTo>
                    <a:pt x="99049" y="49079"/>
                  </a:lnTo>
                  <a:lnTo>
                    <a:pt x="96751" y="49079"/>
                  </a:lnTo>
                  <a:lnTo>
                    <a:pt x="94452" y="49079"/>
                  </a:lnTo>
                  <a:lnTo>
                    <a:pt x="92152" y="49079"/>
                  </a:lnTo>
                  <a:lnTo>
                    <a:pt x="89853" y="49080"/>
                  </a:lnTo>
                  <a:lnTo>
                    <a:pt x="87554" y="49080"/>
                  </a:lnTo>
                  <a:lnTo>
                    <a:pt x="85255" y="49080"/>
                  </a:lnTo>
                  <a:lnTo>
                    <a:pt x="82956" y="49080"/>
                  </a:lnTo>
                  <a:lnTo>
                    <a:pt x="80657" y="49080"/>
                  </a:lnTo>
                  <a:lnTo>
                    <a:pt x="78357" y="49080"/>
                  </a:lnTo>
                  <a:lnTo>
                    <a:pt x="76058" y="49080"/>
                  </a:lnTo>
                  <a:lnTo>
                    <a:pt x="73759" y="49080"/>
                  </a:lnTo>
                  <a:lnTo>
                    <a:pt x="71460" y="49082"/>
                  </a:lnTo>
                  <a:lnTo>
                    <a:pt x="69161" y="49082"/>
                  </a:lnTo>
                  <a:lnTo>
                    <a:pt x="66862" y="49082"/>
                  </a:lnTo>
                  <a:lnTo>
                    <a:pt x="64563" y="49082"/>
                  </a:lnTo>
                  <a:lnTo>
                    <a:pt x="62716" y="49082"/>
                  </a:lnTo>
                  <a:lnTo>
                    <a:pt x="62716" y="52601"/>
                  </a:lnTo>
                  <a:lnTo>
                    <a:pt x="62716" y="56625"/>
                  </a:lnTo>
                  <a:lnTo>
                    <a:pt x="62716" y="60647"/>
                  </a:lnTo>
                  <a:lnTo>
                    <a:pt x="62716" y="64670"/>
                  </a:lnTo>
                  <a:lnTo>
                    <a:pt x="62716" y="68694"/>
                  </a:lnTo>
                  <a:lnTo>
                    <a:pt x="62716" y="72716"/>
                  </a:lnTo>
                  <a:lnTo>
                    <a:pt x="62716" y="76740"/>
                  </a:lnTo>
                  <a:lnTo>
                    <a:pt x="62716" y="80763"/>
                  </a:lnTo>
                  <a:lnTo>
                    <a:pt x="62716" y="84786"/>
                  </a:lnTo>
                  <a:lnTo>
                    <a:pt x="62716" y="88808"/>
                  </a:lnTo>
                  <a:lnTo>
                    <a:pt x="62716" y="92832"/>
                  </a:lnTo>
                  <a:lnTo>
                    <a:pt x="62716" y="96855"/>
                  </a:lnTo>
                  <a:lnTo>
                    <a:pt x="62716" y="100879"/>
                  </a:lnTo>
                  <a:lnTo>
                    <a:pt x="62716" y="104901"/>
                  </a:lnTo>
                  <a:lnTo>
                    <a:pt x="62716" y="108924"/>
                  </a:lnTo>
                  <a:lnTo>
                    <a:pt x="62716" y="112948"/>
                  </a:lnTo>
                  <a:lnTo>
                    <a:pt x="62716" y="116971"/>
                  </a:lnTo>
                  <a:lnTo>
                    <a:pt x="62716" y="120559"/>
                  </a:lnTo>
                  <a:lnTo>
                    <a:pt x="62628" y="123776"/>
                  </a:lnTo>
                  <a:lnTo>
                    <a:pt x="61889" y="124726"/>
                  </a:lnTo>
                  <a:lnTo>
                    <a:pt x="60127" y="126438"/>
                  </a:lnTo>
                  <a:lnTo>
                    <a:pt x="58316" y="128196"/>
                  </a:lnTo>
                  <a:lnTo>
                    <a:pt x="56015" y="129000"/>
                  </a:lnTo>
                  <a:lnTo>
                    <a:pt x="55262" y="129575"/>
                  </a:lnTo>
                  <a:lnTo>
                    <a:pt x="53791" y="131898"/>
                  </a:lnTo>
                  <a:lnTo>
                    <a:pt x="51861" y="134947"/>
                  </a:lnTo>
                  <a:lnTo>
                    <a:pt x="50189" y="137586"/>
                  </a:lnTo>
                  <a:lnTo>
                    <a:pt x="49086" y="141018"/>
                  </a:lnTo>
                  <a:lnTo>
                    <a:pt x="48686" y="142897"/>
                  </a:lnTo>
                  <a:lnTo>
                    <a:pt x="48523" y="144885"/>
                  </a:lnTo>
                  <a:lnTo>
                    <a:pt x="48653" y="146774"/>
                  </a:lnTo>
                  <a:lnTo>
                    <a:pt x="49253" y="150573"/>
                  </a:lnTo>
                  <a:lnTo>
                    <a:pt x="49414" y="152486"/>
                  </a:lnTo>
                  <a:lnTo>
                    <a:pt x="49507" y="155817"/>
                  </a:lnTo>
                  <a:lnTo>
                    <a:pt x="49609" y="159446"/>
                  </a:lnTo>
                  <a:lnTo>
                    <a:pt x="49719" y="163355"/>
                  </a:lnTo>
                  <a:lnTo>
                    <a:pt x="49829" y="167268"/>
                  </a:lnTo>
                  <a:lnTo>
                    <a:pt x="49946" y="171433"/>
                  </a:lnTo>
                  <a:lnTo>
                    <a:pt x="50063" y="175598"/>
                  </a:lnTo>
                  <a:lnTo>
                    <a:pt x="50180" y="179787"/>
                  </a:lnTo>
                  <a:lnTo>
                    <a:pt x="50268" y="182898"/>
                  </a:lnTo>
                  <a:lnTo>
                    <a:pt x="50378" y="186824"/>
                  </a:lnTo>
                  <a:lnTo>
                    <a:pt x="48512" y="186828"/>
                  </a:lnTo>
                  <a:lnTo>
                    <a:pt x="45682" y="186835"/>
                  </a:lnTo>
                  <a:lnTo>
                    <a:pt x="42853" y="186844"/>
                  </a:lnTo>
                  <a:lnTo>
                    <a:pt x="40023" y="186852"/>
                  </a:lnTo>
                  <a:lnTo>
                    <a:pt x="37193" y="186860"/>
                  </a:lnTo>
                  <a:lnTo>
                    <a:pt x="34364" y="186868"/>
                  </a:lnTo>
                  <a:lnTo>
                    <a:pt x="31534" y="186877"/>
                  </a:lnTo>
                  <a:lnTo>
                    <a:pt x="28704" y="186884"/>
                  </a:lnTo>
                  <a:lnTo>
                    <a:pt x="25875" y="186893"/>
                  </a:lnTo>
                  <a:lnTo>
                    <a:pt x="23045" y="186902"/>
                  </a:lnTo>
                  <a:lnTo>
                    <a:pt x="20215" y="186909"/>
                  </a:lnTo>
                  <a:lnTo>
                    <a:pt x="17386" y="186917"/>
                  </a:lnTo>
                  <a:lnTo>
                    <a:pt x="14556" y="186926"/>
                  </a:lnTo>
                  <a:lnTo>
                    <a:pt x="11727" y="186933"/>
                  </a:lnTo>
                  <a:lnTo>
                    <a:pt x="8897" y="186942"/>
                  </a:lnTo>
                  <a:lnTo>
                    <a:pt x="6068" y="186951"/>
                  </a:lnTo>
                  <a:lnTo>
                    <a:pt x="3238" y="186958"/>
                  </a:lnTo>
                  <a:lnTo>
                    <a:pt x="1656" y="186962"/>
                  </a:lnTo>
                  <a:lnTo>
                    <a:pt x="1146" y="192482"/>
                  </a:lnTo>
                  <a:lnTo>
                    <a:pt x="695" y="196454"/>
                  </a:lnTo>
                  <a:lnTo>
                    <a:pt x="429" y="199681"/>
                  </a:lnTo>
                  <a:lnTo>
                    <a:pt x="626" y="202419"/>
                  </a:lnTo>
                  <a:lnTo>
                    <a:pt x="0" y="200920"/>
                  </a:lnTo>
                  <a:lnTo>
                    <a:pt x="1100" y="185548"/>
                  </a:lnTo>
                  <a:lnTo>
                    <a:pt x="1182" y="184258"/>
                  </a:lnTo>
                  <a:lnTo>
                    <a:pt x="1822" y="183977"/>
                  </a:lnTo>
                  <a:lnTo>
                    <a:pt x="4538" y="182794"/>
                  </a:lnTo>
                  <a:lnTo>
                    <a:pt x="6389" y="182476"/>
                  </a:lnTo>
                  <a:lnTo>
                    <a:pt x="11203" y="182476"/>
                  </a:lnTo>
                  <a:lnTo>
                    <a:pt x="13052" y="181899"/>
                  </a:lnTo>
                  <a:lnTo>
                    <a:pt x="14535" y="181899"/>
                  </a:lnTo>
                  <a:lnTo>
                    <a:pt x="16632" y="182188"/>
                  </a:lnTo>
                  <a:lnTo>
                    <a:pt x="18361" y="182794"/>
                  </a:lnTo>
                  <a:lnTo>
                    <a:pt x="20210" y="183371"/>
                  </a:lnTo>
                  <a:lnTo>
                    <a:pt x="22308" y="183371"/>
                  </a:lnTo>
                  <a:lnTo>
                    <a:pt x="24036" y="183660"/>
                  </a:lnTo>
                  <a:lnTo>
                    <a:pt x="26254" y="183660"/>
                  </a:lnTo>
                  <a:lnTo>
                    <a:pt x="27862" y="183371"/>
                  </a:lnTo>
                  <a:lnTo>
                    <a:pt x="28971" y="181899"/>
                  </a:lnTo>
                  <a:lnTo>
                    <a:pt x="29960" y="178956"/>
                  </a:lnTo>
                  <a:lnTo>
                    <a:pt x="30327" y="176590"/>
                  </a:lnTo>
                  <a:lnTo>
                    <a:pt x="30701" y="174512"/>
                  </a:lnTo>
                  <a:lnTo>
                    <a:pt x="30574" y="172434"/>
                  </a:lnTo>
                  <a:lnTo>
                    <a:pt x="30453" y="171251"/>
                  </a:lnTo>
                  <a:lnTo>
                    <a:pt x="31068" y="169780"/>
                  </a:lnTo>
                  <a:lnTo>
                    <a:pt x="31809" y="167412"/>
                  </a:lnTo>
                  <a:lnTo>
                    <a:pt x="32551" y="165942"/>
                  </a:lnTo>
                  <a:lnTo>
                    <a:pt x="32797" y="164759"/>
                  </a:lnTo>
                  <a:lnTo>
                    <a:pt x="33539" y="163575"/>
                  </a:lnTo>
                  <a:lnTo>
                    <a:pt x="34400" y="161498"/>
                  </a:lnTo>
                  <a:lnTo>
                    <a:pt x="34894" y="160026"/>
                  </a:lnTo>
                  <a:lnTo>
                    <a:pt x="35508" y="157977"/>
                  </a:lnTo>
                  <a:lnTo>
                    <a:pt x="35635" y="156188"/>
                  </a:lnTo>
                  <a:lnTo>
                    <a:pt x="35883" y="153822"/>
                  </a:lnTo>
                  <a:lnTo>
                    <a:pt x="35883" y="149695"/>
                  </a:lnTo>
                  <a:lnTo>
                    <a:pt x="36129" y="144674"/>
                  </a:lnTo>
                  <a:lnTo>
                    <a:pt x="36497" y="141414"/>
                  </a:lnTo>
                  <a:lnTo>
                    <a:pt x="36744" y="138759"/>
                  </a:lnTo>
                  <a:lnTo>
                    <a:pt x="36991" y="134632"/>
                  </a:lnTo>
                  <a:lnTo>
                    <a:pt x="37732" y="127534"/>
                  </a:lnTo>
                  <a:lnTo>
                    <a:pt x="37979" y="125456"/>
                  </a:lnTo>
                  <a:lnTo>
                    <a:pt x="38473" y="122224"/>
                  </a:lnTo>
                  <a:lnTo>
                    <a:pt x="39088" y="119252"/>
                  </a:lnTo>
                  <a:lnTo>
                    <a:pt x="39582" y="117174"/>
                  </a:lnTo>
                  <a:lnTo>
                    <a:pt x="40203" y="115414"/>
                  </a:lnTo>
                  <a:lnTo>
                    <a:pt x="41064" y="114231"/>
                  </a:lnTo>
                  <a:lnTo>
                    <a:pt x="42420" y="113048"/>
                  </a:lnTo>
                  <a:lnTo>
                    <a:pt x="43408" y="111865"/>
                  </a:lnTo>
                  <a:lnTo>
                    <a:pt x="44643" y="110681"/>
                  </a:lnTo>
                  <a:lnTo>
                    <a:pt x="45751" y="109787"/>
                  </a:lnTo>
                  <a:lnTo>
                    <a:pt x="46740" y="108604"/>
                  </a:lnTo>
                  <a:lnTo>
                    <a:pt x="47113" y="107450"/>
                  </a:lnTo>
                  <a:lnTo>
                    <a:pt x="47728" y="105372"/>
                  </a:lnTo>
                  <a:lnTo>
                    <a:pt x="48589" y="101534"/>
                  </a:lnTo>
                  <a:lnTo>
                    <a:pt x="49083" y="99168"/>
                  </a:lnTo>
                  <a:lnTo>
                    <a:pt x="49825" y="96195"/>
                  </a:lnTo>
                  <a:lnTo>
                    <a:pt x="50687" y="94147"/>
                  </a:lnTo>
                  <a:lnTo>
                    <a:pt x="51221" y="93350"/>
                  </a:lnTo>
                  <a:lnTo>
                    <a:pt x="51674" y="92675"/>
                  </a:lnTo>
                  <a:lnTo>
                    <a:pt x="52790" y="91174"/>
                  </a:lnTo>
                  <a:lnTo>
                    <a:pt x="54145" y="89414"/>
                  </a:lnTo>
                  <a:lnTo>
                    <a:pt x="55133" y="87943"/>
                  </a:lnTo>
                  <a:lnTo>
                    <a:pt x="55994" y="86442"/>
                  </a:lnTo>
                  <a:lnTo>
                    <a:pt x="56736" y="85288"/>
                  </a:lnTo>
                  <a:lnTo>
                    <a:pt x="57597" y="83499"/>
                  </a:lnTo>
                  <a:lnTo>
                    <a:pt x="57971" y="82027"/>
                  </a:lnTo>
                  <a:lnTo>
                    <a:pt x="58465" y="79372"/>
                  </a:lnTo>
                  <a:lnTo>
                    <a:pt x="59080" y="75217"/>
                  </a:lnTo>
                  <a:lnTo>
                    <a:pt x="59574" y="70803"/>
                  </a:lnTo>
                  <a:lnTo>
                    <a:pt x="60068" y="66069"/>
                  </a:lnTo>
                  <a:lnTo>
                    <a:pt x="60436" y="63126"/>
                  </a:lnTo>
                  <a:lnTo>
                    <a:pt x="60809" y="59577"/>
                  </a:lnTo>
                  <a:lnTo>
                    <a:pt x="61303" y="56893"/>
                  </a:lnTo>
                  <a:lnTo>
                    <a:pt x="61671" y="53950"/>
                  </a:lnTo>
                  <a:lnTo>
                    <a:pt x="61917" y="52766"/>
                  </a:lnTo>
                  <a:lnTo>
                    <a:pt x="61917" y="51295"/>
                  </a:lnTo>
                  <a:lnTo>
                    <a:pt x="62165" y="49217"/>
                  </a:lnTo>
                  <a:lnTo>
                    <a:pt x="62217" y="49054"/>
                  </a:lnTo>
                  <a:lnTo>
                    <a:pt x="62538" y="48034"/>
                  </a:lnTo>
                  <a:lnTo>
                    <a:pt x="63400" y="47457"/>
                  </a:lnTo>
                  <a:lnTo>
                    <a:pt x="64388" y="46851"/>
                  </a:lnTo>
                  <a:lnTo>
                    <a:pt x="65942" y="46389"/>
                  </a:lnTo>
                  <a:lnTo>
                    <a:pt x="66395" y="45870"/>
                  </a:lnTo>
                  <a:lnTo>
                    <a:pt x="66629" y="44138"/>
                  </a:lnTo>
                  <a:lnTo>
                    <a:pt x="66810" y="42638"/>
                  </a:lnTo>
                  <a:lnTo>
                    <a:pt x="67394" y="40214"/>
                  </a:lnTo>
                  <a:lnTo>
                    <a:pt x="68051" y="38281"/>
                  </a:lnTo>
                  <a:lnTo>
                    <a:pt x="68431" y="37097"/>
                  </a:lnTo>
                  <a:lnTo>
                    <a:pt x="68943" y="35049"/>
                  </a:lnTo>
                  <a:lnTo>
                    <a:pt x="69449" y="33577"/>
                  </a:lnTo>
                  <a:lnTo>
                    <a:pt x="70323" y="31701"/>
                  </a:lnTo>
                  <a:lnTo>
                    <a:pt x="71088" y="30230"/>
                  </a:lnTo>
                  <a:lnTo>
                    <a:pt x="71348" y="28729"/>
                  </a:lnTo>
                  <a:lnTo>
                    <a:pt x="71348" y="26940"/>
                  </a:lnTo>
                  <a:lnTo>
                    <a:pt x="70799" y="25497"/>
                  </a:lnTo>
                  <a:lnTo>
                    <a:pt x="70413" y="22842"/>
                  </a:lnTo>
                  <a:lnTo>
                    <a:pt x="72004" y="22034"/>
                  </a:lnTo>
                  <a:lnTo>
                    <a:pt x="73402" y="21140"/>
                  </a:lnTo>
                  <a:lnTo>
                    <a:pt x="74680" y="20274"/>
                  </a:lnTo>
                  <a:lnTo>
                    <a:pt x="76210" y="19091"/>
                  </a:lnTo>
                  <a:lnTo>
                    <a:pt x="77354" y="19091"/>
                  </a:lnTo>
                  <a:lnTo>
                    <a:pt x="78246" y="18802"/>
                  </a:lnTo>
                  <a:lnTo>
                    <a:pt x="79524" y="19380"/>
                  </a:lnTo>
                  <a:lnTo>
                    <a:pt x="80795" y="19668"/>
                  </a:lnTo>
                  <a:lnTo>
                    <a:pt x="81687" y="20563"/>
                  </a:lnTo>
                  <a:lnTo>
                    <a:pt x="83217" y="22323"/>
                  </a:lnTo>
                  <a:lnTo>
                    <a:pt x="84494" y="23506"/>
                  </a:lnTo>
                  <a:lnTo>
                    <a:pt x="85259" y="23506"/>
                  </a:lnTo>
                  <a:lnTo>
                    <a:pt x="86079" y="22929"/>
                  </a:lnTo>
                  <a:lnTo>
                    <a:pt x="86772" y="22092"/>
                  </a:lnTo>
                  <a:lnTo>
                    <a:pt x="87193" y="22034"/>
                  </a:lnTo>
                  <a:lnTo>
                    <a:pt x="87833" y="22640"/>
                  </a:lnTo>
                  <a:lnTo>
                    <a:pt x="88827" y="23823"/>
                  </a:lnTo>
                  <a:lnTo>
                    <a:pt x="89845" y="23823"/>
                  </a:lnTo>
                  <a:lnTo>
                    <a:pt x="90863" y="23506"/>
                  </a:lnTo>
                  <a:lnTo>
                    <a:pt x="91628" y="22034"/>
                  </a:lnTo>
                  <a:lnTo>
                    <a:pt x="92905" y="19668"/>
                  </a:lnTo>
                  <a:lnTo>
                    <a:pt x="93924" y="17908"/>
                  </a:lnTo>
                  <a:lnTo>
                    <a:pt x="94840" y="16782"/>
                  </a:lnTo>
                  <a:lnTo>
                    <a:pt x="95581" y="16494"/>
                  </a:lnTo>
                  <a:lnTo>
                    <a:pt x="96413" y="16494"/>
                  </a:lnTo>
                  <a:lnTo>
                    <a:pt x="97365" y="16436"/>
                  </a:lnTo>
                  <a:lnTo>
                    <a:pt x="98895" y="16725"/>
                  </a:lnTo>
                  <a:lnTo>
                    <a:pt x="99913" y="16725"/>
                  </a:lnTo>
                  <a:lnTo>
                    <a:pt x="101306" y="16321"/>
                  </a:lnTo>
                  <a:lnTo>
                    <a:pt x="102468" y="15830"/>
                  </a:lnTo>
                  <a:lnTo>
                    <a:pt x="102974" y="14936"/>
                  </a:lnTo>
                  <a:lnTo>
                    <a:pt x="102974" y="13752"/>
                  </a:lnTo>
                  <a:lnTo>
                    <a:pt x="102721" y="11992"/>
                  </a:lnTo>
                  <a:lnTo>
                    <a:pt x="102444" y="10290"/>
                  </a:lnTo>
                  <a:lnTo>
                    <a:pt x="102372" y="8731"/>
                  </a:lnTo>
                  <a:lnTo>
                    <a:pt x="102541" y="7088"/>
                  </a:lnTo>
                  <a:lnTo>
                    <a:pt x="102721" y="5788"/>
                  </a:lnTo>
                  <a:lnTo>
                    <a:pt x="102595" y="3710"/>
                  </a:lnTo>
                  <a:lnTo>
                    <a:pt x="102233" y="1258"/>
                  </a:lnTo>
                  <a:lnTo>
                    <a:pt x="102185" y="0"/>
                  </a:lnTo>
                  <a:lnTo>
                    <a:pt x="103844" y="0"/>
                  </a:lnTo>
                  <a:lnTo>
                    <a:pt x="103844" y="4911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6" name="pg1345"/>
            <p:cNvSpPr/>
            <p:nvPr/>
          </p:nvSpPr>
          <p:spPr>
            <a:xfrm>
              <a:off x="3879530" y="3131661"/>
              <a:ext cx="4866" cy="12760"/>
            </a:xfrm>
            <a:custGeom>
              <a:avLst/>
              <a:pathLst>
                <a:path w="4866" h="12760">
                  <a:moveTo>
                    <a:pt x="2611" y="8478"/>
                  </a:moveTo>
                  <a:lnTo>
                    <a:pt x="3565" y="8642"/>
                  </a:lnTo>
                  <a:lnTo>
                    <a:pt x="3172" y="7700"/>
                  </a:lnTo>
                  <a:lnTo>
                    <a:pt x="3088" y="7235"/>
                  </a:lnTo>
                  <a:lnTo>
                    <a:pt x="3503" y="5880"/>
                  </a:lnTo>
                  <a:lnTo>
                    <a:pt x="4866" y="8684"/>
                  </a:lnTo>
                  <a:lnTo>
                    <a:pt x="4826" y="12001"/>
                  </a:lnTo>
                  <a:lnTo>
                    <a:pt x="4710" y="12760"/>
                  </a:lnTo>
                  <a:lnTo>
                    <a:pt x="4339" y="12047"/>
                  </a:lnTo>
                  <a:lnTo>
                    <a:pt x="4100" y="11349"/>
                  </a:lnTo>
                  <a:lnTo>
                    <a:pt x="4026" y="10596"/>
                  </a:lnTo>
                  <a:lnTo>
                    <a:pt x="3648" y="9782"/>
                  </a:lnTo>
                  <a:lnTo>
                    <a:pt x="2320" y="10314"/>
                  </a:lnTo>
                  <a:lnTo>
                    <a:pt x="1495" y="9404"/>
                  </a:lnTo>
                  <a:lnTo>
                    <a:pt x="314" y="6612"/>
                  </a:lnTo>
                  <a:lnTo>
                    <a:pt x="0" y="4599"/>
                  </a:lnTo>
                  <a:lnTo>
                    <a:pt x="494" y="4207"/>
                  </a:lnTo>
                  <a:lnTo>
                    <a:pt x="1013" y="3239"/>
                  </a:lnTo>
                  <a:lnTo>
                    <a:pt x="1343" y="1646"/>
                  </a:lnTo>
                  <a:lnTo>
                    <a:pt x="1041" y="0"/>
                  </a:lnTo>
                  <a:lnTo>
                    <a:pt x="1742" y="262"/>
                  </a:lnTo>
                  <a:lnTo>
                    <a:pt x="2120" y="1953"/>
                  </a:lnTo>
                  <a:lnTo>
                    <a:pt x="2194" y="5800"/>
                  </a:lnTo>
                  <a:lnTo>
                    <a:pt x="2300" y="6615"/>
                  </a:lnTo>
                  <a:lnTo>
                    <a:pt x="2105" y="7494"/>
                  </a:lnTo>
                  <a:close/>
                </a:path>
              </a:pathLst>
            </a:custGeom>
            <a:solidFill>
              <a:srgbClr val="E6F1E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7" name="pg1346"/>
            <p:cNvSpPr/>
            <p:nvPr/>
          </p:nvSpPr>
          <p:spPr>
            <a:xfrm>
              <a:off x="3814477" y="2874993"/>
              <a:ext cx="5558" cy="9032"/>
            </a:xfrm>
            <a:custGeom>
              <a:avLst/>
              <a:pathLst>
                <a:path w="5558" h="9032">
                  <a:moveTo>
                    <a:pt x="4903" y="9032"/>
                  </a:moveTo>
                  <a:lnTo>
                    <a:pt x="4576" y="9032"/>
                  </a:lnTo>
                  <a:lnTo>
                    <a:pt x="3711" y="7032"/>
                  </a:lnTo>
                  <a:lnTo>
                    <a:pt x="3203" y="5559"/>
                  </a:lnTo>
                  <a:lnTo>
                    <a:pt x="2687" y="4570"/>
                  </a:lnTo>
                  <a:lnTo>
                    <a:pt x="320" y="2575"/>
                  </a:lnTo>
                  <a:lnTo>
                    <a:pt x="0" y="1288"/>
                  </a:lnTo>
                  <a:lnTo>
                    <a:pt x="361" y="0"/>
                  </a:lnTo>
                  <a:lnTo>
                    <a:pt x="614" y="1281"/>
                  </a:lnTo>
                  <a:lnTo>
                    <a:pt x="1042" y="2035"/>
                  </a:lnTo>
                  <a:lnTo>
                    <a:pt x="3001" y="3840"/>
                  </a:lnTo>
                  <a:lnTo>
                    <a:pt x="5184" y="7776"/>
                  </a:lnTo>
                  <a:lnTo>
                    <a:pt x="5558" y="8098"/>
                  </a:lnTo>
                  <a:close/>
                </a:path>
              </a:pathLst>
            </a:custGeom>
            <a:solidFill>
              <a:srgbClr val="E6F1E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8" name="pg1347"/>
            <p:cNvSpPr/>
            <p:nvPr/>
          </p:nvSpPr>
          <p:spPr>
            <a:xfrm>
              <a:off x="3814966" y="2870064"/>
              <a:ext cx="637" cy="4618"/>
            </a:xfrm>
            <a:custGeom>
              <a:avLst/>
              <a:pathLst>
                <a:path w="637" h="4618">
                  <a:moveTo>
                    <a:pt x="636" y="4217"/>
                  </a:moveTo>
                  <a:lnTo>
                    <a:pt x="520" y="4618"/>
                  </a:lnTo>
                  <a:lnTo>
                    <a:pt x="0" y="3582"/>
                  </a:lnTo>
                  <a:lnTo>
                    <a:pt x="31" y="1297"/>
                  </a:lnTo>
                  <a:lnTo>
                    <a:pt x="478" y="0"/>
                  </a:lnTo>
                  <a:lnTo>
                    <a:pt x="443" y="1776"/>
                  </a:lnTo>
                  <a:lnTo>
                    <a:pt x="637" y="3565"/>
                  </a:lnTo>
                  <a:close/>
                </a:path>
              </a:pathLst>
            </a:custGeom>
            <a:solidFill>
              <a:srgbClr val="E6F1E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9" name="pg1348"/>
            <p:cNvSpPr/>
            <p:nvPr/>
          </p:nvSpPr>
          <p:spPr>
            <a:xfrm>
              <a:off x="3791178" y="2684821"/>
              <a:ext cx="259442" cy="465478"/>
            </a:xfrm>
            <a:custGeom>
              <a:avLst/>
              <a:pathLst>
                <a:path w="259442" h="465478">
                  <a:moveTo>
                    <a:pt x="147031" y="89482"/>
                  </a:moveTo>
                  <a:lnTo>
                    <a:pt x="149417" y="90121"/>
                  </a:lnTo>
                  <a:lnTo>
                    <a:pt x="152594" y="90977"/>
                  </a:lnTo>
                  <a:lnTo>
                    <a:pt x="154526" y="91552"/>
                  </a:lnTo>
                  <a:lnTo>
                    <a:pt x="158159" y="92635"/>
                  </a:lnTo>
                  <a:lnTo>
                    <a:pt x="159246" y="97117"/>
                  </a:lnTo>
                  <a:lnTo>
                    <a:pt x="159640" y="100258"/>
                  </a:lnTo>
                  <a:lnTo>
                    <a:pt x="160009" y="103319"/>
                  </a:lnTo>
                  <a:lnTo>
                    <a:pt x="161097" y="106121"/>
                  </a:lnTo>
                  <a:lnTo>
                    <a:pt x="163573" y="106053"/>
                  </a:lnTo>
                  <a:lnTo>
                    <a:pt x="165765" y="105992"/>
                  </a:lnTo>
                  <a:lnTo>
                    <a:pt x="168469" y="105903"/>
                  </a:lnTo>
                  <a:lnTo>
                    <a:pt x="170613" y="105832"/>
                  </a:lnTo>
                  <a:lnTo>
                    <a:pt x="171305" y="108611"/>
                  </a:lnTo>
                  <a:lnTo>
                    <a:pt x="171607" y="111384"/>
                  </a:lnTo>
                  <a:lnTo>
                    <a:pt x="172882" y="117958"/>
                  </a:lnTo>
                  <a:lnTo>
                    <a:pt x="174701" y="123084"/>
                  </a:lnTo>
                  <a:lnTo>
                    <a:pt x="175136" y="124951"/>
                  </a:lnTo>
                  <a:lnTo>
                    <a:pt x="175430" y="127764"/>
                  </a:lnTo>
                  <a:lnTo>
                    <a:pt x="175114" y="128811"/>
                  </a:lnTo>
                  <a:lnTo>
                    <a:pt x="174990" y="130021"/>
                  </a:lnTo>
                  <a:lnTo>
                    <a:pt x="176338" y="132836"/>
                  </a:lnTo>
                  <a:lnTo>
                    <a:pt x="178565" y="135214"/>
                  </a:lnTo>
                  <a:lnTo>
                    <a:pt x="179437" y="135815"/>
                  </a:lnTo>
                  <a:lnTo>
                    <a:pt x="180424" y="136864"/>
                  </a:lnTo>
                  <a:lnTo>
                    <a:pt x="179654" y="138492"/>
                  </a:lnTo>
                  <a:lnTo>
                    <a:pt x="180967" y="142249"/>
                  </a:lnTo>
                  <a:lnTo>
                    <a:pt x="182494" y="146077"/>
                  </a:lnTo>
                  <a:lnTo>
                    <a:pt x="184128" y="146940"/>
                  </a:lnTo>
                  <a:lnTo>
                    <a:pt x="186334" y="152728"/>
                  </a:lnTo>
                  <a:lnTo>
                    <a:pt x="189662" y="156480"/>
                  </a:lnTo>
                  <a:lnTo>
                    <a:pt x="191681" y="161392"/>
                  </a:lnTo>
                  <a:lnTo>
                    <a:pt x="191494" y="161485"/>
                  </a:lnTo>
                  <a:lnTo>
                    <a:pt x="190902" y="160986"/>
                  </a:lnTo>
                  <a:lnTo>
                    <a:pt x="190158" y="160312"/>
                  </a:lnTo>
                  <a:lnTo>
                    <a:pt x="189933" y="160923"/>
                  </a:lnTo>
                  <a:lnTo>
                    <a:pt x="189972" y="162984"/>
                  </a:lnTo>
                  <a:lnTo>
                    <a:pt x="190170" y="165405"/>
                  </a:lnTo>
                  <a:lnTo>
                    <a:pt x="191199" y="167500"/>
                  </a:lnTo>
                  <a:lnTo>
                    <a:pt x="192115" y="169008"/>
                  </a:lnTo>
                  <a:lnTo>
                    <a:pt x="192472" y="171857"/>
                  </a:lnTo>
                  <a:lnTo>
                    <a:pt x="191751" y="178002"/>
                  </a:lnTo>
                  <a:lnTo>
                    <a:pt x="191502" y="177998"/>
                  </a:lnTo>
                  <a:lnTo>
                    <a:pt x="191017" y="177465"/>
                  </a:lnTo>
                  <a:lnTo>
                    <a:pt x="190498" y="177343"/>
                  </a:lnTo>
                  <a:lnTo>
                    <a:pt x="190223" y="177693"/>
                  </a:lnTo>
                  <a:lnTo>
                    <a:pt x="190833" y="182114"/>
                  </a:lnTo>
                  <a:lnTo>
                    <a:pt x="191440" y="185505"/>
                  </a:lnTo>
                  <a:lnTo>
                    <a:pt x="192173" y="188189"/>
                  </a:lnTo>
                  <a:lnTo>
                    <a:pt x="192781" y="192117"/>
                  </a:lnTo>
                  <a:lnTo>
                    <a:pt x="193303" y="193794"/>
                  </a:lnTo>
                  <a:lnTo>
                    <a:pt x="195449" y="197969"/>
                  </a:lnTo>
                  <a:lnTo>
                    <a:pt x="196107" y="201460"/>
                  </a:lnTo>
                  <a:lnTo>
                    <a:pt x="196717" y="207961"/>
                  </a:lnTo>
                  <a:lnTo>
                    <a:pt x="198062" y="211591"/>
                  </a:lnTo>
                  <a:lnTo>
                    <a:pt x="198786" y="214382"/>
                  </a:lnTo>
                  <a:lnTo>
                    <a:pt x="199759" y="216749"/>
                  </a:lnTo>
                  <a:lnTo>
                    <a:pt x="200391" y="219988"/>
                  </a:lnTo>
                  <a:lnTo>
                    <a:pt x="201288" y="222486"/>
                  </a:lnTo>
                  <a:lnTo>
                    <a:pt x="201753" y="223112"/>
                  </a:lnTo>
                  <a:lnTo>
                    <a:pt x="202453" y="223369"/>
                  </a:lnTo>
                  <a:lnTo>
                    <a:pt x="203325" y="223386"/>
                  </a:lnTo>
                  <a:lnTo>
                    <a:pt x="204369" y="222734"/>
                  </a:lnTo>
                  <a:lnTo>
                    <a:pt x="205479" y="222128"/>
                  </a:lnTo>
                  <a:lnTo>
                    <a:pt x="206349" y="223395"/>
                  </a:lnTo>
                  <a:lnTo>
                    <a:pt x="207247" y="223204"/>
                  </a:lnTo>
                  <a:lnTo>
                    <a:pt x="207335" y="224382"/>
                  </a:lnTo>
                  <a:lnTo>
                    <a:pt x="206737" y="225979"/>
                  </a:lnTo>
                  <a:lnTo>
                    <a:pt x="205996" y="230013"/>
                  </a:lnTo>
                  <a:lnTo>
                    <a:pt x="207049" y="230649"/>
                  </a:lnTo>
                  <a:lnTo>
                    <a:pt x="208056" y="230964"/>
                  </a:lnTo>
                  <a:lnTo>
                    <a:pt x="208771" y="231610"/>
                  </a:lnTo>
                  <a:lnTo>
                    <a:pt x="209186" y="231615"/>
                  </a:lnTo>
                  <a:lnTo>
                    <a:pt x="209186" y="232450"/>
                  </a:lnTo>
                  <a:lnTo>
                    <a:pt x="209233" y="236279"/>
                  </a:lnTo>
                  <a:lnTo>
                    <a:pt x="209485" y="237741"/>
                  </a:lnTo>
                  <a:lnTo>
                    <a:pt x="209938" y="239037"/>
                  </a:lnTo>
                  <a:lnTo>
                    <a:pt x="210618" y="240971"/>
                  </a:lnTo>
                  <a:lnTo>
                    <a:pt x="211296" y="242908"/>
                  </a:lnTo>
                  <a:lnTo>
                    <a:pt x="211974" y="244844"/>
                  </a:lnTo>
                  <a:lnTo>
                    <a:pt x="212654" y="246779"/>
                  </a:lnTo>
                  <a:lnTo>
                    <a:pt x="213333" y="248714"/>
                  </a:lnTo>
                  <a:lnTo>
                    <a:pt x="214012" y="250650"/>
                  </a:lnTo>
                  <a:lnTo>
                    <a:pt x="214691" y="252586"/>
                  </a:lnTo>
                  <a:lnTo>
                    <a:pt x="215369" y="254521"/>
                  </a:lnTo>
                  <a:lnTo>
                    <a:pt x="216049" y="256457"/>
                  </a:lnTo>
                  <a:lnTo>
                    <a:pt x="216727" y="258392"/>
                  </a:lnTo>
                  <a:lnTo>
                    <a:pt x="217407" y="260328"/>
                  </a:lnTo>
                  <a:lnTo>
                    <a:pt x="218085" y="262263"/>
                  </a:lnTo>
                  <a:lnTo>
                    <a:pt x="218764" y="264198"/>
                  </a:lnTo>
                  <a:lnTo>
                    <a:pt x="219443" y="266134"/>
                  </a:lnTo>
                  <a:lnTo>
                    <a:pt x="220122" y="268070"/>
                  </a:lnTo>
                  <a:lnTo>
                    <a:pt x="220800" y="270005"/>
                  </a:lnTo>
                  <a:lnTo>
                    <a:pt x="221362" y="271605"/>
                  </a:lnTo>
                  <a:lnTo>
                    <a:pt x="222399" y="271910"/>
                  </a:lnTo>
                  <a:lnTo>
                    <a:pt x="222730" y="272005"/>
                  </a:lnTo>
                  <a:lnTo>
                    <a:pt x="223664" y="272279"/>
                  </a:lnTo>
                  <a:lnTo>
                    <a:pt x="225116" y="272705"/>
                  </a:lnTo>
                  <a:lnTo>
                    <a:pt x="226999" y="273255"/>
                  </a:lnTo>
                  <a:lnTo>
                    <a:pt x="229226" y="273907"/>
                  </a:lnTo>
                  <a:lnTo>
                    <a:pt x="231715" y="274634"/>
                  </a:lnTo>
                  <a:lnTo>
                    <a:pt x="234374" y="275412"/>
                  </a:lnTo>
                  <a:lnTo>
                    <a:pt x="237120" y="276215"/>
                  </a:lnTo>
                  <a:lnTo>
                    <a:pt x="239866" y="277017"/>
                  </a:lnTo>
                  <a:lnTo>
                    <a:pt x="242525" y="277795"/>
                  </a:lnTo>
                  <a:lnTo>
                    <a:pt x="245012" y="278522"/>
                  </a:lnTo>
                  <a:lnTo>
                    <a:pt x="247241" y="279174"/>
                  </a:lnTo>
                  <a:lnTo>
                    <a:pt x="249124" y="279726"/>
                  </a:lnTo>
                  <a:lnTo>
                    <a:pt x="250575" y="280150"/>
                  </a:lnTo>
                  <a:lnTo>
                    <a:pt x="251510" y="280424"/>
                  </a:lnTo>
                  <a:lnTo>
                    <a:pt x="251840" y="280519"/>
                  </a:lnTo>
                  <a:lnTo>
                    <a:pt x="252819" y="280805"/>
                  </a:lnTo>
                  <a:lnTo>
                    <a:pt x="253006" y="280733"/>
                  </a:lnTo>
                  <a:lnTo>
                    <a:pt x="253825" y="278364"/>
                  </a:lnTo>
                  <a:lnTo>
                    <a:pt x="254731" y="281708"/>
                  </a:lnTo>
                  <a:lnTo>
                    <a:pt x="255482" y="284486"/>
                  </a:lnTo>
                  <a:lnTo>
                    <a:pt x="256515" y="288300"/>
                  </a:lnTo>
                  <a:lnTo>
                    <a:pt x="257613" y="292353"/>
                  </a:lnTo>
                  <a:lnTo>
                    <a:pt x="258661" y="296229"/>
                  </a:lnTo>
                  <a:lnTo>
                    <a:pt x="259442" y="299114"/>
                  </a:lnTo>
                  <a:lnTo>
                    <a:pt x="259027" y="302113"/>
                  </a:lnTo>
                  <a:lnTo>
                    <a:pt x="258575" y="305383"/>
                  </a:lnTo>
                  <a:lnTo>
                    <a:pt x="258123" y="308654"/>
                  </a:lnTo>
                  <a:lnTo>
                    <a:pt x="257672" y="311925"/>
                  </a:lnTo>
                  <a:lnTo>
                    <a:pt x="257220" y="315196"/>
                  </a:lnTo>
                  <a:lnTo>
                    <a:pt x="256768" y="318467"/>
                  </a:lnTo>
                  <a:lnTo>
                    <a:pt x="256316" y="321738"/>
                  </a:lnTo>
                  <a:lnTo>
                    <a:pt x="255864" y="325009"/>
                  </a:lnTo>
                  <a:lnTo>
                    <a:pt x="255412" y="328281"/>
                  </a:lnTo>
                  <a:lnTo>
                    <a:pt x="254961" y="331552"/>
                  </a:lnTo>
                  <a:lnTo>
                    <a:pt x="254508" y="334823"/>
                  </a:lnTo>
                  <a:lnTo>
                    <a:pt x="254056" y="338094"/>
                  </a:lnTo>
                  <a:lnTo>
                    <a:pt x="253606" y="341365"/>
                  </a:lnTo>
                  <a:lnTo>
                    <a:pt x="253154" y="344635"/>
                  </a:lnTo>
                  <a:lnTo>
                    <a:pt x="252701" y="347906"/>
                  </a:lnTo>
                  <a:lnTo>
                    <a:pt x="252250" y="351177"/>
                  </a:lnTo>
                  <a:lnTo>
                    <a:pt x="251797" y="354448"/>
                  </a:lnTo>
                  <a:lnTo>
                    <a:pt x="251252" y="358387"/>
                  </a:lnTo>
                  <a:lnTo>
                    <a:pt x="249941" y="359434"/>
                  </a:lnTo>
                  <a:lnTo>
                    <a:pt x="247818" y="361130"/>
                  </a:lnTo>
                  <a:lnTo>
                    <a:pt x="245696" y="362824"/>
                  </a:lnTo>
                  <a:lnTo>
                    <a:pt x="243572" y="364518"/>
                  </a:lnTo>
                  <a:lnTo>
                    <a:pt x="241450" y="366211"/>
                  </a:lnTo>
                  <a:lnTo>
                    <a:pt x="239327" y="367905"/>
                  </a:lnTo>
                  <a:lnTo>
                    <a:pt x="237204" y="369599"/>
                  </a:lnTo>
                  <a:lnTo>
                    <a:pt x="235081" y="371294"/>
                  </a:lnTo>
                  <a:lnTo>
                    <a:pt x="232958" y="372988"/>
                  </a:lnTo>
                  <a:lnTo>
                    <a:pt x="230836" y="374682"/>
                  </a:lnTo>
                  <a:lnTo>
                    <a:pt x="228713" y="376376"/>
                  </a:lnTo>
                  <a:lnTo>
                    <a:pt x="226589" y="378071"/>
                  </a:lnTo>
                  <a:lnTo>
                    <a:pt x="224467" y="379765"/>
                  </a:lnTo>
                  <a:lnTo>
                    <a:pt x="222344" y="381459"/>
                  </a:lnTo>
                  <a:lnTo>
                    <a:pt x="220222" y="383153"/>
                  </a:lnTo>
                  <a:lnTo>
                    <a:pt x="218099" y="384847"/>
                  </a:lnTo>
                  <a:lnTo>
                    <a:pt x="215975" y="386541"/>
                  </a:lnTo>
                  <a:lnTo>
                    <a:pt x="214236" y="387930"/>
                  </a:lnTo>
                  <a:lnTo>
                    <a:pt x="211341" y="388864"/>
                  </a:lnTo>
                  <a:lnTo>
                    <a:pt x="208527" y="389770"/>
                  </a:lnTo>
                  <a:lnTo>
                    <a:pt x="205361" y="390790"/>
                  </a:lnTo>
                  <a:lnTo>
                    <a:pt x="201555" y="392016"/>
                  </a:lnTo>
                  <a:lnTo>
                    <a:pt x="198572" y="392979"/>
                  </a:lnTo>
                  <a:lnTo>
                    <a:pt x="194217" y="394383"/>
                  </a:lnTo>
                  <a:lnTo>
                    <a:pt x="190314" y="395639"/>
                  </a:lnTo>
                  <a:lnTo>
                    <a:pt x="186650" y="396820"/>
                  </a:lnTo>
                  <a:lnTo>
                    <a:pt x="182985" y="398001"/>
                  </a:lnTo>
                  <a:lnTo>
                    <a:pt x="179867" y="399005"/>
                  </a:lnTo>
                  <a:lnTo>
                    <a:pt x="178011" y="400174"/>
                  </a:lnTo>
                  <a:lnTo>
                    <a:pt x="175825" y="402732"/>
                  </a:lnTo>
                  <a:lnTo>
                    <a:pt x="172470" y="406657"/>
                  </a:lnTo>
                  <a:lnTo>
                    <a:pt x="169050" y="410656"/>
                  </a:lnTo>
                  <a:lnTo>
                    <a:pt x="167278" y="412728"/>
                  </a:lnTo>
                  <a:lnTo>
                    <a:pt x="165421" y="418046"/>
                  </a:lnTo>
                  <a:lnTo>
                    <a:pt x="164481" y="420739"/>
                  </a:lnTo>
                  <a:lnTo>
                    <a:pt x="162781" y="425607"/>
                  </a:lnTo>
                  <a:lnTo>
                    <a:pt x="161497" y="429279"/>
                  </a:lnTo>
                  <a:lnTo>
                    <a:pt x="159965" y="433666"/>
                  </a:lnTo>
                  <a:lnTo>
                    <a:pt x="159296" y="437574"/>
                  </a:lnTo>
                  <a:lnTo>
                    <a:pt x="158265" y="443609"/>
                  </a:lnTo>
                  <a:lnTo>
                    <a:pt x="157374" y="445130"/>
                  </a:lnTo>
                  <a:lnTo>
                    <a:pt x="155914" y="447093"/>
                  </a:lnTo>
                  <a:lnTo>
                    <a:pt x="154585" y="448490"/>
                  </a:lnTo>
                  <a:lnTo>
                    <a:pt x="152513" y="448289"/>
                  </a:lnTo>
                  <a:lnTo>
                    <a:pt x="151332" y="444580"/>
                  </a:lnTo>
                  <a:lnTo>
                    <a:pt x="150080" y="440647"/>
                  </a:lnTo>
                  <a:lnTo>
                    <a:pt x="149452" y="439067"/>
                  </a:lnTo>
                  <a:lnTo>
                    <a:pt x="148890" y="438979"/>
                  </a:lnTo>
                  <a:lnTo>
                    <a:pt x="146810" y="439478"/>
                  </a:lnTo>
                  <a:lnTo>
                    <a:pt x="144303" y="440080"/>
                  </a:lnTo>
                  <a:lnTo>
                    <a:pt x="141347" y="439433"/>
                  </a:lnTo>
                  <a:lnTo>
                    <a:pt x="137937" y="438687"/>
                  </a:lnTo>
                  <a:lnTo>
                    <a:pt x="134740" y="437989"/>
                  </a:lnTo>
                  <a:lnTo>
                    <a:pt x="133150" y="437465"/>
                  </a:lnTo>
                  <a:lnTo>
                    <a:pt x="131053" y="434912"/>
                  </a:lnTo>
                  <a:lnTo>
                    <a:pt x="130512" y="434404"/>
                  </a:lnTo>
                  <a:lnTo>
                    <a:pt x="129960" y="434284"/>
                  </a:lnTo>
                  <a:lnTo>
                    <a:pt x="127473" y="434220"/>
                  </a:lnTo>
                  <a:lnTo>
                    <a:pt x="125009" y="434158"/>
                  </a:lnTo>
                  <a:lnTo>
                    <a:pt x="122537" y="434966"/>
                  </a:lnTo>
                  <a:lnTo>
                    <a:pt x="120171" y="434671"/>
                  </a:lnTo>
                  <a:lnTo>
                    <a:pt x="117718" y="435138"/>
                  </a:lnTo>
                  <a:lnTo>
                    <a:pt x="116854" y="436113"/>
                  </a:lnTo>
                  <a:lnTo>
                    <a:pt x="115895" y="436056"/>
                  </a:lnTo>
                  <a:lnTo>
                    <a:pt x="115296" y="436917"/>
                  </a:lnTo>
                  <a:lnTo>
                    <a:pt x="114769" y="437320"/>
                  </a:lnTo>
                  <a:lnTo>
                    <a:pt x="114145" y="436584"/>
                  </a:lnTo>
                  <a:lnTo>
                    <a:pt x="113379" y="436745"/>
                  </a:lnTo>
                  <a:lnTo>
                    <a:pt x="112252" y="436113"/>
                  </a:lnTo>
                  <a:lnTo>
                    <a:pt x="111517" y="434448"/>
                  </a:lnTo>
                  <a:lnTo>
                    <a:pt x="110824" y="432984"/>
                  </a:lnTo>
                  <a:lnTo>
                    <a:pt x="110108" y="432177"/>
                  </a:lnTo>
                  <a:lnTo>
                    <a:pt x="109306" y="431670"/>
                  </a:lnTo>
                  <a:lnTo>
                    <a:pt x="108612" y="431659"/>
                  </a:lnTo>
                  <a:lnTo>
                    <a:pt x="107725" y="432552"/>
                  </a:lnTo>
                  <a:lnTo>
                    <a:pt x="107182" y="433417"/>
                  </a:lnTo>
                  <a:lnTo>
                    <a:pt x="105810" y="436295"/>
                  </a:lnTo>
                  <a:lnTo>
                    <a:pt x="105753" y="437320"/>
                  </a:lnTo>
                  <a:lnTo>
                    <a:pt x="106377" y="439041"/>
                  </a:lnTo>
                  <a:lnTo>
                    <a:pt x="106186" y="439845"/>
                  </a:lnTo>
                  <a:lnTo>
                    <a:pt x="105378" y="440856"/>
                  </a:lnTo>
                  <a:lnTo>
                    <a:pt x="105131" y="443576"/>
                  </a:lnTo>
                  <a:lnTo>
                    <a:pt x="105011" y="445069"/>
                  </a:lnTo>
                  <a:lnTo>
                    <a:pt x="104892" y="448628"/>
                  </a:lnTo>
                  <a:lnTo>
                    <a:pt x="105251" y="451442"/>
                  </a:lnTo>
                  <a:lnTo>
                    <a:pt x="105730" y="452475"/>
                  </a:lnTo>
                  <a:lnTo>
                    <a:pt x="105753" y="453681"/>
                  </a:lnTo>
                  <a:lnTo>
                    <a:pt x="105490" y="456092"/>
                  </a:lnTo>
                  <a:lnTo>
                    <a:pt x="104747" y="456838"/>
                  </a:lnTo>
                  <a:lnTo>
                    <a:pt x="104203" y="459129"/>
                  </a:lnTo>
                  <a:lnTo>
                    <a:pt x="103868" y="460200"/>
                  </a:lnTo>
                  <a:lnTo>
                    <a:pt x="103285" y="461421"/>
                  </a:lnTo>
                  <a:lnTo>
                    <a:pt x="100978" y="465478"/>
                  </a:lnTo>
                  <a:lnTo>
                    <a:pt x="100861" y="463120"/>
                  </a:lnTo>
                  <a:lnTo>
                    <a:pt x="100130" y="459626"/>
                  </a:lnTo>
                  <a:lnTo>
                    <a:pt x="100077" y="457158"/>
                  </a:lnTo>
                  <a:lnTo>
                    <a:pt x="99738" y="454687"/>
                  </a:lnTo>
                  <a:lnTo>
                    <a:pt x="99104" y="452784"/>
                  </a:lnTo>
                  <a:lnTo>
                    <a:pt x="97937" y="450801"/>
                  </a:lnTo>
                  <a:lnTo>
                    <a:pt x="97829" y="448106"/>
                  </a:lnTo>
                  <a:lnTo>
                    <a:pt x="96976" y="445441"/>
                  </a:lnTo>
                  <a:lnTo>
                    <a:pt x="95844" y="443296"/>
                  </a:lnTo>
                  <a:lnTo>
                    <a:pt x="95216" y="439331"/>
                  </a:lnTo>
                  <a:lnTo>
                    <a:pt x="94741" y="434062"/>
                  </a:lnTo>
                  <a:lnTo>
                    <a:pt x="91759" y="427136"/>
                  </a:lnTo>
                  <a:lnTo>
                    <a:pt x="88029" y="420742"/>
                  </a:lnTo>
                  <a:lnTo>
                    <a:pt x="86894" y="417139"/>
                  </a:lnTo>
                  <a:lnTo>
                    <a:pt x="85038" y="409798"/>
                  </a:lnTo>
                  <a:lnTo>
                    <a:pt x="84102" y="403996"/>
                  </a:lnTo>
                  <a:lnTo>
                    <a:pt x="81606" y="397319"/>
                  </a:lnTo>
                  <a:lnTo>
                    <a:pt x="81499" y="394753"/>
                  </a:lnTo>
                  <a:lnTo>
                    <a:pt x="81129" y="391622"/>
                  </a:lnTo>
                  <a:lnTo>
                    <a:pt x="80553" y="388139"/>
                  </a:lnTo>
                  <a:lnTo>
                    <a:pt x="80206" y="385388"/>
                  </a:lnTo>
                  <a:lnTo>
                    <a:pt x="77704" y="373333"/>
                  </a:lnTo>
                  <a:lnTo>
                    <a:pt x="76897" y="371409"/>
                  </a:lnTo>
                  <a:lnTo>
                    <a:pt x="76203" y="368716"/>
                  </a:lnTo>
                  <a:lnTo>
                    <a:pt x="76023" y="366633"/>
                  </a:lnTo>
                  <a:lnTo>
                    <a:pt x="75803" y="365493"/>
                  </a:lnTo>
                  <a:lnTo>
                    <a:pt x="74035" y="363516"/>
                  </a:lnTo>
                  <a:lnTo>
                    <a:pt x="72385" y="358461"/>
                  </a:lnTo>
                  <a:lnTo>
                    <a:pt x="67430" y="350410"/>
                  </a:lnTo>
                  <a:lnTo>
                    <a:pt x="65004" y="349610"/>
                  </a:lnTo>
                  <a:lnTo>
                    <a:pt x="63082" y="346733"/>
                  </a:lnTo>
                  <a:lnTo>
                    <a:pt x="61667" y="342970"/>
                  </a:lnTo>
                  <a:lnTo>
                    <a:pt x="60156" y="336489"/>
                  </a:lnTo>
                  <a:lnTo>
                    <a:pt x="57501" y="329487"/>
                  </a:lnTo>
                  <a:lnTo>
                    <a:pt x="55249" y="319548"/>
                  </a:lnTo>
                  <a:lnTo>
                    <a:pt x="55954" y="315930"/>
                  </a:lnTo>
                  <a:lnTo>
                    <a:pt x="55909" y="313382"/>
                  </a:lnTo>
                  <a:lnTo>
                    <a:pt x="55218" y="309099"/>
                  </a:lnTo>
                  <a:lnTo>
                    <a:pt x="54462" y="305789"/>
                  </a:lnTo>
                  <a:lnTo>
                    <a:pt x="53945" y="302664"/>
                  </a:lnTo>
                  <a:lnTo>
                    <a:pt x="54356" y="298181"/>
                  </a:lnTo>
                  <a:lnTo>
                    <a:pt x="54514" y="293160"/>
                  </a:lnTo>
                  <a:lnTo>
                    <a:pt x="54958" y="290492"/>
                  </a:lnTo>
                  <a:lnTo>
                    <a:pt x="55278" y="287563"/>
                  </a:lnTo>
                  <a:lnTo>
                    <a:pt x="54860" y="281671"/>
                  </a:lnTo>
                  <a:lnTo>
                    <a:pt x="54112" y="278515"/>
                  </a:lnTo>
                  <a:lnTo>
                    <a:pt x="54186" y="276414"/>
                  </a:lnTo>
                  <a:lnTo>
                    <a:pt x="53339" y="275388"/>
                  </a:lnTo>
                  <a:lnTo>
                    <a:pt x="52650" y="273106"/>
                  </a:lnTo>
                  <a:lnTo>
                    <a:pt x="53368" y="273112"/>
                  </a:lnTo>
                  <a:lnTo>
                    <a:pt x="52065" y="269943"/>
                  </a:lnTo>
                  <a:lnTo>
                    <a:pt x="51588" y="268184"/>
                  </a:lnTo>
                  <a:lnTo>
                    <a:pt x="51096" y="263879"/>
                  </a:lnTo>
                  <a:lnTo>
                    <a:pt x="50467" y="260592"/>
                  </a:lnTo>
                  <a:lnTo>
                    <a:pt x="48447" y="253134"/>
                  </a:lnTo>
                  <a:lnTo>
                    <a:pt x="47483" y="248585"/>
                  </a:lnTo>
                  <a:lnTo>
                    <a:pt x="45319" y="242701"/>
                  </a:lnTo>
                  <a:lnTo>
                    <a:pt x="42972" y="238357"/>
                  </a:lnTo>
                  <a:lnTo>
                    <a:pt x="41481" y="236390"/>
                  </a:lnTo>
                  <a:lnTo>
                    <a:pt x="40764" y="234593"/>
                  </a:lnTo>
                  <a:lnTo>
                    <a:pt x="39546" y="234531"/>
                  </a:lnTo>
                  <a:lnTo>
                    <a:pt x="38218" y="231962"/>
                  </a:lnTo>
                  <a:lnTo>
                    <a:pt x="37290" y="231864"/>
                  </a:lnTo>
                  <a:lnTo>
                    <a:pt x="36116" y="231453"/>
                  </a:lnTo>
                  <a:lnTo>
                    <a:pt x="34733" y="226507"/>
                  </a:lnTo>
                  <a:lnTo>
                    <a:pt x="33592" y="221874"/>
                  </a:lnTo>
                  <a:lnTo>
                    <a:pt x="31647" y="215840"/>
                  </a:lnTo>
                  <a:lnTo>
                    <a:pt x="32135" y="214265"/>
                  </a:lnTo>
                  <a:lnTo>
                    <a:pt x="32701" y="211702"/>
                  </a:lnTo>
                  <a:lnTo>
                    <a:pt x="32419" y="208352"/>
                  </a:lnTo>
                  <a:lnTo>
                    <a:pt x="32110" y="206069"/>
                  </a:lnTo>
                  <a:lnTo>
                    <a:pt x="31252" y="201920"/>
                  </a:lnTo>
                  <a:lnTo>
                    <a:pt x="28437" y="191576"/>
                  </a:lnTo>
                  <a:lnTo>
                    <a:pt x="27689" y="190060"/>
                  </a:lnTo>
                  <a:lnTo>
                    <a:pt x="26487" y="188321"/>
                  </a:lnTo>
                  <a:lnTo>
                    <a:pt x="25744" y="183843"/>
                  </a:lnTo>
                  <a:lnTo>
                    <a:pt x="25407" y="179825"/>
                  </a:lnTo>
                  <a:lnTo>
                    <a:pt x="23476" y="177874"/>
                  </a:lnTo>
                  <a:lnTo>
                    <a:pt x="20155" y="163398"/>
                  </a:lnTo>
                  <a:lnTo>
                    <a:pt x="18232" y="158344"/>
                  </a:lnTo>
                  <a:lnTo>
                    <a:pt x="17470" y="154940"/>
                  </a:lnTo>
                  <a:lnTo>
                    <a:pt x="15245" y="149342"/>
                  </a:lnTo>
                  <a:lnTo>
                    <a:pt x="14151" y="143777"/>
                  </a:lnTo>
                  <a:lnTo>
                    <a:pt x="11909" y="138645"/>
                  </a:lnTo>
                  <a:lnTo>
                    <a:pt x="9965" y="129741"/>
                  </a:lnTo>
                  <a:lnTo>
                    <a:pt x="6962" y="120845"/>
                  </a:lnTo>
                  <a:lnTo>
                    <a:pt x="5702" y="119304"/>
                  </a:lnTo>
                  <a:lnTo>
                    <a:pt x="2607" y="118666"/>
                  </a:lnTo>
                  <a:lnTo>
                    <a:pt x="1306" y="118014"/>
                  </a:lnTo>
                  <a:lnTo>
                    <a:pt x="108" y="119969"/>
                  </a:lnTo>
                  <a:lnTo>
                    <a:pt x="0" y="117492"/>
                  </a:lnTo>
                  <a:lnTo>
                    <a:pt x="827" y="114071"/>
                  </a:lnTo>
                  <a:lnTo>
                    <a:pt x="2019" y="106884"/>
                  </a:lnTo>
                  <a:lnTo>
                    <a:pt x="2257" y="100585"/>
                  </a:lnTo>
                  <a:lnTo>
                    <a:pt x="4128" y="81880"/>
                  </a:lnTo>
                  <a:lnTo>
                    <a:pt x="6756" y="82842"/>
                  </a:lnTo>
                  <a:lnTo>
                    <a:pt x="8921" y="83636"/>
                  </a:lnTo>
                  <a:lnTo>
                    <a:pt x="12081" y="84794"/>
                  </a:lnTo>
                  <a:lnTo>
                    <a:pt x="15352" y="85995"/>
                  </a:lnTo>
                  <a:lnTo>
                    <a:pt x="17266" y="86697"/>
                  </a:lnTo>
                  <a:lnTo>
                    <a:pt x="17920" y="86400"/>
                  </a:lnTo>
                  <a:lnTo>
                    <a:pt x="20565" y="81825"/>
                  </a:lnTo>
                  <a:lnTo>
                    <a:pt x="22950" y="77696"/>
                  </a:lnTo>
                  <a:lnTo>
                    <a:pt x="24378" y="72643"/>
                  </a:lnTo>
                  <a:lnTo>
                    <a:pt x="25761" y="67752"/>
                  </a:lnTo>
                  <a:lnTo>
                    <a:pt x="26395" y="66736"/>
                  </a:lnTo>
                  <a:lnTo>
                    <a:pt x="28515" y="65818"/>
                  </a:lnTo>
                  <a:lnTo>
                    <a:pt x="31876" y="64364"/>
                  </a:lnTo>
                  <a:lnTo>
                    <a:pt x="35205" y="62922"/>
                  </a:lnTo>
                  <a:lnTo>
                    <a:pt x="35470" y="62431"/>
                  </a:lnTo>
                  <a:lnTo>
                    <a:pt x="36246" y="58505"/>
                  </a:lnTo>
                  <a:lnTo>
                    <a:pt x="37233" y="53520"/>
                  </a:lnTo>
                  <a:lnTo>
                    <a:pt x="37435" y="52997"/>
                  </a:lnTo>
                  <a:lnTo>
                    <a:pt x="37679" y="52489"/>
                  </a:lnTo>
                  <a:lnTo>
                    <a:pt x="40063" y="49698"/>
                  </a:lnTo>
                  <a:lnTo>
                    <a:pt x="41509" y="48002"/>
                  </a:lnTo>
                  <a:lnTo>
                    <a:pt x="39447" y="43000"/>
                  </a:lnTo>
                  <a:lnTo>
                    <a:pt x="37503" y="38282"/>
                  </a:lnTo>
                  <a:lnTo>
                    <a:pt x="35326" y="32998"/>
                  </a:lnTo>
                  <a:lnTo>
                    <a:pt x="33481" y="28889"/>
                  </a:lnTo>
                  <a:lnTo>
                    <a:pt x="30714" y="22733"/>
                  </a:lnTo>
                  <a:lnTo>
                    <a:pt x="28904" y="18704"/>
                  </a:lnTo>
                  <a:lnTo>
                    <a:pt x="32076" y="16795"/>
                  </a:lnTo>
                  <a:lnTo>
                    <a:pt x="35503" y="14734"/>
                  </a:lnTo>
                  <a:lnTo>
                    <a:pt x="38964" y="12652"/>
                  </a:lnTo>
                  <a:lnTo>
                    <a:pt x="43130" y="10145"/>
                  </a:lnTo>
                  <a:lnTo>
                    <a:pt x="46388" y="8186"/>
                  </a:lnTo>
                  <a:lnTo>
                    <a:pt x="51252" y="5260"/>
                  </a:lnTo>
                  <a:lnTo>
                    <a:pt x="53630" y="3829"/>
                  </a:lnTo>
                  <a:lnTo>
                    <a:pt x="54059" y="3458"/>
                  </a:lnTo>
                  <a:lnTo>
                    <a:pt x="55889" y="0"/>
                  </a:lnTo>
                  <a:lnTo>
                    <a:pt x="58644" y="968"/>
                  </a:lnTo>
                  <a:lnTo>
                    <a:pt x="62783" y="2422"/>
                  </a:lnTo>
                  <a:lnTo>
                    <a:pt x="66778" y="3826"/>
                  </a:lnTo>
                  <a:lnTo>
                    <a:pt x="70992" y="5482"/>
                  </a:lnTo>
                  <a:lnTo>
                    <a:pt x="72344" y="6830"/>
                  </a:lnTo>
                  <a:lnTo>
                    <a:pt x="76410" y="11792"/>
                  </a:lnTo>
                  <a:lnTo>
                    <a:pt x="79051" y="15015"/>
                  </a:lnTo>
                  <a:lnTo>
                    <a:pt x="82136" y="18778"/>
                  </a:lnTo>
                  <a:lnTo>
                    <a:pt x="85994" y="23484"/>
                  </a:lnTo>
                  <a:lnTo>
                    <a:pt x="88643" y="26716"/>
                  </a:lnTo>
                  <a:lnTo>
                    <a:pt x="92032" y="30853"/>
                  </a:lnTo>
                  <a:lnTo>
                    <a:pt x="94675" y="35580"/>
                  </a:lnTo>
                  <a:lnTo>
                    <a:pt x="98022" y="41567"/>
                  </a:lnTo>
                  <a:lnTo>
                    <a:pt x="101698" y="48144"/>
                  </a:lnTo>
                  <a:lnTo>
                    <a:pt x="104726" y="53256"/>
                  </a:lnTo>
                  <a:lnTo>
                    <a:pt x="108894" y="60295"/>
                  </a:lnTo>
                  <a:lnTo>
                    <a:pt x="113002" y="67232"/>
                  </a:lnTo>
                  <a:lnTo>
                    <a:pt x="117023" y="74025"/>
                  </a:lnTo>
                  <a:lnTo>
                    <a:pt x="120245" y="79465"/>
                  </a:lnTo>
                  <a:lnTo>
                    <a:pt x="124318" y="86347"/>
                  </a:lnTo>
                  <a:lnTo>
                    <a:pt x="124635" y="86605"/>
                  </a:lnTo>
                  <a:lnTo>
                    <a:pt x="128754" y="87389"/>
                  </a:lnTo>
                  <a:lnTo>
                    <a:pt x="134290" y="88439"/>
                  </a:lnTo>
                  <a:lnTo>
                    <a:pt x="139853" y="89494"/>
                  </a:lnTo>
                  <a:lnTo>
                    <a:pt x="144872" y="90444"/>
                  </a:lnTo>
                  <a:close/>
                </a:path>
              </a:pathLst>
            </a:custGeom>
            <a:solidFill>
              <a:srgbClr val="E6F1E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0" name="pg1349"/>
            <p:cNvSpPr/>
            <p:nvPr/>
          </p:nvSpPr>
          <p:spPr>
            <a:xfrm>
              <a:off x="3633341" y="2978009"/>
              <a:ext cx="207113" cy="400000"/>
            </a:xfrm>
            <a:custGeom>
              <a:avLst/>
              <a:pathLst>
                <a:path w="207113" h="400000">
                  <a:moveTo>
                    <a:pt x="185666" y="6078"/>
                  </a:moveTo>
                  <a:lnTo>
                    <a:pt x="185804" y="12813"/>
                  </a:lnTo>
                  <a:lnTo>
                    <a:pt x="186351" y="18199"/>
                  </a:lnTo>
                  <a:lnTo>
                    <a:pt x="188254" y="25897"/>
                  </a:lnTo>
                  <a:lnTo>
                    <a:pt x="189865" y="30039"/>
                  </a:lnTo>
                  <a:lnTo>
                    <a:pt x="190444" y="32323"/>
                  </a:lnTo>
                  <a:lnTo>
                    <a:pt x="190500" y="33384"/>
                  </a:lnTo>
                  <a:lnTo>
                    <a:pt x="190427" y="34366"/>
                  </a:lnTo>
                  <a:lnTo>
                    <a:pt x="189936" y="33236"/>
                  </a:lnTo>
                  <a:lnTo>
                    <a:pt x="189111" y="32465"/>
                  </a:lnTo>
                  <a:lnTo>
                    <a:pt x="188994" y="36069"/>
                  </a:lnTo>
                  <a:lnTo>
                    <a:pt x="189188" y="38635"/>
                  </a:lnTo>
                  <a:lnTo>
                    <a:pt x="189383" y="43450"/>
                  </a:lnTo>
                  <a:lnTo>
                    <a:pt x="190060" y="48628"/>
                  </a:lnTo>
                  <a:lnTo>
                    <a:pt x="189571" y="53410"/>
                  </a:lnTo>
                  <a:lnTo>
                    <a:pt x="189636" y="61513"/>
                  </a:lnTo>
                  <a:lnTo>
                    <a:pt x="190493" y="71229"/>
                  </a:lnTo>
                  <a:lnTo>
                    <a:pt x="190318" y="77434"/>
                  </a:lnTo>
                  <a:lnTo>
                    <a:pt x="191714" y="91910"/>
                  </a:lnTo>
                  <a:lnTo>
                    <a:pt x="193068" y="99944"/>
                  </a:lnTo>
                  <a:lnTo>
                    <a:pt x="193813" y="101924"/>
                  </a:lnTo>
                  <a:lnTo>
                    <a:pt x="194649" y="102978"/>
                  </a:lnTo>
                  <a:lnTo>
                    <a:pt x="196258" y="103661"/>
                  </a:lnTo>
                  <a:lnTo>
                    <a:pt x="198628" y="107751"/>
                  </a:lnTo>
                  <a:lnTo>
                    <a:pt x="200506" y="112069"/>
                  </a:lnTo>
                  <a:lnTo>
                    <a:pt x="201173" y="114329"/>
                  </a:lnTo>
                  <a:lnTo>
                    <a:pt x="202082" y="116808"/>
                  </a:lnTo>
                  <a:lnTo>
                    <a:pt x="202704" y="116365"/>
                  </a:lnTo>
                  <a:lnTo>
                    <a:pt x="203086" y="115705"/>
                  </a:lnTo>
                  <a:lnTo>
                    <a:pt x="203700" y="117705"/>
                  </a:lnTo>
                  <a:lnTo>
                    <a:pt x="206676" y="122022"/>
                  </a:lnTo>
                  <a:lnTo>
                    <a:pt x="207113" y="124028"/>
                  </a:lnTo>
                  <a:lnTo>
                    <a:pt x="206044" y="125994"/>
                  </a:lnTo>
                  <a:lnTo>
                    <a:pt x="204806" y="129381"/>
                  </a:lnTo>
                  <a:lnTo>
                    <a:pt x="204493" y="130727"/>
                  </a:lnTo>
                  <a:lnTo>
                    <a:pt x="204350" y="131527"/>
                  </a:lnTo>
                  <a:lnTo>
                    <a:pt x="204204" y="132530"/>
                  </a:lnTo>
                  <a:lnTo>
                    <a:pt x="203879" y="133527"/>
                  </a:lnTo>
                  <a:lnTo>
                    <a:pt x="203169" y="134904"/>
                  </a:lnTo>
                  <a:lnTo>
                    <a:pt x="202891" y="135504"/>
                  </a:lnTo>
                  <a:lnTo>
                    <a:pt x="202721" y="136447"/>
                  </a:lnTo>
                  <a:lnTo>
                    <a:pt x="202295" y="137062"/>
                  </a:lnTo>
                  <a:lnTo>
                    <a:pt x="201833" y="137095"/>
                  </a:lnTo>
                  <a:lnTo>
                    <a:pt x="201425" y="137518"/>
                  </a:lnTo>
                  <a:lnTo>
                    <a:pt x="200813" y="138170"/>
                  </a:lnTo>
                  <a:lnTo>
                    <a:pt x="199905" y="137835"/>
                  </a:lnTo>
                  <a:lnTo>
                    <a:pt x="198977" y="138430"/>
                  </a:lnTo>
                  <a:lnTo>
                    <a:pt x="198637" y="139179"/>
                  </a:lnTo>
                  <a:lnTo>
                    <a:pt x="197902" y="139831"/>
                  </a:lnTo>
                  <a:lnTo>
                    <a:pt x="197165" y="139971"/>
                  </a:lnTo>
                  <a:lnTo>
                    <a:pt x="196908" y="140193"/>
                  </a:lnTo>
                  <a:lnTo>
                    <a:pt x="196211" y="141301"/>
                  </a:lnTo>
                  <a:lnTo>
                    <a:pt x="195357" y="142845"/>
                  </a:lnTo>
                  <a:lnTo>
                    <a:pt x="194360" y="143827"/>
                  </a:lnTo>
                  <a:lnTo>
                    <a:pt x="194008" y="144149"/>
                  </a:lnTo>
                  <a:lnTo>
                    <a:pt x="193548" y="145213"/>
                  </a:lnTo>
                  <a:lnTo>
                    <a:pt x="192842" y="150515"/>
                  </a:lnTo>
                  <a:lnTo>
                    <a:pt x="192325" y="151903"/>
                  </a:lnTo>
                  <a:lnTo>
                    <a:pt x="191453" y="152040"/>
                  </a:lnTo>
                  <a:lnTo>
                    <a:pt x="190323" y="152046"/>
                  </a:lnTo>
                  <a:lnTo>
                    <a:pt x="189345" y="152503"/>
                  </a:lnTo>
                  <a:lnTo>
                    <a:pt x="188012" y="151916"/>
                  </a:lnTo>
                  <a:lnTo>
                    <a:pt x="187363" y="151987"/>
                  </a:lnTo>
                  <a:lnTo>
                    <a:pt x="187194" y="153119"/>
                  </a:lnTo>
                  <a:lnTo>
                    <a:pt x="186954" y="157670"/>
                  </a:lnTo>
                  <a:lnTo>
                    <a:pt x="186990" y="159619"/>
                  </a:lnTo>
                  <a:lnTo>
                    <a:pt x="186460" y="161931"/>
                  </a:lnTo>
                  <a:lnTo>
                    <a:pt x="185868" y="164818"/>
                  </a:lnTo>
                  <a:lnTo>
                    <a:pt x="186086" y="169697"/>
                  </a:lnTo>
                  <a:lnTo>
                    <a:pt x="186189" y="174524"/>
                  </a:lnTo>
                  <a:lnTo>
                    <a:pt x="185104" y="181790"/>
                  </a:lnTo>
                  <a:lnTo>
                    <a:pt x="184951" y="183455"/>
                  </a:lnTo>
                  <a:lnTo>
                    <a:pt x="183853" y="189219"/>
                  </a:lnTo>
                  <a:lnTo>
                    <a:pt x="183294" y="191361"/>
                  </a:lnTo>
                  <a:lnTo>
                    <a:pt x="181897" y="202125"/>
                  </a:lnTo>
                  <a:lnTo>
                    <a:pt x="181351" y="205433"/>
                  </a:lnTo>
                  <a:lnTo>
                    <a:pt x="180179" y="208922"/>
                  </a:lnTo>
                  <a:lnTo>
                    <a:pt x="180443" y="214595"/>
                  </a:lnTo>
                  <a:lnTo>
                    <a:pt x="180722" y="220612"/>
                  </a:lnTo>
                  <a:lnTo>
                    <a:pt x="180988" y="226289"/>
                  </a:lnTo>
                  <a:lnTo>
                    <a:pt x="181383" y="234785"/>
                  </a:lnTo>
                  <a:lnTo>
                    <a:pt x="180391" y="242716"/>
                  </a:lnTo>
                  <a:lnTo>
                    <a:pt x="180430" y="247041"/>
                  </a:lnTo>
                  <a:lnTo>
                    <a:pt x="179733" y="253423"/>
                  </a:lnTo>
                  <a:lnTo>
                    <a:pt x="179186" y="256372"/>
                  </a:lnTo>
                  <a:lnTo>
                    <a:pt x="178699" y="258128"/>
                  </a:lnTo>
                  <a:lnTo>
                    <a:pt x="178288" y="259933"/>
                  </a:lnTo>
                  <a:lnTo>
                    <a:pt x="177531" y="263912"/>
                  </a:lnTo>
                  <a:lnTo>
                    <a:pt x="176889" y="269166"/>
                  </a:lnTo>
                  <a:lnTo>
                    <a:pt x="176605" y="274549"/>
                  </a:lnTo>
                  <a:lnTo>
                    <a:pt x="176583" y="277675"/>
                  </a:lnTo>
                  <a:lnTo>
                    <a:pt x="176458" y="279102"/>
                  </a:lnTo>
                  <a:lnTo>
                    <a:pt x="176240" y="280006"/>
                  </a:lnTo>
                  <a:lnTo>
                    <a:pt x="174760" y="280601"/>
                  </a:lnTo>
                  <a:lnTo>
                    <a:pt x="172699" y="281235"/>
                  </a:lnTo>
                  <a:lnTo>
                    <a:pt x="171588" y="281939"/>
                  </a:lnTo>
                  <a:lnTo>
                    <a:pt x="170843" y="283041"/>
                  </a:lnTo>
                  <a:lnTo>
                    <a:pt x="169929" y="285595"/>
                  </a:lnTo>
                  <a:lnTo>
                    <a:pt x="168121" y="292590"/>
                  </a:lnTo>
                  <a:lnTo>
                    <a:pt x="167173" y="296875"/>
                  </a:lnTo>
                  <a:lnTo>
                    <a:pt x="165688" y="302742"/>
                  </a:lnTo>
                  <a:lnTo>
                    <a:pt x="163959" y="306893"/>
                  </a:lnTo>
                  <a:lnTo>
                    <a:pt x="163594" y="308910"/>
                  </a:lnTo>
                  <a:lnTo>
                    <a:pt x="163309" y="312670"/>
                  </a:lnTo>
                  <a:lnTo>
                    <a:pt x="162671" y="318614"/>
                  </a:lnTo>
                  <a:lnTo>
                    <a:pt x="162089" y="322843"/>
                  </a:lnTo>
                  <a:lnTo>
                    <a:pt x="162192" y="326241"/>
                  </a:lnTo>
                  <a:lnTo>
                    <a:pt x="161646" y="332141"/>
                  </a:lnTo>
                  <a:lnTo>
                    <a:pt x="161727" y="335016"/>
                  </a:lnTo>
                  <a:lnTo>
                    <a:pt x="161121" y="336619"/>
                  </a:lnTo>
                  <a:lnTo>
                    <a:pt x="160305" y="338137"/>
                  </a:lnTo>
                  <a:lnTo>
                    <a:pt x="159751" y="338521"/>
                  </a:lnTo>
                  <a:lnTo>
                    <a:pt x="158563" y="336785"/>
                  </a:lnTo>
                  <a:lnTo>
                    <a:pt x="157659" y="335023"/>
                  </a:lnTo>
                  <a:lnTo>
                    <a:pt x="157290" y="334562"/>
                  </a:lnTo>
                  <a:lnTo>
                    <a:pt x="156502" y="335664"/>
                  </a:lnTo>
                  <a:lnTo>
                    <a:pt x="155557" y="337290"/>
                  </a:lnTo>
                  <a:lnTo>
                    <a:pt x="154477" y="341108"/>
                  </a:lnTo>
                  <a:lnTo>
                    <a:pt x="153635" y="344964"/>
                  </a:lnTo>
                  <a:lnTo>
                    <a:pt x="154118" y="353137"/>
                  </a:lnTo>
                  <a:lnTo>
                    <a:pt x="154074" y="354930"/>
                  </a:lnTo>
                  <a:lnTo>
                    <a:pt x="153830" y="356884"/>
                  </a:lnTo>
                  <a:lnTo>
                    <a:pt x="152519" y="362977"/>
                  </a:lnTo>
                  <a:lnTo>
                    <a:pt x="152196" y="364901"/>
                  </a:lnTo>
                  <a:lnTo>
                    <a:pt x="151718" y="368557"/>
                  </a:lnTo>
                  <a:lnTo>
                    <a:pt x="151212" y="374946"/>
                  </a:lnTo>
                  <a:lnTo>
                    <a:pt x="151180" y="376481"/>
                  </a:lnTo>
                  <a:lnTo>
                    <a:pt x="148812" y="376337"/>
                  </a:lnTo>
                  <a:lnTo>
                    <a:pt x="148779" y="376196"/>
                  </a:lnTo>
                  <a:lnTo>
                    <a:pt x="148738" y="376002"/>
                  </a:lnTo>
                  <a:lnTo>
                    <a:pt x="148647" y="375163"/>
                  </a:lnTo>
                  <a:lnTo>
                    <a:pt x="148601" y="373857"/>
                  </a:lnTo>
                  <a:lnTo>
                    <a:pt x="148679" y="371599"/>
                  </a:lnTo>
                  <a:lnTo>
                    <a:pt x="148937" y="368914"/>
                  </a:lnTo>
                  <a:lnTo>
                    <a:pt x="149729" y="365142"/>
                  </a:lnTo>
                  <a:lnTo>
                    <a:pt x="149770" y="364831"/>
                  </a:lnTo>
                  <a:lnTo>
                    <a:pt x="149780" y="364655"/>
                  </a:lnTo>
                  <a:lnTo>
                    <a:pt x="149780" y="364450"/>
                  </a:lnTo>
                  <a:lnTo>
                    <a:pt x="149707" y="363777"/>
                  </a:lnTo>
                  <a:lnTo>
                    <a:pt x="149615" y="363196"/>
                  </a:lnTo>
                  <a:lnTo>
                    <a:pt x="149569" y="362316"/>
                  </a:lnTo>
                  <a:lnTo>
                    <a:pt x="149707" y="360358"/>
                  </a:lnTo>
                  <a:lnTo>
                    <a:pt x="149720" y="359750"/>
                  </a:lnTo>
                  <a:lnTo>
                    <a:pt x="149701" y="358968"/>
                  </a:lnTo>
                  <a:lnTo>
                    <a:pt x="149639" y="358474"/>
                  </a:lnTo>
                  <a:lnTo>
                    <a:pt x="149086" y="355208"/>
                  </a:lnTo>
                  <a:lnTo>
                    <a:pt x="148903" y="354691"/>
                  </a:lnTo>
                  <a:lnTo>
                    <a:pt x="143558" y="344294"/>
                  </a:lnTo>
                  <a:lnTo>
                    <a:pt x="142581" y="341476"/>
                  </a:lnTo>
                  <a:lnTo>
                    <a:pt x="142476" y="341282"/>
                  </a:lnTo>
                  <a:lnTo>
                    <a:pt x="142345" y="341132"/>
                  </a:lnTo>
                  <a:lnTo>
                    <a:pt x="139631" y="338766"/>
                  </a:lnTo>
                  <a:lnTo>
                    <a:pt x="139498" y="338528"/>
                  </a:lnTo>
                  <a:lnTo>
                    <a:pt x="139515" y="338180"/>
                  </a:lnTo>
                  <a:lnTo>
                    <a:pt x="139600" y="337730"/>
                  </a:lnTo>
                  <a:lnTo>
                    <a:pt x="139926" y="336364"/>
                  </a:lnTo>
                  <a:lnTo>
                    <a:pt x="139972" y="336002"/>
                  </a:lnTo>
                  <a:lnTo>
                    <a:pt x="140018" y="335449"/>
                  </a:lnTo>
                  <a:lnTo>
                    <a:pt x="138795" y="313543"/>
                  </a:lnTo>
                  <a:lnTo>
                    <a:pt x="138798" y="313111"/>
                  </a:lnTo>
                  <a:lnTo>
                    <a:pt x="138854" y="312826"/>
                  </a:lnTo>
                  <a:lnTo>
                    <a:pt x="138900" y="312649"/>
                  </a:lnTo>
                  <a:lnTo>
                    <a:pt x="139061" y="312183"/>
                  </a:lnTo>
                  <a:lnTo>
                    <a:pt x="139202" y="311700"/>
                  </a:lnTo>
                  <a:lnTo>
                    <a:pt x="139364" y="310856"/>
                  </a:lnTo>
                  <a:lnTo>
                    <a:pt x="139404" y="310539"/>
                  </a:lnTo>
                  <a:lnTo>
                    <a:pt x="139573" y="306626"/>
                  </a:lnTo>
                  <a:lnTo>
                    <a:pt x="139560" y="303198"/>
                  </a:lnTo>
                  <a:lnTo>
                    <a:pt x="140276" y="297483"/>
                  </a:lnTo>
                  <a:lnTo>
                    <a:pt x="140353" y="295051"/>
                  </a:lnTo>
                  <a:lnTo>
                    <a:pt x="134425" y="295005"/>
                  </a:lnTo>
                  <a:lnTo>
                    <a:pt x="134420" y="295155"/>
                  </a:lnTo>
                  <a:lnTo>
                    <a:pt x="134436" y="295325"/>
                  </a:lnTo>
                  <a:lnTo>
                    <a:pt x="134444" y="295509"/>
                  </a:lnTo>
                  <a:lnTo>
                    <a:pt x="134440" y="295893"/>
                  </a:lnTo>
                  <a:lnTo>
                    <a:pt x="134393" y="296601"/>
                  </a:lnTo>
                  <a:lnTo>
                    <a:pt x="134381" y="296975"/>
                  </a:lnTo>
                  <a:lnTo>
                    <a:pt x="134387" y="297357"/>
                  </a:lnTo>
                  <a:lnTo>
                    <a:pt x="134476" y="298726"/>
                  </a:lnTo>
                  <a:lnTo>
                    <a:pt x="134631" y="299756"/>
                  </a:lnTo>
                  <a:lnTo>
                    <a:pt x="134657" y="300100"/>
                  </a:lnTo>
                  <a:lnTo>
                    <a:pt x="134664" y="300475"/>
                  </a:lnTo>
                  <a:lnTo>
                    <a:pt x="134644" y="301186"/>
                  </a:lnTo>
                  <a:lnTo>
                    <a:pt x="126445" y="301273"/>
                  </a:lnTo>
                  <a:lnTo>
                    <a:pt x="129692" y="309863"/>
                  </a:lnTo>
                  <a:lnTo>
                    <a:pt x="129730" y="310038"/>
                  </a:lnTo>
                  <a:lnTo>
                    <a:pt x="129787" y="310505"/>
                  </a:lnTo>
                  <a:lnTo>
                    <a:pt x="129810" y="310847"/>
                  </a:lnTo>
                  <a:lnTo>
                    <a:pt x="129871" y="313870"/>
                  </a:lnTo>
                  <a:lnTo>
                    <a:pt x="129697" y="318653"/>
                  </a:lnTo>
                  <a:lnTo>
                    <a:pt x="129735" y="321728"/>
                  </a:lnTo>
                  <a:lnTo>
                    <a:pt x="129924" y="323725"/>
                  </a:lnTo>
                  <a:lnTo>
                    <a:pt x="130803" y="327653"/>
                  </a:lnTo>
                  <a:lnTo>
                    <a:pt x="130746" y="328388"/>
                  </a:lnTo>
                  <a:lnTo>
                    <a:pt x="130540" y="329314"/>
                  </a:lnTo>
                  <a:lnTo>
                    <a:pt x="124727" y="340994"/>
                  </a:lnTo>
                  <a:lnTo>
                    <a:pt x="124565" y="341545"/>
                  </a:lnTo>
                  <a:lnTo>
                    <a:pt x="123756" y="346414"/>
                  </a:lnTo>
                  <a:lnTo>
                    <a:pt x="122987" y="349248"/>
                  </a:lnTo>
                  <a:lnTo>
                    <a:pt x="122645" y="350059"/>
                  </a:lnTo>
                  <a:lnTo>
                    <a:pt x="121295" y="354035"/>
                  </a:lnTo>
                  <a:lnTo>
                    <a:pt x="115989" y="366501"/>
                  </a:lnTo>
                  <a:lnTo>
                    <a:pt x="115120" y="367338"/>
                  </a:lnTo>
                  <a:lnTo>
                    <a:pt x="112477" y="367680"/>
                  </a:lnTo>
                  <a:lnTo>
                    <a:pt x="111080" y="367771"/>
                  </a:lnTo>
                  <a:lnTo>
                    <a:pt x="110920" y="367865"/>
                  </a:lnTo>
                  <a:lnTo>
                    <a:pt x="110683" y="368080"/>
                  </a:lnTo>
                  <a:lnTo>
                    <a:pt x="110537" y="368402"/>
                  </a:lnTo>
                  <a:lnTo>
                    <a:pt x="110365" y="368643"/>
                  </a:lnTo>
                  <a:lnTo>
                    <a:pt x="110195" y="368513"/>
                  </a:lnTo>
                  <a:lnTo>
                    <a:pt x="109997" y="368174"/>
                  </a:lnTo>
                  <a:lnTo>
                    <a:pt x="106730" y="361192"/>
                  </a:lnTo>
                  <a:lnTo>
                    <a:pt x="100911" y="352373"/>
                  </a:lnTo>
                  <a:lnTo>
                    <a:pt x="100355" y="353176"/>
                  </a:lnTo>
                  <a:lnTo>
                    <a:pt x="97061" y="356967"/>
                  </a:lnTo>
                  <a:lnTo>
                    <a:pt x="96381" y="357951"/>
                  </a:lnTo>
                  <a:lnTo>
                    <a:pt x="96005" y="358647"/>
                  </a:lnTo>
                  <a:lnTo>
                    <a:pt x="95986" y="362893"/>
                  </a:lnTo>
                  <a:lnTo>
                    <a:pt x="95413" y="365053"/>
                  </a:lnTo>
                  <a:lnTo>
                    <a:pt x="94373" y="367408"/>
                  </a:lnTo>
                  <a:lnTo>
                    <a:pt x="91525" y="368901"/>
                  </a:lnTo>
                  <a:lnTo>
                    <a:pt x="90044" y="370184"/>
                  </a:lnTo>
                  <a:lnTo>
                    <a:pt x="88529" y="372090"/>
                  </a:lnTo>
                  <a:lnTo>
                    <a:pt x="88282" y="372561"/>
                  </a:lnTo>
                  <a:lnTo>
                    <a:pt x="87699" y="373883"/>
                  </a:lnTo>
                  <a:lnTo>
                    <a:pt x="86553" y="376554"/>
                  </a:lnTo>
                  <a:lnTo>
                    <a:pt x="86429" y="378630"/>
                  </a:lnTo>
                  <a:lnTo>
                    <a:pt x="86616" y="380484"/>
                  </a:lnTo>
                  <a:lnTo>
                    <a:pt x="76798" y="380409"/>
                  </a:lnTo>
                  <a:lnTo>
                    <a:pt x="76148" y="378926"/>
                  </a:lnTo>
                  <a:lnTo>
                    <a:pt x="74724" y="372342"/>
                  </a:lnTo>
                  <a:lnTo>
                    <a:pt x="73724" y="372747"/>
                  </a:lnTo>
                  <a:lnTo>
                    <a:pt x="64770" y="371981"/>
                  </a:lnTo>
                  <a:lnTo>
                    <a:pt x="63491" y="372667"/>
                  </a:lnTo>
                  <a:lnTo>
                    <a:pt x="60932" y="375368"/>
                  </a:lnTo>
                  <a:lnTo>
                    <a:pt x="59643" y="375813"/>
                  </a:lnTo>
                  <a:lnTo>
                    <a:pt x="58318" y="374581"/>
                  </a:lnTo>
                  <a:lnTo>
                    <a:pt x="53607" y="361577"/>
                  </a:lnTo>
                  <a:lnTo>
                    <a:pt x="52588" y="360025"/>
                  </a:lnTo>
                  <a:lnTo>
                    <a:pt x="52218" y="359188"/>
                  </a:lnTo>
                  <a:lnTo>
                    <a:pt x="51522" y="356923"/>
                  </a:lnTo>
                  <a:lnTo>
                    <a:pt x="50517" y="355566"/>
                  </a:lnTo>
                  <a:lnTo>
                    <a:pt x="50176" y="354579"/>
                  </a:lnTo>
                  <a:lnTo>
                    <a:pt x="50069" y="353194"/>
                  </a:lnTo>
                  <a:lnTo>
                    <a:pt x="50099" y="350343"/>
                  </a:lnTo>
                  <a:lnTo>
                    <a:pt x="49765" y="348559"/>
                  </a:lnTo>
                  <a:lnTo>
                    <a:pt x="49023" y="348144"/>
                  </a:lnTo>
                  <a:lnTo>
                    <a:pt x="42694" y="351158"/>
                  </a:lnTo>
                  <a:lnTo>
                    <a:pt x="41787" y="350821"/>
                  </a:lnTo>
                  <a:lnTo>
                    <a:pt x="40458" y="351356"/>
                  </a:lnTo>
                  <a:lnTo>
                    <a:pt x="40001" y="351889"/>
                  </a:lnTo>
                  <a:lnTo>
                    <a:pt x="39466" y="353603"/>
                  </a:lnTo>
                  <a:lnTo>
                    <a:pt x="39358" y="355373"/>
                  </a:lnTo>
                  <a:lnTo>
                    <a:pt x="39375" y="357165"/>
                  </a:lnTo>
                  <a:lnTo>
                    <a:pt x="39211" y="358937"/>
                  </a:lnTo>
                  <a:lnTo>
                    <a:pt x="38729" y="360899"/>
                  </a:lnTo>
                  <a:lnTo>
                    <a:pt x="36925" y="365310"/>
                  </a:lnTo>
                  <a:lnTo>
                    <a:pt x="36525" y="367229"/>
                  </a:lnTo>
                  <a:lnTo>
                    <a:pt x="36610" y="372085"/>
                  </a:lnTo>
                  <a:lnTo>
                    <a:pt x="36492" y="374537"/>
                  </a:lnTo>
                  <a:lnTo>
                    <a:pt x="36218" y="375672"/>
                  </a:lnTo>
                  <a:lnTo>
                    <a:pt x="35432" y="377541"/>
                  </a:lnTo>
                  <a:lnTo>
                    <a:pt x="35148" y="378615"/>
                  </a:lnTo>
                  <a:lnTo>
                    <a:pt x="35015" y="380128"/>
                  </a:lnTo>
                  <a:lnTo>
                    <a:pt x="34972" y="383325"/>
                  </a:lnTo>
                  <a:lnTo>
                    <a:pt x="34832" y="384827"/>
                  </a:lnTo>
                  <a:lnTo>
                    <a:pt x="33847" y="388591"/>
                  </a:lnTo>
                  <a:lnTo>
                    <a:pt x="33615" y="389919"/>
                  </a:lnTo>
                  <a:lnTo>
                    <a:pt x="33558" y="392635"/>
                  </a:lnTo>
                  <a:lnTo>
                    <a:pt x="33399" y="393461"/>
                  </a:lnTo>
                  <a:lnTo>
                    <a:pt x="30539" y="395608"/>
                  </a:lnTo>
                  <a:lnTo>
                    <a:pt x="29470" y="396980"/>
                  </a:lnTo>
                  <a:lnTo>
                    <a:pt x="28815" y="399093"/>
                  </a:lnTo>
                  <a:lnTo>
                    <a:pt x="28653" y="400000"/>
                  </a:lnTo>
                  <a:lnTo>
                    <a:pt x="27429" y="399241"/>
                  </a:lnTo>
                  <a:lnTo>
                    <a:pt x="25872" y="398697"/>
                  </a:lnTo>
                  <a:lnTo>
                    <a:pt x="22878" y="398024"/>
                  </a:lnTo>
                  <a:lnTo>
                    <a:pt x="21692" y="397039"/>
                  </a:lnTo>
                  <a:lnTo>
                    <a:pt x="21125" y="395561"/>
                  </a:lnTo>
                  <a:lnTo>
                    <a:pt x="21305" y="391797"/>
                  </a:lnTo>
                  <a:lnTo>
                    <a:pt x="21011" y="390988"/>
                  </a:lnTo>
                  <a:lnTo>
                    <a:pt x="20530" y="390317"/>
                  </a:lnTo>
                  <a:lnTo>
                    <a:pt x="20206" y="388686"/>
                  </a:lnTo>
                  <a:lnTo>
                    <a:pt x="20273" y="386728"/>
                  </a:lnTo>
                  <a:lnTo>
                    <a:pt x="21851" y="382380"/>
                  </a:lnTo>
                  <a:lnTo>
                    <a:pt x="22179" y="380054"/>
                  </a:lnTo>
                  <a:lnTo>
                    <a:pt x="22427" y="371978"/>
                  </a:lnTo>
                  <a:lnTo>
                    <a:pt x="22593" y="369129"/>
                  </a:lnTo>
                  <a:lnTo>
                    <a:pt x="22470" y="365803"/>
                  </a:lnTo>
                  <a:lnTo>
                    <a:pt x="21221" y="359681"/>
                  </a:lnTo>
                  <a:lnTo>
                    <a:pt x="20130" y="355421"/>
                  </a:lnTo>
                  <a:lnTo>
                    <a:pt x="18349" y="349107"/>
                  </a:lnTo>
                  <a:lnTo>
                    <a:pt x="17652" y="347042"/>
                  </a:lnTo>
                  <a:lnTo>
                    <a:pt x="14055" y="338355"/>
                  </a:lnTo>
                  <a:lnTo>
                    <a:pt x="13641" y="337069"/>
                  </a:lnTo>
                  <a:lnTo>
                    <a:pt x="12768" y="333394"/>
                  </a:lnTo>
                  <a:lnTo>
                    <a:pt x="13197" y="330164"/>
                  </a:lnTo>
                  <a:lnTo>
                    <a:pt x="13726" y="325346"/>
                  </a:lnTo>
                  <a:lnTo>
                    <a:pt x="13789" y="323126"/>
                  </a:lnTo>
                  <a:lnTo>
                    <a:pt x="13541" y="320830"/>
                  </a:lnTo>
                  <a:lnTo>
                    <a:pt x="12632" y="319105"/>
                  </a:lnTo>
                  <a:lnTo>
                    <a:pt x="11822" y="318907"/>
                  </a:lnTo>
                  <a:lnTo>
                    <a:pt x="11460" y="318024"/>
                  </a:lnTo>
                  <a:lnTo>
                    <a:pt x="10761" y="316759"/>
                  </a:lnTo>
                  <a:lnTo>
                    <a:pt x="10065" y="315776"/>
                  </a:lnTo>
                  <a:lnTo>
                    <a:pt x="9450" y="313886"/>
                  </a:lnTo>
                  <a:lnTo>
                    <a:pt x="9021" y="311237"/>
                  </a:lnTo>
                  <a:lnTo>
                    <a:pt x="9324" y="301763"/>
                  </a:lnTo>
                  <a:lnTo>
                    <a:pt x="9119" y="300498"/>
                  </a:lnTo>
                  <a:lnTo>
                    <a:pt x="8200" y="300150"/>
                  </a:lnTo>
                  <a:lnTo>
                    <a:pt x="7985" y="299469"/>
                  </a:lnTo>
                  <a:lnTo>
                    <a:pt x="8023" y="297653"/>
                  </a:lnTo>
                  <a:lnTo>
                    <a:pt x="7526" y="292255"/>
                  </a:lnTo>
                  <a:lnTo>
                    <a:pt x="6971" y="287791"/>
                  </a:lnTo>
                  <a:lnTo>
                    <a:pt x="7270" y="285327"/>
                  </a:lnTo>
                  <a:lnTo>
                    <a:pt x="6503" y="281956"/>
                  </a:lnTo>
                  <a:lnTo>
                    <a:pt x="5035" y="280508"/>
                  </a:lnTo>
                  <a:lnTo>
                    <a:pt x="3651" y="280948"/>
                  </a:lnTo>
                  <a:lnTo>
                    <a:pt x="2164" y="281619"/>
                  </a:lnTo>
                  <a:lnTo>
                    <a:pt x="1268" y="281434"/>
                  </a:lnTo>
                  <a:lnTo>
                    <a:pt x="651" y="280806"/>
                  </a:lnTo>
                  <a:lnTo>
                    <a:pt x="222" y="279570"/>
                  </a:lnTo>
                  <a:lnTo>
                    <a:pt x="0" y="278113"/>
                  </a:lnTo>
                  <a:lnTo>
                    <a:pt x="203" y="275919"/>
                  </a:lnTo>
                  <a:lnTo>
                    <a:pt x="1017" y="271894"/>
                  </a:lnTo>
                  <a:lnTo>
                    <a:pt x="2035" y="268581"/>
                  </a:lnTo>
                  <a:lnTo>
                    <a:pt x="4105" y="265569"/>
                  </a:lnTo>
                  <a:lnTo>
                    <a:pt x="4656" y="263964"/>
                  </a:lnTo>
                  <a:lnTo>
                    <a:pt x="4970" y="262184"/>
                  </a:lnTo>
                  <a:lnTo>
                    <a:pt x="5026" y="260139"/>
                  </a:lnTo>
                  <a:lnTo>
                    <a:pt x="4887" y="257987"/>
                  </a:lnTo>
                  <a:lnTo>
                    <a:pt x="4652" y="256023"/>
                  </a:lnTo>
                  <a:lnTo>
                    <a:pt x="4042" y="253413"/>
                  </a:lnTo>
                  <a:lnTo>
                    <a:pt x="3483" y="250343"/>
                  </a:lnTo>
                  <a:lnTo>
                    <a:pt x="3469" y="248289"/>
                  </a:lnTo>
                  <a:lnTo>
                    <a:pt x="3738" y="246802"/>
                  </a:lnTo>
                  <a:lnTo>
                    <a:pt x="4292" y="245016"/>
                  </a:lnTo>
                  <a:lnTo>
                    <a:pt x="5390" y="243003"/>
                  </a:lnTo>
                  <a:lnTo>
                    <a:pt x="5654" y="242600"/>
                  </a:lnTo>
                  <a:lnTo>
                    <a:pt x="6343" y="241521"/>
                  </a:lnTo>
                  <a:lnTo>
                    <a:pt x="6945" y="240733"/>
                  </a:lnTo>
                  <a:lnTo>
                    <a:pt x="8448" y="238608"/>
                  </a:lnTo>
                  <a:lnTo>
                    <a:pt x="8801" y="237591"/>
                  </a:lnTo>
                  <a:lnTo>
                    <a:pt x="8674" y="236369"/>
                  </a:lnTo>
                  <a:lnTo>
                    <a:pt x="8305" y="235369"/>
                  </a:lnTo>
                  <a:lnTo>
                    <a:pt x="7700" y="233975"/>
                  </a:lnTo>
                  <a:lnTo>
                    <a:pt x="7577" y="232264"/>
                  </a:lnTo>
                  <a:lnTo>
                    <a:pt x="7400" y="229336"/>
                  </a:lnTo>
                  <a:lnTo>
                    <a:pt x="7088" y="227475"/>
                  </a:lnTo>
                  <a:lnTo>
                    <a:pt x="6864" y="226107"/>
                  </a:lnTo>
                  <a:lnTo>
                    <a:pt x="7291" y="225082"/>
                  </a:lnTo>
                  <a:lnTo>
                    <a:pt x="7928" y="223659"/>
                  </a:lnTo>
                  <a:lnTo>
                    <a:pt x="8721" y="222790"/>
                  </a:lnTo>
                  <a:lnTo>
                    <a:pt x="9952" y="222042"/>
                  </a:lnTo>
                  <a:lnTo>
                    <a:pt x="10434" y="221026"/>
                  </a:lnTo>
                  <a:lnTo>
                    <a:pt x="10576" y="219071"/>
                  </a:lnTo>
                  <a:lnTo>
                    <a:pt x="10537" y="217214"/>
                  </a:lnTo>
                  <a:lnTo>
                    <a:pt x="10978" y="215827"/>
                  </a:lnTo>
                  <a:lnTo>
                    <a:pt x="11574" y="212864"/>
                  </a:lnTo>
                  <a:lnTo>
                    <a:pt x="12054" y="211512"/>
                  </a:lnTo>
                  <a:lnTo>
                    <a:pt x="12856" y="209969"/>
                  </a:lnTo>
                  <a:lnTo>
                    <a:pt x="13660" y="208035"/>
                  </a:lnTo>
                  <a:lnTo>
                    <a:pt x="14018" y="205788"/>
                  </a:lnTo>
                  <a:lnTo>
                    <a:pt x="14119" y="203625"/>
                  </a:lnTo>
                  <a:lnTo>
                    <a:pt x="13679" y="197072"/>
                  </a:lnTo>
                  <a:lnTo>
                    <a:pt x="14608" y="194332"/>
                  </a:lnTo>
                  <a:lnTo>
                    <a:pt x="15793" y="192065"/>
                  </a:lnTo>
                  <a:lnTo>
                    <a:pt x="17499" y="192223"/>
                  </a:lnTo>
                  <a:lnTo>
                    <a:pt x="20147" y="191728"/>
                  </a:lnTo>
                  <a:lnTo>
                    <a:pt x="21948" y="190781"/>
                  </a:lnTo>
                  <a:lnTo>
                    <a:pt x="23234" y="190812"/>
                  </a:lnTo>
                  <a:lnTo>
                    <a:pt x="26169" y="192037"/>
                  </a:lnTo>
                  <a:lnTo>
                    <a:pt x="26406" y="191744"/>
                  </a:lnTo>
                  <a:lnTo>
                    <a:pt x="26475" y="191504"/>
                  </a:lnTo>
                  <a:lnTo>
                    <a:pt x="26630" y="189771"/>
                  </a:lnTo>
                  <a:lnTo>
                    <a:pt x="26629" y="185400"/>
                  </a:lnTo>
                  <a:lnTo>
                    <a:pt x="26624" y="172218"/>
                  </a:lnTo>
                  <a:lnTo>
                    <a:pt x="26619" y="159038"/>
                  </a:lnTo>
                  <a:lnTo>
                    <a:pt x="26616" y="145856"/>
                  </a:lnTo>
                  <a:lnTo>
                    <a:pt x="26611" y="132676"/>
                  </a:lnTo>
                  <a:lnTo>
                    <a:pt x="26606" y="119494"/>
                  </a:lnTo>
                  <a:lnTo>
                    <a:pt x="26601" y="106314"/>
                  </a:lnTo>
                  <a:lnTo>
                    <a:pt x="26596" y="93134"/>
                  </a:lnTo>
                  <a:lnTo>
                    <a:pt x="26592" y="79954"/>
                  </a:lnTo>
                  <a:lnTo>
                    <a:pt x="26592" y="76264"/>
                  </a:lnTo>
                  <a:lnTo>
                    <a:pt x="26592" y="72577"/>
                  </a:lnTo>
                  <a:lnTo>
                    <a:pt x="26592" y="68889"/>
                  </a:lnTo>
                  <a:lnTo>
                    <a:pt x="26592" y="65199"/>
                  </a:lnTo>
                  <a:lnTo>
                    <a:pt x="29636" y="65202"/>
                  </a:lnTo>
                  <a:lnTo>
                    <a:pt x="32680" y="65207"/>
                  </a:lnTo>
                  <a:lnTo>
                    <a:pt x="35725" y="65211"/>
                  </a:lnTo>
                  <a:lnTo>
                    <a:pt x="38922" y="65003"/>
                  </a:lnTo>
                  <a:lnTo>
                    <a:pt x="38924" y="50278"/>
                  </a:lnTo>
                  <a:lnTo>
                    <a:pt x="38927" y="35554"/>
                  </a:lnTo>
                  <a:lnTo>
                    <a:pt x="38929" y="20828"/>
                  </a:lnTo>
                  <a:lnTo>
                    <a:pt x="38931" y="6104"/>
                  </a:lnTo>
                  <a:lnTo>
                    <a:pt x="43646" y="6106"/>
                  </a:lnTo>
                  <a:lnTo>
                    <a:pt x="48360" y="6107"/>
                  </a:lnTo>
                  <a:lnTo>
                    <a:pt x="53074" y="6110"/>
                  </a:lnTo>
                  <a:lnTo>
                    <a:pt x="57788" y="6111"/>
                  </a:lnTo>
                  <a:lnTo>
                    <a:pt x="62502" y="6113"/>
                  </a:lnTo>
                  <a:lnTo>
                    <a:pt x="67217" y="6114"/>
                  </a:lnTo>
                  <a:lnTo>
                    <a:pt x="71931" y="6116"/>
                  </a:lnTo>
                  <a:lnTo>
                    <a:pt x="76644" y="6118"/>
                  </a:lnTo>
                  <a:lnTo>
                    <a:pt x="81359" y="6120"/>
                  </a:lnTo>
                  <a:lnTo>
                    <a:pt x="86073" y="6121"/>
                  </a:lnTo>
                  <a:lnTo>
                    <a:pt x="90786" y="6123"/>
                  </a:lnTo>
                  <a:lnTo>
                    <a:pt x="95501" y="6126"/>
                  </a:lnTo>
                  <a:lnTo>
                    <a:pt x="100216" y="6126"/>
                  </a:lnTo>
                  <a:lnTo>
                    <a:pt x="104929" y="6129"/>
                  </a:lnTo>
                  <a:lnTo>
                    <a:pt x="109643" y="6132"/>
                  </a:lnTo>
                  <a:lnTo>
                    <a:pt x="114357" y="6133"/>
                  </a:lnTo>
                  <a:lnTo>
                    <a:pt x="115795" y="6133"/>
                  </a:lnTo>
                  <a:lnTo>
                    <a:pt x="116430" y="5914"/>
                  </a:lnTo>
                  <a:lnTo>
                    <a:pt x="117637" y="408"/>
                  </a:lnTo>
                  <a:lnTo>
                    <a:pt x="118153" y="0"/>
                  </a:lnTo>
                  <a:lnTo>
                    <a:pt x="118943" y="323"/>
                  </a:lnTo>
                  <a:lnTo>
                    <a:pt x="119213" y="1614"/>
                  </a:lnTo>
                  <a:lnTo>
                    <a:pt x="118969" y="3480"/>
                  </a:lnTo>
                  <a:lnTo>
                    <a:pt x="118575" y="6104"/>
                  </a:lnTo>
                  <a:lnTo>
                    <a:pt x="120885" y="6104"/>
                  </a:lnTo>
                  <a:lnTo>
                    <a:pt x="124934" y="6103"/>
                  </a:lnTo>
                  <a:lnTo>
                    <a:pt x="128982" y="6100"/>
                  </a:lnTo>
                  <a:lnTo>
                    <a:pt x="133032" y="6100"/>
                  </a:lnTo>
                  <a:lnTo>
                    <a:pt x="137080" y="6097"/>
                  </a:lnTo>
                  <a:lnTo>
                    <a:pt x="141129" y="6095"/>
                  </a:lnTo>
                  <a:lnTo>
                    <a:pt x="145178" y="6094"/>
                  </a:lnTo>
                  <a:lnTo>
                    <a:pt x="149227" y="6093"/>
                  </a:lnTo>
                  <a:lnTo>
                    <a:pt x="153275" y="6091"/>
                  </a:lnTo>
                  <a:lnTo>
                    <a:pt x="157324" y="6090"/>
                  </a:lnTo>
                  <a:lnTo>
                    <a:pt x="161373" y="6088"/>
                  </a:lnTo>
                  <a:lnTo>
                    <a:pt x="165422" y="6087"/>
                  </a:lnTo>
                  <a:lnTo>
                    <a:pt x="169471" y="6085"/>
                  </a:lnTo>
                  <a:lnTo>
                    <a:pt x="173519" y="6084"/>
                  </a:lnTo>
                  <a:lnTo>
                    <a:pt x="177569" y="6082"/>
                  </a:lnTo>
                  <a:lnTo>
                    <a:pt x="181617" y="6081"/>
                  </a:lnTo>
                  <a:close/>
                </a:path>
              </a:pathLst>
            </a:custGeom>
            <a:solidFill>
              <a:srgbClr val="FFF0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1" name="pg1350"/>
            <p:cNvSpPr/>
            <p:nvPr/>
          </p:nvSpPr>
          <p:spPr>
            <a:xfrm>
              <a:off x="3661995" y="3272889"/>
              <a:ext cx="137231" cy="258033"/>
            </a:xfrm>
            <a:custGeom>
              <a:avLst/>
              <a:pathLst>
                <a:path w="137231" h="258033">
                  <a:moveTo>
                    <a:pt x="122543" y="81601"/>
                  </a:moveTo>
                  <a:lnTo>
                    <a:pt x="122531" y="82799"/>
                  </a:lnTo>
                  <a:lnTo>
                    <a:pt x="122623" y="88782"/>
                  </a:lnTo>
                  <a:lnTo>
                    <a:pt x="122702" y="94020"/>
                  </a:lnTo>
                  <a:lnTo>
                    <a:pt x="122833" y="102571"/>
                  </a:lnTo>
                  <a:lnTo>
                    <a:pt x="122835" y="104802"/>
                  </a:lnTo>
                  <a:lnTo>
                    <a:pt x="122746" y="107584"/>
                  </a:lnTo>
                  <a:lnTo>
                    <a:pt x="122477" y="108676"/>
                  </a:lnTo>
                  <a:lnTo>
                    <a:pt x="121823" y="110247"/>
                  </a:lnTo>
                  <a:lnTo>
                    <a:pt x="121003" y="111683"/>
                  </a:lnTo>
                  <a:lnTo>
                    <a:pt x="118927" y="112049"/>
                  </a:lnTo>
                  <a:lnTo>
                    <a:pt x="117196" y="112006"/>
                  </a:lnTo>
                  <a:lnTo>
                    <a:pt x="115969" y="111686"/>
                  </a:lnTo>
                  <a:lnTo>
                    <a:pt x="114291" y="111557"/>
                  </a:lnTo>
                  <a:lnTo>
                    <a:pt x="112708" y="111867"/>
                  </a:lnTo>
                  <a:lnTo>
                    <a:pt x="112130" y="113075"/>
                  </a:lnTo>
                  <a:lnTo>
                    <a:pt x="111278" y="117369"/>
                  </a:lnTo>
                  <a:lnTo>
                    <a:pt x="110044" y="123592"/>
                  </a:lnTo>
                  <a:lnTo>
                    <a:pt x="109395" y="126221"/>
                  </a:lnTo>
                  <a:lnTo>
                    <a:pt x="109226" y="127757"/>
                  </a:lnTo>
                  <a:lnTo>
                    <a:pt x="109420" y="128672"/>
                  </a:lnTo>
                  <a:lnTo>
                    <a:pt x="110236" y="129997"/>
                  </a:lnTo>
                  <a:lnTo>
                    <a:pt x="112028" y="131861"/>
                  </a:lnTo>
                  <a:lnTo>
                    <a:pt x="114080" y="132951"/>
                  </a:lnTo>
                  <a:lnTo>
                    <a:pt x="115611" y="133423"/>
                  </a:lnTo>
                  <a:lnTo>
                    <a:pt x="116655" y="133935"/>
                  </a:lnTo>
                  <a:lnTo>
                    <a:pt x="117459" y="134510"/>
                  </a:lnTo>
                  <a:lnTo>
                    <a:pt x="120375" y="139281"/>
                  </a:lnTo>
                  <a:lnTo>
                    <a:pt x="121307" y="141496"/>
                  </a:lnTo>
                  <a:lnTo>
                    <a:pt x="121831" y="143464"/>
                  </a:lnTo>
                  <a:lnTo>
                    <a:pt x="121952" y="145562"/>
                  </a:lnTo>
                  <a:lnTo>
                    <a:pt x="122372" y="147667"/>
                  </a:lnTo>
                  <a:lnTo>
                    <a:pt x="124052" y="151838"/>
                  </a:lnTo>
                  <a:lnTo>
                    <a:pt x="125026" y="154253"/>
                  </a:lnTo>
                  <a:lnTo>
                    <a:pt x="127556" y="157340"/>
                  </a:lnTo>
                  <a:lnTo>
                    <a:pt x="128524" y="160843"/>
                  </a:lnTo>
                  <a:lnTo>
                    <a:pt x="129462" y="162547"/>
                  </a:lnTo>
                  <a:lnTo>
                    <a:pt x="130349" y="164375"/>
                  </a:lnTo>
                  <a:lnTo>
                    <a:pt x="130824" y="167106"/>
                  </a:lnTo>
                  <a:lnTo>
                    <a:pt x="131921" y="175017"/>
                  </a:lnTo>
                  <a:lnTo>
                    <a:pt x="132659" y="179164"/>
                  </a:lnTo>
                  <a:lnTo>
                    <a:pt x="133413" y="182554"/>
                  </a:lnTo>
                  <a:lnTo>
                    <a:pt x="133717" y="188073"/>
                  </a:lnTo>
                  <a:lnTo>
                    <a:pt x="134313" y="190537"/>
                  </a:lnTo>
                  <a:lnTo>
                    <a:pt x="134930" y="193544"/>
                  </a:lnTo>
                  <a:lnTo>
                    <a:pt x="135948" y="196261"/>
                  </a:lnTo>
                  <a:lnTo>
                    <a:pt x="137034" y="198334"/>
                  </a:lnTo>
                  <a:lnTo>
                    <a:pt x="137231" y="198889"/>
                  </a:lnTo>
                  <a:lnTo>
                    <a:pt x="134961" y="204220"/>
                  </a:lnTo>
                  <a:lnTo>
                    <a:pt x="132418" y="210197"/>
                  </a:lnTo>
                  <a:lnTo>
                    <a:pt x="129475" y="217114"/>
                  </a:lnTo>
                  <a:lnTo>
                    <a:pt x="126271" y="224644"/>
                  </a:lnTo>
                  <a:lnTo>
                    <a:pt x="123762" y="230600"/>
                  </a:lnTo>
                  <a:lnTo>
                    <a:pt x="121284" y="236477"/>
                  </a:lnTo>
                  <a:lnTo>
                    <a:pt x="118391" y="243420"/>
                  </a:lnTo>
                  <a:lnTo>
                    <a:pt x="116254" y="248548"/>
                  </a:lnTo>
                  <a:lnTo>
                    <a:pt x="115897" y="249275"/>
                  </a:lnTo>
                  <a:lnTo>
                    <a:pt x="115278" y="250221"/>
                  </a:lnTo>
                  <a:lnTo>
                    <a:pt x="113241" y="250243"/>
                  </a:lnTo>
                  <a:lnTo>
                    <a:pt x="111141" y="249641"/>
                  </a:lnTo>
                  <a:lnTo>
                    <a:pt x="109206" y="246525"/>
                  </a:lnTo>
                  <a:lnTo>
                    <a:pt x="107241" y="248939"/>
                  </a:lnTo>
                  <a:lnTo>
                    <a:pt x="105995" y="249700"/>
                  </a:lnTo>
                  <a:lnTo>
                    <a:pt x="105253" y="249982"/>
                  </a:lnTo>
                  <a:lnTo>
                    <a:pt x="103499" y="250373"/>
                  </a:lnTo>
                  <a:lnTo>
                    <a:pt x="101043" y="251666"/>
                  </a:lnTo>
                  <a:lnTo>
                    <a:pt x="99929" y="253287"/>
                  </a:lnTo>
                  <a:lnTo>
                    <a:pt x="99327" y="254573"/>
                  </a:lnTo>
                  <a:lnTo>
                    <a:pt x="98828" y="256930"/>
                  </a:lnTo>
                  <a:lnTo>
                    <a:pt x="98577" y="257176"/>
                  </a:lnTo>
                  <a:lnTo>
                    <a:pt x="98126" y="256896"/>
                  </a:lnTo>
                  <a:lnTo>
                    <a:pt x="97495" y="255951"/>
                  </a:lnTo>
                  <a:lnTo>
                    <a:pt x="96181" y="254580"/>
                  </a:lnTo>
                  <a:lnTo>
                    <a:pt x="95521" y="251580"/>
                  </a:lnTo>
                  <a:lnTo>
                    <a:pt x="94909" y="249767"/>
                  </a:lnTo>
                  <a:lnTo>
                    <a:pt x="94408" y="248816"/>
                  </a:lnTo>
                  <a:lnTo>
                    <a:pt x="92320" y="251806"/>
                  </a:lnTo>
                  <a:lnTo>
                    <a:pt x="91312" y="252511"/>
                  </a:lnTo>
                  <a:lnTo>
                    <a:pt x="90483" y="252426"/>
                  </a:lnTo>
                  <a:lnTo>
                    <a:pt x="88970" y="250738"/>
                  </a:lnTo>
                  <a:lnTo>
                    <a:pt x="87299" y="249309"/>
                  </a:lnTo>
                  <a:lnTo>
                    <a:pt x="86440" y="249320"/>
                  </a:lnTo>
                  <a:lnTo>
                    <a:pt x="85153" y="251110"/>
                  </a:lnTo>
                  <a:lnTo>
                    <a:pt x="83689" y="253797"/>
                  </a:lnTo>
                  <a:lnTo>
                    <a:pt x="82933" y="256454"/>
                  </a:lnTo>
                  <a:lnTo>
                    <a:pt x="82568" y="258033"/>
                  </a:lnTo>
                  <a:lnTo>
                    <a:pt x="82300" y="256773"/>
                  </a:lnTo>
                  <a:lnTo>
                    <a:pt x="82054" y="255597"/>
                  </a:lnTo>
                  <a:lnTo>
                    <a:pt x="81564" y="254088"/>
                  </a:lnTo>
                  <a:lnTo>
                    <a:pt x="80857" y="253501"/>
                  </a:lnTo>
                  <a:lnTo>
                    <a:pt x="80212" y="253795"/>
                  </a:lnTo>
                  <a:lnTo>
                    <a:pt x="79460" y="254088"/>
                  </a:lnTo>
                  <a:lnTo>
                    <a:pt x="79123" y="253244"/>
                  </a:lnTo>
                  <a:lnTo>
                    <a:pt x="79050" y="251171"/>
                  </a:lnTo>
                  <a:lnTo>
                    <a:pt x="78845" y="249272"/>
                  </a:lnTo>
                  <a:lnTo>
                    <a:pt x="78492" y="247839"/>
                  </a:lnTo>
                  <a:lnTo>
                    <a:pt x="77411" y="246415"/>
                  </a:lnTo>
                  <a:lnTo>
                    <a:pt x="74625" y="243518"/>
                  </a:lnTo>
                  <a:lnTo>
                    <a:pt x="72484" y="237735"/>
                  </a:lnTo>
                  <a:lnTo>
                    <a:pt x="71405" y="235050"/>
                  </a:lnTo>
                  <a:lnTo>
                    <a:pt x="70618" y="233317"/>
                  </a:lnTo>
                  <a:lnTo>
                    <a:pt x="69504" y="228772"/>
                  </a:lnTo>
                  <a:lnTo>
                    <a:pt x="68232" y="225641"/>
                  </a:lnTo>
                  <a:lnTo>
                    <a:pt x="66692" y="224190"/>
                  </a:lnTo>
                  <a:lnTo>
                    <a:pt x="65675" y="224906"/>
                  </a:lnTo>
                  <a:lnTo>
                    <a:pt x="64629" y="228257"/>
                  </a:lnTo>
                  <a:lnTo>
                    <a:pt x="62655" y="231404"/>
                  </a:lnTo>
                  <a:lnTo>
                    <a:pt x="61749" y="231514"/>
                  </a:lnTo>
                  <a:lnTo>
                    <a:pt x="60589" y="229807"/>
                  </a:lnTo>
                  <a:lnTo>
                    <a:pt x="59132" y="228592"/>
                  </a:lnTo>
                  <a:lnTo>
                    <a:pt x="56512" y="228062"/>
                  </a:lnTo>
                  <a:lnTo>
                    <a:pt x="55432" y="229554"/>
                  </a:lnTo>
                  <a:lnTo>
                    <a:pt x="54016" y="231967"/>
                  </a:lnTo>
                  <a:lnTo>
                    <a:pt x="52816" y="233405"/>
                  </a:lnTo>
                  <a:lnTo>
                    <a:pt x="52071" y="233568"/>
                  </a:lnTo>
                  <a:lnTo>
                    <a:pt x="51378" y="232995"/>
                  </a:lnTo>
                  <a:lnTo>
                    <a:pt x="50592" y="232685"/>
                  </a:lnTo>
                  <a:lnTo>
                    <a:pt x="49911" y="232635"/>
                  </a:lnTo>
                  <a:lnTo>
                    <a:pt x="48510" y="230432"/>
                  </a:lnTo>
                  <a:lnTo>
                    <a:pt x="47785" y="228818"/>
                  </a:lnTo>
                  <a:lnTo>
                    <a:pt x="47302" y="227262"/>
                  </a:lnTo>
                  <a:lnTo>
                    <a:pt x="46511" y="226203"/>
                  </a:lnTo>
                  <a:lnTo>
                    <a:pt x="45586" y="225321"/>
                  </a:lnTo>
                  <a:lnTo>
                    <a:pt x="44925" y="223935"/>
                  </a:lnTo>
                  <a:lnTo>
                    <a:pt x="44596" y="222205"/>
                  </a:lnTo>
                  <a:lnTo>
                    <a:pt x="44076" y="219986"/>
                  </a:lnTo>
                  <a:lnTo>
                    <a:pt x="43396" y="217986"/>
                  </a:lnTo>
                  <a:lnTo>
                    <a:pt x="41260" y="214393"/>
                  </a:lnTo>
                  <a:lnTo>
                    <a:pt x="40621" y="212277"/>
                  </a:lnTo>
                  <a:lnTo>
                    <a:pt x="40177" y="210209"/>
                  </a:lnTo>
                  <a:lnTo>
                    <a:pt x="39303" y="207929"/>
                  </a:lnTo>
                  <a:lnTo>
                    <a:pt x="38369" y="204876"/>
                  </a:lnTo>
                  <a:lnTo>
                    <a:pt x="38070" y="200411"/>
                  </a:lnTo>
                  <a:lnTo>
                    <a:pt x="38028" y="196814"/>
                  </a:lnTo>
                  <a:lnTo>
                    <a:pt x="37834" y="195150"/>
                  </a:lnTo>
                  <a:lnTo>
                    <a:pt x="37437" y="193485"/>
                  </a:lnTo>
                  <a:lnTo>
                    <a:pt x="36977" y="192073"/>
                  </a:lnTo>
                  <a:lnTo>
                    <a:pt x="36230" y="190480"/>
                  </a:lnTo>
                  <a:lnTo>
                    <a:pt x="34488" y="188173"/>
                  </a:lnTo>
                  <a:lnTo>
                    <a:pt x="32689" y="185496"/>
                  </a:lnTo>
                  <a:lnTo>
                    <a:pt x="31824" y="183938"/>
                  </a:lnTo>
                  <a:lnTo>
                    <a:pt x="30186" y="183368"/>
                  </a:lnTo>
                  <a:lnTo>
                    <a:pt x="29207" y="181840"/>
                  </a:lnTo>
                  <a:lnTo>
                    <a:pt x="28382" y="178478"/>
                  </a:lnTo>
                  <a:lnTo>
                    <a:pt x="28050" y="175785"/>
                  </a:lnTo>
                  <a:lnTo>
                    <a:pt x="27221" y="173694"/>
                  </a:lnTo>
                  <a:lnTo>
                    <a:pt x="26866" y="172178"/>
                  </a:lnTo>
                  <a:lnTo>
                    <a:pt x="26669" y="170432"/>
                  </a:lnTo>
                  <a:lnTo>
                    <a:pt x="27325" y="165113"/>
                  </a:lnTo>
                  <a:lnTo>
                    <a:pt x="26372" y="163231"/>
                  </a:lnTo>
                  <a:lnTo>
                    <a:pt x="24950" y="160786"/>
                  </a:lnTo>
                  <a:lnTo>
                    <a:pt x="23933" y="158116"/>
                  </a:lnTo>
                  <a:lnTo>
                    <a:pt x="23311" y="155660"/>
                  </a:lnTo>
                  <a:lnTo>
                    <a:pt x="21491" y="152418"/>
                  </a:lnTo>
                  <a:lnTo>
                    <a:pt x="17513" y="147579"/>
                  </a:lnTo>
                  <a:lnTo>
                    <a:pt x="15218" y="144485"/>
                  </a:lnTo>
                  <a:lnTo>
                    <a:pt x="13963" y="141705"/>
                  </a:lnTo>
                  <a:lnTo>
                    <a:pt x="12867" y="138991"/>
                  </a:lnTo>
                  <a:lnTo>
                    <a:pt x="12759" y="137871"/>
                  </a:lnTo>
                  <a:lnTo>
                    <a:pt x="13466" y="135160"/>
                  </a:lnTo>
                  <a:lnTo>
                    <a:pt x="13573" y="132927"/>
                  </a:lnTo>
                  <a:lnTo>
                    <a:pt x="12994" y="130464"/>
                  </a:lnTo>
                  <a:lnTo>
                    <a:pt x="10610" y="125827"/>
                  </a:lnTo>
                  <a:lnTo>
                    <a:pt x="8711" y="120724"/>
                  </a:lnTo>
                  <a:lnTo>
                    <a:pt x="7272" y="119128"/>
                  </a:lnTo>
                  <a:lnTo>
                    <a:pt x="3809" y="117712"/>
                  </a:lnTo>
                  <a:lnTo>
                    <a:pt x="2815" y="117151"/>
                  </a:lnTo>
                  <a:lnTo>
                    <a:pt x="1777" y="116177"/>
                  </a:lnTo>
                  <a:lnTo>
                    <a:pt x="753" y="113880"/>
                  </a:lnTo>
                  <a:lnTo>
                    <a:pt x="402" y="111162"/>
                  </a:lnTo>
                  <a:lnTo>
                    <a:pt x="907" y="106815"/>
                  </a:lnTo>
                  <a:lnTo>
                    <a:pt x="585" y="105482"/>
                  </a:lnTo>
                  <a:lnTo>
                    <a:pt x="0" y="105119"/>
                  </a:lnTo>
                  <a:lnTo>
                    <a:pt x="161" y="104213"/>
                  </a:lnTo>
                  <a:lnTo>
                    <a:pt x="817" y="102100"/>
                  </a:lnTo>
                  <a:lnTo>
                    <a:pt x="1885" y="100727"/>
                  </a:lnTo>
                  <a:lnTo>
                    <a:pt x="4745" y="98581"/>
                  </a:lnTo>
                  <a:lnTo>
                    <a:pt x="4904" y="97755"/>
                  </a:lnTo>
                  <a:lnTo>
                    <a:pt x="4961" y="95038"/>
                  </a:lnTo>
                  <a:lnTo>
                    <a:pt x="5193" y="93711"/>
                  </a:lnTo>
                  <a:lnTo>
                    <a:pt x="6178" y="89947"/>
                  </a:lnTo>
                  <a:lnTo>
                    <a:pt x="6318" y="88445"/>
                  </a:lnTo>
                  <a:lnTo>
                    <a:pt x="6361" y="85247"/>
                  </a:lnTo>
                  <a:lnTo>
                    <a:pt x="6494" y="83735"/>
                  </a:lnTo>
                  <a:lnTo>
                    <a:pt x="6778" y="82660"/>
                  </a:lnTo>
                  <a:lnTo>
                    <a:pt x="7564" y="80792"/>
                  </a:lnTo>
                  <a:lnTo>
                    <a:pt x="7838" y="79656"/>
                  </a:lnTo>
                  <a:lnTo>
                    <a:pt x="7957" y="77205"/>
                  </a:lnTo>
                  <a:lnTo>
                    <a:pt x="7871" y="72348"/>
                  </a:lnTo>
                  <a:lnTo>
                    <a:pt x="8271" y="70430"/>
                  </a:lnTo>
                  <a:lnTo>
                    <a:pt x="10075" y="66019"/>
                  </a:lnTo>
                  <a:lnTo>
                    <a:pt x="10557" y="64057"/>
                  </a:lnTo>
                  <a:lnTo>
                    <a:pt x="10721" y="62285"/>
                  </a:lnTo>
                  <a:lnTo>
                    <a:pt x="10704" y="60493"/>
                  </a:lnTo>
                  <a:lnTo>
                    <a:pt x="10812" y="58722"/>
                  </a:lnTo>
                  <a:lnTo>
                    <a:pt x="11348" y="57008"/>
                  </a:lnTo>
                  <a:lnTo>
                    <a:pt x="11804" y="56476"/>
                  </a:lnTo>
                  <a:lnTo>
                    <a:pt x="13133" y="55941"/>
                  </a:lnTo>
                  <a:lnTo>
                    <a:pt x="14040" y="56278"/>
                  </a:lnTo>
                  <a:lnTo>
                    <a:pt x="20369" y="53264"/>
                  </a:lnTo>
                  <a:lnTo>
                    <a:pt x="21111" y="53678"/>
                  </a:lnTo>
                  <a:lnTo>
                    <a:pt x="21445" y="55463"/>
                  </a:lnTo>
                  <a:lnTo>
                    <a:pt x="21415" y="58314"/>
                  </a:lnTo>
                  <a:lnTo>
                    <a:pt x="21522" y="59699"/>
                  </a:lnTo>
                  <a:lnTo>
                    <a:pt x="21863" y="60686"/>
                  </a:lnTo>
                  <a:lnTo>
                    <a:pt x="22868" y="62042"/>
                  </a:lnTo>
                  <a:lnTo>
                    <a:pt x="23564" y="64308"/>
                  </a:lnTo>
                  <a:lnTo>
                    <a:pt x="23934" y="65144"/>
                  </a:lnTo>
                  <a:lnTo>
                    <a:pt x="24953" y="66697"/>
                  </a:lnTo>
                  <a:lnTo>
                    <a:pt x="29664" y="79701"/>
                  </a:lnTo>
                  <a:lnTo>
                    <a:pt x="30989" y="80933"/>
                  </a:lnTo>
                  <a:lnTo>
                    <a:pt x="32278" y="80487"/>
                  </a:lnTo>
                  <a:lnTo>
                    <a:pt x="34837" y="77787"/>
                  </a:lnTo>
                  <a:lnTo>
                    <a:pt x="36116" y="77101"/>
                  </a:lnTo>
                  <a:lnTo>
                    <a:pt x="45070" y="77867"/>
                  </a:lnTo>
                  <a:lnTo>
                    <a:pt x="46132" y="77520"/>
                  </a:lnTo>
                  <a:lnTo>
                    <a:pt x="47495" y="84045"/>
                  </a:lnTo>
                  <a:lnTo>
                    <a:pt x="48144" y="85529"/>
                  </a:lnTo>
                  <a:lnTo>
                    <a:pt x="57962" y="85604"/>
                  </a:lnTo>
                  <a:lnTo>
                    <a:pt x="57775" y="83750"/>
                  </a:lnTo>
                  <a:lnTo>
                    <a:pt x="57899" y="81673"/>
                  </a:lnTo>
                  <a:lnTo>
                    <a:pt x="59045" y="79003"/>
                  </a:lnTo>
                  <a:lnTo>
                    <a:pt x="59628" y="77687"/>
                  </a:lnTo>
                  <a:lnTo>
                    <a:pt x="59875" y="77209"/>
                  </a:lnTo>
                  <a:lnTo>
                    <a:pt x="61390" y="75303"/>
                  </a:lnTo>
                  <a:lnTo>
                    <a:pt x="62871" y="74021"/>
                  </a:lnTo>
                  <a:lnTo>
                    <a:pt x="65719" y="72527"/>
                  </a:lnTo>
                  <a:lnTo>
                    <a:pt x="66759" y="70173"/>
                  </a:lnTo>
                  <a:lnTo>
                    <a:pt x="67332" y="68013"/>
                  </a:lnTo>
                  <a:lnTo>
                    <a:pt x="67352" y="63767"/>
                  </a:lnTo>
                  <a:lnTo>
                    <a:pt x="67728" y="63071"/>
                  </a:lnTo>
                  <a:lnTo>
                    <a:pt x="68407" y="62087"/>
                  </a:lnTo>
                  <a:lnTo>
                    <a:pt x="71701" y="58295"/>
                  </a:lnTo>
                  <a:lnTo>
                    <a:pt x="72257" y="57493"/>
                  </a:lnTo>
                  <a:lnTo>
                    <a:pt x="78077" y="66312"/>
                  </a:lnTo>
                  <a:lnTo>
                    <a:pt x="81343" y="73294"/>
                  </a:lnTo>
                  <a:lnTo>
                    <a:pt x="81541" y="73633"/>
                  </a:lnTo>
                  <a:lnTo>
                    <a:pt x="81711" y="73762"/>
                  </a:lnTo>
                  <a:lnTo>
                    <a:pt x="81883" y="73521"/>
                  </a:lnTo>
                  <a:lnTo>
                    <a:pt x="82029" y="73200"/>
                  </a:lnTo>
                  <a:lnTo>
                    <a:pt x="82267" y="72985"/>
                  </a:lnTo>
                  <a:lnTo>
                    <a:pt x="82426" y="72891"/>
                  </a:lnTo>
                  <a:lnTo>
                    <a:pt x="83824" y="72800"/>
                  </a:lnTo>
                  <a:lnTo>
                    <a:pt x="86466" y="72458"/>
                  </a:lnTo>
                  <a:lnTo>
                    <a:pt x="87335" y="71621"/>
                  </a:lnTo>
                  <a:lnTo>
                    <a:pt x="92641" y="59155"/>
                  </a:lnTo>
                  <a:lnTo>
                    <a:pt x="93991" y="55179"/>
                  </a:lnTo>
                  <a:lnTo>
                    <a:pt x="94333" y="54368"/>
                  </a:lnTo>
                  <a:lnTo>
                    <a:pt x="95102" y="51534"/>
                  </a:lnTo>
                  <a:lnTo>
                    <a:pt x="95911" y="46665"/>
                  </a:lnTo>
                  <a:lnTo>
                    <a:pt x="96073" y="46114"/>
                  </a:lnTo>
                  <a:lnTo>
                    <a:pt x="101886" y="34434"/>
                  </a:lnTo>
                  <a:lnTo>
                    <a:pt x="102092" y="33508"/>
                  </a:lnTo>
                  <a:lnTo>
                    <a:pt x="102149" y="32773"/>
                  </a:lnTo>
                  <a:lnTo>
                    <a:pt x="101270" y="28844"/>
                  </a:lnTo>
                  <a:lnTo>
                    <a:pt x="101081" y="26848"/>
                  </a:lnTo>
                  <a:lnTo>
                    <a:pt x="101043" y="23773"/>
                  </a:lnTo>
                  <a:lnTo>
                    <a:pt x="101217" y="18990"/>
                  </a:lnTo>
                  <a:lnTo>
                    <a:pt x="101156" y="15967"/>
                  </a:lnTo>
                  <a:lnTo>
                    <a:pt x="101133" y="15625"/>
                  </a:lnTo>
                  <a:lnTo>
                    <a:pt x="101076" y="15158"/>
                  </a:lnTo>
                  <a:lnTo>
                    <a:pt x="101038" y="14983"/>
                  </a:lnTo>
                  <a:lnTo>
                    <a:pt x="97791" y="6393"/>
                  </a:lnTo>
                  <a:lnTo>
                    <a:pt x="105991" y="6306"/>
                  </a:lnTo>
                  <a:lnTo>
                    <a:pt x="106010" y="5595"/>
                  </a:lnTo>
                  <a:lnTo>
                    <a:pt x="106003" y="5220"/>
                  </a:lnTo>
                  <a:lnTo>
                    <a:pt x="105977" y="4876"/>
                  </a:lnTo>
                  <a:lnTo>
                    <a:pt x="105822" y="3846"/>
                  </a:lnTo>
                  <a:lnTo>
                    <a:pt x="105733" y="2477"/>
                  </a:lnTo>
                  <a:lnTo>
                    <a:pt x="105727" y="2094"/>
                  </a:lnTo>
                  <a:lnTo>
                    <a:pt x="105739" y="1721"/>
                  </a:lnTo>
                  <a:lnTo>
                    <a:pt x="105786" y="1012"/>
                  </a:lnTo>
                  <a:lnTo>
                    <a:pt x="105791" y="629"/>
                  </a:lnTo>
                  <a:lnTo>
                    <a:pt x="105782" y="445"/>
                  </a:lnTo>
                  <a:lnTo>
                    <a:pt x="105766" y="275"/>
                  </a:lnTo>
                  <a:lnTo>
                    <a:pt x="105807" y="0"/>
                  </a:lnTo>
                  <a:lnTo>
                    <a:pt x="111699" y="171"/>
                  </a:lnTo>
                  <a:lnTo>
                    <a:pt x="111622" y="2602"/>
                  </a:lnTo>
                  <a:lnTo>
                    <a:pt x="110906" y="8317"/>
                  </a:lnTo>
                  <a:lnTo>
                    <a:pt x="110919" y="11746"/>
                  </a:lnTo>
                  <a:lnTo>
                    <a:pt x="110751" y="15658"/>
                  </a:lnTo>
                  <a:lnTo>
                    <a:pt x="110710" y="15976"/>
                  </a:lnTo>
                  <a:lnTo>
                    <a:pt x="110548" y="16820"/>
                  </a:lnTo>
                  <a:lnTo>
                    <a:pt x="110407" y="17303"/>
                  </a:lnTo>
                  <a:lnTo>
                    <a:pt x="110246" y="17769"/>
                  </a:lnTo>
                  <a:lnTo>
                    <a:pt x="110200" y="17945"/>
                  </a:lnTo>
                  <a:lnTo>
                    <a:pt x="110144" y="18231"/>
                  </a:lnTo>
                  <a:lnTo>
                    <a:pt x="110141" y="18662"/>
                  </a:lnTo>
                  <a:lnTo>
                    <a:pt x="111364" y="40569"/>
                  </a:lnTo>
                  <a:lnTo>
                    <a:pt x="111318" y="41121"/>
                  </a:lnTo>
                  <a:lnTo>
                    <a:pt x="111272" y="41484"/>
                  </a:lnTo>
                  <a:lnTo>
                    <a:pt x="110946" y="42850"/>
                  </a:lnTo>
                  <a:lnTo>
                    <a:pt x="110861" y="43300"/>
                  </a:lnTo>
                  <a:lnTo>
                    <a:pt x="110845" y="43648"/>
                  </a:lnTo>
                  <a:lnTo>
                    <a:pt x="110977" y="43886"/>
                  </a:lnTo>
                  <a:lnTo>
                    <a:pt x="113691" y="46252"/>
                  </a:lnTo>
                  <a:lnTo>
                    <a:pt x="113822" y="46402"/>
                  </a:lnTo>
                  <a:lnTo>
                    <a:pt x="113927" y="46596"/>
                  </a:lnTo>
                  <a:lnTo>
                    <a:pt x="114904" y="49413"/>
                  </a:lnTo>
                  <a:lnTo>
                    <a:pt x="120249" y="59810"/>
                  </a:lnTo>
                  <a:lnTo>
                    <a:pt x="120432" y="60328"/>
                  </a:lnTo>
                  <a:lnTo>
                    <a:pt x="120985" y="63593"/>
                  </a:lnTo>
                  <a:lnTo>
                    <a:pt x="121047" y="64088"/>
                  </a:lnTo>
                  <a:lnTo>
                    <a:pt x="121066" y="64870"/>
                  </a:lnTo>
                  <a:lnTo>
                    <a:pt x="121053" y="65478"/>
                  </a:lnTo>
                  <a:lnTo>
                    <a:pt x="120915" y="67436"/>
                  </a:lnTo>
                  <a:lnTo>
                    <a:pt x="120961" y="68316"/>
                  </a:lnTo>
                  <a:lnTo>
                    <a:pt x="121053" y="68897"/>
                  </a:lnTo>
                  <a:lnTo>
                    <a:pt x="121126" y="69570"/>
                  </a:lnTo>
                  <a:lnTo>
                    <a:pt x="121126" y="69775"/>
                  </a:lnTo>
                  <a:lnTo>
                    <a:pt x="121117" y="69951"/>
                  </a:lnTo>
                  <a:lnTo>
                    <a:pt x="121076" y="70262"/>
                  </a:lnTo>
                  <a:lnTo>
                    <a:pt x="120283" y="74034"/>
                  </a:lnTo>
                  <a:lnTo>
                    <a:pt x="120025" y="76719"/>
                  </a:lnTo>
                  <a:lnTo>
                    <a:pt x="119948" y="78977"/>
                  </a:lnTo>
                  <a:lnTo>
                    <a:pt x="119993" y="80283"/>
                  </a:lnTo>
                  <a:lnTo>
                    <a:pt x="120084" y="81122"/>
                  </a:lnTo>
                  <a:lnTo>
                    <a:pt x="120125" y="81316"/>
                  </a:lnTo>
                  <a:lnTo>
                    <a:pt x="120233" y="81581"/>
                  </a:lnTo>
                  <a:close/>
                </a:path>
              </a:pathLst>
            </a:custGeom>
            <a:solidFill>
              <a:srgbClr val="CEE3C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2" name="pg1351"/>
            <p:cNvSpPr/>
            <p:nvPr/>
          </p:nvSpPr>
          <p:spPr>
            <a:xfrm>
              <a:off x="3147634" y="3141224"/>
              <a:ext cx="75929" cy="128564"/>
            </a:xfrm>
            <a:custGeom>
              <a:avLst/>
              <a:pathLst>
                <a:path w="75929" h="128564">
                  <a:moveTo>
                    <a:pt x="64846" y="55252"/>
                  </a:moveTo>
                  <a:lnTo>
                    <a:pt x="66007" y="60007"/>
                  </a:lnTo>
                  <a:lnTo>
                    <a:pt x="65756" y="62282"/>
                  </a:lnTo>
                  <a:lnTo>
                    <a:pt x="65490" y="65608"/>
                  </a:lnTo>
                  <a:lnTo>
                    <a:pt x="66146" y="68029"/>
                  </a:lnTo>
                  <a:lnTo>
                    <a:pt x="66915" y="69606"/>
                  </a:lnTo>
                  <a:lnTo>
                    <a:pt x="67465" y="71056"/>
                  </a:lnTo>
                  <a:lnTo>
                    <a:pt x="68072" y="73057"/>
                  </a:lnTo>
                  <a:lnTo>
                    <a:pt x="68170" y="77036"/>
                  </a:lnTo>
                  <a:lnTo>
                    <a:pt x="68060" y="79907"/>
                  </a:lnTo>
                  <a:lnTo>
                    <a:pt x="68455" y="81205"/>
                  </a:lnTo>
                  <a:lnTo>
                    <a:pt x="68791" y="82844"/>
                  </a:lnTo>
                  <a:lnTo>
                    <a:pt x="68723" y="84213"/>
                  </a:lnTo>
                  <a:lnTo>
                    <a:pt x="68504" y="85421"/>
                  </a:lnTo>
                  <a:lnTo>
                    <a:pt x="67764" y="87022"/>
                  </a:lnTo>
                  <a:lnTo>
                    <a:pt x="67640" y="90001"/>
                  </a:lnTo>
                  <a:lnTo>
                    <a:pt x="68838" y="93611"/>
                  </a:lnTo>
                  <a:lnTo>
                    <a:pt x="69609" y="95575"/>
                  </a:lnTo>
                  <a:lnTo>
                    <a:pt x="69601" y="96702"/>
                  </a:lnTo>
                  <a:lnTo>
                    <a:pt x="69816" y="97936"/>
                  </a:lnTo>
                  <a:lnTo>
                    <a:pt x="70385" y="99376"/>
                  </a:lnTo>
                  <a:lnTo>
                    <a:pt x="70735" y="99036"/>
                  </a:lnTo>
                  <a:lnTo>
                    <a:pt x="71119" y="97861"/>
                  </a:lnTo>
                  <a:lnTo>
                    <a:pt x="71291" y="97050"/>
                  </a:lnTo>
                  <a:lnTo>
                    <a:pt x="72325" y="97409"/>
                  </a:lnTo>
                  <a:lnTo>
                    <a:pt x="72813" y="97778"/>
                  </a:lnTo>
                  <a:lnTo>
                    <a:pt x="73474" y="100137"/>
                  </a:lnTo>
                  <a:lnTo>
                    <a:pt x="73717" y="101706"/>
                  </a:lnTo>
                  <a:lnTo>
                    <a:pt x="73876" y="103677"/>
                  </a:lnTo>
                  <a:lnTo>
                    <a:pt x="74567" y="106138"/>
                  </a:lnTo>
                  <a:lnTo>
                    <a:pt x="75168" y="107874"/>
                  </a:lnTo>
                  <a:lnTo>
                    <a:pt x="75293" y="108956"/>
                  </a:lnTo>
                  <a:lnTo>
                    <a:pt x="75831" y="110422"/>
                  </a:lnTo>
                  <a:lnTo>
                    <a:pt x="75497" y="113675"/>
                  </a:lnTo>
                  <a:lnTo>
                    <a:pt x="75535" y="115342"/>
                  </a:lnTo>
                  <a:lnTo>
                    <a:pt x="75168" y="119712"/>
                  </a:lnTo>
                  <a:lnTo>
                    <a:pt x="75088" y="121777"/>
                  </a:lnTo>
                  <a:lnTo>
                    <a:pt x="75110" y="122539"/>
                  </a:lnTo>
                  <a:lnTo>
                    <a:pt x="75929" y="124095"/>
                  </a:lnTo>
                  <a:lnTo>
                    <a:pt x="75843" y="126307"/>
                  </a:lnTo>
                  <a:lnTo>
                    <a:pt x="75012" y="125918"/>
                  </a:lnTo>
                  <a:lnTo>
                    <a:pt x="73569" y="125659"/>
                  </a:lnTo>
                  <a:lnTo>
                    <a:pt x="70676" y="126812"/>
                  </a:lnTo>
                  <a:lnTo>
                    <a:pt x="69683" y="126339"/>
                  </a:lnTo>
                  <a:lnTo>
                    <a:pt x="67785" y="126495"/>
                  </a:lnTo>
                  <a:lnTo>
                    <a:pt x="66433" y="127128"/>
                  </a:lnTo>
                  <a:lnTo>
                    <a:pt x="64715" y="128564"/>
                  </a:lnTo>
                  <a:lnTo>
                    <a:pt x="63384" y="128208"/>
                  </a:lnTo>
                  <a:lnTo>
                    <a:pt x="62664" y="127076"/>
                  </a:lnTo>
                  <a:lnTo>
                    <a:pt x="61716" y="127153"/>
                  </a:lnTo>
                  <a:lnTo>
                    <a:pt x="60648" y="126550"/>
                  </a:lnTo>
                  <a:lnTo>
                    <a:pt x="59510" y="125457"/>
                  </a:lnTo>
                  <a:lnTo>
                    <a:pt x="58470" y="124903"/>
                  </a:lnTo>
                  <a:lnTo>
                    <a:pt x="57348" y="122891"/>
                  </a:lnTo>
                  <a:lnTo>
                    <a:pt x="56824" y="122529"/>
                  </a:lnTo>
                  <a:lnTo>
                    <a:pt x="56455" y="123058"/>
                  </a:lnTo>
                  <a:lnTo>
                    <a:pt x="56146" y="123729"/>
                  </a:lnTo>
                  <a:lnTo>
                    <a:pt x="55822" y="124143"/>
                  </a:lnTo>
                  <a:lnTo>
                    <a:pt x="55212" y="123778"/>
                  </a:lnTo>
                  <a:lnTo>
                    <a:pt x="54983" y="122410"/>
                  </a:lnTo>
                  <a:lnTo>
                    <a:pt x="55174" y="121087"/>
                  </a:lnTo>
                  <a:lnTo>
                    <a:pt x="55231" y="120083"/>
                  </a:lnTo>
                  <a:lnTo>
                    <a:pt x="54945" y="119536"/>
                  </a:lnTo>
                  <a:lnTo>
                    <a:pt x="54260" y="119353"/>
                  </a:lnTo>
                  <a:lnTo>
                    <a:pt x="53154" y="119357"/>
                  </a:lnTo>
                  <a:lnTo>
                    <a:pt x="51371" y="118943"/>
                  </a:lnTo>
                  <a:lnTo>
                    <a:pt x="50962" y="118688"/>
                  </a:lnTo>
                  <a:lnTo>
                    <a:pt x="46970" y="118343"/>
                  </a:lnTo>
                  <a:lnTo>
                    <a:pt x="42829" y="118302"/>
                  </a:lnTo>
                  <a:lnTo>
                    <a:pt x="39319" y="118269"/>
                  </a:lnTo>
                  <a:lnTo>
                    <a:pt x="34890" y="118223"/>
                  </a:lnTo>
                  <a:lnTo>
                    <a:pt x="31775" y="118194"/>
                  </a:lnTo>
                  <a:lnTo>
                    <a:pt x="28869" y="118165"/>
                  </a:lnTo>
                  <a:lnTo>
                    <a:pt x="26625" y="120853"/>
                  </a:lnTo>
                  <a:lnTo>
                    <a:pt x="24196" y="123766"/>
                  </a:lnTo>
                  <a:lnTo>
                    <a:pt x="20929" y="125317"/>
                  </a:lnTo>
                  <a:lnTo>
                    <a:pt x="17170" y="124740"/>
                  </a:lnTo>
                  <a:lnTo>
                    <a:pt x="15969" y="125157"/>
                  </a:lnTo>
                  <a:lnTo>
                    <a:pt x="14725" y="126452"/>
                  </a:lnTo>
                  <a:lnTo>
                    <a:pt x="13812" y="127392"/>
                  </a:lnTo>
                  <a:lnTo>
                    <a:pt x="12516" y="127955"/>
                  </a:lnTo>
                  <a:lnTo>
                    <a:pt x="10843" y="127490"/>
                  </a:lnTo>
                  <a:lnTo>
                    <a:pt x="10165" y="127772"/>
                  </a:lnTo>
                  <a:lnTo>
                    <a:pt x="9745" y="126446"/>
                  </a:lnTo>
                  <a:lnTo>
                    <a:pt x="9264" y="124295"/>
                  </a:lnTo>
                  <a:lnTo>
                    <a:pt x="9567" y="122720"/>
                  </a:lnTo>
                  <a:lnTo>
                    <a:pt x="10587" y="121708"/>
                  </a:lnTo>
                  <a:lnTo>
                    <a:pt x="12122" y="120383"/>
                  </a:lnTo>
                  <a:lnTo>
                    <a:pt x="12926" y="121064"/>
                  </a:lnTo>
                  <a:lnTo>
                    <a:pt x="13397" y="121097"/>
                  </a:lnTo>
                  <a:lnTo>
                    <a:pt x="13484" y="120247"/>
                  </a:lnTo>
                  <a:lnTo>
                    <a:pt x="13334" y="119794"/>
                  </a:lnTo>
                  <a:lnTo>
                    <a:pt x="12177" y="118642"/>
                  </a:lnTo>
                  <a:lnTo>
                    <a:pt x="11574" y="117121"/>
                  </a:lnTo>
                  <a:lnTo>
                    <a:pt x="11078" y="118011"/>
                  </a:lnTo>
                  <a:lnTo>
                    <a:pt x="10650" y="119877"/>
                  </a:lnTo>
                  <a:lnTo>
                    <a:pt x="10294" y="120434"/>
                  </a:lnTo>
                  <a:lnTo>
                    <a:pt x="9770" y="120957"/>
                  </a:lnTo>
                  <a:lnTo>
                    <a:pt x="9472" y="119688"/>
                  </a:lnTo>
                  <a:lnTo>
                    <a:pt x="9344" y="118454"/>
                  </a:lnTo>
                  <a:lnTo>
                    <a:pt x="9583" y="117503"/>
                  </a:lnTo>
                  <a:lnTo>
                    <a:pt x="9460" y="112156"/>
                  </a:lnTo>
                  <a:lnTo>
                    <a:pt x="9603" y="109305"/>
                  </a:lnTo>
                  <a:lnTo>
                    <a:pt x="9530" y="106812"/>
                  </a:lnTo>
                  <a:lnTo>
                    <a:pt x="10255" y="105170"/>
                  </a:lnTo>
                  <a:lnTo>
                    <a:pt x="10943" y="104153"/>
                  </a:lnTo>
                  <a:lnTo>
                    <a:pt x="13632" y="104059"/>
                  </a:lnTo>
                  <a:lnTo>
                    <a:pt x="16132" y="103971"/>
                  </a:lnTo>
                  <a:lnTo>
                    <a:pt x="18541" y="104029"/>
                  </a:lnTo>
                  <a:lnTo>
                    <a:pt x="20994" y="104085"/>
                  </a:lnTo>
                  <a:lnTo>
                    <a:pt x="21239" y="99100"/>
                  </a:lnTo>
                  <a:lnTo>
                    <a:pt x="22015" y="98709"/>
                  </a:lnTo>
                  <a:lnTo>
                    <a:pt x="23178" y="98194"/>
                  </a:lnTo>
                  <a:lnTo>
                    <a:pt x="25343" y="97586"/>
                  </a:lnTo>
                  <a:lnTo>
                    <a:pt x="27757" y="97006"/>
                  </a:lnTo>
                  <a:lnTo>
                    <a:pt x="28271" y="96028"/>
                  </a:lnTo>
                  <a:lnTo>
                    <a:pt x="28672" y="94375"/>
                  </a:lnTo>
                  <a:lnTo>
                    <a:pt x="28925" y="92891"/>
                  </a:lnTo>
                  <a:lnTo>
                    <a:pt x="29424" y="92264"/>
                  </a:lnTo>
                  <a:lnTo>
                    <a:pt x="30100" y="92762"/>
                  </a:lnTo>
                  <a:lnTo>
                    <a:pt x="30985" y="93539"/>
                  </a:lnTo>
                  <a:lnTo>
                    <a:pt x="31902" y="94743"/>
                  </a:lnTo>
                  <a:lnTo>
                    <a:pt x="32954" y="95858"/>
                  </a:lnTo>
                  <a:lnTo>
                    <a:pt x="33655" y="96559"/>
                  </a:lnTo>
                  <a:lnTo>
                    <a:pt x="35337" y="98315"/>
                  </a:lnTo>
                  <a:lnTo>
                    <a:pt x="38217" y="100762"/>
                  </a:lnTo>
                  <a:lnTo>
                    <a:pt x="40584" y="101739"/>
                  </a:lnTo>
                  <a:lnTo>
                    <a:pt x="43445" y="99950"/>
                  </a:lnTo>
                  <a:lnTo>
                    <a:pt x="45510" y="98800"/>
                  </a:lnTo>
                  <a:lnTo>
                    <a:pt x="45767" y="96657"/>
                  </a:lnTo>
                  <a:lnTo>
                    <a:pt x="45445" y="94567"/>
                  </a:lnTo>
                  <a:lnTo>
                    <a:pt x="43908" y="92649"/>
                  </a:lnTo>
                  <a:lnTo>
                    <a:pt x="41815" y="92865"/>
                  </a:lnTo>
                  <a:lnTo>
                    <a:pt x="41173" y="93379"/>
                  </a:lnTo>
                  <a:lnTo>
                    <a:pt x="40198" y="94017"/>
                  </a:lnTo>
                  <a:lnTo>
                    <a:pt x="39612" y="94271"/>
                  </a:lnTo>
                  <a:lnTo>
                    <a:pt x="38625" y="93824"/>
                  </a:lnTo>
                  <a:lnTo>
                    <a:pt x="37373" y="92169"/>
                  </a:lnTo>
                  <a:lnTo>
                    <a:pt x="36585" y="90501"/>
                  </a:lnTo>
                  <a:lnTo>
                    <a:pt x="35483" y="89719"/>
                  </a:lnTo>
                  <a:lnTo>
                    <a:pt x="34176" y="88937"/>
                  </a:lnTo>
                  <a:lnTo>
                    <a:pt x="32081" y="85506"/>
                  </a:lnTo>
                  <a:lnTo>
                    <a:pt x="30987" y="84891"/>
                  </a:lnTo>
                  <a:lnTo>
                    <a:pt x="29952" y="84711"/>
                  </a:lnTo>
                  <a:lnTo>
                    <a:pt x="27963" y="85390"/>
                  </a:lnTo>
                  <a:lnTo>
                    <a:pt x="26022" y="87225"/>
                  </a:lnTo>
                  <a:lnTo>
                    <a:pt x="25000" y="91385"/>
                  </a:lnTo>
                  <a:lnTo>
                    <a:pt x="23056" y="91325"/>
                  </a:lnTo>
                  <a:lnTo>
                    <a:pt x="18929" y="91192"/>
                  </a:lnTo>
                  <a:lnTo>
                    <a:pt x="15139" y="91071"/>
                  </a:lnTo>
                  <a:lnTo>
                    <a:pt x="12010" y="91353"/>
                  </a:lnTo>
                  <a:lnTo>
                    <a:pt x="11696" y="88332"/>
                  </a:lnTo>
                  <a:lnTo>
                    <a:pt x="10955" y="85926"/>
                  </a:lnTo>
                  <a:lnTo>
                    <a:pt x="9751" y="83874"/>
                  </a:lnTo>
                  <a:lnTo>
                    <a:pt x="9485" y="81968"/>
                  </a:lnTo>
                  <a:lnTo>
                    <a:pt x="9893" y="80306"/>
                  </a:lnTo>
                  <a:lnTo>
                    <a:pt x="11057" y="78938"/>
                  </a:lnTo>
                  <a:lnTo>
                    <a:pt x="11322" y="77961"/>
                  </a:lnTo>
                  <a:lnTo>
                    <a:pt x="10712" y="78107"/>
                  </a:lnTo>
                  <a:lnTo>
                    <a:pt x="9791" y="78987"/>
                  </a:lnTo>
                  <a:lnTo>
                    <a:pt x="9179" y="79036"/>
                  </a:lnTo>
                  <a:lnTo>
                    <a:pt x="9105" y="76403"/>
                  </a:lnTo>
                  <a:lnTo>
                    <a:pt x="8084" y="73002"/>
                  </a:lnTo>
                  <a:lnTo>
                    <a:pt x="6932" y="67244"/>
                  </a:lnTo>
                  <a:lnTo>
                    <a:pt x="5630" y="64885"/>
                  </a:lnTo>
                  <a:lnTo>
                    <a:pt x="4535" y="60229"/>
                  </a:lnTo>
                  <a:lnTo>
                    <a:pt x="3393" y="58443"/>
                  </a:lnTo>
                  <a:lnTo>
                    <a:pt x="2342" y="57609"/>
                  </a:lnTo>
                  <a:lnTo>
                    <a:pt x="1446" y="57780"/>
                  </a:lnTo>
                  <a:lnTo>
                    <a:pt x="1118" y="59904"/>
                  </a:lnTo>
                  <a:lnTo>
                    <a:pt x="0" y="56845"/>
                  </a:lnTo>
                  <a:lnTo>
                    <a:pt x="1528" y="55750"/>
                  </a:lnTo>
                  <a:lnTo>
                    <a:pt x="4793" y="51914"/>
                  </a:lnTo>
                  <a:lnTo>
                    <a:pt x="8542" y="40922"/>
                  </a:lnTo>
                  <a:lnTo>
                    <a:pt x="11906" y="27908"/>
                  </a:lnTo>
                  <a:lnTo>
                    <a:pt x="12344" y="24836"/>
                  </a:lnTo>
                  <a:lnTo>
                    <a:pt x="12754" y="22503"/>
                  </a:lnTo>
                  <a:lnTo>
                    <a:pt x="13025" y="17188"/>
                  </a:lnTo>
                  <a:lnTo>
                    <a:pt x="13507" y="14017"/>
                  </a:lnTo>
                  <a:lnTo>
                    <a:pt x="13960" y="13415"/>
                  </a:lnTo>
                  <a:lnTo>
                    <a:pt x="14530" y="10984"/>
                  </a:lnTo>
                  <a:lnTo>
                    <a:pt x="15219" y="6725"/>
                  </a:lnTo>
                  <a:lnTo>
                    <a:pt x="16000" y="4361"/>
                  </a:lnTo>
                  <a:lnTo>
                    <a:pt x="16872" y="3895"/>
                  </a:lnTo>
                  <a:lnTo>
                    <a:pt x="17551" y="4100"/>
                  </a:lnTo>
                  <a:lnTo>
                    <a:pt x="18036" y="4977"/>
                  </a:lnTo>
                  <a:lnTo>
                    <a:pt x="19455" y="5518"/>
                  </a:lnTo>
                  <a:lnTo>
                    <a:pt x="21809" y="5726"/>
                  </a:lnTo>
                  <a:lnTo>
                    <a:pt x="23628" y="5091"/>
                  </a:lnTo>
                  <a:lnTo>
                    <a:pt x="24913" y="3614"/>
                  </a:lnTo>
                  <a:lnTo>
                    <a:pt x="26600" y="2864"/>
                  </a:lnTo>
                  <a:lnTo>
                    <a:pt x="28691" y="2845"/>
                  </a:lnTo>
                  <a:lnTo>
                    <a:pt x="29790" y="2224"/>
                  </a:lnTo>
                  <a:lnTo>
                    <a:pt x="29899" y="1004"/>
                  </a:lnTo>
                  <a:lnTo>
                    <a:pt x="30171" y="636"/>
                  </a:lnTo>
                  <a:lnTo>
                    <a:pt x="30607" y="1121"/>
                  </a:lnTo>
                  <a:lnTo>
                    <a:pt x="31018" y="929"/>
                  </a:lnTo>
                  <a:lnTo>
                    <a:pt x="31405" y="59"/>
                  </a:lnTo>
                  <a:lnTo>
                    <a:pt x="31788" y="0"/>
                  </a:lnTo>
                  <a:lnTo>
                    <a:pt x="32170" y="750"/>
                  </a:lnTo>
                  <a:lnTo>
                    <a:pt x="33921" y="975"/>
                  </a:lnTo>
                  <a:lnTo>
                    <a:pt x="37042" y="678"/>
                  </a:lnTo>
                  <a:lnTo>
                    <a:pt x="39926" y="2914"/>
                  </a:lnTo>
                  <a:lnTo>
                    <a:pt x="42572" y="7684"/>
                  </a:lnTo>
                  <a:lnTo>
                    <a:pt x="43937" y="10867"/>
                  </a:lnTo>
                  <a:lnTo>
                    <a:pt x="44022" y="12460"/>
                  </a:lnTo>
                  <a:lnTo>
                    <a:pt x="44460" y="14066"/>
                  </a:lnTo>
                  <a:lnTo>
                    <a:pt x="45252" y="15683"/>
                  </a:lnTo>
                  <a:lnTo>
                    <a:pt x="45976" y="15982"/>
                  </a:lnTo>
                  <a:lnTo>
                    <a:pt x="46632" y="14963"/>
                  </a:lnTo>
                  <a:lnTo>
                    <a:pt x="47146" y="15073"/>
                  </a:lnTo>
                  <a:lnTo>
                    <a:pt x="47520" y="16311"/>
                  </a:lnTo>
                  <a:lnTo>
                    <a:pt x="48274" y="16565"/>
                  </a:lnTo>
                  <a:lnTo>
                    <a:pt x="49114" y="15804"/>
                  </a:lnTo>
                  <a:lnTo>
                    <a:pt x="49712" y="16065"/>
                  </a:lnTo>
                  <a:lnTo>
                    <a:pt x="49822" y="16801"/>
                  </a:lnTo>
                  <a:lnTo>
                    <a:pt x="49959" y="17194"/>
                  </a:lnTo>
                  <a:lnTo>
                    <a:pt x="50365" y="17368"/>
                  </a:lnTo>
                  <a:lnTo>
                    <a:pt x="50913" y="18312"/>
                  </a:lnTo>
                  <a:lnTo>
                    <a:pt x="51680" y="20844"/>
                  </a:lnTo>
                  <a:lnTo>
                    <a:pt x="52303" y="24379"/>
                  </a:lnTo>
                  <a:lnTo>
                    <a:pt x="52785" y="28914"/>
                  </a:lnTo>
                  <a:lnTo>
                    <a:pt x="53421" y="31381"/>
                  </a:lnTo>
                  <a:lnTo>
                    <a:pt x="54212" y="31782"/>
                  </a:lnTo>
                  <a:lnTo>
                    <a:pt x="54669" y="32714"/>
                  </a:lnTo>
                  <a:lnTo>
                    <a:pt x="54760" y="33793"/>
                  </a:lnTo>
                  <a:lnTo>
                    <a:pt x="54990" y="34526"/>
                  </a:lnTo>
                  <a:lnTo>
                    <a:pt x="55370" y="34935"/>
                  </a:lnTo>
                  <a:lnTo>
                    <a:pt x="56038" y="34691"/>
                  </a:lnTo>
                  <a:lnTo>
                    <a:pt x="56822" y="36223"/>
                  </a:lnTo>
                  <a:lnTo>
                    <a:pt x="57663" y="39550"/>
                  </a:lnTo>
                  <a:lnTo>
                    <a:pt x="57796" y="41051"/>
                  </a:lnTo>
                  <a:lnTo>
                    <a:pt x="57663" y="41856"/>
                  </a:lnTo>
                  <a:lnTo>
                    <a:pt x="57715" y="42443"/>
                  </a:lnTo>
                  <a:lnTo>
                    <a:pt x="58274" y="43004"/>
                  </a:lnTo>
                  <a:lnTo>
                    <a:pt x="58803" y="44094"/>
                  </a:lnTo>
                  <a:lnTo>
                    <a:pt x="59235" y="45731"/>
                  </a:lnTo>
                  <a:lnTo>
                    <a:pt x="60169" y="47184"/>
                  </a:lnTo>
                  <a:lnTo>
                    <a:pt x="61601" y="48457"/>
                  </a:lnTo>
                  <a:lnTo>
                    <a:pt x="62634" y="50358"/>
                  </a:lnTo>
                  <a:lnTo>
                    <a:pt x="63265" y="52889"/>
                  </a:lnTo>
                  <a:lnTo>
                    <a:pt x="64575" y="55017"/>
                  </a:lnTo>
                  <a:close/>
                </a:path>
              </a:pathLst>
            </a:custGeom>
            <a:solidFill>
              <a:srgbClr val="9BC69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3" name="pg1352"/>
            <p:cNvSpPr/>
            <p:nvPr/>
          </p:nvSpPr>
          <p:spPr>
            <a:xfrm>
              <a:off x="4643045" y="3591310"/>
              <a:ext cx="4271" cy="5368"/>
            </a:xfrm>
            <a:custGeom>
              <a:avLst/>
              <a:pathLst>
                <a:path w="4271" h="5368">
                  <a:moveTo>
                    <a:pt x="3942" y="3416"/>
                  </a:moveTo>
                  <a:lnTo>
                    <a:pt x="2094" y="5368"/>
                  </a:lnTo>
                  <a:lnTo>
                    <a:pt x="0" y="3591"/>
                  </a:lnTo>
                  <a:lnTo>
                    <a:pt x="679" y="698"/>
                  </a:lnTo>
                  <a:lnTo>
                    <a:pt x="2070" y="0"/>
                  </a:lnTo>
                  <a:lnTo>
                    <a:pt x="3193" y="919"/>
                  </a:lnTo>
                  <a:lnTo>
                    <a:pt x="3833" y="1620"/>
                  </a:lnTo>
                  <a:lnTo>
                    <a:pt x="4271" y="2418"/>
                  </a:lnTo>
                  <a:close/>
                </a:path>
              </a:pathLst>
            </a:custGeom>
            <a:solidFill>
              <a:srgbClr val="EBF4E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4" name="pg1353"/>
            <p:cNvSpPr/>
            <p:nvPr/>
          </p:nvSpPr>
          <p:spPr>
            <a:xfrm>
              <a:off x="3037620" y="5359209"/>
              <a:ext cx="2358" cy="3252"/>
            </a:xfrm>
            <a:custGeom>
              <a:avLst/>
              <a:pathLst>
                <a:path w="2358" h="3252">
                  <a:moveTo>
                    <a:pt x="2306" y="1564"/>
                  </a:moveTo>
                  <a:lnTo>
                    <a:pt x="2358" y="3252"/>
                  </a:lnTo>
                  <a:lnTo>
                    <a:pt x="440" y="1702"/>
                  </a:lnTo>
                  <a:lnTo>
                    <a:pt x="0" y="978"/>
                  </a:lnTo>
                  <a:lnTo>
                    <a:pt x="614" y="28"/>
                  </a:lnTo>
                  <a:lnTo>
                    <a:pt x="1820" y="0"/>
                  </a:lnTo>
                  <a:lnTo>
                    <a:pt x="2117" y="577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5" name="pg1354"/>
            <p:cNvSpPr/>
            <p:nvPr/>
          </p:nvSpPr>
          <p:spPr>
            <a:xfrm>
              <a:off x="2894892" y="5229248"/>
              <a:ext cx="27380" cy="26083"/>
            </a:xfrm>
            <a:custGeom>
              <a:avLst/>
              <a:pathLst>
                <a:path w="27380" h="26083">
                  <a:moveTo>
                    <a:pt x="11279" y="2409"/>
                  </a:moveTo>
                  <a:lnTo>
                    <a:pt x="12480" y="3846"/>
                  </a:lnTo>
                  <a:lnTo>
                    <a:pt x="13432" y="2868"/>
                  </a:lnTo>
                  <a:lnTo>
                    <a:pt x="14419" y="2983"/>
                  </a:lnTo>
                  <a:lnTo>
                    <a:pt x="14958" y="3468"/>
                  </a:lnTo>
                  <a:lnTo>
                    <a:pt x="15515" y="3653"/>
                  </a:lnTo>
                  <a:lnTo>
                    <a:pt x="16209" y="3664"/>
                  </a:lnTo>
                  <a:lnTo>
                    <a:pt x="17405" y="6079"/>
                  </a:lnTo>
                  <a:lnTo>
                    <a:pt x="16905" y="8221"/>
                  </a:lnTo>
                  <a:lnTo>
                    <a:pt x="18218" y="7799"/>
                  </a:lnTo>
                  <a:lnTo>
                    <a:pt x="19358" y="9583"/>
                  </a:lnTo>
                  <a:lnTo>
                    <a:pt x="19875" y="9433"/>
                  </a:lnTo>
                  <a:lnTo>
                    <a:pt x="20133" y="8711"/>
                  </a:lnTo>
                  <a:lnTo>
                    <a:pt x="20866" y="7892"/>
                  </a:lnTo>
                  <a:lnTo>
                    <a:pt x="21374" y="9000"/>
                  </a:lnTo>
                  <a:lnTo>
                    <a:pt x="21986" y="11121"/>
                  </a:lnTo>
                  <a:lnTo>
                    <a:pt x="22764" y="11764"/>
                  </a:lnTo>
                  <a:lnTo>
                    <a:pt x="23452" y="14012"/>
                  </a:lnTo>
                  <a:lnTo>
                    <a:pt x="23992" y="16843"/>
                  </a:lnTo>
                  <a:lnTo>
                    <a:pt x="24486" y="17244"/>
                  </a:lnTo>
                  <a:lnTo>
                    <a:pt x="25330" y="17256"/>
                  </a:lnTo>
                  <a:lnTo>
                    <a:pt x="26186" y="16863"/>
                  </a:lnTo>
                  <a:lnTo>
                    <a:pt x="25862" y="19307"/>
                  </a:lnTo>
                  <a:lnTo>
                    <a:pt x="25964" y="21474"/>
                  </a:lnTo>
                  <a:lnTo>
                    <a:pt x="27380" y="23030"/>
                  </a:lnTo>
                  <a:lnTo>
                    <a:pt x="26536" y="23884"/>
                  </a:lnTo>
                  <a:lnTo>
                    <a:pt x="25648" y="25122"/>
                  </a:lnTo>
                  <a:lnTo>
                    <a:pt x="23839" y="26083"/>
                  </a:lnTo>
                  <a:lnTo>
                    <a:pt x="23369" y="25673"/>
                  </a:lnTo>
                  <a:lnTo>
                    <a:pt x="21788" y="23515"/>
                  </a:lnTo>
                  <a:lnTo>
                    <a:pt x="21051" y="20969"/>
                  </a:lnTo>
                  <a:lnTo>
                    <a:pt x="19394" y="17333"/>
                  </a:lnTo>
                  <a:lnTo>
                    <a:pt x="19069" y="16263"/>
                  </a:lnTo>
                  <a:lnTo>
                    <a:pt x="18644" y="15576"/>
                  </a:lnTo>
                  <a:lnTo>
                    <a:pt x="17143" y="15129"/>
                  </a:lnTo>
                  <a:lnTo>
                    <a:pt x="15825" y="14257"/>
                  </a:lnTo>
                  <a:lnTo>
                    <a:pt x="14728" y="12416"/>
                  </a:lnTo>
                  <a:lnTo>
                    <a:pt x="14384" y="11285"/>
                  </a:lnTo>
                  <a:lnTo>
                    <a:pt x="13961" y="10500"/>
                  </a:lnTo>
                  <a:lnTo>
                    <a:pt x="12471" y="10544"/>
                  </a:lnTo>
                  <a:lnTo>
                    <a:pt x="11532" y="9675"/>
                  </a:lnTo>
                  <a:lnTo>
                    <a:pt x="10603" y="8492"/>
                  </a:lnTo>
                  <a:lnTo>
                    <a:pt x="6413" y="5075"/>
                  </a:lnTo>
                  <a:lnTo>
                    <a:pt x="4769" y="5419"/>
                  </a:lnTo>
                  <a:lnTo>
                    <a:pt x="4012" y="4452"/>
                  </a:lnTo>
                  <a:lnTo>
                    <a:pt x="4052" y="2738"/>
                  </a:lnTo>
                  <a:lnTo>
                    <a:pt x="4918" y="1713"/>
                  </a:lnTo>
                  <a:lnTo>
                    <a:pt x="1291" y="1324"/>
                  </a:lnTo>
                  <a:lnTo>
                    <a:pt x="0" y="706"/>
                  </a:lnTo>
                  <a:lnTo>
                    <a:pt x="887" y="340"/>
                  </a:lnTo>
                  <a:lnTo>
                    <a:pt x="5942" y="285"/>
                  </a:lnTo>
                  <a:lnTo>
                    <a:pt x="7838" y="0"/>
                  </a:lnTo>
                  <a:lnTo>
                    <a:pt x="8004" y="741"/>
                  </a:lnTo>
                  <a:lnTo>
                    <a:pt x="9682" y="2259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6" name="pg1355"/>
            <p:cNvSpPr/>
            <p:nvPr/>
          </p:nvSpPr>
          <p:spPr>
            <a:xfrm>
              <a:off x="3292665" y="4104082"/>
              <a:ext cx="1515" cy="2891"/>
            </a:xfrm>
            <a:custGeom>
              <a:avLst/>
              <a:pathLst>
                <a:path w="1515" h="2891">
                  <a:moveTo>
                    <a:pt x="1115" y="2706"/>
                  </a:moveTo>
                  <a:lnTo>
                    <a:pt x="0" y="2891"/>
                  </a:lnTo>
                  <a:lnTo>
                    <a:pt x="92" y="1494"/>
                  </a:lnTo>
                  <a:lnTo>
                    <a:pt x="921" y="0"/>
                  </a:lnTo>
                  <a:lnTo>
                    <a:pt x="1481" y="196"/>
                  </a:lnTo>
                  <a:lnTo>
                    <a:pt x="1515" y="1913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7" name="pg1356"/>
            <p:cNvSpPr/>
            <p:nvPr/>
          </p:nvSpPr>
          <p:spPr>
            <a:xfrm>
              <a:off x="3186143" y="3866994"/>
              <a:ext cx="1387" cy="2752"/>
            </a:xfrm>
            <a:custGeom>
              <a:avLst/>
              <a:pathLst>
                <a:path w="1387" h="2752">
                  <a:moveTo>
                    <a:pt x="624" y="2709"/>
                  </a:moveTo>
                  <a:lnTo>
                    <a:pt x="200" y="2752"/>
                  </a:lnTo>
                  <a:lnTo>
                    <a:pt x="77" y="2507"/>
                  </a:lnTo>
                  <a:lnTo>
                    <a:pt x="0" y="1806"/>
                  </a:lnTo>
                  <a:lnTo>
                    <a:pt x="201" y="683"/>
                  </a:lnTo>
                  <a:lnTo>
                    <a:pt x="386" y="0"/>
                  </a:lnTo>
                  <a:lnTo>
                    <a:pt x="673" y="98"/>
                  </a:lnTo>
                  <a:lnTo>
                    <a:pt x="1062" y="885"/>
                  </a:lnTo>
                  <a:lnTo>
                    <a:pt x="1387" y="1561"/>
                  </a:lnTo>
                  <a:lnTo>
                    <a:pt x="1211" y="2172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8" name="pg1357"/>
            <p:cNvSpPr/>
            <p:nvPr/>
          </p:nvSpPr>
          <p:spPr>
            <a:xfrm>
              <a:off x="5421654" y="3975991"/>
              <a:ext cx="2242" cy="3252"/>
            </a:xfrm>
            <a:custGeom>
              <a:avLst/>
              <a:pathLst>
                <a:path w="2242" h="3252">
                  <a:moveTo>
                    <a:pt x="2242" y="2773"/>
                  </a:moveTo>
                  <a:lnTo>
                    <a:pt x="1152" y="3252"/>
                  </a:lnTo>
                  <a:lnTo>
                    <a:pt x="721" y="3133"/>
                  </a:lnTo>
                  <a:lnTo>
                    <a:pt x="0" y="577"/>
                  </a:lnTo>
                  <a:lnTo>
                    <a:pt x="536" y="0"/>
                  </a:lnTo>
                  <a:lnTo>
                    <a:pt x="1332" y="222"/>
                  </a:lnTo>
                  <a:lnTo>
                    <a:pt x="1575" y="1725"/>
                  </a:lnTo>
                  <a:close/>
                </a:path>
              </a:pathLst>
            </a:custGeom>
            <a:solidFill>
              <a:srgbClr val="F4F9F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9" name="pg1358"/>
            <p:cNvSpPr/>
            <p:nvPr/>
          </p:nvSpPr>
          <p:spPr>
            <a:xfrm>
              <a:off x="5338136" y="3973056"/>
              <a:ext cx="7366" cy="10645"/>
            </a:xfrm>
            <a:custGeom>
              <a:avLst/>
              <a:pathLst>
                <a:path w="7366" h="10645">
                  <a:moveTo>
                    <a:pt x="7366" y="9629"/>
                  </a:moveTo>
                  <a:lnTo>
                    <a:pt x="6506" y="10645"/>
                  </a:lnTo>
                  <a:lnTo>
                    <a:pt x="5722" y="10134"/>
                  </a:lnTo>
                  <a:lnTo>
                    <a:pt x="5123" y="9363"/>
                  </a:lnTo>
                  <a:lnTo>
                    <a:pt x="4637" y="7090"/>
                  </a:lnTo>
                  <a:lnTo>
                    <a:pt x="3589" y="5673"/>
                  </a:lnTo>
                  <a:lnTo>
                    <a:pt x="2100" y="5081"/>
                  </a:lnTo>
                  <a:lnTo>
                    <a:pt x="1489" y="4100"/>
                  </a:lnTo>
                  <a:lnTo>
                    <a:pt x="1330" y="3615"/>
                  </a:lnTo>
                  <a:lnTo>
                    <a:pt x="299" y="3179"/>
                  </a:lnTo>
                  <a:lnTo>
                    <a:pt x="0" y="1950"/>
                  </a:lnTo>
                  <a:lnTo>
                    <a:pt x="86" y="672"/>
                  </a:lnTo>
                  <a:lnTo>
                    <a:pt x="255" y="0"/>
                  </a:lnTo>
                  <a:lnTo>
                    <a:pt x="1209" y="617"/>
                  </a:lnTo>
                  <a:lnTo>
                    <a:pt x="5792" y="6616"/>
                  </a:lnTo>
                  <a:lnTo>
                    <a:pt x="6883" y="8475"/>
                  </a:lnTo>
                  <a:close/>
                </a:path>
              </a:pathLst>
            </a:custGeom>
            <a:solidFill>
              <a:srgbClr val="F4F9F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0" name="pg1359"/>
            <p:cNvSpPr/>
            <p:nvPr/>
          </p:nvSpPr>
          <p:spPr>
            <a:xfrm>
              <a:off x="5409844" y="3949096"/>
              <a:ext cx="4586" cy="5624"/>
            </a:xfrm>
            <a:custGeom>
              <a:avLst/>
              <a:pathLst>
                <a:path w="4586" h="5624">
                  <a:moveTo>
                    <a:pt x="4229" y="2856"/>
                  </a:moveTo>
                  <a:lnTo>
                    <a:pt x="3244" y="3367"/>
                  </a:lnTo>
                  <a:lnTo>
                    <a:pt x="2930" y="3223"/>
                  </a:lnTo>
                  <a:lnTo>
                    <a:pt x="2193" y="3497"/>
                  </a:lnTo>
                  <a:lnTo>
                    <a:pt x="1401" y="5624"/>
                  </a:lnTo>
                  <a:lnTo>
                    <a:pt x="815" y="5326"/>
                  </a:lnTo>
                  <a:lnTo>
                    <a:pt x="356" y="5404"/>
                  </a:lnTo>
                  <a:lnTo>
                    <a:pt x="7" y="3653"/>
                  </a:lnTo>
                  <a:lnTo>
                    <a:pt x="0" y="2804"/>
                  </a:lnTo>
                  <a:lnTo>
                    <a:pt x="561" y="2940"/>
                  </a:lnTo>
                  <a:lnTo>
                    <a:pt x="856" y="1237"/>
                  </a:lnTo>
                  <a:lnTo>
                    <a:pt x="1465" y="389"/>
                  </a:lnTo>
                  <a:lnTo>
                    <a:pt x="2880" y="0"/>
                  </a:lnTo>
                  <a:lnTo>
                    <a:pt x="4136" y="554"/>
                  </a:lnTo>
                  <a:lnTo>
                    <a:pt x="4586" y="943"/>
                  </a:lnTo>
                  <a:lnTo>
                    <a:pt x="4188" y="2484"/>
                  </a:lnTo>
                  <a:close/>
                </a:path>
              </a:pathLst>
            </a:custGeom>
            <a:solidFill>
              <a:srgbClr val="F4F9F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1" name="pg1360"/>
            <p:cNvSpPr/>
            <p:nvPr/>
          </p:nvSpPr>
          <p:spPr>
            <a:xfrm>
              <a:off x="5354255" y="3935600"/>
              <a:ext cx="13423" cy="18548"/>
            </a:xfrm>
            <a:custGeom>
              <a:avLst/>
              <a:pathLst>
                <a:path w="13423" h="18548">
                  <a:moveTo>
                    <a:pt x="5303" y="5404"/>
                  </a:moveTo>
                  <a:lnTo>
                    <a:pt x="6855" y="7141"/>
                  </a:lnTo>
                  <a:lnTo>
                    <a:pt x="7759" y="6856"/>
                  </a:lnTo>
                  <a:lnTo>
                    <a:pt x="9098" y="8050"/>
                  </a:lnTo>
                  <a:lnTo>
                    <a:pt x="10116" y="7369"/>
                  </a:lnTo>
                  <a:lnTo>
                    <a:pt x="10751" y="8913"/>
                  </a:lnTo>
                  <a:lnTo>
                    <a:pt x="12360" y="14939"/>
                  </a:lnTo>
                  <a:lnTo>
                    <a:pt x="12369" y="16895"/>
                  </a:lnTo>
                  <a:lnTo>
                    <a:pt x="13423" y="18286"/>
                  </a:lnTo>
                  <a:lnTo>
                    <a:pt x="12533" y="18548"/>
                  </a:lnTo>
                  <a:lnTo>
                    <a:pt x="11299" y="17830"/>
                  </a:lnTo>
                  <a:lnTo>
                    <a:pt x="10341" y="18320"/>
                  </a:lnTo>
                  <a:lnTo>
                    <a:pt x="9342" y="17152"/>
                  </a:lnTo>
                  <a:lnTo>
                    <a:pt x="7654" y="16546"/>
                  </a:lnTo>
                  <a:lnTo>
                    <a:pt x="6185" y="15143"/>
                  </a:lnTo>
                  <a:lnTo>
                    <a:pt x="3113" y="10697"/>
                  </a:lnTo>
                  <a:lnTo>
                    <a:pt x="3130" y="8478"/>
                  </a:lnTo>
                  <a:lnTo>
                    <a:pt x="2635" y="7393"/>
                  </a:lnTo>
                  <a:lnTo>
                    <a:pt x="2486" y="4640"/>
                  </a:lnTo>
                  <a:lnTo>
                    <a:pt x="1386" y="3768"/>
                  </a:lnTo>
                  <a:lnTo>
                    <a:pt x="103" y="3607"/>
                  </a:lnTo>
                  <a:lnTo>
                    <a:pt x="0" y="2305"/>
                  </a:lnTo>
                  <a:lnTo>
                    <a:pt x="237" y="0"/>
                  </a:lnTo>
                  <a:lnTo>
                    <a:pt x="1194" y="34"/>
                  </a:lnTo>
                  <a:lnTo>
                    <a:pt x="2346" y="992"/>
                  </a:lnTo>
                  <a:lnTo>
                    <a:pt x="4544" y="4357"/>
                  </a:lnTo>
                  <a:lnTo>
                    <a:pt x="5088" y="4931"/>
                  </a:lnTo>
                  <a:close/>
                </a:path>
              </a:pathLst>
            </a:custGeom>
            <a:solidFill>
              <a:srgbClr val="F4F9F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2" name="pg1361"/>
            <p:cNvSpPr/>
            <p:nvPr/>
          </p:nvSpPr>
          <p:spPr>
            <a:xfrm>
              <a:off x="5355225" y="3910455"/>
              <a:ext cx="2402" cy="12301"/>
            </a:xfrm>
            <a:custGeom>
              <a:avLst/>
              <a:pathLst>
                <a:path w="2402" h="12301">
                  <a:moveTo>
                    <a:pt x="2266" y="8045"/>
                  </a:moveTo>
                  <a:lnTo>
                    <a:pt x="2402" y="11207"/>
                  </a:lnTo>
                  <a:lnTo>
                    <a:pt x="2340" y="12301"/>
                  </a:lnTo>
                  <a:lnTo>
                    <a:pt x="1403" y="9978"/>
                  </a:lnTo>
                  <a:lnTo>
                    <a:pt x="966" y="10800"/>
                  </a:lnTo>
                  <a:lnTo>
                    <a:pt x="562" y="9698"/>
                  </a:lnTo>
                  <a:lnTo>
                    <a:pt x="590" y="7297"/>
                  </a:lnTo>
                  <a:lnTo>
                    <a:pt x="651" y="4738"/>
                  </a:lnTo>
                  <a:lnTo>
                    <a:pt x="469" y="2799"/>
                  </a:lnTo>
                  <a:lnTo>
                    <a:pt x="0" y="0"/>
                  </a:lnTo>
                  <a:lnTo>
                    <a:pt x="526" y="444"/>
                  </a:lnTo>
                  <a:close/>
                </a:path>
              </a:pathLst>
            </a:custGeom>
            <a:solidFill>
              <a:srgbClr val="F4F9F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3" name="pg1362"/>
            <p:cNvSpPr/>
            <p:nvPr/>
          </p:nvSpPr>
          <p:spPr>
            <a:xfrm>
              <a:off x="5333547" y="3907950"/>
              <a:ext cx="14950" cy="19501"/>
            </a:xfrm>
            <a:custGeom>
              <a:avLst/>
              <a:pathLst>
                <a:path w="14950" h="19501">
                  <a:moveTo>
                    <a:pt x="1764" y="118"/>
                  </a:moveTo>
                  <a:lnTo>
                    <a:pt x="4481" y="4865"/>
                  </a:lnTo>
                  <a:lnTo>
                    <a:pt x="5650" y="4432"/>
                  </a:lnTo>
                  <a:lnTo>
                    <a:pt x="9220" y="4518"/>
                  </a:lnTo>
                  <a:lnTo>
                    <a:pt x="11325" y="7906"/>
                  </a:lnTo>
                  <a:lnTo>
                    <a:pt x="12562" y="9462"/>
                  </a:lnTo>
                  <a:lnTo>
                    <a:pt x="13258" y="12497"/>
                  </a:lnTo>
                  <a:lnTo>
                    <a:pt x="14117" y="13190"/>
                  </a:lnTo>
                  <a:lnTo>
                    <a:pt x="14646" y="14737"/>
                  </a:lnTo>
                  <a:lnTo>
                    <a:pt x="14950" y="17556"/>
                  </a:lnTo>
                  <a:lnTo>
                    <a:pt x="14736" y="18015"/>
                  </a:lnTo>
                  <a:lnTo>
                    <a:pt x="13643" y="19065"/>
                  </a:lnTo>
                  <a:lnTo>
                    <a:pt x="12855" y="19501"/>
                  </a:lnTo>
                  <a:lnTo>
                    <a:pt x="10787" y="18499"/>
                  </a:lnTo>
                  <a:lnTo>
                    <a:pt x="8806" y="16329"/>
                  </a:lnTo>
                  <a:lnTo>
                    <a:pt x="4873" y="16067"/>
                  </a:lnTo>
                  <a:lnTo>
                    <a:pt x="3039" y="15449"/>
                  </a:lnTo>
                  <a:lnTo>
                    <a:pt x="2410" y="14621"/>
                  </a:lnTo>
                  <a:lnTo>
                    <a:pt x="1826" y="13516"/>
                  </a:lnTo>
                  <a:lnTo>
                    <a:pt x="901" y="10878"/>
                  </a:lnTo>
                  <a:lnTo>
                    <a:pt x="178" y="7785"/>
                  </a:lnTo>
                  <a:lnTo>
                    <a:pt x="60" y="5970"/>
                  </a:lnTo>
                  <a:lnTo>
                    <a:pt x="0" y="2516"/>
                  </a:lnTo>
                  <a:lnTo>
                    <a:pt x="224" y="1258"/>
                  </a:lnTo>
                  <a:lnTo>
                    <a:pt x="973" y="0"/>
                  </a:lnTo>
                  <a:close/>
                </a:path>
              </a:pathLst>
            </a:custGeom>
            <a:solidFill>
              <a:srgbClr val="F4F9F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4" name="pg1363"/>
            <p:cNvSpPr/>
            <p:nvPr/>
          </p:nvSpPr>
          <p:spPr>
            <a:xfrm>
              <a:off x="5339580" y="3899879"/>
              <a:ext cx="3840" cy="5488"/>
            </a:xfrm>
            <a:custGeom>
              <a:avLst/>
              <a:pathLst>
                <a:path w="3840" h="5488">
                  <a:moveTo>
                    <a:pt x="887" y="0"/>
                  </a:moveTo>
                  <a:lnTo>
                    <a:pt x="1596" y="415"/>
                  </a:lnTo>
                  <a:lnTo>
                    <a:pt x="1940" y="349"/>
                  </a:lnTo>
                  <a:lnTo>
                    <a:pt x="2752" y="1939"/>
                  </a:lnTo>
                  <a:lnTo>
                    <a:pt x="3840" y="4279"/>
                  </a:lnTo>
                  <a:lnTo>
                    <a:pt x="3396" y="5488"/>
                  </a:lnTo>
                  <a:lnTo>
                    <a:pt x="2513" y="4870"/>
                  </a:lnTo>
                  <a:lnTo>
                    <a:pt x="2217" y="5116"/>
                  </a:lnTo>
                  <a:lnTo>
                    <a:pt x="2120" y="4954"/>
                  </a:lnTo>
                  <a:lnTo>
                    <a:pt x="1935" y="3780"/>
                  </a:lnTo>
                  <a:lnTo>
                    <a:pt x="973" y="2617"/>
                  </a:lnTo>
                  <a:lnTo>
                    <a:pt x="112" y="2519"/>
                  </a:lnTo>
                  <a:lnTo>
                    <a:pt x="0" y="1136"/>
                  </a:lnTo>
                  <a:close/>
                </a:path>
              </a:pathLst>
            </a:custGeom>
            <a:solidFill>
              <a:srgbClr val="F4F9F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5" name="pg1364"/>
            <p:cNvSpPr/>
            <p:nvPr/>
          </p:nvSpPr>
          <p:spPr>
            <a:xfrm>
              <a:off x="5326500" y="3899807"/>
              <a:ext cx="2439" cy="3927"/>
            </a:xfrm>
            <a:custGeom>
              <a:avLst/>
              <a:pathLst>
                <a:path w="2439" h="3927">
                  <a:moveTo>
                    <a:pt x="1878" y="3855"/>
                  </a:moveTo>
                  <a:lnTo>
                    <a:pt x="1712" y="3927"/>
                  </a:lnTo>
                  <a:lnTo>
                    <a:pt x="1132" y="3566"/>
                  </a:lnTo>
                  <a:lnTo>
                    <a:pt x="428" y="3445"/>
                  </a:lnTo>
                  <a:lnTo>
                    <a:pt x="0" y="2421"/>
                  </a:lnTo>
                  <a:lnTo>
                    <a:pt x="509" y="955"/>
                  </a:lnTo>
                  <a:lnTo>
                    <a:pt x="1153" y="0"/>
                  </a:lnTo>
                  <a:lnTo>
                    <a:pt x="1448" y="245"/>
                  </a:lnTo>
                  <a:lnTo>
                    <a:pt x="1724" y="857"/>
                  </a:lnTo>
                  <a:lnTo>
                    <a:pt x="2370" y="1090"/>
                  </a:lnTo>
                  <a:lnTo>
                    <a:pt x="2439" y="2975"/>
                  </a:lnTo>
                  <a:close/>
                </a:path>
              </a:pathLst>
            </a:custGeom>
            <a:solidFill>
              <a:srgbClr val="F4F9F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6" name="pg1365"/>
            <p:cNvSpPr/>
            <p:nvPr/>
          </p:nvSpPr>
          <p:spPr>
            <a:xfrm>
              <a:off x="5306968" y="3891060"/>
              <a:ext cx="2368" cy="2865"/>
            </a:xfrm>
            <a:custGeom>
              <a:avLst/>
              <a:pathLst>
                <a:path w="2368" h="2865">
                  <a:moveTo>
                    <a:pt x="2368" y="1826"/>
                  </a:moveTo>
                  <a:lnTo>
                    <a:pt x="2340" y="2865"/>
                  </a:lnTo>
                  <a:lnTo>
                    <a:pt x="1632" y="2542"/>
                  </a:lnTo>
                  <a:lnTo>
                    <a:pt x="54" y="978"/>
                  </a:lnTo>
                  <a:lnTo>
                    <a:pt x="0" y="262"/>
                  </a:lnTo>
                  <a:lnTo>
                    <a:pt x="899" y="0"/>
                  </a:lnTo>
                  <a:lnTo>
                    <a:pt x="1552" y="196"/>
                  </a:lnTo>
                  <a:lnTo>
                    <a:pt x="2094" y="1108"/>
                  </a:lnTo>
                  <a:close/>
                </a:path>
              </a:pathLst>
            </a:custGeom>
            <a:solidFill>
              <a:srgbClr val="F4F9F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7" name="pg1366"/>
            <p:cNvSpPr/>
            <p:nvPr/>
          </p:nvSpPr>
          <p:spPr>
            <a:xfrm>
              <a:off x="5315629" y="3890500"/>
              <a:ext cx="1209" cy="4363"/>
            </a:xfrm>
            <a:custGeom>
              <a:avLst/>
              <a:pathLst>
                <a:path w="1209" h="4363">
                  <a:moveTo>
                    <a:pt x="560" y="4250"/>
                  </a:moveTo>
                  <a:lnTo>
                    <a:pt x="289" y="4363"/>
                  </a:lnTo>
                  <a:lnTo>
                    <a:pt x="0" y="3185"/>
                  </a:lnTo>
                  <a:lnTo>
                    <a:pt x="673" y="0"/>
                  </a:lnTo>
                  <a:lnTo>
                    <a:pt x="999" y="2562"/>
                  </a:lnTo>
                  <a:lnTo>
                    <a:pt x="1209" y="3523"/>
                  </a:lnTo>
                  <a:close/>
                </a:path>
              </a:pathLst>
            </a:custGeom>
            <a:solidFill>
              <a:srgbClr val="F4F9F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8" name="pg1367"/>
            <p:cNvSpPr/>
            <p:nvPr/>
          </p:nvSpPr>
          <p:spPr>
            <a:xfrm>
              <a:off x="5312222" y="3885479"/>
              <a:ext cx="3121" cy="7531"/>
            </a:xfrm>
            <a:custGeom>
              <a:avLst/>
              <a:pathLst>
                <a:path w="3121" h="7531">
                  <a:moveTo>
                    <a:pt x="2820" y="5199"/>
                  </a:moveTo>
                  <a:lnTo>
                    <a:pt x="1606" y="7531"/>
                  </a:lnTo>
                  <a:lnTo>
                    <a:pt x="719" y="6743"/>
                  </a:lnTo>
                  <a:lnTo>
                    <a:pt x="0" y="4743"/>
                  </a:lnTo>
                  <a:lnTo>
                    <a:pt x="236" y="2334"/>
                  </a:lnTo>
                  <a:lnTo>
                    <a:pt x="369" y="1696"/>
                  </a:lnTo>
                  <a:lnTo>
                    <a:pt x="727" y="1558"/>
                  </a:lnTo>
                  <a:lnTo>
                    <a:pt x="1082" y="1064"/>
                  </a:lnTo>
                  <a:lnTo>
                    <a:pt x="1469" y="0"/>
                  </a:lnTo>
                  <a:lnTo>
                    <a:pt x="2790" y="845"/>
                  </a:lnTo>
                  <a:lnTo>
                    <a:pt x="3121" y="1431"/>
                  </a:lnTo>
                  <a:lnTo>
                    <a:pt x="2332" y="2908"/>
                  </a:lnTo>
                  <a:lnTo>
                    <a:pt x="2595" y="3381"/>
                  </a:lnTo>
                  <a:lnTo>
                    <a:pt x="2766" y="4086"/>
                  </a:lnTo>
                  <a:close/>
                </a:path>
              </a:pathLst>
            </a:custGeom>
            <a:solidFill>
              <a:srgbClr val="F4F9F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9" name="pg1368"/>
            <p:cNvSpPr/>
            <p:nvPr/>
          </p:nvSpPr>
          <p:spPr>
            <a:xfrm>
              <a:off x="5303992" y="3882899"/>
              <a:ext cx="2451" cy="9078"/>
            </a:xfrm>
            <a:custGeom>
              <a:avLst/>
              <a:pathLst>
                <a:path w="2451" h="9078">
                  <a:moveTo>
                    <a:pt x="2179" y="8645"/>
                  </a:moveTo>
                  <a:lnTo>
                    <a:pt x="2180" y="9078"/>
                  </a:lnTo>
                  <a:lnTo>
                    <a:pt x="1500" y="8247"/>
                  </a:lnTo>
                  <a:lnTo>
                    <a:pt x="0" y="4259"/>
                  </a:lnTo>
                  <a:lnTo>
                    <a:pt x="264" y="2926"/>
                  </a:lnTo>
                  <a:lnTo>
                    <a:pt x="1638" y="340"/>
                  </a:lnTo>
                  <a:lnTo>
                    <a:pt x="2063" y="0"/>
                  </a:lnTo>
                  <a:lnTo>
                    <a:pt x="2451" y="1601"/>
                  </a:lnTo>
                  <a:lnTo>
                    <a:pt x="2112" y="3964"/>
                  </a:lnTo>
                  <a:lnTo>
                    <a:pt x="1662" y="4568"/>
                  </a:lnTo>
                  <a:lnTo>
                    <a:pt x="1479" y="6789"/>
                  </a:lnTo>
                  <a:close/>
                </a:path>
              </a:pathLst>
            </a:custGeom>
            <a:solidFill>
              <a:srgbClr val="F4F9F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0" name="pg1369"/>
            <p:cNvSpPr/>
            <p:nvPr/>
          </p:nvSpPr>
          <p:spPr>
            <a:xfrm>
              <a:off x="5332696" y="3881676"/>
              <a:ext cx="1841" cy="4195"/>
            </a:xfrm>
            <a:custGeom>
              <a:avLst/>
              <a:pathLst>
                <a:path w="1841" h="4195">
                  <a:moveTo>
                    <a:pt x="1841" y="3794"/>
                  </a:moveTo>
                  <a:lnTo>
                    <a:pt x="1253" y="4195"/>
                  </a:lnTo>
                  <a:lnTo>
                    <a:pt x="379" y="3110"/>
                  </a:lnTo>
                  <a:lnTo>
                    <a:pt x="0" y="2123"/>
                  </a:lnTo>
                  <a:lnTo>
                    <a:pt x="181" y="582"/>
                  </a:lnTo>
                  <a:lnTo>
                    <a:pt x="692" y="0"/>
                  </a:lnTo>
                  <a:lnTo>
                    <a:pt x="1272" y="1033"/>
                  </a:lnTo>
                  <a:lnTo>
                    <a:pt x="1330" y="2094"/>
                  </a:lnTo>
                  <a:close/>
                </a:path>
              </a:pathLst>
            </a:custGeom>
            <a:solidFill>
              <a:srgbClr val="F4F9F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1" name="pg1370"/>
            <p:cNvSpPr/>
            <p:nvPr/>
          </p:nvSpPr>
          <p:spPr>
            <a:xfrm>
              <a:off x="5345677" y="3879740"/>
              <a:ext cx="9712" cy="38332"/>
            </a:xfrm>
            <a:custGeom>
              <a:avLst/>
              <a:pathLst>
                <a:path w="9712" h="38332">
                  <a:moveTo>
                    <a:pt x="1961" y="0"/>
                  </a:moveTo>
                  <a:lnTo>
                    <a:pt x="5025" y="8806"/>
                  </a:lnTo>
                  <a:lnTo>
                    <a:pt x="4903" y="10368"/>
                  </a:lnTo>
                  <a:lnTo>
                    <a:pt x="4487" y="11375"/>
                  </a:lnTo>
                  <a:lnTo>
                    <a:pt x="4367" y="14333"/>
                  </a:lnTo>
                  <a:lnTo>
                    <a:pt x="4752" y="15469"/>
                  </a:lnTo>
                  <a:lnTo>
                    <a:pt x="5590" y="15989"/>
                  </a:lnTo>
                  <a:lnTo>
                    <a:pt x="7012" y="19143"/>
                  </a:lnTo>
                  <a:lnTo>
                    <a:pt x="7580" y="23004"/>
                  </a:lnTo>
                  <a:lnTo>
                    <a:pt x="7630" y="24190"/>
                  </a:lnTo>
                  <a:lnTo>
                    <a:pt x="8220" y="25944"/>
                  </a:lnTo>
                  <a:lnTo>
                    <a:pt x="8243" y="29635"/>
                  </a:lnTo>
                  <a:lnTo>
                    <a:pt x="9594" y="34760"/>
                  </a:lnTo>
                  <a:lnTo>
                    <a:pt x="9712" y="37224"/>
                  </a:lnTo>
                  <a:lnTo>
                    <a:pt x="9587" y="38332"/>
                  </a:lnTo>
                  <a:lnTo>
                    <a:pt x="9025" y="37692"/>
                  </a:lnTo>
                  <a:lnTo>
                    <a:pt x="7411" y="31880"/>
                  </a:lnTo>
                  <a:lnTo>
                    <a:pt x="5566" y="29373"/>
                  </a:lnTo>
                  <a:lnTo>
                    <a:pt x="5355" y="28293"/>
                  </a:lnTo>
                  <a:lnTo>
                    <a:pt x="3492" y="24906"/>
                  </a:lnTo>
                  <a:lnTo>
                    <a:pt x="2241" y="19204"/>
                  </a:lnTo>
                  <a:lnTo>
                    <a:pt x="890" y="9060"/>
                  </a:lnTo>
                  <a:lnTo>
                    <a:pt x="1525" y="6657"/>
                  </a:lnTo>
                  <a:lnTo>
                    <a:pt x="0" y="1737"/>
                  </a:lnTo>
                  <a:lnTo>
                    <a:pt x="72" y="421"/>
                  </a:lnTo>
                  <a:lnTo>
                    <a:pt x="717" y="721"/>
                  </a:lnTo>
                  <a:lnTo>
                    <a:pt x="1164" y="660"/>
                  </a:lnTo>
                  <a:lnTo>
                    <a:pt x="1378" y="75"/>
                  </a:lnTo>
                  <a:close/>
                </a:path>
              </a:pathLst>
            </a:custGeom>
            <a:solidFill>
              <a:srgbClr val="F4F9F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2" name="pg1371"/>
            <p:cNvSpPr/>
            <p:nvPr/>
          </p:nvSpPr>
          <p:spPr>
            <a:xfrm>
              <a:off x="5304057" y="3869449"/>
              <a:ext cx="8401" cy="19097"/>
            </a:xfrm>
            <a:custGeom>
              <a:avLst/>
              <a:pathLst>
                <a:path w="8401" h="19097">
                  <a:moveTo>
                    <a:pt x="6736" y="8169"/>
                  </a:moveTo>
                  <a:lnTo>
                    <a:pt x="7511" y="10587"/>
                  </a:lnTo>
                  <a:lnTo>
                    <a:pt x="8401" y="15974"/>
                  </a:lnTo>
                  <a:lnTo>
                    <a:pt x="8241" y="17830"/>
                  </a:lnTo>
                  <a:lnTo>
                    <a:pt x="7602" y="17934"/>
                  </a:lnTo>
                  <a:lnTo>
                    <a:pt x="7425" y="19097"/>
                  </a:lnTo>
                  <a:lnTo>
                    <a:pt x="6560" y="16485"/>
                  </a:lnTo>
                  <a:lnTo>
                    <a:pt x="5409" y="15778"/>
                  </a:lnTo>
                  <a:lnTo>
                    <a:pt x="4569" y="14174"/>
                  </a:lnTo>
                  <a:lnTo>
                    <a:pt x="4281" y="10994"/>
                  </a:lnTo>
                  <a:lnTo>
                    <a:pt x="4200" y="8988"/>
                  </a:lnTo>
                  <a:lnTo>
                    <a:pt x="3536" y="8645"/>
                  </a:lnTo>
                  <a:lnTo>
                    <a:pt x="1650" y="9147"/>
                  </a:lnTo>
                  <a:lnTo>
                    <a:pt x="1047" y="10861"/>
                  </a:lnTo>
                  <a:lnTo>
                    <a:pt x="183" y="10316"/>
                  </a:lnTo>
                  <a:lnTo>
                    <a:pt x="0" y="8778"/>
                  </a:lnTo>
                  <a:lnTo>
                    <a:pt x="135" y="7266"/>
                  </a:lnTo>
                  <a:lnTo>
                    <a:pt x="1283" y="5777"/>
                  </a:lnTo>
                  <a:lnTo>
                    <a:pt x="1518" y="3861"/>
                  </a:lnTo>
                  <a:lnTo>
                    <a:pt x="2663" y="559"/>
                  </a:lnTo>
                  <a:lnTo>
                    <a:pt x="3369" y="0"/>
                  </a:lnTo>
                  <a:lnTo>
                    <a:pt x="4704" y="1188"/>
                  </a:lnTo>
                  <a:lnTo>
                    <a:pt x="4870" y="5883"/>
                  </a:lnTo>
                  <a:lnTo>
                    <a:pt x="5351" y="7419"/>
                  </a:lnTo>
                  <a:close/>
                </a:path>
              </a:pathLst>
            </a:custGeom>
            <a:solidFill>
              <a:srgbClr val="F4F9F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3" name="pg1372"/>
            <p:cNvSpPr/>
            <p:nvPr/>
          </p:nvSpPr>
          <p:spPr>
            <a:xfrm>
              <a:off x="5295691" y="3869245"/>
              <a:ext cx="897" cy="7017"/>
            </a:xfrm>
            <a:custGeom>
              <a:avLst/>
              <a:pathLst>
                <a:path w="897" h="7017">
                  <a:moveTo>
                    <a:pt x="792" y="6287"/>
                  </a:moveTo>
                  <a:lnTo>
                    <a:pt x="642" y="7017"/>
                  </a:lnTo>
                  <a:lnTo>
                    <a:pt x="0" y="3373"/>
                  </a:lnTo>
                  <a:lnTo>
                    <a:pt x="32" y="1538"/>
                  </a:lnTo>
                  <a:lnTo>
                    <a:pt x="143" y="360"/>
                  </a:lnTo>
                  <a:lnTo>
                    <a:pt x="378" y="0"/>
                  </a:lnTo>
                  <a:lnTo>
                    <a:pt x="897" y="4060"/>
                  </a:lnTo>
                  <a:close/>
                </a:path>
              </a:pathLst>
            </a:custGeom>
            <a:solidFill>
              <a:srgbClr val="F4F9F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4" name="pg1373"/>
            <p:cNvSpPr/>
            <p:nvPr/>
          </p:nvSpPr>
          <p:spPr>
            <a:xfrm>
              <a:off x="5300858" y="3866192"/>
              <a:ext cx="2989" cy="7912"/>
            </a:xfrm>
            <a:custGeom>
              <a:avLst/>
              <a:pathLst>
                <a:path w="2989" h="7912">
                  <a:moveTo>
                    <a:pt x="2635" y="7465"/>
                  </a:moveTo>
                  <a:lnTo>
                    <a:pt x="2365" y="7912"/>
                  </a:lnTo>
                  <a:lnTo>
                    <a:pt x="1022" y="7742"/>
                  </a:lnTo>
                  <a:lnTo>
                    <a:pt x="0" y="4694"/>
                  </a:lnTo>
                  <a:lnTo>
                    <a:pt x="8" y="2438"/>
                  </a:lnTo>
                  <a:lnTo>
                    <a:pt x="812" y="366"/>
                  </a:lnTo>
                  <a:lnTo>
                    <a:pt x="1782" y="0"/>
                  </a:lnTo>
                  <a:lnTo>
                    <a:pt x="2313" y="802"/>
                  </a:lnTo>
                  <a:lnTo>
                    <a:pt x="2811" y="2533"/>
                  </a:lnTo>
                  <a:lnTo>
                    <a:pt x="2989" y="4741"/>
                  </a:lnTo>
                  <a:lnTo>
                    <a:pt x="2877" y="6688"/>
                  </a:lnTo>
                  <a:close/>
                </a:path>
              </a:pathLst>
            </a:custGeom>
            <a:solidFill>
              <a:srgbClr val="F4F9F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5" name="pg1374"/>
            <p:cNvSpPr/>
            <p:nvPr/>
          </p:nvSpPr>
          <p:spPr>
            <a:xfrm>
              <a:off x="5295232" y="3857875"/>
              <a:ext cx="3783" cy="10720"/>
            </a:xfrm>
            <a:custGeom>
              <a:avLst/>
              <a:pathLst>
                <a:path w="3783" h="10720">
                  <a:moveTo>
                    <a:pt x="2288" y="10313"/>
                  </a:moveTo>
                  <a:lnTo>
                    <a:pt x="2052" y="10720"/>
                  </a:lnTo>
                  <a:lnTo>
                    <a:pt x="1640" y="9124"/>
                  </a:lnTo>
                  <a:lnTo>
                    <a:pt x="1340" y="8625"/>
                  </a:lnTo>
                  <a:lnTo>
                    <a:pt x="1348" y="6847"/>
                  </a:lnTo>
                  <a:lnTo>
                    <a:pt x="104" y="3953"/>
                  </a:lnTo>
                  <a:lnTo>
                    <a:pt x="0" y="1956"/>
                  </a:lnTo>
                  <a:lnTo>
                    <a:pt x="721" y="0"/>
                  </a:lnTo>
                  <a:lnTo>
                    <a:pt x="1693" y="1139"/>
                  </a:lnTo>
                  <a:lnTo>
                    <a:pt x="2656" y="3595"/>
                  </a:lnTo>
                  <a:lnTo>
                    <a:pt x="3783" y="4397"/>
                  </a:lnTo>
                  <a:lnTo>
                    <a:pt x="3551" y="6025"/>
                  </a:lnTo>
                  <a:lnTo>
                    <a:pt x="2536" y="8951"/>
                  </a:lnTo>
                  <a:close/>
                </a:path>
              </a:pathLst>
            </a:custGeom>
            <a:solidFill>
              <a:srgbClr val="F4F9F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6" name="pg1375"/>
            <p:cNvSpPr/>
            <p:nvPr/>
          </p:nvSpPr>
          <p:spPr>
            <a:xfrm>
              <a:off x="5319356" y="3857009"/>
              <a:ext cx="17564" cy="29924"/>
            </a:xfrm>
            <a:custGeom>
              <a:avLst/>
              <a:pathLst>
                <a:path w="17564" h="29924">
                  <a:moveTo>
                    <a:pt x="17543" y="29240"/>
                  </a:moveTo>
                  <a:lnTo>
                    <a:pt x="17564" y="29924"/>
                  </a:lnTo>
                  <a:lnTo>
                    <a:pt x="15906" y="27454"/>
                  </a:lnTo>
                  <a:lnTo>
                    <a:pt x="14648" y="24435"/>
                  </a:lnTo>
                  <a:lnTo>
                    <a:pt x="11064" y="21148"/>
                  </a:lnTo>
                  <a:lnTo>
                    <a:pt x="10294" y="19463"/>
                  </a:lnTo>
                  <a:lnTo>
                    <a:pt x="9647" y="19253"/>
                  </a:lnTo>
                  <a:lnTo>
                    <a:pt x="7808" y="16505"/>
                  </a:lnTo>
                  <a:lnTo>
                    <a:pt x="6004" y="14656"/>
                  </a:lnTo>
                  <a:lnTo>
                    <a:pt x="4900" y="12264"/>
                  </a:lnTo>
                  <a:lnTo>
                    <a:pt x="4620" y="11285"/>
                  </a:lnTo>
                  <a:lnTo>
                    <a:pt x="3956" y="10702"/>
                  </a:lnTo>
                  <a:lnTo>
                    <a:pt x="2823" y="8076"/>
                  </a:lnTo>
                  <a:lnTo>
                    <a:pt x="1722" y="6333"/>
                  </a:lnTo>
                  <a:lnTo>
                    <a:pt x="1332" y="3151"/>
                  </a:lnTo>
                  <a:lnTo>
                    <a:pt x="263" y="958"/>
                  </a:lnTo>
                  <a:lnTo>
                    <a:pt x="0" y="0"/>
                  </a:lnTo>
                  <a:lnTo>
                    <a:pt x="3417" y="1760"/>
                  </a:lnTo>
                  <a:lnTo>
                    <a:pt x="5002" y="5249"/>
                  </a:lnTo>
                  <a:lnTo>
                    <a:pt x="6355" y="7222"/>
                  </a:lnTo>
                  <a:lnTo>
                    <a:pt x="6825" y="8648"/>
                  </a:lnTo>
                  <a:lnTo>
                    <a:pt x="8044" y="10601"/>
                  </a:lnTo>
                  <a:lnTo>
                    <a:pt x="9139" y="10780"/>
                  </a:lnTo>
                  <a:lnTo>
                    <a:pt x="10234" y="12748"/>
                  </a:lnTo>
                  <a:lnTo>
                    <a:pt x="11232" y="13279"/>
                  </a:lnTo>
                  <a:lnTo>
                    <a:pt x="12019" y="14309"/>
                  </a:lnTo>
                  <a:lnTo>
                    <a:pt x="17098" y="23114"/>
                  </a:lnTo>
                  <a:lnTo>
                    <a:pt x="16492" y="25451"/>
                  </a:lnTo>
                  <a:lnTo>
                    <a:pt x="17167" y="27148"/>
                  </a:lnTo>
                  <a:close/>
                </a:path>
              </a:pathLst>
            </a:custGeom>
            <a:solidFill>
              <a:srgbClr val="F4F9F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7" name="pg1376"/>
            <p:cNvSpPr/>
            <p:nvPr/>
          </p:nvSpPr>
          <p:spPr>
            <a:xfrm>
              <a:off x="5285053" y="3840114"/>
              <a:ext cx="2308" cy="4377"/>
            </a:xfrm>
            <a:custGeom>
              <a:avLst/>
              <a:pathLst>
                <a:path w="2308" h="4377">
                  <a:moveTo>
                    <a:pt x="2002" y="3670"/>
                  </a:moveTo>
                  <a:lnTo>
                    <a:pt x="762" y="4377"/>
                  </a:lnTo>
                  <a:lnTo>
                    <a:pt x="0" y="3428"/>
                  </a:lnTo>
                  <a:lnTo>
                    <a:pt x="338" y="1174"/>
                  </a:lnTo>
                  <a:lnTo>
                    <a:pt x="758" y="0"/>
                  </a:lnTo>
                  <a:lnTo>
                    <a:pt x="2308" y="2077"/>
                  </a:lnTo>
                  <a:close/>
                </a:path>
              </a:pathLst>
            </a:custGeom>
            <a:solidFill>
              <a:srgbClr val="F4F9F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8" name="pg1377"/>
            <p:cNvSpPr/>
            <p:nvPr/>
          </p:nvSpPr>
          <p:spPr>
            <a:xfrm>
              <a:off x="5294617" y="3829356"/>
              <a:ext cx="13155" cy="24135"/>
            </a:xfrm>
            <a:custGeom>
              <a:avLst/>
              <a:pathLst>
                <a:path w="13155" h="24135">
                  <a:moveTo>
                    <a:pt x="12761" y="21319"/>
                  </a:moveTo>
                  <a:lnTo>
                    <a:pt x="13155" y="22360"/>
                  </a:lnTo>
                  <a:lnTo>
                    <a:pt x="12201" y="24135"/>
                  </a:lnTo>
                  <a:lnTo>
                    <a:pt x="10941" y="23171"/>
                  </a:lnTo>
                  <a:lnTo>
                    <a:pt x="10670" y="22176"/>
                  </a:lnTo>
                  <a:lnTo>
                    <a:pt x="10638" y="21648"/>
                  </a:lnTo>
                  <a:lnTo>
                    <a:pt x="9759" y="21988"/>
                  </a:lnTo>
                  <a:lnTo>
                    <a:pt x="8008" y="21120"/>
                  </a:lnTo>
                  <a:lnTo>
                    <a:pt x="5574" y="16889"/>
                  </a:lnTo>
                  <a:lnTo>
                    <a:pt x="3001" y="8925"/>
                  </a:lnTo>
                  <a:lnTo>
                    <a:pt x="522" y="4513"/>
                  </a:lnTo>
                  <a:lnTo>
                    <a:pt x="60" y="3142"/>
                  </a:lnTo>
                  <a:lnTo>
                    <a:pt x="0" y="868"/>
                  </a:lnTo>
                  <a:lnTo>
                    <a:pt x="331" y="0"/>
                  </a:lnTo>
                  <a:lnTo>
                    <a:pt x="1871" y="949"/>
                  </a:lnTo>
                  <a:lnTo>
                    <a:pt x="3861" y="4585"/>
                  </a:lnTo>
                  <a:lnTo>
                    <a:pt x="7129" y="8365"/>
                  </a:lnTo>
                  <a:lnTo>
                    <a:pt x="8020" y="10293"/>
                  </a:lnTo>
                  <a:lnTo>
                    <a:pt x="8587" y="14918"/>
                  </a:lnTo>
                  <a:lnTo>
                    <a:pt x="9141" y="16295"/>
                  </a:lnTo>
                  <a:lnTo>
                    <a:pt x="10903" y="19844"/>
                  </a:lnTo>
                  <a:lnTo>
                    <a:pt x="11834" y="20675"/>
                  </a:lnTo>
                  <a:lnTo>
                    <a:pt x="12327" y="20825"/>
                  </a:lnTo>
                  <a:close/>
                </a:path>
              </a:pathLst>
            </a:custGeom>
            <a:solidFill>
              <a:srgbClr val="F4F9F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9" name="pg1378"/>
            <p:cNvSpPr/>
            <p:nvPr/>
          </p:nvSpPr>
          <p:spPr>
            <a:xfrm>
              <a:off x="3204200" y="3408398"/>
              <a:ext cx="5564" cy="6706"/>
            </a:xfrm>
            <a:custGeom>
              <a:avLst/>
              <a:pathLst>
                <a:path w="5564" h="6706">
                  <a:moveTo>
                    <a:pt x="5251" y="5935"/>
                  </a:moveTo>
                  <a:lnTo>
                    <a:pt x="5071" y="6706"/>
                  </a:lnTo>
                  <a:lnTo>
                    <a:pt x="4250" y="4807"/>
                  </a:lnTo>
                  <a:lnTo>
                    <a:pt x="0" y="1960"/>
                  </a:lnTo>
                  <a:lnTo>
                    <a:pt x="1199" y="448"/>
                  </a:lnTo>
                  <a:lnTo>
                    <a:pt x="4150" y="0"/>
                  </a:lnTo>
                  <a:lnTo>
                    <a:pt x="5027" y="881"/>
                  </a:lnTo>
                  <a:lnTo>
                    <a:pt x="5418" y="1618"/>
                  </a:lnTo>
                  <a:lnTo>
                    <a:pt x="5564" y="3016"/>
                  </a:lnTo>
                  <a:close/>
                </a:path>
              </a:pathLst>
            </a:custGeom>
            <a:solidFill>
              <a:srgbClr val="FFFEF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0" name="pg1379"/>
            <p:cNvSpPr/>
            <p:nvPr/>
          </p:nvSpPr>
          <p:spPr>
            <a:xfrm>
              <a:off x="3199991" y="3338682"/>
              <a:ext cx="37136" cy="91306"/>
            </a:xfrm>
            <a:custGeom>
              <a:avLst/>
              <a:pathLst>
                <a:path w="37136" h="91306">
                  <a:moveTo>
                    <a:pt x="37136" y="44659"/>
                  </a:moveTo>
                  <a:lnTo>
                    <a:pt x="37105" y="45577"/>
                  </a:lnTo>
                  <a:lnTo>
                    <a:pt x="36748" y="49810"/>
                  </a:lnTo>
                  <a:lnTo>
                    <a:pt x="36190" y="53442"/>
                  </a:lnTo>
                  <a:lnTo>
                    <a:pt x="35824" y="54338"/>
                  </a:lnTo>
                  <a:lnTo>
                    <a:pt x="34254" y="55293"/>
                  </a:lnTo>
                  <a:lnTo>
                    <a:pt x="33586" y="56893"/>
                  </a:lnTo>
                  <a:lnTo>
                    <a:pt x="33010" y="62055"/>
                  </a:lnTo>
                  <a:lnTo>
                    <a:pt x="32641" y="66105"/>
                  </a:lnTo>
                  <a:lnTo>
                    <a:pt x="32100" y="66784"/>
                  </a:lnTo>
                  <a:lnTo>
                    <a:pt x="29795" y="72640"/>
                  </a:lnTo>
                  <a:lnTo>
                    <a:pt x="28288" y="74862"/>
                  </a:lnTo>
                  <a:lnTo>
                    <a:pt x="27237" y="76766"/>
                  </a:lnTo>
                  <a:lnTo>
                    <a:pt x="26241" y="79254"/>
                  </a:lnTo>
                  <a:lnTo>
                    <a:pt x="24988" y="81671"/>
                  </a:lnTo>
                  <a:lnTo>
                    <a:pt x="23643" y="85747"/>
                  </a:lnTo>
                  <a:lnTo>
                    <a:pt x="22682" y="89986"/>
                  </a:lnTo>
                  <a:lnTo>
                    <a:pt x="22028" y="91306"/>
                  </a:lnTo>
                  <a:lnTo>
                    <a:pt x="21535" y="90111"/>
                  </a:lnTo>
                  <a:lnTo>
                    <a:pt x="19240" y="85927"/>
                  </a:lnTo>
                  <a:lnTo>
                    <a:pt x="16825" y="83121"/>
                  </a:lnTo>
                  <a:lnTo>
                    <a:pt x="11674" y="78444"/>
                  </a:lnTo>
                  <a:lnTo>
                    <a:pt x="9958" y="77130"/>
                  </a:lnTo>
                  <a:lnTo>
                    <a:pt x="10020" y="75469"/>
                  </a:lnTo>
                  <a:lnTo>
                    <a:pt x="10611" y="72439"/>
                  </a:lnTo>
                  <a:lnTo>
                    <a:pt x="9652" y="68873"/>
                  </a:lnTo>
                  <a:lnTo>
                    <a:pt x="10024" y="66286"/>
                  </a:lnTo>
                  <a:lnTo>
                    <a:pt x="9652" y="66283"/>
                  </a:lnTo>
                  <a:lnTo>
                    <a:pt x="8915" y="67843"/>
                  </a:lnTo>
                  <a:lnTo>
                    <a:pt x="7343" y="67391"/>
                  </a:lnTo>
                  <a:lnTo>
                    <a:pt x="6302" y="65168"/>
                  </a:lnTo>
                  <a:lnTo>
                    <a:pt x="5451" y="64352"/>
                  </a:lnTo>
                  <a:lnTo>
                    <a:pt x="5080" y="63231"/>
                  </a:lnTo>
                  <a:lnTo>
                    <a:pt x="4535" y="57365"/>
                  </a:lnTo>
                  <a:lnTo>
                    <a:pt x="4142" y="54701"/>
                  </a:lnTo>
                  <a:lnTo>
                    <a:pt x="3354" y="53058"/>
                  </a:lnTo>
                  <a:lnTo>
                    <a:pt x="1773" y="52654"/>
                  </a:lnTo>
                  <a:lnTo>
                    <a:pt x="1121" y="49071"/>
                  </a:lnTo>
                  <a:lnTo>
                    <a:pt x="245" y="46297"/>
                  </a:lnTo>
                  <a:lnTo>
                    <a:pt x="388" y="44587"/>
                  </a:lnTo>
                  <a:lnTo>
                    <a:pt x="1102" y="44685"/>
                  </a:lnTo>
                  <a:lnTo>
                    <a:pt x="1662" y="45926"/>
                  </a:lnTo>
                  <a:lnTo>
                    <a:pt x="2562" y="46444"/>
                  </a:lnTo>
                  <a:lnTo>
                    <a:pt x="3682" y="43439"/>
                  </a:lnTo>
                  <a:lnTo>
                    <a:pt x="4685" y="41811"/>
                  </a:lnTo>
                  <a:lnTo>
                    <a:pt x="4918" y="40386"/>
                  </a:lnTo>
                  <a:lnTo>
                    <a:pt x="4796" y="39604"/>
                  </a:lnTo>
                  <a:lnTo>
                    <a:pt x="4186" y="40818"/>
                  </a:lnTo>
                  <a:lnTo>
                    <a:pt x="2522" y="40505"/>
                  </a:lnTo>
                  <a:lnTo>
                    <a:pt x="2110" y="41598"/>
                  </a:lnTo>
                  <a:lnTo>
                    <a:pt x="1367" y="41948"/>
                  </a:lnTo>
                  <a:lnTo>
                    <a:pt x="792" y="38432"/>
                  </a:lnTo>
                  <a:lnTo>
                    <a:pt x="820" y="36362"/>
                  </a:lnTo>
                  <a:lnTo>
                    <a:pt x="1058" y="34082"/>
                  </a:lnTo>
                  <a:lnTo>
                    <a:pt x="2734" y="33691"/>
                  </a:lnTo>
                  <a:lnTo>
                    <a:pt x="2877" y="32958"/>
                  </a:lnTo>
                  <a:lnTo>
                    <a:pt x="1714" y="32469"/>
                  </a:lnTo>
                  <a:lnTo>
                    <a:pt x="259" y="29818"/>
                  </a:lnTo>
                  <a:lnTo>
                    <a:pt x="0" y="27992"/>
                  </a:lnTo>
                  <a:lnTo>
                    <a:pt x="721" y="27374"/>
                  </a:lnTo>
                  <a:lnTo>
                    <a:pt x="1410" y="27647"/>
                  </a:lnTo>
                  <a:lnTo>
                    <a:pt x="2008" y="28041"/>
                  </a:lnTo>
                  <a:lnTo>
                    <a:pt x="2657" y="27389"/>
                  </a:lnTo>
                  <a:lnTo>
                    <a:pt x="3265" y="26386"/>
                  </a:lnTo>
                  <a:lnTo>
                    <a:pt x="3628" y="25105"/>
                  </a:lnTo>
                  <a:lnTo>
                    <a:pt x="4120" y="21665"/>
                  </a:lnTo>
                  <a:lnTo>
                    <a:pt x="5695" y="20515"/>
                  </a:lnTo>
                  <a:lnTo>
                    <a:pt x="6624" y="18407"/>
                  </a:lnTo>
                  <a:lnTo>
                    <a:pt x="7505" y="15139"/>
                  </a:lnTo>
                  <a:lnTo>
                    <a:pt x="7910" y="12842"/>
                  </a:lnTo>
                  <a:lnTo>
                    <a:pt x="8273" y="11698"/>
                  </a:lnTo>
                  <a:lnTo>
                    <a:pt x="8502" y="10705"/>
                  </a:lnTo>
                  <a:lnTo>
                    <a:pt x="8672" y="9614"/>
                  </a:lnTo>
                  <a:lnTo>
                    <a:pt x="9067" y="8615"/>
                  </a:lnTo>
                  <a:lnTo>
                    <a:pt x="9480" y="6185"/>
                  </a:lnTo>
                  <a:lnTo>
                    <a:pt x="9763" y="3970"/>
                  </a:lnTo>
                  <a:lnTo>
                    <a:pt x="10670" y="2907"/>
                  </a:lnTo>
                  <a:lnTo>
                    <a:pt x="12524" y="1972"/>
                  </a:lnTo>
                  <a:lnTo>
                    <a:pt x="14195" y="3579"/>
                  </a:lnTo>
                  <a:lnTo>
                    <a:pt x="16904" y="2180"/>
                  </a:lnTo>
                  <a:lnTo>
                    <a:pt x="17048" y="103"/>
                  </a:lnTo>
                  <a:lnTo>
                    <a:pt x="19529" y="69"/>
                  </a:lnTo>
                  <a:lnTo>
                    <a:pt x="22467" y="31"/>
                  </a:lnTo>
                  <a:lnTo>
                    <a:pt x="24914" y="0"/>
                  </a:lnTo>
                  <a:lnTo>
                    <a:pt x="25753" y="555"/>
                  </a:lnTo>
                  <a:lnTo>
                    <a:pt x="26059" y="2103"/>
                  </a:lnTo>
                  <a:lnTo>
                    <a:pt x="26863" y="4531"/>
                  </a:lnTo>
                  <a:lnTo>
                    <a:pt x="27705" y="6211"/>
                  </a:lnTo>
                  <a:lnTo>
                    <a:pt x="28746" y="9896"/>
                  </a:lnTo>
                  <a:lnTo>
                    <a:pt x="29959" y="14185"/>
                  </a:lnTo>
                  <a:lnTo>
                    <a:pt x="31270" y="18059"/>
                  </a:lnTo>
                  <a:lnTo>
                    <a:pt x="32110" y="20160"/>
                  </a:lnTo>
                  <a:lnTo>
                    <a:pt x="32206" y="20896"/>
                  </a:lnTo>
                  <a:lnTo>
                    <a:pt x="32145" y="21730"/>
                  </a:lnTo>
                  <a:lnTo>
                    <a:pt x="31731" y="23699"/>
                  </a:lnTo>
                  <a:lnTo>
                    <a:pt x="31376" y="25830"/>
                  </a:lnTo>
                  <a:lnTo>
                    <a:pt x="31412" y="26631"/>
                  </a:lnTo>
                  <a:lnTo>
                    <a:pt x="31661" y="27032"/>
                  </a:lnTo>
                  <a:lnTo>
                    <a:pt x="33030" y="27697"/>
                  </a:lnTo>
                  <a:lnTo>
                    <a:pt x="33156" y="30072"/>
                  </a:lnTo>
                  <a:lnTo>
                    <a:pt x="33157" y="33359"/>
                  </a:lnTo>
                  <a:lnTo>
                    <a:pt x="33822" y="36427"/>
                  </a:lnTo>
                  <a:lnTo>
                    <a:pt x="34454" y="38679"/>
                  </a:lnTo>
                  <a:lnTo>
                    <a:pt x="34422" y="39484"/>
                  </a:lnTo>
                  <a:lnTo>
                    <a:pt x="32875" y="43335"/>
                  </a:lnTo>
                  <a:lnTo>
                    <a:pt x="32272" y="47158"/>
                  </a:lnTo>
                  <a:lnTo>
                    <a:pt x="31966" y="48233"/>
                  </a:lnTo>
                  <a:lnTo>
                    <a:pt x="31843" y="49089"/>
                  </a:lnTo>
                  <a:lnTo>
                    <a:pt x="32154" y="49490"/>
                  </a:lnTo>
                  <a:lnTo>
                    <a:pt x="32577" y="49236"/>
                  </a:lnTo>
                  <a:lnTo>
                    <a:pt x="33177" y="49555"/>
                  </a:lnTo>
                  <a:lnTo>
                    <a:pt x="33748" y="49667"/>
                  </a:lnTo>
                  <a:lnTo>
                    <a:pt x="34505" y="48295"/>
                  </a:lnTo>
                  <a:lnTo>
                    <a:pt x="35763" y="44783"/>
                  </a:lnTo>
                  <a:lnTo>
                    <a:pt x="36187" y="44353"/>
                  </a:lnTo>
                  <a:close/>
                </a:path>
              </a:pathLst>
            </a:custGeom>
            <a:solidFill>
              <a:srgbClr val="FFFEF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1" name="pg1380"/>
            <p:cNvSpPr/>
            <p:nvPr/>
          </p:nvSpPr>
          <p:spPr>
            <a:xfrm>
              <a:off x="2252130" y="3207645"/>
              <a:ext cx="29499" cy="37441"/>
            </a:xfrm>
            <a:custGeom>
              <a:avLst/>
              <a:pathLst>
                <a:path w="29499" h="37441">
                  <a:moveTo>
                    <a:pt x="9172" y="445"/>
                  </a:moveTo>
                  <a:lnTo>
                    <a:pt x="9484" y="582"/>
                  </a:lnTo>
                  <a:lnTo>
                    <a:pt x="11547" y="2092"/>
                  </a:lnTo>
                  <a:lnTo>
                    <a:pt x="12159" y="1799"/>
                  </a:lnTo>
                  <a:lnTo>
                    <a:pt x="12941" y="3012"/>
                  </a:lnTo>
                  <a:lnTo>
                    <a:pt x="13315" y="3963"/>
                  </a:lnTo>
                  <a:lnTo>
                    <a:pt x="13644" y="5270"/>
                  </a:lnTo>
                  <a:lnTo>
                    <a:pt x="15271" y="7902"/>
                  </a:lnTo>
                  <a:lnTo>
                    <a:pt x="15547" y="9052"/>
                  </a:lnTo>
                  <a:lnTo>
                    <a:pt x="16764" y="10603"/>
                  </a:lnTo>
                  <a:lnTo>
                    <a:pt x="17254" y="11790"/>
                  </a:lnTo>
                  <a:lnTo>
                    <a:pt x="17772" y="12279"/>
                  </a:lnTo>
                  <a:lnTo>
                    <a:pt x="18790" y="12734"/>
                  </a:lnTo>
                  <a:lnTo>
                    <a:pt x="19661" y="13360"/>
                  </a:lnTo>
                  <a:lnTo>
                    <a:pt x="19762" y="13796"/>
                  </a:lnTo>
                  <a:lnTo>
                    <a:pt x="19845" y="15559"/>
                  </a:lnTo>
                  <a:lnTo>
                    <a:pt x="20030" y="17045"/>
                  </a:lnTo>
                  <a:lnTo>
                    <a:pt x="20444" y="17142"/>
                  </a:lnTo>
                  <a:lnTo>
                    <a:pt x="20945" y="16420"/>
                  </a:lnTo>
                  <a:lnTo>
                    <a:pt x="22577" y="14432"/>
                  </a:lnTo>
                  <a:lnTo>
                    <a:pt x="24122" y="13112"/>
                  </a:lnTo>
                  <a:lnTo>
                    <a:pt x="24993" y="13903"/>
                  </a:lnTo>
                  <a:lnTo>
                    <a:pt x="25508" y="15556"/>
                  </a:lnTo>
                  <a:lnTo>
                    <a:pt x="26097" y="16295"/>
                  </a:lnTo>
                  <a:lnTo>
                    <a:pt x="27319" y="15842"/>
                  </a:lnTo>
                  <a:lnTo>
                    <a:pt x="28426" y="15989"/>
                  </a:lnTo>
                  <a:lnTo>
                    <a:pt x="29300" y="17435"/>
                  </a:lnTo>
                  <a:lnTo>
                    <a:pt x="29499" y="18273"/>
                  </a:lnTo>
                  <a:lnTo>
                    <a:pt x="28965" y="23082"/>
                  </a:lnTo>
                  <a:lnTo>
                    <a:pt x="28772" y="25139"/>
                  </a:lnTo>
                  <a:lnTo>
                    <a:pt x="28677" y="26881"/>
                  </a:lnTo>
                  <a:lnTo>
                    <a:pt x="28991" y="27335"/>
                  </a:lnTo>
                  <a:lnTo>
                    <a:pt x="29297" y="28012"/>
                  </a:lnTo>
                  <a:lnTo>
                    <a:pt x="29231" y="28950"/>
                  </a:lnTo>
                  <a:lnTo>
                    <a:pt x="28279" y="30492"/>
                  </a:lnTo>
                  <a:lnTo>
                    <a:pt x="27980" y="30887"/>
                  </a:lnTo>
                  <a:lnTo>
                    <a:pt x="28198" y="33861"/>
                  </a:lnTo>
                  <a:lnTo>
                    <a:pt x="27491" y="35656"/>
                  </a:lnTo>
                  <a:lnTo>
                    <a:pt x="26839" y="36949"/>
                  </a:lnTo>
                  <a:lnTo>
                    <a:pt x="25697" y="37301"/>
                  </a:lnTo>
                  <a:lnTo>
                    <a:pt x="23757" y="37441"/>
                  </a:lnTo>
                  <a:lnTo>
                    <a:pt x="20839" y="35978"/>
                  </a:lnTo>
                  <a:lnTo>
                    <a:pt x="18686" y="33982"/>
                  </a:lnTo>
                  <a:lnTo>
                    <a:pt x="17525" y="33969"/>
                  </a:lnTo>
                  <a:lnTo>
                    <a:pt x="17893" y="34629"/>
                  </a:lnTo>
                  <a:lnTo>
                    <a:pt x="18810" y="35049"/>
                  </a:lnTo>
                  <a:lnTo>
                    <a:pt x="20015" y="36461"/>
                  </a:lnTo>
                  <a:lnTo>
                    <a:pt x="19668" y="36852"/>
                  </a:lnTo>
                  <a:lnTo>
                    <a:pt x="15287" y="33917"/>
                  </a:lnTo>
                  <a:lnTo>
                    <a:pt x="10220" y="28161"/>
                  </a:lnTo>
                  <a:lnTo>
                    <a:pt x="7189" y="27243"/>
                  </a:lnTo>
                  <a:lnTo>
                    <a:pt x="3722" y="25737"/>
                  </a:lnTo>
                  <a:lnTo>
                    <a:pt x="1671" y="22101"/>
                  </a:lnTo>
                  <a:lnTo>
                    <a:pt x="131" y="20524"/>
                  </a:lnTo>
                  <a:lnTo>
                    <a:pt x="0" y="19150"/>
                  </a:lnTo>
                  <a:lnTo>
                    <a:pt x="14" y="17621"/>
                  </a:lnTo>
                  <a:lnTo>
                    <a:pt x="712" y="15573"/>
                  </a:lnTo>
                  <a:lnTo>
                    <a:pt x="2014" y="12816"/>
                  </a:lnTo>
                  <a:lnTo>
                    <a:pt x="2877" y="11391"/>
                  </a:lnTo>
                  <a:lnTo>
                    <a:pt x="3281" y="11111"/>
                  </a:lnTo>
                  <a:lnTo>
                    <a:pt x="3852" y="11258"/>
                  </a:lnTo>
                  <a:lnTo>
                    <a:pt x="4399" y="10463"/>
                  </a:lnTo>
                  <a:lnTo>
                    <a:pt x="4871" y="8563"/>
                  </a:lnTo>
                  <a:lnTo>
                    <a:pt x="5363" y="7339"/>
                  </a:lnTo>
                  <a:lnTo>
                    <a:pt x="6609" y="6100"/>
                  </a:lnTo>
                  <a:lnTo>
                    <a:pt x="6894" y="5609"/>
                  </a:lnTo>
                  <a:lnTo>
                    <a:pt x="6797" y="4546"/>
                  </a:lnTo>
                  <a:lnTo>
                    <a:pt x="6527" y="2483"/>
                  </a:lnTo>
                  <a:lnTo>
                    <a:pt x="6568" y="1211"/>
                  </a:lnTo>
                  <a:lnTo>
                    <a:pt x="6976" y="626"/>
                  </a:lnTo>
                  <a:lnTo>
                    <a:pt x="7465" y="512"/>
                  </a:lnTo>
                  <a:lnTo>
                    <a:pt x="8478" y="0"/>
                  </a:lnTo>
                  <a:lnTo>
                    <a:pt x="8917" y="10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2" name="pg1381"/>
            <p:cNvSpPr/>
            <p:nvPr/>
          </p:nvSpPr>
          <p:spPr>
            <a:xfrm>
              <a:off x="3516996" y="2334215"/>
              <a:ext cx="1453" cy="2826"/>
            </a:xfrm>
            <a:custGeom>
              <a:avLst/>
              <a:pathLst>
                <a:path w="1453" h="2826">
                  <a:moveTo>
                    <a:pt x="0" y="1630"/>
                  </a:moveTo>
                  <a:lnTo>
                    <a:pt x="545" y="216"/>
                  </a:lnTo>
                  <a:lnTo>
                    <a:pt x="1318" y="0"/>
                  </a:lnTo>
                  <a:lnTo>
                    <a:pt x="1453" y="1086"/>
                  </a:lnTo>
                  <a:lnTo>
                    <a:pt x="1090" y="2610"/>
                  </a:lnTo>
                  <a:lnTo>
                    <a:pt x="363" y="2826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3" name="pg1382"/>
            <p:cNvSpPr/>
            <p:nvPr/>
          </p:nvSpPr>
          <p:spPr>
            <a:xfrm>
              <a:off x="3890393" y="3294262"/>
              <a:ext cx="77520" cy="103502"/>
            </a:xfrm>
            <a:custGeom>
              <a:avLst/>
              <a:pathLst>
                <a:path w="77520" h="103502">
                  <a:moveTo>
                    <a:pt x="77520" y="7131"/>
                  </a:moveTo>
                  <a:lnTo>
                    <a:pt x="77519" y="15291"/>
                  </a:lnTo>
                  <a:lnTo>
                    <a:pt x="77519" y="23213"/>
                  </a:lnTo>
                  <a:lnTo>
                    <a:pt x="77517" y="31515"/>
                  </a:lnTo>
                  <a:lnTo>
                    <a:pt x="77516" y="45101"/>
                  </a:lnTo>
                  <a:lnTo>
                    <a:pt x="77516" y="50002"/>
                  </a:lnTo>
                  <a:lnTo>
                    <a:pt x="77514" y="57197"/>
                  </a:lnTo>
                  <a:lnTo>
                    <a:pt x="77514" y="60517"/>
                  </a:lnTo>
                  <a:lnTo>
                    <a:pt x="75730" y="66990"/>
                  </a:lnTo>
                  <a:lnTo>
                    <a:pt x="73547" y="74912"/>
                  </a:lnTo>
                  <a:lnTo>
                    <a:pt x="71227" y="83334"/>
                  </a:lnTo>
                  <a:lnTo>
                    <a:pt x="69304" y="90315"/>
                  </a:lnTo>
                  <a:lnTo>
                    <a:pt x="67502" y="96851"/>
                  </a:lnTo>
                  <a:lnTo>
                    <a:pt x="65669" y="103502"/>
                  </a:lnTo>
                  <a:lnTo>
                    <a:pt x="61467" y="103502"/>
                  </a:lnTo>
                  <a:lnTo>
                    <a:pt x="57370" y="103502"/>
                  </a:lnTo>
                  <a:lnTo>
                    <a:pt x="53329" y="103502"/>
                  </a:lnTo>
                  <a:lnTo>
                    <a:pt x="52605" y="102643"/>
                  </a:lnTo>
                  <a:lnTo>
                    <a:pt x="49214" y="99924"/>
                  </a:lnTo>
                  <a:lnTo>
                    <a:pt x="44911" y="96473"/>
                  </a:lnTo>
                  <a:lnTo>
                    <a:pt x="39571" y="92190"/>
                  </a:lnTo>
                  <a:lnTo>
                    <a:pt x="35773" y="89143"/>
                  </a:lnTo>
                  <a:lnTo>
                    <a:pt x="31719" y="85957"/>
                  </a:lnTo>
                  <a:lnTo>
                    <a:pt x="27605" y="82725"/>
                  </a:lnTo>
                  <a:lnTo>
                    <a:pt x="24378" y="80187"/>
                  </a:lnTo>
                  <a:lnTo>
                    <a:pt x="20358" y="77026"/>
                  </a:lnTo>
                  <a:lnTo>
                    <a:pt x="16861" y="74279"/>
                  </a:lnTo>
                  <a:lnTo>
                    <a:pt x="16379" y="73605"/>
                  </a:lnTo>
                  <a:lnTo>
                    <a:pt x="14441" y="69411"/>
                  </a:lnTo>
                  <a:lnTo>
                    <a:pt x="11896" y="63896"/>
                  </a:lnTo>
                  <a:lnTo>
                    <a:pt x="11409" y="63798"/>
                  </a:lnTo>
                  <a:lnTo>
                    <a:pt x="10193" y="62653"/>
                  </a:lnTo>
                  <a:lnTo>
                    <a:pt x="9105" y="59675"/>
                  </a:lnTo>
                  <a:lnTo>
                    <a:pt x="7979" y="55869"/>
                  </a:lnTo>
                  <a:lnTo>
                    <a:pt x="6935" y="51109"/>
                  </a:lnTo>
                  <a:lnTo>
                    <a:pt x="6480" y="47864"/>
                  </a:lnTo>
                  <a:lnTo>
                    <a:pt x="5090" y="46497"/>
                  </a:lnTo>
                  <a:lnTo>
                    <a:pt x="4421" y="43945"/>
                  </a:lnTo>
                  <a:lnTo>
                    <a:pt x="3159" y="40156"/>
                  </a:lnTo>
                  <a:lnTo>
                    <a:pt x="2284" y="38317"/>
                  </a:lnTo>
                  <a:lnTo>
                    <a:pt x="1973" y="36712"/>
                  </a:lnTo>
                  <a:lnTo>
                    <a:pt x="1570" y="33395"/>
                  </a:lnTo>
                  <a:lnTo>
                    <a:pt x="848" y="29787"/>
                  </a:lnTo>
                  <a:lnTo>
                    <a:pt x="157" y="27546"/>
                  </a:lnTo>
                  <a:lnTo>
                    <a:pt x="0" y="26588"/>
                  </a:lnTo>
                  <a:lnTo>
                    <a:pt x="38" y="25956"/>
                  </a:lnTo>
                  <a:lnTo>
                    <a:pt x="1315" y="21065"/>
                  </a:lnTo>
                  <a:lnTo>
                    <a:pt x="1891" y="19319"/>
                  </a:lnTo>
                  <a:lnTo>
                    <a:pt x="2547" y="17628"/>
                  </a:lnTo>
                  <a:lnTo>
                    <a:pt x="3081" y="15943"/>
                  </a:lnTo>
                  <a:lnTo>
                    <a:pt x="3286" y="14788"/>
                  </a:lnTo>
                  <a:lnTo>
                    <a:pt x="4839" y="9026"/>
                  </a:lnTo>
                  <a:lnTo>
                    <a:pt x="6206" y="3962"/>
                  </a:lnTo>
                  <a:lnTo>
                    <a:pt x="7274" y="0"/>
                  </a:lnTo>
                  <a:lnTo>
                    <a:pt x="9683" y="4531"/>
                  </a:lnTo>
                  <a:lnTo>
                    <a:pt x="12027" y="13721"/>
                  </a:lnTo>
                  <a:lnTo>
                    <a:pt x="14761" y="21143"/>
                  </a:lnTo>
                  <a:lnTo>
                    <a:pt x="18531" y="28042"/>
                  </a:lnTo>
                  <a:lnTo>
                    <a:pt x="20025" y="30374"/>
                  </a:lnTo>
                  <a:lnTo>
                    <a:pt x="21348" y="31605"/>
                  </a:lnTo>
                  <a:lnTo>
                    <a:pt x="28215" y="31413"/>
                  </a:lnTo>
                  <a:lnTo>
                    <a:pt x="33086" y="25118"/>
                  </a:lnTo>
                  <a:lnTo>
                    <a:pt x="37506" y="20563"/>
                  </a:lnTo>
                  <a:lnTo>
                    <a:pt x="38996" y="19618"/>
                  </a:lnTo>
                  <a:lnTo>
                    <a:pt x="41561" y="20864"/>
                  </a:lnTo>
                  <a:lnTo>
                    <a:pt x="44392" y="21236"/>
                  </a:lnTo>
                  <a:lnTo>
                    <a:pt x="46938" y="22623"/>
                  </a:lnTo>
                  <a:lnTo>
                    <a:pt x="48231" y="22274"/>
                  </a:lnTo>
                  <a:lnTo>
                    <a:pt x="53270" y="16973"/>
                  </a:lnTo>
                  <a:lnTo>
                    <a:pt x="56437" y="11816"/>
                  </a:lnTo>
                  <a:lnTo>
                    <a:pt x="58596" y="9626"/>
                  </a:lnTo>
                  <a:lnTo>
                    <a:pt x="59445" y="9603"/>
                  </a:lnTo>
                  <a:lnTo>
                    <a:pt x="62390" y="11458"/>
                  </a:lnTo>
                  <a:lnTo>
                    <a:pt x="66175" y="10650"/>
                  </a:lnTo>
                  <a:lnTo>
                    <a:pt x="71354" y="6195"/>
                  </a:lnTo>
                  <a:lnTo>
                    <a:pt x="73003" y="5298"/>
                  </a:lnTo>
                  <a:lnTo>
                    <a:pt x="74260" y="5234"/>
                  </a:lnTo>
                  <a:lnTo>
                    <a:pt x="77082" y="7237"/>
                  </a:lnTo>
                  <a:close/>
                </a:path>
              </a:pathLst>
            </a:custGeom>
            <a:solidFill>
              <a:srgbClr val="C9E1C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4" name="pg1383"/>
            <p:cNvSpPr/>
            <p:nvPr/>
          </p:nvSpPr>
          <p:spPr>
            <a:xfrm>
              <a:off x="3869514" y="3279963"/>
              <a:ext cx="128652" cy="404201"/>
            </a:xfrm>
            <a:custGeom>
              <a:avLst/>
              <a:pathLst>
                <a:path w="128652" h="404201">
                  <a:moveTo>
                    <a:pt x="7012" y="404201"/>
                  </a:moveTo>
                  <a:lnTo>
                    <a:pt x="7072" y="401774"/>
                  </a:lnTo>
                  <a:lnTo>
                    <a:pt x="6878" y="400565"/>
                  </a:lnTo>
                  <a:lnTo>
                    <a:pt x="5707" y="396938"/>
                  </a:lnTo>
                  <a:lnTo>
                    <a:pt x="3521" y="390171"/>
                  </a:lnTo>
                  <a:lnTo>
                    <a:pt x="1867" y="385058"/>
                  </a:lnTo>
                  <a:lnTo>
                    <a:pt x="175" y="379823"/>
                  </a:lnTo>
                  <a:lnTo>
                    <a:pt x="169" y="375639"/>
                  </a:lnTo>
                  <a:lnTo>
                    <a:pt x="149" y="363187"/>
                  </a:lnTo>
                  <a:lnTo>
                    <a:pt x="108" y="338286"/>
                  </a:lnTo>
                  <a:lnTo>
                    <a:pt x="68" y="313382"/>
                  </a:lnTo>
                  <a:lnTo>
                    <a:pt x="27" y="288479"/>
                  </a:lnTo>
                  <a:lnTo>
                    <a:pt x="7" y="276028"/>
                  </a:lnTo>
                  <a:lnTo>
                    <a:pt x="0" y="270936"/>
                  </a:lnTo>
                  <a:lnTo>
                    <a:pt x="175" y="270115"/>
                  </a:lnTo>
                  <a:lnTo>
                    <a:pt x="2104" y="265546"/>
                  </a:lnTo>
                  <a:lnTo>
                    <a:pt x="4656" y="259500"/>
                  </a:lnTo>
                  <a:lnTo>
                    <a:pt x="8008" y="248011"/>
                  </a:lnTo>
                  <a:lnTo>
                    <a:pt x="9828" y="241772"/>
                  </a:lnTo>
                  <a:lnTo>
                    <a:pt x="11346" y="236568"/>
                  </a:lnTo>
                  <a:lnTo>
                    <a:pt x="11733" y="234985"/>
                  </a:lnTo>
                  <a:lnTo>
                    <a:pt x="13076" y="231834"/>
                  </a:lnTo>
                  <a:lnTo>
                    <a:pt x="15597" y="229951"/>
                  </a:lnTo>
                  <a:lnTo>
                    <a:pt x="17161" y="229638"/>
                  </a:lnTo>
                  <a:lnTo>
                    <a:pt x="22546" y="227282"/>
                  </a:lnTo>
                  <a:lnTo>
                    <a:pt x="23349" y="226330"/>
                  </a:lnTo>
                  <a:lnTo>
                    <a:pt x="23819" y="225240"/>
                  </a:lnTo>
                  <a:lnTo>
                    <a:pt x="24266" y="222751"/>
                  </a:lnTo>
                  <a:lnTo>
                    <a:pt x="25315" y="219264"/>
                  </a:lnTo>
                  <a:lnTo>
                    <a:pt x="26669" y="216866"/>
                  </a:lnTo>
                  <a:lnTo>
                    <a:pt x="29239" y="213737"/>
                  </a:lnTo>
                  <a:lnTo>
                    <a:pt x="31760" y="211079"/>
                  </a:lnTo>
                  <a:lnTo>
                    <a:pt x="32318" y="210646"/>
                  </a:lnTo>
                  <a:lnTo>
                    <a:pt x="35350" y="208978"/>
                  </a:lnTo>
                  <a:lnTo>
                    <a:pt x="36094" y="208407"/>
                  </a:lnTo>
                  <a:lnTo>
                    <a:pt x="37320" y="207823"/>
                  </a:lnTo>
                  <a:lnTo>
                    <a:pt x="37805" y="207810"/>
                  </a:lnTo>
                  <a:lnTo>
                    <a:pt x="42018" y="208394"/>
                  </a:lnTo>
                  <a:lnTo>
                    <a:pt x="45313" y="208850"/>
                  </a:lnTo>
                  <a:lnTo>
                    <a:pt x="48707" y="209319"/>
                  </a:lnTo>
                  <a:lnTo>
                    <a:pt x="49064" y="208961"/>
                  </a:lnTo>
                  <a:lnTo>
                    <a:pt x="51436" y="202765"/>
                  </a:lnTo>
                  <a:lnTo>
                    <a:pt x="55208" y="192904"/>
                  </a:lnTo>
                  <a:lnTo>
                    <a:pt x="57616" y="186614"/>
                  </a:lnTo>
                  <a:lnTo>
                    <a:pt x="61335" y="176894"/>
                  </a:lnTo>
                  <a:lnTo>
                    <a:pt x="64195" y="169878"/>
                  </a:lnTo>
                  <a:lnTo>
                    <a:pt x="67356" y="162118"/>
                  </a:lnTo>
                  <a:lnTo>
                    <a:pt x="70427" y="155027"/>
                  </a:lnTo>
                  <a:lnTo>
                    <a:pt x="74122" y="146494"/>
                  </a:lnTo>
                  <a:lnTo>
                    <a:pt x="76449" y="141121"/>
                  </a:lnTo>
                  <a:lnTo>
                    <a:pt x="80065" y="132770"/>
                  </a:lnTo>
                  <a:lnTo>
                    <a:pt x="83505" y="124825"/>
                  </a:lnTo>
                  <a:lnTo>
                    <a:pt x="86548" y="117800"/>
                  </a:lnTo>
                  <a:lnTo>
                    <a:pt x="88381" y="111149"/>
                  </a:lnTo>
                  <a:lnTo>
                    <a:pt x="90183" y="104613"/>
                  </a:lnTo>
                  <a:lnTo>
                    <a:pt x="92106" y="97633"/>
                  </a:lnTo>
                  <a:lnTo>
                    <a:pt x="94426" y="89211"/>
                  </a:lnTo>
                  <a:lnTo>
                    <a:pt x="96609" y="81288"/>
                  </a:lnTo>
                  <a:lnTo>
                    <a:pt x="98393" y="74816"/>
                  </a:lnTo>
                  <a:lnTo>
                    <a:pt x="98393" y="71496"/>
                  </a:lnTo>
                  <a:lnTo>
                    <a:pt x="98395" y="64300"/>
                  </a:lnTo>
                  <a:lnTo>
                    <a:pt x="98395" y="59399"/>
                  </a:lnTo>
                  <a:lnTo>
                    <a:pt x="98396" y="45813"/>
                  </a:lnTo>
                  <a:lnTo>
                    <a:pt x="98398" y="37511"/>
                  </a:lnTo>
                  <a:lnTo>
                    <a:pt x="98398" y="29589"/>
                  </a:lnTo>
                  <a:lnTo>
                    <a:pt x="98399" y="21430"/>
                  </a:lnTo>
                  <a:lnTo>
                    <a:pt x="99923" y="21063"/>
                  </a:lnTo>
                  <a:lnTo>
                    <a:pt x="103948" y="18939"/>
                  </a:lnTo>
                  <a:lnTo>
                    <a:pt x="107080" y="15742"/>
                  </a:lnTo>
                  <a:lnTo>
                    <a:pt x="112855" y="13426"/>
                  </a:lnTo>
                  <a:lnTo>
                    <a:pt x="117250" y="7569"/>
                  </a:lnTo>
                  <a:lnTo>
                    <a:pt x="118016" y="4742"/>
                  </a:lnTo>
                  <a:lnTo>
                    <a:pt x="119344" y="1178"/>
                  </a:lnTo>
                  <a:lnTo>
                    <a:pt x="121273" y="0"/>
                  </a:lnTo>
                  <a:lnTo>
                    <a:pt x="126197" y="4187"/>
                  </a:lnTo>
                  <a:lnTo>
                    <a:pt x="126982" y="4520"/>
                  </a:lnTo>
                  <a:lnTo>
                    <a:pt x="126697" y="7052"/>
                  </a:lnTo>
                  <a:lnTo>
                    <a:pt x="126528" y="9633"/>
                  </a:lnTo>
                  <a:lnTo>
                    <a:pt x="125519" y="14141"/>
                  </a:lnTo>
                  <a:lnTo>
                    <a:pt x="124876" y="19149"/>
                  </a:lnTo>
                  <a:lnTo>
                    <a:pt x="125345" y="26799"/>
                  </a:lnTo>
                  <a:lnTo>
                    <a:pt x="125572" y="39205"/>
                  </a:lnTo>
                  <a:lnTo>
                    <a:pt x="125456" y="41007"/>
                  </a:lnTo>
                  <a:lnTo>
                    <a:pt x="125131" y="42782"/>
                  </a:lnTo>
                  <a:lnTo>
                    <a:pt x="124994" y="44180"/>
                  </a:lnTo>
                  <a:lnTo>
                    <a:pt x="124463" y="44669"/>
                  </a:lnTo>
                  <a:lnTo>
                    <a:pt x="124229" y="45473"/>
                  </a:lnTo>
                  <a:lnTo>
                    <a:pt x="124616" y="45793"/>
                  </a:lnTo>
                  <a:lnTo>
                    <a:pt x="126160" y="44440"/>
                  </a:lnTo>
                  <a:lnTo>
                    <a:pt x="126126" y="42960"/>
                  </a:lnTo>
                  <a:lnTo>
                    <a:pt x="126218" y="42227"/>
                  </a:lnTo>
                  <a:lnTo>
                    <a:pt x="127485" y="43880"/>
                  </a:lnTo>
                  <a:lnTo>
                    <a:pt x="128391" y="44573"/>
                  </a:lnTo>
                  <a:lnTo>
                    <a:pt x="128652" y="46128"/>
                  </a:lnTo>
                  <a:lnTo>
                    <a:pt x="128582" y="47194"/>
                  </a:lnTo>
                  <a:lnTo>
                    <a:pt x="127145" y="46704"/>
                  </a:lnTo>
                  <a:lnTo>
                    <a:pt x="126413" y="45878"/>
                  </a:lnTo>
                  <a:lnTo>
                    <a:pt x="124280" y="47235"/>
                  </a:lnTo>
                  <a:lnTo>
                    <a:pt x="122974" y="48701"/>
                  </a:lnTo>
                  <a:lnTo>
                    <a:pt x="122583" y="51136"/>
                  </a:lnTo>
                  <a:lnTo>
                    <a:pt x="122278" y="60856"/>
                  </a:lnTo>
                  <a:lnTo>
                    <a:pt x="121773" y="67170"/>
                  </a:lnTo>
                  <a:lnTo>
                    <a:pt x="121677" y="75513"/>
                  </a:lnTo>
                  <a:lnTo>
                    <a:pt x="119951" y="81039"/>
                  </a:lnTo>
                  <a:lnTo>
                    <a:pt x="119369" y="84936"/>
                  </a:lnTo>
                  <a:lnTo>
                    <a:pt x="116800" y="92737"/>
                  </a:lnTo>
                  <a:lnTo>
                    <a:pt x="115460" y="99406"/>
                  </a:lnTo>
                  <a:lnTo>
                    <a:pt x="115023" y="102661"/>
                  </a:lnTo>
                  <a:lnTo>
                    <a:pt x="112765" y="111810"/>
                  </a:lnTo>
                  <a:lnTo>
                    <a:pt x="109671" y="118820"/>
                  </a:lnTo>
                  <a:lnTo>
                    <a:pt x="108550" y="127775"/>
                  </a:lnTo>
                  <a:lnTo>
                    <a:pt x="107439" y="133389"/>
                  </a:lnTo>
                  <a:lnTo>
                    <a:pt x="106191" y="138488"/>
                  </a:lnTo>
                  <a:lnTo>
                    <a:pt x="103458" y="147543"/>
                  </a:lnTo>
                  <a:lnTo>
                    <a:pt x="102056" y="153842"/>
                  </a:lnTo>
                  <a:lnTo>
                    <a:pt x="100300" y="164760"/>
                  </a:lnTo>
                  <a:lnTo>
                    <a:pt x="99765" y="171681"/>
                  </a:lnTo>
                  <a:lnTo>
                    <a:pt x="94826" y="191752"/>
                  </a:lnTo>
                  <a:lnTo>
                    <a:pt x="89704" y="207759"/>
                  </a:lnTo>
                  <a:lnTo>
                    <a:pt x="86512" y="221223"/>
                  </a:lnTo>
                  <a:lnTo>
                    <a:pt x="80788" y="236848"/>
                  </a:lnTo>
                  <a:lnTo>
                    <a:pt x="72982" y="257018"/>
                  </a:lnTo>
                  <a:lnTo>
                    <a:pt x="62769" y="280968"/>
                  </a:lnTo>
                  <a:lnTo>
                    <a:pt x="59993" y="285852"/>
                  </a:lnTo>
                  <a:lnTo>
                    <a:pt x="48813" y="300618"/>
                  </a:lnTo>
                  <a:lnTo>
                    <a:pt x="41563" y="313004"/>
                  </a:lnTo>
                  <a:lnTo>
                    <a:pt x="37861" y="321428"/>
                  </a:lnTo>
                  <a:lnTo>
                    <a:pt x="33973" y="328757"/>
                  </a:lnTo>
                  <a:lnTo>
                    <a:pt x="30889" y="335738"/>
                  </a:lnTo>
                  <a:lnTo>
                    <a:pt x="21565" y="359297"/>
                  </a:lnTo>
                  <a:lnTo>
                    <a:pt x="20604" y="361516"/>
                  </a:lnTo>
                  <a:lnTo>
                    <a:pt x="19697" y="363606"/>
                  </a:lnTo>
                  <a:lnTo>
                    <a:pt x="18524" y="367597"/>
                  </a:lnTo>
                  <a:lnTo>
                    <a:pt x="17707" y="369178"/>
                  </a:lnTo>
                  <a:lnTo>
                    <a:pt x="15480" y="375913"/>
                  </a:lnTo>
                  <a:lnTo>
                    <a:pt x="14089" y="379405"/>
                  </a:lnTo>
                  <a:lnTo>
                    <a:pt x="12530" y="382859"/>
                  </a:lnTo>
                  <a:lnTo>
                    <a:pt x="11868" y="385297"/>
                  </a:lnTo>
                  <a:lnTo>
                    <a:pt x="11399" y="388105"/>
                  </a:lnTo>
                  <a:lnTo>
                    <a:pt x="10880" y="389666"/>
                  </a:lnTo>
                  <a:lnTo>
                    <a:pt x="9474" y="396364"/>
                  </a:lnTo>
                  <a:lnTo>
                    <a:pt x="8237" y="400750"/>
                  </a:lnTo>
                  <a:close/>
                </a:path>
              </a:pathLst>
            </a:custGeom>
            <a:solidFill>
              <a:srgbClr val="C9E1C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5" name="pg1384"/>
            <p:cNvSpPr/>
            <p:nvPr/>
          </p:nvSpPr>
          <p:spPr>
            <a:xfrm>
              <a:off x="2669989" y="2250847"/>
              <a:ext cx="1306" cy="1721"/>
            </a:xfrm>
            <a:custGeom>
              <a:avLst/>
              <a:pathLst>
                <a:path w="1306" h="1721">
                  <a:moveTo>
                    <a:pt x="1141" y="1438"/>
                  </a:moveTo>
                  <a:lnTo>
                    <a:pt x="883" y="1721"/>
                  </a:lnTo>
                  <a:lnTo>
                    <a:pt x="0" y="1297"/>
                  </a:lnTo>
                  <a:lnTo>
                    <a:pt x="420" y="379"/>
                  </a:lnTo>
                  <a:lnTo>
                    <a:pt x="718" y="112"/>
                  </a:lnTo>
                  <a:lnTo>
                    <a:pt x="1118" y="0"/>
                  </a:lnTo>
                  <a:lnTo>
                    <a:pt x="1306" y="281"/>
                  </a:lnTo>
                  <a:lnTo>
                    <a:pt x="1283" y="958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6" name="pg1385"/>
            <p:cNvSpPr/>
            <p:nvPr/>
          </p:nvSpPr>
          <p:spPr>
            <a:xfrm>
              <a:off x="2668216" y="2242340"/>
              <a:ext cx="1621" cy="8972"/>
            </a:xfrm>
            <a:custGeom>
              <a:avLst/>
              <a:pathLst>
                <a:path w="1621" h="8972">
                  <a:moveTo>
                    <a:pt x="1478" y="7697"/>
                  </a:moveTo>
                  <a:lnTo>
                    <a:pt x="403" y="8972"/>
                  </a:lnTo>
                  <a:lnTo>
                    <a:pt x="26" y="8260"/>
                  </a:lnTo>
                  <a:lnTo>
                    <a:pt x="119" y="7426"/>
                  </a:lnTo>
                  <a:lnTo>
                    <a:pt x="670" y="5407"/>
                  </a:lnTo>
                  <a:lnTo>
                    <a:pt x="653" y="4826"/>
                  </a:lnTo>
                  <a:lnTo>
                    <a:pt x="0" y="916"/>
                  </a:lnTo>
                  <a:lnTo>
                    <a:pt x="110" y="278"/>
                  </a:lnTo>
                  <a:lnTo>
                    <a:pt x="274" y="0"/>
                  </a:lnTo>
                  <a:lnTo>
                    <a:pt x="1228" y="826"/>
                  </a:lnTo>
                  <a:lnTo>
                    <a:pt x="1339" y="1890"/>
                  </a:lnTo>
                  <a:lnTo>
                    <a:pt x="888" y="4288"/>
                  </a:lnTo>
                  <a:lnTo>
                    <a:pt x="1198" y="5882"/>
                  </a:lnTo>
                  <a:lnTo>
                    <a:pt x="1621" y="7032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7" name="pg1386"/>
            <p:cNvSpPr/>
            <p:nvPr/>
          </p:nvSpPr>
          <p:spPr>
            <a:xfrm>
              <a:off x="3596491" y="2269814"/>
              <a:ext cx="51059" cy="116040"/>
            </a:xfrm>
            <a:custGeom>
              <a:avLst/>
              <a:pathLst>
                <a:path w="51059" h="116040">
                  <a:moveTo>
                    <a:pt x="17309" y="1790"/>
                  </a:moveTo>
                  <a:lnTo>
                    <a:pt x="18044" y="3501"/>
                  </a:lnTo>
                  <a:lnTo>
                    <a:pt x="18750" y="5723"/>
                  </a:lnTo>
                  <a:lnTo>
                    <a:pt x="19730" y="6749"/>
                  </a:lnTo>
                  <a:lnTo>
                    <a:pt x="20898" y="7968"/>
                  </a:lnTo>
                  <a:lnTo>
                    <a:pt x="21497" y="8856"/>
                  </a:lnTo>
                  <a:lnTo>
                    <a:pt x="22380" y="11518"/>
                  </a:lnTo>
                  <a:lnTo>
                    <a:pt x="23078" y="12822"/>
                  </a:lnTo>
                  <a:lnTo>
                    <a:pt x="23307" y="12758"/>
                  </a:lnTo>
                  <a:lnTo>
                    <a:pt x="23542" y="12416"/>
                  </a:lnTo>
                  <a:lnTo>
                    <a:pt x="23705" y="12147"/>
                  </a:lnTo>
                  <a:lnTo>
                    <a:pt x="23889" y="12392"/>
                  </a:lnTo>
                  <a:lnTo>
                    <a:pt x="23898" y="13199"/>
                  </a:lnTo>
                  <a:lnTo>
                    <a:pt x="23942" y="14986"/>
                  </a:lnTo>
                  <a:lnTo>
                    <a:pt x="23775" y="16894"/>
                  </a:lnTo>
                  <a:lnTo>
                    <a:pt x="24025" y="18696"/>
                  </a:lnTo>
                  <a:lnTo>
                    <a:pt x="24031" y="19257"/>
                  </a:lnTo>
                  <a:lnTo>
                    <a:pt x="23857" y="19770"/>
                  </a:lnTo>
                  <a:lnTo>
                    <a:pt x="23879" y="20234"/>
                  </a:lnTo>
                  <a:lnTo>
                    <a:pt x="24124" y="20723"/>
                  </a:lnTo>
                  <a:lnTo>
                    <a:pt x="25071" y="21915"/>
                  </a:lnTo>
                  <a:lnTo>
                    <a:pt x="25947" y="23753"/>
                  </a:lnTo>
                  <a:lnTo>
                    <a:pt x="26959" y="25047"/>
                  </a:lnTo>
                  <a:lnTo>
                    <a:pt x="27898" y="25874"/>
                  </a:lnTo>
                  <a:lnTo>
                    <a:pt x="28490" y="25927"/>
                  </a:lnTo>
                  <a:lnTo>
                    <a:pt x="29460" y="27417"/>
                  </a:lnTo>
                  <a:lnTo>
                    <a:pt x="31376" y="28488"/>
                  </a:lnTo>
                  <a:lnTo>
                    <a:pt x="31989" y="28859"/>
                  </a:lnTo>
                  <a:lnTo>
                    <a:pt x="32408" y="29469"/>
                  </a:lnTo>
                  <a:lnTo>
                    <a:pt x="32714" y="30178"/>
                  </a:lnTo>
                  <a:lnTo>
                    <a:pt x="32734" y="30935"/>
                  </a:lnTo>
                  <a:lnTo>
                    <a:pt x="32439" y="31302"/>
                  </a:lnTo>
                  <a:lnTo>
                    <a:pt x="32026" y="32327"/>
                  </a:lnTo>
                  <a:lnTo>
                    <a:pt x="31856" y="33574"/>
                  </a:lnTo>
                  <a:lnTo>
                    <a:pt x="31550" y="33891"/>
                  </a:lnTo>
                  <a:lnTo>
                    <a:pt x="31244" y="33916"/>
                  </a:lnTo>
                  <a:lnTo>
                    <a:pt x="31020" y="34282"/>
                  </a:lnTo>
                  <a:lnTo>
                    <a:pt x="31071" y="34821"/>
                  </a:lnTo>
                  <a:lnTo>
                    <a:pt x="31326" y="35333"/>
                  </a:lnTo>
                  <a:lnTo>
                    <a:pt x="31724" y="35797"/>
                  </a:lnTo>
                  <a:lnTo>
                    <a:pt x="32489" y="36262"/>
                  </a:lnTo>
                  <a:lnTo>
                    <a:pt x="33245" y="36946"/>
                  </a:lnTo>
                  <a:lnTo>
                    <a:pt x="33234" y="37483"/>
                  </a:lnTo>
                  <a:lnTo>
                    <a:pt x="33081" y="38070"/>
                  </a:lnTo>
                  <a:lnTo>
                    <a:pt x="32122" y="38289"/>
                  </a:lnTo>
                  <a:lnTo>
                    <a:pt x="31408" y="38387"/>
                  </a:lnTo>
                  <a:lnTo>
                    <a:pt x="31082" y="38631"/>
                  </a:lnTo>
                  <a:lnTo>
                    <a:pt x="31108" y="39670"/>
                  </a:lnTo>
                  <a:lnTo>
                    <a:pt x="33121" y="40751"/>
                  </a:lnTo>
                  <a:lnTo>
                    <a:pt x="34033" y="41775"/>
                  </a:lnTo>
                  <a:lnTo>
                    <a:pt x="34515" y="43104"/>
                  </a:lnTo>
                  <a:lnTo>
                    <a:pt x="35799" y="43984"/>
                  </a:lnTo>
                  <a:lnTo>
                    <a:pt x="37885" y="44414"/>
                  </a:lnTo>
                  <a:lnTo>
                    <a:pt x="39337" y="45780"/>
                  </a:lnTo>
                  <a:lnTo>
                    <a:pt x="40153" y="48083"/>
                  </a:lnTo>
                  <a:lnTo>
                    <a:pt x="41485" y="47529"/>
                  </a:lnTo>
                  <a:lnTo>
                    <a:pt x="43332" y="44118"/>
                  </a:lnTo>
                  <a:lnTo>
                    <a:pt x="45146" y="43228"/>
                  </a:lnTo>
                  <a:lnTo>
                    <a:pt x="46928" y="44861"/>
                  </a:lnTo>
                  <a:lnTo>
                    <a:pt x="47901" y="46204"/>
                  </a:lnTo>
                  <a:lnTo>
                    <a:pt x="48067" y="47256"/>
                  </a:lnTo>
                  <a:lnTo>
                    <a:pt x="47652" y="47682"/>
                  </a:lnTo>
                  <a:lnTo>
                    <a:pt x="46657" y="47480"/>
                  </a:lnTo>
                  <a:lnTo>
                    <a:pt x="45841" y="48131"/>
                  </a:lnTo>
                  <a:lnTo>
                    <a:pt x="45204" y="49630"/>
                  </a:lnTo>
                  <a:lnTo>
                    <a:pt x="45107" y="51230"/>
                  </a:lnTo>
                  <a:lnTo>
                    <a:pt x="45553" y="52928"/>
                  </a:lnTo>
                  <a:lnTo>
                    <a:pt x="46185" y="54100"/>
                  </a:lnTo>
                  <a:lnTo>
                    <a:pt x="47000" y="54746"/>
                  </a:lnTo>
                  <a:lnTo>
                    <a:pt x="47437" y="55632"/>
                  </a:lnTo>
                  <a:lnTo>
                    <a:pt x="47493" y="56760"/>
                  </a:lnTo>
                  <a:lnTo>
                    <a:pt x="47705" y="57070"/>
                  </a:lnTo>
                  <a:lnTo>
                    <a:pt x="47241" y="57590"/>
                  </a:lnTo>
                  <a:lnTo>
                    <a:pt x="46737" y="58362"/>
                  </a:lnTo>
                  <a:lnTo>
                    <a:pt x="46451" y="59707"/>
                  </a:lnTo>
                  <a:lnTo>
                    <a:pt x="46377" y="61872"/>
                  </a:lnTo>
                  <a:lnTo>
                    <a:pt x="44793" y="63565"/>
                  </a:lnTo>
                  <a:lnTo>
                    <a:pt x="44198" y="63878"/>
                  </a:lnTo>
                  <a:lnTo>
                    <a:pt x="43929" y="64997"/>
                  </a:lnTo>
                  <a:lnTo>
                    <a:pt x="43514" y="68171"/>
                  </a:lnTo>
                  <a:lnTo>
                    <a:pt x="43566" y="70559"/>
                  </a:lnTo>
                  <a:lnTo>
                    <a:pt x="43779" y="71776"/>
                  </a:lnTo>
                  <a:lnTo>
                    <a:pt x="43877" y="72766"/>
                  </a:lnTo>
                  <a:lnTo>
                    <a:pt x="44389" y="73982"/>
                  </a:lnTo>
                  <a:lnTo>
                    <a:pt x="44855" y="75850"/>
                  </a:lnTo>
                  <a:lnTo>
                    <a:pt x="45164" y="78315"/>
                  </a:lnTo>
                  <a:lnTo>
                    <a:pt x="45848" y="80216"/>
                  </a:lnTo>
                  <a:lnTo>
                    <a:pt x="47605" y="82090"/>
                  </a:lnTo>
                  <a:lnTo>
                    <a:pt x="48477" y="83181"/>
                  </a:lnTo>
                  <a:lnTo>
                    <a:pt x="49120" y="84760"/>
                  </a:lnTo>
                  <a:lnTo>
                    <a:pt x="49612" y="86190"/>
                  </a:lnTo>
                  <a:lnTo>
                    <a:pt x="51059" y="88091"/>
                  </a:lnTo>
                  <a:lnTo>
                    <a:pt x="50949" y="89449"/>
                  </a:lnTo>
                  <a:lnTo>
                    <a:pt x="50633" y="90778"/>
                  </a:lnTo>
                  <a:lnTo>
                    <a:pt x="50299" y="91401"/>
                  </a:lnTo>
                  <a:lnTo>
                    <a:pt x="49578" y="93106"/>
                  </a:lnTo>
                  <a:lnTo>
                    <a:pt x="48876" y="94067"/>
                  </a:lnTo>
                  <a:lnTo>
                    <a:pt x="47719" y="97076"/>
                  </a:lnTo>
                  <a:lnTo>
                    <a:pt x="45892" y="97237"/>
                  </a:lnTo>
                  <a:lnTo>
                    <a:pt x="45456" y="97478"/>
                  </a:lnTo>
                  <a:lnTo>
                    <a:pt x="44765" y="98301"/>
                  </a:lnTo>
                  <a:lnTo>
                    <a:pt x="44425" y="99802"/>
                  </a:lnTo>
                  <a:lnTo>
                    <a:pt x="44751" y="101010"/>
                  </a:lnTo>
                  <a:lnTo>
                    <a:pt x="44722" y="102231"/>
                  </a:lnTo>
                  <a:lnTo>
                    <a:pt x="44388" y="104606"/>
                  </a:lnTo>
                  <a:lnTo>
                    <a:pt x="44830" y="107141"/>
                  </a:lnTo>
                  <a:lnTo>
                    <a:pt x="45474" y="108305"/>
                  </a:lnTo>
                  <a:lnTo>
                    <a:pt x="45575" y="108976"/>
                  </a:lnTo>
                  <a:lnTo>
                    <a:pt x="45465" y="110165"/>
                  </a:lnTo>
                  <a:lnTo>
                    <a:pt x="44505" y="112583"/>
                  </a:lnTo>
                  <a:lnTo>
                    <a:pt x="44213" y="113478"/>
                  </a:lnTo>
                  <a:lnTo>
                    <a:pt x="43250" y="113918"/>
                  </a:lnTo>
                  <a:lnTo>
                    <a:pt x="42921" y="113688"/>
                  </a:lnTo>
                  <a:lnTo>
                    <a:pt x="42424" y="112857"/>
                  </a:lnTo>
                  <a:lnTo>
                    <a:pt x="41963" y="112612"/>
                  </a:lnTo>
                  <a:lnTo>
                    <a:pt x="40815" y="113592"/>
                  </a:lnTo>
                  <a:lnTo>
                    <a:pt x="39647" y="114193"/>
                  </a:lnTo>
                  <a:lnTo>
                    <a:pt x="38728" y="113737"/>
                  </a:lnTo>
                  <a:lnTo>
                    <a:pt x="37822" y="113678"/>
                  </a:lnTo>
                  <a:lnTo>
                    <a:pt x="37191" y="114082"/>
                  </a:lnTo>
                  <a:lnTo>
                    <a:pt x="36718" y="114238"/>
                  </a:lnTo>
                  <a:lnTo>
                    <a:pt x="35787" y="115284"/>
                  </a:lnTo>
                  <a:lnTo>
                    <a:pt x="34294" y="116040"/>
                  </a:lnTo>
                  <a:lnTo>
                    <a:pt x="33606" y="115881"/>
                  </a:lnTo>
                  <a:lnTo>
                    <a:pt x="33348" y="114897"/>
                  </a:lnTo>
                  <a:lnTo>
                    <a:pt x="33069" y="113491"/>
                  </a:lnTo>
                  <a:lnTo>
                    <a:pt x="33205" y="112853"/>
                  </a:lnTo>
                  <a:lnTo>
                    <a:pt x="34191" y="111746"/>
                  </a:lnTo>
                  <a:lnTo>
                    <a:pt x="34304" y="110689"/>
                  </a:lnTo>
                  <a:lnTo>
                    <a:pt x="35681" y="105600"/>
                  </a:lnTo>
                  <a:lnTo>
                    <a:pt x="35946" y="103944"/>
                  </a:lnTo>
                  <a:lnTo>
                    <a:pt x="35956" y="103402"/>
                  </a:lnTo>
                  <a:lnTo>
                    <a:pt x="35597" y="103043"/>
                  </a:lnTo>
                  <a:lnTo>
                    <a:pt x="34840" y="103058"/>
                  </a:lnTo>
                  <a:lnTo>
                    <a:pt x="31485" y="100991"/>
                  </a:lnTo>
                  <a:lnTo>
                    <a:pt x="31638" y="98624"/>
                  </a:lnTo>
                  <a:lnTo>
                    <a:pt x="30653" y="97348"/>
                  </a:lnTo>
                  <a:lnTo>
                    <a:pt x="29591" y="96210"/>
                  </a:lnTo>
                  <a:lnTo>
                    <a:pt x="29413" y="94940"/>
                  </a:lnTo>
                  <a:lnTo>
                    <a:pt x="28233" y="92375"/>
                  </a:lnTo>
                  <a:lnTo>
                    <a:pt x="27369" y="90936"/>
                  </a:lnTo>
                  <a:lnTo>
                    <a:pt x="26266" y="90218"/>
                  </a:lnTo>
                  <a:lnTo>
                    <a:pt x="25317" y="89165"/>
                  </a:lnTo>
                  <a:lnTo>
                    <a:pt x="24745" y="88521"/>
                  </a:lnTo>
                  <a:lnTo>
                    <a:pt x="24491" y="87324"/>
                  </a:lnTo>
                  <a:lnTo>
                    <a:pt x="24491" y="86615"/>
                  </a:lnTo>
                  <a:lnTo>
                    <a:pt x="24204" y="85931"/>
                  </a:lnTo>
                  <a:lnTo>
                    <a:pt x="23745" y="86005"/>
                  </a:lnTo>
                  <a:lnTo>
                    <a:pt x="22970" y="86957"/>
                  </a:lnTo>
                  <a:lnTo>
                    <a:pt x="22015" y="87777"/>
                  </a:lnTo>
                  <a:lnTo>
                    <a:pt x="21848" y="88374"/>
                  </a:lnTo>
                  <a:lnTo>
                    <a:pt x="22193" y="89794"/>
                  </a:lnTo>
                  <a:lnTo>
                    <a:pt x="22440" y="90695"/>
                  </a:lnTo>
                  <a:lnTo>
                    <a:pt x="22328" y="91550"/>
                  </a:lnTo>
                  <a:lnTo>
                    <a:pt x="22026" y="92636"/>
                  </a:lnTo>
                  <a:lnTo>
                    <a:pt x="20188" y="95034"/>
                  </a:lnTo>
                  <a:lnTo>
                    <a:pt x="19982" y="95875"/>
                  </a:lnTo>
                  <a:lnTo>
                    <a:pt x="20332" y="97220"/>
                  </a:lnTo>
                  <a:lnTo>
                    <a:pt x="20111" y="97845"/>
                  </a:lnTo>
                  <a:lnTo>
                    <a:pt x="18574" y="98731"/>
                  </a:lnTo>
                  <a:lnTo>
                    <a:pt x="18615" y="97996"/>
                  </a:lnTo>
                  <a:lnTo>
                    <a:pt x="18520" y="96812"/>
                  </a:lnTo>
                  <a:lnTo>
                    <a:pt x="17638" y="95553"/>
                  </a:lnTo>
                  <a:lnTo>
                    <a:pt x="16397" y="94577"/>
                  </a:lnTo>
                  <a:lnTo>
                    <a:pt x="13635" y="91234"/>
                  </a:lnTo>
                  <a:lnTo>
                    <a:pt x="12573" y="90794"/>
                  </a:lnTo>
                  <a:lnTo>
                    <a:pt x="11625" y="90402"/>
                  </a:lnTo>
                  <a:lnTo>
                    <a:pt x="10265" y="88801"/>
                  </a:lnTo>
                  <a:lnTo>
                    <a:pt x="9568" y="88521"/>
                  </a:lnTo>
                  <a:lnTo>
                    <a:pt x="8792" y="87374"/>
                  </a:lnTo>
                  <a:lnTo>
                    <a:pt x="7102" y="83516"/>
                  </a:lnTo>
                  <a:lnTo>
                    <a:pt x="5666" y="81414"/>
                  </a:lnTo>
                  <a:lnTo>
                    <a:pt x="4685" y="80350"/>
                  </a:lnTo>
                  <a:lnTo>
                    <a:pt x="4410" y="79314"/>
                  </a:lnTo>
                  <a:lnTo>
                    <a:pt x="4350" y="78250"/>
                  </a:lnTo>
                  <a:lnTo>
                    <a:pt x="4384" y="77888"/>
                  </a:lnTo>
                  <a:lnTo>
                    <a:pt x="5126" y="76378"/>
                  </a:lnTo>
                  <a:lnTo>
                    <a:pt x="5697" y="76159"/>
                  </a:lnTo>
                  <a:lnTo>
                    <a:pt x="6432" y="76110"/>
                  </a:lnTo>
                  <a:lnTo>
                    <a:pt x="6917" y="76875"/>
                  </a:lnTo>
                  <a:lnTo>
                    <a:pt x="7554" y="77038"/>
                  </a:lnTo>
                  <a:lnTo>
                    <a:pt x="7908" y="76059"/>
                  </a:lnTo>
                  <a:lnTo>
                    <a:pt x="8095" y="74650"/>
                  </a:lnTo>
                  <a:lnTo>
                    <a:pt x="8010" y="72856"/>
                  </a:lnTo>
                  <a:lnTo>
                    <a:pt x="6478" y="68684"/>
                  </a:lnTo>
                  <a:lnTo>
                    <a:pt x="5160" y="65772"/>
                  </a:lnTo>
                  <a:lnTo>
                    <a:pt x="5009" y="65130"/>
                  </a:lnTo>
                  <a:lnTo>
                    <a:pt x="5293" y="64586"/>
                  </a:lnTo>
                  <a:lnTo>
                    <a:pt x="5752" y="64293"/>
                  </a:lnTo>
                  <a:lnTo>
                    <a:pt x="6245" y="64537"/>
                  </a:lnTo>
                  <a:lnTo>
                    <a:pt x="7531" y="64746"/>
                  </a:lnTo>
                  <a:lnTo>
                    <a:pt x="8766" y="64478"/>
                  </a:lnTo>
                  <a:lnTo>
                    <a:pt x="9188" y="63769"/>
                  </a:lnTo>
                  <a:lnTo>
                    <a:pt x="9189" y="62813"/>
                  </a:lnTo>
                  <a:lnTo>
                    <a:pt x="8737" y="61926"/>
                  </a:lnTo>
                  <a:lnTo>
                    <a:pt x="7294" y="59532"/>
                  </a:lnTo>
                  <a:lnTo>
                    <a:pt x="6167" y="57424"/>
                  </a:lnTo>
                  <a:lnTo>
                    <a:pt x="4843" y="55806"/>
                  </a:lnTo>
                  <a:lnTo>
                    <a:pt x="3859" y="55157"/>
                  </a:lnTo>
                  <a:lnTo>
                    <a:pt x="3569" y="54338"/>
                  </a:lnTo>
                  <a:lnTo>
                    <a:pt x="3447" y="53460"/>
                  </a:lnTo>
                  <a:lnTo>
                    <a:pt x="3557" y="51847"/>
                  </a:lnTo>
                  <a:lnTo>
                    <a:pt x="3620" y="49802"/>
                  </a:lnTo>
                  <a:lnTo>
                    <a:pt x="3853" y="48514"/>
                  </a:lnTo>
                  <a:lnTo>
                    <a:pt x="4739" y="46085"/>
                  </a:lnTo>
                  <a:lnTo>
                    <a:pt x="5587" y="43508"/>
                  </a:lnTo>
                  <a:lnTo>
                    <a:pt x="6113" y="41029"/>
                  </a:lnTo>
                  <a:lnTo>
                    <a:pt x="6389" y="38728"/>
                  </a:lnTo>
                  <a:lnTo>
                    <a:pt x="6288" y="38067"/>
                  </a:lnTo>
                  <a:lnTo>
                    <a:pt x="5844" y="37578"/>
                  </a:lnTo>
                  <a:lnTo>
                    <a:pt x="4908" y="37082"/>
                  </a:lnTo>
                  <a:lnTo>
                    <a:pt x="3609" y="37514"/>
                  </a:lnTo>
                  <a:lnTo>
                    <a:pt x="2505" y="38350"/>
                  </a:lnTo>
                  <a:lnTo>
                    <a:pt x="2073" y="38413"/>
                  </a:lnTo>
                  <a:lnTo>
                    <a:pt x="1930" y="37385"/>
                  </a:lnTo>
                  <a:lnTo>
                    <a:pt x="2104" y="36930"/>
                  </a:lnTo>
                  <a:lnTo>
                    <a:pt x="2449" y="36985"/>
                  </a:lnTo>
                  <a:lnTo>
                    <a:pt x="2733" y="37178"/>
                  </a:lnTo>
                  <a:lnTo>
                    <a:pt x="3037" y="36712"/>
                  </a:lnTo>
                  <a:lnTo>
                    <a:pt x="3219" y="35323"/>
                  </a:lnTo>
                  <a:lnTo>
                    <a:pt x="2762" y="30494"/>
                  </a:lnTo>
                  <a:lnTo>
                    <a:pt x="3586" y="30065"/>
                  </a:lnTo>
                  <a:lnTo>
                    <a:pt x="3599" y="29362"/>
                  </a:lnTo>
                  <a:lnTo>
                    <a:pt x="3675" y="28749"/>
                  </a:lnTo>
                  <a:lnTo>
                    <a:pt x="4527" y="29590"/>
                  </a:lnTo>
                  <a:lnTo>
                    <a:pt x="5725" y="29605"/>
                  </a:lnTo>
                  <a:lnTo>
                    <a:pt x="6774" y="29436"/>
                  </a:lnTo>
                  <a:lnTo>
                    <a:pt x="6933" y="28961"/>
                  </a:lnTo>
                  <a:lnTo>
                    <a:pt x="6921" y="28269"/>
                  </a:lnTo>
                  <a:lnTo>
                    <a:pt x="6703" y="27733"/>
                  </a:lnTo>
                  <a:lnTo>
                    <a:pt x="6332" y="27296"/>
                  </a:lnTo>
                  <a:lnTo>
                    <a:pt x="6061" y="26627"/>
                  </a:lnTo>
                  <a:lnTo>
                    <a:pt x="5352" y="26334"/>
                  </a:lnTo>
                  <a:lnTo>
                    <a:pt x="3134" y="24592"/>
                  </a:lnTo>
                  <a:lnTo>
                    <a:pt x="2043" y="22743"/>
                  </a:lnTo>
                  <a:lnTo>
                    <a:pt x="2079" y="20783"/>
                  </a:lnTo>
                  <a:lnTo>
                    <a:pt x="2396" y="19708"/>
                  </a:lnTo>
                  <a:lnTo>
                    <a:pt x="2778" y="19330"/>
                  </a:lnTo>
                  <a:lnTo>
                    <a:pt x="2665" y="18968"/>
                  </a:lnTo>
                  <a:lnTo>
                    <a:pt x="1414" y="18059"/>
                  </a:lnTo>
                  <a:lnTo>
                    <a:pt x="972" y="16794"/>
                  </a:lnTo>
                  <a:lnTo>
                    <a:pt x="1335" y="15169"/>
                  </a:lnTo>
                  <a:lnTo>
                    <a:pt x="684" y="11881"/>
                  </a:lnTo>
                  <a:lnTo>
                    <a:pt x="0" y="9853"/>
                  </a:lnTo>
                  <a:lnTo>
                    <a:pt x="672" y="8972"/>
                  </a:lnTo>
                  <a:lnTo>
                    <a:pt x="765" y="7729"/>
                  </a:lnTo>
                  <a:lnTo>
                    <a:pt x="818" y="7016"/>
                  </a:lnTo>
                  <a:lnTo>
                    <a:pt x="1095" y="7026"/>
                  </a:lnTo>
                  <a:lnTo>
                    <a:pt x="2179" y="6189"/>
                  </a:lnTo>
                  <a:lnTo>
                    <a:pt x="2574" y="5511"/>
                  </a:lnTo>
                  <a:lnTo>
                    <a:pt x="2802" y="4718"/>
                  </a:lnTo>
                  <a:lnTo>
                    <a:pt x="3063" y="4521"/>
                  </a:lnTo>
                  <a:lnTo>
                    <a:pt x="3791" y="5383"/>
                  </a:lnTo>
                  <a:lnTo>
                    <a:pt x="4557" y="5459"/>
                  </a:lnTo>
                  <a:lnTo>
                    <a:pt x="5417" y="4914"/>
                  </a:lnTo>
                  <a:lnTo>
                    <a:pt x="6061" y="4156"/>
                  </a:lnTo>
                  <a:lnTo>
                    <a:pt x="6833" y="3527"/>
                  </a:lnTo>
                  <a:lnTo>
                    <a:pt x="7184" y="3094"/>
                  </a:lnTo>
                  <a:lnTo>
                    <a:pt x="7631" y="2418"/>
                  </a:lnTo>
                  <a:lnTo>
                    <a:pt x="8535" y="414"/>
                  </a:lnTo>
                  <a:lnTo>
                    <a:pt x="9556" y="0"/>
                  </a:lnTo>
                  <a:lnTo>
                    <a:pt x="10926" y="510"/>
                  </a:lnTo>
                  <a:lnTo>
                    <a:pt x="12406" y="688"/>
                  </a:lnTo>
                  <a:lnTo>
                    <a:pt x="13512" y="227"/>
                  </a:lnTo>
                  <a:lnTo>
                    <a:pt x="16317" y="806"/>
                  </a:lnTo>
                  <a:lnTo>
                    <a:pt x="16919" y="127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8" name="pg1387"/>
            <p:cNvSpPr/>
            <p:nvPr/>
          </p:nvSpPr>
          <p:spPr>
            <a:xfrm>
              <a:off x="3443837" y="3622120"/>
              <a:ext cx="3477" cy="10549"/>
            </a:xfrm>
            <a:custGeom>
              <a:avLst/>
              <a:pathLst>
                <a:path w="3477" h="10549">
                  <a:moveTo>
                    <a:pt x="2366" y="8384"/>
                  </a:moveTo>
                  <a:lnTo>
                    <a:pt x="1094" y="10549"/>
                  </a:lnTo>
                  <a:lnTo>
                    <a:pt x="636" y="9990"/>
                  </a:lnTo>
                  <a:lnTo>
                    <a:pt x="355" y="8480"/>
                  </a:lnTo>
                  <a:lnTo>
                    <a:pt x="0" y="5231"/>
                  </a:lnTo>
                  <a:lnTo>
                    <a:pt x="115" y="3671"/>
                  </a:lnTo>
                  <a:lnTo>
                    <a:pt x="692" y="1894"/>
                  </a:lnTo>
                  <a:lnTo>
                    <a:pt x="1946" y="122"/>
                  </a:lnTo>
                  <a:lnTo>
                    <a:pt x="2699" y="0"/>
                  </a:lnTo>
                  <a:lnTo>
                    <a:pt x="3475" y="2327"/>
                  </a:lnTo>
                  <a:lnTo>
                    <a:pt x="3477" y="4755"/>
                  </a:lnTo>
                  <a:close/>
                </a:path>
              </a:pathLst>
            </a:custGeom>
            <a:solidFill>
              <a:srgbClr val="ABCFA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9" name="pg1388"/>
            <p:cNvSpPr/>
            <p:nvPr/>
          </p:nvSpPr>
          <p:spPr>
            <a:xfrm>
              <a:off x="3454480" y="3583863"/>
              <a:ext cx="1501" cy="4656"/>
            </a:xfrm>
            <a:custGeom>
              <a:avLst/>
              <a:pathLst>
                <a:path w="1501" h="4656">
                  <a:moveTo>
                    <a:pt x="1149" y="3882"/>
                  </a:moveTo>
                  <a:lnTo>
                    <a:pt x="690" y="4656"/>
                  </a:lnTo>
                  <a:lnTo>
                    <a:pt x="144" y="4005"/>
                  </a:lnTo>
                  <a:lnTo>
                    <a:pt x="0" y="2829"/>
                  </a:lnTo>
                  <a:lnTo>
                    <a:pt x="702" y="559"/>
                  </a:lnTo>
                  <a:lnTo>
                    <a:pt x="1033" y="0"/>
                  </a:lnTo>
                  <a:lnTo>
                    <a:pt x="1312" y="474"/>
                  </a:lnTo>
                  <a:lnTo>
                    <a:pt x="1477" y="1098"/>
                  </a:lnTo>
                  <a:lnTo>
                    <a:pt x="1501" y="2009"/>
                  </a:lnTo>
                  <a:close/>
                </a:path>
              </a:pathLst>
            </a:custGeom>
            <a:solidFill>
              <a:srgbClr val="ABCFA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0" name="pg1389"/>
            <p:cNvSpPr/>
            <p:nvPr/>
          </p:nvSpPr>
          <p:spPr>
            <a:xfrm>
              <a:off x="2647639" y="3456969"/>
              <a:ext cx="50149" cy="122664"/>
            </a:xfrm>
            <a:custGeom>
              <a:avLst/>
              <a:pathLst>
                <a:path w="50149" h="122664">
                  <a:moveTo>
                    <a:pt x="48107" y="18748"/>
                  </a:moveTo>
                  <a:lnTo>
                    <a:pt x="47067" y="20838"/>
                  </a:lnTo>
                  <a:lnTo>
                    <a:pt x="45939" y="23818"/>
                  </a:lnTo>
                  <a:lnTo>
                    <a:pt x="44451" y="28957"/>
                  </a:lnTo>
                  <a:lnTo>
                    <a:pt x="44517" y="30573"/>
                  </a:lnTo>
                  <a:lnTo>
                    <a:pt x="44190" y="31876"/>
                  </a:lnTo>
                  <a:lnTo>
                    <a:pt x="44112" y="34186"/>
                  </a:lnTo>
                  <a:lnTo>
                    <a:pt x="44217" y="36763"/>
                  </a:lnTo>
                  <a:lnTo>
                    <a:pt x="44599" y="38457"/>
                  </a:lnTo>
                  <a:lnTo>
                    <a:pt x="44773" y="41677"/>
                  </a:lnTo>
                  <a:lnTo>
                    <a:pt x="44483" y="44573"/>
                  </a:lnTo>
                  <a:lnTo>
                    <a:pt x="44593" y="46256"/>
                  </a:lnTo>
                  <a:lnTo>
                    <a:pt x="44898" y="48927"/>
                  </a:lnTo>
                  <a:lnTo>
                    <a:pt x="45142" y="51771"/>
                  </a:lnTo>
                  <a:lnTo>
                    <a:pt x="45115" y="52921"/>
                  </a:lnTo>
                  <a:lnTo>
                    <a:pt x="45476" y="53853"/>
                  </a:lnTo>
                  <a:lnTo>
                    <a:pt x="45809" y="54766"/>
                  </a:lnTo>
                  <a:lnTo>
                    <a:pt x="45703" y="57306"/>
                  </a:lnTo>
                  <a:lnTo>
                    <a:pt x="46878" y="61827"/>
                  </a:lnTo>
                  <a:lnTo>
                    <a:pt x="47594" y="63797"/>
                  </a:lnTo>
                  <a:lnTo>
                    <a:pt x="48639" y="65717"/>
                  </a:lnTo>
                  <a:lnTo>
                    <a:pt x="49020" y="67593"/>
                  </a:lnTo>
                  <a:lnTo>
                    <a:pt x="49609" y="69855"/>
                  </a:lnTo>
                  <a:lnTo>
                    <a:pt x="49958" y="70121"/>
                  </a:lnTo>
                  <a:lnTo>
                    <a:pt x="50149" y="71033"/>
                  </a:lnTo>
                  <a:lnTo>
                    <a:pt x="49958" y="72777"/>
                  </a:lnTo>
                  <a:lnTo>
                    <a:pt x="49913" y="75200"/>
                  </a:lnTo>
                  <a:lnTo>
                    <a:pt x="49251" y="78013"/>
                  </a:lnTo>
                  <a:lnTo>
                    <a:pt x="47711" y="83171"/>
                  </a:lnTo>
                  <a:lnTo>
                    <a:pt x="47525" y="84370"/>
                  </a:lnTo>
                  <a:lnTo>
                    <a:pt x="47925" y="88642"/>
                  </a:lnTo>
                  <a:lnTo>
                    <a:pt x="47710" y="92151"/>
                  </a:lnTo>
                  <a:lnTo>
                    <a:pt x="47619" y="93835"/>
                  </a:lnTo>
                  <a:lnTo>
                    <a:pt x="46863" y="96913"/>
                  </a:lnTo>
                  <a:lnTo>
                    <a:pt x="45070" y="104365"/>
                  </a:lnTo>
                  <a:lnTo>
                    <a:pt x="44040" y="105707"/>
                  </a:lnTo>
                  <a:lnTo>
                    <a:pt x="43418" y="107858"/>
                  </a:lnTo>
                  <a:lnTo>
                    <a:pt x="43017" y="107879"/>
                  </a:lnTo>
                  <a:lnTo>
                    <a:pt x="42569" y="108080"/>
                  </a:lnTo>
                  <a:lnTo>
                    <a:pt x="42427" y="108347"/>
                  </a:lnTo>
                  <a:lnTo>
                    <a:pt x="41864" y="108324"/>
                  </a:lnTo>
                  <a:lnTo>
                    <a:pt x="41425" y="107370"/>
                  </a:lnTo>
                  <a:lnTo>
                    <a:pt x="41357" y="106243"/>
                  </a:lnTo>
                  <a:lnTo>
                    <a:pt x="41119" y="104952"/>
                  </a:lnTo>
                  <a:lnTo>
                    <a:pt x="40568" y="104565"/>
                  </a:lnTo>
                  <a:lnTo>
                    <a:pt x="39522" y="105014"/>
                  </a:lnTo>
                  <a:lnTo>
                    <a:pt x="39221" y="104694"/>
                  </a:lnTo>
                  <a:lnTo>
                    <a:pt x="38598" y="103306"/>
                  </a:lnTo>
                  <a:lnTo>
                    <a:pt x="38081" y="101799"/>
                  </a:lnTo>
                  <a:lnTo>
                    <a:pt x="37955" y="100342"/>
                  </a:lnTo>
                  <a:lnTo>
                    <a:pt x="37620" y="100481"/>
                  </a:lnTo>
                  <a:lnTo>
                    <a:pt x="36824" y="101799"/>
                  </a:lnTo>
                  <a:lnTo>
                    <a:pt x="36283" y="102069"/>
                  </a:lnTo>
                  <a:lnTo>
                    <a:pt x="35855" y="101727"/>
                  </a:lnTo>
                  <a:lnTo>
                    <a:pt x="35375" y="101824"/>
                  </a:lnTo>
                  <a:lnTo>
                    <a:pt x="34162" y="103238"/>
                  </a:lnTo>
                  <a:lnTo>
                    <a:pt x="33447" y="103560"/>
                  </a:lnTo>
                  <a:lnTo>
                    <a:pt x="32936" y="104982"/>
                  </a:lnTo>
                  <a:lnTo>
                    <a:pt x="29560" y="105629"/>
                  </a:lnTo>
                  <a:lnTo>
                    <a:pt x="28676" y="106001"/>
                  </a:lnTo>
                  <a:lnTo>
                    <a:pt x="26663" y="103538"/>
                  </a:lnTo>
                  <a:lnTo>
                    <a:pt x="26142" y="102737"/>
                  </a:lnTo>
                  <a:lnTo>
                    <a:pt x="25876" y="102623"/>
                  </a:lnTo>
                  <a:lnTo>
                    <a:pt x="25653" y="102756"/>
                  </a:lnTo>
                  <a:lnTo>
                    <a:pt x="25432" y="103301"/>
                  </a:lnTo>
                  <a:lnTo>
                    <a:pt x="25100" y="106396"/>
                  </a:lnTo>
                  <a:lnTo>
                    <a:pt x="24795" y="107235"/>
                  </a:lnTo>
                  <a:lnTo>
                    <a:pt x="24268" y="107917"/>
                  </a:lnTo>
                  <a:lnTo>
                    <a:pt x="23755" y="109152"/>
                  </a:lnTo>
                  <a:lnTo>
                    <a:pt x="23652" y="110348"/>
                  </a:lnTo>
                  <a:lnTo>
                    <a:pt x="24443" y="111006"/>
                  </a:lnTo>
                  <a:lnTo>
                    <a:pt x="25104" y="113329"/>
                  </a:lnTo>
                  <a:lnTo>
                    <a:pt x="25821" y="115192"/>
                  </a:lnTo>
                  <a:lnTo>
                    <a:pt x="26396" y="116834"/>
                  </a:lnTo>
                  <a:lnTo>
                    <a:pt x="26319" y="118692"/>
                  </a:lnTo>
                  <a:lnTo>
                    <a:pt x="26220" y="121327"/>
                  </a:lnTo>
                  <a:lnTo>
                    <a:pt x="25804" y="122226"/>
                  </a:lnTo>
                  <a:lnTo>
                    <a:pt x="25106" y="122664"/>
                  </a:lnTo>
                  <a:lnTo>
                    <a:pt x="22549" y="121390"/>
                  </a:lnTo>
                  <a:lnTo>
                    <a:pt x="20590" y="120252"/>
                  </a:lnTo>
                  <a:lnTo>
                    <a:pt x="19764" y="120002"/>
                  </a:lnTo>
                  <a:lnTo>
                    <a:pt x="19394" y="119712"/>
                  </a:lnTo>
                  <a:lnTo>
                    <a:pt x="18906" y="118747"/>
                  </a:lnTo>
                  <a:lnTo>
                    <a:pt x="18408" y="117852"/>
                  </a:lnTo>
                  <a:lnTo>
                    <a:pt x="17612" y="117529"/>
                  </a:lnTo>
                  <a:lnTo>
                    <a:pt x="16660" y="116925"/>
                  </a:lnTo>
                  <a:lnTo>
                    <a:pt x="15959" y="114607"/>
                  </a:lnTo>
                  <a:lnTo>
                    <a:pt x="15235" y="111305"/>
                  </a:lnTo>
                  <a:lnTo>
                    <a:pt x="14980" y="109813"/>
                  </a:lnTo>
                  <a:lnTo>
                    <a:pt x="14413" y="108370"/>
                  </a:lnTo>
                  <a:lnTo>
                    <a:pt x="13857" y="106320"/>
                  </a:lnTo>
                  <a:lnTo>
                    <a:pt x="13688" y="104503"/>
                  </a:lnTo>
                  <a:lnTo>
                    <a:pt x="13267" y="102837"/>
                  </a:lnTo>
                  <a:lnTo>
                    <a:pt x="13047" y="102277"/>
                  </a:lnTo>
                  <a:lnTo>
                    <a:pt x="12722" y="100007"/>
                  </a:lnTo>
                  <a:lnTo>
                    <a:pt x="12654" y="99165"/>
                  </a:lnTo>
                  <a:lnTo>
                    <a:pt x="12494" y="99058"/>
                  </a:lnTo>
                  <a:lnTo>
                    <a:pt x="12266" y="98332"/>
                  </a:lnTo>
                  <a:lnTo>
                    <a:pt x="11816" y="95904"/>
                  </a:lnTo>
                  <a:lnTo>
                    <a:pt x="11714" y="95301"/>
                  </a:lnTo>
                  <a:lnTo>
                    <a:pt x="11517" y="95086"/>
                  </a:lnTo>
                  <a:lnTo>
                    <a:pt x="10993" y="93381"/>
                  </a:lnTo>
                  <a:lnTo>
                    <a:pt x="10576" y="92789"/>
                  </a:lnTo>
                  <a:lnTo>
                    <a:pt x="10423" y="91916"/>
                  </a:lnTo>
                  <a:lnTo>
                    <a:pt x="10458" y="89535"/>
                  </a:lnTo>
                  <a:lnTo>
                    <a:pt x="10235" y="88362"/>
                  </a:lnTo>
                  <a:lnTo>
                    <a:pt x="10167" y="86132"/>
                  </a:lnTo>
                  <a:lnTo>
                    <a:pt x="10153" y="85236"/>
                  </a:lnTo>
                  <a:lnTo>
                    <a:pt x="9939" y="84249"/>
                  </a:lnTo>
                  <a:lnTo>
                    <a:pt x="9582" y="83598"/>
                  </a:lnTo>
                  <a:lnTo>
                    <a:pt x="9521" y="81987"/>
                  </a:lnTo>
                  <a:lnTo>
                    <a:pt x="9434" y="78004"/>
                  </a:lnTo>
                  <a:lnTo>
                    <a:pt x="9265" y="77310"/>
                  </a:lnTo>
                  <a:lnTo>
                    <a:pt x="7760" y="77359"/>
                  </a:lnTo>
                  <a:lnTo>
                    <a:pt x="7608" y="77749"/>
                  </a:lnTo>
                  <a:lnTo>
                    <a:pt x="6958" y="77984"/>
                  </a:lnTo>
                  <a:lnTo>
                    <a:pt x="6230" y="78027"/>
                  </a:lnTo>
                  <a:lnTo>
                    <a:pt x="5574" y="77492"/>
                  </a:lnTo>
                  <a:lnTo>
                    <a:pt x="5031" y="76795"/>
                  </a:lnTo>
                  <a:lnTo>
                    <a:pt x="4915" y="75932"/>
                  </a:lnTo>
                  <a:lnTo>
                    <a:pt x="4997" y="73165"/>
                  </a:lnTo>
                  <a:lnTo>
                    <a:pt x="4123" y="71070"/>
                  </a:lnTo>
                  <a:lnTo>
                    <a:pt x="2737" y="68479"/>
                  </a:lnTo>
                  <a:lnTo>
                    <a:pt x="2319" y="65191"/>
                  </a:lnTo>
                  <a:lnTo>
                    <a:pt x="1811" y="63139"/>
                  </a:lnTo>
                  <a:lnTo>
                    <a:pt x="274" y="58847"/>
                  </a:lnTo>
                  <a:lnTo>
                    <a:pt x="2" y="55900"/>
                  </a:lnTo>
                  <a:lnTo>
                    <a:pt x="0" y="53824"/>
                  </a:lnTo>
                  <a:lnTo>
                    <a:pt x="539" y="51917"/>
                  </a:lnTo>
                  <a:lnTo>
                    <a:pt x="1292" y="48564"/>
                  </a:lnTo>
                  <a:lnTo>
                    <a:pt x="1601" y="45515"/>
                  </a:lnTo>
                  <a:lnTo>
                    <a:pt x="1829" y="43929"/>
                  </a:lnTo>
                  <a:lnTo>
                    <a:pt x="2218" y="41852"/>
                  </a:lnTo>
                  <a:lnTo>
                    <a:pt x="2572" y="39161"/>
                  </a:lnTo>
                  <a:lnTo>
                    <a:pt x="2302" y="37501"/>
                  </a:lnTo>
                  <a:lnTo>
                    <a:pt x="1846" y="35877"/>
                  </a:lnTo>
                  <a:lnTo>
                    <a:pt x="1696" y="34662"/>
                  </a:lnTo>
                  <a:lnTo>
                    <a:pt x="2139" y="32883"/>
                  </a:lnTo>
                  <a:lnTo>
                    <a:pt x="2586" y="31629"/>
                  </a:lnTo>
                  <a:lnTo>
                    <a:pt x="3089" y="31452"/>
                  </a:lnTo>
                  <a:lnTo>
                    <a:pt x="3732" y="30700"/>
                  </a:lnTo>
                  <a:lnTo>
                    <a:pt x="4237" y="29619"/>
                  </a:lnTo>
                  <a:lnTo>
                    <a:pt x="5005" y="29335"/>
                  </a:lnTo>
                  <a:lnTo>
                    <a:pt x="5967" y="29222"/>
                  </a:lnTo>
                  <a:lnTo>
                    <a:pt x="7926" y="29220"/>
                  </a:lnTo>
                  <a:lnTo>
                    <a:pt x="8927" y="28759"/>
                  </a:lnTo>
                  <a:lnTo>
                    <a:pt x="9239" y="27891"/>
                  </a:lnTo>
                  <a:lnTo>
                    <a:pt x="9192" y="26227"/>
                  </a:lnTo>
                  <a:lnTo>
                    <a:pt x="9689" y="24715"/>
                  </a:lnTo>
                  <a:lnTo>
                    <a:pt x="10212" y="24080"/>
                  </a:lnTo>
                  <a:lnTo>
                    <a:pt x="10423" y="23581"/>
                  </a:lnTo>
                  <a:lnTo>
                    <a:pt x="10453" y="23026"/>
                  </a:lnTo>
                  <a:lnTo>
                    <a:pt x="10316" y="22513"/>
                  </a:lnTo>
                  <a:lnTo>
                    <a:pt x="10108" y="22179"/>
                  </a:lnTo>
                  <a:lnTo>
                    <a:pt x="9561" y="22063"/>
                  </a:lnTo>
                  <a:lnTo>
                    <a:pt x="9081" y="19446"/>
                  </a:lnTo>
                  <a:lnTo>
                    <a:pt x="9410" y="18305"/>
                  </a:lnTo>
                  <a:lnTo>
                    <a:pt x="9834" y="16201"/>
                  </a:lnTo>
                  <a:lnTo>
                    <a:pt x="9953" y="15016"/>
                  </a:lnTo>
                  <a:lnTo>
                    <a:pt x="10608" y="13149"/>
                  </a:lnTo>
                  <a:lnTo>
                    <a:pt x="10764" y="13727"/>
                  </a:lnTo>
                  <a:lnTo>
                    <a:pt x="11274" y="10332"/>
                  </a:lnTo>
                  <a:lnTo>
                    <a:pt x="11333" y="7571"/>
                  </a:lnTo>
                  <a:lnTo>
                    <a:pt x="11721" y="4847"/>
                  </a:lnTo>
                  <a:lnTo>
                    <a:pt x="12313" y="1618"/>
                  </a:lnTo>
                  <a:lnTo>
                    <a:pt x="13384" y="17"/>
                  </a:lnTo>
                  <a:lnTo>
                    <a:pt x="19601" y="1646"/>
                  </a:lnTo>
                  <a:lnTo>
                    <a:pt x="22444" y="3194"/>
                  </a:lnTo>
                  <a:lnTo>
                    <a:pt x="26097" y="5850"/>
                  </a:lnTo>
                  <a:lnTo>
                    <a:pt x="26615" y="8691"/>
                  </a:lnTo>
                  <a:lnTo>
                    <a:pt x="26641" y="5850"/>
                  </a:lnTo>
                  <a:lnTo>
                    <a:pt x="26463" y="2979"/>
                  </a:lnTo>
                  <a:lnTo>
                    <a:pt x="27472" y="939"/>
                  </a:lnTo>
                  <a:lnTo>
                    <a:pt x="29691" y="223"/>
                  </a:lnTo>
                  <a:lnTo>
                    <a:pt x="33011" y="1206"/>
                  </a:lnTo>
                  <a:lnTo>
                    <a:pt x="35861" y="0"/>
                  </a:lnTo>
                  <a:lnTo>
                    <a:pt x="39744" y="151"/>
                  </a:lnTo>
                  <a:lnTo>
                    <a:pt x="45636" y="2470"/>
                  </a:lnTo>
                  <a:lnTo>
                    <a:pt x="48275" y="4051"/>
                  </a:lnTo>
                  <a:lnTo>
                    <a:pt x="49362" y="5482"/>
                  </a:lnTo>
                  <a:lnTo>
                    <a:pt x="49570" y="8065"/>
                  </a:lnTo>
                  <a:lnTo>
                    <a:pt x="49464" y="11363"/>
                  </a:lnTo>
                  <a:lnTo>
                    <a:pt x="49038" y="14514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1" name="pg1390"/>
            <p:cNvSpPr/>
            <p:nvPr/>
          </p:nvSpPr>
          <p:spPr>
            <a:xfrm>
              <a:off x="3572103" y="2168505"/>
              <a:ext cx="70040" cy="54201"/>
            </a:xfrm>
            <a:custGeom>
              <a:avLst/>
              <a:pathLst>
                <a:path w="70040" h="54201">
                  <a:moveTo>
                    <a:pt x="70040" y="15513"/>
                  </a:moveTo>
                  <a:lnTo>
                    <a:pt x="69860" y="16733"/>
                  </a:lnTo>
                  <a:lnTo>
                    <a:pt x="69356" y="18156"/>
                  </a:lnTo>
                  <a:lnTo>
                    <a:pt x="68724" y="19625"/>
                  </a:lnTo>
                  <a:lnTo>
                    <a:pt x="68199" y="21400"/>
                  </a:lnTo>
                  <a:lnTo>
                    <a:pt x="67497" y="25194"/>
                  </a:lnTo>
                  <a:lnTo>
                    <a:pt x="67036" y="26944"/>
                  </a:lnTo>
                  <a:lnTo>
                    <a:pt x="65156" y="30411"/>
                  </a:lnTo>
                  <a:lnTo>
                    <a:pt x="65020" y="35233"/>
                  </a:lnTo>
                  <a:lnTo>
                    <a:pt x="64767" y="35587"/>
                  </a:lnTo>
                  <a:lnTo>
                    <a:pt x="60518" y="37220"/>
                  </a:lnTo>
                  <a:lnTo>
                    <a:pt x="59956" y="36969"/>
                  </a:lnTo>
                  <a:lnTo>
                    <a:pt x="59378" y="36030"/>
                  </a:lnTo>
                  <a:lnTo>
                    <a:pt x="59057" y="35347"/>
                  </a:lnTo>
                  <a:lnTo>
                    <a:pt x="58858" y="34844"/>
                  </a:lnTo>
                  <a:lnTo>
                    <a:pt x="58490" y="33509"/>
                  </a:lnTo>
                  <a:lnTo>
                    <a:pt x="58003" y="32563"/>
                  </a:lnTo>
                  <a:lnTo>
                    <a:pt x="57281" y="31789"/>
                  </a:lnTo>
                  <a:lnTo>
                    <a:pt x="56623" y="30892"/>
                  </a:lnTo>
                  <a:lnTo>
                    <a:pt x="55772" y="30856"/>
                  </a:lnTo>
                  <a:lnTo>
                    <a:pt x="53476" y="32123"/>
                  </a:lnTo>
                  <a:lnTo>
                    <a:pt x="51883" y="32261"/>
                  </a:lnTo>
                  <a:lnTo>
                    <a:pt x="50821" y="31854"/>
                  </a:lnTo>
                  <a:lnTo>
                    <a:pt x="49407" y="31087"/>
                  </a:lnTo>
                  <a:lnTo>
                    <a:pt x="46650" y="30967"/>
                  </a:lnTo>
                  <a:lnTo>
                    <a:pt x="44760" y="31641"/>
                  </a:lnTo>
                  <a:lnTo>
                    <a:pt x="44575" y="32580"/>
                  </a:lnTo>
                  <a:lnTo>
                    <a:pt x="42832" y="38477"/>
                  </a:lnTo>
                  <a:lnTo>
                    <a:pt x="40300" y="40650"/>
                  </a:lnTo>
                  <a:lnTo>
                    <a:pt x="38101" y="42877"/>
                  </a:lnTo>
                  <a:lnTo>
                    <a:pt x="37462" y="43329"/>
                  </a:lnTo>
                  <a:lnTo>
                    <a:pt x="36369" y="42629"/>
                  </a:lnTo>
                  <a:lnTo>
                    <a:pt x="35125" y="41306"/>
                  </a:lnTo>
                  <a:lnTo>
                    <a:pt x="34091" y="40618"/>
                  </a:lnTo>
                  <a:lnTo>
                    <a:pt x="33336" y="40921"/>
                  </a:lnTo>
                  <a:lnTo>
                    <a:pt x="32512" y="42420"/>
                  </a:lnTo>
                  <a:lnTo>
                    <a:pt x="32136" y="43939"/>
                  </a:lnTo>
                  <a:lnTo>
                    <a:pt x="29645" y="45052"/>
                  </a:lnTo>
                  <a:lnTo>
                    <a:pt x="25314" y="45708"/>
                  </a:lnTo>
                  <a:lnTo>
                    <a:pt x="23805" y="47202"/>
                  </a:lnTo>
                  <a:lnTo>
                    <a:pt x="23290" y="48999"/>
                  </a:lnTo>
                  <a:lnTo>
                    <a:pt x="23268" y="50382"/>
                  </a:lnTo>
                  <a:lnTo>
                    <a:pt x="23634" y="51557"/>
                  </a:lnTo>
                  <a:lnTo>
                    <a:pt x="23173" y="52928"/>
                  </a:lnTo>
                  <a:lnTo>
                    <a:pt x="22970" y="53499"/>
                  </a:lnTo>
                  <a:lnTo>
                    <a:pt x="19911" y="53799"/>
                  </a:lnTo>
                  <a:lnTo>
                    <a:pt x="15830" y="54201"/>
                  </a:lnTo>
                  <a:lnTo>
                    <a:pt x="13391" y="54098"/>
                  </a:lnTo>
                  <a:lnTo>
                    <a:pt x="11096" y="54002"/>
                  </a:lnTo>
                  <a:lnTo>
                    <a:pt x="9533" y="52827"/>
                  </a:lnTo>
                  <a:lnTo>
                    <a:pt x="7625" y="50532"/>
                  </a:lnTo>
                  <a:lnTo>
                    <a:pt x="5609" y="47479"/>
                  </a:lnTo>
                  <a:lnTo>
                    <a:pt x="5415" y="47406"/>
                  </a:lnTo>
                  <a:lnTo>
                    <a:pt x="5115" y="47082"/>
                  </a:lnTo>
                  <a:lnTo>
                    <a:pt x="3848" y="46854"/>
                  </a:lnTo>
                  <a:lnTo>
                    <a:pt x="3512" y="47034"/>
                  </a:lnTo>
                  <a:lnTo>
                    <a:pt x="2754" y="46041"/>
                  </a:lnTo>
                  <a:lnTo>
                    <a:pt x="2531" y="44750"/>
                  </a:lnTo>
                  <a:lnTo>
                    <a:pt x="1356" y="41357"/>
                  </a:lnTo>
                  <a:lnTo>
                    <a:pt x="33" y="35777"/>
                  </a:lnTo>
                  <a:lnTo>
                    <a:pt x="0" y="34167"/>
                  </a:lnTo>
                  <a:lnTo>
                    <a:pt x="515" y="32332"/>
                  </a:lnTo>
                  <a:lnTo>
                    <a:pt x="995" y="30931"/>
                  </a:lnTo>
                  <a:lnTo>
                    <a:pt x="1062" y="29818"/>
                  </a:lnTo>
                  <a:lnTo>
                    <a:pt x="1115" y="29515"/>
                  </a:lnTo>
                  <a:lnTo>
                    <a:pt x="1512" y="27208"/>
                  </a:lnTo>
                  <a:lnTo>
                    <a:pt x="2475" y="24139"/>
                  </a:lnTo>
                  <a:lnTo>
                    <a:pt x="3368" y="22358"/>
                  </a:lnTo>
                  <a:lnTo>
                    <a:pt x="4020" y="21770"/>
                  </a:lnTo>
                  <a:lnTo>
                    <a:pt x="5357" y="22306"/>
                  </a:lnTo>
                  <a:lnTo>
                    <a:pt x="7649" y="22750"/>
                  </a:lnTo>
                  <a:lnTo>
                    <a:pt x="9411" y="22334"/>
                  </a:lnTo>
                  <a:lnTo>
                    <a:pt x="11054" y="20967"/>
                  </a:lnTo>
                  <a:lnTo>
                    <a:pt x="11946" y="19771"/>
                  </a:lnTo>
                  <a:lnTo>
                    <a:pt x="12709" y="18514"/>
                  </a:lnTo>
                  <a:lnTo>
                    <a:pt x="12964" y="17699"/>
                  </a:lnTo>
                  <a:lnTo>
                    <a:pt x="13302" y="17308"/>
                  </a:lnTo>
                  <a:lnTo>
                    <a:pt x="14661" y="16582"/>
                  </a:lnTo>
                  <a:lnTo>
                    <a:pt x="15094" y="15736"/>
                  </a:lnTo>
                  <a:lnTo>
                    <a:pt x="15272" y="14135"/>
                  </a:lnTo>
                  <a:lnTo>
                    <a:pt x="15391" y="12349"/>
                  </a:lnTo>
                  <a:lnTo>
                    <a:pt x="15670" y="11026"/>
                  </a:lnTo>
                  <a:lnTo>
                    <a:pt x="16020" y="10056"/>
                  </a:lnTo>
                  <a:lnTo>
                    <a:pt x="18536" y="7726"/>
                  </a:lnTo>
                  <a:lnTo>
                    <a:pt x="18761" y="6908"/>
                  </a:lnTo>
                  <a:lnTo>
                    <a:pt x="19165" y="6110"/>
                  </a:lnTo>
                  <a:lnTo>
                    <a:pt x="19908" y="5218"/>
                  </a:lnTo>
                  <a:lnTo>
                    <a:pt x="20630" y="3930"/>
                  </a:lnTo>
                  <a:lnTo>
                    <a:pt x="21394" y="3139"/>
                  </a:lnTo>
                  <a:lnTo>
                    <a:pt x="22377" y="3227"/>
                  </a:lnTo>
                  <a:lnTo>
                    <a:pt x="23285" y="3064"/>
                  </a:lnTo>
                  <a:lnTo>
                    <a:pt x="23992" y="2614"/>
                  </a:lnTo>
                  <a:lnTo>
                    <a:pt x="24303" y="2568"/>
                  </a:lnTo>
                  <a:lnTo>
                    <a:pt x="25611" y="2937"/>
                  </a:lnTo>
                  <a:lnTo>
                    <a:pt x="25846" y="4415"/>
                  </a:lnTo>
                  <a:lnTo>
                    <a:pt x="25983" y="5953"/>
                  </a:lnTo>
                  <a:lnTo>
                    <a:pt x="28217" y="5842"/>
                  </a:lnTo>
                  <a:lnTo>
                    <a:pt x="29461" y="2549"/>
                  </a:lnTo>
                  <a:lnTo>
                    <a:pt x="30104" y="2152"/>
                  </a:lnTo>
                  <a:lnTo>
                    <a:pt x="31139" y="1007"/>
                  </a:lnTo>
                  <a:lnTo>
                    <a:pt x="31823" y="0"/>
                  </a:lnTo>
                  <a:lnTo>
                    <a:pt x="32293" y="630"/>
                  </a:lnTo>
                  <a:lnTo>
                    <a:pt x="32972" y="2745"/>
                  </a:lnTo>
                  <a:lnTo>
                    <a:pt x="33692" y="4449"/>
                  </a:lnTo>
                  <a:lnTo>
                    <a:pt x="34106" y="5122"/>
                  </a:lnTo>
                  <a:lnTo>
                    <a:pt x="34151" y="5645"/>
                  </a:lnTo>
                  <a:lnTo>
                    <a:pt x="34569" y="5958"/>
                  </a:lnTo>
                  <a:lnTo>
                    <a:pt x="35382" y="6149"/>
                  </a:lnTo>
                  <a:lnTo>
                    <a:pt x="35924" y="6664"/>
                  </a:lnTo>
                  <a:lnTo>
                    <a:pt x="36085" y="8248"/>
                  </a:lnTo>
                  <a:lnTo>
                    <a:pt x="36097" y="9684"/>
                  </a:lnTo>
                  <a:lnTo>
                    <a:pt x="35843" y="10711"/>
                  </a:lnTo>
                  <a:lnTo>
                    <a:pt x="35710" y="11621"/>
                  </a:lnTo>
                  <a:lnTo>
                    <a:pt x="36273" y="11978"/>
                  </a:lnTo>
                  <a:lnTo>
                    <a:pt x="37096" y="11633"/>
                  </a:lnTo>
                  <a:lnTo>
                    <a:pt x="37678" y="11119"/>
                  </a:lnTo>
                  <a:lnTo>
                    <a:pt x="39424" y="12304"/>
                  </a:lnTo>
                  <a:lnTo>
                    <a:pt x="40041" y="9661"/>
                  </a:lnTo>
                  <a:lnTo>
                    <a:pt x="40733" y="8312"/>
                  </a:lnTo>
                  <a:lnTo>
                    <a:pt x="41632" y="7684"/>
                  </a:lnTo>
                  <a:lnTo>
                    <a:pt x="42447" y="6860"/>
                  </a:lnTo>
                  <a:lnTo>
                    <a:pt x="43192" y="6277"/>
                  </a:lnTo>
                  <a:lnTo>
                    <a:pt x="43707" y="6312"/>
                  </a:lnTo>
                  <a:lnTo>
                    <a:pt x="43929" y="6068"/>
                  </a:lnTo>
                  <a:lnTo>
                    <a:pt x="44569" y="6132"/>
                  </a:lnTo>
                  <a:lnTo>
                    <a:pt x="45310" y="6397"/>
                  </a:lnTo>
                  <a:lnTo>
                    <a:pt x="46316" y="6087"/>
                  </a:lnTo>
                  <a:lnTo>
                    <a:pt x="47709" y="6730"/>
                  </a:lnTo>
                  <a:lnTo>
                    <a:pt x="48579" y="7950"/>
                  </a:lnTo>
                  <a:lnTo>
                    <a:pt x="49430" y="8362"/>
                  </a:lnTo>
                  <a:lnTo>
                    <a:pt x="50402" y="8291"/>
                  </a:lnTo>
                  <a:lnTo>
                    <a:pt x="51068" y="7619"/>
                  </a:lnTo>
                  <a:lnTo>
                    <a:pt x="52033" y="5302"/>
                  </a:lnTo>
                  <a:lnTo>
                    <a:pt x="52733" y="5338"/>
                  </a:lnTo>
                  <a:lnTo>
                    <a:pt x="53830" y="4971"/>
                  </a:lnTo>
                  <a:lnTo>
                    <a:pt x="55378" y="4992"/>
                  </a:lnTo>
                  <a:lnTo>
                    <a:pt x="58946" y="5488"/>
                  </a:lnTo>
                  <a:lnTo>
                    <a:pt x="59840" y="6375"/>
                  </a:lnTo>
                  <a:lnTo>
                    <a:pt x="62037" y="7512"/>
                  </a:lnTo>
                  <a:lnTo>
                    <a:pt x="62994" y="8824"/>
                  </a:lnTo>
                  <a:lnTo>
                    <a:pt x="63419" y="10389"/>
                  </a:lnTo>
                  <a:lnTo>
                    <a:pt x="63641" y="11470"/>
                  </a:lnTo>
                  <a:lnTo>
                    <a:pt x="65892" y="13133"/>
                  </a:lnTo>
                  <a:lnTo>
                    <a:pt x="69230" y="1525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2" name="pg1391"/>
            <p:cNvSpPr/>
            <p:nvPr/>
          </p:nvSpPr>
          <p:spPr>
            <a:xfrm>
              <a:off x="3529105" y="2249305"/>
              <a:ext cx="38722" cy="42400"/>
            </a:xfrm>
            <a:custGeom>
              <a:avLst/>
              <a:pathLst>
                <a:path w="38722" h="42400">
                  <a:moveTo>
                    <a:pt x="38722" y="10737"/>
                  </a:moveTo>
                  <a:lnTo>
                    <a:pt x="37629" y="10013"/>
                  </a:lnTo>
                  <a:lnTo>
                    <a:pt x="36315" y="9711"/>
                  </a:lnTo>
                  <a:lnTo>
                    <a:pt x="36068" y="10102"/>
                  </a:lnTo>
                  <a:lnTo>
                    <a:pt x="35540" y="10500"/>
                  </a:lnTo>
                  <a:lnTo>
                    <a:pt x="35273" y="11212"/>
                  </a:lnTo>
                  <a:lnTo>
                    <a:pt x="35478" y="14011"/>
                  </a:lnTo>
                  <a:lnTo>
                    <a:pt x="35158" y="14491"/>
                  </a:lnTo>
                  <a:lnTo>
                    <a:pt x="33665" y="14214"/>
                  </a:lnTo>
                  <a:lnTo>
                    <a:pt x="33172" y="14536"/>
                  </a:lnTo>
                  <a:lnTo>
                    <a:pt x="32360" y="16485"/>
                  </a:lnTo>
                  <a:lnTo>
                    <a:pt x="31529" y="17305"/>
                  </a:lnTo>
                  <a:lnTo>
                    <a:pt x="30471" y="17889"/>
                  </a:lnTo>
                  <a:lnTo>
                    <a:pt x="29690" y="18595"/>
                  </a:lnTo>
                  <a:lnTo>
                    <a:pt x="28702" y="19208"/>
                  </a:lnTo>
                  <a:lnTo>
                    <a:pt x="27859" y="19577"/>
                  </a:lnTo>
                  <a:lnTo>
                    <a:pt x="27527" y="20428"/>
                  </a:lnTo>
                  <a:lnTo>
                    <a:pt x="27324" y="21372"/>
                  </a:lnTo>
                  <a:lnTo>
                    <a:pt x="27377" y="22281"/>
                  </a:lnTo>
                  <a:lnTo>
                    <a:pt x="28233" y="24076"/>
                  </a:lnTo>
                  <a:lnTo>
                    <a:pt x="28349" y="25991"/>
                  </a:lnTo>
                  <a:lnTo>
                    <a:pt x="28256" y="28332"/>
                  </a:lnTo>
                  <a:lnTo>
                    <a:pt x="28059" y="29582"/>
                  </a:lnTo>
                  <a:lnTo>
                    <a:pt x="27722" y="30413"/>
                  </a:lnTo>
                  <a:lnTo>
                    <a:pt x="25615" y="31489"/>
                  </a:lnTo>
                  <a:lnTo>
                    <a:pt x="23431" y="33410"/>
                  </a:lnTo>
                  <a:lnTo>
                    <a:pt x="23380" y="33850"/>
                  </a:lnTo>
                  <a:lnTo>
                    <a:pt x="24377" y="35558"/>
                  </a:lnTo>
                  <a:lnTo>
                    <a:pt x="24416" y="35984"/>
                  </a:lnTo>
                  <a:lnTo>
                    <a:pt x="23592" y="36955"/>
                  </a:lnTo>
                  <a:lnTo>
                    <a:pt x="23511" y="37929"/>
                  </a:lnTo>
                  <a:lnTo>
                    <a:pt x="23605" y="39055"/>
                  </a:lnTo>
                  <a:lnTo>
                    <a:pt x="24043" y="40215"/>
                  </a:lnTo>
                  <a:lnTo>
                    <a:pt x="24201" y="41257"/>
                  </a:lnTo>
                  <a:lnTo>
                    <a:pt x="22999" y="42015"/>
                  </a:lnTo>
                  <a:lnTo>
                    <a:pt x="21375" y="41738"/>
                  </a:lnTo>
                  <a:lnTo>
                    <a:pt x="19452" y="40286"/>
                  </a:lnTo>
                  <a:lnTo>
                    <a:pt x="18778" y="40500"/>
                  </a:lnTo>
                  <a:lnTo>
                    <a:pt x="18125" y="41248"/>
                  </a:lnTo>
                  <a:lnTo>
                    <a:pt x="17458" y="40927"/>
                  </a:lnTo>
                  <a:lnTo>
                    <a:pt x="16725" y="40032"/>
                  </a:lnTo>
                  <a:lnTo>
                    <a:pt x="15687" y="38171"/>
                  </a:lnTo>
                  <a:lnTo>
                    <a:pt x="15182" y="37030"/>
                  </a:lnTo>
                  <a:lnTo>
                    <a:pt x="14975" y="35813"/>
                  </a:lnTo>
                  <a:lnTo>
                    <a:pt x="14692" y="35637"/>
                  </a:lnTo>
                  <a:lnTo>
                    <a:pt x="14261" y="35991"/>
                  </a:lnTo>
                  <a:lnTo>
                    <a:pt x="13906" y="37470"/>
                  </a:lnTo>
                  <a:lnTo>
                    <a:pt x="12945" y="40113"/>
                  </a:lnTo>
                  <a:lnTo>
                    <a:pt x="12237" y="40831"/>
                  </a:lnTo>
                  <a:lnTo>
                    <a:pt x="11164" y="40678"/>
                  </a:lnTo>
                  <a:lnTo>
                    <a:pt x="9662" y="40722"/>
                  </a:lnTo>
                  <a:lnTo>
                    <a:pt x="8728" y="40938"/>
                  </a:lnTo>
                  <a:lnTo>
                    <a:pt x="7583" y="40005"/>
                  </a:lnTo>
                  <a:lnTo>
                    <a:pt x="7306" y="40184"/>
                  </a:lnTo>
                  <a:lnTo>
                    <a:pt x="7303" y="40797"/>
                  </a:lnTo>
                  <a:lnTo>
                    <a:pt x="6878" y="41766"/>
                  </a:lnTo>
                  <a:lnTo>
                    <a:pt x="6175" y="42400"/>
                  </a:lnTo>
                  <a:lnTo>
                    <a:pt x="2924" y="40970"/>
                  </a:lnTo>
                  <a:lnTo>
                    <a:pt x="2464" y="39784"/>
                  </a:lnTo>
                  <a:lnTo>
                    <a:pt x="3197" y="39221"/>
                  </a:lnTo>
                  <a:lnTo>
                    <a:pt x="4215" y="37695"/>
                  </a:lnTo>
                  <a:lnTo>
                    <a:pt x="4908" y="37861"/>
                  </a:lnTo>
                  <a:lnTo>
                    <a:pt x="5756" y="37539"/>
                  </a:lnTo>
                  <a:lnTo>
                    <a:pt x="6126" y="36890"/>
                  </a:lnTo>
                  <a:lnTo>
                    <a:pt x="5589" y="34952"/>
                  </a:lnTo>
                  <a:lnTo>
                    <a:pt x="4238" y="32563"/>
                  </a:lnTo>
                  <a:lnTo>
                    <a:pt x="3519" y="31655"/>
                  </a:lnTo>
                  <a:lnTo>
                    <a:pt x="2531" y="31053"/>
                  </a:lnTo>
                  <a:lnTo>
                    <a:pt x="2361" y="30410"/>
                  </a:lnTo>
                  <a:lnTo>
                    <a:pt x="2909" y="26641"/>
                  </a:lnTo>
                  <a:lnTo>
                    <a:pt x="2743" y="26106"/>
                  </a:lnTo>
                  <a:lnTo>
                    <a:pt x="1615" y="26283"/>
                  </a:lnTo>
                  <a:lnTo>
                    <a:pt x="1350" y="25890"/>
                  </a:lnTo>
                  <a:lnTo>
                    <a:pt x="1259" y="25236"/>
                  </a:lnTo>
                  <a:lnTo>
                    <a:pt x="1335" y="24340"/>
                  </a:lnTo>
                  <a:lnTo>
                    <a:pt x="2095" y="22875"/>
                  </a:lnTo>
                  <a:lnTo>
                    <a:pt x="2941" y="21575"/>
                  </a:lnTo>
                  <a:lnTo>
                    <a:pt x="3168" y="20847"/>
                  </a:lnTo>
                  <a:lnTo>
                    <a:pt x="3137" y="20277"/>
                  </a:lnTo>
                  <a:lnTo>
                    <a:pt x="2054" y="19700"/>
                  </a:lnTo>
                  <a:lnTo>
                    <a:pt x="1401" y="19108"/>
                  </a:lnTo>
                  <a:lnTo>
                    <a:pt x="883" y="18903"/>
                  </a:lnTo>
                  <a:lnTo>
                    <a:pt x="527" y="19235"/>
                  </a:lnTo>
                  <a:lnTo>
                    <a:pt x="263" y="18861"/>
                  </a:lnTo>
                  <a:lnTo>
                    <a:pt x="0" y="17778"/>
                  </a:lnTo>
                  <a:lnTo>
                    <a:pt x="262" y="16126"/>
                  </a:lnTo>
                  <a:lnTo>
                    <a:pt x="1237" y="14599"/>
                  </a:lnTo>
                  <a:lnTo>
                    <a:pt x="2283" y="13243"/>
                  </a:lnTo>
                  <a:lnTo>
                    <a:pt x="3194" y="12255"/>
                  </a:lnTo>
                  <a:lnTo>
                    <a:pt x="3720" y="11831"/>
                  </a:lnTo>
                  <a:lnTo>
                    <a:pt x="3970" y="10135"/>
                  </a:lnTo>
                  <a:lnTo>
                    <a:pt x="4512" y="10311"/>
                  </a:lnTo>
                  <a:lnTo>
                    <a:pt x="5591" y="10402"/>
                  </a:lnTo>
                  <a:lnTo>
                    <a:pt x="6794" y="10788"/>
                  </a:lnTo>
                  <a:lnTo>
                    <a:pt x="7914" y="11261"/>
                  </a:lnTo>
                  <a:lnTo>
                    <a:pt x="8900" y="11860"/>
                  </a:lnTo>
                  <a:lnTo>
                    <a:pt x="10970" y="12486"/>
                  </a:lnTo>
                  <a:lnTo>
                    <a:pt x="12854" y="12864"/>
                  </a:lnTo>
                  <a:lnTo>
                    <a:pt x="13421" y="13213"/>
                  </a:lnTo>
                  <a:lnTo>
                    <a:pt x="13885" y="13185"/>
                  </a:lnTo>
                  <a:lnTo>
                    <a:pt x="14457" y="13698"/>
                  </a:lnTo>
                  <a:lnTo>
                    <a:pt x="14794" y="13307"/>
                  </a:lnTo>
                  <a:lnTo>
                    <a:pt x="15039" y="12623"/>
                  </a:lnTo>
                  <a:lnTo>
                    <a:pt x="16065" y="11815"/>
                  </a:lnTo>
                  <a:lnTo>
                    <a:pt x="17010" y="10760"/>
                  </a:lnTo>
                  <a:lnTo>
                    <a:pt x="17674" y="9417"/>
                  </a:lnTo>
                  <a:lnTo>
                    <a:pt x="18045" y="8356"/>
                  </a:lnTo>
                  <a:lnTo>
                    <a:pt x="18695" y="7605"/>
                  </a:lnTo>
                  <a:lnTo>
                    <a:pt x="19388" y="7388"/>
                  </a:lnTo>
                  <a:lnTo>
                    <a:pt x="20020" y="7012"/>
                  </a:lnTo>
                  <a:lnTo>
                    <a:pt x="22690" y="6510"/>
                  </a:lnTo>
                  <a:lnTo>
                    <a:pt x="25432" y="6903"/>
                  </a:lnTo>
                  <a:lnTo>
                    <a:pt x="26741" y="6165"/>
                  </a:lnTo>
                  <a:lnTo>
                    <a:pt x="27818" y="4870"/>
                  </a:lnTo>
                  <a:lnTo>
                    <a:pt x="29475" y="4491"/>
                  </a:lnTo>
                  <a:lnTo>
                    <a:pt x="31829" y="5485"/>
                  </a:lnTo>
                  <a:lnTo>
                    <a:pt x="32010" y="4907"/>
                  </a:lnTo>
                  <a:lnTo>
                    <a:pt x="32111" y="4651"/>
                  </a:lnTo>
                  <a:lnTo>
                    <a:pt x="32066" y="1829"/>
                  </a:lnTo>
                  <a:lnTo>
                    <a:pt x="32811" y="545"/>
                  </a:lnTo>
                  <a:lnTo>
                    <a:pt x="33500" y="0"/>
                  </a:lnTo>
                  <a:lnTo>
                    <a:pt x="35851" y="177"/>
                  </a:lnTo>
                  <a:lnTo>
                    <a:pt x="36159" y="1043"/>
                  </a:lnTo>
                  <a:lnTo>
                    <a:pt x="36281" y="2386"/>
                  </a:lnTo>
                  <a:lnTo>
                    <a:pt x="36491" y="4185"/>
                  </a:lnTo>
                  <a:lnTo>
                    <a:pt x="36883" y="4683"/>
                  </a:lnTo>
                  <a:lnTo>
                    <a:pt x="37097" y="5391"/>
                  </a:lnTo>
                  <a:lnTo>
                    <a:pt x="37056" y="6636"/>
                  </a:lnTo>
                  <a:lnTo>
                    <a:pt x="37515" y="7566"/>
                  </a:lnTo>
                  <a:lnTo>
                    <a:pt x="38592" y="10082"/>
                  </a:lnTo>
                  <a:close/>
                </a:path>
              </a:pathLst>
            </a:custGeom>
            <a:solidFill>
              <a:srgbClr val="FFFBF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3" name="pg1392"/>
            <p:cNvSpPr/>
            <p:nvPr/>
          </p:nvSpPr>
          <p:spPr>
            <a:xfrm>
              <a:off x="3566321" y="1939578"/>
              <a:ext cx="8928" cy="32648"/>
            </a:xfrm>
            <a:custGeom>
              <a:avLst/>
              <a:pathLst>
                <a:path w="8928" h="32648">
                  <a:moveTo>
                    <a:pt x="1658" y="31160"/>
                  </a:moveTo>
                  <a:lnTo>
                    <a:pt x="1024" y="32648"/>
                  </a:lnTo>
                  <a:lnTo>
                    <a:pt x="462" y="32542"/>
                  </a:lnTo>
                  <a:lnTo>
                    <a:pt x="87" y="30558"/>
                  </a:lnTo>
                  <a:lnTo>
                    <a:pt x="0" y="25454"/>
                  </a:lnTo>
                  <a:lnTo>
                    <a:pt x="224" y="22932"/>
                  </a:lnTo>
                  <a:lnTo>
                    <a:pt x="2915" y="13835"/>
                  </a:lnTo>
                  <a:lnTo>
                    <a:pt x="4116" y="13092"/>
                  </a:lnTo>
                  <a:lnTo>
                    <a:pt x="5805" y="7517"/>
                  </a:lnTo>
                  <a:lnTo>
                    <a:pt x="6261" y="5036"/>
                  </a:lnTo>
                  <a:lnTo>
                    <a:pt x="6994" y="2803"/>
                  </a:lnTo>
                  <a:lnTo>
                    <a:pt x="7426" y="806"/>
                  </a:lnTo>
                  <a:lnTo>
                    <a:pt x="7789" y="0"/>
                  </a:lnTo>
                  <a:lnTo>
                    <a:pt x="8577" y="378"/>
                  </a:lnTo>
                  <a:lnTo>
                    <a:pt x="8928" y="745"/>
                  </a:lnTo>
                  <a:lnTo>
                    <a:pt x="8098" y="1908"/>
                  </a:lnTo>
                  <a:lnTo>
                    <a:pt x="8194" y="3422"/>
                  </a:lnTo>
                  <a:lnTo>
                    <a:pt x="8136" y="4049"/>
                  </a:lnTo>
                  <a:lnTo>
                    <a:pt x="6040" y="10633"/>
                  </a:lnTo>
                  <a:lnTo>
                    <a:pt x="5480" y="14908"/>
                  </a:lnTo>
                  <a:lnTo>
                    <a:pt x="4737" y="15951"/>
                  </a:lnTo>
                  <a:close/>
                </a:path>
              </a:pathLst>
            </a:custGeom>
            <a:solidFill>
              <a:srgbClr val="FFF1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4" name="pg1393"/>
            <p:cNvSpPr/>
            <p:nvPr/>
          </p:nvSpPr>
          <p:spPr>
            <a:xfrm>
              <a:off x="3587434" y="1922723"/>
              <a:ext cx="11986" cy="29400"/>
            </a:xfrm>
            <a:custGeom>
              <a:avLst/>
              <a:pathLst>
                <a:path w="11986" h="29400">
                  <a:moveTo>
                    <a:pt x="11986" y="2350"/>
                  </a:moveTo>
                  <a:lnTo>
                    <a:pt x="10966" y="3054"/>
                  </a:lnTo>
                  <a:lnTo>
                    <a:pt x="10365" y="5137"/>
                  </a:lnTo>
                  <a:lnTo>
                    <a:pt x="9539" y="5489"/>
                  </a:lnTo>
                  <a:lnTo>
                    <a:pt x="8746" y="6183"/>
                  </a:lnTo>
                  <a:lnTo>
                    <a:pt x="8463" y="12776"/>
                  </a:lnTo>
                  <a:lnTo>
                    <a:pt x="9906" y="15280"/>
                  </a:lnTo>
                  <a:lnTo>
                    <a:pt x="9113" y="15631"/>
                  </a:lnTo>
                  <a:lnTo>
                    <a:pt x="8388" y="16381"/>
                  </a:lnTo>
                  <a:lnTo>
                    <a:pt x="7870" y="17491"/>
                  </a:lnTo>
                  <a:lnTo>
                    <a:pt x="7340" y="19879"/>
                  </a:lnTo>
                  <a:lnTo>
                    <a:pt x="5348" y="21232"/>
                  </a:lnTo>
                  <a:lnTo>
                    <a:pt x="4593" y="22233"/>
                  </a:lnTo>
                  <a:lnTo>
                    <a:pt x="3481" y="24461"/>
                  </a:lnTo>
                  <a:lnTo>
                    <a:pt x="2901" y="27694"/>
                  </a:lnTo>
                  <a:lnTo>
                    <a:pt x="1775" y="29074"/>
                  </a:lnTo>
                  <a:lnTo>
                    <a:pt x="509" y="29400"/>
                  </a:lnTo>
                  <a:lnTo>
                    <a:pt x="1252" y="26751"/>
                  </a:lnTo>
                  <a:lnTo>
                    <a:pt x="2224" y="24592"/>
                  </a:lnTo>
                  <a:lnTo>
                    <a:pt x="1289" y="23112"/>
                  </a:lnTo>
                  <a:lnTo>
                    <a:pt x="726" y="20795"/>
                  </a:lnTo>
                  <a:lnTo>
                    <a:pt x="0" y="19017"/>
                  </a:lnTo>
                  <a:lnTo>
                    <a:pt x="578" y="17032"/>
                  </a:lnTo>
                  <a:lnTo>
                    <a:pt x="294" y="13778"/>
                  </a:lnTo>
                  <a:lnTo>
                    <a:pt x="388" y="10603"/>
                  </a:lnTo>
                  <a:lnTo>
                    <a:pt x="1231" y="9000"/>
                  </a:lnTo>
                  <a:lnTo>
                    <a:pt x="2198" y="7692"/>
                  </a:lnTo>
                  <a:lnTo>
                    <a:pt x="3703" y="4687"/>
                  </a:lnTo>
                  <a:lnTo>
                    <a:pt x="5334" y="2508"/>
                  </a:lnTo>
                  <a:lnTo>
                    <a:pt x="7611" y="1529"/>
                  </a:lnTo>
                  <a:lnTo>
                    <a:pt x="8639" y="2432"/>
                  </a:lnTo>
                  <a:lnTo>
                    <a:pt x="9082" y="451"/>
                  </a:lnTo>
                  <a:lnTo>
                    <a:pt x="9816" y="0"/>
                  </a:lnTo>
                  <a:lnTo>
                    <a:pt x="10505" y="457"/>
                  </a:lnTo>
                  <a:close/>
                </a:path>
              </a:pathLst>
            </a:custGeom>
            <a:solidFill>
              <a:srgbClr val="FFF1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5" name="pg1394"/>
            <p:cNvSpPr/>
            <p:nvPr/>
          </p:nvSpPr>
          <p:spPr>
            <a:xfrm>
              <a:off x="3598962" y="1920777"/>
              <a:ext cx="3605" cy="3578"/>
            </a:xfrm>
            <a:custGeom>
              <a:avLst/>
              <a:pathLst>
                <a:path w="3605" h="3578">
                  <a:moveTo>
                    <a:pt x="1444" y="1735"/>
                  </a:moveTo>
                  <a:lnTo>
                    <a:pt x="1223" y="3578"/>
                  </a:lnTo>
                  <a:lnTo>
                    <a:pt x="583" y="3438"/>
                  </a:lnTo>
                  <a:lnTo>
                    <a:pt x="0" y="2077"/>
                  </a:lnTo>
                  <a:lnTo>
                    <a:pt x="1179" y="0"/>
                  </a:lnTo>
                  <a:lnTo>
                    <a:pt x="2984" y="112"/>
                  </a:lnTo>
                  <a:lnTo>
                    <a:pt x="3605" y="545"/>
                  </a:lnTo>
                  <a:close/>
                </a:path>
              </a:pathLst>
            </a:custGeom>
            <a:solidFill>
              <a:srgbClr val="FFF1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6" name="pg1395"/>
            <p:cNvSpPr/>
            <p:nvPr/>
          </p:nvSpPr>
          <p:spPr>
            <a:xfrm>
              <a:off x="3590455" y="1887489"/>
              <a:ext cx="1673" cy="2608"/>
            </a:xfrm>
            <a:custGeom>
              <a:avLst/>
              <a:pathLst>
                <a:path w="1673" h="2608">
                  <a:moveTo>
                    <a:pt x="818" y="2327"/>
                  </a:moveTo>
                  <a:lnTo>
                    <a:pt x="271" y="2608"/>
                  </a:lnTo>
                  <a:lnTo>
                    <a:pt x="0" y="2519"/>
                  </a:lnTo>
                  <a:lnTo>
                    <a:pt x="337" y="1147"/>
                  </a:lnTo>
                  <a:lnTo>
                    <a:pt x="588" y="554"/>
                  </a:lnTo>
                  <a:lnTo>
                    <a:pt x="1419" y="0"/>
                  </a:lnTo>
                  <a:lnTo>
                    <a:pt x="1673" y="96"/>
                  </a:lnTo>
                  <a:close/>
                </a:path>
              </a:pathLst>
            </a:custGeom>
            <a:solidFill>
              <a:srgbClr val="FFF1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7" name="pg1396"/>
            <p:cNvSpPr/>
            <p:nvPr/>
          </p:nvSpPr>
          <p:spPr>
            <a:xfrm>
              <a:off x="3592864" y="1874489"/>
              <a:ext cx="1891" cy="3266"/>
            </a:xfrm>
            <a:custGeom>
              <a:avLst/>
              <a:pathLst>
                <a:path w="1891" h="3266">
                  <a:moveTo>
                    <a:pt x="620" y="2288"/>
                  </a:moveTo>
                  <a:lnTo>
                    <a:pt x="310" y="3266"/>
                  </a:lnTo>
                  <a:lnTo>
                    <a:pt x="0" y="2067"/>
                  </a:lnTo>
                  <a:lnTo>
                    <a:pt x="124" y="1832"/>
                  </a:lnTo>
                  <a:lnTo>
                    <a:pt x="336" y="649"/>
                  </a:lnTo>
                  <a:lnTo>
                    <a:pt x="935" y="0"/>
                  </a:lnTo>
                  <a:lnTo>
                    <a:pt x="1891" y="389"/>
                  </a:lnTo>
                  <a:lnTo>
                    <a:pt x="1885" y="685"/>
                  </a:lnTo>
                  <a:lnTo>
                    <a:pt x="971" y="1643"/>
                  </a:lnTo>
                  <a:close/>
                </a:path>
              </a:pathLst>
            </a:custGeom>
            <a:solidFill>
              <a:srgbClr val="FFF1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8" name="pg1397"/>
            <p:cNvSpPr/>
            <p:nvPr/>
          </p:nvSpPr>
          <p:spPr>
            <a:xfrm>
              <a:off x="3501575" y="1594097"/>
              <a:ext cx="160520" cy="404540"/>
            </a:xfrm>
            <a:custGeom>
              <a:avLst/>
              <a:pathLst>
                <a:path w="160520" h="404540">
                  <a:moveTo>
                    <a:pt x="160520" y="95490"/>
                  </a:moveTo>
                  <a:lnTo>
                    <a:pt x="157250" y="96171"/>
                  </a:lnTo>
                  <a:lnTo>
                    <a:pt x="154793" y="94803"/>
                  </a:lnTo>
                  <a:lnTo>
                    <a:pt x="153568" y="95489"/>
                  </a:lnTo>
                  <a:lnTo>
                    <a:pt x="151424" y="95517"/>
                  </a:lnTo>
                  <a:lnTo>
                    <a:pt x="148990" y="96056"/>
                  </a:lnTo>
                  <a:lnTo>
                    <a:pt x="148169" y="97126"/>
                  </a:lnTo>
                  <a:lnTo>
                    <a:pt x="147524" y="97556"/>
                  </a:lnTo>
                  <a:lnTo>
                    <a:pt x="145266" y="96045"/>
                  </a:lnTo>
                  <a:lnTo>
                    <a:pt x="143134" y="93549"/>
                  </a:lnTo>
                  <a:lnTo>
                    <a:pt x="141576" y="95452"/>
                  </a:lnTo>
                  <a:lnTo>
                    <a:pt x="140567" y="95813"/>
                  </a:lnTo>
                  <a:lnTo>
                    <a:pt x="139661" y="94091"/>
                  </a:lnTo>
                  <a:lnTo>
                    <a:pt x="138869" y="93811"/>
                  </a:lnTo>
                  <a:lnTo>
                    <a:pt x="138442" y="94385"/>
                  </a:lnTo>
                  <a:lnTo>
                    <a:pt x="138067" y="95907"/>
                  </a:lnTo>
                  <a:lnTo>
                    <a:pt x="137470" y="97105"/>
                  </a:lnTo>
                  <a:lnTo>
                    <a:pt x="137315" y="97862"/>
                  </a:lnTo>
                  <a:lnTo>
                    <a:pt x="137211" y="100919"/>
                  </a:lnTo>
                  <a:lnTo>
                    <a:pt x="137056" y="101628"/>
                  </a:lnTo>
                  <a:lnTo>
                    <a:pt x="134986" y="101232"/>
                  </a:lnTo>
                  <a:lnTo>
                    <a:pt x="135110" y="102034"/>
                  </a:lnTo>
                  <a:lnTo>
                    <a:pt x="135560" y="102439"/>
                  </a:lnTo>
                  <a:lnTo>
                    <a:pt x="135742" y="102948"/>
                  </a:lnTo>
                  <a:lnTo>
                    <a:pt x="134992" y="103618"/>
                  </a:lnTo>
                  <a:lnTo>
                    <a:pt x="132936" y="103554"/>
                  </a:lnTo>
                  <a:lnTo>
                    <a:pt x="132726" y="104264"/>
                  </a:lnTo>
                  <a:lnTo>
                    <a:pt x="133304" y="105386"/>
                  </a:lnTo>
                  <a:lnTo>
                    <a:pt x="132854" y="106369"/>
                  </a:lnTo>
                  <a:lnTo>
                    <a:pt x="132436" y="106755"/>
                  </a:lnTo>
                  <a:lnTo>
                    <a:pt x="129981" y="107366"/>
                  </a:lnTo>
                  <a:lnTo>
                    <a:pt x="128560" y="107226"/>
                  </a:lnTo>
                  <a:lnTo>
                    <a:pt x="128154" y="107862"/>
                  </a:lnTo>
                  <a:lnTo>
                    <a:pt x="128041" y="108689"/>
                  </a:lnTo>
                  <a:lnTo>
                    <a:pt x="128310" y="109500"/>
                  </a:lnTo>
                  <a:lnTo>
                    <a:pt x="128936" y="109931"/>
                  </a:lnTo>
                  <a:lnTo>
                    <a:pt x="129142" y="110446"/>
                  </a:lnTo>
                  <a:lnTo>
                    <a:pt x="129099" y="111562"/>
                  </a:lnTo>
                  <a:lnTo>
                    <a:pt x="128577" y="111764"/>
                  </a:lnTo>
                  <a:lnTo>
                    <a:pt x="127096" y="109804"/>
                  </a:lnTo>
                  <a:lnTo>
                    <a:pt x="126645" y="109905"/>
                  </a:lnTo>
                  <a:lnTo>
                    <a:pt x="126984" y="110924"/>
                  </a:lnTo>
                  <a:lnTo>
                    <a:pt x="127830" y="112035"/>
                  </a:lnTo>
                  <a:lnTo>
                    <a:pt x="128319" y="113169"/>
                  </a:lnTo>
                  <a:lnTo>
                    <a:pt x="128747" y="114534"/>
                  </a:lnTo>
                  <a:lnTo>
                    <a:pt x="128664" y="115568"/>
                  </a:lnTo>
                  <a:lnTo>
                    <a:pt x="126825" y="118910"/>
                  </a:lnTo>
                  <a:lnTo>
                    <a:pt x="125206" y="121021"/>
                  </a:lnTo>
                  <a:lnTo>
                    <a:pt x="123999" y="122922"/>
                  </a:lnTo>
                  <a:lnTo>
                    <a:pt x="123287" y="124938"/>
                  </a:lnTo>
                  <a:lnTo>
                    <a:pt x="124111" y="125954"/>
                  </a:lnTo>
                  <a:lnTo>
                    <a:pt x="125028" y="127420"/>
                  </a:lnTo>
                  <a:lnTo>
                    <a:pt x="125673" y="130237"/>
                  </a:lnTo>
                  <a:lnTo>
                    <a:pt x="126442" y="132749"/>
                  </a:lnTo>
                  <a:lnTo>
                    <a:pt x="127994" y="135150"/>
                  </a:lnTo>
                  <a:lnTo>
                    <a:pt x="127682" y="136538"/>
                  </a:lnTo>
                  <a:lnTo>
                    <a:pt x="127320" y="137618"/>
                  </a:lnTo>
                  <a:lnTo>
                    <a:pt x="124738" y="139994"/>
                  </a:lnTo>
                  <a:lnTo>
                    <a:pt x="121809" y="143575"/>
                  </a:lnTo>
                  <a:lnTo>
                    <a:pt x="118653" y="152740"/>
                  </a:lnTo>
                  <a:lnTo>
                    <a:pt x="117604" y="153968"/>
                  </a:lnTo>
                  <a:lnTo>
                    <a:pt x="114841" y="155520"/>
                  </a:lnTo>
                  <a:lnTo>
                    <a:pt x="113825" y="157022"/>
                  </a:lnTo>
                  <a:lnTo>
                    <a:pt x="111768" y="158808"/>
                  </a:lnTo>
                  <a:lnTo>
                    <a:pt x="108177" y="160342"/>
                  </a:lnTo>
                  <a:lnTo>
                    <a:pt x="106547" y="162480"/>
                  </a:lnTo>
                  <a:lnTo>
                    <a:pt x="105812" y="164692"/>
                  </a:lnTo>
                  <a:lnTo>
                    <a:pt x="104994" y="164849"/>
                  </a:lnTo>
                  <a:lnTo>
                    <a:pt x="104183" y="163985"/>
                  </a:lnTo>
                  <a:lnTo>
                    <a:pt x="103101" y="163342"/>
                  </a:lnTo>
                  <a:lnTo>
                    <a:pt x="102960" y="164785"/>
                  </a:lnTo>
                  <a:lnTo>
                    <a:pt x="103006" y="165843"/>
                  </a:lnTo>
                  <a:lnTo>
                    <a:pt x="101274" y="164274"/>
                  </a:lnTo>
                  <a:lnTo>
                    <a:pt x="100457" y="165714"/>
                  </a:lnTo>
                  <a:lnTo>
                    <a:pt x="99818" y="168119"/>
                  </a:lnTo>
                  <a:lnTo>
                    <a:pt x="97326" y="171358"/>
                  </a:lnTo>
                  <a:lnTo>
                    <a:pt x="94640" y="170775"/>
                  </a:lnTo>
                  <a:lnTo>
                    <a:pt x="94339" y="171347"/>
                  </a:lnTo>
                  <a:lnTo>
                    <a:pt x="95053" y="171760"/>
                  </a:lnTo>
                  <a:lnTo>
                    <a:pt x="95162" y="172278"/>
                  </a:lnTo>
                  <a:lnTo>
                    <a:pt x="94674" y="172554"/>
                  </a:lnTo>
                  <a:lnTo>
                    <a:pt x="93935" y="172525"/>
                  </a:lnTo>
                  <a:lnTo>
                    <a:pt x="92795" y="173166"/>
                  </a:lnTo>
                  <a:lnTo>
                    <a:pt x="92046" y="173115"/>
                  </a:lnTo>
                  <a:lnTo>
                    <a:pt x="91690" y="174648"/>
                  </a:lnTo>
                  <a:lnTo>
                    <a:pt x="91111" y="176506"/>
                  </a:lnTo>
                  <a:lnTo>
                    <a:pt x="89593" y="177275"/>
                  </a:lnTo>
                  <a:lnTo>
                    <a:pt x="88810" y="177434"/>
                  </a:lnTo>
                  <a:lnTo>
                    <a:pt x="88423" y="178490"/>
                  </a:lnTo>
                  <a:lnTo>
                    <a:pt x="90757" y="178712"/>
                  </a:lnTo>
                  <a:lnTo>
                    <a:pt x="90571" y="179607"/>
                  </a:lnTo>
                  <a:lnTo>
                    <a:pt x="90518" y="180501"/>
                  </a:lnTo>
                  <a:lnTo>
                    <a:pt x="90277" y="181461"/>
                  </a:lnTo>
                  <a:lnTo>
                    <a:pt x="87623" y="182843"/>
                  </a:lnTo>
                  <a:lnTo>
                    <a:pt x="87215" y="183932"/>
                  </a:lnTo>
                  <a:lnTo>
                    <a:pt x="86660" y="184607"/>
                  </a:lnTo>
                  <a:lnTo>
                    <a:pt x="85480" y="184569"/>
                  </a:lnTo>
                  <a:lnTo>
                    <a:pt x="85524" y="183939"/>
                  </a:lnTo>
                  <a:lnTo>
                    <a:pt x="85717" y="183228"/>
                  </a:lnTo>
                  <a:lnTo>
                    <a:pt x="83958" y="183292"/>
                  </a:lnTo>
                  <a:lnTo>
                    <a:pt x="83410" y="181729"/>
                  </a:lnTo>
                  <a:lnTo>
                    <a:pt x="83076" y="182130"/>
                  </a:lnTo>
                  <a:lnTo>
                    <a:pt x="83274" y="183391"/>
                  </a:lnTo>
                  <a:lnTo>
                    <a:pt x="83734" y="184703"/>
                  </a:lnTo>
                  <a:lnTo>
                    <a:pt x="84246" y="186626"/>
                  </a:lnTo>
                  <a:lnTo>
                    <a:pt x="83831" y="187842"/>
                  </a:lnTo>
                  <a:lnTo>
                    <a:pt x="83366" y="188445"/>
                  </a:lnTo>
                  <a:lnTo>
                    <a:pt x="83704" y="189002"/>
                  </a:lnTo>
                  <a:lnTo>
                    <a:pt x="84643" y="189426"/>
                  </a:lnTo>
                  <a:lnTo>
                    <a:pt x="85023" y="190187"/>
                  </a:lnTo>
                  <a:lnTo>
                    <a:pt x="83909" y="190839"/>
                  </a:lnTo>
                  <a:lnTo>
                    <a:pt x="82520" y="193077"/>
                  </a:lnTo>
                  <a:lnTo>
                    <a:pt x="81080" y="193132"/>
                  </a:lnTo>
                  <a:lnTo>
                    <a:pt x="80199" y="194609"/>
                  </a:lnTo>
                  <a:lnTo>
                    <a:pt x="79264" y="194605"/>
                  </a:lnTo>
                  <a:lnTo>
                    <a:pt x="78503" y="193674"/>
                  </a:lnTo>
                  <a:lnTo>
                    <a:pt x="77285" y="192910"/>
                  </a:lnTo>
                  <a:lnTo>
                    <a:pt x="76892" y="194257"/>
                  </a:lnTo>
                  <a:lnTo>
                    <a:pt x="76829" y="195329"/>
                  </a:lnTo>
                  <a:lnTo>
                    <a:pt x="77516" y="198042"/>
                  </a:lnTo>
                  <a:lnTo>
                    <a:pt x="78827" y="200141"/>
                  </a:lnTo>
                  <a:lnTo>
                    <a:pt x="80042" y="201047"/>
                  </a:lnTo>
                  <a:lnTo>
                    <a:pt x="79168" y="201659"/>
                  </a:lnTo>
                  <a:lnTo>
                    <a:pt x="78518" y="203018"/>
                  </a:lnTo>
                  <a:lnTo>
                    <a:pt x="77733" y="207263"/>
                  </a:lnTo>
                  <a:lnTo>
                    <a:pt x="77307" y="208933"/>
                  </a:lnTo>
                  <a:lnTo>
                    <a:pt x="76844" y="211883"/>
                  </a:lnTo>
                  <a:lnTo>
                    <a:pt x="77137" y="214371"/>
                  </a:lnTo>
                  <a:lnTo>
                    <a:pt x="77372" y="215595"/>
                  </a:lnTo>
                  <a:lnTo>
                    <a:pt x="77966" y="217256"/>
                  </a:lnTo>
                  <a:lnTo>
                    <a:pt x="76351" y="217042"/>
                  </a:lnTo>
                  <a:lnTo>
                    <a:pt x="74646" y="216071"/>
                  </a:lnTo>
                  <a:lnTo>
                    <a:pt x="74883" y="218087"/>
                  </a:lnTo>
                  <a:lnTo>
                    <a:pt x="73836" y="220469"/>
                  </a:lnTo>
                  <a:lnTo>
                    <a:pt x="74031" y="222570"/>
                  </a:lnTo>
                  <a:lnTo>
                    <a:pt x="74249" y="223939"/>
                  </a:lnTo>
                  <a:lnTo>
                    <a:pt x="73925" y="226203"/>
                  </a:lnTo>
                  <a:lnTo>
                    <a:pt x="74418" y="226914"/>
                  </a:lnTo>
                  <a:lnTo>
                    <a:pt x="74686" y="228263"/>
                  </a:lnTo>
                  <a:lnTo>
                    <a:pt x="74244" y="229259"/>
                  </a:lnTo>
                  <a:lnTo>
                    <a:pt x="74441" y="230115"/>
                  </a:lnTo>
                  <a:lnTo>
                    <a:pt x="74514" y="233151"/>
                  </a:lnTo>
                  <a:lnTo>
                    <a:pt x="74849" y="237900"/>
                  </a:lnTo>
                  <a:lnTo>
                    <a:pt x="74726" y="238904"/>
                  </a:lnTo>
                  <a:lnTo>
                    <a:pt x="75664" y="243032"/>
                  </a:lnTo>
                  <a:lnTo>
                    <a:pt x="75446" y="244479"/>
                  </a:lnTo>
                  <a:lnTo>
                    <a:pt x="75319" y="246323"/>
                  </a:lnTo>
                  <a:lnTo>
                    <a:pt x="76663" y="248095"/>
                  </a:lnTo>
                  <a:lnTo>
                    <a:pt x="77862" y="248066"/>
                  </a:lnTo>
                  <a:lnTo>
                    <a:pt x="79077" y="248038"/>
                  </a:lnTo>
                  <a:lnTo>
                    <a:pt x="79541" y="248483"/>
                  </a:lnTo>
                  <a:lnTo>
                    <a:pt x="80006" y="249737"/>
                  </a:lnTo>
                  <a:lnTo>
                    <a:pt x="80381" y="251217"/>
                  </a:lnTo>
                  <a:lnTo>
                    <a:pt x="81381" y="251094"/>
                  </a:lnTo>
                  <a:lnTo>
                    <a:pt x="82978" y="249890"/>
                  </a:lnTo>
                  <a:lnTo>
                    <a:pt x="84016" y="249602"/>
                  </a:lnTo>
                  <a:lnTo>
                    <a:pt x="84702" y="251918"/>
                  </a:lnTo>
                  <a:lnTo>
                    <a:pt x="86567" y="254977"/>
                  </a:lnTo>
                  <a:lnTo>
                    <a:pt x="87653" y="256348"/>
                  </a:lnTo>
                  <a:lnTo>
                    <a:pt x="89498" y="257069"/>
                  </a:lnTo>
                  <a:lnTo>
                    <a:pt x="91442" y="259538"/>
                  </a:lnTo>
                  <a:lnTo>
                    <a:pt x="91170" y="262513"/>
                  </a:lnTo>
                  <a:lnTo>
                    <a:pt x="91981" y="263507"/>
                  </a:lnTo>
                  <a:lnTo>
                    <a:pt x="94274" y="264681"/>
                  </a:lnTo>
                  <a:lnTo>
                    <a:pt x="95085" y="266265"/>
                  </a:lnTo>
                  <a:lnTo>
                    <a:pt x="95474" y="267616"/>
                  </a:lnTo>
                  <a:lnTo>
                    <a:pt x="96078" y="268736"/>
                  </a:lnTo>
                  <a:lnTo>
                    <a:pt x="96784" y="272119"/>
                  </a:lnTo>
                  <a:lnTo>
                    <a:pt x="96538" y="274204"/>
                  </a:lnTo>
                  <a:lnTo>
                    <a:pt x="95614" y="274921"/>
                  </a:lnTo>
                  <a:lnTo>
                    <a:pt x="93431" y="277155"/>
                  </a:lnTo>
                  <a:lnTo>
                    <a:pt x="92459" y="278822"/>
                  </a:lnTo>
                  <a:lnTo>
                    <a:pt x="91696" y="279861"/>
                  </a:lnTo>
                  <a:lnTo>
                    <a:pt x="89528" y="282089"/>
                  </a:lnTo>
                  <a:lnTo>
                    <a:pt x="88734" y="282489"/>
                  </a:lnTo>
                  <a:lnTo>
                    <a:pt x="87974" y="283647"/>
                  </a:lnTo>
                  <a:lnTo>
                    <a:pt x="87239" y="284154"/>
                  </a:lnTo>
                  <a:lnTo>
                    <a:pt x="86581" y="283862"/>
                  </a:lnTo>
                  <a:lnTo>
                    <a:pt x="84121" y="285960"/>
                  </a:lnTo>
                  <a:lnTo>
                    <a:pt x="84313" y="286856"/>
                  </a:lnTo>
                  <a:lnTo>
                    <a:pt x="86199" y="287236"/>
                  </a:lnTo>
                  <a:lnTo>
                    <a:pt x="87160" y="286785"/>
                  </a:lnTo>
                  <a:lnTo>
                    <a:pt x="87900" y="285731"/>
                  </a:lnTo>
                  <a:lnTo>
                    <a:pt x="88709" y="285488"/>
                  </a:lnTo>
                  <a:lnTo>
                    <a:pt x="89446" y="285687"/>
                  </a:lnTo>
                  <a:lnTo>
                    <a:pt x="90228" y="284856"/>
                  </a:lnTo>
                  <a:lnTo>
                    <a:pt x="90842" y="284524"/>
                  </a:lnTo>
                  <a:lnTo>
                    <a:pt x="91476" y="284923"/>
                  </a:lnTo>
                  <a:lnTo>
                    <a:pt x="92183" y="286915"/>
                  </a:lnTo>
                  <a:lnTo>
                    <a:pt x="90715" y="287953"/>
                  </a:lnTo>
                  <a:lnTo>
                    <a:pt x="89674" y="288000"/>
                  </a:lnTo>
                  <a:lnTo>
                    <a:pt x="89166" y="291268"/>
                  </a:lnTo>
                  <a:lnTo>
                    <a:pt x="88535" y="292672"/>
                  </a:lnTo>
                  <a:lnTo>
                    <a:pt x="88083" y="293347"/>
                  </a:lnTo>
                  <a:lnTo>
                    <a:pt x="85773" y="294738"/>
                  </a:lnTo>
                  <a:lnTo>
                    <a:pt x="84249" y="296501"/>
                  </a:lnTo>
                  <a:lnTo>
                    <a:pt x="82452" y="297921"/>
                  </a:lnTo>
                  <a:lnTo>
                    <a:pt x="81668" y="297612"/>
                  </a:lnTo>
                  <a:lnTo>
                    <a:pt x="80486" y="299055"/>
                  </a:lnTo>
                  <a:lnTo>
                    <a:pt x="77858" y="300763"/>
                  </a:lnTo>
                  <a:lnTo>
                    <a:pt x="76512" y="303065"/>
                  </a:lnTo>
                  <a:lnTo>
                    <a:pt x="73491" y="305124"/>
                  </a:lnTo>
                  <a:lnTo>
                    <a:pt x="71952" y="306799"/>
                  </a:lnTo>
                  <a:lnTo>
                    <a:pt x="67772" y="306887"/>
                  </a:lnTo>
                  <a:lnTo>
                    <a:pt x="63780" y="306519"/>
                  </a:lnTo>
                  <a:lnTo>
                    <a:pt x="62526" y="307315"/>
                  </a:lnTo>
                  <a:lnTo>
                    <a:pt x="63807" y="307562"/>
                  </a:lnTo>
                  <a:lnTo>
                    <a:pt x="64705" y="308344"/>
                  </a:lnTo>
                  <a:lnTo>
                    <a:pt x="65781" y="308018"/>
                  </a:lnTo>
                  <a:lnTo>
                    <a:pt x="68311" y="308409"/>
                  </a:lnTo>
                  <a:lnTo>
                    <a:pt x="69612" y="308835"/>
                  </a:lnTo>
                  <a:lnTo>
                    <a:pt x="71282" y="311573"/>
                  </a:lnTo>
                  <a:lnTo>
                    <a:pt x="70054" y="312547"/>
                  </a:lnTo>
                  <a:lnTo>
                    <a:pt x="67928" y="313295"/>
                  </a:lnTo>
                  <a:lnTo>
                    <a:pt x="68725" y="317179"/>
                  </a:lnTo>
                  <a:lnTo>
                    <a:pt x="69383" y="319797"/>
                  </a:lnTo>
                  <a:lnTo>
                    <a:pt x="68522" y="321377"/>
                  </a:lnTo>
                  <a:lnTo>
                    <a:pt x="68458" y="328565"/>
                  </a:lnTo>
                  <a:lnTo>
                    <a:pt x="67249" y="328702"/>
                  </a:lnTo>
                  <a:lnTo>
                    <a:pt x="66736" y="331676"/>
                  </a:lnTo>
                  <a:lnTo>
                    <a:pt x="67117" y="333192"/>
                  </a:lnTo>
                  <a:lnTo>
                    <a:pt x="67086" y="336714"/>
                  </a:lnTo>
                  <a:lnTo>
                    <a:pt x="67338" y="338884"/>
                  </a:lnTo>
                  <a:lnTo>
                    <a:pt x="67931" y="340883"/>
                  </a:lnTo>
                  <a:lnTo>
                    <a:pt x="67667" y="342966"/>
                  </a:lnTo>
                  <a:lnTo>
                    <a:pt x="65756" y="347843"/>
                  </a:lnTo>
                  <a:lnTo>
                    <a:pt x="65799" y="350131"/>
                  </a:lnTo>
                  <a:lnTo>
                    <a:pt x="66143" y="351490"/>
                  </a:lnTo>
                  <a:lnTo>
                    <a:pt x="66397" y="353663"/>
                  </a:lnTo>
                  <a:lnTo>
                    <a:pt x="65528" y="357840"/>
                  </a:lnTo>
                  <a:lnTo>
                    <a:pt x="64915" y="361330"/>
                  </a:lnTo>
                  <a:lnTo>
                    <a:pt x="64186" y="364268"/>
                  </a:lnTo>
                  <a:lnTo>
                    <a:pt x="62554" y="367793"/>
                  </a:lnTo>
                  <a:lnTo>
                    <a:pt x="61742" y="370427"/>
                  </a:lnTo>
                  <a:lnTo>
                    <a:pt x="59842" y="378649"/>
                  </a:lnTo>
                  <a:lnTo>
                    <a:pt x="58899" y="380280"/>
                  </a:lnTo>
                  <a:lnTo>
                    <a:pt x="57744" y="381534"/>
                  </a:lnTo>
                  <a:lnTo>
                    <a:pt x="56455" y="380374"/>
                  </a:lnTo>
                  <a:lnTo>
                    <a:pt x="55274" y="379742"/>
                  </a:lnTo>
                  <a:lnTo>
                    <a:pt x="53832" y="379819"/>
                  </a:lnTo>
                  <a:lnTo>
                    <a:pt x="51572" y="380769"/>
                  </a:lnTo>
                  <a:lnTo>
                    <a:pt x="48174" y="380138"/>
                  </a:lnTo>
                  <a:lnTo>
                    <a:pt x="44853" y="380442"/>
                  </a:lnTo>
                  <a:lnTo>
                    <a:pt x="44013" y="381263"/>
                  </a:lnTo>
                  <a:lnTo>
                    <a:pt x="44517" y="384247"/>
                  </a:lnTo>
                  <a:lnTo>
                    <a:pt x="43293" y="384638"/>
                  </a:lnTo>
                  <a:lnTo>
                    <a:pt x="42096" y="383789"/>
                  </a:lnTo>
                  <a:lnTo>
                    <a:pt x="41043" y="384802"/>
                  </a:lnTo>
                  <a:lnTo>
                    <a:pt x="40163" y="385913"/>
                  </a:lnTo>
                  <a:lnTo>
                    <a:pt x="38435" y="388549"/>
                  </a:lnTo>
                  <a:lnTo>
                    <a:pt x="37856" y="390172"/>
                  </a:lnTo>
                  <a:lnTo>
                    <a:pt x="37707" y="393230"/>
                  </a:lnTo>
                  <a:lnTo>
                    <a:pt x="38614" y="395971"/>
                  </a:lnTo>
                  <a:lnTo>
                    <a:pt x="39419" y="399181"/>
                  </a:lnTo>
                  <a:lnTo>
                    <a:pt x="37347" y="403055"/>
                  </a:lnTo>
                  <a:lnTo>
                    <a:pt x="36190" y="403187"/>
                  </a:lnTo>
                  <a:lnTo>
                    <a:pt x="32813" y="402112"/>
                  </a:lnTo>
                  <a:lnTo>
                    <a:pt x="26829" y="404540"/>
                  </a:lnTo>
                  <a:lnTo>
                    <a:pt x="21454" y="402620"/>
                  </a:lnTo>
                  <a:lnTo>
                    <a:pt x="22130" y="400545"/>
                  </a:lnTo>
                  <a:lnTo>
                    <a:pt x="22108" y="399020"/>
                  </a:lnTo>
                  <a:lnTo>
                    <a:pt x="22411" y="396674"/>
                  </a:lnTo>
                  <a:lnTo>
                    <a:pt x="22592" y="394274"/>
                  </a:lnTo>
                  <a:lnTo>
                    <a:pt x="22541" y="392669"/>
                  </a:lnTo>
                  <a:lnTo>
                    <a:pt x="22147" y="390957"/>
                  </a:lnTo>
                  <a:lnTo>
                    <a:pt x="20822" y="388718"/>
                  </a:lnTo>
                  <a:lnTo>
                    <a:pt x="17836" y="381161"/>
                  </a:lnTo>
                  <a:lnTo>
                    <a:pt x="16952" y="377970"/>
                  </a:lnTo>
                  <a:lnTo>
                    <a:pt x="16338" y="376642"/>
                  </a:lnTo>
                  <a:lnTo>
                    <a:pt x="16780" y="376569"/>
                  </a:lnTo>
                  <a:lnTo>
                    <a:pt x="19240" y="378282"/>
                  </a:lnTo>
                  <a:lnTo>
                    <a:pt x="19813" y="378071"/>
                  </a:lnTo>
                  <a:lnTo>
                    <a:pt x="20416" y="377428"/>
                  </a:lnTo>
                  <a:lnTo>
                    <a:pt x="19682" y="374977"/>
                  </a:lnTo>
                  <a:lnTo>
                    <a:pt x="19052" y="373867"/>
                  </a:lnTo>
                  <a:lnTo>
                    <a:pt x="18624" y="372208"/>
                  </a:lnTo>
                  <a:lnTo>
                    <a:pt x="20064" y="371759"/>
                  </a:lnTo>
                  <a:lnTo>
                    <a:pt x="21104" y="371859"/>
                  </a:lnTo>
                  <a:lnTo>
                    <a:pt x="21870" y="369992"/>
                  </a:lnTo>
                  <a:lnTo>
                    <a:pt x="21428" y="366973"/>
                  </a:lnTo>
                  <a:lnTo>
                    <a:pt x="20311" y="366044"/>
                  </a:lnTo>
                  <a:lnTo>
                    <a:pt x="19378" y="365640"/>
                  </a:lnTo>
                  <a:lnTo>
                    <a:pt x="17590" y="360899"/>
                  </a:lnTo>
                  <a:lnTo>
                    <a:pt x="15724" y="358443"/>
                  </a:lnTo>
                  <a:lnTo>
                    <a:pt x="12397" y="348971"/>
                  </a:lnTo>
                  <a:lnTo>
                    <a:pt x="11180" y="342470"/>
                  </a:lnTo>
                  <a:lnTo>
                    <a:pt x="10049" y="343087"/>
                  </a:lnTo>
                  <a:lnTo>
                    <a:pt x="9499" y="340255"/>
                  </a:lnTo>
                  <a:lnTo>
                    <a:pt x="9105" y="337573"/>
                  </a:lnTo>
                  <a:lnTo>
                    <a:pt x="9027" y="335600"/>
                  </a:lnTo>
                  <a:lnTo>
                    <a:pt x="7253" y="334471"/>
                  </a:lnTo>
                  <a:lnTo>
                    <a:pt x="7180" y="333088"/>
                  </a:lnTo>
                  <a:lnTo>
                    <a:pt x="6861" y="326921"/>
                  </a:lnTo>
                  <a:lnTo>
                    <a:pt x="4958" y="326092"/>
                  </a:lnTo>
                  <a:lnTo>
                    <a:pt x="3728" y="322631"/>
                  </a:lnTo>
                  <a:lnTo>
                    <a:pt x="3509" y="316082"/>
                  </a:lnTo>
                  <a:lnTo>
                    <a:pt x="2255" y="314890"/>
                  </a:lnTo>
                  <a:lnTo>
                    <a:pt x="1247" y="315220"/>
                  </a:lnTo>
                  <a:lnTo>
                    <a:pt x="1294" y="313597"/>
                  </a:lnTo>
                  <a:lnTo>
                    <a:pt x="1535" y="312074"/>
                  </a:lnTo>
                  <a:lnTo>
                    <a:pt x="945" y="306037"/>
                  </a:lnTo>
                  <a:lnTo>
                    <a:pt x="749" y="300527"/>
                  </a:lnTo>
                  <a:lnTo>
                    <a:pt x="271" y="298863"/>
                  </a:lnTo>
                  <a:lnTo>
                    <a:pt x="0" y="296916"/>
                  </a:lnTo>
                  <a:lnTo>
                    <a:pt x="243" y="295233"/>
                  </a:lnTo>
                  <a:lnTo>
                    <a:pt x="600" y="294266"/>
                  </a:lnTo>
                  <a:lnTo>
                    <a:pt x="1828" y="294012"/>
                  </a:lnTo>
                  <a:lnTo>
                    <a:pt x="2975" y="295500"/>
                  </a:lnTo>
                  <a:lnTo>
                    <a:pt x="3992" y="299253"/>
                  </a:lnTo>
                  <a:lnTo>
                    <a:pt x="4891" y="299740"/>
                  </a:lnTo>
                  <a:lnTo>
                    <a:pt x="6115" y="298764"/>
                  </a:lnTo>
                  <a:lnTo>
                    <a:pt x="6972" y="296028"/>
                  </a:lnTo>
                  <a:lnTo>
                    <a:pt x="7461" y="291923"/>
                  </a:lnTo>
                  <a:lnTo>
                    <a:pt x="8032" y="288013"/>
                  </a:lnTo>
                  <a:lnTo>
                    <a:pt x="7356" y="283831"/>
                  </a:lnTo>
                  <a:lnTo>
                    <a:pt x="6635" y="280157"/>
                  </a:lnTo>
                  <a:lnTo>
                    <a:pt x="6584" y="279078"/>
                  </a:lnTo>
                  <a:lnTo>
                    <a:pt x="8478" y="275979"/>
                  </a:lnTo>
                  <a:lnTo>
                    <a:pt x="9058" y="273458"/>
                  </a:lnTo>
                  <a:lnTo>
                    <a:pt x="9686" y="271059"/>
                  </a:lnTo>
                  <a:lnTo>
                    <a:pt x="10379" y="270242"/>
                  </a:lnTo>
                  <a:lnTo>
                    <a:pt x="11410" y="270056"/>
                  </a:lnTo>
                  <a:lnTo>
                    <a:pt x="12612" y="269604"/>
                  </a:lnTo>
                  <a:lnTo>
                    <a:pt x="14126" y="267998"/>
                  </a:lnTo>
                  <a:lnTo>
                    <a:pt x="15485" y="265847"/>
                  </a:lnTo>
                  <a:lnTo>
                    <a:pt x="16522" y="263875"/>
                  </a:lnTo>
                  <a:lnTo>
                    <a:pt x="16874" y="259972"/>
                  </a:lnTo>
                  <a:lnTo>
                    <a:pt x="16888" y="258011"/>
                  </a:lnTo>
                  <a:lnTo>
                    <a:pt x="17345" y="256555"/>
                  </a:lnTo>
                  <a:lnTo>
                    <a:pt x="17787" y="253712"/>
                  </a:lnTo>
                  <a:lnTo>
                    <a:pt x="17357" y="250907"/>
                  </a:lnTo>
                  <a:lnTo>
                    <a:pt x="16018" y="246652"/>
                  </a:lnTo>
                  <a:lnTo>
                    <a:pt x="14406" y="240668"/>
                  </a:lnTo>
                  <a:lnTo>
                    <a:pt x="14153" y="237402"/>
                  </a:lnTo>
                  <a:lnTo>
                    <a:pt x="14888" y="236796"/>
                  </a:lnTo>
                  <a:lnTo>
                    <a:pt x="16293" y="236255"/>
                  </a:lnTo>
                  <a:lnTo>
                    <a:pt x="18951" y="236098"/>
                  </a:lnTo>
                  <a:lnTo>
                    <a:pt x="19236" y="235712"/>
                  </a:lnTo>
                  <a:lnTo>
                    <a:pt x="19505" y="234282"/>
                  </a:lnTo>
                  <a:lnTo>
                    <a:pt x="20104" y="232340"/>
                  </a:lnTo>
                  <a:lnTo>
                    <a:pt x="20743" y="230926"/>
                  </a:lnTo>
                  <a:lnTo>
                    <a:pt x="21181" y="228903"/>
                  </a:lnTo>
                  <a:lnTo>
                    <a:pt x="21392" y="227071"/>
                  </a:lnTo>
                  <a:lnTo>
                    <a:pt x="19871" y="224311"/>
                  </a:lnTo>
                  <a:lnTo>
                    <a:pt x="17879" y="221486"/>
                  </a:lnTo>
                  <a:lnTo>
                    <a:pt x="16531" y="220550"/>
                  </a:lnTo>
                  <a:lnTo>
                    <a:pt x="14128" y="218172"/>
                  </a:lnTo>
                  <a:lnTo>
                    <a:pt x="12441" y="216184"/>
                  </a:lnTo>
                  <a:lnTo>
                    <a:pt x="13407" y="208616"/>
                  </a:lnTo>
                  <a:lnTo>
                    <a:pt x="14126" y="202985"/>
                  </a:lnTo>
                  <a:lnTo>
                    <a:pt x="14242" y="201616"/>
                  </a:lnTo>
                  <a:lnTo>
                    <a:pt x="14269" y="199493"/>
                  </a:lnTo>
                  <a:lnTo>
                    <a:pt x="11937" y="190442"/>
                  </a:lnTo>
                  <a:lnTo>
                    <a:pt x="12027" y="188429"/>
                  </a:lnTo>
                  <a:lnTo>
                    <a:pt x="12249" y="186617"/>
                  </a:lnTo>
                  <a:lnTo>
                    <a:pt x="12000" y="183527"/>
                  </a:lnTo>
                  <a:lnTo>
                    <a:pt x="11863" y="180762"/>
                  </a:lnTo>
                  <a:lnTo>
                    <a:pt x="12263" y="179924"/>
                  </a:lnTo>
                  <a:lnTo>
                    <a:pt x="13215" y="178364"/>
                  </a:lnTo>
                  <a:lnTo>
                    <a:pt x="12308" y="175945"/>
                  </a:lnTo>
                  <a:lnTo>
                    <a:pt x="12234" y="175748"/>
                  </a:lnTo>
                  <a:lnTo>
                    <a:pt x="10522" y="169764"/>
                  </a:lnTo>
                  <a:lnTo>
                    <a:pt x="13141" y="163838"/>
                  </a:lnTo>
                  <a:lnTo>
                    <a:pt x="12685" y="160773"/>
                  </a:lnTo>
                  <a:lnTo>
                    <a:pt x="14249" y="158550"/>
                  </a:lnTo>
                  <a:lnTo>
                    <a:pt x="17097" y="153457"/>
                  </a:lnTo>
                  <a:lnTo>
                    <a:pt x="18698" y="150593"/>
                  </a:lnTo>
                  <a:lnTo>
                    <a:pt x="19038" y="150092"/>
                  </a:lnTo>
                  <a:lnTo>
                    <a:pt x="20306" y="148834"/>
                  </a:lnTo>
                  <a:lnTo>
                    <a:pt x="22710" y="147342"/>
                  </a:lnTo>
                  <a:lnTo>
                    <a:pt x="25374" y="146615"/>
                  </a:lnTo>
                  <a:lnTo>
                    <a:pt x="26560" y="146624"/>
                  </a:lnTo>
                  <a:lnTo>
                    <a:pt x="31139" y="147634"/>
                  </a:lnTo>
                  <a:lnTo>
                    <a:pt x="34716" y="148420"/>
                  </a:lnTo>
                  <a:lnTo>
                    <a:pt x="35237" y="147631"/>
                  </a:lnTo>
                  <a:lnTo>
                    <a:pt x="35984" y="146012"/>
                  </a:lnTo>
                  <a:lnTo>
                    <a:pt x="36945" y="143706"/>
                  </a:lnTo>
                  <a:lnTo>
                    <a:pt x="37030" y="141142"/>
                  </a:lnTo>
                  <a:lnTo>
                    <a:pt x="36683" y="137377"/>
                  </a:lnTo>
                  <a:lnTo>
                    <a:pt x="36161" y="135123"/>
                  </a:lnTo>
                  <a:lnTo>
                    <a:pt x="33642" y="133658"/>
                  </a:lnTo>
                  <a:lnTo>
                    <a:pt x="30888" y="131650"/>
                  </a:lnTo>
                  <a:lnTo>
                    <a:pt x="34275" y="125290"/>
                  </a:lnTo>
                  <a:lnTo>
                    <a:pt x="36624" y="120876"/>
                  </a:lnTo>
                  <a:lnTo>
                    <a:pt x="39552" y="114236"/>
                  </a:lnTo>
                  <a:lnTo>
                    <a:pt x="40463" y="111473"/>
                  </a:lnTo>
                  <a:lnTo>
                    <a:pt x="41122" y="110377"/>
                  </a:lnTo>
                  <a:lnTo>
                    <a:pt x="41984" y="100185"/>
                  </a:lnTo>
                  <a:lnTo>
                    <a:pt x="42555" y="97334"/>
                  </a:lnTo>
                  <a:lnTo>
                    <a:pt x="43033" y="95845"/>
                  </a:lnTo>
                  <a:lnTo>
                    <a:pt x="43041" y="94316"/>
                  </a:lnTo>
                  <a:lnTo>
                    <a:pt x="42730" y="91737"/>
                  </a:lnTo>
                  <a:lnTo>
                    <a:pt x="41907" y="85914"/>
                  </a:lnTo>
                  <a:lnTo>
                    <a:pt x="46530" y="85194"/>
                  </a:lnTo>
                  <a:lnTo>
                    <a:pt x="48037" y="84786"/>
                  </a:lnTo>
                  <a:lnTo>
                    <a:pt x="49435" y="84090"/>
                  </a:lnTo>
                  <a:lnTo>
                    <a:pt x="52169" y="82288"/>
                  </a:lnTo>
                  <a:lnTo>
                    <a:pt x="53513" y="80695"/>
                  </a:lnTo>
                  <a:lnTo>
                    <a:pt x="52762" y="75262"/>
                  </a:lnTo>
                  <a:lnTo>
                    <a:pt x="54416" y="73422"/>
                  </a:lnTo>
                  <a:lnTo>
                    <a:pt x="58453" y="67017"/>
                  </a:lnTo>
                  <a:lnTo>
                    <a:pt x="62816" y="60884"/>
                  </a:lnTo>
                  <a:lnTo>
                    <a:pt x="64862" y="58562"/>
                  </a:lnTo>
                  <a:lnTo>
                    <a:pt x="65074" y="57428"/>
                  </a:lnTo>
                  <a:lnTo>
                    <a:pt x="65241" y="55605"/>
                  </a:lnTo>
                  <a:lnTo>
                    <a:pt x="64333" y="52740"/>
                  </a:lnTo>
                  <a:lnTo>
                    <a:pt x="63357" y="50966"/>
                  </a:lnTo>
                  <a:lnTo>
                    <a:pt x="61455" y="47604"/>
                  </a:lnTo>
                  <a:lnTo>
                    <a:pt x="62271" y="45259"/>
                  </a:lnTo>
                  <a:lnTo>
                    <a:pt x="63672" y="44803"/>
                  </a:lnTo>
                  <a:lnTo>
                    <a:pt x="65523" y="43883"/>
                  </a:lnTo>
                  <a:lnTo>
                    <a:pt x="66967" y="41879"/>
                  </a:lnTo>
                  <a:lnTo>
                    <a:pt x="67108" y="41621"/>
                  </a:lnTo>
                  <a:lnTo>
                    <a:pt x="69552" y="33740"/>
                  </a:lnTo>
                  <a:lnTo>
                    <a:pt x="74326" y="29748"/>
                  </a:lnTo>
                  <a:lnTo>
                    <a:pt x="76228" y="27570"/>
                  </a:lnTo>
                  <a:lnTo>
                    <a:pt x="79191" y="29207"/>
                  </a:lnTo>
                  <a:lnTo>
                    <a:pt x="83534" y="31675"/>
                  </a:lnTo>
                  <a:lnTo>
                    <a:pt x="85466" y="28042"/>
                  </a:lnTo>
                  <a:lnTo>
                    <a:pt x="86105" y="26695"/>
                  </a:lnTo>
                  <a:lnTo>
                    <a:pt x="86742" y="24709"/>
                  </a:lnTo>
                  <a:lnTo>
                    <a:pt x="86487" y="21276"/>
                  </a:lnTo>
                  <a:lnTo>
                    <a:pt x="86377" y="16816"/>
                  </a:lnTo>
                  <a:lnTo>
                    <a:pt x="86569" y="15024"/>
                  </a:lnTo>
                  <a:lnTo>
                    <a:pt x="88301" y="14226"/>
                  </a:lnTo>
                  <a:lnTo>
                    <a:pt x="89234" y="14019"/>
                  </a:lnTo>
                  <a:lnTo>
                    <a:pt x="94062" y="15862"/>
                  </a:lnTo>
                  <a:lnTo>
                    <a:pt x="95276" y="15830"/>
                  </a:lnTo>
                  <a:lnTo>
                    <a:pt x="97552" y="16078"/>
                  </a:lnTo>
                  <a:lnTo>
                    <a:pt x="100098" y="16888"/>
                  </a:lnTo>
                  <a:lnTo>
                    <a:pt x="105431" y="19042"/>
                  </a:lnTo>
                  <a:lnTo>
                    <a:pt x="107638" y="19933"/>
                  </a:lnTo>
                  <a:lnTo>
                    <a:pt x="108869" y="20107"/>
                  </a:lnTo>
                  <a:lnTo>
                    <a:pt x="109932" y="19102"/>
                  </a:lnTo>
                  <a:lnTo>
                    <a:pt x="112204" y="16527"/>
                  </a:lnTo>
                  <a:lnTo>
                    <a:pt x="108857" y="14621"/>
                  </a:lnTo>
                  <a:lnTo>
                    <a:pt x="111061" y="12692"/>
                  </a:lnTo>
                  <a:lnTo>
                    <a:pt x="112204" y="10747"/>
                  </a:lnTo>
                  <a:lnTo>
                    <a:pt x="113184" y="8356"/>
                  </a:lnTo>
                  <a:lnTo>
                    <a:pt x="113537" y="5559"/>
                  </a:lnTo>
                  <a:lnTo>
                    <a:pt x="113402" y="4054"/>
                  </a:lnTo>
                  <a:lnTo>
                    <a:pt x="112726" y="3029"/>
                  </a:lnTo>
                  <a:lnTo>
                    <a:pt x="110682" y="471"/>
                  </a:lnTo>
                  <a:lnTo>
                    <a:pt x="115313" y="105"/>
                  </a:lnTo>
                  <a:lnTo>
                    <a:pt x="116919" y="0"/>
                  </a:lnTo>
                  <a:lnTo>
                    <a:pt x="120287" y="1685"/>
                  </a:lnTo>
                  <a:lnTo>
                    <a:pt x="120434" y="2050"/>
                  </a:lnTo>
                  <a:lnTo>
                    <a:pt x="120459" y="2928"/>
                  </a:lnTo>
                  <a:lnTo>
                    <a:pt x="120577" y="3839"/>
                  </a:lnTo>
                  <a:lnTo>
                    <a:pt x="123845" y="6148"/>
                  </a:lnTo>
                  <a:lnTo>
                    <a:pt x="124787" y="7369"/>
                  </a:lnTo>
                  <a:lnTo>
                    <a:pt x="126794" y="9226"/>
                  </a:lnTo>
                  <a:lnTo>
                    <a:pt x="127325" y="10229"/>
                  </a:lnTo>
                  <a:lnTo>
                    <a:pt x="129183" y="11402"/>
                  </a:lnTo>
                  <a:lnTo>
                    <a:pt x="130516" y="12656"/>
                  </a:lnTo>
                  <a:lnTo>
                    <a:pt x="132073" y="13673"/>
                  </a:lnTo>
                  <a:lnTo>
                    <a:pt x="133890" y="15254"/>
                  </a:lnTo>
                  <a:lnTo>
                    <a:pt x="136329" y="16514"/>
                  </a:lnTo>
                  <a:lnTo>
                    <a:pt x="138390" y="16925"/>
                  </a:lnTo>
                  <a:lnTo>
                    <a:pt x="143576" y="19084"/>
                  </a:lnTo>
                  <a:lnTo>
                    <a:pt x="144461" y="19784"/>
                  </a:lnTo>
                  <a:lnTo>
                    <a:pt x="145958" y="21287"/>
                  </a:lnTo>
                  <a:lnTo>
                    <a:pt x="147469" y="23027"/>
                  </a:lnTo>
                  <a:lnTo>
                    <a:pt x="148514" y="26601"/>
                  </a:lnTo>
                  <a:lnTo>
                    <a:pt x="150192" y="26787"/>
                  </a:lnTo>
                  <a:lnTo>
                    <a:pt x="150648" y="28018"/>
                  </a:lnTo>
                  <a:lnTo>
                    <a:pt x="152113" y="30126"/>
                  </a:lnTo>
                  <a:lnTo>
                    <a:pt x="154145" y="31986"/>
                  </a:lnTo>
                  <a:lnTo>
                    <a:pt x="154071" y="32612"/>
                  </a:lnTo>
                  <a:lnTo>
                    <a:pt x="152454" y="34326"/>
                  </a:lnTo>
                  <a:lnTo>
                    <a:pt x="152281" y="36649"/>
                  </a:lnTo>
                  <a:lnTo>
                    <a:pt x="152434" y="39615"/>
                  </a:lnTo>
                  <a:lnTo>
                    <a:pt x="152941" y="42035"/>
                  </a:lnTo>
                  <a:lnTo>
                    <a:pt x="152888" y="42742"/>
                  </a:lnTo>
                  <a:lnTo>
                    <a:pt x="152487" y="43576"/>
                  </a:lnTo>
                  <a:lnTo>
                    <a:pt x="152005" y="44884"/>
                  </a:lnTo>
                  <a:lnTo>
                    <a:pt x="151832" y="46027"/>
                  </a:lnTo>
                  <a:lnTo>
                    <a:pt x="151874" y="46587"/>
                  </a:lnTo>
                  <a:lnTo>
                    <a:pt x="152037" y="46891"/>
                  </a:lnTo>
                  <a:lnTo>
                    <a:pt x="152889" y="46914"/>
                  </a:lnTo>
                  <a:lnTo>
                    <a:pt x="154416" y="47184"/>
                  </a:lnTo>
                  <a:lnTo>
                    <a:pt x="155314" y="47691"/>
                  </a:lnTo>
                  <a:lnTo>
                    <a:pt x="155823" y="50477"/>
                  </a:lnTo>
                  <a:lnTo>
                    <a:pt x="155651" y="51012"/>
                  </a:lnTo>
                  <a:lnTo>
                    <a:pt x="154364" y="52273"/>
                  </a:lnTo>
                  <a:lnTo>
                    <a:pt x="153987" y="53274"/>
                  </a:lnTo>
                  <a:lnTo>
                    <a:pt x="153950" y="54746"/>
                  </a:lnTo>
                  <a:lnTo>
                    <a:pt x="154177" y="56363"/>
                  </a:lnTo>
                  <a:lnTo>
                    <a:pt x="154620" y="58174"/>
                  </a:lnTo>
                  <a:lnTo>
                    <a:pt x="155627" y="60110"/>
                  </a:lnTo>
                  <a:lnTo>
                    <a:pt x="156989" y="62136"/>
                  </a:lnTo>
                  <a:lnTo>
                    <a:pt x="157883" y="63797"/>
                  </a:lnTo>
                  <a:lnTo>
                    <a:pt x="158306" y="64967"/>
                  </a:lnTo>
                  <a:lnTo>
                    <a:pt x="158460" y="65785"/>
                  </a:lnTo>
                  <a:lnTo>
                    <a:pt x="157847" y="66814"/>
                  </a:lnTo>
                  <a:lnTo>
                    <a:pt x="157295" y="68848"/>
                  </a:lnTo>
                  <a:lnTo>
                    <a:pt x="157192" y="71179"/>
                  </a:lnTo>
                  <a:lnTo>
                    <a:pt x="156942" y="72698"/>
                  </a:lnTo>
                  <a:lnTo>
                    <a:pt x="155743" y="74788"/>
                  </a:lnTo>
                  <a:lnTo>
                    <a:pt x="154914" y="75530"/>
                  </a:lnTo>
                  <a:lnTo>
                    <a:pt x="154677" y="76634"/>
                  </a:lnTo>
                  <a:lnTo>
                    <a:pt x="154576" y="78486"/>
                  </a:lnTo>
                  <a:lnTo>
                    <a:pt x="154820" y="80744"/>
                  </a:lnTo>
                  <a:lnTo>
                    <a:pt x="154903" y="82271"/>
                  </a:lnTo>
                  <a:lnTo>
                    <a:pt x="155158" y="83370"/>
                  </a:lnTo>
                  <a:lnTo>
                    <a:pt x="155534" y="84087"/>
                  </a:lnTo>
                  <a:lnTo>
                    <a:pt x="157458" y="85355"/>
                  </a:lnTo>
                  <a:lnTo>
                    <a:pt x="158535" y="87953"/>
                  </a:lnTo>
                  <a:lnTo>
                    <a:pt x="159206" y="90036"/>
                  </a:lnTo>
                  <a:close/>
                </a:path>
              </a:pathLst>
            </a:custGeom>
            <a:solidFill>
              <a:srgbClr val="FFF1E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9" name="pg1398"/>
            <p:cNvSpPr/>
            <p:nvPr/>
          </p:nvSpPr>
          <p:spPr>
            <a:xfrm>
              <a:off x="3743933" y="4394750"/>
              <a:ext cx="16355" cy="46303"/>
            </a:xfrm>
            <a:custGeom>
              <a:avLst/>
              <a:pathLst>
                <a:path w="16355" h="46303">
                  <a:moveTo>
                    <a:pt x="14323" y="6342"/>
                  </a:moveTo>
                  <a:lnTo>
                    <a:pt x="14572" y="6775"/>
                  </a:lnTo>
                  <a:lnTo>
                    <a:pt x="15709" y="8137"/>
                  </a:lnTo>
                  <a:lnTo>
                    <a:pt x="15811" y="10849"/>
                  </a:lnTo>
                  <a:lnTo>
                    <a:pt x="15701" y="13949"/>
                  </a:lnTo>
                  <a:lnTo>
                    <a:pt x="15472" y="15905"/>
                  </a:lnTo>
                  <a:lnTo>
                    <a:pt x="15558" y="17853"/>
                  </a:lnTo>
                  <a:lnTo>
                    <a:pt x="15923" y="20886"/>
                  </a:lnTo>
                  <a:lnTo>
                    <a:pt x="16269" y="22961"/>
                  </a:lnTo>
                  <a:lnTo>
                    <a:pt x="16355" y="32400"/>
                  </a:lnTo>
                  <a:lnTo>
                    <a:pt x="15969" y="31967"/>
                  </a:lnTo>
                  <a:lnTo>
                    <a:pt x="15268" y="31563"/>
                  </a:lnTo>
                  <a:lnTo>
                    <a:pt x="14896" y="31750"/>
                  </a:lnTo>
                  <a:lnTo>
                    <a:pt x="14557" y="35981"/>
                  </a:lnTo>
                  <a:lnTo>
                    <a:pt x="14296" y="42274"/>
                  </a:lnTo>
                  <a:lnTo>
                    <a:pt x="14448" y="46181"/>
                  </a:lnTo>
                  <a:lnTo>
                    <a:pt x="11785" y="46303"/>
                  </a:lnTo>
                  <a:lnTo>
                    <a:pt x="8416" y="45876"/>
                  </a:lnTo>
                  <a:lnTo>
                    <a:pt x="6003" y="44187"/>
                  </a:lnTo>
                  <a:lnTo>
                    <a:pt x="3404" y="40462"/>
                  </a:lnTo>
                  <a:lnTo>
                    <a:pt x="1858" y="34656"/>
                  </a:lnTo>
                  <a:lnTo>
                    <a:pt x="1182" y="31009"/>
                  </a:lnTo>
                  <a:lnTo>
                    <a:pt x="237" y="30798"/>
                  </a:lnTo>
                  <a:lnTo>
                    <a:pt x="84" y="30178"/>
                  </a:lnTo>
                  <a:lnTo>
                    <a:pt x="0" y="25728"/>
                  </a:lnTo>
                  <a:lnTo>
                    <a:pt x="19" y="21053"/>
                  </a:lnTo>
                  <a:lnTo>
                    <a:pt x="195" y="19812"/>
                  </a:lnTo>
                  <a:lnTo>
                    <a:pt x="1946" y="14058"/>
                  </a:lnTo>
                  <a:lnTo>
                    <a:pt x="3033" y="10483"/>
                  </a:lnTo>
                  <a:lnTo>
                    <a:pt x="3709" y="7023"/>
                  </a:lnTo>
                  <a:lnTo>
                    <a:pt x="5180" y="2966"/>
                  </a:lnTo>
                  <a:lnTo>
                    <a:pt x="6757" y="372"/>
                  </a:lnTo>
                  <a:lnTo>
                    <a:pt x="7343" y="0"/>
                  </a:lnTo>
                  <a:lnTo>
                    <a:pt x="7744" y="106"/>
                  </a:lnTo>
                  <a:lnTo>
                    <a:pt x="10524" y="3673"/>
                  </a:lnTo>
                  <a:lnTo>
                    <a:pt x="13376" y="7052"/>
                  </a:lnTo>
                  <a:lnTo>
                    <a:pt x="13995" y="6671"/>
                  </a:lnTo>
                  <a:close/>
                </a:path>
              </a:pathLst>
            </a:custGeom>
            <a:solidFill>
              <a:srgbClr val="D5E7D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0" name="pg1399"/>
            <p:cNvSpPr/>
            <p:nvPr/>
          </p:nvSpPr>
          <p:spPr>
            <a:xfrm>
              <a:off x="2585073" y="3100150"/>
              <a:ext cx="1400" cy="1470"/>
            </a:xfrm>
            <a:custGeom>
              <a:avLst/>
              <a:pathLst>
                <a:path w="1400" h="1470">
                  <a:moveTo>
                    <a:pt x="20" y="0"/>
                  </a:moveTo>
                  <a:lnTo>
                    <a:pt x="1400" y="0"/>
                  </a:lnTo>
                  <a:lnTo>
                    <a:pt x="1386" y="695"/>
                  </a:lnTo>
                  <a:lnTo>
                    <a:pt x="1254" y="1470"/>
                  </a:lnTo>
                  <a:lnTo>
                    <a:pt x="422" y="813"/>
                  </a:lnTo>
                  <a:lnTo>
                    <a:pt x="0" y="137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1" name="pg1400"/>
            <p:cNvSpPr/>
            <p:nvPr/>
          </p:nvSpPr>
          <p:spPr>
            <a:xfrm>
              <a:off x="4047442" y="3768778"/>
              <a:ext cx="1969" cy="6700"/>
            </a:xfrm>
            <a:custGeom>
              <a:avLst/>
              <a:pathLst>
                <a:path w="1969" h="6700">
                  <a:moveTo>
                    <a:pt x="1936" y="3967"/>
                  </a:moveTo>
                  <a:lnTo>
                    <a:pt x="1969" y="6700"/>
                  </a:lnTo>
                  <a:lnTo>
                    <a:pt x="1373" y="5785"/>
                  </a:lnTo>
                  <a:lnTo>
                    <a:pt x="1207" y="4019"/>
                  </a:lnTo>
                  <a:lnTo>
                    <a:pt x="412" y="2703"/>
                  </a:lnTo>
                  <a:lnTo>
                    <a:pt x="0" y="1491"/>
                  </a:lnTo>
                  <a:lnTo>
                    <a:pt x="892" y="0"/>
                  </a:lnTo>
                  <a:close/>
                </a:path>
              </a:pathLst>
            </a:custGeom>
            <a:solidFill>
              <a:srgbClr val="FD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2" name="pg1401"/>
            <p:cNvSpPr/>
            <p:nvPr/>
          </p:nvSpPr>
          <p:spPr>
            <a:xfrm>
              <a:off x="3805347" y="2531971"/>
              <a:ext cx="81376" cy="147153"/>
            </a:xfrm>
            <a:custGeom>
              <a:avLst/>
              <a:pathLst>
                <a:path w="81376" h="147153">
                  <a:moveTo>
                    <a:pt x="81375" y="5574"/>
                  </a:moveTo>
                  <a:lnTo>
                    <a:pt x="81376" y="5976"/>
                  </a:lnTo>
                  <a:lnTo>
                    <a:pt x="81265" y="6993"/>
                  </a:lnTo>
                  <a:lnTo>
                    <a:pt x="79873" y="9932"/>
                  </a:lnTo>
                  <a:lnTo>
                    <a:pt x="77981" y="13924"/>
                  </a:lnTo>
                  <a:lnTo>
                    <a:pt x="76624" y="16442"/>
                  </a:lnTo>
                  <a:lnTo>
                    <a:pt x="74336" y="20687"/>
                  </a:lnTo>
                  <a:lnTo>
                    <a:pt x="72629" y="21596"/>
                  </a:lnTo>
                  <a:lnTo>
                    <a:pt x="69748" y="23125"/>
                  </a:lnTo>
                  <a:lnTo>
                    <a:pt x="68976" y="24610"/>
                  </a:lnTo>
                  <a:lnTo>
                    <a:pt x="68258" y="27005"/>
                  </a:lnTo>
                  <a:lnTo>
                    <a:pt x="67836" y="30281"/>
                  </a:lnTo>
                  <a:lnTo>
                    <a:pt x="67712" y="32333"/>
                  </a:lnTo>
                  <a:lnTo>
                    <a:pt x="67636" y="36164"/>
                  </a:lnTo>
                  <a:lnTo>
                    <a:pt x="68310" y="40136"/>
                  </a:lnTo>
                  <a:lnTo>
                    <a:pt x="68957" y="43948"/>
                  </a:lnTo>
                  <a:lnTo>
                    <a:pt x="69040" y="46470"/>
                  </a:lnTo>
                  <a:lnTo>
                    <a:pt x="68975" y="48957"/>
                  </a:lnTo>
                  <a:lnTo>
                    <a:pt x="68348" y="51611"/>
                  </a:lnTo>
                  <a:lnTo>
                    <a:pt x="67670" y="55250"/>
                  </a:lnTo>
                  <a:lnTo>
                    <a:pt x="67276" y="59366"/>
                  </a:lnTo>
                  <a:lnTo>
                    <a:pt x="67068" y="67072"/>
                  </a:lnTo>
                  <a:lnTo>
                    <a:pt x="67064" y="73634"/>
                  </a:lnTo>
                  <a:lnTo>
                    <a:pt x="67008" y="74707"/>
                  </a:lnTo>
                  <a:lnTo>
                    <a:pt x="65827" y="79337"/>
                  </a:lnTo>
                  <a:lnTo>
                    <a:pt x="64445" y="84752"/>
                  </a:lnTo>
                  <a:lnTo>
                    <a:pt x="63804" y="86008"/>
                  </a:lnTo>
                  <a:lnTo>
                    <a:pt x="60773" y="87619"/>
                  </a:lnTo>
                  <a:lnTo>
                    <a:pt x="57466" y="91587"/>
                  </a:lnTo>
                  <a:lnTo>
                    <a:pt x="53771" y="96022"/>
                  </a:lnTo>
                  <a:lnTo>
                    <a:pt x="50414" y="100049"/>
                  </a:lnTo>
                  <a:lnTo>
                    <a:pt x="46891" y="104275"/>
                  </a:lnTo>
                  <a:lnTo>
                    <a:pt x="43237" y="108659"/>
                  </a:lnTo>
                  <a:lnTo>
                    <a:pt x="40626" y="111791"/>
                  </a:lnTo>
                  <a:lnTo>
                    <a:pt x="37131" y="115981"/>
                  </a:lnTo>
                  <a:lnTo>
                    <a:pt x="33948" y="119988"/>
                  </a:lnTo>
                  <a:lnTo>
                    <a:pt x="30724" y="124048"/>
                  </a:lnTo>
                  <a:lnTo>
                    <a:pt x="28274" y="127131"/>
                  </a:lnTo>
                  <a:lnTo>
                    <a:pt x="24551" y="132008"/>
                  </a:lnTo>
                  <a:lnTo>
                    <a:pt x="22371" y="134868"/>
                  </a:lnTo>
                  <a:lnTo>
                    <a:pt x="19165" y="139072"/>
                  </a:lnTo>
                  <a:lnTo>
                    <a:pt x="16344" y="142773"/>
                  </a:lnTo>
                  <a:lnTo>
                    <a:pt x="13005" y="147153"/>
                  </a:lnTo>
                  <a:lnTo>
                    <a:pt x="8819" y="145852"/>
                  </a:lnTo>
                  <a:lnTo>
                    <a:pt x="7497" y="145096"/>
                  </a:lnTo>
                  <a:lnTo>
                    <a:pt x="6414" y="143011"/>
                  </a:lnTo>
                  <a:lnTo>
                    <a:pt x="5618" y="141898"/>
                  </a:lnTo>
                  <a:lnTo>
                    <a:pt x="3640" y="140756"/>
                  </a:lnTo>
                  <a:lnTo>
                    <a:pt x="2369" y="136828"/>
                  </a:lnTo>
                  <a:lnTo>
                    <a:pt x="1607" y="135437"/>
                  </a:lnTo>
                  <a:lnTo>
                    <a:pt x="282" y="134813"/>
                  </a:lnTo>
                  <a:lnTo>
                    <a:pt x="456" y="133412"/>
                  </a:lnTo>
                  <a:lnTo>
                    <a:pt x="1140" y="131047"/>
                  </a:lnTo>
                  <a:lnTo>
                    <a:pt x="1838" y="128469"/>
                  </a:lnTo>
                  <a:lnTo>
                    <a:pt x="1450" y="127036"/>
                  </a:lnTo>
                  <a:lnTo>
                    <a:pt x="1324" y="125817"/>
                  </a:lnTo>
                  <a:lnTo>
                    <a:pt x="1278" y="124362"/>
                  </a:lnTo>
                  <a:lnTo>
                    <a:pt x="1754" y="122970"/>
                  </a:lnTo>
                  <a:lnTo>
                    <a:pt x="1530" y="121292"/>
                  </a:lnTo>
                  <a:lnTo>
                    <a:pt x="1164" y="119605"/>
                  </a:lnTo>
                  <a:lnTo>
                    <a:pt x="895" y="118758"/>
                  </a:lnTo>
                  <a:lnTo>
                    <a:pt x="896" y="117213"/>
                  </a:lnTo>
                  <a:lnTo>
                    <a:pt x="1074" y="116033"/>
                  </a:lnTo>
                  <a:lnTo>
                    <a:pt x="1291" y="114222"/>
                  </a:lnTo>
                  <a:lnTo>
                    <a:pt x="1854" y="113228"/>
                  </a:lnTo>
                  <a:lnTo>
                    <a:pt x="2000" y="112196"/>
                  </a:lnTo>
                  <a:lnTo>
                    <a:pt x="2506" y="111184"/>
                  </a:lnTo>
                  <a:lnTo>
                    <a:pt x="3181" y="110358"/>
                  </a:lnTo>
                  <a:lnTo>
                    <a:pt x="3332" y="109692"/>
                  </a:lnTo>
                  <a:lnTo>
                    <a:pt x="3235" y="109311"/>
                  </a:lnTo>
                  <a:lnTo>
                    <a:pt x="2557" y="108568"/>
                  </a:lnTo>
                  <a:lnTo>
                    <a:pt x="2195" y="107253"/>
                  </a:lnTo>
                  <a:lnTo>
                    <a:pt x="2517" y="105337"/>
                  </a:lnTo>
                  <a:lnTo>
                    <a:pt x="2735" y="104740"/>
                  </a:lnTo>
                  <a:lnTo>
                    <a:pt x="3139" y="103815"/>
                  </a:lnTo>
                  <a:lnTo>
                    <a:pt x="4044" y="102407"/>
                  </a:lnTo>
                  <a:lnTo>
                    <a:pt x="4755" y="102173"/>
                  </a:lnTo>
                  <a:lnTo>
                    <a:pt x="5367" y="102172"/>
                  </a:lnTo>
                  <a:lnTo>
                    <a:pt x="6403" y="102289"/>
                  </a:lnTo>
                  <a:lnTo>
                    <a:pt x="7207" y="102541"/>
                  </a:lnTo>
                  <a:lnTo>
                    <a:pt x="7411" y="102177"/>
                  </a:lnTo>
                  <a:lnTo>
                    <a:pt x="7383" y="101711"/>
                  </a:lnTo>
                  <a:lnTo>
                    <a:pt x="6389" y="100557"/>
                  </a:lnTo>
                  <a:lnTo>
                    <a:pt x="6335" y="99638"/>
                  </a:lnTo>
                  <a:lnTo>
                    <a:pt x="6582" y="98653"/>
                  </a:lnTo>
                  <a:lnTo>
                    <a:pt x="7285" y="97096"/>
                  </a:lnTo>
                  <a:lnTo>
                    <a:pt x="8124" y="95957"/>
                  </a:lnTo>
                  <a:lnTo>
                    <a:pt x="8552" y="95751"/>
                  </a:lnTo>
                  <a:lnTo>
                    <a:pt x="9510" y="93461"/>
                  </a:lnTo>
                  <a:lnTo>
                    <a:pt x="10124" y="90893"/>
                  </a:lnTo>
                  <a:lnTo>
                    <a:pt x="9130" y="84654"/>
                  </a:lnTo>
                  <a:lnTo>
                    <a:pt x="8528" y="83656"/>
                  </a:lnTo>
                  <a:lnTo>
                    <a:pt x="7552" y="82799"/>
                  </a:lnTo>
                  <a:lnTo>
                    <a:pt x="6977" y="82667"/>
                  </a:lnTo>
                  <a:lnTo>
                    <a:pt x="6932" y="82262"/>
                  </a:lnTo>
                  <a:lnTo>
                    <a:pt x="7702" y="80679"/>
                  </a:lnTo>
                  <a:lnTo>
                    <a:pt x="8249" y="79303"/>
                  </a:lnTo>
                  <a:lnTo>
                    <a:pt x="7643" y="77990"/>
                  </a:lnTo>
                  <a:lnTo>
                    <a:pt x="6562" y="77375"/>
                  </a:lnTo>
                  <a:lnTo>
                    <a:pt x="6159" y="78730"/>
                  </a:lnTo>
                  <a:lnTo>
                    <a:pt x="4770" y="78855"/>
                  </a:lnTo>
                  <a:lnTo>
                    <a:pt x="2613" y="78838"/>
                  </a:lnTo>
                  <a:lnTo>
                    <a:pt x="1664" y="72252"/>
                  </a:lnTo>
                  <a:lnTo>
                    <a:pt x="1523" y="69399"/>
                  </a:lnTo>
                  <a:lnTo>
                    <a:pt x="1548" y="66100"/>
                  </a:lnTo>
                  <a:lnTo>
                    <a:pt x="2204" y="61268"/>
                  </a:lnTo>
                  <a:lnTo>
                    <a:pt x="1895" y="59031"/>
                  </a:lnTo>
                  <a:lnTo>
                    <a:pt x="1870" y="57523"/>
                  </a:lnTo>
                  <a:lnTo>
                    <a:pt x="1702" y="55450"/>
                  </a:lnTo>
                  <a:lnTo>
                    <a:pt x="0" y="50992"/>
                  </a:lnTo>
                  <a:lnTo>
                    <a:pt x="927" y="42788"/>
                  </a:lnTo>
                  <a:lnTo>
                    <a:pt x="1582" y="40798"/>
                  </a:lnTo>
                  <a:lnTo>
                    <a:pt x="2506" y="40990"/>
                  </a:lnTo>
                  <a:lnTo>
                    <a:pt x="4478" y="43313"/>
                  </a:lnTo>
                  <a:lnTo>
                    <a:pt x="4802" y="43241"/>
                  </a:lnTo>
                  <a:lnTo>
                    <a:pt x="5398" y="40178"/>
                  </a:lnTo>
                  <a:lnTo>
                    <a:pt x="5977" y="39139"/>
                  </a:lnTo>
                  <a:lnTo>
                    <a:pt x="7195" y="38229"/>
                  </a:lnTo>
                  <a:lnTo>
                    <a:pt x="7538" y="33272"/>
                  </a:lnTo>
                  <a:lnTo>
                    <a:pt x="8107" y="32320"/>
                  </a:lnTo>
                  <a:lnTo>
                    <a:pt x="8793" y="31811"/>
                  </a:lnTo>
                  <a:lnTo>
                    <a:pt x="9846" y="31716"/>
                  </a:lnTo>
                  <a:lnTo>
                    <a:pt x="10763" y="31418"/>
                  </a:lnTo>
                  <a:lnTo>
                    <a:pt x="10821" y="30545"/>
                  </a:lnTo>
                  <a:lnTo>
                    <a:pt x="9539" y="24816"/>
                  </a:lnTo>
                  <a:lnTo>
                    <a:pt x="9652" y="23370"/>
                  </a:lnTo>
                  <a:lnTo>
                    <a:pt x="10271" y="17608"/>
                  </a:lnTo>
                  <a:lnTo>
                    <a:pt x="10661" y="15353"/>
                  </a:lnTo>
                  <a:lnTo>
                    <a:pt x="11033" y="14618"/>
                  </a:lnTo>
                  <a:lnTo>
                    <a:pt x="12489" y="14910"/>
                  </a:lnTo>
                  <a:lnTo>
                    <a:pt x="14528" y="15923"/>
                  </a:lnTo>
                  <a:lnTo>
                    <a:pt x="15065" y="17577"/>
                  </a:lnTo>
                  <a:lnTo>
                    <a:pt x="16063" y="19048"/>
                  </a:lnTo>
                  <a:lnTo>
                    <a:pt x="17558" y="18951"/>
                  </a:lnTo>
                  <a:lnTo>
                    <a:pt x="19282" y="19227"/>
                  </a:lnTo>
                  <a:lnTo>
                    <a:pt x="20630" y="19323"/>
                  </a:lnTo>
                  <a:lnTo>
                    <a:pt x="21706" y="18289"/>
                  </a:lnTo>
                  <a:lnTo>
                    <a:pt x="24135" y="16357"/>
                  </a:lnTo>
                  <a:lnTo>
                    <a:pt x="25340" y="15710"/>
                  </a:lnTo>
                  <a:lnTo>
                    <a:pt x="26434" y="14852"/>
                  </a:lnTo>
                  <a:lnTo>
                    <a:pt x="29951" y="11692"/>
                  </a:lnTo>
                  <a:lnTo>
                    <a:pt x="31360" y="11934"/>
                  </a:lnTo>
                  <a:lnTo>
                    <a:pt x="32324" y="12351"/>
                  </a:lnTo>
                  <a:lnTo>
                    <a:pt x="33062" y="12854"/>
                  </a:lnTo>
                  <a:lnTo>
                    <a:pt x="34719" y="15015"/>
                  </a:lnTo>
                  <a:lnTo>
                    <a:pt x="36086" y="17202"/>
                  </a:lnTo>
                  <a:lnTo>
                    <a:pt x="37046" y="17852"/>
                  </a:lnTo>
                  <a:lnTo>
                    <a:pt x="38771" y="17805"/>
                  </a:lnTo>
                  <a:lnTo>
                    <a:pt x="41263" y="18222"/>
                  </a:lnTo>
                  <a:lnTo>
                    <a:pt x="44326" y="18192"/>
                  </a:lnTo>
                  <a:lnTo>
                    <a:pt x="46114" y="17582"/>
                  </a:lnTo>
                  <a:lnTo>
                    <a:pt x="48397" y="16507"/>
                  </a:lnTo>
                  <a:lnTo>
                    <a:pt x="52468" y="13923"/>
                  </a:lnTo>
                  <a:lnTo>
                    <a:pt x="57823" y="8521"/>
                  </a:lnTo>
                  <a:lnTo>
                    <a:pt x="60973" y="5896"/>
                  </a:lnTo>
                  <a:lnTo>
                    <a:pt x="62330" y="5588"/>
                  </a:lnTo>
                  <a:lnTo>
                    <a:pt x="64098" y="5557"/>
                  </a:lnTo>
                  <a:lnTo>
                    <a:pt x="65866" y="6245"/>
                  </a:lnTo>
                  <a:lnTo>
                    <a:pt x="67871" y="6735"/>
                  </a:lnTo>
                  <a:lnTo>
                    <a:pt x="68795" y="6691"/>
                  </a:lnTo>
                  <a:lnTo>
                    <a:pt x="70967" y="6149"/>
                  </a:lnTo>
                  <a:lnTo>
                    <a:pt x="73781" y="5057"/>
                  </a:lnTo>
                  <a:lnTo>
                    <a:pt x="75548" y="4162"/>
                  </a:lnTo>
                  <a:lnTo>
                    <a:pt x="77684" y="2695"/>
                  </a:lnTo>
                  <a:lnTo>
                    <a:pt x="79017" y="255"/>
                  </a:lnTo>
                  <a:lnTo>
                    <a:pt x="79447" y="0"/>
                  </a:lnTo>
                  <a:lnTo>
                    <a:pt x="80000" y="444"/>
                  </a:lnTo>
                  <a:lnTo>
                    <a:pt x="80259" y="611"/>
                  </a:lnTo>
                  <a:lnTo>
                    <a:pt x="80806" y="1999"/>
                  </a:lnTo>
                  <a:close/>
                </a:path>
              </a:pathLst>
            </a:custGeom>
            <a:solidFill>
              <a:srgbClr val="FFF8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3" name="pg1402"/>
            <p:cNvSpPr/>
            <p:nvPr/>
          </p:nvSpPr>
          <p:spPr>
            <a:xfrm>
              <a:off x="2471329" y="2988383"/>
              <a:ext cx="2443" cy="2840"/>
            </a:xfrm>
            <a:custGeom>
              <a:avLst/>
              <a:pathLst>
                <a:path w="2443" h="2840">
                  <a:moveTo>
                    <a:pt x="118" y="0"/>
                  </a:moveTo>
                  <a:lnTo>
                    <a:pt x="1526" y="1627"/>
                  </a:lnTo>
                  <a:lnTo>
                    <a:pt x="2376" y="1385"/>
                  </a:lnTo>
                  <a:lnTo>
                    <a:pt x="2443" y="1732"/>
                  </a:lnTo>
                  <a:lnTo>
                    <a:pt x="1984" y="2107"/>
                  </a:lnTo>
                  <a:lnTo>
                    <a:pt x="1872" y="2410"/>
                  </a:lnTo>
                  <a:lnTo>
                    <a:pt x="512" y="2840"/>
                  </a:lnTo>
                  <a:lnTo>
                    <a:pt x="85" y="2758"/>
                  </a:lnTo>
                  <a:lnTo>
                    <a:pt x="0" y="1656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4" name="pg1403"/>
            <p:cNvSpPr/>
            <p:nvPr/>
          </p:nvSpPr>
          <p:spPr>
            <a:xfrm>
              <a:off x="2477434" y="2988361"/>
              <a:ext cx="2600" cy="2966"/>
            </a:xfrm>
            <a:custGeom>
              <a:avLst/>
              <a:pathLst>
                <a:path w="2600" h="2966">
                  <a:moveTo>
                    <a:pt x="2298" y="2566"/>
                  </a:moveTo>
                  <a:lnTo>
                    <a:pt x="2249" y="2966"/>
                  </a:lnTo>
                  <a:lnTo>
                    <a:pt x="1553" y="1827"/>
                  </a:lnTo>
                  <a:lnTo>
                    <a:pt x="212" y="1816"/>
                  </a:lnTo>
                  <a:lnTo>
                    <a:pt x="0" y="255"/>
                  </a:lnTo>
                  <a:lnTo>
                    <a:pt x="512" y="0"/>
                  </a:lnTo>
                  <a:lnTo>
                    <a:pt x="2212" y="551"/>
                  </a:lnTo>
                  <a:lnTo>
                    <a:pt x="2600" y="1907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5" name="pg1404"/>
            <p:cNvSpPr/>
            <p:nvPr/>
          </p:nvSpPr>
          <p:spPr>
            <a:xfrm>
              <a:off x="2475319" y="2985412"/>
              <a:ext cx="1716" cy="3605"/>
            </a:xfrm>
            <a:custGeom>
              <a:avLst/>
              <a:pathLst>
                <a:path w="1716" h="3605">
                  <a:moveTo>
                    <a:pt x="1716" y="3294"/>
                  </a:moveTo>
                  <a:lnTo>
                    <a:pt x="1500" y="3605"/>
                  </a:lnTo>
                  <a:lnTo>
                    <a:pt x="784" y="2585"/>
                  </a:lnTo>
                  <a:lnTo>
                    <a:pt x="682" y="1768"/>
                  </a:lnTo>
                  <a:lnTo>
                    <a:pt x="425" y="1728"/>
                  </a:lnTo>
                  <a:lnTo>
                    <a:pt x="0" y="994"/>
                  </a:lnTo>
                  <a:lnTo>
                    <a:pt x="103" y="43"/>
                  </a:lnTo>
                  <a:lnTo>
                    <a:pt x="1079" y="0"/>
                  </a:lnTo>
                  <a:lnTo>
                    <a:pt x="1473" y="2641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6" name="pg1405"/>
            <p:cNvSpPr/>
            <p:nvPr/>
          </p:nvSpPr>
          <p:spPr>
            <a:xfrm>
              <a:off x="3529969" y="2941286"/>
              <a:ext cx="130001" cy="471895"/>
            </a:xfrm>
            <a:custGeom>
              <a:avLst/>
              <a:pathLst>
                <a:path w="130001" h="471895">
                  <a:moveTo>
                    <a:pt x="129963" y="116676"/>
                  </a:moveTo>
                  <a:lnTo>
                    <a:pt x="129968" y="129857"/>
                  </a:lnTo>
                  <a:lnTo>
                    <a:pt x="129972" y="143037"/>
                  </a:lnTo>
                  <a:lnTo>
                    <a:pt x="129977" y="156217"/>
                  </a:lnTo>
                  <a:lnTo>
                    <a:pt x="129982" y="169399"/>
                  </a:lnTo>
                  <a:lnTo>
                    <a:pt x="129987" y="182579"/>
                  </a:lnTo>
                  <a:lnTo>
                    <a:pt x="129991" y="195761"/>
                  </a:lnTo>
                  <a:lnTo>
                    <a:pt x="129995" y="208941"/>
                  </a:lnTo>
                  <a:lnTo>
                    <a:pt x="130000" y="222122"/>
                  </a:lnTo>
                  <a:lnTo>
                    <a:pt x="130001" y="226494"/>
                  </a:lnTo>
                  <a:lnTo>
                    <a:pt x="129846" y="228227"/>
                  </a:lnTo>
                  <a:lnTo>
                    <a:pt x="129777" y="228466"/>
                  </a:lnTo>
                  <a:lnTo>
                    <a:pt x="129540" y="228759"/>
                  </a:lnTo>
                  <a:lnTo>
                    <a:pt x="126606" y="227534"/>
                  </a:lnTo>
                  <a:lnTo>
                    <a:pt x="125320" y="227504"/>
                  </a:lnTo>
                  <a:lnTo>
                    <a:pt x="123518" y="228451"/>
                  </a:lnTo>
                  <a:lnTo>
                    <a:pt x="120871" y="228945"/>
                  </a:lnTo>
                  <a:lnTo>
                    <a:pt x="119164" y="228788"/>
                  </a:lnTo>
                  <a:lnTo>
                    <a:pt x="117980" y="231055"/>
                  </a:lnTo>
                  <a:lnTo>
                    <a:pt x="117051" y="233795"/>
                  </a:lnTo>
                  <a:lnTo>
                    <a:pt x="117490" y="240348"/>
                  </a:lnTo>
                  <a:lnTo>
                    <a:pt x="117389" y="242511"/>
                  </a:lnTo>
                  <a:lnTo>
                    <a:pt x="117031" y="244757"/>
                  </a:lnTo>
                  <a:lnTo>
                    <a:pt x="116228" y="246692"/>
                  </a:lnTo>
                  <a:lnTo>
                    <a:pt x="115425" y="248235"/>
                  </a:lnTo>
                  <a:lnTo>
                    <a:pt x="114945" y="249586"/>
                  </a:lnTo>
                  <a:lnTo>
                    <a:pt x="114349" y="252550"/>
                  </a:lnTo>
                  <a:lnTo>
                    <a:pt x="113908" y="253937"/>
                  </a:lnTo>
                  <a:lnTo>
                    <a:pt x="113948" y="255794"/>
                  </a:lnTo>
                  <a:lnTo>
                    <a:pt x="113805" y="257749"/>
                  </a:lnTo>
                  <a:lnTo>
                    <a:pt x="113323" y="258764"/>
                  </a:lnTo>
                  <a:lnTo>
                    <a:pt x="112092" y="259513"/>
                  </a:lnTo>
                  <a:lnTo>
                    <a:pt x="111299" y="260382"/>
                  </a:lnTo>
                  <a:lnTo>
                    <a:pt x="110663" y="261804"/>
                  </a:lnTo>
                  <a:lnTo>
                    <a:pt x="110235" y="262830"/>
                  </a:lnTo>
                  <a:lnTo>
                    <a:pt x="110459" y="264198"/>
                  </a:lnTo>
                  <a:lnTo>
                    <a:pt x="110771" y="266059"/>
                  </a:lnTo>
                  <a:lnTo>
                    <a:pt x="110948" y="268987"/>
                  </a:lnTo>
                  <a:lnTo>
                    <a:pt x="111071" y="270698"/>
                  </a:lnTo>
                  <a:lnTo>
                    <a:pt x="111676" y="272092"/>
                  </a:lnTo>
                  <a:lnTo>
                    <a:pt x="112045" y="273092"/>
                  </a:lnTo>
                  <a:lnTo>
                    <a:pt x="112173" y="274314"/>
                  </a:lnTo>
                  <a:lnTo>
                    <a:pt x="111819" y="275331"/>
                  </a:lnTo>
                  <a:lnTo>
                    <a:pt x="110317" y="277456"/>
                  </a:lnTo>
                  <a:lnTo>
                    <a:pt x="109714" y="278244"/>
                  </a:lnTo>
                  <a:lnTo>
                    <a:pt x="109025" y="279323"/>
                  </a:lnTo>
                  <a:lnTo>
                    <a:pt x="108761" y="279726"/>
                  </a:lnTo>
                  <a:lnTo>
                    <a:pt x="107663" y="281738"/>
                  </a:lnTo>
                  <a:lnTo>
                    <a:pt x="107109" y="283525"/>
                  </a:lnTo>
                  <a:lnTo>
                    <a:pt x="106840" y="285012"/>
                  </a:lnTo>
                  <a:lnTo>
                    <a:pt x="106855" y="287065"/>
                  </a:lnTo>
                  <a:lnTo>
                    <a:pt x="107414" y="290136"/>
                  </a:lnTo>
                  <a:lnTo>
                    <a:pt x="108024" y="292746"/>
                  </a:lnTo>
                  <a:lnTo>
                    <a:pt x="108259" y="294709"/>
                  </a:lnTo>
                  <a:lnTo>
                    <a:pt x="108397" y="296862"/>
                  </a:lnTo>
                  <a:lnTo>
                    <a:pt x="108342" y="298907"/>
                  </a:lnTo>
                  <a:lnTo>
                    <a:pt x="108027" y="300687"/>
                  </a:lnTo>
                  <a:lnTo>
                    <a:pt x="107476" y="302291"/>
                  </a:lnTo>
                  <a:lnTo>
                    <a:pt x="105406" y="305304"/>
                  </a:lnTo>
                  <a:lnTo>
                    <a:pt x="104388" y="308617"/>
                  </a:lnTo>
                  <a:lnTo>
                    <a:pt x="103574" y="312642"/>
                  </a:lnTo>
                  <a:lnTo>
                    <a:pt x="103371" y="314835"/>
                  </a:lnTo>
                  <a:lnTo>
                    <a:pt x="103594" y="316293"/>
                  </a:lnTo>
                  <a:lnTo>
                    <a:pt x="104023" y="317529"/>
                  </a:lnTo>
                  <a:lnTo>
                    <a:pt x="104640" y="318157"/>
                  </a:lnTo>
                  <a:lnTo>
                    <a:pt x="105535" y="318341"/>
                  </a:lnTo>
                  <a:lnTo>
                    <a:pt x="107022" y="317671"/>
                  </a:lnTo>
                  <a:lnTo>
                    <a:pt x="108407" y="317230"/>
                  </a:lnTo>
                  <a:lnTo>
                    <a:pt x="109875" y="318679"/>
                  </a:lnTo>
                  <a:lnTo>
                    <a:pt x="110641" y="322049"/>
                  </a:lnTo>
                  <a:lnTo>
                    <a:pt x="110342" y="324514"/>
                  </a:lnTo>
                  <a:lnTo>
                    <a:pt x="110898" y="328978"/>
                  </a:lnTo>
                  <a:lnTo>
                    <a:pt x="111394" y="334376"/>
                  </a:lnTo>
                  <a:lnTo>
                    <a:pt x="111357" y="336192"/>
                  </a:lnTo>
                  <a:lnTo>
                    <a:pt x="111571" y="336873"/>
                  </a:lnTo>
                  <a:lnTo>
                    <a:pt x="112491" y="337221"/>
                  </a:lnTo>
                  <a:lnTo>
                    <a:pt x="112696" y="338486"/>
                  </a:lnTo>
                  <a:lnTo>
                    <a:pt x="112392" y="347960"/>
                  </a:lnTo>
                  <a:lnTo>
                    <a:pt x="112821" y="350609"/>
                  </a:lnTo>
                  <a:lnTo>
                    <a:pt x="113437" y="352499"/>
                  </a:lnTo>
                  <a:lnTo>
                    <a:pt x="114132" y="353481"/>
                  </a:lnTo>
                  <a:lnTo>
                    <a:pt x="114831" y="354747"/>
                  </a:lnTo>
                  <a:lnTo>
                    <a:pt x="115194" y="355630"/>
                  </a:lnTo>
                  <a:lnTo>
                    <a:pt x="116003" y="355827"/>
                  </a:lnTo>
                  <a:lnTo>
                    <a:pt x="116912" y="357553"/>
                  </a:lnTo>
                  <a:lnTo>
                    <a:pt x="117160" y="359849"/>
                  </a:lnTo>
                  <a:lnTo>
                    <a:pt x="117098" y="362069"/>
                  </a:lnTo>
                  <a:lnTo>
                    <a:pt x="116569" y="366887"/>
                  </a:lnTo>
                  <a:lnTo>
                    <a:pt x="116140" y="370117"/>
                  </a:lnTo>
                  <a:lnTo>
                    <a:pt x="115613" y="369895"/>
                  </a:lnTo>
                  <a:lnTo>
                    <a:pt x="114537" y="369101"/>
                  </a:lnTo>
                  <a:lnTo>
                    <a:pt x="113227" y="368413"/>
                  </a:lnTo>
                  <a:lnTo>
                    <a:pt x="111621" y="367855"/>
                  </a:lnTo>
                  <a:lnTo>
                    <a:pt x="110090" y="369176"/>
                  </a:lnTo>
                  <a:lnTo>
                    <a:pt x="108438" y="370872"/>
                  </a:lnTo>
                  <a:lnTo>
                    <a:pt x="107916" y="372136"/>
                  </a:lnTo>
                  <a:lnTo>
                    <a:pt x="107455" y="372883"/>
                  </a:lnTo>
                  <a:lnTo>
                    <a:pt x="106726" y="372765"/>
                  </a:lnTo>
                  <a:lnTo>
                    <a:pt x="106059" y="372983"/>
                  </a:lnTo>
                  <a:lnTo>
                    <a:pt x="105697" y="374184"/>
                  </a:lnTo>
                  <a:lnTo>
                    <a:pt x="105093" y="375525"/>
                  </a:lnTo>
                  <a:lnTo>
                    <a:pt x="102707" y="378298"/>
                  </a:lnTo>
                  <a:lnTo>
                    <a:pt x="102203" y="379307"/>
                  </a:lnTo>
                  <a:lnTo>
                    <a:pt x="101905" y="380308"/>
                  </a:lnTo>
                  <a:lnTo>
                    <a:pt x="101905" y="381399"/>
                  </a:lnTo>
                  <a:lnTo>
                    <a:pt x="102148" y="383652"/>
                  </a:lnTo>
                  <a:lnTo>
                    <a:pt x="102143" y="386461"/>
                  </a:lnTo>
                  <a:lnTo>
                    <a:pt x="101611" y="388728"/>
                  </a:lnTo>
                  <a:lnTo>
                    <a:pt x="100994" y="390252"/>
                  </a:lnTo>
                  <a:lnTo>
                    <a:pt x="100292" y="390835"/>
                  </a:lnTo>
                  <a:lnTo>
                    <a:pt x="99703" y="391152"/>
                  </a:lnTo>
                  <a:lnTo>
                    <a:pt x="99318" y="392102"/>
                  </a:lnTo>
                  <a:lnTo>
                    <a:pt x="98073" y="397252"/>
                  </a:lnTo>
                  <a:lnTo>
                    <a:pt x="97536" y="398205"/>
                  </a:lnTo>
                  <a:lnTo>
                    <a:pt x="96443" y="398043"/>
                  </a:lnTo>
                  <a:lnTo>
                    <a:pt x="93304" y="405766"/>
                  </a:lnTo>
                  <a:lnTo>
                    <a:pt x="92992" y="408040"/>
                  </a:lnTo>
                  <a:lnTo>
                    <a:pt x="91842" y="411265"/>
                  </a:lnTo>
                  <a:lnTo>
                    <a:pt x="90389" y="414855"/>
                  </a:lnTo>
                  <a:lnTo>
                    <a:pt x="89092" y="416585"/>
                  </a:lnTo>
                  <a:lnTo>
                    <a:pt x="88987" y="417253"/>
                  </a:lnTo>
                  <a:lnTo>
                    <a:pt x="88639" y="417937"/>
                  </a:lnTo>
                  <a:lnTo>
                    <a:pt x="87842" y="418717"/>
                  </a:lnTo>
                  <a:lnTo>
                    <a:pt x="85068" y="423086"/>
                  </a:lnTo>
                  <a:lnTo>
                    <a:pt x="81744" y="422906"/>
                  </a:lnTo>
                  <a:lnTo>
                    <a:pt x="80273" y="424621"/>
                  </a:lnTo>
                  <a:lnTo>
                    <a:pt x="78844" y="425383"/>
                  </a:lnTo>
                  <a:lnTo>
                    <a:pt x="76755" y="426224"/>
                  </a:lnTo>
                  <a:lnTo>
                    <a:pt x="76127" y="426145"/>
                  </a:lnTo>
                  <a:lnTo>
                    <a:pt x="73447" y="426498"/>
                  </a:lnTo>
                  <a:lnTo>
                    <a:pt x="70303" y="426370"/>
                  </a:lnTo>
                  <a:lnTo>
                    <a:pt x="69098" y="426989"/>
                  </a:lnTo>
                  <a:lnTo>
                    <a:pt x="67967" y="428648"/>
                  </a:lnTo>
                  <a:lnTo>
                    <a:pt x="67129" y="430100"/>
                  </a:lnTo>
                  <a:lnTo>
                    <a:pt x="67006" y="430589"/>
                  </a:lnTo>
                  <a:lnTo>
                    <a:pt x="67132" y="431201"/>
                  </a:lnTo>
                  <a:lnTo>
                    <a:pt x="67101" y="431687"/>
                  </a:lnTo>
                  <a:lnTo>
                    <a:pt x="69299" y="435251"/>
                  </a:lnTo>
                  <a:lnTo>
                    <a:pt x="69848" y="437002"/>
                  </a:lnTo>
                  <a:lnTo>
                    <a:pt x="69295" y="438696"/>
                  </a:lnTo>
                  <a:lnTo>
                    <a:pt x="68999" y="439048"/>
                  </a:lnTo>
                  <a:lnTo>
                    <a:pt x="68641" y="440399"/>
                  </a:lnTo>
                  <a:lnTo>
                    <a:pt x="67353" y="444421"/>
                  </a:lnTo>
                  <a:lnTo>
                    <a:pt x="65391" y="449187"/>
                  </a:lnTo>
                  <a:lnTo>
                    <a:pt x="64388" y="450549"/>
                  </a:lnTo>
                  <a:lnTo>
                    <a:pt x="63986" y="451435"/>
                  </a:lnTo>
                  <a:lnTo>
                    <a:pt x="63468" y="454595"/>
                  </a:lnTo>
                  <a:lnTo>
                    <a:pt x="63129" y="455035"/>
                  </a:lnTo>
                  <a:lnTo>
                    <a:pt x="61783" y="455444"/>
                  </a:lnTo>
                  <a:lnTo>
                    <a:pt x="59115" y="455789"/>
                  </a:lnTo>
                  <a:lnTo>
                    <a:pt x="55429" y="456821"/>
                  </a:lnTo>
                  <a:lnTo>
                    <a:pt x="53216" y="457164"/>
                  </a:lnTo>
                  <a:lnTo>
                    <a:pt x="51841" y="456876"/>
                  </a:lnTo>
                  <a:lnTo>
                    <a:pt x="49907" y="459056"/>
                  </a:lnTo>
                  <a:lnTo>
                    <a:pt x="49213" y="459614"/>
                  </a:lnTo>
                  <a:lnTo>
                    <a:pt x="48790" y="459802"/>
                  </a:lnTo>
                  <a:lnTo>
                    <a:pt x="46875" y="461917"/>
                  </a:lnTo>
                  <a:lnTo>
                    <a:pt x="45283" y="465199"/>
                  </a:lnTo>
                  <a:lnTo>
                    <a:pt x="44716" y="465823"/>
                  </a:lnTo>
                  <a:lnTo>
                    <a:pt x="42474" y="467215"/>
                  </a:lnTo>
                  <a:lnTo>
                    <a:pt x="41584" y="469472"/>
                  </a:lnTo>
                  <a:lnTo>
                    <a:pt x="41172" y="469659"/>
                  </a:lnTo>
                  <a:lnTo>
                    <a:pt x="39735" y="466681"/>
                  </a:lnTo>
                  <a:lnTo>
                    <a:pt x="38755" y="463974"/>
                  </a:lnTo>
                  <a:lnTo>
                    <a:pt x="38277" y="461240"/>
                  </a:lnTo>
                  <a:lnTo>
                    <a:pt x="38217" y="460366"/>
                  </a:lnTo>
                  <a:lnTo>
                    <a:pt x="37944" y="460529"/>
                  </a:lnTo>
                  <a:lnTo>
                    <a:pt x="37156" y="461739"/>
                  </a:lnTo>
                  <a:lnTo>
                    <a:pt x="36478" y="463117"/>
                  </a:lnTo>
                  <a:lnTo>
                    <a:pt x="36163" y="465742"/>
                  </a:lnTo>
                  <a:lnTo>
                    <a:pt x="33846" y="467518"/>
                  </a:lnTo>
                  <a:lnTo>
                    <a:pt x="31866" y="469034"/>
                  </a:lnTo>
                  <a:lnTo>
                    <a:pt x="30965" y="470942"/>
                  </a:lnTo>
                  <a:lnTo>
                    <a:pt x="29575" y="471895"/>
                  </a:lnTo>
                  <a:lnTo>
                    <a:pt x="27801" y="471507"/>
                  </a:lnTo>
                  <a:lnTo>
                    <a:pt x="26419" y="470721"/>
                  </a:lnTo>
                  <a:lnTo>
                    <a:pt x="25072" y="470463"/>
                  </a:lnTo>
                  <a:lnTo>
                    <a:pt x="25718" y="468081"/>
                  </a:lnTo>
                  <a:lnTo>
                    <a:pt x="25967" y="466305"/>
                  </a:lnTo>
                  <a:lnTo>
                    <a:pt x="26031" y="464132"/>
                  </a:lnTo>
                  <a:lnTo>
                    <a:pt x="25932" y="462659"/>
                  </a:lnTo>
                  <a:lnTo>
                    <a:pt x="25126" y="461924"/>
                  </a:lnTo>
                  <a:lnTo>
                    <a:pt x="24614" y="460768"/>
                  </a:lnTo>
                  <a:lnTo>
                    <a:pt x="23455" y="453914"/>
                  </a:lnTo>
                  <a:lnTo>
                    <a:pt x="22262" y="446865"/>
                  </a:lnTo>
                  <a:lnTo>
                    <a:pt x="20582" y="439922"/>
                  </a:lnTo>
                  <a:lnTo>
                    <a:pt x="18753" y="435492"/>
                  </a:lnTo>
                  <a:lnTo>
                    <a:pt x="17429" y="432792"/>
                  </a:lnTo>
                  <a:lnTo>
                    <a:pt x="17004" y="432447"/>
                  </a:lnTo>
                  <a:lnTo>
                    <a:pt x="16326" y="431594"/>
                  </a:lnTo>
                  <a:lnTo>
                    <a:pt x="15851" y="430811"/>
                  </a:lnTo>
                  <a:lnTo>
                    <a:pt x="13424" y="426096"/>
                  </a:lnTo>
                  <a:lnTo>
                    <a:pt x="10909" y="420828"/>
                  </a:lnTo>
                  <a:lnTo>
                    <a:pt x="10264" y="418419"/>
                  </a:lnTo>
                  <a:lnTo>
                    <a:pt x="9004" y="414830"/>
                  </a:lnTo>
                  <a:lnTo>
                    <a:pt x="7600" y="411129"/>
                  </a:lnTo>
                  <a:lnTo>
                    <a:pt x="6870" y="409446"/>
                  </a:lnTo>
                  <a:lnTo>
                    <a:pt x="6527" y="406407"/>
                  </a:lnTo>
                  <a:lnTo>
                    <a:pt x="7499" y="403664"/>
                  </a:lnTo>
                  <a:lnTo>
                    <a:pt x="8533" y="400194"/>
                  </a:lnTo>
                  <a:lnTo>
                    <a:pt x="9810" y="397892"/>
                  </a:lnTo>
                  <a:lnTo>
                    <a:pt x="11463" y="397734"/>
                  </a:lnTo>
                  <a:lnTo>
                    <a:pt x="14187" y="398679"/>
                  </a:lnTo>
                  <a:lnTo>
                    <a:pt x="17122" y="399016"/>
                  </a:lnTo>
                  <a:lnTo>
                    <a:pt x="20031" y="398298"/>
                  </a:lnTo>
                  <a:lnTo>
                    <a:pt x="20786" y="397799"/>
                  </a:lnTo>
                  <a:lnTo>
                    <a:pt x="21532" y="397840"/>
                  </a:lnTo>
                  <a:lnTo>
                    <a:pt x="23097" y="398643"/>
                  </a:lnTo>
                  <a:lnTo>
                    <a:pt x="25823" y="398466"/>
                  </a:lnTo>
                  <a:lnTo>
                    <a:pt x="27229" y="397062"/>
                  </a:lnTo>
                  <a:lnTo>
                    <a:pt x="25712" y="394678"/>
                  </a:lnTo>
                  <a:lnTo>
                    <a:pt x="24083" y="390884"/>
                  </a:lnTo>
                  <a:lnTo>
                    <a:pt x="22555" y="386733"/>
                  </a:lnTo>
                  <a:lnTo>
                    <a:pt x="21628" y="382976"/>
                  </a:lnTo>
                  <a:lnTo>
                    <a:pt x="20780" y="378131"/>
                  </a:lnTo>
                  <a:lnTo>
                    <a:pt x="19995" y="372144"/>
                  </a:lnTo>
                  <a:lnTo>
                    <a:pt x="19517" y="364385"/>
                  </a:lnTo>
                  <a:lnTo>
                    <a:pt x="19589" y="359987"/>
                  </a:lnTo>
                  <a:lnTo>
                    <a:pt x="19832" y="356853"/>
                  </a:lnTo>
                  <a:lnTo>
                    <a:pt x="20653" y="351750"/>
                  </a:lnTo>
                  <a:lnTo>
                    <a:pt x="20111" y="348756"/>
                  </a:lnTo>
                  <a:lnTo>
                    <a:pt x="20230" y="346339"/>
                  </a:lnTo>
                  <a:lnTo>
                    <a:pt x="20151" y="342760"/>
                  </a:lnTo>
                  <a:lnTo>
                    <a:pt x="19887" y="340939"/>
                  </a:lnTo>
                  <a:lnTo>
                    <a:pt x="18825" y="334993"/>
                  </a:lnTo>
                  <a:lnTo>
                    <a:pt x="18614" y="334342"/>
                  </a:lnTo>
                  <a:lnTo>
                    <a:pt x="17675" y="330235"/>
                  </a:lnTo>
                  <a:lnTo>
                    <a:pt x="17261" y="323358"/>
                  </a:lnTo>
                  <a:lnTo>
                    <a:pt x="16202" y="318822"/>
                  </a:lnTo>
                  <a:lnTo>
                    <a:pt x="14499" y="316626"/>
                  </a:lnTo>
                  <a:lnTo>
                    <a:pt x="13530" y="313958"/>
                  </a:lnTo>
                  <a:lnTo>
                    <a:pt x="13178" y="309244"/>
                  </a:lnTo>
                  <a:lnTo>
                    <a:pt x="12506" y="308002"/>
                  </a:lnTo>
                  <a:lnTo>
                    <a:pt x="9829" y="306360"/>
                  </a:lnTo>
                  <a:lnTo>
                    <a:pt x="7597" y="306326"/>
                  </a:lnTo>
                  <a:lnTo>
                    <a:pt x="5973" y="301007"/>
                  </a:lnTo>
                  <a:lnTo>
                    <a:pt x="3889" y="294180"/>
                  </a:lnTo>
                  <a:lnTo>
                    <a:pt x="1950" y="287826"/>
                  </a:lnTo>
                  <a:lnTo>
                    <a:pt x="709" y="275125"/>
                  </a:lnTo>
                  <a:lnTo>
                    <a:pt x="0" y="267848"/>
                  </a:lnTo>
                  <a:lnTo>
                    <a:pt x="807" y="265636"/>
                  </a:lnTo>
                  <a:lnTo>
                    <a:pt x="2395" y="260458"/>
                  </a:lnTo>
                  <a:lnTo>
                    <a:pt x="4428" y="250549"/>
                  </a:lnTo>
                  <a:lnTo>
                    <a:pt x="9007" y="235223"/>
                  </a:lnTo>
                  <a:lnTo>
                    <a:pt x="11349" y="227381"/>
                  </a:lnTo>
                  <a:lnTo>
                    <a:pt x="16022" y="215666"/>
                  </a:lnTo>
                  <a:lnTo>
                    <a:pt x="21765" y="201268"/>
                  </a:lnTo>
                  <a:lnTo>
                    <a:pt x="25001" y="193156"/>
                  </a:lnTo>
                  <a:lnTo>
                    <a:pt x="25524" y="178379"/>
                  </a:lnTo>
                  <a:lnTo>
                    <a:pt x="26077" y="162754"/>
                  </a:lnTo>
                  <a:lnTo>
                    <a:pt x="26496" y="150941"/>
                  </a:lnTo>
                  <a:lnTo>
                    <a:pt x="27016" y="136941"/>
                  </a:lnTo>
                  <a:lnTo>
                    <a:pt x="27452" y="125241"/>
                  </a:lnTo>
                  <a:lnTo>
                    <a:pt x="27769" y="116718"/>
                  </a:lnTo>
                  <a:lnTo>
                    <a:pt x="28218" y="104637"/>
                  </a:lnTo>
                  <a:lnTo>
                    <a:pt x="28603" y="102317"/>
                  </a:lnTo>
                  <a:lnTo>
                    <a:pt x="30856" y="92844"/>
                  </a:lnTo>
                  <a:lnTo>
                    <a:pt x="31033" y="91573"/>
                  </a:lnTo>
                  <a:lnTo>
                    <a:pt x="30615" y="89987"/>
                  </a:lnTo>
                  <a:lnTo>
                    <a:pt x="27397" y="81935"/>
                  </a:lnTo>
                  <a:lnTo>
                    <a:pt x="26393" y="80134"/>
                  </a:lnTo>
                  <a:lnTo>
                    <a:pt x="25816" y="75950"/>
                  </a:lnTo>
                  <a:lnTo>
                    <a:pt x="26642" y="73601"/>
                  </a:lnTo>
                  <a:lnTo>
                    <a:pt x="22772" y="60093"/>
                  </a:lnTo>
                  <a:lnTo>
                    <a:pt x="21811" y="58441"/>
                  </a:lnTo>
                  <a:lnTo>
                    <a:pt x="21392" y="56788"/>
                  </a:lnTo>
                  <a:lnTo>
                    <a:pt x="21342" y="54352"/>
                  </a:lnTo>
                  <a:lnTo>
                    <a:pt x="21274" y="45007"/>
                  </a:lnTo>
                  <a:lnTo>
                    <a:pt x="20246" y="30342"/>
                  </a:lnTo>
                  <a:lnTo>
                    <a:pt x="18889" y="13268"/>
                  </a:lnTo>
                  <a:lnTo>
                    <a:pt x="23436" y="8407"/>
                  </a:lnTo>
                  <a:lnTo>
                    <a:pt x="26887" y="4712"/>
                  </a:lnTo>
                  <a:lnTo>
                    <a:pt x="31291" y="0"/>
                  </a:lnTo>
                  <a:lnTo>
                    <a:pt x="35375" y="4827"/>
                  </a:lnTo>
                  <a:lnTo>
                    <a:pt x="41287" y="11818"/>
                  </a:lnTo>
                  <a:lnTo>
                    <a:pt x="47199" y="18808"/>
                  </a:lnTo>
                  <a:lnTo>
                    <a:pt x="53110" y="25799"/>
                  </a:lnTo>
                  <a:lnTo>
                    <a:pt x="59022" y="32789"/>
                  </a:lnTo>
                  <a:lnTo>
                    <a:pt x="64934" y="39780"/>
                  </a:lnTo>
                  <a:lnTo>
                    <a:pt x="70845" y="46770"/>
                  </a:lnTo>
                  <a:lnTo>
                    <a:pt x="76757" y="53761"/>
                  </a:lnTo>
                  <a:lnTo>
                    <a:pt x="82669" y="60751"/>
                  </a:lnTo>
                  <a:lnTo>
                    <a:pt x="88581" y="67743"/>
                  </a:lnTo>
                  <a:lnTo>
                    <a:pt x="94493" y="74732"/>
                  </a:lnTo>
                  <a:lnTo>
                    <a:pt x="100405" y="81724"/>
                  </a:lnTo>
                  <a:lnTo>
                    <a:pt x="106317" y="88714"/>
                  </a:lnTo>
                  <a:lnTo>
                    <a:pt x="112228" y="95705"/>
                  </a:lnTo>
                  <a:lnTo>
                    <a:pt x="118140" y="102695"/>
                  </a:lnTo>
                  <a:lnTo>
                    <a:pt x="124052" y="109686"/>
                  </a:lnTo>
                  <a:close/>
                </a:path>
              </a:pathLst>
            </a:custGeom>
            <a:solidFill>
              <a:srgbClr val="DDECD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7" name="pg1406"/>
            <p:cNvSpPr/>
            <p:nvPr/>
          </p:nvSpPr>
          <p:spPr>
            <a:xfrm>
              <a:off x="3362908" y="3305614"/>
              <a:ext cx="23052" cy="148520"/>
            </a:xfrm>
            <a:custGeom>
              <a:avLst/>
              <a:pathLst>
                <a:path w="23052" h="148520">
                  <a:moveTo>
                    <a:pt x="12224" y="3615"/>
                  </a:moveTo>
                  <a:lnTo>
                    <a:pt x="11907" y="6792"/>
                  </a:lnTo>
                  <a:lnTo>
                    <a:pt x="11254" y="10727"/>
                  </a:lnTo>
                  <a:lnTo>
                    <a:pt x="10830" y="11978"/>
                  </a:lnTo>
                  <a:lnTo>
                    <a:pt x="10532" y="21539"/>
                  </a:lnTo>
                  <a:lnTo>
                    <a:pt x="10737" y="22340"/>
                  </a:lnTo>
                  <a:lnTo>
                    <a:pt x="10888" y="22577"/>
                  </a:lnTo>
                  <a:lnTo>
                    <a:pt x="12938" y="25813"/>
                  </a:lnTo>
                  <a:lnTo>
                    <a:pt x="15626" y="30058"/>
                  </a:lnTo>
                  <a:lnTo>
                    <a:pt x="17525" y="33055"/>
                  </a:lnTo>
                  <a:lnTo>
                    <a:pt x="17683" y="34060"/>
                  </a:lnTo>
                  <a:lnTo>
                    <a:pt x="17711" y="40347"/>
                  </a:lnTo>
                  <a:lnTo>
                    <a:pt x="17735" y="45744"/>
                  </a:lnTo>
                  <a:lnTo>
                    <a:pt x="18128" y="48833"/>
                  </a:lnTo>
                  <a:lnTo>
                    <a:pt x="18212" y="51827"/>
                  </a:lnTo>
                  <a:lnTo>
                    <a:pt x="18688" y="54092"/>
                  </a:lnTo>
                  <a:lnTo>
                    <a:pt x="20440" y="58458"/>
                  </a:lnTo>
                  <a:lnTo>
                    <a:pt x="20858" y="61035"/>
                  </a:lnTo>
                  <a:lnTo>
                    <a:pt x="20903" y="69281"/>
                  </a:lnTo>
                  <a:lnTo>
                    <a:pt x="20938" y="75537"/>
                  </a:lnTo>
                  <a:lnTo>
                    <a:pt x="21160" y="84056"/>
                  </a:lnTo>
                  <a:lnTo>
                    <a:pt x="21160" y="91170"/>
                  </a:lnTo>
                  <a:lnTo>
                    <a:pt x="21160" y="100163"/>
                  </a:lnTo>
                  <a:lnTo>
                    <a:pt x="21161" y="110703"/>
                  </a:lnTo>
                  <a:lnTo>
                    <a:pt x="21161" y="121692"/>
                  </a:lnTo>
                  <a:lnTo>
                    <a:pt x="20004" y="121836"/>
                  </a:lnTo>
                  <a:lnTo>
                    <a:pt x="20634" y="125247"/>
                  </a:lnTo>
                  <a:lnTo>
                    <a:pt x="20743" y="128342"/>
                  </a:lnTo>
                  <a:lnTo>
                    <a:pt x="20892" y="129352"/>
                  </a:lnTo>
                  <a:lnTo>
                    <a:pt x="20579" y="130849"/>
                  </a:lnTo>
                  <a:lnTo>
                    <a:pt x="20838" y="133130"/>
                  </a:lnTo>
                  <a:lnTo>
                    <a:pt x="21341" y="133977"/>
                  </a:lnTo>
                  <a:lnTo>
                    <a:pt x="22623" y="138565"/>
                  </a:lnTo>
                  <a:lnTo>
                    <a:pt x="23052" y="142455"/>
                  </a:lnTo>
                  <a:lnTo>
                    <a:pt x="20991" y="143750"/>
                  </a:lnTo>
                  <a:lnTo>
                    <a:pt x="21136" y="144755"/>
                  </a:lnTo>
                  <a:lnTo>
                    <a:pt x="17285" y="146821"/>
                  </a:lnTo>
                  <a:lnTo>
                    <a:pt x="15762" y="148520"/>
                  </a:lnTo>
                  <a:lnTo>
                    <a:pt x="15736" y="146876"/>
                  </a:lnTo>
                  <a:lnTo>
                    <a:pt x="15175" y="146580"/>
                  </a:lnTo>
                  <a:lnTo>
                    <a:pt x="14495" y="146026"/>
                  </a:lnTo>
                  <a:lnTo>
                    <a:pt x="14068" y="145174"/>
                  </a:lnTo>
                  <a:lnTo>
                    <a:pt x="13479" y="143226"/>
                  </a:lnTo>
                  <a:lnTo>
                    <a:pt x="13267" y="141696"/>
                  </a:lnTo>
                  <a:lnTo>
                    <a:pt x="12369" y="141453"/>
                  </a:lnTo>
                  <a:lnTo>
                    <a:pt x="11261" y="139744"/>
                  </a:lnTo>
                  <a:lnTo>
                    <a:pt x="10206" y="137788"/>
                  </a:lnTo>
                  <a:lnTo>
                    <a:pt x="9839" y="135833"/>
                  </a:lnTo>
                  <a:lnTo>
                    <a:pt x="9941" y="134930"/>
                  </a:lnTo>
                  <a:lnTo>
                    <a:pt x="9778" y="134000"/>
                  </a:lnTo>
                  <a:lnTo>
                    <a:pt x="9414" y="133653"/>
                  </a:lnTo>
                  <a:lnTo>
                    <a:pt x="8463" y="129230"/>
                  </a:lnTo>
                  <a:lnTo>
                    <a:pt x="7875" y="127448"/>
                  </a:lnTo>
                  <a:lnTo>
                    <a:pt x="7598" y="126017"/>
                  </a:lnTo>
                  <a:lnTo>
                    <a:pt x="7694" y="124912"/>
                  </a:lnTo>
                  <a:lnTo>
                    <a:pt x="7567" y="123419"/>
                  </a:lnTo>
                  <a:lnTo>
                    <a:pt x="7752" y="122212"/>
                  </a:lnTo>
                  <a:lnTo>
                    <a:pt x="8263" y="121491"/>
                  </a:lnTo>
                  <a:lnTo>
                    <a:pt x="8423" y="120608"/>
                  </a:lnTo>
                  <a:lnTo>
                    <a:pt x="8469" y="118757"/>
                  </a:lnTo>
                  <a:lnTo>
                    <a:pt x="8757" y="114918"/>
                  </a:lnTo>
                  <a:lnTo>
                    <a:pt x="8945" y="111162"/>
                  </a:lnTo>
                  <a:lnTo>
                    <a:pt x="8405" y="110123"/>
                  </a:lnTo>
                  <a:lnTo>
                    <a:pt x="7743" y="109830"/>
                  </a:lnTo>
                  <a:lnTo>
                    <a:pt x="7400" y="108755"/>
                  </a:lnTo>
                  <a:lnTo>
                    <a:pt x="7269" y="106982"/>
                  </a:lnTo>
                  <a:lnTo>
                    <a:pt x="7282" y="105453"/>
                  </a:lnTo>
                  <a:lnTo>
                    <a:pt x="8580" y="100094"/>
                  </a:lnTo>
                  <a:lnTo>
                    <a:pt x="8314" y="87755"/>
                  </a:lnTo>
                  <a:lnTo>
                    <a:pt x="8507" y="85871"/>
                  </a:lnTo>
                  <a:lnTo>
                    <a:pt x="9097" y="84574"/>
                  </a:lnTo>
                  <a:lnTo>
                    <a:pt x="9603" y="83073"/>
                  </a:lnTo>
                  <a:lnTo>
                    <a:pt x="9582" y="81577"/>
                  </a:lnTo>
                  <a:lnTo>
                    <a:pt x="8716" y="77890"/>
                  </a:lnTo>
                  <a:lnTo>
                    <a:pt x="7076" y="75064"/>
                  </a:lnTo>
                  <a:lnTo>
                    <a:pt x="6237" y="72776"/>
                  </a:lnTo>
                  <a:lnTo>
                    <a:pt x="5784" y="70728"/>
                  </a:lnTo>
                  <a:lnTo>
                    <a:pt x="5710" y="69627"/>
                  </a:lnTo>
                  <a:lnTo>
                    <a:pt x="6704" y="68017"/>
                  </a:lnTo>
                  <a:lnTo>
                    <a:pt x="7144" y="66903"/>
                  </a:lnTo>
                  <a:lnTo>
                    <a:pt x="7199" y="65619"/>
                  </a:lnTo>
                  <a:lnTo>
                    <a:pt x="6793" y="63276"/>
                  </a:lnTo>
                  <a:lnTo>
                    <a:pt x="6864" y="59106"/>
                  </a:lnTo>
                  <a:lnTo>
                    <a:pt x="7247" y="55977"/>
                  </a:lnTo>
                  <a:lnTo>
                    <a:pt x="7640" y="51927"/>
                  </a:lnTo>
                  <a:lnTo>
                    <a:pt x="7599" y="50739"/>
                  </a:lnTo>
                  <a:lnTo>
                    <a:pt x="6635" y="48323"/>
                  </a:lnTo>
                  <a:lnTo>
                    <a:pt x="6113" y="47992"/>
                  </a:lnTo>
                  <a:lnTo>
                    <a:pt x="5690" y="48167"/>
                  </a:lnTo>
                  <a:lnTo>
                    <a:pt x="4683" y="49754"/>
                  </a:lnTo>
                  <a:lnTo>
                    <a:pt x="4320" y="49926"/>
                  </a:lnTo>
                  <a:lnTo>
                    <a:pt x="4092" y="49457"/>
                  </a:lnTo>
                  <a:lnTo>
                    <a:pt x="3992" y="48817"/>
                  </a:lnTo>
                  <a:lnTo>
                    <a:pt x="4344" y="47870"/>
                  </a:lnTo>
                  <a:lnTo>
                    <a:pt x="4217" y="46686"/>
                  </a:lnTo>
                  <a:lnTo>
                    <a:pt x="4512" y="45653"/>
                  </a:lnTo>
                  <a:lnTo>
                    <a:pt x="5152" y="45182"/>
                  </a:lnTo>
                  <a:lnTo>
                    <a:pt x="5340" y="44662"/>
                  </a:lnTo>
                  <a:lnTo>
                    <a:pt x="4478" y="44166"/>
                  </a:lnTo>
                  <a:lnTo>
                    <a:pt x="4377" y="43463"/>
                  </a:lnTo>
                  <a:lnTo>
                    <a:pt x="4438" y="42778"/>
                  </a:lnTo>
                  <a:lnTo>
                    <a:pt x="4687" y="42648"/>
                  </a:lnTo>
                  <a:lnTo>
                    <a:pt x="4959" y="42687"/>
                  </a:lnTo>
                  <a:lnTo>
                    <a:pt x="5110" y="42196"/>
                  </a:lnTo>
                  <a:lnTo>
                    <a:pt x="5241" y="38758"/>
                  </a:lnTo>
                  <a:lnTo>
                    <a:pt x="5346" y="37558"/>
                  </a:lnTo>
                  <a:lnTo>
                    <a:pt x="5454" y="35184"/>
                  </a:lnTo>
                  <a:lnTo>
                    <a:pt x="5588" y="25978"/>
                  </a:lnTo>
                  <a:lnTo>
                    <a:pt x="5784" y="25030"/>
                  </a:lnTo>
                  <a:lnTo>
                    <a:pt x="5812" y="24341"/>
                  </a:lnTo>
                  <a:lnTo>
                    <a:pt x="5207" y="23896"/>
                  </a:lnTo>
                  <a:lnTo>
                    <a:pt x="3778" y="21425"/>
                  </a:lnTo>
                  <a:lnTo>
                    <a:pt x="2942" y="19527"/>
                  </a:lnTo>
                  <a:lnTo>
                    <a:pt x="2214" y="17582"/>
                  </a:lnTo>
                  <a:lnTo>
                    <a:pt x="1599" y="16303"/>
                  </a:lnTo>
                  <a:lnTo>
                    <a:pt x="1112" y="15503"/>
                  </a:lnTo>
                  <a:lnTo>
                    <a:pt x="400" y="14331"/>
                  </a:lnTo>
                  <a:lnTo>
                    <a:pt x="47" y="13077"/>
                  </a:lnTo>
                  <a:lnTo>
                    <a:pt x="0" y="11822"/>
                  </a:lnTo>
                  <a:lnTo>
                    <a:pt x="365" y="9309"/>
                  </a:lnTo>
                  <a:lnTo>
                    <a:pt x="941" y="6626"/>
                  </a:lnTo>
                  <a:lnTo>
                    <a:pt x="1112" y="4346"/>
                  </a:lnTo>
                  <a:lnTo>
                    <a:pt x="1229" y="2796"/>
                  </a:lnTo>
                  <a:lnTo>
                    <a:pt x="1112" y="2116"/>
                  </a:lnTo>
                  <a:lnTo>
                    <a:pt x="1054" y="1774"/>
                  </a:lnTo>
                  <a:lnTo>
                    <a:pt x="266" y="0"/>
                  </a:lnTo>
                  <a:lnTo>
                    <a:pt x="1112" y="409"/>
                  </a:lnTo>
                  <a:lnTo>
                    <a:pt x="3078" y="1359"/>
                  </a:lnTo>
                  <a:lnTo>
                    <a:pt x="7087" y="3653"/>
                  </a:lnTo>
                  <a:lnTo>
                    <a:pt x="7168" y="4061"/>
                  </a:lnTo>
                  <a:lnTo>
                    <a:pt x="7192" y="4746"/>
                  </a:lnTo>
                  <a:lnTo>
                    <a:pt x="7888" y="4733"/>
                  </a:lnTo>
                  <a:lnTo>
                    <a:pt x="9046" y="3917"/>
                  </a:lnTo>
                  <a:close/>
                </a:path>
              </a:pathLst>
            </a:custGeom>
            <a:solidFill>
              <a:srgbClr val="FFC9B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8" name="pg1407"/>
            <p:cNvSpPr/>
            <p:nvPr/>
          </p:nvSpPr>
          <p:spPr>
            <a:xfrm>
              <a:off x="4593148" y="3435674"/>
              <a:ext cx="1168" cy="5850"/>
            </a:xfrm>
            <a:custGeom>
              <a:avLst/>
              <a:pathLst>
                <a:path w="1168" h="5850">
                  <a:moveTo>
                    <a:pt x="696" y="5678"/>
                  </a:moveTo>
                  <a:lnTo>
                    <a:pt x="461" y="5850"/>
                  </a:lnTo>
                  <a:lnTo>
                    <a:pt x="0" y="3465"/>
                  </a:lnTo>
                  <a:lnTo>
                    <a:pt x="584" y="0"/>
                  </a:lnTo>
                  <a:lnTo>
                    <a:pt x="1168" y="4241"/>
                  </a:lnTo>
                  <a:close/>
                </a:path>
              </a:pathLst>
            </a:custGeom>
            <a:solidFill>
              <a:srgbClr val="DCEBD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9" name="pg1408"/>
            <p:cNvSpPr/>
            <p:nvPr/>
          </p:nvSpPr>
          <p:spPr>
            <a:xfrm>
              <a:off x="4586128" y="3408418"/>
              <a:ext cx="823" cy="4882"/>
            </a:xfrm>
            <a:custGeom>
              <a:avLst/>
              <a:pathLst>
                <a:path w="823" h="4882">
                  <a:moveTo>
                    <a:pt x="502" y="1320"/>
                  </a:moveTo>
                  <a:lnTo>
                    <a:pt x="823" y="4882"/>
                  </a:lnTo>
                  <a:lnTo>
                    <a:pt x="372" y="4155"/>
                  </a:lnTo>
                  <a:lnTo>
                    <a:pt x="0" y="2601"/>
                  </a:lnTo>
                  <a:lnTo>
                    <a:pt x="4" y="318"/>
                  </a:lnTo>
                  <a:lnTo>
                    <a:pt x="91" y="0"/>
                  </a:lnTo>
                  <a:close/>
                </a:path>
              </a:pathLst>
            </a:custGeom>
            <a:solidFill>
              <a:srgbClr val="DCEBD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0" name="pg1409"/>
            <p:cNvSpPr/>
            <p:nvPr/>
          </p:nvSpPr>
          <p:spPr>
            <a:xfrm>
              <a:off x="4579855" y="3394470"/>
              <a:ext cx="924" cy="5658"/>
            </a:xfrm>
            <a:custGeom>
              <a:avLst/>
              <a:pathLst>
                <a:path w="924" h="5658">
                  <a:moveTo>
                    <a:pt x="772" y="5159"/>
                  </a:moveTo>
                  <a:lnTo>
                    <a:pt x="624" y="5658"/>
                  </a:lnTo>
                  <a:lnTo>
                    <a:pt x="0" y="0"/>
                  </a:lnTo>
                  <a:lnTo>
                    <a:pt x="924" y="1513"/>
                  </a:lnTo>
                  <a:close/>
                </a:path>
              </a:pathLst>
            </a:custGeom>
            <a:solidFill>
              <a:srgbClr val="DCEBD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1" name="pg1410"/>
            <p:cNvSpPr/>
            <p:nvPr/>
          </p:nvSpPr>
          <p:spPr>
            <a:xfrm>
              <a:off x="4576560" y="3392763"/>
              <a:ext cx="2130" cy="11531"/>
            </a:xfrm>
            <a:custGeom>
              <a:avLst/>
              <a:pathLst>
                <a:path w="2130" h="11531">
                  <a:moveTo>
                    <a:pt x="1811" y="7808"/>
                  </a:moveTo>
                  <a:lnTo>
                    <a:pt x="1679" y="9984"/>
                  </a:lnTo>
                  <a:lnTo>
                    <a:pt x="1173" y="9954"/>
                  </a:lnTo>
                  <a:lnTo>
                    <a:pt x="657" y="11346"/>
                  </a:lnTo>
                  <a:lnTo>
                    <a:pt x="419" y="11531"/>
                  </a:lnTo>
                  <a:lnTo>
                    <a:pt x="0" y="7098"/>
                  </a:lnTo>
                  <a:lnTo>
                    <a:pt x="482" y="888"/>
                  </a:lnTo>
                  <a:lnTo>
                    <a:pt x="737" y="0"/>
                  </a:lnTo>
                  <a:lnTo>
                    <a:pt x="1094" y="1644"/>
                  </a:lnTo>
                  <a:lnTo>
                    <a:pt x="2130" y="2383"/>
                  </a:lnTo>
                  <a:lnTo>
                    <a:pt x="1684" y="5961"/>
                  </a:lnTo>
                  <a:close/>
                </a:path>
              </a:pathLst>
            </a:custGeom>
            <a:solidFill>
              <a:srgbClr val="DCEBD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2" name="pg1411"/>
            <p:cNvSpPr/>
            <p:nvPr/>
          </p:nvSpPr>
          <p:spPr>
            <a:xfrm>
              <a:off x="4576417" y="3364018"/>
              <a:ext cx="761" cy="2904"/>
            </a:xfrm>
            <a:custGeom>
              <a:avLst/>
              <a:pathLst>
                <a:path w="761" h="2904">
                  <a:moveTo>
                    <a:pt x="700" y="2589"/>
                  </a:moveTo>
                  <a:lnTo>
                    <a:pt x="0" y="2904"/>
                  </a:lnTo>
                  <a:lnTo>
                    <a:pt x="93" y="1291"/>
                  </a:lnTo>
                  <a:lnTo>
                    <a:pt x="281" y="272"/>
                  </a:lnTo>
                  <a:lnTo>
                    <a:pt x="621" y="0"/>
                  </a:lnTo>
                  <a:lnTo>
                    <a:pt x="761" y="1735"/>
                  </a:lnTo>
                  <a:close/>
                </a:path>
              </a:pathLst>
            </a:custGeom>
            <a:solidFill>
              <a:srgbClr val="DCEBD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3" name="pg1412"/>
            <p:cNvSpPr/>
            <p:nvPr/>
          </p:nvSpPr>
          <p:spPr>
            <a:xfrm>
              <a:off x="4597154" y="3350812"/>
              <a:ext cx="1777" cy="4858"/>
            </a:xfrm>
            <a:custGeom>
              <a:avLst/>
              <a:pathLst>
                <a:path w="1777" h="4858">
                  <a:moveTo>
                    <a:pt x="1720" y="0"/>
                  </a:moveTo>
                  <a:lnTo>
                    <a:pt x="1777" y="1672"/>
                  </a:lnTo>
                  <a:lnTo>
                    <a:pt x="1511" y="3682"/>
                  </a:lnTo>
                  <a:lnTo>
                    <a:pt x="384" y="4858"/>
                  </a:lnTo>
                  <a:lnTo>
                    <a:pt x="0" y="3249"/>
                  </a:lnTo>
                  <a:lnTo>
                    <a:pt x="102" y="770"/>
                  </a:lnTo>
                  <a:lnTo>
                    <a:pt x="275" y="148"/>
                  </a:lnTo>
                  <a:lnTo>
                    <a:pt x="1378" y="271"/>
                  </a:lnTo>
                  <a:close/>
                </a:path>
              </a:pathLst>
            </a:custGeom>
            <a:solidFill>
              <a:srgbClr val="DCEBD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4" name="pg1413"/>
            <p:cNvSpPr/>
            <p:nvPr/>
          </p:nvSpPr>
          <p:spPr>
            <a:xfrm>
              <a:off x="4597798" y="3344680"/>
              <a:ext cx="1119" cy="3356"/>
            </a:xfrm>
            <a:custGeom>
              <a:avLst/>
              <a:pathLst>
                <a:path w="1119" h="3356">
                  <a:moveTo>
                    <a:pt x="1119" y="2862"/>
                  </a:moveTo>
                  <a:lnTo>
                    <a:pt x="1000" y="3356"/>
                  </a:lnTo>
                  <a:lnTo>
                    <a:pt x="521" y="2418"/>
                  </a:lnTo>
                  <a:lnTo>
                    <a:pt x="180" y="1357"/>
                  </a:lnTo>
                  <a:lnTo>
                    <a:pt x="0" y="0"/>
                  </a:lnTo>
                  <a:lnTo>
                    <a:pt x="741" y="56"/>
                  </a:lnTo>
                  <a:lnTo>
                    <a:pt x="1106" y="1312"/>
                  </a:lnTo>
                  <a:close/>
                </a:path>
              </a:pathLst>
            </a:custGeom>
            <a:solidFill>
              <a:srgbClr val="DCEBD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5" name="pg1414"/>
            <p:cNvSpPr/>
            <p:nvPr/>
          </p:nvSpPr>
          <p:spPr>
            <a:xfrm>
              <a:off x="4629257" y="3288591"/>
              <a:ext cx="908" cy="3532"/>
            </a:xfrm>
            <a:custGeom>
              <a:avLst/>
              <a:pathLst>
                <a:path w="908" h="3532">
                  <a:moveTo>
                    <a:pt x="908" y="448"/>
                  </a:moveTo>
                  <a:lnTo>
                    <a:pt x="704" y="3532"/>
                  </a:lnTo>
                  <a:lnTo>
                    <a:pt x="0" y="2268"/>
                  </a:lnTo>
                  <a:lnTo>
                    <a:pt x="168" y="706"/>
                  </a:lnTo>
                  <a:lnTo>
                    <a:pt x="445" y="0"/>
                  </a:lnTo>
                  <a:close/>
                </a:path>
              </a:pathLst>
            </a:custGeom>
            <a:solidFill>
              <a:srgbClr val="DCEBD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6" name="pg1415"/>
            <p:cNvSpPr/>
            <p:nvPr/>
          </p:nvSpPr>
          <p:spPr>
            <a:xfrm>
              <a:off x="4626055" y="3274994"/>
              <a:ext cx="1932" cy="5528"/>
            </a:xfrm>
            <a:custGeom>
              <a:avLst/>
              <a:pathLst>
                <a:path w="1932" h="5528">
                  <a:moveTo>
                    <a:pt x="1893" y="4820"/>
                  </a:moveTo>
                  <a:lnTo>
                    <a:pt x="1932" y="5528"/>
                  </a:lnTo>
                  <a:lnTo>
                    <a:pt x="1292" y="4990"/>
                  </a:lnTo>
                  <a:lnTo>
                    <a:pt x="1068" y="5243"/>
                  </a:lnTo>
                  <a:lnTo>
                    <a:pt x="353" y="5054"/>
                  </a:lnTo>
                  <a:lnTo>
                    <a:pt x="0" y="960"/>
                  </a:lnTo>
                  <a:lnTo>
                    <a:pt x="50" y="0"/>
                  </a:lnTo>
                  <a:lnTo>
                    <a:pt x="561" y="301"/>
                  </a:lnTo>
                  <a:lnTo>
                    <a:pt x="1292" y="2334"/>
                  </a:lnTo>
                  <a:lnTo>
                    <a:pt x="1666" y="3745"/>
                  </a:lnTo>
                  <a:close/>
                </a:path>
              </a:pathLst>
            </a:custGeom>
            <a:solidFill>
              <a:srgbClr val="DCEBD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7" name="pg1416"/>
            <p:cNvSpPr/>
            <p:nvPr/>
          </p:nvSpPr>
          <p:spPr>
            <a:xfrm>
              <a:off x="4565597" y="3030548"/>
              <a:ext cx="102014" cy="436960"/>
            </a:xfrm>
            <a:custGeom>
              <a:avLst/>
              <a:pathLst>
                <a:path w="102014" h="436960">
                  <a:moveTo>
                    <a:pt x="33916" y="3184"/>
                  </a:moveTo>
                  <a:lnTo>
                    <a:pt x="33823" y="4927"/>
                  </a:lnTo>
                  <a:lnTo>
                    <a:pt x="34129" y="5289"/>
                  </a:lnTo>
                  <a:lnTo>
                    <a:pt x="34553" y="4481"/>
                  </a:lnTo>
                  <a:lnTo>
                    <a:pt x="35096" y="2506"/>
                  </a:lnTo>
                  <a:lnTo>
                    <a:pt x="35687" y="1392"/>
                  </a:lnTo>
                  <a:lnTo>
                    <a:pt x="36328" y="1138"/>
                  </a:lnTo>
                  <a:lnTo>
                    <a:pt x="37009" y="2483"/>
                  </a:lnTo>
                  <a:lnTo>
                    <a:pt x="37730" y="5427"/>
                  </a:lnTo>
                  <a:lnTo>
                    <a:pt x="38471" y="7101"/>
                  </a:lnTo>
                  <a:lnTo>
                    <a:pt x="38816" y="7283"/>
                  </a:lnTo>
                  <a:lnTo>
                    <a:pt x="39068" y="8629"/>
                  </a:lnTo>
                  <a:lnTo>
                    <a:pt x="39106" y="9920"/>
                  </a:lnTo>
                  <a:lnTo>
                    <a:pt x="38754" y="12649"/>
                  </a:lnTo>
                  <a:lnTo>
                    <a:pt x="38158" y="15823"/>
                  </a:lnTo>
                  <a:lnTo>
                    <a:pt x="37312" y="19747"/>
                  </a:lnTo>
                  <a:lnTo>
                    <a:pt x="37589" y="23046"/>
                  </a:lnTo>
                  <a:lnTo>
                    <a:pt x="38742" y="25735"/>
                  </a:lnTo>
                  <a:lnTo>
                    <a:pt x="40123" y="27319"/>
                  </a:lnTo>
                  <a:lnTo>
                    <a:pt x="41585" y="26879"/>
                  </a:lnTo>
                  <a:lnTo>
                    <a:pt x="42361" y="26076"/>
                  </a:lnTo>
                  <a:lnTo>
                    <a:pt x="42995" y="24802"/>
                  </a:lnTo>
                  <a:lnTo>
                    <a:pt x="43585" y="24201"/>
                  </a:lnTo>
                  <a:lnTo>
                    <a:pt x="44331" y="24041"/>
                  </a:lnTo>
                  <a:lnTo>
                    <a:pt x="46653" y="24975"/>
                  </a:lnTo>
                  <a:lnTo>
                    <a:pt x="47360" y="25887"/>
                  </a:lnTo>
                  <a:lnTo>
                    <a:pt x="47469" y="27710"/>
                  </a:lnTo>
                  <a:lnTo>
                    <a:pt x="47182" y="32400"/>
                  </a:lnTo>
                  <a:lnTo>
                    <a:pt x="47540" y="35839"/>
                  </a:lnTo>
                  <a:lnTo>
                    <a:pt x="48198" y="39462"/>
                  </a:lnTo>
                  <a:lnTo>
                    <a:pt x="48278" y="42765"/>
                  </a:lnTo>
                  <a:lnTo>
                    <a:pt x="47466" y="48213"/>
                  </a:lnTo>
                  <a:lnTo>
                    <a:pt x="46787" y="53368"/>
                  </a:lnTo>
                  <a:lnTo>
                    <a:pt x="46057" y="55873"/>
                  </a:lnTo>
                  <a:lnTo>
                    <a:pt x="45491" y="57485"/>
                  </a:lnTo>
                  <a:lnTo>
                    <a:pt x="45324" y="58578"/>
                  </a:lnTo>
                  <a:lnTo>
                    <a:pt x="45369" y="59611"/>
                  </a:lnTo>
                  <a:lnTo>
                    <a:pt x="45889" y="61162"/>
                  </a:lnTo>
                  <a:lnTo>
                    <a:pt x="46441" y="63162"/>
                  </a:lnTo>
                  <a:lnTo>
                    <a:pt x="46580" y="65074"/>
                  </a:lnTo>
                  <a:lnTo>
                    <a:pt x="46521" y="67424"/>
                  </a:lnTo>
                  <a:lnTo>
                    <a:pt x="46142" y="70647"/>
                  </a:lnTo>
                  <a:lnTo>
                    <a:pt x="44733" y="77632"/>
                  </a:lnTo>
                  <a:lnTo>
                    <a:pt x="43616" y="83934"/>
                  </a:lnTo>
                  <a:lnTo>
                    <a:pt x="44200" y="85198"/>
                  </a:lnTo>
                  <a:lnTo>
                    <a:pt x="45309" y="86119"/>
                  </a:lnTo>
                  <a:lnTo>
                    <a:pt x="46042" y="87018"/>
                  </a:lnTo>
                  <a:lnTo>
                    <a:pt x="46811" y="86442"/>
                  </a:lnTo>
                  <a:lnTo>
                    <a:pt x="48443" y="82720"/>
                  </a:lnTo>
                  <a:lnTo>
                    <a:pt x="49849" y="79949"/>
                  </a:lnTo>
                  <a:lnTo>
                    <a:pt x="51594" y="77183"/>
                  </a:lnTo>
                  <a:lnTo>
                    <a:pt x="51700" y="76942"/>
                  </a:lnTo>
                  <a:lnTo>
                    <a:pt x="53228" y="74907"/>
                  </a:lnTo>
                  <a:lnTo>
                    <a:pt x="53927" y="73037"/>
                  </a:lnTo>
                  <a:lnTo>
                    <a:pt x="54306" y="70652"/>
                  </a:lnTo>
                  <a:lnTo>
                    <a:pt x="54847" y="69728"/>
                  </a:lnTo>
                  <a:lnTo>
                    <a:pt x="55548" y="70266"/>
                  </a:lnTo>
                  <a:lnTo>
                    <a:pt x="56436" y="69231"/>
                  </a:lnTo>
                  <a:lnTo>
                    <a:pt x="57511" y="66620"/>
                  </a:lnTo>
                  <a:lnTo>
                    <a:pt x="58336" y="65414"/>
                  </a:lnTo>
                  <a:lnTo>
                    <a:pt x="58914" y="65615"/>
                  </a:lnTo>
                  <a:lnTo>
                    <a:pt x="59943" y="67237"/>
                  </a:lnTo>
                  <a:lnTo>
                    <a:pt x="61426" y="70281"/>
                  </a:lnTo>
                  <a:lnTo>
                    <a:pt x="62746" y="72093"/>
                  </a:lnTo>
                  <a:lnTo>
                    <a:pt x="63903" y="72670"/>
                  </a:lnTo>
                  <a:lnTo>
                    <a:pt x="64467" y="73803"/>
                  </a:lnTo>
                  <a:lnTo>
                    <a:pt x="64440" y="75491"/>
                  </a:lnTo>
                  <a:lnTo>
                    <a:pt x="64696" y="76563"/>
                  </a:lnTo>
                  <a:lnTo>
                    <a:pt x="65237" y="77017"/>
                  </a:lnTo>
                  <a:lnTo>
                    <a:pt x="65476" y="76836"/>
                  </a:lnTo>
                  <a:lnTo>
                    <a:pt x="65416" y="76019"/>
                  </a:lnTo>
                  <a:lnTo>
                    <a:pt x="65939" y="74823"/>
                  </a:lnTo>
                  <a:lnTo>
                    <a:pt x="67048" y="73247"/>
                  </a:lnTo>
                  <a:lnTo>
                    <a:pt x="68173" y="72321"/>
                  </a:lnTo>
                  <a:lnTo>
                    <a:pt x="69318" y="72045"/>
                  </a:lnTo>
                  <a:lnTo>
                    <a:pt x="70058" y="70796"/>
                  </a:lnTo>
                  <a:lnTo>
                    <a:pt x="70550" y="67554"/>
                  </a:lnTo>
                  <a:lnTo>
                    <a:pt x="71257" y="65087"/>
                  </a:lnTo>
                  <a:lnTo>
                    <a:pt x="71889" y="63971"/>
                  </a:lnTo>
                  <a:lnTo>
                    <a:pt x="72672" y="63410"/>
                  </a:lnTo>
                  <a:lnTo>
                    <a:pt x="72874" y="62627"/>
                  </a:lnTo>
                  <a:lnTo>
                    <a:pt x="72496" y="61622"/>
                  </a:lnTo>
                  <a:lnTo>
                    <a:pt x="72531" y="60602"/>
                  </a:lnTo>
                  <a:lnTo>
                    <a:pt x="72982" y="59571"/>
                  </a:lnTo>
                  <a:lnTo>
                    <a:pt x="73953" y="59129"/>
                  </a:lnTo>
                  <a:lnTo>
                    <a:pt x="75446" y="59282"/>
                  </a:lnTo>
                  <a:lnTo>
                    <a:pt x="77194" y="60334"/>
                  </a:lnTo>
                  <a:lnTo>
                    <a:pt x="79201" y="62286"/>
                  </a:lnTo>
                  <a:lnTo>
                    <a:pt x="80516" y="62912"/>
                  </a:lnTo>
                  <a:lnTo>
                    <a:pt x="81142" y="62213"/>
                  </a:lnTo>
                  <a:lnTo>
                    <a:pt x="82365" y="65235"/>
                  </a:lnTo>
                  <a:lnTo>
                    <a:pt x="84185" y="71982"/>
                  </a:lnTo>
                  <a:lnTo>
                    <a:pt x="85746" y="77081"/>
                  </a:lnTo>
                  <a:lnTo>
                    <a:pt x="87047" y="80534"/>
                  </a:lnTo>
                  <a:lnTo>
                    <a:pt x="88418" y="83184"/>
                  </a:lnTo>
                  <a:lnTo>
                    <a:pt x="89857" y="85032"/>
                  </a:lnTo>
                  <a:lnTo>
                    <a:pt x="90891" y="87546"/>
                  </a:lnTo>
                  <a:lnTo>
                    <a:pt x="91834" y="92314"/>
                  </a:lnTo>
                  <a:lnTo>
                    <a:pt x="91130" y="98908"/>
                  </a:lnTo>
                  <a:lnTo>
                    <a:pt x="90939" y="104604"/>
                  </a:lnTo>
                  <a:lnTo>
                    <a:pt x="91026" y="111602"/>
                  </a:lnTo>
                  <a:lnTo>
                    <a:pt x="91875" y="116965"/>
                  </a:lnTo>
                  <a:lnTo>
                    <a:pt x="93486" y="120692"/>
                  </a:lnTo>
                  <a:lnTo>
                    <a:pt x="94422" y="123704"/>
                  </a:lnTo>
                  <a:lnTo>
                    <a:pt x="94686" y="126001"/>
                  </a:lnTo>
                  <a:lnTo>
                    <a:pt x="95939" y="127972"/>
                  </a:lnTo>
                  <a:lnTo>
                    <a:pt x="98184" y="129617"/>
                  </a:lnTo>
                  <a:lnTo>
                    <a:pt x="99117" y="131107"/>
                  </a:lnTo>
                  <a:lnTo>
                    <a:pt x="98739" y="132445"/>
                  </a:lnTo>
                  <a:lnTo>
                    <a:pt x="98710" y="133996"/>
                  </a:lnTo>
                  <a:lnTo>
                    <a:pt x="99027" y="135763"/>
                  </a:lnTo>
                  <a:lnTo>
                    <a:pt x="99805" y="137225"/>
                  </a:lnTo>
                  <a:lnTo>
                    <a:pt x="101044" y="138382"/>
                  </a:lnTo>
                  <a:lnTo>
                    <a:pt x="101780" y="139603"/>
                  </a:lnTo>
                  <a:lnTo>
                    <a:pt x="102014" y="140886"/>
                  </a:lnTo>
                  <a:lnTo>
                    <a:pt x="101987" y="142972"/>
                  </a:lnTo>
                  <a:lnTo>
                    <a:pt x="101701" y="145858"/>
                  </a:lnTo>
                  <a:lnTo>
                    <a:pt x="101184" y="148075"/>
                  </a:lnTo>
                  <a:lnTo>
                    <a:pt x="100436" y="149622"/>
                  </a:lnTo>
                  <a:lnTo>
                    <a:pt x="100346" y="150841"/>
                  </a:lnTo>
                  <a:lnTo>
                    <a:pt x="100156" y="152704"/>
                  </a:lnTo>
                  <a:lnTo>
                    <a:pt x="100156" y="156516"/>
                  </a:lnTo>
                  <a:lnTo>
                    <a:pt x="100686" y="159056"/>
                  </a:lnTo>
                  <a:lnTo>
                    <a:pt x="100850" y="162281"/>
                  </a:lnTo>
                  <a:lnTo>
                    <a:pt x="100558" y="164916"/>
                  </a:lnTo>
                  <a:lnTo>
                    <a:pt x="100276" y="170296"/>
                  </a:lnTo>
                  <a:lnTo>
                    <a:pt x="100241" y="172381"/>
                  </a:lnTo>
                  <a:lnTo>
                    <a:pt x="99973" y="174170"/>
                  </a:lnTo>
                  <a:lnTo>
                    <a:pt x="99319" y="175899"/>
                  </a:lnTo>
                  <a:lnTo>
                    <a:pt x="98326" y="177522"/>
                  </a:lnTo>
                  <a:lnTo>
                    <a:pt x="97111" y="178965"/>
                  </a:lnTo>
                  <a:lnTo>
                    <a:pt x="96366" y="179604"/>
                  </a:lnTo>
                  <a:lnTo>
                    <a:pt x="96191" y="179904"/>
                  </a:lnTo>
                  <a:lnTo>
                    <a:pt x="95658" y="181533"/>
                  </a:lnTo>
                  <a:lnTo>
                    <a:pt x="95019" y="183114"/>
                  </a:lnTo>
                  <a:lnTo>
                    <a:pt x="94520" y="183116"/>
                  </a:lnTo>
                  <a:lnTo>
                    <a:pt x="94146" y="182316"/>
                  </a:lnTo>
                  <a:lnTo>
                    <a:pt x="93887" y="181282"/>
                  </a:lnTo>
                  <a:lnTo>
                    <a:pt x="93730" y="179017"/>
                  </a:lnTo>
                  <a:lnTo>
                    <a:pt x="92608" y="177897"/>
                  </a:lnTo>
                  <a:lnTo>
                    <a:pt x="91377" y="177193"/>
                  </a:lnTo>
                  <a:lnTo>
                    <a:pt x="88869" y="178310"/>
                  </a:lnTo>
                  <a:lnTo>
                    <a:pt x="86843" y="178914"/>
                  </a:lnTo>
                  <a:lnTo>
                    <a:pt x="84574" y="178148"/>
                  </a:lnTo>
                  <a:lnTo>
                    <a:pt x="82434" y="179116"/>
                  </a:lnTo>
                  <a:lnTo>
                    <a:pt x="81540" y="179259"/>
                  </a:lnTo>
                  <a:lnTo>
                    <a:pt x="80513" y="179115"/>
                  </a:lnTo>
                  <a:lnTo>
                    <a:pt x="79523" y="179133"/>
                  </a:lnTo>
                  <a:lnTo>
                    <a:pt x="78579" y="178778"/>
                  </a:lnTo>
                  <a:lnTo>
                    <a:pt x="76833" y="177392"/>
                  </a:lnTo>
                  <a:lnTo>
                    <a:pt x="76167" y="177500"/>
                  </a:lnTo>
                  <a:lnTo>
                    <a:pt x="74760" y="178647"/>
                  </a:lnTo>
                  <a:lnTo>
                    <a:pt x="73292" y="179454"/>
                  </a:lnTo>
                  <a:lnTo>
                    <a:pt x="71885" y="180006"/>
                  </a:lnTo>
                  <a:lnTo>
                    <a:pt x="69807" y="182373"/>
                  </a:lnTo>
                  <a:lnTo>
                    <a:pt x="68305" y="185795"/>
                  </a:lnTo>
                  <a:lnTo>
                    <a:pt x="67860" y="188213"/>
                  </a:lnTo>
                  <a:lnTo>
                    <a:pt x="67114" y="190649"/>
                  </a:lnTo>
                  <a:lnTo>
                    <a:pt x="66079" y="194507"/>
                  </a:lnTo>
                  <a:lnTo>
                    <a:pt x="64740" y="198199"/>
                  </a:lnTo>
                  <a:lnTo>
                    <a:pt x="63806" y="199883"/>
                  </a:lnTo>
                  <a:lnTo>
                    <a:pt x="64063" y="200875"/>
                  </a:lnTo>
                  <a:lnTo>
                    <a:pt x="63833" y="202077"/>
                  </a:lnTo>
                  <a:lnTo>
                    <a:pt x="62372" y="202612"/>
                  </a:lnTo>
                  <a:lnTo>
                    <a:pt x="61235" y="202827"/>
                  </a:lnTo>
                  <a:lnTo>
                    <a:pt x="61030" y="203428"/>
                  </a:lnTo>
                  <a:lnTo>
                    <a:pt x="61166" y="210867"/>
                  </a:lnTo>
                  <a:lnTo>
                    <a:pt x="61564" y="213682"/>
                  </a:lnTo>
                  <a:lnTo>
                    <a:pt x="62300" y="217080"/>
                  </a:lnTo>
                  <a:lnTo>
                    <a:pt x="62782" y="218939"/>
                  </a:lnTo>
                  <a:lnTo>
                    <a:pt x="63140" y="224457"/>
                  </a:lnTo>
                  <a:lnTo>
                    <a:pt x="63250" y="229136"/>
                  </a:lnTo>
                  <a:lnTo>
                    <a:pt x="64855" y="232092"/>
                  </a:lnTo>
                  <a:lnTo>
                    <a:pt x="65763" y="234350"/>
                  </a:lnTo>
                  <a:lnTo>
                    <a:pt x="66409" y="236337"/>
                  </a:lnTo>
                  <a:lnTo>
                    <a:pt x="66184" y="237604"/>
                  </a:lnTo>
                  <a:lnTo>
                    <a:pt x="65799" y="241378"/>
                  </a:lnTo>
                  <a:lnTo>
                    <a:pt x="66174" y="246280"/>
                  </a:lnTo>
                  <a:lnTo>
                    <a:pt x="68413" y="256850"/>
                  </a:lnTo>
                  <a:lnTo>
                    <a:pt x="68608" y="257600"/>
                  </a:lnTo>
                  <a:lnTo>
                    <a:pt x="68342" y="257684"/>
                  </a:lnTo>
                  <a:lnTo>
                    <a:pt x="67989" y="255648"/>
                  </a:lnTo>
                  <a:lnTo>
                    <a:pt x="66853" y="252224"/>
                  </a:lnTo>
                  <a:lnTo>
                    <a:pt x="66500" y="248565"/>
                  </a:lnTo>
                  <a:lnTo>
                    <a:pt x="65166" y="244535"/>
                  </a:lnTo>
                  <a:lnTo>
                    <a:pt x="64416" y="242934"/>
                  </a:lnTo>
                  <a:lnTo>
                    <a:pt x="64177" y="244270"/>
                  </a:lnTo>
                  <a:lnTo>
                    <a:pt x="63751" y="245705"/>
                  </a:lnTo>
                  <a:lnTo>
                    <a:pt x="62441" y="243636"/>
                  </a:lnTo>
                  <a:lnTo>
                    <a:pt x="61319" y="241469"/>
                  </a:lnTo>
                  <a:lnTo>
                    <a:pt x="60281" y="237281"/>
                  </a:lnTo>
                  <a:lnTo>
                    <a:pt x="60150" y="238253"/>
                  </a:lnTo>
                  <a:lnTo>
                    <a:pt x="59918" y="239133"/>
                  </a:lnTo>
                  <a:lnTo>
                    <a:pt x="58740" y="235842"/>
                  </a:lnTo>
                  <a:lnTo>
                    <a:pt x="57509" y="233216"/>
                  </a:lnTo>
                  <a:lnTo>
                    <a:pt x="56400" y="232277"/>
                  </a:lnTo>
                  <a:lnTo>
                    <a:pt x="55715" y="231403"/>
                  </a:lnTo>
                  <a:lnTo>
                    <a:pt x="55058" y="230010"/>
                  </a:lnTo>
                  <a:lnTo>
                    <a:pt x="53674" y="228563"/>
                  </a:lnTo>
                  <a:lnTo>
                    <a:pt x="50235" y="230644"/>
                  </a:lnTo>
                  <a:lnTo>
                    <a:pt x="45858" y="229028"/>
                  </a:lnTo>
                  <a:lnTo>
                    <a:pt x="44173" y="230576"/>
                  </a:lnTo>
                  <a:lnTo>
                    <a:pt x="43483" y="229613"/>
                  </a:lnTo>
                  <a:lnTo>
                    <a:pt x="43058" y="227820"/>
                  </a:lnTo>
                  <a:lnTo>
                    <a:pt x="43466" y="224757"/>
                  </a:lnTo>
                  <a:lnTo>
                    <a:pt x="43559" y="218352"/>
                  </a:lnTo>
                  <a:lnTo>
                    <a:pt x="44079" y="213851"/>
                  </a:lnTo>
                  <a:lnTo>
                    <a:pt x="43835" y="210430"/>
                  </a:lnTo>
                  <a:lnTo>
                    <a:pt x="44090" y="208818"/>
                  </a:lnTo>
                  <a:lnTo>
                    <a:pt x="44284" y="206619"/>
                  </a:lnTo>
                  <a:lnTo>
                    <a:pt x="43591" y="205720"/>
                  </a:lnTo>
                  <a:lnTo>
                    <a:pt x="40500" y="203980"/>
                  </a:lnTo>
                  <a:lnTo>
                    <a:pt x="39845" y="202595"/>
                  </a:lnTo>
                  <a:lnTo>
                    <a:pt x="39024" y="204182"/>
                  </a:lnTo>
                  <a:lnTo>
                    <a:pt x="35313" y="205068"/>
                  </a:lnTo>
                  <a:lnTo>
                    <a:pt x="33915" y="206396"/>
                  </a:lnTo>
                  <a:lnTo>
                    <a:pt x="32620" y="208948"/>
                  </a:lnTo>
                  <a:lnTo>
                    <a:pt x="32288" y="212190"/>
                  </a:lnTo>
                  <a:lnTo>
                    <a:pt x="33035" y="214324"/>
                  </a:lnTo>
                  <a:lnTo>
                    <a:pt x="33515" y="218035"/>
                  </a:lnTo>
                  <a:lnTo>
                    <a:pt x="32183" y="226136"/>
                  </a:lnTo>
                  <a:lnTo>
                    <a:pt x="31960" y="228543"/>
                  </a:lnTo>
                  <a:lnTo>
                    <a:pt x="32475" y="238451"/>
                  </a:lnTo>
                  <a:lnTo>
                    <a:pt x="32270" y="243886"/>
                  </a:lnTo>
                  <a:lnTo>
                    <a:pt x="31544" y="247530"/>
                  </a:lnTo>
                  <a:lnTo>
                    <a:pt x="30395" y="250806"/>
                  </a:lnTo>
                  <a:lnTo>
                    <a:pt x="29921" y="256356"/>
                  </a:lnTo>
                  <a:lnTo>
                    <a:pt x="29017" y="258927"/>
                  </a:lnTo>
                  <a:lnTo>
                    <a:pt x="27806" y="264804"/>
                  </a:lnTo>
                  <a:lnTo>
                    <a:pt x="26992" y="272123"/>
                  </a:lnTo>
                  <a:lnTo>
                    <a:pt x="26412" y="275510"/>
                  </a:lnTo>
                  <a:lnTo>
                    <a:pt x="26073" y="281746"/>
                  </a:lnTo>
                  <a:lnTo>
                    <a:pt x="23579" y="291213"/>
                  </a:lnTo>
                  <a:lnTo>
                    <a:pt x="22993" y="296562"/>
                  </a:lnTo>
                  <a:lnTo>
                    <a:pt x="22102" y="298580"/>
                  </a:lnTo>
                  <a:lnTo>
                    <a:pt x="22414" y="300175"/>
                  </a:lnTo>
                  <a:lnTo>
                    <a:pt x="22467" y="302847"/>
                  </a:lnTo>
                  <a:lnTo>
                    <a:pt x="22155" y="309976"/>
                  </a:lnTo>
                  <a:lnTo>
                    <a:pt x="22049" y="315890"/>
                  </a:lnTo>
                  <a:lnTo>
                    <a:pt x="22426" y="319048"/>
                  </a:lnTo>
                  <a:lnTo>
                    <a:pt x="23622" y="325329"/>
                  </a:lnTo>
                  <a:lnTo>
                    <a:pt x="23335" y="327150"/>
                  </a:lnTo>
                  <a:lnTo>
                    <a:pt x="23198" y="329743"/>
                  </a:lnTo>
                  <a:lnTo>
                    <a:pt x="24204" y="330919"/>
                  </a:lnTo>
                  <a:lnTo>
                    <a:pt x="24925" y="331265"/>
                  </a:lnTo>
                  <a:lnTo>
                    <a:pt x="28997" y="328295"/>
                  </a:lnTo>
                  <a:lnTo>
                    <a:pt x="30375" y="329059"/>
                  </a:lnTo>
                  <a:lnTo>
                    <a:pt x="30894" y="331829"/>
                  </a:lnTo>
                  <a:lnTo>
                    <a:pt x="31229" y="334244"/>
                  </a:lnTo>
                  <a:lnTo>
                    <a:pt x="31919" y="347295"/>
                  </a:lnTo>
                  <a:lnTo>
                    <a:pt x="32276" y="349719"/>
                  </a:lnTo>
                  <a:lnTo>
                    <a:pt x="33099" y="352026"/>
                  </a:lnTo>
                  <a:lnTo>
                    <a:pt x="34000" y="354480"/>
                  </a:lnTo>
                  <a:lnTo>
                    <a:pt x="34306" y="354040"/>
                  </a:lnTo>
                  <a:lnTo>
                    <a:pt x="34365" y="353129"/>
                  </a:lnTo>
                  <a:lnTo>
                    <a:pt x="34422" y="352106"/>
                  </a:lnTo>
                  <a:lnTo>
                    <a:pt x="35227" y="354579"/>
                  </a:lnTo>
                  <a:lnTo>
                    <a:pt x="35852" y="359195"/>
                  </a:lnTo>
                  <a:lnTo>
                    <a:pt x="38001" y="383609"/>
                  </a:lnTo>
                  <a:lnTo>
                    <a:pt x="38621" y="386711"/>
                  </a:lnTo>
                  <a:lnTo>
                    <a:pt x="39133" y="389973"/>
                  </a:lnTo>
                  <a:lnTo>
                    <a:pt x="37826" y="388382"/>
                  </a:lnTo>
                  <a:lnTo>
                    <a:pt x="37473" y="382958"/>
                  </a:lnTo>
                  <a:lnTo>
                    <a:pt x="37099" y="380677"/>
                  </a:lnTo>
                  <a:lnTo>
                    <a:pt x="36637" y="380341"/>
                  </a:lnTo>
                  <a:lnTo>
                    <a:pt x="35907" y="380381"/>
                  </a:lnTo>
                  <a:lnTo>
                    <a:pt x="35860" y="379412"/>
                  </a:lnTo>
                  <a:lnTo>
                    <a:pt x="36407" y="377643"/>
                  </a:lnTo>
                  <a:lnTo>
                    <a:pt x="36321" y="375522"/>
                  </a:lnTo>
                  <a:lnTo>
                    <a:pt x="35572" y="373780"/>
                  </a:lnTo>
                  <a:lnTo>
                    <a:pt x="34357" y="375163"/>
                  </a:lnTo>
                  <a:lnTo>
                    <a:pt x="34388" y="378970"/>
                  </a:lnTo>
                  <a:lnTo>
                    <a:pt x="34933" y="381888"/>
                  </a:lnTo>
                  <a:lnTo>
                    <a:pt x="36988" y="388401"/>
                  </a:lnTo>
                  <a:lnTo>
                    <a:pt x="37631" y="391128"/>
                  </a:lnTo>
                  <a:lnTo>
                    <a:pt x="38448" y="391910"/>
                  </a:lnTo>
                  <a:lnTo>
                    <a:pt x="39639" y="391478"/>
                  </a:lnTo>
                  <a:lnTo>
                    <a:pt x="41063" y="394256"/>
                  </a:lnTo>
                  <a:lnTo>
                    <a:pt x="42185" y="396835"/>
                  </a:lnTo>
                  <a:lnTo>
                    <a:pt x="44965" y="400787"/>
                  </a:lnTo>
                  <a:lnTo>
                    <a:pt x="46650" y="400367"/>
                  </a:lnTo>
                  <a:lnTo>
                    <a:pt x="48471" y="399388"/>
                  </a:lnTo>
                  <a:lnTo>
                    <a:pt x="49691" y="399646"/>
                  </a:lnTo>
                  <a:lnTo>
                    <a:pt x="50889" y="400659"/>
                  </a:lnTo>
                  <a:lnTo>
                    <a:pt x="52324" y="403949"/>
                  </a:lnTo>
                  <a:lnTo>
                    <a:pt x="54607" y="412203"/>
                  </a:lnTo>
                  <a:lnTo>
                    <a:pt x="58332" y="419069"/>
                  </a:lnTo>
                  <a:lnTo>
                    <a:pt x="57928" y="420770"/>
                  </a:lnTo>
                  <a:lnTo>
                    <a:pt x="57765" y="423370"/>
                  </a:lnTo>
                  <a:lnTo>
                    <a:pt x="56296" y="426837"/>
                  </a:lnTo>
                  <a:lnTo>
                    <a:pt x="56063" y="428846"/>
                  </a:lnTo>
                  <a:lnTo>
                    <a:pt x="55525" y="431390"/>
                  </a:lnTo>
                  <a:lnTo>
                    <a:pt x="54502" y="432747"/>
                  </a:lnTo>
                  <a:lnTo>
                    <a:pt x="53623" y="433006"/>
                  </a:lnTo>
                  <a:lnTo>
                    <a:pt x="53116" y="432763"/>
                  </a:lnTo>
                  <a:lnTo>
                    <a:pt x="52765" y="432255"/>
                  </a:lnTo>
                  <a:lnTo>
                    <a:pt x="52165" y="429857"/>
                  </a:lnTo>
                  <a:lnTo>
                    <a:pt x="51862" y="429123"/>
                  </a:lnTo>
                  <a:lnTo>
                    <a:pt x="51606" y="428953"/>
                  </a:lnTo>
                  <a:lnTo>
                    <a:pt x="49732" y="430610"/>
                  </a:lnTo>
                  <a:lnTo>
                    <a:pt x="47916" y="432452"/>
                  </a:lnTo>
                  <a:lnTo>
                    <a:pt x="47580" y="434096"/>
                  </a:lnTo>
                  <a:lnTo>
                    <a:pt x="47097" y="436015"/>
                  </a:lnTo>
                  <a:lnTo>
                    <a:pt x="46567" y="436774"/>
                  </a:lnTo>
                  <a:lnTo>
                    <a:pt x="46151" y="436960"/>
                  </a:lnTo>
                  <a:lnTo>
                    <a:pt x="45753" y="435833"/>
                  </a:lnTo>
                  <a:lnTo>
                    <a:pt x="45056" y="434368"/>
                  </a:lnTo>
                  <a:lnTo>
                    <a:pt x="44518" y="432993"/>
                  </a:lnTo>
                  <a:lnTo>
                    <a:pt x="44655" y="430772"/>
                  </a:lnTo>
                  <a:lnTo>
                    <a:pt x="45677" y="427513"/>
                  </a:lnTo>
                  <a:lnTo>
                    <a:pt x="45812" y="425232"/>
                  </a:lnTo>
                  <a:lnTo>
                    <a:pt x="45682" y="421320"/>
                  </a:lnTo>
                  <a:lnTo>
                    <a:pt x="45405" y="419059"/>
                  </a:lnTo>
                  <a:lnTo>
                    <a:pt x="45107" y="418978"/>
                  </a:lnTo>
                  <a:lnTo>
                    <a:pt x="44606" y="418613"/>
                  </a:lnTo>
                  <a:lnTo>
                    <a:pt x="43189" y="418976"/>
                  </a:lnTo>
                  <a:lnTo>
                    <a:pt x="42480" y="416427"/>
                  </a:lnTo>
                  <a:lnTo>
                    <a:pt x="42199" y="413634"/>
                  </a:lnTo>
                  <a:lnTo>
                    <a:pt x="41715" y="412633"/>
                  </a:lnTo>
                  <a:lnTo>
                    <a:pt x="41236" y="412024"/>
                  </a:lnTo>
                  <a:lnTo>
                    <a:pt x="40173" y="412989"/>
                  </a:lnTo>
                  <a:lnTo>
                    <a:pt x="39363" y="412412"/>
                  </a:lnTo>
                  <a:lnTo>
                    <a:pt x="36667" y="409978"/>
                  </a:lnTo>
                  <a:lnTo>
                    <a:pt x="35631" y="406054"/>
                  </a:lnTo>
                  <a:lnTo>
                    <a:pt x="35078" y="405938"/>
                  </a:lnTo>
                  <a:lnTo>
                    <a:pt x="34586" y="406375"/>
                  </a:lnTo>
                  <a:lnTo>
                    <a:pt x="34394" y="407268"/>
                  </a:lnTo>
                  <a:lnTo>
                    <a:pt x="34108" y="411787"/>
                  </a:lnTo>
                  <a:lnTo>
                    <a:pt x="33875" y="413167"/>
                  </a:lnTo>
                  <a:lnTo>
                    <a:pt x="30784" y="404068"/>
                  </a:lnTo>
                  <a:lnTo>
                    <a:pt x="28653" y="400323"/>
                  </a:lnTo>
                  <a:lnTo>
                    <a:pt x="28954" y="393540"/>
                  </a:lnTo>
                  <a:lnTo>
                    <a:pt x="28305" y="392220"/>
                  </a:lnTo>
                  <a:lnTo>
                    <a:pt x="27499" y="392088"/>
                  </a:lnTo>
                  <a:lnTo>
                    <a:pt x="26889" y="390213"/>
                  </a:lnTo>
                  <a:lnTo>
                    <a:pt x="27431" y="386170"/>
                  </a:lnTo>
                  <a:lnTo>
                    <a:pt x="26594" y="386942"/>
                  </a:lnTo>
                  <a:lnTo>
                    <a:pt x="25435" y="386798"/>
                  </a:lnTo>
                  <a:lnTo>
                    <a:pt x="24490" y="385679"/>
                  </a:lnTo>
                  <a:lnTo>
                    <a:pt x="23772" y="380091"/>
                  </a:lnTo>
                  <a:lnTo>
                    <a:pt x="23319" y="378386"/>
                  </a:lnTo>
                  <a:lnTo>
                    <a:pt x="22328" y="375460"/>
                  </a:lnTo>
                  <a:lnTo>
                    <a:pt x="21023" y="375460"/>
                  </a:lnTo>
                  <a:lnTo>
                    <a:pt x="20592" y="374055"/>
                  </a:lnTo>
                  <a:lnTo>
                    <a:pt x="20695" y="370443"/>
                  </a:lnTo>
                  <a:lnTo>
                    <a:pt x="19743" y="368229"/>
                  </a:lnTo>
                  <a:lnTo>
                    <a:pt x="18491" y="366422"/>
                  </a:lnTo>
                  <a:lnTo>
                    <a:pt x="17457" y="365362"/>
                  </a:lnTo>
                  <a:lnTo>
                    <a:pt x="16406" y="359543"/>
                  </a:lnTo>
                  <a:lnTo>
                    <a:pt x="15577" y="358116"/>
                  </a:lnTo>
                  <a:lnTo>
                    <a:pt x="14872" y="356956"/>
                  </a:lnTo>
                  <a:lnTo>
                    <a:pt x="13893" y="357738"/>
                  </a:lnTo>
                  <a:lnTo>
                    <a:pt x="13575" y="359833"/>
                  </a:lnTo>
                  <a:lnTo>
                    <a:pt x="12920" y="361863"/>
                  </a:lnTo>
                  <a:lnTo>
                    <a:pt x="12177" y="361604"/>
                  </a:lnTo>
                  <a:lnTo>
                    <a:pt x="11495" y="360444"/>
                  </a:lnTo>
                  <a:lnTo>
                    <a:pt x="10664" y="354627"/>
                  </a:lnTo>
                  <a:lnTo>
                    <a:pt x="10526" y="351065"/>
                  </a:lnTo>
                  <a:lnTo>
                    <a:pt x="10709" y="344439"/>
                  </a:lnTo>
                  <a:lnTo>
                    <a:pt x="11748" y="338498"/>
                  </a:lnTo>
                  <a:lnTo>
                    <a:pt x="12308" y="328995"/>
                  </a:lnTo>
                  <a:lnTo>
                    <a:pt x="13194" y="323018"/>
                  </a:lnTo>
                  <a:lnTo>
                    <a:pt x="13808" y="320990"/>
                  </a:lnTo>
                  <a:lnTo>
                    <a:pt x="14659" y="312833"/>
                  </a:lnTo>
                  <a:lnTo>
                    <a:pt x="16394" y="302405"/>
                  </a:lnTo>
                  <a:lnTo>
                    <a:pt x="16591" y="300170"/>
                  </a:lnTo>
                  <a:lnTo>
                    <a:pt x="16941" y="297664"/>
                  </a:lnTo>
                  <a:lnTo>
                    <a:pt x="17207" y="295299"/>
                  </a:lnTo>
                  <a:lnTo>
                    <a:pt x="17293" y="291571"/>
                  </a:lnTo>
                  <a:lnTo>
                    <a:pt x="17069" y="289605"/>
                  </a:lnTo>
                  <a:lnTo>
                    <a:pt x="17069" y="288501"/>
                  </a:lnTo>
                  <a:lnTo>
                    <a:pt x="17435" y="287097"/>
                  </a:lnTo>
                  <a:lnTo>
                    <a:pt x="18672" y="284737"/>
                  </a:lnTo>
                  <a:lnTo>
                    <a:pt x="20378" y="280847"/>
                  </a:lnTo>
                  <a:lnTo>
                    <a:pt x="22411" y="275371"/>
                  </a:lnTo>
                  <a:lnTo>
                    <a:pt x="24492" y="266974"/>
                  </a:lnTo>
                  <a:lnTo>
                    <a:pt x="25528" y="262100"/>
                  </a:lnTo>
                  <a:lnTo>
                    <a:pt x="25963" y="260383"/>
                  </a:lnTo>
                  <a:lnTo>
                    <a:pt x="26423" y="259846"/>
                  </a:lnTo>
                  <a:lnTo>
                    <a:pt x="27134" y="258177"/>
                  </a:lnTo>
                  <a:lnTo>
                    <a:pt x="27623" y="256330"/>
                  </a:lnTo>
                  <a:lnTo>
                    <a:pt x="27651" y="255398"/>
                  </a:lnTo>
                  <a:lnTo>
                    <a:pt x="26518" y="246284"/>
                  </a:lnTo>
                  <a:lnTo>
                    <a:pt x="25777" y="243312"/>
                  </a:lnTo>
                  <a:lnTo>
                    <a:pt x="25401" y="239801"/>
                  </a:lnTo>
                  <a:lnTo>
                    <a:pt x="25202" y="237266"/>
                  </a:lnTo>
                  <a:lnTo>
                    <a:pt x="24930" y="234937"/>
                  </a:lnTo>
                  <a:lnTo>
                    <a:pt x="25064" y="232743"/>
                  </a:lnTo>
                  <a:lnTo>
                    <a:pt x="24655" y="231374"/>
                  </a:lnTo>
                  <a:lnTo>
                    <a:pt x="23734" y="229641"/>
                  </a:lnTo>
                  <a:lnTo>
                    <a:pt x="22778" y="227074"/>
                  </a:lnTo>
                  <a:lnTo>
                    <a:pt x="22206" y="222873"/>
                  </a:lnTo>
                  <a:lnTo>
                    <a:pt x="22206" y="220527"/>
                  </a:lnTo>
                  <a:lnTo>
                    <a:pt x="21594" y="218475"/>
                  </a:lnTo>
                  <a:lnTo>
                    <a:pt x="21391" y="216325"/>
                  </a:lnTo>
                  <a:lnTo>
                    <a:pt x="21757" y="214272"/>
                  </a:lnTo>
                  <a:lnTo>
                    <a:pt x="22239" y="212497"/>
                  </a:lnTo>
                  <a:lnTo>
                    <a:pt x="22184" y="204700"/>
                  </a:lnTo>
                  <a:lnTo>
                    <a:pt x="21991" y="202370"/>
                  </a:lnTo>
                  <a:lnTo>
                    <a:pt x="21753" y="198206"/>
                  </a:lnTo>
                  <a:lnTo>
                    <a:pt x="21129" y="195072"/>
                  </a:lnTo>
                  <a:lnTo>
                    <a:pt x="20246" y="191396"/>
                  </a:lnTo>
                  <a:lnTo>
                    <a:pt x="19246" y="188362"/>
                  </a:lnTo>
                  <a:lnTo>
                    <a:pt x="16625" y="182869"/>
                  </a:lnTo>
                  <a:lnTo>
                    <a:pt x="14759" y="179200"/>
                  </a:lnTo>
                  <a:lnTo>
                    <a:pt x="13834" y="175861"/>
                  </a:lnTo>
                  <a:lnTo>
                    <a:pt x="12663" y="172017"/>
                  </a:lnTo>
                  <a:lnTo>
                    <a:pt x="11824" y="169254"/>
                  </a:lnTo>
                  <a:lnTo>
                    <a:pt x="10761" y="165760"/>
                  </a:lnTo>
                  <a:lnTo>
                    <a:pt x="10220" y="160997"/>
                  </a:lnTo>
                  <a:lnTo>
                    <a:pt x="9921" y="155930"/>
                  </a:lnTo>
                  <a:lnTo>
                    <a:pt x="10082" y="154255"/>
                  </a:lnTo>
                  <a:lnTo>
                    <a:pt x="10591" y="153154"/>
                  </a:lnTo>
                  <a:lnTo>
                    <a:pt x="11256" y="152261"/>
                  </a:lnTo>
                  <a:lnTo>
                    <a:pt x="11790" y="152054"/>
                  </a:lnTo>
                  <a:lnTo>
                    <a:pt x="13305" y="149726"/>
                  </a:lnTo>
                  <a:lnTo>
                    <a:pt x="14355" y="149923"/>
                  </a:lnTo>
                  <a:lnTo>
                    <a:pt x="14598" y="149421"/>
                  </a:lnTo>
                  <a:lnTo>
                    <a:pt x="14700" y="148361"/>
                  </a:lnTo>
                  <a:lnTo>
                    <a:pt x="14568" y="143745"/>
                  </a:lnTo>
                  <a:lnTo>
                    <a:pt x="14613" y="137574"/>
                  </a:lnTo>
                  <a:lnTo>
                    <a:pt x="14808" y="132550"/>
                  </a:lnTo>
                  <a:lnTo>
                    <a:pt x="15035" y="129239"/>
                  </a:lnTo>
                  <a:lnTo>
                    <a:pt x="17819" y="125394"/>
                  </a:lnTo>
                  <a:lnTo>
                    <a:pt x="18406" y="123732"/>
                  </a:lnTo>
                  <a:lnTo>
                    <a:pt x="18689" y="121928"/>
                  </a:lnTo>
                  <a:lnTo>
                    <a:pt x="18686" y="120338"/>
                  </a:lnTo>
                  <a:lnTo>
                    <a:pt x="18453" y="119089"/>
                  </a:lnTo>
                  <a:lnTo>
                    <a:pt x="18034" y="118398"/>
                  </a:lnTo>
                  <a:lnTo>
                    <a:pt x="16231" y="121712"/>
                  </a:lnTo>
                  <a:lnTo>
                    <a:pt x="15879" y="120973"/>
                  </a:lnTo>
                  <a:lnTo>
                    <a:pt x="15051" y="115525"/>
                  </a:lnTo>
                  <a:lnTo>
                    <a:pt x="14694" y="113866"/>
                  </a:lnTo>
                  <a:lnTo>
                    <a:pt x="14181" y="111879"/>
                  </a:lnTo>
                  <a:lnTo>
                    <a:pt x="13625" y="109100"/>
                  </a:lnTo>
                  <a:lnTo>
                    <a:pt x="13540" y="104290"/>
                  </a:lnTo>
                  <a:lnTo>
                    <a:pt x="13141" y="101906"/>
                  </a:lnTo>
                  <a:lnTo>
                    <a:pt x="10891" y="96825"/>
                  </a:lnTo>
                  <a:lnTo>
                    <a:pt x="9880" y="94099"/>
                  </a:lnTo>
                  <a:lnTo>
                    <a:pt x="8504" y="90157"/>
                  </a:lnTo>
                  <a:lnTo>
                    <a:pt x="6853" y="85429"/>
                  </a:lnTo>
                  <a:lnTo>
                    <a:pt x="5170" y="81057"/>
                  </a:lnTo>
                  <a:lnTo>
                    <a:pt x="4382" y="78263"/>
                  </a:lnTo>
                  <a:lnTo>
                    <a:pt x="4103" y="77634"/>
                  </a:lnTo>
                  <a:lnTo>
                    <a:pt x="4005" y="76557"/>
                  </a:lnTo>
                  <a:lnTo>
                    <a:pt x="4516" y="73550"/>
                  </a:lnTo>
                  <a:lnTo>
                    <a:pt x="4267" y="70533"/>
                  </a:lnTo>
                  <a:lnTo>
                    <a:pt x="3426" y="66505"/>
                  </a:lnTo>
                  <a:lnTo>
                    <a:pt x="3066" y="64015"/>
                  </a:lnTo>
                  <a:lnTo>
                    <a:pt x="3187" y="63060"/>
                  </a:lnTo>
                  <a:lnTo>
                    <a:pt x="2781" y="62686"/>
                  </a:lnTo>
                  <a:lnTo>
                    <a:pt x="1849" y="62895"/>
                  </a:lnTo>
                  <a:lnTo>
                    <a:pt x="948" y="61011"/>
                  </a:lnTo>
                  <a:lnTo>
                    <a:pt x="83" y="57033"/>
                  </a:lnTo>
                  <a:lnTo>
                    <a:pt x="0" y="56333"/>
                  </a:lnTo>
                  <a:lnTo>
                    <a:pt x="285" y="56346"/>
                  </a:lnTo>
                  <a:lnTo>
                    <a:pt x="1370" y="57034"/>
                  </a:lnTo>
                  <a:lnTo>
                    <a:pt x="1742" y="56930"/>
                  </a:lnTo>
                  <a:lnTo>
                    <a:pt x="2510" y="56016"/>
                  </a:lnTo>
                  <a:lnTo>
                    <a:pt x="3673" y="55055"/>
                  </a:lnTo>
                  <a:lnTo>
                    <a:pt x="4365" y="54736"/>
                  </a:lnTo>
                  <a:lnTo>
                    <a:pt x="4590" y="54258"/>
                  </a:lnTo>
                  <a:lnTo>
                    <a:pt x="4690" y="53295"/>
                  </a:lnTo>
                  <a:lnTo>
                    <a:pt x="4098" y="44105"/>
                  </a:lnTo>
                  <a:lnTo>
                    <a:pt x="4198" y="42193"/>
                  </a:lnTo>
                  <a:lnTo>
                    <a:pt x="5305" y="38234"/>
                  </a:lnTo>
                  <a:lnTo>
                    <a:pt x="5178" y="34233"/>
                  </a:lnTo>
                  <a:lnTo>
                    <a:pt x="5464" y="28498"/>
                  </a:lnTo>
                  <a:lnTo>
                    <a:pt x="6694" y="24571"/>
                  </a:lnTo>
                  <a:lnTo>
                    <a:pt x="7617" y="22773"/>
                  </a:lnTo>
                  <a:lnTo>
                    <a:pt x="7911" y="19942"/>
                  </a:lnTo>
                  <a:lnTo>
                    <a:pt x="8330" y="19345"/>
                  </a:lnTo>
                  <a:lnTo>
                    <a:pt x="9095" y="19568"/>
                  </a:lnTo>
                  <a:lnTo>
                    <a:pt x="10675" y="21681"/>
                  </a:lnTo>
                  <a:lnTo>
                    <a:pt x="11349" y="21782"/>
                  </a:lnTo>
                  <a:lnTo>
                    <a:pt x="12307" y="21726"/>
                  </a:lnTo>
                  <a:lnTo>
                    <a:pt x="13340" y="21570"/>
                  </a:lnTo>
                  <a:lnTo>
                    <a:pt x="13819" y="21366"/>
                  </a:lnTo>
                  <a:lnTo>
                    <a:pt x="17111" y="19304"/>
                  </a:lnTo>
                  <a:lnTo>
                    <a:pt x="17838" y="19087"/>
                  </a:lnTo>
                  <a:lnTo>
                    <a:pt x="18532" y="19349"/>
                  </a:lnTo>
                  <a:lnTo>
                    <a:pt x="19037" y="19251"/>
                  </a:lnTo>
                  <a:lnTo>
                    <a:pt x="19547" y="18305"/>
                  </a:lnTo>
                  <a:lnTo>
                    <a:pt x="19910" y="16637"/>
                  </a:lnTo>
                  <a:lnTo>
                    <a:pt x="20320" y="11305"/>
                  </a:lnTo>
                  <a:lnTo>
                    <a:pt x="20555" y="10365"/>
                  </a:lnTo>
                  <a:lnTo>
                    <a:pt x="20981" y="9604"/>
                  </a:lnTo>
                  <a:lnTo>
                    <a:pt x="21679" y="9095"/>
                  </a:lnTo>
                  <a:lnTo>
                    <a:pt x="22494" y="9138"/>
                  </a:lnTo>
                  <a:lnTo>
                    <a:pt x="23566" y="10164"/>
                  </a:lnTo>
                  <a:lnTo>
                    <a:pt x="24234" y="10209"/>
                  </a:lnTo>
                  <a:lnTo>
                    <a:pt x="24991" y="9779"/>
                  </a:lnTo>
                  <a:lnTo>
                    <a:pt x="25637" y="9045"/>
                  </a:lnTo>
                  <a:lnTo>
                    <a:pt x="26061" y="8112"/>
                  </a:lnTo>
                  <a:lnTo>
                    <a:pt x="26255" y="6993"/>
                  </a:lnTo>
                  <a:lnTo>
                    <a:pt x="26081" y="4839"/>
                  </a:lnTo>
                  <a:lnTo>
                    <a:pt x="25593" y="2138"/>
                  </a:lnTo>
                  <a:lnTo>
                    <a:pt x="25728" y="1813"/>
                  </a:lnTo>
                  <a:lnTo>
                    <a:pt x="26625" y="2410"/>
                  </a:lnTo>
                  <a:lnTo>
                    <a:pt x="27946" y="3071"/>
                  </a:lnTo>
                  <a:lnTo>
                    <a:pt x="28951" y="2924"/>
                  </a:lnTo>
                  <a:lnTo>
                    <a:pt x="29608" y="2455"/>
                  </a:lnTo>
                  <a:lnTo>
                    <a:pt x="30248" y="1180"/>
                  </a:lnTo>
                  <a:lnTo>
                    <a:pt x="31052" y="0"/>
                  </a:lnTo>
                  <a:lnTo>
                    <a:pt x="31841" y="265"/>
                  </a:lnTo>
                  <a:lnTo>
                    <a:pt x="32449" y="1324"/>
                  </a:lnTo>
                  <a:close/>
                </a:path>
              </a:pathLst>
            </a:custGeom>
            <a:solidFill>
              <a:srgbClr val="DCEBD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8" name="pg1417"/>
            <p:cNvSpPr/>
            <p:nvPr/>
          </p:nvSpPr>
          <p:spPr>
            <a:xfrm>
              <a:off x="4233766" y="2455574"/>
              <a:ext cx="2700" cy="2835"/>
            </a:xfrm>
            <a:custGeom>
              <a:avLst/>
              <a:pathLst>
                <a:path w="2700" h="2835">
                  <a:moveTo>
                    <a:pt x="2700" y="1696"/>
                  </a:moveTo>
                  <a:lnTo>
                    <a:pt x="1595" y="2835"/>
                  </a:lnTo>
                  <a:lnTo>
                    <a:pt x="947" y="2712"/>
                  </a:lnTo>
                  <a:lnTo>
                    <a:pt x="442" y="1611"/>
                  </a:lnTo>
                  <a:lnTo>
                    <a:pt x="79" y="581"/>
                  </a:lnTo>
                  <a:lnTo>
                    <a:pt x="0" y="0"/>
                  </a:lnTo>
                  <a:lnTo>
                    <a:pt x="184" y="8"/>
                  </a:lnTo>
                  <a:lnTo>
                    <a:pt x="1040" y="476"/>
                  </a:lnTo>
                  <a:lnTo>
                    <a:pt x="2237" y="805"/>
                  </a:lnTo>
                  <a:lnTo>
                    <a:pt x="2658" y="1089"/>
                  </a:lnTo>
                  <a:close/>
                </a:path>
              </a:pathLst>
            </a:custGeom>
            <a:solidFill>
              <a:srgbClr val="FFFFF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9" name="pg1418"/>
            <p:cNvSpPr/>
            <p:nvPr/>
          </p:nvSpPr>
          <p:spPr>
            <a:xfrm>
              <a:off x="4234595" y="2421826"/>
              <a:ext cx="1265" cy="2670"/>
            </a:xfrm>
            <a:custGeom>
              <a:avLst/>
              <a:pathLst>
                <a:path w="1265" h="2670">
                  <a:moveTo>
                    <a:pt x="1265" y="2605"/>
                  </a:moveTo>
                  <a:lnTo>
                    <a:pt x="897" y="2670"/>
                  </a:lnTo>
                  <a:lnTo>
                    <a:pt x="231" y="1269"/>
                  </a:lnTo>
                  <a:lnTo>
                    <a:pt x="0" y="292"/>
                  </a:lnTo>
                  <a:lnTo>
                    <a:pt x="272" y="0"/>
                  </a:lnTo>
                  <a:lnTo>
                    <a:pt x="843" y="683"/>
                  </a:lnTo>
                  <a:lnTo>
                    <a:pt x="1224" y="1890"/>
                  </a:lnTo>
                  <a:close/>
                </a:path>
              </a:pathLst>
            </a:custGeom>
            <a:solidFill>
              <a:srgbClr val="FFFFF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0" name="pg1419"/>
            <p:cNvSpPr/>
            <p:nvPr/>
          </p:nvSpPr>
          <p:spPr>
            <a:xfrm>
              <a:off x="4195102" y="2421522"/>
              <a:ext cx="95869" cy="128570"/>
            </a:xfrm>
            <a:custGeom>
              <a:avLst/>
              <a:pathLst>
                <a:path w="95869" h="128570">
                  <a:moveTo>
                    <a:pt x="44526" y="23528"/>
                  </a:moveTo>
                  <a:lnTo>
                    <a:pt x="44563" y="24066"/>
                  </a:lnTo>
                  <a:lnTo>
                    <a:pt x="44383" y="25043"/>
                  </a:lnTo>
                  <a:lnTo>
                    <a:pt x="41819" y="26710"/>
                  </a:lnTo>
                  <a:lnTo>
                    <a:pt x="40656" y="28120"/>
                  </a:lnTo>
                  <a:lnTo>
                    <a:pt x="40406" y="30616"/>
                  </a:lnTo>
                  <a:lnTo>
                    <a:pt x="40099" y="31339"/>
                  </a:lnTo>
                  <a:lnTo>
                    <a:pt x="39576" y="31931"/>
                  </a:lnTo>
                  <a:lnTo>
                    <a:pt x="39062" y="32066"/>
                  </a:lnTo>
                  <a:lnTo>
                    <a:pt x="38275" y="29132"/>
                  </a:lnTo>
                  <a:lnTo>
                    <a:pt x="37380" y="28521"/>
                  </a:lnTo>
                  <a:lnTo>
                    <a:pt x="36091" y="27488"/>
                  </a:lnTo>
                  <a:lnTo>
                    <a:pt x="33587" y="25481"/>
                  </a:lnTo>
                  <a:lnTo>
                    <a:pt x="32295" y="24610"/>
                  </a:lnTo>
                  <a:lnTo>
                    <a:pt x="29808" y="25917"/>
                  </a:lnTo>
                  <a:lnTo>
                    <a:pt x="26908" y="27710"/>
                  </a:lnTo>
                  <a:lnTo>
                    <a:pt x="26457" y="28803"/>
                  </a:lnTo>
                  <a:lnTo>
                    <a:pt x="26149" y="29973"/>
                  </a:lnTo>
                  <a:lnTo>
                    <a:pt x="26177" y="30863"/>
                  </a:lnTo>
                  <a:lnTo>
                    <a:pt x="26386" y="32050"/>
                  </a:lnTo>
                  <a:lnTo>
                    <a:pt x="26242" y="32958"/>
                  </a:lnTo>
                  <a:lnTo>
                    <a:pt x="25695" y="33252"/>
                  </a:lnTo>
                  <a:lnTo>
                    <a:pt x="24874" y="32150"/>
                  </a:lnTo>
                  <a:lnTo>
                    <a:pt x="24156" y="31515"/>
                  </a:lnTo>
                  <a:lnTo>
                    <a:pt x="23805" y="33016"/>
                  </a:lnTo>
                  <a:lnTo>
                    <a:pt x="23385" y="35695"/>
                  </a:lnTo>
                  <a:lnTo>
                    <a:pt x="23192" y="37646"/>
                  </a:lnTo>
                  <a:lnTo>
                    <a:pt x="23824" y="40459"/>
                  </a:lnTo>
                  <a:lnTo>
                    <a:pt x="24038" y="44627"/>
                  </a:lnTo>
                  <a:lnTo>
                    <a:pt x="25196" y="44401"/>
                  </a:lnTo>
                  <a:lnTo>
                    <a:pt x="26082" y="44413"/>
                  </a:lnTo>
                  <a:lnTo>
                    <a:pt x="27754" y="43180"/>
                  </a:lnTo>
                  <a:lnTo>
                    <a:pt x="28596" y="43147"/>
                  </a:lnTo>
                  <a:lnTo>
                    <a:pt x="29892" y="43684"/>
                  </a:lnTo>
                  <a:lnTo>
                    <a:pt x="32161" y="43792"/>
                  </a:lnTo>
                  <a:lnTo>
                    <a:pt x="33959" y="43570"/>
                  </a:lnTo>
                  <a:lnTo>
                    <a:pt x="34393" y="43659"/>
                  </a:lnTo>
                  <a:lnTo>
                    <a:pt x="34816" y="42873"/>
                  </a:lnTo>
                  <a:lnTo>
                    <a:pt x="35287" y="43144"/>
                  </a:lnTo>
                  <a:lnTo>
                    <a:pt x="35726" y="44101"/>
                  </a:lnTo>
                  <a:lnTo>
                    <a:pt x="37543" y="42941"/>
                  </a:lnTo>
                  <a:lnTo>
                    <a:pt x="38889" y="42779"/>
                  </a:lnTo>
                  <a:lnTo>
                    <a:pt x="39713" y="43118"/>
                  </a:lnTo>
                  <a:lnTo>
                    <a:pt x="40205" y="43457"/>
                  </a:lnTo>
                  <a:lnTo>
                    <a:pt x="41079" y="46209"/>
                  </a:lnTo>
                  <a:lnTo>
                    <a:pt x="41751" y="47923"/>
                  </a:lnTo>
                  <a:lnTo>
                    <a:pt x="42568" y="48471"/>
                  </a:lnTo>
                  <a:lnTo>
                    <a:pt x="45105" y="47965"/>
                  </a:lnTo>
                  <a:lnTo>
                    <a:pt x="45847" y="45555"/>
                  </a:lnTo>
                  <a:lnTo>
                    <a:pt x="46502" y="44959"/>
                  </a:lnTo>
                  <a:lnTo>
                    <a:pt x="47546" y="44775"/>
                  </a:lnTo>
                  <a:lnTo>
                    <a:pt x="48412" y="44317"/>
                  </a:lnTo>
                  <a:lnTo>
                    <a:pt x="49098" y="43330"/>
                  </a:lnTo>
                  <a:lnTo>
                    <a:pt x="50034" y="42469"/>
                  </a:lnTo>
                  <a:lnTo>
                    <a:pt x="50848" y="42297"/>
                  </a:lnTo>
                  <a:lnTo>
                    <a:pt x="51252" y="42932"/>
                  </a:lnTo>
                  <a:lnTo>
                    <a:pt x="51429" y="43769"/>
                  </a:lnTo>
                  <a:lnTo>
                    <a:pt x="51287" y="44855"/>
                  </a:lnTo>
                  <a:lnTo>
                    <a:pt x="51256" y="45987"/>
                  </a:lnTo>
                  <a:lnTo>
                    <a:pt x="51786" y="46747"/>
                  </a:lnTo>
                  <a:lnTo>
                    <a:pt x="53345" y="46924"/>
                  </a:lnTo>
                  <a:lnTo>
                    <a:pt x="54080" y="47636"/>
                  </a:lnTo>
                  <a:lnTo>
                    <a:pt x="54119" y="48973"/>
                  </a:lnTo>
                  <a:lnTo>
                    <a:pt x="53999" y="51075"/>
                  </a:lnTo>
                  <a:lnTo>
                    <a:pt x="54653" y="51921"/>
                  </a:lnTo>
                  <a:lnTo>
                    <a:pt x="54990" y="51992"/>
                  </a:lnTo>
                  <a:lnTo>
                    <a:pt x="57274" y="49765"/>
                  </a:lnTo>
                  <a:lnTo>
                    <a:pt x="57912" y="49729"/>
                  </a:lnTo>
                  <a:lnTo>
                    <a:pt x="58423" y="50956"/>
                  </a:lnTo>
                  <a:lnTo>
                    <a:pt x="59203" y="52430"/>
                  </a:lnTo>
                  <a:lnTo>
                    <a:pt x="60222" y="54003"/>
                  </a:lnTo>
                  <a:lnTo>
                    <a:pt x="60467" y="53762"/>
                  </a:lnTo>
                  <a:lnTo>
                    <a:pt x="60928" y="52046"/>
                  </a:lnTo>
                  <a:lnTo>
                    <a:pt x="61799" y="50181"/>
                  </a:lnTo>
                  <a:lnTo>
                    <a:pt x="63434" y="49575"/>
                  </a:lnTo>
                  <a:lnTo>
                    <a:pt x="64336" y="48989"/>
                  </a:lnTo>
                  <a:lnTo>
                    <a:pt x="65281" y="48729"/>
                  </a:lnTo>
                  <a:lnTo>
                    <a:pt x="68150" y="49485"/>
                  </a:lnTo>
                  <a:lnTo>
                    <a:pt x="69100" y="49584"/>
                  </a:lnTo>
                  <a:lnTo>
                    <a:pt x="71073" y="49441"/>
                  </a:lnTo>
                  <a:lnTo>
                    <a:pt x="72624" y="49067"/>
                  </a:lnTo>
                  <a:lnTo>
                    <a:pt x="73872" y="47950"/>
                  </a:lnTo>
                  <a:lnTo>
                    <a:pt x="74505" y="47053"/>
                  </a:lnTo>
                  <a:lnTo>
                    <a:pt x="75529" y="46525"/>
                  </a:lnTo>
                  <a:lnTo>
                    <a:pt x="76827" y="46613"/>
                  </a:lnTo>
                  <a:lnTo>
                    <a:pt x="77519" y="46871"/>
                  </a:lnTo>
                  <a:lnTo>
                    <a:pt x="77576" y="48413"/>
                  </a:lnTo>
                  <a:lnTo>
                    <a:pt x="77414" y="51334"/>
                  </a:lnTo>
                  <a:lnTo>
                    <a:pt x="77219" y="53362"/>
                  </a:lnTo>
                  <a:lnTo>
                    <a:pt x="78244" y="57046"/>
                  </a:lnTo>
                  <a:lnTo>
                    <a:pt x="78902" y="58819"/>
                  </a:lnTo>
                  <a:lnTo>
                    <a:pt x="79542" y="60071"/>
                  </a:lnTo>
                  <a:lnTo>
                    <a:pt x="79661" y="61061"/>
                  </a:lnTo>
                  <a:lnTo>
                    <a:pt x="79529" y="61869"/>
                  </a:lnTo>
                  <a:lnTo>
                    <a:pt x="78732" y="62656"/>
                  </a:lnTo>
                  <a:lnTo>
                    <a:pt x="78447" y="63497"/>
                  </a:lnTo>
                  <a:lnTo>
                    <a:pt x="78314" y="64440"/>
                  </a:lnTo>
                  <a:lnTo>
                    <a:pt x="78569" y="65536"/>
                  </a:lnTo>
                  <a:lnTo>
                    <a:pt x="79030" y="69031"/>
                  </a:lnTo>
                  <a:lnTo>
                    <a:pt x="79617" y="71751"/>
                  </a:lnTo>
                  <a:lnTo>
                    <a:pt x="80449" y="73051"/>
                  </a:lnTo>
                  <a:lnTo>
                    <a:pt x="81694" y="73914"/>
                  </a:lnTo>
                  <a:lnTo>
                    <a:pt x="82380" y="73732"/>
                  </a:lnTo>
                  <a:lnTo>
                    <a:pt x="82870" y="71704"/>
                  </a:lnTo>
                  <a:lnTo>
                    <a:pt x="83685" y="70147"/>
                  </a:lnTo>
                  <a:lnTo>
                    <a:pt x="84375" y="70255"/>
                  </a:lnTo>
                  <a:lnTo>
                    <a:pt x="85488" y="70189"/>
                  </a:lnTo>
                  <a:lnTo>
                    <a:pt x="88408" y="71955"/>
                  </a:lnTo>
                  <a:lnTo>
                    <a:pt x="91257" y="74614"/>
                  </a:lnTo>
                  <a:lnTo>
                    <a:pt x="92088" y="76082"/>
                  </a:lnTo>
                  <a:lnTo>
                    <a:pt x="92379" y="77737"/>
                  </a:lnTo>
                  <a:lnTo>
                    <a:pt x="91591" y="81565"/>
                  </a:lnTo>
                  <a:lnTo>
                    <a:pt x="91629" y="84014"/>
                  </a:lnTo>
                  <a:lnTo>
                    <a:pt x="91808" y="86622"/>
                  </a:lnTo>
                  <a:lnTo>
                    <a:pt x="92460" y="88559"/>
                  </a:lnTo>
                  <a:lnTo>
                    <a:pt x="93057" y="91877"/>
                  </a:lnTo>
                  <a:lnTo>
                    <a:pt x="93174" y="94627"/>
                  </a:lnTo>
                  <a:lnTo>
                    <a:pt x="93433" y="95447"/>
                  </a:lnTo>
                  <a:lnTo>
                    <a:pt x="93642" y="96406"/>
                  </a:lnTo>
                  <a:lnTo>
                    <a:pt x="93322" y="98924"/>
                  </a:lnTo>
                  <a:lnTo>
                    <a:pt x="93099" y="101462"/>
                  </a:lnTo>
                  <a:lnTo>
                    <a:pt x="93365" y="102307"/>
                  </a:lnTo>
                  <a:lnTo>
                    <a:pt x="94236" y="103561"/>
                  </a:lnTo>
                  <a:lnTo>
                    <a:pt x="95607" y="105898"/>
                  </a:lnTo>
                  <a:lnTo>
                    <a:pt x="95869" y="107836"/>
                  </a:lnTo>
                  <a:lnTo>
                    <a:pt x="95379" y="109067"/>
                  </a:lnTo>
                  <a:lnTo>
                    <a:pt x="94508" y="110559"/>
                  </a:lnTo>
                  <a:lnTo>
                    <a:pt x="93394" y="111846"/>
                  </a:lnTo>
                  <a:lnTo>
                    <a:pt x="93063" y="112388"/>
                  </a:lnTo>
                  <a:lnTo>
                    <a:pt x="92866" y="112082"/>
                  </a:lnTo>
                  <a:lnTo>
                    <a:pt x="92312" y="110784"/>
                  </a:lnTo>
                  <a:lnTo>
                    <a:pt x="91079" y="108683"/>
                  </a:lnTo>
                  <a:lnTo>
                    <a:pt x="90201" y="107576"/>
                  </a:lnTo>
                  <a:lnTo>
                    <a:pt x="88533" y="107934"/>
                  </a:lnTo>
                  <a:lnTo>
                    <a:pt x="87554" y="107543"/>
                  </a:lnTo>
                  <a:lnTo>
                    <a:pt x="86371" y="106859"/>
                  </a:lnTo>
                  <a:lnTo>
                    <a:pt x="85268" y="106957"/>
                  </a:lnTo>
                  <a:lnTo>
                    <a:pt x="84575" y="108227"/>
                  </a:lnTo>
                  <a:lnTo>
                    <a:pt x="84126" y="109498"/>
                  </a:lnTo>
                  <a:lnTo>
                    <a:pt x="83023" y="109889"/>
                  </a:lnTo>
                  <a:lnTo>
                    <a:pt x="81433" y="110866"/>
                  </a:lnTo>
                  <a:lnTo>
                    <a:pt x="78974" y="112384"/>
                  </a:lnTo>
                  <a:lnTo>
                    <a:pt x="77789" y="112160"/>
                  </a:lnTo>
                  <a:lnTo>
                    <a:pt x="77468" y="111504"/>
                  </a:lnTo>
                  <a:lnTo>
                    <a:pt x="77731" y="110628"/>
                  </a:lnTo>
                  <a:lnTo>
                    <a:pt x="78575" y="109498"/>
                  </a:lnTo>
                  <a:lnTo>
                    <a:pt x="78779" y="108129"/>
                  </a:lnTo>
                  <a:lnTo>
                    <a:pt x="78617" y="106859"/>
                  </a:lnTo>
                  <a:lnTo>
                    <a:pt x="77833" y="106513"/>
                  </a:lnTo>
                  <a:lnTo>
                    <a:pt x="77531" y="106314"/>
                  </a:lnTo>
                  <a:lnTo>
                    <a:pt x="77186" y="106053"/>
                  </a:lnTo>
                  <a:lnTo>
                    <a:pt x="75664" y="105295"/>
                  </a:lnTo>
                  <a:lnTo>
                    <a:pt x="74449" y="105574"/>
                  </a:lnTo>
                  <a:lnTo>
                    <a:pt x="72330" y="107162"/>
                  </a:lnTo>
                  <a:lnTo>
                    <a:pt x="68435" y="111328"/>
                  </a:lnTo>
                  <a:lnTo>
                    <a:pt x="66726" y="114130"/>
                  </a:lnTo>
                  <a:lnTo>
                    <a:pt x="65497" y="118375"/>
                  </a:lnTo>
                  <a:lnTo>
                    <a:pt x="61812" y="119738"/>
                  </a:lnTo>
                  <a:lnTo>
                    <a:pt x="59279" y="122172"/>
                  </a:lnTo>
                  <a:lnTo>
                    <a:pt x="56669" y="126134"/>
                  </a:lnTo>
                  <a:lnTo>
                    <a:pt x="54942" y="128267"/>
                  </a:lnTo>
                  <a:lnTo>
                    <a:pt x="54099" y="128570"/>
                  </a:lnTo>
                  <a:lnTo>
                    <a:pt x="53258" y="128189"/>
                  </a:lnTo>
                  <a:lnTo>
                    <a:pt x="52417" y="127125"/>
                  </a:lnTo>
                  <a:lnTo>
                    <a:pt x="51595" y="123810"/>
                  </a:lnTo>
                  <a:lnTo>
                    <a:pt x="50868" y="118787"/>
                  </a:lnTo>
                  <a:lnTo>
                    <a:pt x="50387" y="115464"/>
                  </a:lnTo>
                  <a:lnTo>
                    <a:pt x="50657" y="111201"/>
                  </a:lnTo>
                  <a:lnTo>
                    <a:pt x="50964" y="106349"/>
                  </a:lnTo>
                  <a:lnTo>
                    <a:pt x="51277" y="101417"/>
                  </a:lnTo>
                  <a:lnTo>
                    <a:pt x="51785" y="95722"/>
                  </a:lnTo>
                  <a:lnTo>
                    <a:pt x="52206" y="93695"/>
                  </a:lnTo>
                  <a:lnTo>
                    <a:pt x="52229" y="92340"/>
                  </a:lnTo>
                  <a:lnTo>
                    <a:pt x="51856" y="91659"/>
                  </a:lnTo>
                  <a:lnTo>
                    <a:pt x="51064" y="91697"/>
                  </a:lnTo>
                  <a:lnTo>
                    <a:pt x="49853" y="92453"/>
                  </a:lnTo>
                  <a:lnTo>
                    <a:pt x="48992" y="92584"/>
                  </a:lnTo>
                  <a:lnTo>
                    <a:pt x="48482" y="92095"/>
                  </a:lnTo>
                  <a:lnTo>
                    <a:pt x="48535" y="89450"/>
                  </a:lnTo>
                  <a:lnTo>
                    <a:pt x="49150" y="84653"/>
                  </a:lnTo>
                  <a:lnTo>
                    <a:pt x="48202" y="80613"/>
                  </a:lnTo>
                  <a:lnTo>
                    <a:pt x="45688" y="77336"/>
                  </a:lnTo>
                  <a:lnTo>
                    <a:pt x="43550" y="76198"/>
                  </a:lnTo>
                  <a:lnTo>
                    <a:pt x="41786" y="77198"/>
                  </a:lnTo>
                  <a:lnTo>
                    <a:pt x="40304" y="79802"/>
                  </a:lnTo>
                  <a:lnTo>
                    <a:pt x="39104" y="84011"/>
                  </a:lnTo>
                  <a:lnTo>
                    <a:pt x="37860" y="87455"/>
                  </a:lnTo>
                  <a:lnTo>
                    <a:pt x="36571" y="90133"/>
                  </a:lnTo>
                  <a:lnTo>
                    <a:pt x="35651" y="91421"/>
                  </a:lnTo>
                  <a:lnTo>
                    <a:pt x="35354" y="91918"/>
                  </a:lnTo>
                  <a:lnTo>
                    <a:pt x="35166" y="93052"/>
                  </a:lnTo>
                  <a:lnTo>
                    <a:pt x="35851" y="96617"/>
                  </a:lnTo>
                  <a:lnTo>
                    <a:pt x="35808" y="99608"/>
                  </a:lnTo>
                  <a:lnTo>
                    <a:pt x="35033" y="102022"/>
                  </a:lnTo>
                  <a:lnTo>
                    <a:pt x="34183" y="103173"/>
                  </a:lnTo>
                  <a:lnTo>
                    <a:pt x="33257" y="103063"/>
                  </a:lnTo>
                  <a:lnTo>
                    <a:pt x="32519" y="102503"/>
                  </a:lnTo>
                  <a:lnTo>
                    <a:pt x="31972" y="101495"/>
                  </a:lnTo>
                  <a:lnTo>
                    <a:pt x="30495" y="101221"/>
                  </a:lnTo>
                  <a:lnTo>
                    <a:pt x="28087" y="101680"/>
                  </a:lnTo>
                  <a:lnTo>
                    <a:pt x="26437" y="102890"/>
                  </a:lnTo>
                  <a:lnTo>
                    <a:pt x="25549" y="104851"/>
                  </a:lnTo>
                  <a:lnTo>
                    <a:pt x="25291" y="107434"/>
                  </a:lnTo>
                  <a:lnTo>
                    <a:pt x="25667" y="110638"/>
                  </a:lnTo>
                  <a:lnTo>
                    <a:pt x="25479" y="113094"/>
                  </a:lnTo>
                  <a:lnTo>
                    <a:pt x="24731" y="114799"/>
                  </a:lnTo>
                  <a:lnTo>
                    <a:pt x="24115" y="115777"/>
                  </a:lnTo>
                  <a:lnTo>
                    <a:pt x="23633" y="116030"/>
                  </a:lnTo>
                  <a:lnTo>
                    <a:pt x="22588" y="114555"/>
                  </a:lnTo>
                  <a:lnTo>
                    <a:pt x="20982" y="111358"/>
                  </a:lnTo>
                  <a:lnTo>
                    <a:pt x="19877" y="109628"/>
                  </a:lnTo>
                  <a:lnTo>
                    <a:pt x="19277" y="109365"/>
                  </a:lnTo>
                  <a:lnTo>
                    <a:pt x="18949" y="109539"/>
                  </a:lnTo>
                  <a:lnTo>
                    <a:pt x="18580" y="109871"/>
                  </a:lnTo>
                  <a:lnTo>
                    <a:pt x="18372" y="110285"/>
                  </a:lnTo>
                  <a:lnTo>
                    <a:pt x="18190" y="111234"/>
                  </a:lnTo>
                  <a:lnTo>
                    <a:pt x="17675" y="111609"/>
                  </a:lnTo>
                  <a:lnTo>
                    <a:pt x="16950" y="111313"/>
                  </a:lnTo>
                  <a:lnTo>
                    <a:pt x="16282" y="111598"/>
                  </a:lnTo>
                  <a:lnTo>
                    <a:pt x="15886" y="112600"/>
                  </a:lnTo>
                  <a:lnTo>
                    <a:pt x="14769" y="113812"/>
                  </a:lnTo>
                  <a:lnTo>
                    <a:pt x="12800" y="115170"/>
                  </a:lnTo>
                  <a:lnTo>
                    <a:pt x="11721" y="116620"/>
                  </a:lnTo>
                  <a:lnTo>
                    <a:pt x="11539" y="118160"/>
                  </a:lnTo>
                  <a:lnTo>
                    <a:pt x="11245" y="118846"/>
                  </a:lnTo>
                  <a:lnTo>
                    <a:pt x="10643" y="118597"/>
                  </a:lnTo>
                  <a:lnTo>
                    <a:pt x="8861" y="120716"/>
                  </a:lnTo>
                  <a:lnTo>
                    <a:pt x="7507" y="120060"/>
                  </a:lnTo>
                  <a:lnTo>
                    <a:pt x="5983" y="117336"/>
                  </a:lnTo>
                  <a:lnTo>
                    <a:pt x="5138" y="115092"/>
                  </a:lnTo>
                  <a:lnTo>
                    <a:pt x="5051" y="114144"/>
                  </a:lnTo>
                  <a:lnTo>
                    <a:pt x="5533" y="111994"/>
                  </a:lnTo>
                  <a:lnTo>
                    <a:pt x="5734" y="104842"/>
                  </a:lnTo>
                  <a:lnTo>
                    <a:pt x="6342" y="102369"/>
                  </a:lnTo>
                  <a:lnTo>
                    <a:pt x="8160" y="97930"/>
                  </a:lnTo>
                  <a:lnTo>
                    <a:pt x="9106" y="94546"/>
                  </a:lnTo>
                  <a:lnTo>
                    <a:pt x="10173" y="91799"/>
                  </a:lnTo>
                  <a:lnTo>
                    <a:pt x="10944" y="90876"/>
                  </a:lnTo>
                  <a:lnTo>
                    <a:pt x="11654" y="88712"/>
                  </a:lnTo>
                  <a:lnTo>
                    <a:pt x="12236" y="86233"/>
                  </a:lnTo>
                  <a:lnTo>
                    <a:pt x="12400" y="84674"/>
                  </a:lnTo>
                  <a:lnTo>
                    <a:pt x="12348" y="83448"/>
                  </a:lnTo>
                  <a:lnTo>
                    <a:pt x="12136" y="82657"/>
                  </a:lnTo>
                  <a:lnTo>
                    <a:pt x="11127" y="80981"/>
                  </a:lnTo>
                  <a:lnTo>
                    <a:pt x="9804" y="78364"/>
                  </a:lnTo>
                  <a:lnTo>
                    <a:pt x="9101" y="75692"/>
                  </a:lnTo>
                  <a:lnTo>
                    <a:pt x="8716" y="72282"/>
                  </a:lnTo>
                  <a:lnTo>
                    <a:pt x="8616" y="69907"/>
                  </a:lnTo>
                  <a:lnTo>
                    <a:pt x="9858" y="63367"/>
                  </a:lnTo>
                  <a:lnTo>
                    <a:pt x="9660" y="62273"/>
                  </a:lnTo>
                  <a:lnTo>
                    <a:pt x="9303" y="61257"/>
                  </a:lnTo>
                  <a:lnTo>
                    <a:pt x="8572" y="60620"/>
                  </a:lnTo>
                  <a:lnTo>
                    <a:pt x="7526" y="60344"/>
                  </a:lnTo>
                  <a:lnTo>
                    <a:pt x="6491" y="60637"/>
                  </a:lnTo>
                  <a:lnTo>
                    <a:pt x="5169" y="60660"/>
                  </a:lnTo>
                  <a:lnTo>
                    <a:pt x="4255" y="60294"/>
                  </a:lnTo>
                  <a:lnTo>
                    <a:pt x="4034" y="59884"/>
                  </a:lnTo>
                  <a:lnTo>
                    <a:pt x="3920" y="56909"/>
                  </a:lnTo>
                  <a:lnTo>
                    <a:pt x="3686" y="56262"/>
                  </a:lnTo>
                  <a:lnTo>
                    <a:pt x="3293" y="55694"/>
                  </a:lnTo>
                  <a:lnTo>
                    <a:pt x="626" y="54323"/>
                  </a:lnTo>
                  <a:lnTo>
                    <a:pt x="98" y="53732"/>
                  </a:lnTo>
                  <a:lnTo>
                    <a:pt x="0" y="52981"/>
                  </a:lnTo>
                  <a:lnTo>
                    <a:pt x="944" y="46378"/>
                  </a:lnTo>
                  <a:lnTo>
                    <a:pt x="1356" y="45880"/>
                  </a:lnTo>
                  <a:lnTo>
                    <a:pt x="1753" y="44806"/>
                  </a:lnTo>
                  <a:lnTo>
                    <a:pt x="2379" y="43658"/>
                  </a:lnTo>
                  <a:lnTo>
                    <a:pt x="4558" y="41774"/>
                  </a:lnTo>
                  <a:lnTo>
                    <a:pt x="6897" y="42589"/>
                  </a:lnTo>
                  <a:lnTo>
                    <a:pt x="8977" y="43465"/>
                  </a:lnTo>
                  <a:lnTo>
                    <a:pt x="11047" y="43934"/>
                  </a:lnTo>
                  <a:lnTo>
                    <a:pt x="11764" y="44247"/>
                  </a:lnTo>
                  <a:lnTo>
                    <a:pt x="12949" y="44508"/>
                  </a:lnTo>
                  <a:lnTo>
                    <a:pt x="13742" y="44275"/>
                  </a:lnTo>
                  <a:lnTo>
                    <a:pt x="14281" y="43505"/>
                  </a:lnTo>
                  <a:lnTo>
                    <a:pt x="15258" y="41372"/>
                  </a:lnTo>
                  <a:lnTo>
                    <a:pt x="15557" y="38172"/>
                  </a:lnTo>
                  <a:lnTo>
                    <a:pt x="15910" y="35347"/>
                  </a:lnTo>
                  <a:lnTo>
                    <a:pt x="16502" y="35128"/>
                  </a:lnTo>
                  <a:lnTo>
                    <a:pt x="17098" y="35425"/>
                  </a:lnTo>
                  <a:lnTo>
                    <a:pt x="17381" y="34854"/>
                  </a:lnTo>
                  <a:lnTo>
                    <a:pt x="17502" y="34078"/>
                  </a:lnTo>
                  <a:lnTo>
                    <a:pt x="17624" y="33417"/>
                  </a:lnTo>
                  <a:lnTo>
                    <a:pt x="17868" y="33271"/>
                  </a:lnTo>
                  <a:lnTo>
                    <a:pt x="18297" y="34004"/>
                  </a:lnTo>
                  <a:lnTo>
                    <a:pt x="18542" y="33808"/>
                  </a:lnTo>
                  <a:lnTo>
                    <a:pt x="18745" y="33320"/>
                  </a:lnTo>
                  <a:lnTo>
                    <a:pt x="18685" y="32733"/>
                  </a:lnTo>
                  <a:lnTo>
                    <a:pt x="18198" y="31745"/>
                  </a:lnTo>
                  <a:lnTo>
                    <a:pt x="17767" y="30192"/>
                  </a:lnTo>
                  <a:lnTo>
                    <a:pt x="17808" y="29655"/>
                  </a:lnTo>
                  <a:lnTo>
                    <a:pt x="17955" y="29098"/>
                  </a:lnTo>
                  <a:lnTo>
                    <a:pt x="19236" y="28570"/>
                  </a:lnTo>
                  <a:lnTo>
                    <a:pt x="19818" y="28478"/>
                  </a:lnTo>
                  <a:lnTo>
                    <a:pt x="20020" y="27928"/>
                  </a:lnTo>
                  <a:lnTo>
                    <a:pt x="19946" y="27052"/>
                  </a:lnTo>
                  <a:lnTo>
                    <a:pt x="19462" y="26558"/>
                  </a:lnTo>
                  <a:lnTo>
                    <a:pt x="17707" y="26830"/>
                  </a:lnTo>
                  <a:lnTo>
                    <a:pt x="15920" y="26768"/>
                  </a:lnTo>
                  <a:lnTo>
                    <a:pt x="15706" y="26234"/>
                  </a:lnTo>
                  <a:lnTo>
                    <a:pt x="15807" y="25649"/>
                  </a:lnTo>
                  <a:lnTo>
                    <a:pt x="16077" y="25188"/>
                  </a:lnTo>
                  <a:lnTo>
                    <a:pt x="19770" y="24008"/>
                  </a:lnTo>
                  <a:lnTo>
                    <a:pt x="21727" y="24418"/>
                  </a:lnTo>
                  <a:lnTo>
                    <a:pt x="23182" y="25043"/>
                  </a:lnTo>
                  <a:lnTo>
                    <a:pt x="23757" y="24732"/>
                  </a:lnTo>
                  <a:lnTo>
                    <a:pt x="23074" y="22072"/>
                  </a:lnTo>
                  <a:lnTo>
                    <a:pt x="23998" y="21822"/>
                  </a:lnTo>
                  <a:lnTo>
                    <a:pt x="24119" y="20912"/>
                  </a:lnTo>
                  <a:lnTo>
                    <a:pt x="22910" y="13845"/>
                  </a:lnTo>
                  <a:lnTo>
                    <a:pt x="23573" y="13222"/>
                  </a:lnTo>
                  <a:lnTo>
                    <a:pt x="24239" y="11829"/>
                  </a:lnTo>
                  <a:lnTo>
                    <a:pt x="24183" y="9195"/>
                  </a:lnTo>
                  <a:lnTo>
                    <a:pt x="24773" y="7910"/>
                  </a:lnTo>
                  <a:lnTo>
                    <a:pt x="25472" y="7030"/>
                  </a:lnTo>
                  <a:lnTo>
                    <a:pt x="26513" y="7919"/>
                  </a:lnTo>
                  <a:lnTo>
                    <a:pt x="28120" y="10521"/>
                  </a:lnTo>
                  <a:lnTo>
                    <a:pt x="28643" y="11025"/>
                  </a:lnTo>
                  <a:lnTo>
                    <a:pt x="29162" y="11173"/>
                  </a:lnTo>
                  <a:lnTo>
                    <a:pt x="29907" y="10366"/>
                  </a:lnTo>
                  <a:lnTo>
                    <a:pt x="32775" y="7791"/>
                  </a:lnTo>
                  <a:lnTo>
                    <a:pt x="34387" y="6344"/>
                  </a:lnTo>
                  <a:lnTo>
                    <a:pt x="36309" y="4237"/>
                  </a:lnTo>
                  <a:lnTo>
                    <a:pt x="36640" y="3423"/>
                  </a:lnTo>
                  <a:lnTo>
                    <a:pt x="37303" y="220"/>
                  </a:lnTo>
                  <a:lnTo>
                    <a:pt x="37665" y="0"/>
                  </a:lnTo>
                  <a:lnTo>
                    <a:pt x="38153" y="344"/>
                  </a:lnTo>
                  <a:lnTo>
                    <a:pt x="39840" y="3653"/>
                  </a:lnTo>
                  <a:lnTo>
                    <a:pt x="40816" y="5775"/>
                  </a:lnTo>
                  <a:lnTo>
                    <a:pt x="40816" y="6501"/>
                  </a:lnTo>
                  <a:lnTo>
                    <a:pt x="40538" y="7048"/>
                  </a:lnTo>
                  <a:lnTo>
                    <a:pt x="40592" y="7580"/>
                  </a:lnTo>
                  <a:lnTo>
                    <a:pt x="41972" y="8732"/>
                  </a:lnTo>
                  <a:lnTo>
                    <a:pt x="41973" y="9258"/>
                  </a:lnTo>
                  <a:lnTo>
                    <a:pt x="41658" y="10262"/>
                  </a:lnTo>
                  <a:lnTo>
                    <a:pt x="41491" y="10815"/>
                  </a:lnTo>
                  <a:lnTo>
                    <a:pt x="41322" y="11049"/>
                  </a:lnTo>
                  <a:lnTo>
                    <a:pt x="39477" y="13956"/>
                  </a:lnTo>
                  <a:lnTo>
                    <a:pt x="37426" y="17185"/>
                  </a:lnTo>
                  <a:lnTo>
                    <a:pt x="37359" y="17606"/>
                  </a:lnTo>
                  <a:lnTo>
                    <a:pt x="37267" y="18411"/>
                  </a:lnTo>
                  <a:lnTo>
                    <a:pt x="37290" y="19235"/>
                  </a:lnTo>
                  <a:lnTo>
                    <a:pt x="37619" y="19908"/>
                  </a:lnTo>
                  <a:lnTo>
                    <a:pt x="38504" y="20381"/>
                  </a:lnTo>
                  <a:lnTo>
                    <a:pt x="39289" y="20997"/>
                  </a:lnTo>
                  <a:lnTo>
                    <a:pt x="39687" y="22692"/>
                  </a:lnTo>
                  <a:lnTo>
                    <a:pt x="40143" y="24258"/>
                  </a:lnTo>
                  <a:lnTo>
                    <a:pt x="40764" y="24641"/>
                  </a:lnTo>
                  <a:lnTo>
                    <a:pt x="43803" y="23655"/>
                  </a:lnTo>
                  <a:close/>
                </a:path>
              </a:pathLst>
            </a:custGeom>
            <a:solidFill>
              <a:srgbClr val="FFFFF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1" name="pg1420"/>
            <p:cNvSpPr/>
            <p:nvPr/>
          </p:nvSpPr>
          <p:spPr>
            <a:xfrm>
              <a:off x="4018260" y="2478803"/>
              <a:ext cx="1123" cy="10059"/>
            </a:xfrm>
            <a:custGeom>
              <a:avLst/>
              <a:pathLst>
                <a:path w="1123" h="10059">
                  <a:moveTo>
                    <a:pt x="1123" y="8672"/>
                  </a:moveTo>
                  <a:lnTo>
                    <a:pt x="1007" y="10059"/>
                  </a:lnTo>
                  <a:lnTo>
                    <a:pt x="337" y="5891"/>
                  </a:lnTo>
                  <a:lnTo>
                    <a:pt x="0" y="1295"/>
                  </a:lnTo>
                  <a:lnTo>
                    <a:pt x="429" y="0"/>
                  </a:lnTo>
                  <a:lnTo>
                    <a:pt x="908" y="73"/>
                  </a:lnTo>
                  <a:lnTo>
                    <a:pt x="451" y="1732"/>
                  </a:lnTo>
                  <a:close/>
                </a:path>
              </a:pathLst>
            </a:custGeom>
            <a:solidFill>
              <a:srgbClr val="FEFFF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2" name="pg1421"/>
            <p:cNvSpPr/>
            <p:nvPr/>
          </p:nvSpPr>
          <p:spPr>
            <a:xfrm>
              <a:off x="4011785" y="2370007"/>
              <a:ext cx="174428" cy="224799"/>
            </a:xfrm>
            <a:custGeom>
              <a:avLst/>
              <a:pathLst>
                <a:path w="174428" h="224799">
                  <a:moveTo>
                    <a:pt x="173108" y="160450"/>
                  </a:moveTo>
                  <a:lnTo>
                    <a:pt x="172486" y="160561"/>
                  </a:lnTo>
                  <a:lnTo>
                    <a:pt x="170986" y="159869"/>
                  </a:lnTo>
                  <a:lnTo>
                    <a:pt x="168001" y="158492"/>
                  </a:lnTo>
                  <a:lnTo>
                    <a:pt x="165437" y="155734"/>
                  </a:lnTo>
                  <a:lnTo>
                    <a:pt x="163764" y="153930"/>
                  </a:lnTo>
                  <a:lnTo>
                    <a:pt x="163502" y="154175"/>
                  </a:lnTo>
                  <a:lnTo>
                    <a:pt x="162751" y="155407"/>
                  </a:lnTo>
                  <a:lnTo>
                    <a:pt x="162236" y="156924"/>
                  </a:lnTo>
                  <a:lnTo>
                    <a:pt x="161826" y="159862"/>
                  </a:lnTo>
                  <a:lnTo>
                    <a:pt x="161171" y="163326"/>
                  </a:lnTo>
                  <a:lnTo>
                    <a:pt x="158070" y="163456"/>
                  </a:lnTo>
                  <a:lnTo>
                    <a:pt x="155429" y="163717"/>
                  </a:lnTo>
                  <a:lnTo>
                    <a:pt x="153725" y="165028"/>
                  </a:lnTo>
                  <a:lnTo>
                    <a:pt x="152056" y="166845"/>
                  </a:lnTo>
                  <a:lnTo>
                    <a:pt x="151638" y="168996"/>
                  </a:lnTo>
                  <a:lnTo>
                    <a:pt x="151277" y="171788"/>
                  </a:lnTo>
                  <a:lnTo>
                    <a:pt x="150304" y="178129"/>
                  </a:lnTo>
                  <a:lnTo>
                    <a:pt x="149419" y="183910"/>
                  </a:lnTo>
                  <a:lnTo>
                    <a:pt x="148965" y="187662"/>
                  </a:lnTo>
                  <a:lnTo>
                    <a:pt x="148289" y="190230"/>
                  </a:lnTo>
                  <a:lnTo>
                    <a:pt x="146401" y="193616"/>
                  </a:lnTo>
                  <a:lnTo>
                    <a:pt x="144258" y="195896"/>
                  </a:lnTo>
                  <a:lnTo>
                    <a:pt x="143121" y="196967"/>
                  </a:lnTo>
                  <a:lnTo>
                    <a:pt x="142617" y="198298"/>
                  </a:lnTo>
                  <a:lnTo>
                    <a:pt x="142506" y="199555"/>
                  </a:lnTo>
                  <a:lnTo>
                    <a:pt x="142103" y="199939"/>
                  </a:lnTo>
                  <a:lnTo>
                    <a:pt x="141219" y="199714"/>
                  </a:lnTo>
                  <a:lnTo>
                    <a:pt x="140287" y="199932"/>
                  </a:lnTo>
                  <a:lnTo>
                    <a:pt x="138239" y="201248"/>
                  </a:lnTo>
                  <a:lnTo>
                    <a:pt x="136023" y="202863"/>
                  </a:lnTo>
                  <a:lnTo>
                    <a:pt x="133366" y="204481"/>
                  </a:lnTo>
                  <a:lnTo>
                    <a:pt x="131851" y="204479"/>
                  </a:lnTo>
                  <a:lnTo>
                    <a:pt x="131247" y="204842"/>
                  </a:lnTo>
                  <a:lnTo>
                    <a:pt x="130983" y="205654"/>
                  </a:lnTo>
                  <a:lnTo>
                    <a:pt x="131247" y="207189"/>
                  </a:lnTo>
                  <a:lnTo>
                    <a:pt x="131504" y="208326"/>
                  </a:lnTo>
                  <a:lnTo>
                    <a:pt x="131738" y="209808"/>
                  </a:lnTo>
                  <a:lnTo>
                    <a:pt x="131116" y="211007"/>
                  </a:lnTo>
                  <a:lnTo>
                    <a:pt x="130682" y="213060"/>
                  </a:lnTo>
                  <a:lnTo>
                    <a:pt x="130342" y="216673"/>
                  </a:lnTo>
                  <a:lnTo>
                    <a:pt x="129400" y="217755"/>
                  </a:lnTo>
                  <a:lnTo>
                    <a:pt x="127891" y="219514"/>
                  </a:lnTo>
                  <a:lnTo>
                    <a:pt x="126221" y="221828"/>
                  </a:lnTo>
                  <a:lnTo>
                    <a:pt x="125794" y="222301"/>
                  </a:lnTo>
                  <a:lnTo>
                    <a:pt x="124838" y="222956"/>
                  </a:lnTo>
                  <a:lnTo>
                    <a:pt x="123882" y="222757"/>
                  </a:lnTo>
                  <a:lnTo>
                    <a:pt x="123016" y="222418"/>
                  </a:lnTo>
                  <a:lnTo>
                    <a:pt x="122074" y="223012"/>
                  </a:lnTo>
                  <a:lnTo>
                    <a:pt x="121102" y="224799"/>
                  </a:lnTo>
                  <a:lnTo>
                    <a:pt x="120650" y="224258"/>
                  </a:lnTo>
                  <a:lnTo>
                    <a:pt x="120424" y="222451"/>
                  </a:lnTo>
                  <a:lnTo>
                    <a:pt x="119933" y="221278"/>
                  </a:lnTo>
                  <a:lnTo>
                    <a:pt x="118410" y="218626"/>
                  </a:lnTo>
                  <a:lnTo>
                    <a:pt x="117105" y="216735"/>
                  </a:lnTo>
                  <a:lnTo>
                    <a:pt x="116540" y="216611"/>
                  </a:lnTo>
                  <a:lnTo>
                    <a:pt x="115342" y="217096"/>
                  </a:lnTo>
                  <a:lnTo>
                    <a:pt x="113845" y="217452"/>
                  </a:lnTo>
                  <a:lnTo>
                    <a:pt x="112627" y="217071"/>
                  </a:lnTo>
                  <a:lnTo>
                    <a:pt x="111662" y="216316"/>
                  </a:lnTo>
                  <a:lnTo>
                    <a:pt x="110169" y="213718"/>
                  </a:lnTo>
                  <a:lnTo>
                    <a:pt x="109625" y="212320"/>
                  </a:lnTo>
                  <a:lnTo>
                    <a:pt x="109218" y="211245"/>
                  </a:lnTo>
                  <a:lnTo>
                    <a:pt x="108197" y="211538"/>
                  </a:lnTo>
                  <a:lnTo>
                    <a:pt x="107911" y="210365"/>
                  </a:lnTo>
                  <a:lnTo>
                    <a:pt x="107870" y="208997"/>
                  </a:lnTo>
                  <a:lnTo>
                    <a:pt x="108156" y="207335"/>
                  </a:lnTo>
                  <a:lnTo>
                    <a:pt x="108075" y="204208"/>
                  </a:lnTo>
                  <a:lnTo>
                    <a:pt x="107504" y="201960"/>
                  </a:lnTo>
                  <a:lnTo>
                    <a:pt x="106851" y="200983"/>
                  </a:lnTo>
                  <a:lnTo>
                    <a:pt x="106932" y="200300"/>
                  </a:lnTo>
                  <a:lnTo>
                    <a:pt x="107217" y="198735"/>
                  </a:lnTo>
                  <a:lnTo>
                    <a:pt x="107585" y="197368"/>
                  </a:lnTo>
                  <a:lnTo>
                    <a:pt x="107580" y="194667"/>
                  </a:lnTo>
                  <a:lnTo>
                    <a:pt x="107124" y="191736"/>
                  </a:lnTo>
                  <a:lnTo>
                    <a:pt x="106942" y="187510"/>
                  </a:lnTo>
                  <a:lnTo>
                    <a:pt x="107061" y="183387"/>
                  </a:lnTo>
                  <a:lnTo>
                    <a:pt x="106440" y="181309"/>
                  </a:lnTo>
                  <a:lnTo>
                    <a:pt x="101359" y="181298"/>
                  </a:lnTo>
                  <a:lnTo>
                    <a:pt x="96836" y="181455"/>
                  </a:lnTo>
                  <a:lnTo>
                    <a:pt x="96581" y="180984"/>
                  </a:lnTo>
                  <a:lnTo>
                    <a:pt x="94824" y="175787"/>
                  </a:lnTo>
                  <a:lnTo>
                    <a:pt x="93399" y="171844"/>
                  </a:lnTo>
                  <a:lnTo>
                    <a:pt x="91990" y="169518"/>
                  </a:lnTo>
                  <a:lnTo>
                    <a:pt x="88764" y="166656"/>
                  </a:lnTo>
                  <a:lnTo>
                    <a:pt x="87222" y="165461"/>
                  </a:lnTo>
                  <a:lnTo>
                    <a:pt x="85899" y="163277"/>
                  </a:lnTo>
                  <a:lnTo>
                    <a:pt x="84818" y="160886"/>
                  </a:lnTo>
                  <a:lnTo>
                    <a:pt x="84538" y="157606"/>
                  </a:lnTo>
                  <a:lnTo>
                    <a:pt x="84319" y="156530"/>
                  </a:lnTo>
                  <a:lnTo>
                    <a:pt x="84008" y="155659"/>
                  </a:lnTo>
                  <a:lnTo>
                    <a:pt x="83667" y="155272"/>
                  </a:lnTo>
                  <a:lnTo>
                    <a:pt x="83256" y="155360"/>
                  </a:lnTo>
                  <a:lnTo>
                    <a:pt x="79509" y="151551"/>
                  </a:lnTo>
                  <a:lnTo>
                    <a:pt x="78007" y="150551"/>
                  </a:lnTo>
                  <a:lnTo>
                    <a:pt x="76592" y="151356"/>
                  </a:lnTo>
                  <a:lnTo>
                    <a:pt x="75968" y="151495"/>
                  </a:lnTo>
                  <a:lnTo>
                    <a:pt x="74737" y="150412"/>
                  </a:lnTo>
                  <a:lnTo>
                    <a:pt x="73321" y="151880"/>
                  </a:lnTo>
                  <a:lnTo>
                    <a:pt x="72716" y="151974"/>
                  </a:lnTo>
                  <a:lnTo>
                    <a:pt x="71870" y="151623"/>
                  </a:lnTo>
                  <a:lnTo>
                    <a:pt x="71173" y="151073"/>
                  </a:lnTo>
                  <a:lnTo>
                    <a:pt x="69287" y="147609"/>
                  </a:lnTo>
                  <a:lnTo>
                    <a:pt x="67705" y="146208"/>
                  </a:lnTo>
                  <a:lnTo>
                    <a:pt x="66565" y="145311"/>
                  </a:lnTo>
                  <a:lnTo>
                    <a:pt x="64373" y="143998"/>
                  </a:lnTo>
                  <a:lnTo>
                    <a:pt x="62034" y="143312"/>
                  </a:lnTo>
                  <a:lnTo>
                    <a:pt x="60834" y="142744"/>
                  </a:lnTo>
                  <a:lnTo>
                    <a:pt x="59969" y="141986"/>
                  </a:lnTo>
                  <a:lnTo>
                    <a:pt x="59748" y="141496"/>
                  </a:lnTo>
                  <a:lnTo>
                    <a:pt x="59760" y="140226"/>
                  </a:lnTo>
                  <a:lnTo>
                    <a:pt x="59695" y="138560"/>
                  </a:lnTo>
                  <a:lnTo>
                    <a:pt x="59407" y="137346"/>
                  </a:lnTo>
                  <a:lnTo>
                    <a:pt x="58815" y="135892"/>
                  </a:lnTo>
                  <a:lnTo>
                    <a:pt x="57993" y="134804"/>
                  </a:lnTo>
                  <a:lnTo>
                    <a:pt x="56579" y="134994"/>
                  </a:lnTo>
                  <a:lnTo>
                    <a:pt x="54453" y="134904"/>
                  </a:lnTo>
                  <a:lnTo>
                    <a:pt x="52823" y="133810"/>
                  </a:lnTo>
                  <a:lnTo>
                    <a:pt x="51531" y="133615"/>
                  </a:lnTo>
                  <a:lnTo>
                    <a:pt x="49978" y="133823"/>
                  </a:lnTo>
                  <a:lnTo>
                    <a:pt x="48702" y="133829"/>
                  </a:lnTo>
                  <a:lnTo>
                    <a:pt x="47792" y="134624"/>
                  </a:lnTo>
                  <a:lnTo>
                    <a:pt x="47264" y="135551"/>
                  </a:lnTo>
                  <a:lnTo>
                    <a:pt x="46929" y="138397"/>
                  </a:lnTo>
                  <a:lnTo>
                    <a:pt x="46622" y="138822"/>
                  </a:lnTo>
                  <a:lnTo>
                    <a:pt x="46088" y="139030"/>
                  </a:lnTo>
                  <a:lnTo>
                    <a:pt x="45377" y="138883"/>
                  </a:lnTo>
                  <a:lnTo>
                    <a:pt x="43885" y="138907"/>
                  </a:lnTo>
                  <a:lnTo>
                    <a:pt x="41307" y="138402"/>
                  </a:lnTo>
                  <a:lnTo>
                    <a:pt x="38063" y="138251"/>
                  </a:lnTo>
                  <a:lnTo>
                    <a:pt x="35625" y="139688"/>
                  </a:lnTo>
                  <a:lnTo>
                    <a:pt x="33698" y="141750"/>
                  </a:lnTo>
                  <a:lnTo>
                    <a:pt x="31858" y="144080"/>
                  </a:lnTo>
                  <a:lnTo>
                    <a:pt x="29692" y="147761"/>
                  </a:lnTo>
                  <a:lnTo>
                    <a:pt x="29057" y="149394"/>
                  </a:lnTo>
                  <a:lnTo>
                    <a:pt x="27781" y="155917"/>
                  </a:lnTo>
                  <a:lnTo>
                    <a:pt x="27216" y="156855"/>
                  </a:lnTo>
                  <a:lnTo>
                    <a:pt x="26478" y="157606"/>
                  </a:lnTo>
                  <a:lnTo>
                    <a:pt x="25729" y="157739"/>
                  </a:lnTo>
                  <a:lnTo>
                    <a:pt x="24245" y="158704"/>
                  </a:lnTo>
                  <a:lnTo>
                    <a:pt x="22285" y="160299"/>
                  </a:lnTo>
                  <a:lnTo>
                    <a:pt x="20949" y="160923"/>
                  </a:lnTo>
                  <a:lnTo>
                    <a:pt x="17526" y="160596"/>
                  </a:lnTo>
                  <a:lnTo>
                    <a:pt x="17325" y="158527"/>
                  </a:lnTo>
                  <a:lnTo>
                    <a:pt x="16708" y="150962"/>
                  </a:lnTo>
                  <a:lnTo>
                    <a:pt x="16408" y="143328"/>
                  </a:lnTo>
                  <a:lnTo>
                    <a:pt x="16428" y="139812"/>
                  </a:lnTo>
                  <a:lnTo>
                    <a:pt x="16785" y="132758"/>
                  </a:lnTo>
                  <a:lnTo>
                    <a:pt x="16757" y="129204"/>
                  </a:lnTo>
                  <a:lnTo>
                    <a:pt x="16611" y="125983"/>
                  </a:lnTo>
                  <a:lnTo>
                    <a:pt x="16753" y="122826"/>
                  </a:lnTo>
                  <a:lnTo>
                    <a:pt x="17027" y="119275"/>
                  </a:lnTo>
                  <a:lnTo>
                    <a:pt x="17170" y="115666"/>
                  </a:lnTo>
                  <a:lnTo>
                    <a:pt x="16964" y="113149"/>
                  </a:lnTo>
                  <a:lnTo>
                    <a:pt x="16302" y="111117"/>
                  </a:lnTo>
                  <a:lnTo>
                    <a:pt x="15181" y="108604"/>
                  </a:lnTo>
                  <a:lnTo>
                    <a:pt x="15004" y="107116"/>
                  </a:lnTo>
                  <a:lnTo>
                    <a:pt x="14940" y="105457"/>
                  </a:lnTo>
                  <a:lnTo>
                    <a:pt x="13866" y="105268"/>
                  </a:lnTo>
                  <a:lnTo>
                    <a:pt x="12902" y="103551"/>
                  </a:lnTo>
                  <a:lnTo>
                    <a:pt x="12107" y="102616"/>
                  </a:lnTo>
                  <a:lnTo>
                    <a:pt x="10396" y="101579"/>
                  </a:lnTo>
                  <a:lnTo>
                    <a:pt x="9538" y="101525"/>
                  </a:lnTo>
                  <a:lnTo>
                    <a:pt x="8754" y="102289"/>
                  </a:lnTo>
                  <a:lnTo>
                    <a:pt x="8178" y="103819"/>
                  </a:lnTo>
                  <a:lnTo>
                    <a:pt x="7776" y="101405"/>
                  </a:lnTo>
                  <a:lnTo>
                    <a:pt x="7785" y="98882"/>
                  </a:lnTo>
                  <a:lnTo>
                    <a:pt x="9153" y="93668"/>
                  </a:lnTo>
                  <a:lnTo>
                    <a:pt x="10009" y="95188"/>
                  </a:lnTo>
                  <a:lnTo>
                    <a:pt x="11053" y="95799"/>
                  </a:lnTo>
                  <a:lnTo>
                    <a:pt x="12383" y="95891"/>
                  </a:lnTo>
                  <a:lnTo>
                    <a:pt x="13688" y="95487"/>
                  </a:lnTo>
                  <a:lnTo>
                    <a:pt x="13432" y="93701"/>
                  </a:lnTo>
                  <a:lnTo>
                    <a:pt x="12826" y="92686"/>
                  </a:lnTo>
                  <a:lnTo>
                    <a:pt x="12073" y="91887"/>
                  </a:lnTo>
                  <a:lnTo>
                    <a:pt x="11804" y="89531"/>
                  </a:lnTo>
                  <a:lnTo>
                    <a:pt x="11901" y="87088"/>
                  </a:lnTo>
                  <a:lnTo>
                    <a:pt x="12259" y="84778"/>
                  </a:lnTo>
                  <a:lnTo>
                    <a:pt x="11851" y="83848"/>
                  </a:lnTo>
                  <a:lnTo>
                    <a:pt x="11233" y="83272"/>
                  </a:lnTo>
                  <a:lnTo>
                    <a:pt x="9806" y="83341"/>
                  </a:lnTo>
                  <a:lnTo>
                    <a:pt x="7955" y="82731"/>
                  </a:lnTo>
                  <a:lnTo>
                    <a:pt x="6091" y="82467"/>
                  </a:lnTo>
                  <a:lnTo>
                    <a:pt x="5655" y="85190"/>
                  </a:lnTo>
                  <a:lnTo>
                    <a:pt x="6684" y="88766"/>
                  </a:lnTo>
                  <a:lnTo>
                    <a:pt x="5811" y="87009"/>
                  </a:lnTo>
                  <a:lnTo>
                    <a:pt x="4990" y="84686"/>
                  </a:lnTo>
                  <a:lnTo>
                    <a:pt x="3835" y="80505"/>
                  </a:lnTo>
                  <a:lnTo>
                    <a:pt x="3092" y="75606"/>
                  </a:lnTo>
                  <a:lnTo>
                    <a:pt x="2959" y="70318"/>
                  </a:lnTo>
                  <a:lnTo>
                    <a:pt x="3589" y="65945"/>
                  </a:lnTo>
                  <a:lnTo>
                    <a:pt x="4393" y="61840"/>
                  </a:lnTo>
                  <a:lnTo>
                    <a:pt x="4879" y="56585"/>
                  </a:lnTo>
                  <a:lnTo>
                    <a:pt x="5548" y="51426"/>
                  </a:lnTo>
                  <a:lnTo>
                    <a:pt x="6216" y="53737"/>
                  </a:lnTo>
                  <a:lnTo>
                    <a:pt x="6980" y="55809"/>
                  </a:lnTo>
                  <a:lnTo>
                    <a:pt x="8037" y="57724"/>
                  </a:lnTo>
                  <a:lnTo>
                    <a:pt x="8614" y="58181"/>
                  </a:lnTo>
                  <a:lnTo>
                    <a:pt x="10353" y="58972"/>
                  </a:lnTo>
                  <a:lnTo>
                    <a:pt x="11473" y="58675"/>
                  </a:lnTo>
                  <a:lnTo>
                    <a:pt x="12666" y="57544"/>
                  </a:lnTo>
                  <a:lnTo>
                    <a:pt x="13837" y="57914"/>
                  </a:lnTo>
                  <a:lnTo>
                    <a:pt x="14806" y="60044"/>
                  </a:lnTo>
                  <a:lnTo>
                    <a:pt x="15670" y="62431"/>
                  </a:lnTo>
                  <a:lnTo>
                    <a:pt x="16981" y="62933"/>
                  </a:lnTo>
                  <a:lnTo>
                    <a:pt x="19682" y="61207"/>
                  </a:lnTo>
                  <a:lnTo>
                    <a:pt x="20966" y="60813"/>
                  </a:lnTo>
                  <a:lnTo>
                    <a:pt x="22081" y="61602"/>
                  </a:lnTo>
                  <a:lnTo>
                    <a:pt x="22656" y="61748"/>
                  </a:lnTo>
                  <a:lnTo>
                    <a:pt x="23241" y="61615"/>
                  </a:lnTo>
                  <a:lnTo>
                    <a:pt x="22734" y="59497"/>
                  </a:lnTo>
                  <a:lnTo>
                    <a:pt x="22527" y="57440"/>
                  </a:lnTo>
                  <a:lnTo>
                    <a:pt x="23205" y="56352"/>
                  </a:lnTo>
                  <a:lnTo>
                    <a:pt x="25336" y="57508"/>
                  </a:lnTo>
                  <a:lnTo>
                    <a:pt x="26693" y="56737"/>
                  </a:lnTo>
                  <a:lnTo>
                    <a:pt x="27039" y="56303"/>
                  </a:lnTo>
                  <a:lnTo>
                    <a:pt x="27347" y="55769"/>
                  </a:lnTo>
                  <a:lnTo>
                    <a:pt x="27510" y="53991"/>
                  </a:lnTo>
                  <a:lnTo>
                    <a:pt x="27445" y="52168"/>
                  </a:lnTo>
                  <a:lnTo>
                    <a:pt x="27269" y="50449"/>
                  </a:lnTo>
                  <a:lnTo>
                    <a:pt x="26871" y="48941"/>
                  </a:lnTo>
                  <a:lnTo>
                    <a:pt x="25893" y="46832"/>
                  </a:lnTo>
                  <a:lnTo>
                    <a:pt x="22097" y="41804"/>
                  </a:lnTo>
                  <a:lnTo>
                    <a:pt x="20819" y="39798"/>
                  </a:lnTo>
                  <a:lnTo>
                    <a:pt x="19755" y="37204"/>
                  </a:lnTo>
                  <a:lnTo>
                    <a:pt x="19077" y="33541"/>
                  </a:lnTo>
                  <a:lnTo>
                    <a:pt x="18526" y="29723"/>
                  </a:lnTo>
                  <a:lnTo>
                    <a:pt x="18015" y="26889"/>
                  </a:lnTo>
                  <a:lnTo>
                    <a:pt x="16691" y="20309"/>
                  </a:lnTo>
                  <a:lnTo>
                    <a:pt x="16175" y="19527"/>
                  </a:lnTo>
                  <a:lnTo>
                    <a:pt x="15529" y="19179"/>
                  </a:lnTo>
                  <a:lnTo>
                    <a:pt x="13956" y="18973"/>
                  </a:lnTo>
                  <a:lnTo>
                    <a:pt x="12365" y="19452"/>
                  </a:lnTo>
                  <a:lnTo>
                    <a:pt x="9762" y="20584"/>
                  </a:lnTo>
                  <a:lnTo>
                    <a:pt x="8271" y="20231"/>
                  </a:lnTo>
                  <a:lnTo>
                    <a:pt x="7582" y="20932"/>
                  </a:lnTo>
                  <a:lnTo>
                    <a:pt x="5875" y="23705"/>
                  </a:lnTo>
                  <a:lnTo>
                    <a:pt x="5076" y="26083"/>
                  </a:lnTo>
                  <a:lnTo>
                    <a:pt x="3961" y="31518"/>
                  </a:lnTo>
                  <a:lnTo>
                    <a:pt x="4808" y="33270"/>
                  </a:lnTo>
                  <a:lnTo>
                    <a:pt x="4792" y="34418"/>
                  </a:lnTo>
                  <a:lnTo>
                    <a:pt x="4150" y="42449"/>
                  </a:lnTo>
                  <a:lnTo>
                    <a:pt x="4540" y="46344"/>
                  </a:lnTo>
                  <a:lnTo>
                    <a:pt x="4399" y="46633"/>
                  </a:lnTo>
                  <a:lnTo>
                    <a:pt x="4093" y="45730"/>
                  </a:lnTo>
                  <a:lnTo>
                    <a:pt x="3127" y="41753"/>
                  </a:lnTo>
                  <a:lnTo>
                    <a:pt x="1425" y="36907"/>
                  </a:lnTo>
                  <a:lnTo>
                    <a:pt x="0" y="29492"/>
                  </a:lnTo>
                  <a:lnTo>
                    <a:pt x="2505" y="24646"/>
                  </a:lnTo>
                  <a:lnTo>
                    <a:pt x="4647" y="21212"/>
                  </a:lnTo>
                  <a:lnTo>
                    <a:pt x="6400" y="19140"/>
                  </a:lnTo>
                  <a:lnTo>
                    <a:pt x="6935" y="18636"/>
                  </a:lnTo>
                  <a:lnTo>
                    <a:pt x="9331" y="16919"/>
                  </a:lnTo>
                  <a:lnTo>
                    <a:pt x="12425" y="15371"/>
                  </a:lnTo>
                  <a:lnTo>
                    <a:pt x="14702" y="14230"/>
                  </a:lnTo>
                  <a:lnTo>
                    <a:pt x="17677" y="13257"/>
                  </a:lnTo>
                  <a:lnTo>
                    <a:pt x="18649" y="13077"/>
                  </a:lnTo>
                  <a:lnTo>
                    <a:pt x="20078" y="13097"/>
                  </a:lnTo>
                  <a:lnTo>
                    <a:pt x="21237" y="14014"/>
                  </a:lnTo>
                  <a:lnTo>
                    <a:pt x="21940" y="14729"/>
                  </a:lnTo>
                  <a:lnTo>
                    <a:pt x="24420" y="17678"/>
                  </a:lnTo>
                  <a:lnTo>
                    <a:pt x="26951" y="20691"/>
                  </a:lnTo>
                  <a:lnTo>
                    <a:pt x="29121" y="24031"/>
                  </a:lnTo>
                  <a:lnTo>
                    <a:pt x="29737" y="25393"/>
                  </a:lnTo>
                  <a:lnTo>
                    <a:pt x="30081" y="27021"/>
                  </a:lnTo>
                  <a:lnTo>
                    <a:pt x="30337" y="28616"/>
                  </a:lnTo>
                  <a:lnTo>
                    <a:pt x="32182" y="33678"/>
                  </a:lnTo>
                  <a:lnTo>
                    <a:pt x="32928" y="35997"/>
                  </a:lnTo>
                  <a:lnTo>
                    <a:pt x="34005" y="39015"/>
                  </a:lnTo>
                  <a:lnTo>
                    <a:pt x="34870" y="40484"/>
                  </a:lnTo>
                  <a:lnTo>
                    <a:pt x="35717" y="42300"/>
                  </a:lnTo>
                  <a:lnTo>
                    <a:pt x="36285" y="43796"/>
                  </a:lnTo>
                  <a:lnTo>
                    <a:pt x="36935" y="44506"/>
                  </a:lnTo>
                  <a:lnTo>
                    <a:pt x="37653" y="44788"/>
                  </a:lnTo>
                  <a:lnTo>
                    <a:pt x="39299" y="44313"/>
                  </a:lnTo>
                  <a:lnTo>
                    <a:pt x="41279" y="43368"/>
                  </a:lnTo>
                  <a:lnTo>
                    <a:pt x="42462" y="42974"/>
                  </a:lnTo>
                  <a:lnTo>
                    <a:pt x="42986" y="43030"/>
                  </a:lnTo>
                  <a:lnTo>
                    <a:pt x="46251" y="43367"/>
                  </a:lnTo>
                  <a:lnTo>
                    <a:pt x="49186" y="43668"/>
                  </a:lnTo>
                  <a:lnTo>
                    <a:pt x="52811" y="44042"/>
                  </a:lnTo>
                  <a:lnTo>
                    <a:pt x="53887" y="44392"/>
                  </a:lnTo>
                  <a:lnTo>
                    <a:pt x="55183" y="44717"/>
                  </a:lnTo>
                  <a:lnTo>
                    <a:pt x="55826" y="44766"/>
                  </a:lnTo>
                  <a:lnTo>
                    <a:pt x="56397" y="43472"/>
                  </a:lnTo>
                  <a:lnTo>
                    <a:pt x="56775" y="42762"/>
                  </a:lnTo>
                  <a:lnTo>
                    <a:pt x="57071" y="42201"/>
                  </a:lnTo>
                  <a:lnTo>
                    <a:pt x="57010" y="41566"/>
                  </a:lnTo>
                  <a:lnTo>
                    <a:pt x="56551" y="41028"/>
                  </a:lnTo>
                  <a:lnTo>
                    <a:pt x="55829" y="39237"/>
                  </a:lnTo>
                  <a:lnTo>
                    <a:pt x="55418" y="32773"/>
                  </a:lnTo>
                  <a:lnTo>
                    <a:pt x="55161" y="27241"/>
                  </a:lnTo>
                  <a:lnTo>
                    <a:pt x="56020" y="25519"/>
                  </a:lnTo>
                  <a:lnTo>
                    <a:pt x="57006" y="24269"/>
                  </a:lnTo>
                  <a:lnTo>
                    <a:pt x="58428" y="20506"/>
                  </a:lnTo>
                  <a:lnTo>
                    <a:pt x="59191" y="19345"/>
                  </a:lnTo>
                  <a:lnTo>
                    <a:pt x="60315" y="18384"/>
                  </a:lnTo>
                  <a:lnTo>
                    <a:pt x="64071" y="18133"/>
                  </a:lnTo>
                  <a:lnTo>
                    <a:pt x="65652" y="17393"/>
                  </a:lnTo>
                  <a:lnTo>
                    <a:pt x="66167" y="16175"/>
                  </a:lnTo>
                  <a:lnTo>
                    <a:pt x="67000" y="13097"/>
                  </a:lnTo>
                  <a:lnTo>
                    <a:pt x="67274" y="10591"/>
                  </a:lnTo>
                  <a:lnTo>
                    <a:pt x="67741" y="9446"/>
                  </a:lnTo>
                  <a:lnTo>
                    <a:pt x="68301" y="8593"/>
                  </a:lnTo>
                  <a:lnTo>
                    <a:pt x="68876" y="8626"/>
                  </a:lnTo>
                  <a:lnTo>
                    <a:pt x="69988" y="9363"/>
                  </a:lnTo>
                  <a:lnTo>
                    <a:pt x="70833" y="9773"/>
                  </a:lnTo>
                  <a:lnTo>
                    <a:pt x="71435" y="10330"/>
                  </a:lnTo>
                  <a:lnTo>
                    <a:pt x="71983" y="11215"/>
                  </a:lnTo>
                  <a:lnTo>
                    <a:pt x="72516" y="12756"/>
                  </a:lnTo>
                  <a:lnTo>
                    <a:pt x="72598" y="13770"/>
                  </a:lnTo>
                  <a:lnTo>
                    <a:pt x="72844" y="14360"/>
                  </a:lnTo>
                  <a:lnTo>
                    <a:pt x="73268" y="14371"/>
                  </a:lnTo>
                  <a:lnTo>
                    <a:pt x="73584" y="14380"/>
                  </a:lnTo>
                  <a:lnTo>
                    <a:pt x="73799" y="14156"/>
                  </a:lnTo>
                  <a:lnTo>
                    <a:pt x="73940" y="13640"/>
                  </a:lnTo>
                  <a:lnTo>
                    <a:pt x="73830" y="12952"/>
                  </a:lnTo>
                  <a:lnTo>
                    <a:pt x="73104" y="10985"/>
                  </a:lnTo>
                  <a:lnTo>
                    <a:pt x="71507" y="7421"/>
                  </a:lnTo>
                  <a:lnTo>
                    <a:pt x="70463" y="5971"/>
                  </a:lnTo>
                  <a:lnTo>
                    <a:pt x="69944" y="5185"/>
                  </a:lnTo>
                  <a:lnTo>
                    <a:pt x="69815" y="4443"/>
                  </a:lnTo>
                  <a:lnTo>
                    <a:pt x="70492" y="3314"/>
                  </a:lnTo>
                  <a:lnTo>
                    <a:pt x="71149" y="2670"/>
                  </a:lnTo>
                  <a:lnTo>
                    <a:pt x="72302" y="3153"/>
                  </a:lnTo>
                  <a:lnTo>
                    <a:pt x="73832" y="3416"/>
                  </a:lnTo>
                  <a:lnTo>
                    <a:pt x="74513" y="2852"/>
                  </a:lnTo>
                  <a:lnTo>
                    <a:pt x="75213" y="0"/>
                  </a:lnTo>
                  <a:lnTo>
                    <a:pt x="76952" y="3022"/>
                  </a:lnTo>
                  <a:lnTo>
                    <a:pt x="78766" y="6411"/>
                  </a:lnTo>
                  <a:lnTo>
                    <a:pt x="79431" y="7038"/>
                  </a:lnTo>
                  <a:lnTo>
                    <a:pt x="80726" y="7397"/>
                  </a:lnTo>
                  <a:lnTo>
                    <a:pt x="81804" y="7525"/>
                  </a:lnTo>
                  <a:lnTo>
                    <a:pt x="82253" y="7890"/>
                  </a:lnTo>
                  <a:lnTo>
                    <a:pt x="82741" y="8769"/>
                  </a:lnTo>
                  <a:lnTo>
                    <a:pt x="83697" y="12478"/>
                  </a:lnTo>
                  <a:lnTo>
                    <a:pt x="84656" y="13449"/>
                  </a:lnTo>
                  <a:lnTo>
                    <a:pt x="85850" y="14152"/>
                  </a:lnTo>
                  <a:lnTo>
                    <a:pt x="89694" y="14092"/>
                  </a:lnTo>
                  <a:lnTo>
                    <a:pt x="90876" y="14281"/>
                  </a:lnTo>
                  <a:lnTo>
                    <a:pt x="91841" y="16028"/>
                  </a:lnTo>
                  <a:lnTo>
                    <a:pt x="92441" y="16746"/>
                  </a:lnTo>
                  <a:lnTo>
                    <a:pt x="92699" y="17364"/>
                  </a:lnTo>
                  <a:lnTo>
                    <a:pt x="92634" y="18134"/>
                  </a:lnTo>
                  <a:lnTo>
                    <a:pt x="92398" y="19110"/>
                  </a:lnTo>
                  <a:lnTo>
                    <a:pt x="92367" y="20991"/>
                  </a:lnTo>
                  <a:lnTo>
                    <a:pt x="92305" y="22447"/>
                  </a:lnTo>
                  <a:lnTo>
                    <a:pt x="91999" y="23138"/>
                  </a:lnTo>
                  <a:lnTo>
                    <a:pt x="91906" y="23784"/>
                  </a:lnTo>
                  <a:lnTo>
                    <a:pt x="92163" y="24350"/>
                  </a:lnTo>
                  <a:lnTo>
                    <a:pt x="93944" y="25738"/>
                  </a:lnTo>
                  <a:lnTo>
                    <a:pt x="94544" y="27227"/>
                  </a:lnTo>
                  <a:lnTo>
                    <a:pt x="94994" y="27895"/>
                  </a:lnTo>
                  <a:lnTo>
                    <a:pt x="95102" y="28820"/>
                  </a:lnTo>
                  <a:lnTo>
                    <a:pt x="94800" y="29436"/>
                  </a:lnTo>
                  <a:lnTo>
                    <a:pt x="93964" y="29129"/>
                  </a:lnTo>
                  <a:lnTo>
                    <a:pt x="93557" y="30104"/>
                  </a:lnTo>
                  <a:lnTo>
                    <a:pt x="93557" y="31851"/>
                  </a:lnTo>
                  <a:lnTo>
                    <a:pt x="94154" y="33493"/>
                  </a:lnTo>
                  <a:lnTo>
                    <a:pt x="94327" y="34995"/>
                  </a:lnTo>
                  <a:lnTo>
                    <a:pt x="93933" y="36441"/>
                  </a:lnTo>
                  <a:lnTo>
                    <a:pt x="93472" y="38480"/>
                  </a:lnTo>
                  <a:lnTo>
                    <a:pt x="93456" y="39924"/>
                  </a:lnTo>
                  <a:lnTo>
                    <a:pt x="93730" y="40749"/>
                  </a:lnTo>
                  <a:lnTo>
                    <a:pt x="95092" y="42240"/>
                  </a:lnTo>
                  <a:lnTo>
                    <a:pt x="98238" y="46002"/>
                  </a:lnTo>
                  <a:lnTo>
                    <a:pt x="98961" y="46164"/>
                  </a:lnTo>
                  <a:lnTo>
                    <a:pt x="101939" y="45290"/>
                  </a:lnTo>
                  <a:lnTo>
                    <a:pt x="103325" y="45203"/>
                  </a:lnTo>
                  <a:lnTo>
                    <a:pt x="104140" y="45785"/>
                  </a:lnTo>
                  <a:lnTo>
                    <a:pt x="106444" y="46320"/>
                  </a:lnTo>
                  <a:lnTo>
                    <a:pt x="107176" y="46920"/>
                  </a:lnTo>
                  <a:lnTo>
                    <a:pt x="107955" y="46961"/>
                  </a:lnTo>
                  <a:lnTo>
                    <a:pt x="109022" y="46786"/>
                  </a:lnTo>
                  <a:lnTo>
                    <a:pt x="109746" y="45101"/>
                  </a:lnTo>
                  <a:lnTo>
                    <a:pt x="110114" y="44717"/>
                  </a:lnTo>
                  <a:lnTo>
                    <a:pt x="110438" y="44437"/>
                  </a:lnTo>
                  <a:lnTo>
                    <a:pt x="111096" y="44394"/>
                  </a:lnTo>
                  <a:lnTo>
                    <a:pt x="112917" y="45464"/>
                  </a:lnTo>
                  <a:lnTo>
                    <a:pt x="114834" y="47722"/>
                  </a:lnTo>
                  <a:lnTo>
                    <a:pt x="116105" y="49783"/>
                  </a:lnTo>
                  <a:lnTo>
                    <a:pt x="116730" y="51647"/>
                  </a:lnTo>
                  <a:lnTo>
                    <a:pt x="117521" y="55690"/>
                  </a:lnTo>
                  <a:lnTo>
                    <a:pt x="118476" y="61910"/>
                  </a:lnTo>
                  <a:lnTo>
                    <a:pt x="119629" y="66108"/>
                  </a:lnTo>
                  <a:lnTo>
                    <a:pt x="120981" y="68287"/>
                  </a:lnTo>
                  <a:lnTo>
                    <a:pt x="121931" y="72288"/>
                  </a:lnTo>
                  <a:lnTo>
                    <a:pt x="122753" y="81030"/>
                  </a:lnTo>
                  <a:lnTo>
                    <a:pt x="123266" y="82820"/>
                  </a:lnTo>
                  <a:lnTo>
                    <a:pt x="123788" y="83753"/>
                  </a:lnTo>
                  <a:lnTo>
                    <a:pt x="125333" y="86282"/>
                  </a:lnTo>
                  <a:lnTo>
                    <a:pt x="128494" y="90469"/>
                  </a:lnTo>
                  <a:lnTo>
                    <a:pt x="130360" y="92940"/>
                  </a:lnTo>
                  <a:lnTo>
                    <a:pt x="133245" y="96889"/>
                  </a:lnTo>
                  <a:lnTo>
                    <a:pt x="135888" y="100507"/>
                  </a:lnTo>
                  <a:lnTo>
                    <a:pt x="138538" y="106090"/>
                  </a:lnTo>
                  <a:lnTo>
                    <a:pt x="139067" y="106905"/>
                  </a:lnTo>
                  <a:lnTo>
                    <a:pt x="141398" y="109925"/>
                  </a:lnTo>
                  <a:lnTo>
                    <a:pt x="143992" y="113020"/>
                  </a:lnTo>
                  <a:lnTo>
                    <a:pt x="145808" y="112320"/>
                  </a:lnTo>
                  <a:lnTo>
                    <a:pt x="148544" y="117080"/>
                  </a:lnTo>
                  <a:lnTo>
                    <a:pt x="149657" y="118846"/>
                  </a:lnTo>
                  <a:lnTo>
                    <a:pt x="150127" y="119449"/>
                  </a:lnTo>
                  <a:lnTo>
                    <a:pt x="152111" y="121328"/>
                  </a:lnTo>
                  <a:lnTo>
                    <a:pt x="155269" y="125258"/>
                  </a:lnTo>
                  <a:lnTo>
                    <a:pt x="159254" y="130891"/>
                  </a:lnTo>
                  <a:lnTo>
                    <a:pt x="161886" y="134149"/>
                  </a:lnTo>
                  <a:lnTo>
                    <a:pt x="162602" y="134528"/>
                  </a:lnTo>
                  <a:lnTo>
                    <a:pt x="163313" y="134510"/>
                  </a:lnTo>
                  <a:lnTo>
                    <a:pt x="164074" y="133810"/>
                  </a:lnTo>
                  <a:lnTo>
                    <a:pt x="164900" y="133257"/>
                  </a:lnTo>
                  <a:lnTo>
                    <a:pt x="166307" y="133982"/>
                  </a:lnTo>
                  <a:lnTo>
                    <a:pt x="167833" y="135284"/>
                  </a:lnTo>
                  <a:lnTo>
                    <a:pt x="168800" y="136273"/>
                  </a:lnTo>
                  <a:lnTo>
                    <a:pt x="169917" y="137710"/>
                  </a:lnTo>
                  <a:lnTo>
                    <a:pt x="170801" y="139066"/>
                  </a:lnTo>
                  <a:lnTo>
                    <a:pt x="171472" y="139694"/>
                  </a:lnTo>
                  <a:lnTo>
                    <a:pt x="173752" y="140880"/>
                  </a:lnTo>
                  <a:lnTo>
                    <a:pt x="174144" y="141591"/>
                  </a:lnTo>
                  <a:lnTo>
                    <a:pt x="174392" y="142385"/>
                  </a:lnTo>
                  <a:lnTo>
                    <a:pt x="174428" y="143207"/>
                  </a:lnTo>
                  <a:lnTo>
                    <a:pt x="173149" y="147530"/>
                  </a:lnTo>
                  <a:lnTo>
                    <a:pt x="172973" y="153043"/>
                  </a:lnTo>
                  <a:lnTo>
                    <a:pt x="172964" y="157194"/>
                  </a:lnTo>
                  <a:close/>
                </a:path>
              </a:pathLst>
            </a:custGeom>
            <a:solidFill>
              <a:srgbClr val="FEFFF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3" name="pg1422"/>
            <p:cNvSpPr/>
            <p:nvPr/>
          </p:nvSpPr>
          <p:spPr>
            <a:xfrm>
              <a:off x="4894606" y="3905636"/>
              <a:ext cx="5035" cy="7020"/>
            </a:xfrm>
            <a:custGeom>
              <a:avLst/>
              <a:pathLst>
                <a:path w="5035" h="7020">
                  <a:moveTo>
                    <a:pt x="0" y="4469"/>
                  </a:moveTo>
                  <a:lnTo>
                    <a:pt x="1996" y="1944"/>
                  </a:lnTo>
                  <a:lnTo>
                    <a:pt x="5035" y="0"/>
                  </a:lnTo>
                  <a:lnTo>
                    <a:pt x="4960" y="1425"/>
                  </a:lnTo>
                  <a:lnTo>
                    <a:pt x="4647" y="3664"/>
                  </a:lnTo>
                  <a:lnTo>
                    <a:pt x="4187" y="4715"/>
                  </a:lnTo>
                  <a:lnTo>
                    <a:pt x="3492" y="6602"/>
                  </a:lnTo>
                  <a:lnTo>
                    <a:pt x="3035" y="7020"/>
                  </a:lnTo>
                  <a:lnTo>
                    <a:pt x="1212" y="6605"/>
                  </a:lnTo>
                  <a:lnTo>
                    <a:pt x="977" y="6879"/>
                  </a:lnTo>
                  <a:lnTo>
                    <a:pt x="664" y="6680"/>
                  </a:lnTo>
                  <a:lnTo>
                    <a:pt x="198" y="5468"/>
                  </a:lnTo>
                  <a:close/>
                </a:path>
              </a:pathLst>
            </a:custGeom>
            <a:solidFill>
              <a:srgbClr val="D2E5C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4" name="pg1423"/>
            <p:cNvSpPr/>
            <p:nvPr/>
          </p:nvSpPr>
          <p:spPr>
            <a:xfrm>
              <a:off x="4905449" y="3879792"/>
              <a:ext cx="29381" cy="35346"/>
            </a:xfrm>
            <a:custGeom>
              <a:avLst/>
              <a:pathLst>
                <a:path w="29381" h="35346">
                  <a:moveTo>
                    <a:pt x="1889" y="35346"/>
                  </a:moveTo>
                  <a:lnTo>
                    <a:pt x="1463" y="31502"/>
                  </a:lnTo>
                  <a:lnTo>
                    <a:pt x="1011" y="29852"/>
                  </a:lnTo>
                  <a:lnTo>
                    <a:pt x="656" y="28914"/>
                  </a:lnTo>
                  <a:lnTo>
                    <a:pt x="537" y="27745"/>
                  </a:lnTo>
                  <a:lnTo>
                    <a:pt x="556" y="26536"/>
                  </a:lnTo>
                  <a:lnTo>
                    <a:pt x="771" y="25979"/>
                  </a:lnTo>
                  <a:lnTo>
                    <a:pt x="2288" y="25829"/>
                  </a:lnTo>
                  <a:lnTo>
                    <a:pt x="2892" y="23852"/>
                  </a:lnTo>
                  <a:lnTo>
                    <a:pt x="2887" y="21477"/>
                  </a:lnTo>
                  <a:lnTo>
                    <a:pt x="2583" y="20675"/>
                  </a:lnTo>
                  <a:lnTo>
                    <a:pt x="2287" y="20338"/>
                  </a:lnTo>
                  <a:lnTo>
                    <a:pt x="718" y="22118"/>
                  </a:lnTo>
                  <a:lnTo>
                    <a:pt x="268" y="21798"/>
                  </a:lnTo>
                  <a:lnTo>
                    <a:pt x="0" y="21151"/>
                  </a:lnTo>
                  <a:lnTo>
                    <a:pt x="89" y="18520"/>
                  </a:lnTo>
                  <a:lnTo>
                    <a:pt x="1381" y="16055"/>
                  </a:lnTo>
                  <a:lnTo>
                    <a:pt x="2476" y="11591"/>
                  </a:lnTo>
                  <a:lnTo>
                    <a:pt x="3245" y="9814"/>
                  </a:lnTo>
                  <a:lnTo>
                    <a:pt x="5035" y="8143"/>
                  </a:lnTo>
                  <a:lnTo>
                    <a:pt x="5760" y="7672"/>
                  </a:lnTo>
                  <a:lnTo>
                    <a:pt x="10973" y="5214"/>
                  </a:lnTo>
                  <a:lnTo>
                    <a:pt x="12217" y="5047"/>
                  </a:lnTo>
                  <a:lnTo>
                    <a:pt x="15521" y="5119"/>
                  </a:lnTo>
                  <a:lnTo>
                    <a:pt x="19941" y="4582"/>
                  </a:lnTo>
                  <a:lnTo>
                    <a:pt x="21035" y="4247"/>
                  </a:lnTo>
                  <a:lnTo>
                    <a:pt x="22452" y="3162"/>
                  </a:lnTo>
                  <a:lnTo>
                    <a:pt x="23824" y="1820"/>
                  </a:lnTo>
                  <a:lnTo>
                    <a:pt x="24551" y="764"/>
                  </a:lnTo>
                  <a:lnTo>
                    <a:pt x="25313" y="0"/>
                  </a:lnTo>
                  <a:lnTo>
                    <a:pt x="26450" y="960"/>
                  </a:lnTo>
                  <a:lnTo>
                    <a:pt x="28379" y="1690"/>
                  </a:lnTo>
                  <a:lnTo>
                    <a:pt x="28899" y="2328"/>
                  </a:lnTo>
                  <a:lnTo>
                    <a:pt x="29381" y="3214"/>
                  </a:lnTo>
                  <a:lnTo>
                    <a:pt x="27141" y="7915"/>
                  </a:lnTo>
                  <a:lnTo>
                    <a:pt x="24682" y="11805"/>
                  </a:lnTo>
                  <a:lnTo>
                    <a:pt x="23167" y="12982"/>
                  </a:lnTo>
                  <a:lnTo>
                    <a:pt x="21599" y="13778"/>
                  </a:lnTo>
                  <a:lnTo>
                    <a:pt x="20404" y="15282"/>
                  </a:lnTo>
                  <a:lnTo>
                    <a:pt x="19396" y="17639"/>
                  </a:lnTo>
                  <a:lnTo>
                    <a:pt x="18108" y="18967"/>
                  </a:lnTo>
                  <a:lnTo>
                    <a:pt x="16655" y="19414"/>
                  </a:lnTo>
                  <a:lnTo>
                    <a:pt x="15415" y="20121"/>
                  </a:lnTo>
                  <a:lnTo>
                    <a:pt x="14289" y="21506"/>
                  </a:lnTo>
                  <a:lnTo>
                    <a:pt x="12723" y="23881"/>
                  </a:lnTo>
                  <a:lnTo>
                    <a:pt x="12089" y="24124"/>
                  </a:lnTo>
                  <a:lnTo>
                    <a:pt x="11418" y="24066"/>
                  </a:lnTo>
                  <a:lnTo>
                    <a:pt x="10120" y="24975"/>
                  </a:lnTo>
                  <a:lnTo>
                    <a:pt x="6083" y="28368"/>
                  </a:lnTo>
                  <a:lnTo>
                    <a:pt x="3642" y="32143"/>
                  </a:lnTo>
                  <a:close/>
                </a:path>
              </a:pathLst>
            </a:custGeom>
            <a:solidFill>
              <a:srgbClr val="D2E5C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5" name="pg1424"/>
            <p:cNvSpPr/>
            <p:nvPr/>
          </p:nvSpPr>
          <p:spPr>
            <a:xfrm>
              <a:off x="4912756" y="3874597"/>
              <a:ext cx="1714" cy="5078"/>
            </a:xfrm>
            <a:custGeom>
              <a:avLst/>
              <a:pathLst>
                <a:path w="1714" h="5078">
                  <a:moveTo>
                    <a:pt x="1714" y="0"/>
                  </a:moveTo>
                  <a:lnTo>
                    <a:pt x="892" y="5078"/>
                  </a:lnTo>
                  <a:lnTo>
                    <a:pt x="0" y="3993"/>
                  </a:lnTo>
                  <a:lnTo>
                    <a:pt x="949" y="1142"/>
                  </a:lnTo>
                  <a:lnTo>
                    <a:pt x="1406" y="297"/>
                  </a:lnTo>
                  <a:close/>
                </a:path>
              </a:pathLst>
            </a:custGeom>
            <a:solidFill>
              <a:srgbClr val="D2E5C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6" name="pg1425"/>
            <p:cNvSpPr/>
            <p:nvPr/>
          </p:nvSpPr>
          <p:spPr>
            <a:xfrm>
              <a:off x="1204886" y="4263479"/>
              <a:ext cx="737" cy="4435"/>
            </a:xfrm>
            <a:custGeom>
              <a:avLst/>
              <a:pathLst>
                <a:path w="737" h="4435">
                  <a:moveTo>
                    <a:pt x="737" y="0"/>
                  </a:moveTo>
                  <a:lnTo>
                    <a:pt x="669" y="4435"/>
                  </a:lnTo>
                  <a:lnTo>
                    <a:pt x="66" y="2400"/>
                  </a:lnTo>
                  <a:lnTo>
                    <a:pt x="0" y="1457"/>
                  </a:lnTo>
                  <a:lnTo>
                    <a:pt x="610" y="86"/>
                  </a:lnTo>
                  <a:close/>
                </a:path>
              </a:pathLst>
            </a:custGeom>
            <a:solidFill>
              <a:srgbClr val="F3F8F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7" name="pg1426"/>
            <p:cNvSpPr/>
            <p:nvPr/>
          </p:nvSpPr>
          <p:spPr>
            <a:xfrm>
              <a:off x="1200081" y="4256617"/>
              <a:ext cx="3506" cy="5774"/>
            </a:xfrm>
            <a:custGeom>
              <a:avLst/>
              <a:pathLst>
                <a:path w="3506" h="5774">
                  <a:moveTo>
                    <a:pt x="2473" y="2986"/>
                  </a:moveTo>
                  <a:lnTo>
                    <a:pt x="2649" y="2989"/>
                  </a:lnTo>
                  <a:lnTo>
                    <a:pt x="2843" y="2112"/>
                  </a:lnTo>
                  <a:lnTo>
                    <a:pt x="3506" y="1794"/>
                  </a:lnTo>
                  <a:lnTo>
                    <a:pt x="3433" y="2732"/>
                  </a:lnTo>
                  <a:lnTo>
                    <a:pt x="2538" y="5774"/>
                  </a:lnTo>
                  <a:lnTo>
                    <a:pt x="1974" y="4585"/>
                  </a:lnTo>
                  <a:lnTo>
                    <a:pt x="331" y="2643"/>
                  </a:lnTo>
                  <a:lnTo>
                    <a:pt x="0" y="1139"/>
                  </a:lnTo>
                  <a:lnTo>
                    <a:pt x="546" y="0"/>
                  </a:lnTo>
                  <a:lnTo>
                    <a:pt x="490" y="917"/>
                  </a:lnTo>
                  <a:lnTo>
                    <a:pt x="763" y="1333"/>
                  </a:lnTo>
                  <a:lnTo>
                    <a:pt x="1690" y="1491"/>
                  </a:lnTo>
                  <a:lnTo>
                    <a:pt x="2521" y="2311"/>
                  </a:lnTo>
                  <a:lnTo>
                    <a:pt x="2006" y="2582"/>
                  </a:lnTo>
                  <a:close/>
                </a:path>
              </a:pathLst>
            </a:custGeom>
            <a:solidFill>
              <a:srgbClr val="F3F8F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8" name="pg1427"/>
            <p:cNvSpPr/>
            <p:nvPr/>
          </p:nvSpPr>
          <p:spPr>
            <a:xfrm>
              <a:off x="1216039" y="4182658"/>
              <a:ext cx="1817" cy="3938"/>
            </a:xfrm>
            <a:custGeom>
              <a:avLst/>
              <a:pathLst>
                <a:path w="1817" h="3938">
                  <a:moveTo>
                    <a:pt x="1427" y="2187"/>
                  </a:moveTo>
                  <a:lnTo>
                    <a:pt x="960" y="3938"/>
                  </a:lnTo>
                  <a:lnTo>
                    <a:pt x="738" y="3912"/>
                  </a:lnTo>
                  <a:lnTo>
                    <a:pt x="197" y="2897"/>
                  </a:lnTo>
                  <a:lnTo>
                    <a:pt x="0" y="2213"/>
                  </a:lnTo>
                  <a:lnTo>
                    <a:pt x="823" y="158"/>
                  </a:lnTo>
                  <a:lnTo>
                    <a:pt x="1247" y="0"/>
                  </a:lnTo>
                  <a:lnTo>
                    <a:pt x="1817" y="686"/>
                  </a:lnTo>
                  <a:lnTo>
                    <a:pt x="1791" y="1275"/>
                  </a:lnTo>
                  <a:close/>
                </a:path>
              </a:pathLst>
            </a:custGeom>
            <a:solidFill>
              <a:srgbClr val="F3F8F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9" name="pg1428"/>
            <p:cNvSpPr/>
            <p:nvPr/>
          </p:nvSpPr>
          <p:spPr>
            <a:xfrm>
              <a:off x="2600110" y="3313751"/>
              <a:ext cx="12197" cy="22917"/>
            </a:xfrm>
            <a:custGeom>
              <a:avLst/>
              <a:pathLst>
                <a:path w="12197" h="22917">
                  <a:moveTo>
                    <a:pt x="11031" y="20858"/>
                  </a:moveTo>
                  <a:lnTo>
                    <a:pt x="9030" y="22522"/>
                  </a:lnTo>
                  <a:lnTo>
                    <a:pt x="3818" y="22917"/>
                  </a:lnTo>
                  <a:lnTo>
                    <a:pt x="1658" y="22314"/>
                  </a:lnTo>
                  <a:lnTo>
                    <a:pt x="0" y="22785"/>
                  </a:lnTo>
                  <a:lnTo>
                    <a:pt x="3018" y="19163"/>
                  </a:lnTo>
                  <a:lnTo>
                    <a:pt x="3373" y="17635"/>
                  </a:lnTo>
                  <a:lnTo>
                    <a:pt x="4655" y="17348"/>
                  </a:lnTo>
                  <a:lnTo>
                    <a:pt x="5019" y="16892"/>
                  </a:lnTo>
                  <a:lnTo>
                    <a:pt x="5446" y="8902"/>
                  </a:lnTo>
                  <a:lnTo>
                    <a:pt x="5279" y="6999"/>
                  </a:lnTo>
                  <a:lnTo>
                    <a:pt x="5025" y="5950"/>
                  </a:lnTo>
                  <a:lnTo>
                    <a:pt x="4506" y="5194"/>
                  </a:lnTo>
                  <a:lnTo>
                    <a:pt x="3341" y="4162"/>
                  </a:lnTo>
                  <a:lnTo>
                    <a:pt x="3145" y="3609"/>
                  </a:lnTo>
                  <a:lnTo>
                    <a:pt x="3877" y="2726"/>
                  </a:lnTo>
                  <a:lnTo>
                    <a:pt x="5445" y="2239"/>
                  </a:lnTo>
                  <a:lnTo>
                    <a:pt x="6615" y="1282"/>
                  </a:lnTo>
                  <a:lnTo>
                    <a:pt x="9037" y="1090"/>
                  </a:lnTo>
                  <a:lnTo>
                    <a:pt x="10212" y="245"/>
                  </a:lnTo>
                  <a:lnTo>
                    <a:pt x="12197" y="0"/>
                  </a:lnTo>
                  <a:lnTo>
                    <a:pt x="11221" y="3666"/>
                  </a:lnTo>
                  <a:lnTo>
                    <a:pt x="10764" y="5033"/>
                  </a:lnTo>
                  <a:lnTo>
                    <a:pt x="10942" y="8336"/>
                  </a:lnTo>
                  <a:lnTo>
                    <a:pt x="10718" y="10577"/>
                  </a:lnTo>
                  <a:lnTo>
                    <a:pt x="10978" y="13411"/>
                  </a:lnTo>
                  <a:lnTo>
                    <a:pt x="11570" y="15272"/>
                  </a:lnTo>
                  <a:lnTo>
                    <a:pt x="11185" y="17101"/>
                  </a:lnTo>
                  <a:lnTo>
                    <a:pt x="11130" y="19869"/>
                  </a:lnTo>
                  <a:close/>
                </a:path>
              </a:pathLst>
            </a:custGeom>
            <a:solidFill>
              <a:srgbClr val="FFECE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0" name="pg1429"/>
            <p:cNvSpPr/>
            <p:nvPr/>
          </p:nvSpPr>
          <p:spPr>
            <a:xfrm>
              <a:off x="2613628" y="3299415"/>
              <a:ext cx="3518" cy="4632"/>
            </a:xfrm>
            <a:custGeom>
              <a:avLst/>
              <a:pathLst>
                <a:path w="3518" h="4632">
                  <a:moveTo>
                    <a:pt x="670" y="4340"/>
                  </a:moveTo>
                  <a:lnTo>
                    <a:pt x="0" y="4632"/>
                  </a:lnTo>
                  <a:lnTo>
                    <a:pt x="78" y="3457"/>
                  </a:lnTo>
                  <a:lnTo>
                    <a:pt x="1255" y="1422"/>
                  </a:lnTo>
                  <a:lnTo>
                    <a:pt x="3058" y="54"/>
                  </a:lnTo>
                  <a:lnTo>
                    <a:pt x="3518" y="0"/>
                  </a:lnTo>
                  <a:lnTo>
                    <a:pt x="3259" y="1822"/>
                  </a:lnTo>
                  <a:close/>
                </a:path>
              </a:pathLst>
            </a:custGeom>
            <a:solidFill>
              <a:srgbClr val="FFECE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1" name="pg1430"/>
            <p:cNvSpPr/>
            <p:nvPr/>
          </p:nvSpPr>
          <p:spPr>
            <a:xfrm>
              <a:off x="3496329" y="2632561"/>
              <a:ext cx="3893" cy="6085"/>
            </a:xfrm>
            <a:custGeom>
              <a:avLst/>
              <a:pathLst>
                <a:path w="3893" h="6085">
                  <a:moveTo>
                    <a:pt x="2906" y="5054"/>
                  </a:moveTo>
                  <a:lnTo>
                    <a:pt x="2582" y="5191"/>
                  </a:lnTo>
                  <a:lnTo>
                    <a:pt x="1985" y="5996"/>
                  </a:lnTo>
                  <a:lnTo>
                    <a:pt x="1670" y="6085"/>
                  </a:lnTo>
                  <a:lnTo>
                    <a:pt x="773" y="5184"/>
                  </a:lnTo>
                  <a:lnTo>
                    <a:pt x="431" y="5189"/>
                  </a:lnTo>
                  <a:lnTo>
                    <a:pt x="0" y="4556"/>
                  </a:lnTo>
                  <a:lnTo>
                    <a:pt x="145" y="1108"/>
                  </a:lnTo>
                  <a:lnTo>
                    <a:pt x="285" y="131"/>
                  </a:lnTo>
                  <a:lnTo>
                    <a:pt x="2466" y="0"/>
                  </a:lnTo>
                  <a:lnTo>
                    <a:pt x="3650" y="2061"/>
                  </a:lnTo>
                  <a:lnTo>
                    <a:pt x="3844" y="2602"/>
                  </a:lnTo>
                  <a:lnTo>
                    <a:pt x="3893" y="3192"/>
                  </a:lnTo>
                  <a:lnTo>
                    <a:pt x="3344" y="4348"/>
                  </a:lnTo>
                  <a:close/>
                </a:path>
              </a:pathLst>
            </a:custGeom>
            <a:solidFill>
              <a:srgbClr val="FFF8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2" name="pg1431"/>
            <p:cNvSpPr/>
            <p:nvPr/>
          </p:nvSpPr>
          <p:spPr>
            <a:xfrm>
              <a:off x="3501284" y="2605163"/>
              <a:ext cx="1942" cy="4096"/>
            </a:xfrm>
            <a:custGeom>
              <a:avLst/>
              <a:pathLst>
                <a:path w="1942" h="4096">
                  <a:moveTo>
                    <a:pt x="1905" y="1965"/>
                  </a:moveTo>
                  <a:lnTo>
                    <a:pt x="0" y="4096"/>
                  </a:lnTo>
                  <a:lnTo>
                    <a:pt x="362" y="2237"/>
                  </a:lnTo>
                  <a:lnTo>
                    <a:pt x="1619" y="0"/>
                  </a:lnTo>
                  <a:lnTo>
                    <a:pt x="1942" y="535"/>
                  </a:lnTo>
                  <a:close/>
                </a:path>
              </a:pathLst>
            </a:custGeom>
            <a:solidFill>
              <a:srgbClr val="FFF8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3" name="pg1432"/>
            <p:cNvSpPr/>
            <p:nvPr/>
          </p:nvSpPr>
          <p:spPr>
            <a:xfrm>
              <a:off x="3456515" y="2530697"/>
              <a:ext cx="49856" cy="210122"/>
            </a:xfrm>
            <a:custGeom>
              <a:avLst/>
              <a:pathLst>
                <a:path w="49856" h="210122">
                  <a:moveTo>
                    <a:pt x="49470" y="122878"/>
                  </a:moveTo>
                  <a:lnTo>
                    <a:pt x="49443" y="123657"/>
                  </a:lnTo>
                  <a:lnTo>
                    <a:pt x="49008" y="129266"/>
                  </a:lnTo>
                  <a:lnTo>
                    <a:pt x="48909" y="131286"/>
                  </a:lnTo>
                  <a:lnTo>
                    <a:pt x="48844" y="134704"/>
                  </a:lnTo>
                  <a:lnTo>
                    <a:pt x="48844" y="138815"/>
                  </a:lnTo>
                  <a:lnTo>
                    <a:pt x="49830" y="142291"/>
                  </a:lnTo>
                  <a:lnTo>
                    <a:pt x="49856" y="143816"/>
                  </a:lnTo>
                  <a:lnTo>
                    <a:pt x="49474" y="145579"/>
                  </a:lnTo>
                  <a:lnTo>
                    <a:pt x="47661" y="147602"/>
                  </a:lnTo>
                  <a:lnTo>
                    <a:pt x="45319" y="150216"/>
                  </a:lnTo>
                  <a:lnTo>
                    <a:pt x="43307" y="152699"/>
                  </a:lnTo>
                  <a:lnTo>
                    <a:pt x="41101" y="155419"/>
                  </a:lnTo>
                  <a:lnTo>
                    <a:pt x="40424" y="157177"/>
                  </a:lnTo>
                  <a:lnTo>
                    <a:pt x="39331" y="158530"/>
                  </a:lnTo>
                  <a:lnTo>
                    <a:pt x="38417" y="159885"/>
                  </a:lnTo>
                  <a:lnTo>
                    <a:pt x="38252" y="161179"/>
                  </a:lnTo>
                  <a:lnTo>
                    <a:pt x="37612" y="163637"/>
                  </a:lnTo>
                  <a:lnTo>
                    <a:pt x="36774" y="165603"/>
                  </a:lnTo>
                  <a:lnTo>
                    <a:pt x="34680" y="166525"/>
                  </a:lnTo>
                  <a:lnTo>
                    <a:pt x="34292" y="167112"/>
                  </a:lnTo>
                  <a:lnTo>
                    <a:pt x="33322" y="170062"/>
                  </a:lnTo>
                  <a:lnTo>
                    <a:pt x="32876" y="171224"/>
                  </a:lnTo>
                  <a:lnTo>
                    <a:pt x="32322" y="173648"/>
                  </a:lnTo>
                  <a:lnTo>
                    <a:pt x="33034" y="179936"/>
                  </a:lnTo>
                  <a:lnTo>
                    <a:pt x="33906" y="186402"/>
                  </a:lnTo>
                  <a:lnTo>
                    <a:pt x="34075" y="189100"/>
                  </a:lnTo>
                  <a:lnTo>
                    <a:pt x="34063" y="191343"/>
                  </a:lnTo>
                  <a:lnTo>
                    <a:pt x="33574" y="193758"/>
                  </a:lnTo>
                  <a:lnTo>
                    <a:pt x="32458" y="197222"/>
                  </a:lnTo>
                  <a:lnTo>
                    <a:pt x="31641" y="199760"/>
                  </a:lnTo>
                  <a:lnTo>
                    <a:pt x="30071" y="204332"/>
                  </a:lnTo>
                  <a:lnTo>
                    <a:pt x="29608" y="205456"/>
                  </a:lnTo>
                  <a:lnTo>
                    <a:pt x="28527" y="206788"/>
                  </a:lnTo>
                  <a:lnTo>
                    <a:pt x="26436" y="208558"/>
                  </a:lnTo>
                  <a:lnTo>
                    <a:pt x="24965" y="210122"/>
                  </a:lnTo>
                  <a:lnTo>
                    <a:pt x="24215" y="203149"/>
                  </a:lnTo>
                  <a:lnTo>
                    <a:pt x="23574" y="197198"/>
                  </a:lnTo>
                  <a:lnTo>
                    <a:pt x="23046" y="192289"/>
                  </a:lnTo>
                  <a:lnTo>
                    <a:pt x="22116" y="183648"/>
                  </a:lnTo>
                  <a:lnTo>
                    <a:pt x="21328" y="176310"/>
                  </a:lnTo>
                  <a:lnTo>
                    <a:pt x="20541" y="168992"/>
                  </a:lnTo>
                  <a:lnTo>
                    <a:pt x="19826" y="162349"/>
                  </a:lnTo>
                  <a:lnTo>
                    <a:pt x="19107" y="155664"/>
                  </a:lnTo>
                  <a:lnTo>
                    <a:pt x="18797" y="154689"/>
                  </a:lnTo>
                  <a:lnTo>
                    <a:pt x="16639" y="151535"/>
                  </a:lnTo>
                  <a:lnTo>
                    <a:pt x="14651" y="148629"/>
                  </a:lnTo>
                  <a:lnTo>
                    <a:pt x="12580" y="145324"/>
                  </a:lnTo>
                  <a:lnTo>
                    <a:pt x="10338" y="141740"/>
                  </a:lnTo>
                  <a:lnTo>
                    <a:pt x="9977" y="137228"/>
                  </a:lnTo>
                  <a:lnTo>
                    <a:pt x="8827" y="130419"/>
                  </a:lnTo>
                  <a:lnTo>
                    <a:pt x="7612" y="126619"/>
                  </a:lnTo>
                  <a:lnTo>
                    <a:pt x="7156" y="125622"/>
                  </a:lnTo>
                  <a:lnTo>
                    <a:pt x="4709" y="123168"/>
                  </a:lnTo>
                  <a:lnTo>
                    <a:pt x="3295" y="121366"/>
                  </a:lnTo>
                  <a:lnTo>
                    <a:pt x="2909" y="120320"/>
                  </a:lnTo>
                  <a:lnTo>
                    <a:pt x="2635" y="117548"/>
                  </a:lnTo>
                  <a:lnTo>
                    <a:pt x="1628" y="112042"/>
                  </a:lnTo>
                  <a:lnTo>
                    <a:pt x="478" y="107040"/>
                  </a:lnTo>
                  <a:lnTo>
                    <a:pt x="56" y="103655"/>
                  </a:lnTo>
                  <a:lnTo>
                    <a:pt x="0" y="99399"/>
                  </a:lnTo>
                  <a:lnTo>
                    <a:pt x="225" y="96325"/>
                  </a:lnTo>
                  <a:lnTo>
                    <a:pt x="726" y="95011"/>
                  </a:lnTo>
                  <a:lnTo>
                    <a:pt x="3121" y="91185"/>
                  </a:lnTo>
                  <a:lnTo>
                    <a:pt x="4228" y="86581"/>
                  </a:lnTo>
                  <a:lnTo>
                    <a:pt x="5599" y="84855"/>
                  </a:lnTo>
                  <a:lnTo>
                    <a:pt x="6786" y="83555"/>
                  </a:lnTo>
                  <a:lnTo>
                    <a:pt x="7747" y="82041"/>
                  </a:lnTo>
                  <a:lnTo>
                    <a:pt x="8602" y="79607"/>
                  </a:lnTo>
                  <a:lnTo>
                    <a:pt x="9254" y="77013"/>
                  </a:lnTo>
                  <a:lnTo>
                    <a:pt x="9366" y="74210"/>
                  </a:lnTo>
                  <a:lnTo>
                    <a:pt x="9640" y="69762"/>
                  </a:lnTo>
                  <a:lnTo>
                    <a:pt x="10075" y="66655"/>
                  </a:lnTo>
                  <a:lnTo>
                    <a:pt x="11088" y="63132"/>
                  </a:lnTo>
                  <a:lnTo>
                    <a:pt x="10664" y="60302"/>
                  </a:lnTo>
                  <a:lnTo>
                    <a:pt x="10128" y="57244"/>
                  </a:lnTo>
                  <a:lnTo>
                    <a:pt x="10283" y="51951"/>
                  </a:lnTo>
                  <a:lnTo>
                    <a:pt x="10149" y="49803"/>
                  </a:lnTo>
                  <a:lnTo>
                    <a:pt x="9715" y="47901"/>
                  </a:lnTo>
                  <a:lnTo>
                    <a:pt x="9272" y="45463"/>
                  </a:lnTo>
                  <a:lnTo>
                    <a:pt x="9256" y="43431"/>
                  </a:lnTo>
                  <a:lnTo>
                    <a:pt x="9682" y="38100"/>
                  </a:lnTo>
                  <a:lnTo>
                    <a:pt x="10009" y="34029"/>
                  </a:lnTo>
                  <a:lnTo>
                    <a:pt x="10527" y="28733"/>
                  </a:lnTo>
                  <a:lnTo>
                    <a:pt x="10345" y="27250"/>
                  </a:lnTo>
                  <a:lnTo>
                    <a:pt x="9959" y="26143"/>
                  </a:lnTo>
                  <a:lnTo>
                    <a:pt x="8800" y="24976"/>
                  </a:lnTo>
                  <a:lnTo>
                    <a:pt x="8786" y="24272"/>
                  </a:lnTo>
                  <a:lnTo>
                    <a:pt x="9071" y="23494"/>
                  </a:lnTo>
                  <a:lnTo>
                    <a:pt x="10785" y="20916"/>
                  </a:lnTo>
                  <a:lnTo>
                    <a:pt x="11705" y="17127"/>
                  </a:lnTo>
                  <a:lnTo>
                    <a:pt x="12477" y="16337"/>
                  </a:lnTo>
                  <a:lnTo>
                    <a:pt x="13643" y="14965"/>
                  </a:lnTo>
                  <a:lnTo>
                    <a:pt x="13599" y="13489"/>
                  </a:lnTo>
                  <a:lnTo>
                    <a:pt x="13338" y="11913"/>
                  </a:lnTo>
                  <a:lnTo>
                    <a:pt x="16386" y="10128"/>
                  </a:lnTo>
                  <a:lnTo>
                    <a:pt x="19290" y="5452"/>
                  </a:lnTo>
                  <a:lnTo>
                    <a:pt x="20316" y="4306"/>
                  </a:lnTo>
                  <a:lnTo>
                    <a:pt x="27053" y="0"/>
                  </a:lnTo>
                  <a:lnTo>
                    <a:pt x="27928" y="298"/>
                  </a:lnTo>
                  <a:lnTo>
                    <a:pt x="28910" y="927"/>
                  </a:lnTo>
                  <a:lnTo>
                    <a:pt x="28627" y="2533"/>
                  </a:lnTo>
                  <a:lnTo>
                    <a:pt x="28238" y="3810"/>
                  </a:lnTo>
                  <a:lnTo>
                    <a:pt x="28809" y="6058"/>
                  </a:lnTo>
                  <a:lnTo>
                    <a:pt x="29625" y="4690"/>
                  </a:lnTo>
                  <a:lnTo>
                    <a:pt x="29415" y="3768"/>
                  </a:lnTo>
                  <a:lnTo>
                    <a:pt x="29368" y="2548"/>
                  </a:lnTo>
                  <a:lnTo>
                    <a:pt x="30756" y="2441"/>
                  </a:lnTo>
                  <a:lnTo>
                    <a:pt x="31982" y="2633"/>
                  </a:lnTo>
                  <a:lnTo>
                    <a:pt x="33327" y="3974"/>
                  </a:lnTo>
                  <a:lnTo>
                    <a:pt x="33233" y="9056"/>
                  </a:lnTo>
                  <a:lnTo>
                    <a:pt x="35026" y="14035"/>
                  </a:lnTo>
                  <a:lnTo>
                    <a:pt x="34522" y="16514"/>
                  </a:lnTo>
                  <a:lnTo>
                    <a:pt x="35991" y="17981"/>
                  </a:lnTo>
                  <a:lnTo>
                    <a:pt x="37297" y="16223"/>
                  </a:lnTo>
                  <a:lnTo>
                    <a:pt x="37953" y="13620"/>
                  </a:lnTo>
                  <a:lnTo>
                    <a:pt x="40358" y="12118"/>
                  </a:lnTo>
                  <a:lnTo>
                    <a:pt x="42643" y="8306"/>
                  </a:lnTo>
                  <a:lnTo>
                    <a:pt x="43908" y="7915"/>
                  </a:lnTo>
                  <a:lnTo>
                    <a:pt x="44194" y="11042"/>
                  </a:lnTo>
                  <a:lnTo>
                    <a:pt x="44806" y="13778"/>
                  </a:lnTo>
                  <a:lnTo>
                    <a:pt x="43941" y="14742"/>
                  </a:lnTo>
                  <a:lnTo>
                    <a:pt x="42838" y="17651"/>
                  </a:lnTo>
                  <a:lnTo>
                    <a:pt x="40752" y="25035"/>
                  </a:lnTo>
                  <a:lnTo>
                    <a:pt x="38830" y="27207"/>
                  </a:lnTo>
                  <a:lnTo>
                    <a:pt x="37390" y="30052"/>
                  </a:lnTo>
                  <a:lnTo>
                    <a:pt x="36925" y="32075"/>
                  </a:lnTo>
                  <a:lnTo>
                    <a:pt x="36784" y="34431"/>
                  </a:lnTo>
                  <a:lnTo>
                    <a:pt x="37144" y="38648"/>
                  </a:lnTo>
                  <a:lnTo>
                    <a:pt x="38194" y="42938"/>
                  </a:lnTo>
                  <a:lnTo>
                    <a:pt x="39405" y="45531"/>
                  </a:lnTo>
                  <a:lnTo>
                    <a:pt x="40574" y="46342"/>
                  </a:lnTo>
                  <a:lnTo>
                    <a:pt x="43296" y="50426"/>
                  </a:lnTo>
                  <a:lnTo>
                    <a:pt x="43252" y="52856"/>
                  </a:lnTo>
                  <a:lnTo>
                    <a:pt x="43632" y="55744"/>
                  </a:lnTo>
                  <a:lnTo>
                    <a:pt x="43777" y="59253"/>
                  </a:lnTo>
                  <a:lnTo>
                    <a:pt x="44725" y="62055"/>
                  </a:lnTo>
                  <a:lnTo>
                    <a:pt x="42698" y="68161"/>
                  </a:lnTo>
                  <a:lnTo>
                    <a:pt x="41592" y="72574"/>
                  </a:lnTo>
                  <a:lnTo>
                    <a:pt x="39429" y="78657"/>
                  </a:lnTo>
                  <a:lnTo>
                    <a:pt x="37503" y="82608"/>
                  </a:lnTo>
                  <a:lnTo>
                    <a:pt x="33376" y="88479"/>
                  </a:lnTo>
                  <a:lnTo>
                    <a:pt x="32364" y="90429"/>
                  </a:lnTo>
                  <a:lnTo>
                    <a:pt x="31703" y="92451"/>
                  </a:lnTo>
                  <a:lnTo>
                    <a:pt x="31397" y="94558"/>
                  </a:lnTo>
                  <a:lnTo>
                    <a:pt x="31508" y="97041"/>
                  </a:lnTo>
                  <a:lnTo>
                    <a:pt x="32865" y="103136"/>
                  </a:lnTo>
                  <a:lnTo>
                    <a:pt x="34670" y="106734"/>
                  </a:lnTo>
                  <a:lnTo>
                    <a:pt x="36509" y="108677"/>
                  </a:lnTo>
                  <a:lnTo>
                    <a:pt x="39704" y="107894"/>
                  </a:lnTo>
                  <a:lnTo>
                    <a:pt x="39594" y="110239"/>
                  </a:lnTo>
                  <a:lnTo>
                    <a:pt x="39822" y="113053"/>
                  </a:lnTo>
                  <a:lnTo>
                    <a:pt x="41122" y="112921"/>
                  </a:lnTo>
                  <a:lnTo>
                    <a:pt x="41990" y="112484"/>
                  </a:lnTo>
                  <a:lnTo>
                    <a:pt x="42725" y="109746"/>
                  </a:lnTo>
                  <a:lnTo>
                    <a:pt x="44287" y="111621"/>
                  </a:lnTo>
                  <a:lnTo>
                    <a:pt x="45098" y="117343"/>
                  </a:lnTo>
                  <a:lnTo>
                    <a:pt x="46420" y="119128"/>
                  </a:lnTo>
                  <a:lnTo>
                    <a:pt x="46574" y="119793"/>
                  </a:lnTo>
                  <a:lnTo>
                    <a:pt x="46108" y="120229"/>
                  </a:lnTo>
                  <a:lnTo>
                    <a:pt x="45744" y="120889"/>
                  </a:lnTo>
                  <a:lnTo>
                    <a:pt x="46134" y="121351"/>
                  </a:lnTo>
                  <a:lnTo>
                    <a:pt x="47415" y="122064"/>
                  </a:lnTo>
                  <a:lnTo>
                    <a:pt x="48186" y="121608"/>
                  </a:lnTo>
                  <a:close/>
                </a:path>
              </a:pathLst>
            </a:custGeom>
            <a:solidFill>
              <a:srgbClr val="FFF8F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4" name="pg1433"/>
            <p:cNvSpPr/>
            <p:nvPr/>
          </p:nvSpPr>
          <p:spPr>
            <a:xfrm>
              <a:off x="3680771" y="2445076"/>
              <a:ext cx="3801" cy="3915"/>
            </a:xfrm>
            <a:custGeom>
              <a:avLst/>
              <a:pathLst>
                <a:path w="3801" h="3915">
                  <a:moveTo>
                    <a:pt x="3715" y="3004"/>
                  </a:moveTo>
                  <a:lnTo>
                    <a:pt x="879" y="3915"/>
                  </a:lnTo>
                  <a:lnTo>
                    <a:pt x="0" y="3017"/>
                  </a:lnTo>
                  <a:lnTo>
                    <a:pt x="888" y="1232"/>
                  </a:lnTo>
                  <a:lnTo>
                    <a:pt x="2540" y="127"/>
                  </a:lnTo>
                  <a:lnTo>
                    <a:pt x="3077" y="0"/>
                  </a:lnTo>
                  <a:lnTo>
                    <a:pt x="3801" y="1777"/>
                  </a:lnTo>
                  <a:close/>
                </a:path>
              </a:pathLst>
            </a:custGeom>
            <a:solidFill>
              <a:srgbClr val="F9FCF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5" name="pg1434"/>
            <p:cNvSpPr/>
            <p:nvPr/>
          </p:nvSpPr>
          <p:spPr>
            <a:xfrm>
              <a:off x="3686040" y="2391140"/>
              <a:ext cx="231016" cy="184144"/>
            </a:xfrm>
            <a:custGeom>
              <a:avLst/>
              <a:pathLst>
                <a:path w="231016" h="184144">
                  <a:moveTo>
                    <a:pt x="190206" y="16127"/>
                  </a:moveTo>
                  <a:lnTo>
                    <a:pt x="191027" y="16723"/>
                  </a:lnTo>
                  <a:lnTo>
                    <a:pt x="192572" y="17483"/>
                  </a:lnTo>
                  <a:lnTo>
                    <a:pt x="193530" y="18401"/>
                  </a:lnTo>
                  <a:lnTo>
                    <a:pt x="194074" y="18642"/>
                  </a:lnTo>
                  <a:lnTo>
                    <a:pt x="195336" y="16772"/>
                  </a:lnTo>
                  <a:lnTo>
                    <a:pt x="197211" y="16818"/>
                  </a:lnTo>
                  <a:lnTo>
                    <a:pt x="198857" y="17036"/>
                  </a:lnTo>
                  <a:lnTo>
                    <a:pt x="199707" y="17383"/>
                  </a:lnTo>
                  <a:lnTo>
                    <a:pt x="200748" y="18003"/>
                  </a:lnTo>
                  <a:lnTo>
                    <a:pt x="202007" y="18421"/>
                  </a:lnTo>
                  <a:lnTo>
                    <a:pt x="202520" y="17528"/>
                  </a:lnTo>
                  <a:lnTo>
                    <a:pt x="203253" y="14892"/>
                  </a:lnTo>
                  <a:lnTo>
                    <a:pt x="203538" y="14555"/>
                  </a:lnTo>
                  <a:lnTo>
                    <a:pt x="203740" y="14315"/>
                  </a:lnTo>
                  <a:lnTo>
                    <a:pt x="204673" y="14110"/>
                  </a:lnTo>
                  <a:lnTo>
                    <a:pt x="205557" y="14312"/>
                  </a:lnTo>
                  <a:lnTo>
                    <a:pt x="205974" y="14761"/>
                  </a:lnTo>
                  <a:lnTo>
                    <a:pt x="206391" y="16869"/>
                  </a:lnTo>
                  <a:lnTo>
                    <a:pt x="207441" y="17623"/>
                  </a:lnTo>
                  <a:lnTo>
                    <a:pt x="209297" y="20993"/>
                  </a:lnTo>
                  <a:lnTo>
                    <a:pt x="210431" y="22343"/>
                  </a:lnTo>
                  <a:lnTo>
                    <a:pt x="210706" y="22910"/>
                  </a:lnTo>
                  <a:lnTo>
                    <a:pt x="210332" y="23592"/>
                  </a:lnTo>
                  <a:lnTo>
                    <a:pt x="210478" y="24432"/>
                  </a:lnTo>
                  <a:lnTo>
                    <a:pt x="211127" y="25533"/>
                  </a:lnTo>
                  <a:lnTo>
                    <a:pt x="212038" y="25946"/>
                  </a:lnTo>
                  <a:lnTo>
                    <a:pt x="213022" y="25800"/>
                  </a:lnTo>
                  <a:lnTo>
                    <a:pt x="213557" y="26201"/>
                  </a:lnTo>
                  <a:lnTo>
                    <a:pt x="213940" y="26823"/>
                  </a:lnTo>
                  <a:lnTo>
                    <a:pt x="214041" y="27696"/>
                  </a:lnTo>
                  <a:lnTo>
                    <a:pt x="214015" y="28253"/>
                  </a:lnTo>
                  <a:lnTo>
                    <a:pt x="214210" y="29507"/>
                  </a:lnTo>
                  <a:lnTo>
                    <a:pt x="214977" y="31276"/>
                  </a:lnTo>
                  <a:lnTo>
                    <a:pt x="215893" y="32358"/>
                  </a:lnTo>
                  <a:lnTo>
                    <a:pt x="216386" y="33516"/>
                  </a:lnTo>
                  <a:lnTo>
                    <a:pt x="217186" y="37501"/>
                  </a:lnTo>
                  <a:lnTo>
                    <a:pt x="217509" y="39706"/>
                  </a:lnTo>
                  <a:lnTo>
                    <a:pt x="217389" y="41827"/>
                  </a:lnTo>
                  <a:lnTo>
                    <a:pt x="216833" y="44004"/>
                  </a:lnTo>
                  <a:lnTo>
                    <a:pt x="215617" y="46714"/>
                  </a:lnTo>
                  <a:lnTo>
                    <a:pt x="215919" y="47846"/>
                  </a:lnTo>
                  <a:lnTo>
                    <a:pt x="216191" y="49345"/>
                  </a:lnTo>
                  <a:lnTo>
                    <a:pt x="216099" y="50430"/>
                  </a:lnTo>
                  <a:lnTo>
                    <a:pt x="216960" y="53896"/>
                  </a:lnTo>
                  <a:lnTo>
                    <a:pt x="217351" y="56047"/>
                  </a:lnTo>
                  <a:lnTo>
                    <a:pt x="217024" y="56545"/>
                  </a:lnTo>
                  <a:lnTo>
                    <a:pt x="216813" y="57233"/>
                  </a:lnTo>
                  <a:lnTo>
                    <a:pt x="218361" y="58891"/>
                  </a:lnTo>
                  <a:lnTo>
                    <a:pt x="220216" y="60284"/>
                  </a:lnTo>
                  <a:lnTo>
                    <a:pt x="220998" y="60550"/>
                  </a:lnTo>
                  <a:lnTo>
                    <a:pt x="223128" y="59911"/>
                  </a:lnTo>
                  <a:lnTo>
                    <a:pt x="224501" y="59774"/>
                  </a:lnTo>
                  <a:lnTo>
                    <a:pt x="225863" y="61093"/>
                  </a:lnTo>
                  <a:lnTo>
                    <a:pt x="227847" y="64289"/>
                  </a:lnTo>
                  <a:lnTo>
                    <a:pt x="229986" y="68458"/>
                  </a:lnTo>
                  <a:lnTo>
                    <a:pt x="230412" y="69728"/>
                  </a:lnTo>
                  <a:lnTo>
                    <a:pt x="230599" y="70285"/>
                  </a:lnTo>
                  <a:lnTo>
                    <a:pt x="231016" y="71297"/>
                  </a:lnTo>
                  <a:lnTo>
                    <a:pt x="230583" y="71278"/>
                  </a:lnTo>
                  <a:lnTo>
                    <a:pt x="229878" y="70372"/>
                  </a:lnTo>
                  <a:lnTo>
                    <a:pt x="228176" y="67806"/>
                  </a:lnTo>
                  <a:lnTo>
                    <a:pt x="227308" y="68909"/>
                  </a:lnTo>
                  <a:lnTo>
                    <a:pt x="226558" y="70815"/>
                  </a:lnTo>
                  <a:lnTo>
                    <a:pt x="225736" y="78043"/>
                  </a:lnTo>
                  <a:lnTo>
                    <a:pt x="225071" y="78814"/>
                  </a:lnTo>
                  <a:lnTo>
                    <a:pt x="223898" y="78792"/>
                  </a:lnTo>
                  <a:lnTo>
                    <a:pt x="222462" y="78542"/>
                  </a:lnTo>
                  <a:lnTo>
                    <a:pt x="221474" y="78905"/>
                  </a:lnTo>
                  <a:lnTo>
                    <a:pt x="221218" y="79363"/>
                  </a:lnTo>
                  <a:lnTo>
                    <a:pt x="221349" y="80144"/>
                  </a:lnTo>
                  <a:lnTo>
                    <a:pt x="221641" y="81331"/>
                  </a:lnTo>
                  <a:lnTo>
                    <a:pt x="221849" y="82835"/>
                  </a:lnTo>
                  <a:lnTo>
                    <a:pt x="221908" y="84066"/>
                  </a:lnTo>
                  <a:lnTo>
                    <a:pt x="222428" y="85179"/>
                  </a:lnTo>
                  <a:lnTo>
                    <a:pt x="223128" y="86237"/>
                  </a:lnTo>
                  <a:lnTo>
                    <a:pt x="223160" y="87323"/>
                  </a:lnTo>
                  <a:lnTo>
                    <a:pt x="223053" y="88854"/>
                  </a:lnTo>
                  <a:lnTo>
                    <a:pt x="222891" y="90021"/>
                  </a:lnTo>
                  <a:lnTo>
                    <a:pt x="222715" y="90682"/>
                  </a:lnTo>
                  <a:lnTo>
                    <a:pt x="223039" y="92456"/>
                  </a:lnTo>
                  <a:lnTo>
                    <a:pt x="223800" y="94558"/>
                  </a:lnTo>
                  <a:lnTo>
                    <a:pt x="224284" y="95361"/>
                  </a:lnTo>
                  <a:lnTo>
                    <a:pt x="224103" y="99362"/>
                  </a:lnTo>
                  <a:lnTo>
                    <a:pt x="224389" y="101134"/>
                  </a:lnTo>
                  <a:lnTo>
                    <a:pt x="224607" y="103583"/>
                  </a:lnTo>
                  <a:lnTo>
                    <a:pt x="224520" y="107651"/>
                  </a:lnTo>
                  <a:lnTo>
                    <a:pt x="224616" y="108651"/>
                  </a:lnTo>
                  <a:lnTo>
                    <a:pt x="224876" y="108993"/>
                  </a:lnTo>
                  <a:lnTo>
                    <a:pt x="225569" y="109145"/>
                  </a:lnTo>
                  <a:lnTo>
                    <a:pt x="226248" y="109523"/>
                  </a:lnTo>
                  <a:lnTo>
                    <a:pt x="226483" y="110189"/>
                  </a:lnTo>
                  <a:lnTo>
                    <a:pt x="226480" y="110676"/>
                  </a:lnTo>
                  <a:lnTo>
                    <a:pt x="225631" y="112543"/>
                  </a:lnTo>
                  <a:lnTo>
                    <a:pt x="225531" y="113869"/>
                  </a:lnTo>
                  <a:lnTo>
                    <a:pt x="225237" y="115737"/>
                  </a:lnTo>
                  <a:lnTo>
                    <a:pt x="224996" y="116836"/>
                  </a:lnTo>
                  <a:lnTo>
                    <a:pt x="224238" y="118918"/>
                  </a:lnTo>
                  <a:lnTo>
                    <a:pt x="223756" y="121035"/>
                  </a:lnTo>
                  <a:lnTo>
                    <a:pt x="223539" y="122782"/>
                  </a:lnTo>
                  <a:lnTo>
                    <a:pt x="223683" y="123606"/>
                  </a:lnTo>
                  <a:lnTo>
                    <a:pt x="225081" y="123854"/>
                  </a:lnTo>
                  <a:lnTo>
                    <a:pt x="225840" y="125111"/>
                  </a:lnTo>
                  <a:lnTo>
                    <a:pt x="227857" y="127611"/>
                  </a:lnTo>
                  <a:lnTo>
                    <a:pt x="228211" y="128624"/>
                  </a:lnTo>
                  <a:lnTo>
                    <a:pt x="227661" y="130167"/>
                  </a:lnTo>
                  <a:lnTo>
                    <a:pt x="227670" y="130812"/>
                  </a:lnTo>
                  <a:lnTo>
                    <a:pt x="227931" y="131630"/>
                  </a:lnTo>
                  <a:lnTo>
                    <a:pt x="228054" y="133061"/>
                  </a:lnTo>
                  <a:lnTo>
                    <a:pt x="228004" y="134651"/>
                  </a:lnTo>
                  <a:lnTo>
                    <a:pt x="228015" y="136749"/>
                  </a:lnTo>
                  <a:lnTo>
                    <a:pt x="228386" y="137094"/>
                  </a:lnTo>
                  <a:lnTo>
                    <a:pt x="229756" y="139062"/>
                  </a:lnTo>
                  <a:lnTo>
                    <a:pt x="230731" y="141034"/>
                  </a:lnTo>
                  <a:lnTo>
                    <a:pt x="230764" y="141643"/>
                  </a:lnTo>
                  <a:lnTo>
                    <a:pt x="230289" y="143200"/>
                  </a:lnTo>
                  <a:lnTo>
                    <a:pt x="230393" y="144995"/>
                  </a:lnTo>
                  <a:lnTo>
                    <a:pt x="230373" y="145406"/>
                  </a:lnTo>
                  <a:lnTo>
                    <a:pt x="229952" y="144731"/>
                  </a:lnTo>
                  <a:lnTo>
                    <a:pt x="229191" y="144485"/>
                  </a:lnTo>
                  <a:lnTo>
                    <a:pt x="228409" y="144413"/>
                  </a:lnTo>
                  <a:lnTo>
                    <a:pt x="227916" y="144938"/>
                  </a:lnTo>
                  <a:lnTo>
                    <a:pt x="227052" y="146348"/>
                  </a:lnTo>
                  <a:lnTo>
                    <a:pt x="225892" y="147886"/>
                  </a:lnTo>
                  <a:lnTo>
                    <a:pt x="224949" y="149297"/>
                  </a:lnTo>
                  <a:lnTo>
                    <a:pt x="224409" y="150264"/>
                  </a:lnTo>
                  <a:lnTo>
                    <a:pt x="223964" y="150108"/>
                  </a:lnTo>
                  <a:lnTo>
                    <a:pt x="223615" y="149264"/>
                  </a:lnTo>
                  <a:lnTo>
                    <a:pt x="223420" y="148084"/>
                  </a:lnTo>
                  <a:lnTo>
                    <a:pt x="223503" y="143627"/>
                  </a:lnTo>
                  <a:lnTo>
                    <a:pt x="223298" y="142232"/>
                  </a:lnTo>
                  <a:lnTo>
                    <a:pt x="222860" y="141253"/>
                  </a:lnTo>
                  <a:lnTo>
                    <a:pt x="222344" y="140695"/>
                  </a:lnTo>
                  <a:lnTo>
                    <a:pt x="221729" y="140382"/>
                  </a:lnTo>
                  <a:lnTo>
                    <a:pt x="221094" y="140350"/>
                  </a:lnTo>
                  <a:lnTo>
                    <a:pt x="220192" y="141657"/>
                  </a:lnTo>
                  <a:lnTo>
                    <a:pt x="218913" y="143009"/>
                  </a:lnTo>
                  <a:lnTo>
                    <a:pt x="216931" y="142900"/>
                  </a:lnTo>
                  <a:lnTo>
                    <a:pt x="215600" y="142646"/>
                  </a:lnTo>
                  <a:lnTo>
                    <a:pt x="214957" y="142389"/>
                  </a:lnTo>
                  <a:lnTo>
                    <a:pt x="212377" y="140317"/>
                  </a:lnTo>
                  <a:lnTo>
                    <a:pt x="211838" y="140262"/>
                  </a:lnTo>
                  <a:lnTo>
                    <a:pt x="210877" y="139424"/>
                  </a:lnTo>
                  <a:lnTo>
                    <a:pt x="209733" y="138759"/>
                  </a:lnTo>
                  <a:lnTo>
                    <a:pt x="207810" y="140018"/>
                  </a:lnTo>
                  <a:lnTo>
                    <a:pt x="206977" y="139718"/>
                  </a:lnTo>
                  <a:lnTo>
                    <a:pt x="205811" y="138626"/>
                  </a:lnTo>
                  <a:lnTo>
                    <a:pt x="205397" y="138920"/>
                  </a:lnTo>
                  <a:lnTo>
                    <a:pt x="204093" y="142249"/>
                  </a:lnTo>
                  <a:lnTo>
                    <a:pt x="201877" y="145811"/>
                  </a:lnTo>
                  <a:lnTo>
                    <a:pt x="200682" y="146406"/>
                  </a:lnTo>
                  <a:lnTo>
                    <a:pt x="200113" y="142830"/>
                  </a:lnTo>
                  <a:lnTo>
                    <a:pt x="199566" y="141442"/>
                  </a:lnTo>
                  <a:lnTo>
                    <a:pt x="199307" y="141275"/>
                  </a:lnTo>
                  <a:lnTo>
                    <a:pt x="198754" y="140831"/>
                  </a:lnTo>
                  <a:lnTo>
                    <a:pt x="198323" y="141086"/>
                  </a:lnTo>
                  <a:lnTo>
                    <a:pt x="196991" y="143526"/>
                  </a:lnTo>
                  <a:lnTo>
                    <a:pt x="194855" y="144993"/>
                  </a:lnTo>
                  <a:lnTo>
                    <a:pt x="193088" y="145888"/>
                  </a:lnTo>
                  <a:lnTo>
                    <a:pt x="190274" y="146980"/>
                  </a:lnTo>
                  <a:lnTo>
                    <a:pt x="188102" y="147522"/>
                  </a:lnTo>
                  <a:lnTo>
                    <a:pt x="187178" y="147566"/>
                  </a:lnTo>
                  <a:lnTo>
                    <a:pt x="185173" y="147077"/>
                  </a:lnTo>
                  <a:lnTo>
                    <a:pt x="183405" y="146388"/>
                  </a:lnTo>
                  <a:lnTo>
                    <a:pt x="181637" y="146419"/>
                  </a:lnTo>
                  <a:lnTo>
                    <a:pt x="180280" y="146727"/>
                  </a:lnTo>
                  <a:lnTo>
                    <a:pt x="177130" y="149352"/>
                  </a:lnTo>
                  <a:lnTo>
                    <a:pt x="171775" y="154754"/>
                  </a:lnTo>
                  <a:lnTo>
                    <a:pt x="167704" y="157338"/>
                  </a:lnTo>
                  <a:lnTo>
                    <a:pt x="165421" y="158413"/>
                  </a:lnTo>
                  <a:lnTo>
                    <a:pt x="163633" y="159023"/>
                  </a:lnTo>
                  <a:lnTo>
                    <a:pt x="160570" y="159053"/>
                  </a:lnTo>
                  <a:lnTo>
                    <a:pt x="158078" y="158636"/>
                  </a:lnTo>
                  <a:lnTo>
                    <a:pt x="156352" y="158683"/>
                  </a:lnTo>
                  <a:lnTo>
                    <a:pt x="155393" y="158033"/>
                  </a:lnTo>
                  <a:lnTo>
                    <a:pt x="154026" y="155846"/>
                  </a:lnTo>
                  <a:lnTo>
                    <a:pt x="152369" y="153685"/>
                  </a:lnTo>
                  <a:lnTo>
                    <a:pt x="151631" y="153183"/>
                  </a:lnTo>
                  <a:lnTo>
                    <a:pt x="150667" y="152766"/>
                  </a:lnTo>
                  <a:lnTo>
                    <a:pt x="149258" y="152523"/>
                  </a:lnTo>
                  <a:lnTo>
                    <a:pt x="145741" y="155683"/>
                  </a:lnTo>
                  <a:lnTo>
                    <a:pt x="144647" y="156542"/>
                  </a:lnTo>
                  <a:lnTo>
                    <a:pt x="143441" y="157188"/>
                  </a:lnTo>
                  <a:lnTo>
                    <a:pt x="141013" y="159120"/>
                  </a:lnTo>
                  <a:lnTo>
                    <a:pt x="139937" y="160154"/>
                  </a:lnTo>
                  <a:lnTo>
                    <a:pt x="138589" y="160058"/>
                  </a:lnTo>
                  <a:lnTo>
                    <a:pt x="136865" y="159782"/>
                  </a:lnTo>
                  <a:lnTo>
                    <a:pt x="135370" y="159879"/>
                  </a:lnTo>
                  <a:lnTo>
                    <a:pt x="134372" y="158409"/>
                  </a:lnTo>
                  <a:lnTo>
                    <a:pt x="133835" y="156754"/>
                  </a:lnTo>
                  <a:lnTo>
                    <a:pt x="131796" y="155741"/>
                  </a:lnTo>
                  <a:lnTo>
                    <a:pt x="130340" y="155449"/>
                  </a:lnTo>
                  <a:lnTo>
                    <a:pt x="129968" y="156184"/>
                  </a:lnTo>
                  <a:lnTo>
                    <a:pt x="129578" y="158439"/>
                  </a:lnTo>
                  <a:lnTo>
                    <a:pt x="128959" y="164201"/>
                  </a:lnTo>
                  <a:lnTo>
                    <a:pt x="128846" y="165647"/>
                  </a:lnTo>
                  <a:lnTo>
                    <a:pt x="130128" y="171377"/>
                  </a:lnTo>
                  <a:lnTo>
                    <a:pt x="130070" y="172250"/>
                  </a:lnTo>
                  <a:lnTo>
                    <a:pt x="129153" y="172547"/>
                  </a:lnTo>
                  <a:lnTo>
                    <a:pt x="128100" y="172642"/>
                  </a:lnTo>
                  <a:lnTo>
                    <a:pt x="127414" y="173151"/>
                  </a:lnTo>
                  <a:lnTo>
                    <a:pt x="126845" y="174104"/>
                  </a:lnTo>
                  <a:lnTo>
                    <a:pt x="126502" y="179060"/>
                  </a:lnTo>
                  <a:lnTo>
                    <a:pt x="125284" y="179970"/>
                  </a:lnTo>
                  <a:lnTo>
                    <a:pt x="124705" y="181009"/>
                  </a:lnTo>
                  <a:lnTo>
                    <a:pt x="124109" y="184072"/>
                  </a:lnTo>
                  <a:lnTo>
                    <a:pt x="123784" y="184144"/>
                  </a:lnTo>
                  <a:lnTo>
                    <a:pt x="121813" y="181821"/>
                  </a:lnTo>
                  <a:lnTo>
                    <a:pt x="120889" y="181629"/>
                  </a:lnTo>
                  <a:lnTo>
                    <a:pt x="121682" y="179218"/>
                  </a:lnTo>
                  <a:lnTo>
                    <a:pt x="120820" y="174463"/>
                  </a:lnTo>
                  <a:lnTo>
                    <a:pt x="119880" y="170007"/>
                  </a:lnTo>
                  <a:lnTo>
                    <a:pt x="120767" y="167156"/>
                  </a:lnTo>
                  <a:lnTo>
                    <a:pt x="122605" y="163718"/>
                  </a:lnTo>
                  <a:lnTo>
                    <a:pt x="124539" y="159691"/>
                  </a:lnTo>
                  <a:lnTo>
                    <a:pt x="124535" y="157207"/>
                  </a:lnTo>
                  <a:lnTo>
                    <a:pt x="124435" y="155311"/>
                  </a:lnTo>
                  <a:lnTo>
                    <a:pt x="123881" y="153999"/>
                  </a:lnTo>
                  <a:lnTo>
                    <a:pt x="122817" y="152256"/>
                  </a:lnTo>
                  <a:lnTo>
                    <a:pt x="121036" y="154118"/>
                  </a:lnTo>
                  <a:lnTo>
                    <a:pt x="119764" y="156172"/>
                  </a:lnTo>
                  <a:lnTo>
                    <a:pt x="118934" y="156589"/>
                  </a:lnTo>
                  <a:lnTo>
                    <a:pt x="118032" y="157761"/>
                  </a:lnTo>
                  <a:lnTo>
                    <a:pt x="117593" y="159874"/>
                  </a:lnTo>
                  <a:lnTo>
                    <a:pt x="116505" y="161522"/>
                  </a:lnTo>
                  <a:lnTo>
                    <a:pt x="114725" y="162167"/>
                  </a:lnTo>
                  <a:lnTo>
                    <a:pt x="112047" y="160404"/>
                  </a:lnTo>
                  <a:lnTo>
                    <a:pt x="109172" y="157720"/>
                  </a:lnTo>
                  <a:lnTo>
                    <a:pt x="107544" y="155546"/>
                  </a:lnTo>
                  <a:lnTo>
                    <a:pt x="106216" y="155028"/>
                  </a:lnTo>
                  <a:lnTo>
                    <a:pt x="104954" y="155983"/>
                  </a:lnTo>
                  <a:lnTo>
                    <a:pt x="101231" y="161310"/>
                  </a:lnTo>
                  <a:lnTo>
                    <a:pt x="97823" y="169094"/>
                  </a:lnTo>
                  <a:lnTo>
                    <a:pt x="96977" y="170440"/>
                  </a:lnTo>
                  <a:lnTo>
                    <a:pt x="93766" y="173786"/>
                  </a:lnTo>
                  <a:lnTo>
                    <a:pt x="91644" y="174909"/>
                  </a:lnTo>
                  <a:lnTo>
                    <a:pt x="90645" y="174648"/>
                  </a:lnTo>
                  <a:lnTo>
                    <a:pt x="86422" y="176121"/>
                  </a:lnTo>
                  <a:lnTo>
                    <a:pt x="84324" y="176336"/>
                  </a:lnTo>
                  <a:lnTo>
                    <a:pt x="82662" y="178103"/>
                  </a:lnTo>
                  <a:lnTo>
                    <a:pt x="79441" y="176187"/>
                  </a:lnTo>
                  <a:lnTo>
                    <a:pt x="77515" y="173737"/>
                  </a:lnTo>
                  <a:lnTo>
                    <a:pt x="76356" y="171248"/>
                  </a:lnTo>
                  <a:lnTo>
                    <a:pt x="74465" y="165893"/>
                  </a:lnTo>
                  <a:lnTo>
                    <a:pt x="73125" y="163346"/>
                  </a:lnTo>
                  <a:lnTo>
                    <a:pt x="70114" y="161056"/>
                  </a:lnTo>
                  <a:lnTo>
                    <a:pt x="64864" y="155493"/>
                  </a:lnTo>
                  <a:lnTo>
                    <a:pt x="63483" y="154882"/>
                  </a:lnTo>
                  <a:lnTo>
                    <a:pt x="59901" y="154086"/>
                  </a:lnTo>
                  <a:lnTo>
                    <a:pt x="56122" y="153584"/>
                  </a:lnTo>
                  <a:lnTo>
                    <a:pt x="55356" y="155608"/>
                  </a:lnTo>
                  <a:lnTo>
                    <a:pt x="55066" y="163626"/>
                  </a:lnTo>
                  <a:lnTo>
                    <a:pt x="54419" y="165833"/>
                  </a:lnTo>
                  <a:lnTo>
                    <a:pt x="54142" y="169992"/>
                  </a:lnTo>
                  <a:lnTo>
                    <a:pt x="53679" y="171189"/>
                  </a:lnTo>
                  <a:lnTo>
                    <a:pt x="52953" y="171975"/>
                  </a:lnTo>
                  <a:lnTo>
                    <a:pt x="51819" y="170662"/>
                  </a:lnTo>
                  <a:lnTo>
                    <a:pt x="51033" y="170082"/>
                  </a:lnTo>
                  <a:lnTo>
                    <a:pt x="49201" y="171795"/>
                  </a:lnTo>
                  <a:lnTo>
                    <a:pt x="45574" y="174197"/>
                  </a:lnTo>
                  <a:lnTo>
                    <a:pt x="44337" y="174534"/>
                  </a:lnTo>
                  <a:lnTo>
                    <a:pt x="40133" y="171515"/>
                  </a:lnTo>
                  <a:lnTo>
                    <a:pt x="38594" y="169576"/>
                  </a:lnTo>
                  <a:lnTo>
                    <a:pt x="37602" y="167426"/>
                  </a:lnTo>
                  <a:lnTo>
                    <a:pt x="37267" y="163795"/>
                  </a:lnTo>
                  <a:lnTo>
                    <a:pt x="36643" y="161727"/>
                  </a:lnTo>
                  <a:lnTo>
                    <a:pt x="36551" y="160307"/>
                  </a:lnTo>
                  <a:lnTo>
                    <a:pt x="36307" y="158673"/>
                  </a:lnTo>
                  <a:lnTo>
                    <a:pt x="35460" y="158026"/>
                  </a:lnTo>
                  <a:lnTo>
                    <a:pt x="34550" y="159260"/>
                  </a:lnTo>
                  <a:lnTo>
                    <a:pt x="33575" y="159209"/>
                  </a:lnTo>
                  <a:lnTo>
                    <a:pt x="32351" y="158453"/>
                  </a:lnTo>
                  <a:lnTo>
                    <a:pt x="29462" y="155412"/>
                  </a:lnTo>
                  <a:lnTo>
                    <a:pt x="27242" y="155171"/>
                  </a:lnTo>
                  <a:lnTo>
                    <a:pt x="25908" y="158883"/>
                  </a:lnTo>
                  <a:lnTo>
                    <a:pt x="24871" y="160064"/>
                  </a:lnTo>
                  <a:lnTo>
                    <a:pt x="23734" y="160415"/>
                  </a:lnTo>
                  <a:lnTo>
                    <a:pt x="23669" y="159359"/>
                  </a:lnTo>
                  <a:lnTo>
                    <a:pt x="24531" y="156959"/>
                  </a:lnTo>
                  <a:lnTo>
                    <a:pt x="21074" y="157401"/>
                  </a:lnTo>
                  <a:lnTo>
                    <a:pt x="19248" y="159229"/>
                  </a:lnTo>
                  <a:lnTo>
                    <a:pt x="17824" y="158945"/>
                  </a:lnTo>
                  <a:lnTo>
                    <a:pt x="16756" y="158120"/>
                  </a:lnTo>
                  <a:lnTo>
                    <a:pt x="16916" y="157110"/>
                  </a:lnTo>
                  <a:lnTo>
                    <a:pt x="17999" y="156739"/>
                  </a:lnTo>
                  <a:lnTo>
                    <a:pt x="18939" y="155918"/>
                  </a:lnTo>
                  <a:lnTo>
                    <a:pt x="22686" y="155250"/>
                  </a:lnTo>
                  <a:lnTo>
                    <a:pt x="23561" y="154579"/>
                  </a:lnTo>
                  <a:lnTo>
                    <a:pt x="24519" y="151971"/>
                  </a:lnTo>
                  <a:lnTo>
                    <a:pt x="26264" y="149721"/>
                  </a:lnTo>
                  <a:lnTo>
                    <a:pt x="26486" y="148756"/>
                  </a:lnTo>
                  <a:lnTo>
                    <a:pt x="25144" y="148743"/>
                  </a:lnTo>
                  <a:lnTo>
                    <a:pt x="19402" y="149395"/>
                  </a:lnTo>
                  <a:lnTo>
                    <a:pt x="15460" y="149036"/>
                  </a:lnTo>
                  <a:lnTo>
                    <a:pt x="14993" y="150150"/>
                  </a:lnTo>
                  <a:lnTo>
                    <a:pt x="14400" y="150307"/>
                  </a:lnTo>
                  <a:lnTo>
                    <a:pt x="14236" y="147276"/>
                  </a:lnTo>
                  <a:lnTo>
                    <a:pt x="14859" y="145866"/>
                  </a:lnTo>
                  <a:lnTo>
                    <a:pt x="15698" y="145997"/>
                  </a:lnTo>
                  <a:lnTo>
                    <a:pt x="17757" y="144772"/>
                  </a:lnTo>
                  <a:lnTo>
                    <a:pt x="17573" y="142253"/>
                  </a:lnTo>
                  <a:lnTo>
                    <a:pt x="16098" y="140551"/>
                  </a:lnTo>
                  <a:lnTo>
                    <a:pt x="15798" y="139547"/>
                  </a:lnTo>
                  <a:lnTo>
                    <a:pt x="14728" y="139311"/>
                  </a:lnTo>
                  <a:lnTo>
                    <a:pt x="13860" y="138115"/>
                  </a:lnTo>
                  <a:lnTo>
                    <a:pt x="13671" y="135094"/>
                  </a:lnTo>
                  <a:lnTo>
                    <a:pt x="12980" y="131778"/>
                  </a:lnTo>
                  <a:lnTo>
                    <a:pt x="11993" y="130174"/>
                  </a:lnTo>
                  <a:lnTo>
                    <a:pt x="12115" y="129294"/>
                  </a:lnTo>
                  <a:lnTo>
                    <a:pt x="13924" y="128178"/>
                  </a:lnTo>
                  <a:lnTo>
                    <a:pt x="14299" y="123543"/>
                  </a:lnTo>
                  <a:lnTo>
                    <a:pt x="14023" y="120696"/>
                  </a:lnTo>
                  <a:lnTo>
                    <a:pt x="13113" y="120454"/>
                  </a:lnTo>
                  <a:lnTo>
                    <a:pt x="10462" y="118207"/>
                  </a:lnTo>
                  <a:lnTo>
                    <a:pt x="9657" y="118447"/>
                  </a:lnTo>
                  <a:lnTo>
                    <a:pt x="8778" y="115978"/>
                  </a:lnTo>
                  <a:lnTo>
                    <a:pt x="7241" y="114205"/>
                  </a:lnTo>
                  <a:lnTo>
                    <a:pt x="6479" y="114854"/>
                  </a:lnTo>
                  <a:lnTo>
                    <a:pt x="6002" y="115655"/>
                  </a:lnTo>
                  <a:lnTo>
                    <a:pt x="5290" y="115271"/>
                  </a:lnTo>
                  <a:lnTo>
                    <a:pt x="4095" y="113731"/>
                  </a:lnTo>
                  <a:lnTo>
                    <a:pt x="2923" y="112900"/>
                  </a:lnTo>
                  <a:lnTo>
                    <a:pt x="2402" y="111875"/>
                  </a:lnTo>
                  <a:lnTo>
                    <a:pt x="3056" y="109130"/>
                  </a:lnTo>
                  <a:lnTo>
                    <a:pt x="3953" y="109195"/>
                  </a:lnTo>
                  <a:lnTo>
                    <a:pt x="4117" y="107045"/>
                  </a:lnTo>
                  <a:lnTo>
                    <a:pt x="3409" y="103462"/>
                  </a:lnTo>
                  <a:lnTo>
                    <a:pt x="3477" y="101622"/>
                  </a:lnTo>
                  <a:lnTo>
                    <a:pt x="4261" y="101118"/>
                  </a:lnTo>
                  <a:lnTo>
                    <a:pt x="5152" y="101465"/>
                  </a:lnTo>
                  <a:lnTo>
                    <a:pt x="6053" y="103606"/>
                  </a:lnTo>
                  <a:lnTo>
                    <a:pt x="6347" y="105678"/>
                  </a:lnTo>
                  <a:lnTo>
                    <a:pt x="6157" y="107696"/>
                  </a:lnTo>
                  <a:lnTo>
                    <a:pt x="6729" y="109651"/>
                  </a:lnTo>
                  <a:lnTo>
                    <a:pt x="7135" y="110145"/>
                  </a:lnTo>
                  <a:lnTo>
                    <a:pt x="7408" y="108087"/>
                  </a:lnTo>
                  <a:lnTo>
                    <a:pt x="7790" y="107696"/>
                  </a:lnTo>
                  <a:lnTo>
                    <a:pt x="8316" y="108595"/>
                  </a:lnTo>
                  <a:lnTo>
                    <a:pt x="9445" y="109045"/>
                  </a:lnTo>
                  <a:lnTo>
                    <a:pt x="12372" y="107781"/>
                  </a:lnTo>
                  <a:lnTo>
                    <a:pt x="12935" y="106711"/>
                  </a:lnTo>
                  <a:lnTo>
                    <a:pt x="10790" y="106832"/>
                  </a:lnTo>
                  <a:lnTo>
                    <a:pt x="10005" y="105831"/>
                  </a:lnTo>
                  <a:lnTo>
                    <a:pt x="9153" y="103590"/>
                  </a:lnTo>
                  <a:lnTo>
                    <a:pt x="8629" y="101556"/>
                  </a:lnTo>
                  <a:lnTo>
                    <a:pt x="8535" y="100557"/>
                  </a:lnTo>
                  <a:lnTo>
                    <a:pt x="8238" y="99097"/>
                  </a:lnTo>
                  <a:lnTo>
                    <a:pt x="8565" y="98315"/>
                  </a:lnTo>
                  <a:lnTo>
                    <a:pt x="10034" y="97142"/>
                  </a:lnTo>
                  <a:lnTo>
                    <a:pt x="11323" y="93859"/>
                  </a:lnTo>
                  <a:lnTo>
                    <a:pt x="10786" y="92909"/>
                  </a:lnTo>
                  <a:lnTo>
                    <a:pt x="10171" y="92460"/>
                  </a:lnTo>
                  <a:lnTo>
                    <a:pt x="9504" y="92793"/>
                  </a:lnTo>
                  <a:lnTo>
                    <a:pt x="8871" y="91669"/>
                  </a:lnTo>
                  <a:lnTo>
                    <a:pt x="8789" y="90105"/>
                  </a:lnTo>
                  <a:lnTo>
                    <a:pt x="9295" y="88840"/>
                  </a:lnTo>
                  <a:lnTo>
                    <a:pt x="9348" y="87100"/>
                  </a:lnTo>
                  <a:lnTo>
                    <a:pt x="7691" y="82815"/>
                  </a:lnTo>
                  <a:lnTo>
                    <a:pt x="7229" y="81881"/>
                  </a:lnTo>
                  <a:lnTo>
                    <a:pt x="7585" y="80480"/>
                  </a:lnTo>
                  <a:lnTo>
                    <a:pt x="8851" y="78134"/>
                  </a:lnTo>
                  <a:lnTo>
                    <a:pt x="10056" y="75230"/>
                  </a:lnTo>
                  <a:lnTo>
                    <a:pt x="9911" y="74275"/>
                  </a:lnTo>
                  <a:lnTo>
                    <a:pt x="9021" y="73884"/>
                  </a:lnTo>
                  <a:lnTo>
                    <a:pt x="4788" y="75130"/>
                  </a:lnTo>
                  <a:lnTo>
                    <a:pt x="3143" y="76212"/>
                  </a:lnTo>
                  <a:lnTo>
                    <a:pt x="210" y="76706"/>
                  </a:lnTo>
                  <a:lnTo>
                    <a:pt x="0" y="75127"/>
                  </a:lnTo>
                  <a:lnTo>
                    <a:pt x="66" y="73705"/>
                  </a:lnTo>
                  <a:lnTo>
                    <a:pt x="724" y="71113"/>
                  </a:lnTo>
                  <a:lnTo>
                    <a:pt x="663" y="64724"/>
                  </a:lnTo>
                  <a:lnTo>
                    <a:pt x="1053" y="61260"/>
                  </a:lnTo>
                  <a:lnTo>
                    <a:pt x="2682" y="60229"/>
                  </a:lnTo>
                  <a:lnTo>
                    <a:pt x="4681" y="55138"/>
                  </a:lnTo>
                  <a:lnTo>
                    <a:pt x="7923" y="49141"/>
                  </a:lnTo>
                  <a:lnTo>
                    <a:pt x="11304" y="49256"/>
                  </a:lnTo>
                  <a:lnTo>
                    <a:pt x="12656" y="47601"/>
                  </a:lnTo>
                  <a:lnTo>
                    <a:pt x="14666" y="47504"/>
                  </a:lnTo>
                  <a:lnTo>
                    <a:pt x="15031" y="48708"/>
                  </a:lnTo>
                  <a:lnTo>
                    <a:pt x="15259" y="49859"/>
                  </a:lnTo>
                  <a:lnTo>
                    <a:pt x="17023" y="51514"/>
                  </a:lnTo>
                  <a:lnTo>
                    <a:pt x="20138" y="51251"/>
                  </a:lnTo>
                  <a:lnTo>
                    <a:pt x="20895" y="50599"/>
                  </a:lnTo>
                  <a:lnTo>
                    <a:pt x="21626" y="49687"/>
                  </a:lnTo>
                  <a:lnTo>
                    <a:pt x="20185" y="46740"/>
                  </a:lnTo>
                  <a:lnTo>
                    <a:pt x="20646" y="45909"/>
                  </a:lnTo>
                  <a:lnTo>
                    <a:pt x="21951" y="45811"/>
                  </a:lnTo>
                  <a:lnTo>
                    <a:pt x="23366" y="46505"/>
                  </a:lnTo>
                  <a:lnTo>
                    <a:pt x="23431" y="47180"/>
                  </a:lnTo>
                  <a:lnTo>
                    <a:pt x="23055" y="48105"/>
                  </a:lnTo>
                  <a:lnTo>
                    <a:pt x="22617" y="49726"/>
                  </a:lnTo>
                  <a:lnTo>
                    <a:pt x="23033" y="50038"/>
                  </a:lnTo>
                  <a:lnTo>
                    <a:pt x="27062" y="49058"/>
                  </a:lnTo>
                  <a:lnTo>
                    <a:pt x="31272" y="49843"/>
                  </a:lnTo>
                  <a:lnTo>
                    <a:pt x="32612" y="49418"/>
                  </a:lnTo>
                  <a:lnTo>
                    <a:pt x="35922" y="49451"/>
                  </a:lnTo>
                  <a:lnTo>
                    <a:pt x="36515" y="48434"/>
                  </a:lnTo>
                  <a:lnTo>
                    <a:pt x="35514" y="47157"/>
                  </a:lnTo>
                  <a:lnTo>
                    <a:pt x="34534" y="46712"/>
                  </a:lnTo>
                  <a:lnTo>
                    <a:pt x="33875" y="46090"/>
                  </a:lnTo>
                  <a:lnTo>
                    <a:pt x="33217" y="45187"/>
                  </a:lnTo>
                  <a:lnTo>
                    <a:pt x="35316" y="42335"/>
                  </a:lnTo>
                  <a:lnTo>
                    <a:pt x="36502" y="41787"/>
                  </a:lnTo>
                  <a:lnTo>
                    <a:pt x="42098" y="40035"/>
                  </a:lnTo>
                  <a:lnTo>
                    <a:pt x="46261" y="39158"/>
                  </a:lnTo>
                  <a:lnTo>
                    <a:pt x="46314" y="38507"/>
                  </a:lnTo>
                  <a:lnTo>
                    <a:pt x="45713" y="38505"/>
                  </a:lnTo>
                  <a:lnTo>
                    <a:pt x="40335" y="37054"/>
                  </a:lnTo>
                  <a:lnTo>
                    <a:pt x="39040" y="35930"/>
                  </a:lnTo>
                  <a:lnTo>
                    <a:pt x="37239" y="33255"/>
                  </a:lnTo>
                  <a:lnTo>
                    <a:pt x="36849" y="32499"/>
                  </a:lnTo>
                  <a:lnTo>
                    <a:pt x="36396" y="31195"/>
                  </a:lnTo>
                  <a:lnTo>
                    <a:pt x="36666" y="28414"/>
                  </a:lnTo>
                  <a:lnTo>
                    <a:pt x="36998" y="26181"/>
                  </a:lnTo>
                  <a:lnTo>
                    <a:pt x="37662" y="24887"/>
                  </a:lnTo>
                  <a:lnTo>
                    <a:pt x="39811" y="24689"/>
                  </a:lnTo>
                  <a:lnTo>
                    <a:pt x="47179" y="26961"/>
                  </a:lnTo>
                  <a:lnTo>
                    <a:pt x="52430" y="25599"/>
                  </a:lnTo>
                  <a:lnTo>
                    <a:pt x="58170" y="28911"/>
                  </a:lnTo>
                  <a:lnTo>
                    <a:pt x="63659" y="28238"/>
                  </a:lnTo>
                  <a:lnTo>
                    <a:pt x="64792" y="26752"/>
                  </a:lnTo>
                  <a:lnTo>
                    <a:pt x="66166" y="21962"/>
                  </a:lnTo>
                  <a:lnTo>
                    <a:pt x="73920" y="14008"/>
                  </a:lnTo>
                  <a:lnTo>
                    <a:pt x="76635" y="9860"/>
                  </a:lnTo>
                  <a:lnTo>
                    <a:pt x="79544" y="7590"/>
                  </a:lnTo>
                  <a:lnTo>
                    <a:pt x="84536" y="5068"/>
                  </a:lnTo>
                  <a:lnTo>
                    <a:pt x="88708" y="1734"/>
                  </a:lnTo>
                  <a:lnTo>
                    <a:pt x="89899" y="1350"/>
                  </a:lnTo>
                  <a:lnTo>
                    <a:pt x="99915" y="2943"/>
                  </a:lnTo>
                  <a:lnTo>
                    <a:pt x="106794" y="3145"/>
                  </a:lnTo>
                  <a:lnTo>
                    <a:pt x="109953" y="0"/>
                  </a:lnTo>
                  <a:lnTo>
                    <a:pt x="111784" y="1055"/>
                  </a:lnTo>
                  <a:lnTo>
                    <a:pt x="111613" y="2180"/>
                  </a:lnTo>
                  <a:lnTo>
                    <a:pt x="111281" y="3140"/>
                  </a:lnTo>
                  <a:lnTo>
                    <a:pt x="111380" y="5087"/>
                  </a:lnTo>
                  <a:lnTo>
                    <a:pt x="112455" y="7945"/>
                  </a:lnTo>
                  <a:lnTo>
                    <a:pt x="113548" y="9891"/>
                  </a:lnTo>
                  <a:lnTo>
                    <a:pt x="116759" y="12683"/>
                  </a:lnTo>
                  <a:lnTo>
                    <a:pt x="121224" y="10329"/>
                  </a:lnTo>
                  <a:lnTo>
                    <a:pt x="121943" y="10591"/>
                  </a:lnTo>
                  <a:lnTo>
                    <a:pt x="122852" y="11249"/>
                  </a:lnTo>
                  <a:lnTo>
                    <a:pt x="124424" y="18814"/>
                  </a:lnTo>
                  <a:lnTo>
                    <a:pt x="125649" y="21486"/>
                  </a:lnTo>
                  <a:lnTo>
                    <a:pt x="127215" y="23304"/>
                  </a:lnTo>
                  <a:lnTo>
                    <a:pt x="128502" y="23662"/>
                  </a:lnTo>
                  <a:lnTo>
                    <a:pt x="129458" y="21766"/>
                  </a:lnTo>
                  <a:lnTo>
                    <a:pt x="130198" y="21001"/>
                  </a:lnTo>
                  <a:lnTo>
                    <a:pt x="131810" y="20678"/>
                  </a:lnTo>
                  <a:lnTo>
                    <a:pt x="134454" y="23281"/>
                  </a:lnTo>
                  <a:lnTo>
                    <a:pt x="135370" y="25969"/>
                  </a:lnTo>
                  <a:lnTo>
                    <a:pt x="139871" y="28046"/>
                  </a:lnTo>
                  <a:lnTo>
                    <a:pt x="144001" y="29087"/>
                  </a:lnTo>
                  <a:lnTo>
                    <a:pt x="145783" y="31362"/>
                  </a:lnTo>
                  <a:lnTo>
                    <a:pt x="151595" y="33649"/>
                  </a:lnTo>
                  <a:lnTo>
                    <a:pt x="153765" y="33294"/>
                  </a:lnTo>
                  <a:lnTo>
                    <a:pt x="157408" y="30896"/>
                  </a:lnTo>
                  <a:lnTo>
                    <a:pt x="164494" y="28273"/>
                  </a:lnTo>
                  <a:lnTo>
                    <a:pt x="169202" y="31935"/>
                  </a:lnTo>
                  <a:lnTo>
                    <a:pt x="170476" y="32410"/>
                  </a:lnTo>
                  <a:lnTo>
                    <a:pt x="171575" y="32094"/>
                  </a:lnTo>
                  <a:lnTo>
                    <a:pt x="173157" y="33102"/>
                  </a:lnTo>
                  <a:lnTo>
                    <a:pt x="174845" y="32561"/>
                  </a:lnTo>
                  <a:lnTo>
                    <a:pt x="180056" y="28244"/>
                  </a:lnTo>
                  <a:lnTo>
                    <a:pt x="181685" y="25797"/>
                  </a:lnTo>
                  <a:lnTo>
                    <a:pt x="183412" y="25165"/>
                  </a:lnTo>
                  <a:lnTo>
                    <a:pt x="184944" y="23701"/>
                  </a:lnTo>
                  <a:lnTo>
                    <a:pt x="189025" y="18900"/>
                  </a:lnTo>
                  <a:close/>
                </a:path>
              </a:pathLst>
            </a:custGeom>
            <a:solidFill>
              <a:srgbClr val="F9FCF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6" name="pg1435"/>
            <p:cNvSpPr/>
            <p:nvPr/>
          </p:nvSpPr>
          <p:spPr>
            <a:xfrm>
              <a:off x="3685337" y="2390254"/>
              <a:ext cx="37244" cy="59626"/>
            </a:xfrm>
            <a:custGeom>
              <a:avLst/>
              <a:pathLst>
                <a:path w="37244" h="59626">
                  <a:moveTo>
                    <a:pt x="24377" y="3670"/>
                  </a:moveTo>
                  <a:lnTo>
                    <a:pt x="24042" y="7043"/>
                  </a:lnTo>
                  <a:lnTo>
                    <a:pt x="24819" y="10759"/>
                  </a:lnTo>
                  <a:lnTo>
                    <a:pt x="26640" y="15920"/>
                  </a:lnTo>
                  <a:lnTo>
                    <a:pt x="28473" y="18524"/>
                  </a:lnTo>
                  <a:lnTo>
                    <a:pt x="35881" y="24965"/>
                  </a:lnTo>
                  <a:lnTo>
                    <a:pt x="37244" y="25516"/>
                  </a:lnTo>
                  <a:lnTo>
                    <a:pt x="36935" y="28153"/>
                  </a:lnTo>
                  <a:lnTo>
                    <a:pt x="36489" y="30498"/>
                  </a:lnTo>
                  <a:lnTo>
                    <a:pt x="35998" y="32062"/>
                  </a:lnTo>
                  <a:lnTo>
                    <a:pt x="33828" y="33068"/>
                  </a:lnTo>
                  <a:lnTo>
                    <a:pt x="27838" y="30192"/>
                  </a:lnTo>
                  <a:lnTo>
                    <a:pt x="26323" y="29919"/>
                  </a:lnTo>
                  <a:lnTo>
                    <a:pt x="25254" y="30492"/>
                  </a:lnTo>
                  <a:lnTo>
                    <a:pt x="23275" y="32583"/>
                  </a:lnTo>
                  <a:lnTo>
                    <a:pt x="21081" y="31912"/>
                  </a:lnTo>
                  <a:lnTo>
                    <a:pt x="18021" y="33098"/>
                  </a:lnTo>
                  <a:lnTo>
                    <a:pt x="17167" y="37034"/>
                  </a:lnTo>
                  <a:lnTo>
                    <a:pt x="15042" y="41543"/>
                  </a:lnTo>
                  <a:lnTo>
                    <a:pt x="11545" y="45187"/>
                  </a:lnTo>
                  <a:lnTo>
                    <a:pt x="9046" y="47137"/>
                  </a:lnTo>
                  <a:lnTo>
                    <a:pt x="5293" y="54127"/>
                  </a:lnTo>
                  <a:lnTo>
                    <a:pt x="3591" y="58207"/>
                  </a:lnTo>
                  <a:lnTo>
                    <a:pt x="2872" y="59000"/>
                  </a:lnTo>
                  <a:lnTo>
                    <a:pt x="2020" y="59626"/>
                  </a:lnTo>
                  <a:lnTo>
                    <a:pt x="2307" y="57666"/>
                  </a:lnTo>
                  <a:lnTo>
                    <a:pt x="2729" y="55873"/>
                  </a:lnTo>
                  <a:lnTo>
                    <a:pt x="2633" y="54521"/>
                  </a:lnTo>
                  <a:lnTo>
                    <a:pt x="2651" y="52554"/>
                  </a:lnTo>
                  <a:lnTo>
                    <a:pt x="3903" y="50322"/>
                  </a:lnTo>
                  <a:lnTo>
                    <a:pt x="5040" y="48704"/>
                  </a:lnTo>
                  <a:lnTo>
                    <a:pt x="8407" y="45772"/>
                  </a:lnTo>
                  <a:lnTo>
                    <a:pt x="9293" y="43338"/>
                  </a:lnTo>
                  <a:lnTo>
                    <a:pt x="6653" y="43395"/>
                  </a:lnTo>
                  <a:lnTo>
                    <a:pt x="3973" y="43936"/>
                  </a:lnTo>
                  <a:lnTo>
                    <a:pt x="2286" y="43590"/>
                  </a:lnTo>
                  <a:lnTo>
                    <a:pt x="820" y="43789"/>
                  </a:lnTo>
                  <a:lnTo>
                    <a:pt x="355" y="41660"/>
                  </a:lnTo>
                  <a:lnTo>
                    <a:pt x="0" y="40378"/>
                  </a:lnTo>
                  <a:lnTo>
                    <a:pt x="379" y="39979"/>
                  </a:lnTo>
                  <a:lnTo>
                    <a:pt x="866" y="39702"/>
                  </a:lnTo>
                  <a:lnTo>
                    <a:pt x="1726" y="37431"/>
                  </a:lnTo>
                  <a:lnTo>
                    <a:pt x="2495" y="35756"/>
                  </a:lnTo>
                  <a:lnTo>
                    <a:pt x="3604" y="33649"/>
                  </a:lnTo>
                  <a:lnTo>
                    <a:pt x="3888" y="32391"/>
                  </a:lnTo>
                  <a:lnTo>
                    <a:pt x="3888" y="31218"/>
                  </a:lnTo>
                  <a:lnTo>
                    <a:pt x="3623" y="30404"/>
                  </a:lnTo>
                  <a:lnTo>
                    <a:pt x="3571" y="29437"/>
                  </a:lnTo>
                  <a:lnTo>
                    <a:pt x="3538" y="28071"/>
                  </a:lnTo>
                  <a:lnTo>
                    <a:pt x="3599" y="25249"/>
                  </a:lnTo>
                  <a:lnTo>
                    <a:pt x="6138" y="22166"/>
                  </a:lnTo>
                  <a:lnTo>
                    <a:pt x="6952" y="21840"/>
                  </a:lnTo>
                  <a:lnTo>
                    <a:pt x="7230" y="20433"/>
                  </a:lnTo>
                  <a:lnTo>
                    <a:pt x="7043" y="17171"/>
                  </a:lnTo>
                  <a:lnTo>
                    <a:pt x="6692" y="14537"/>
                  </a:lnTo>
                  <a:lnTo>
                    <a:pt x="6238" y="14361"/>
                  </a:lnTo>
                  <a:lnTo>
                    <a:pt x="5627" y="13592"/>
                  </a:lnTo>
                  <a:lnTo>
                    <a:pt x="5226" y="12702"/>
                  </a:lnTo>
                  <a:lnTo>
                    <a:pt x="4585" y="11728"/>
                  </a:lnTo>
                  <a:lnTo>
                    <a:pt x="3479" y="11131"/>
                  </a:lnTo>
                  <a:lnTo>
                    <a:pt x="3442" y="10300"/>
                  </a:lnTo>
                  <a:lnTo>
                    <a:pt x="3557" y="9469"/>
                  </a:lnTo>
                  <a:lnTo>
                    <a:pt x="3965" y="8619"/>
                  </a:lnTo>
                  <a:lnTo>
                    <a:pt x="5830" y="7886"/>
                  </a:lnTo>
                  <a:lnTo>
                    <a:pt x="6050" y="7286"/>
                  </a:lnTo>
                  <a:lnTo>
                    <a:pt x="6302" y="5807"/>
                  </a:lnTo>
                  <a:lnTo>
                    <a:pt x="6672" y="4293"/>
                  </a:lnTo>
                  <a:lnTo>
                    <a:pt x="7112" y="3793"/>
                  </a:lnTo>
                  <a:lnTo>
                    <a:pt x="7900" y="3839"/>
                  </a:lnTo>
                  <a:lnTo>
                    <a:pt x="9395" y="3490"/>
                  </a:lnTo>
                  <a:lnTo>
                    <a:pt x="10438" y="2996"/>
                  </a:lnTo>
                  <a:lnTo>
                    <a:pt x="11473" y="1962"/>
                  </a:lnTo>
                  <a:lnTo>
                    <a:pt x="12003" y="1022"/>
                  </a:lnTo>
                  <a:lnTo>
                    <a:pt x="14245" y="477"/>
                  </a:lnTo>
                  <a:lnTo>
                    <a:pt x="14874" y="0"/>
                  </a:lnTo>
                  <a:lnTo>
                    <a:pt x="15498" y="405"/>
                  </a:lnTo>
                  <a:lnTo>
                    <a:pt x="16337" y="2015"/>
                  </a:lnTo>
                  <a:lnTo>
                    <a:pt x="17718" y="4325"/>
                  </a:lnTo>
                  <a:lnTo>
                    <a:pt x="18459" y="5095"/>
                  </a:lnTo>
                  <a:lnTo>
                    <a:pt x="19014" y="4738"/>
                  </a:lnTo>
                  <a:lnTo>
                    <a:pt x="20017" y="3898"/>
                  </a:lnTo>
                  <a:lnTo>
                    <a:pt x="20976" y="3892"/>
                  </a:lnTo>
                  <a:lnTo>
                    <a:pt x="21751" y="4039"/>
                  </a:lnTo>
                  <a:lnTo>
                    <a:pt x="22124" y="3308"/>
                  </a:lnTo>
                  <a:lnTo>
                    <a:pt x="22708" y="3151"/>
                  </a:lnTo>
                  <a:close/>
                </a:path>
              </a:pathLst>
            </a:custGeom>
            <a:solidFill>
              <a:srgbClr val="F9FCF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7" name="pg1436"/>
            <p:cNvSpPr/>
            <p:nvPr/>
          </p:nvSpPr>
          <p:spPr>
            <a:xfrm>
              <a:off x="4823664" y="2909465"/>
              <a:ext cx="2022" cy="3184"/>
            </a:xfrm>
            <a:custGeom>
              <a:avLst/>
              <a:pathLst>
                <a:path w="2022" h="3184">
                  <a:moveTo>
                    <a:pt x="1482" y="0"/>
                  </a:moveTo>
                  <a:lnTo>
                    <a:pt x="2022" y="1966"/>
                  </a:lnTo>
                  <a:lnTo>
                    <a:pt x="1794" y="3184"/>
                  </a:lnTo>
                  <a:lnTo>
                    <a:pt x="96" y="2535"/>
                  </a:lnTo>
                  <a:lnTo>
                    <a:pt x="0" y="1344"/>
                  </a:lnTo>
                  <a:lnTo>
                    <a:pt x="642" y="1565"/>
                  </a:lnTo>
                  <a:close/>
                </a:path>
              </a:pathLst>
            </a:custGeom>
            <a:solidFill>
              <a:srgbClr val="DCEBD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8" name="pg1437"/>
            <p:cNvSpPr/>
            <p:nvPr/>
          </p:nvSpPr>
          <p:spPr>
            <a:xfrm>
              <a:off x="4845693" y="2887162"/>
              <a:ext cx="22909" cy="99045"/>
            </a:xfrm>
            <a:custGeom>
              <a:avLst/>
              <a:pathLst>
                <a:path w="22909" h="99045">
                  <a:moveTo>
                    <a:pt x="11554" y="78498"/>
                  </a:moveTo>
                  <a:lnTo>
                    <a:pt x="10790" y="81963"/>
                  </a:lnTo>
                  <a:lnTo>
                    <a:pt x="10179" y="85625"/>
                  </a:lnTo>
                  <a:lnTo>
                    <a:pt x="9932" y="89081"/>
                  </a:lnTo>
                  <a:lnTo>
                    <a:pt x="9945" y="92646"/>
                  </a:lnTo>
                  <a:lnTo>
                    <a:pt x="9770" y="95864"/>
                  </a:lnTo>
                  <a:lnTo>
                    <a:pt x="9469" y="99045"/>
                  </a:lnTo>
                  <a:lnTo>
                    <a:pt x="8271" y="98129"/>
                  </a:lnTo>
                  <a:lnTo>
                    <a:pt x="7622" y="95851"/>
                  </a:lnTo>
                  <a:lnTo>
                    <a:pt x="7472" y="92111"/>
                  </a:lnTo>
                  <a:lnTo>
                    <a:pt x="6603" y="87593"/>
                  </a:lnTo>
                  <a:lnTo>
                    <a:pt x="6278" y="86298"/>
                  </a:lnTo>
                  <a:lnTo>
                    <a:pt x="5026" y="83771"/>
                  </a:lnTo>
                  <a:lnTo>
                    <a:pt x="3888" y="82512"/>
                  </a:lnTo>
                  <a:lnTo>
                    <a:pt x="3007" y="80648"/>
                  </a:lnTo>
                  <a:lnTo>
                    <a:pt x="3123" y="80801"/>
                  </a:lnTo>
                  <a:lnTo>
                    <a:pt x="2472" y="78289"/>
                  </a:lnTo>
                  <a:lnTo>
                    <a:pt x="1978" y="75615"/>
                  </a:lnTo>
                  <a:lnTo>
                    <a:pt x="958" y="68022"/>
                  </a:lnTo>
                  <a:lnTo>
                    <a:pt x="606" y="66186"/>
                  </a:lnTo>
                  <a:lnTo>
                    <a:pt x="135" y="64511"/>
                  </a:lnTo>
                  <a:lnTo>
                    <a:pt x="0" y="62855"/>
                  </a:lnTo>
                  <a:lnTo>
                    <a:pt x="161" y="61014"/>
                  </a:lnTo>
                  <a:lnTo>
                    <a:pt x="601" y="58262"/>
                  </a:lnTo>
                  <a:lnTo>
                    <a:pt x="870" y="55488"/>
                  </a:lnTo>
                  <a:lnTo>
                    <a:pt x="653" y="51719"/>
                  </a:lnTo>
                  <a:lnTo>
                    <a:pt x="736" y="47986"/>
                  </a:lnTo>
                  <a:lnTo>
                    <a:pt x="1067" y="46329"/>
                  </a:lnTo>
                  <a:lnTo>
                    <a:pt x="6876" y="23591"/>
                  </a:lnTo>
                  <a:lnTo>
                    <a:pt x="8452" y="18752"/>
                  </a:lnTo>
                  <a:lnTo>
                    <a:pt x="9421" y="16377"/>
                  </a:lnTo>
                  <a:lnTo>
                    <a:pt x="10230" y="13699"/>
                  </a:lnTo>
                  <a:lnTo>
                    <a:pt x="11002" y="10310"/>
                  </a:lnTo>
                  <a:lnTo>
                    <a:pt x="11947" y="7212"/>
                  </a:lnTo>
                  <a:lnTo>
                    <a:pt x="12623" y="6258"/>
                  </a:lnTo>
                  <a:lnTo>
                    <a:pt x="15954" y="3478"/>
                  </a:lnTo>
                  <a:lnTo>
                    <a:pt x="16993" y="823"/>
                  </a:lnTo>
                  <a:lnTo>
                    <a:pt x="17826" y="0"/>
                  </a:lnTo>
                  <a:lnTo>
                    <a:pt x="18771" y="46"/>
                  </a:lnTo>
                  <a:lnTo>
                    <a:pt x="19380" y="1314"/>
                  </a:lnTo>
                  <a:lnTo>
                    <a:pt x="19924" y="2816"/>
                  </a:lnTo>
                  <a:lnTo>
                    <a:pt x="20494" y="3628"/>
                  </a:lnTo>
                  <a:lnTo>
                    <a:pt x="21969" y="5096"/>
                  </a:lnTo>
                  <a:lnTo>
                    <a:pt x="22615" y="6514"/>
                  </a:lnTo>
                  <a:lnTo>
                    <a:pt x="22909" y="8958"/>
                  </a:lnTo>
                  <a:lnTo>
                    <a:pt x="22011" y="11277"/>
                  </a:lnTo>
                  <a:lnTo>
                    <a:pt x="21565" y="13367"/>
                  </a:lnTo>
                  <a:lnTo>
                    <a:pt x="21482" y="15677"/>
                  </a:lnTo>
                  <a:lnTo>
                    <a:pt x="21642" y="18804"/>
                  </a:lnTo>
                  <a:lnTo>
                    <a:pt x="21663" y="21941"/>
                  </a:lnTo>
                  <a:lnTo>
                    <a:pt x="20540" y="29302"/>
                  </a:lnTo>
                  <a:lnTo>
                    <a:pt x="19335" y="33887"/>
                  </a:lnTo>
                  <a:lnTo>
                    <a:pt x="19011" y="36173"/>
                  </a:lnTo>
                  <a:lnTo>
                    <a:pt x="18644" y="41841"/>
                  </a:lnTo>
                  <a:lnTo>
                    <a:pt x="17937" y="47533"/>
                  </a:lnTo>
                  <a:lnTo>
                    <a:pt x="17333" y="54749"/>
                  </a:lnTo>
                  <a:lnTo>
                    <a:pt x="16350" y="62182"/>
                  </a:lnTo>
                  <a:lnTo>
                    <a:pt x="15792" y="65292"/>
                  </a:lnTo>
                  <a:lnTo>
                    <a:pt x="15097" y="68267"/>
                  </a:lnTo>
                  <a:lnTo>
                    <a:pt x="13435" y="73888"/>
                  </a:lnTo>
                  <a:close/>
                </a:path>
              </a:pathLst>
            </a:custGeom>
            <a:solidFill>
              <a:srgbClr val="DCEBD8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9" name="pg1438"/>
            <p:cNvSpPr/>
            <p:nvPr/>
          </p:nvSpPr>
          <p:spPr>
            <a:xfrm>
              <a:off x="3852713" y="3860097"/>
              <a:ext cx="3753" cy="10085"/>
            </a:xfrm>
            <a:custGeom>
              <a:avLst/>
              <a:pathLst>
                <a:path w="3753" h="10085">
                  <a:moveTo>
                    <a:pt x="1337" y="9698"/>
                  </a:moveTo>
                  <a:lnTo>
                    <a:pt x="670" y="10085"/>
                  </a:lnTo>
                  <a:lnTo>
                    <a:pt x="409" y="9710"/>
                  </a:lnTo>
                  <a:lnTo>
                    <a:pt x="0" y="8478"/>
                  </a:lnTo>
                  <a:lnTo>
                    <a:pt x="712" y="7427"/>
                  </a:lnTo>
                  <a:lnTo>
                    <a:pt x="1402" y="5387"/>
                  </a:lnTo>
                  <a:lnTo>
                    <a:pt x="3006" y="2395"/>
                  </a:lnTo>
                  <a:lnTo>
                    <a:pt x="3553" y="421"/>
                  </a:lnTo>
                  <a:lnTo>
                    <a:pt x="3753" y="0"/>
                  </a:lnTo>
                  <a:lnTo>
                    <a:pt x="3638" y="2331"/>
                  </a:lnTo>
                  <a:lnTo>
                    <a:pt x="2733" y="7430"/>
                  </a:lnTo>
                  <a:lnTo>
                    <a:pt x="1960" y="7762"/>
                  </a:lnTo>
                  <a:close/>
                </a:path>
              </a:pathLst>
            </a:custGeom>
            <a:solidFill>
              <a:srgbClr val="90C08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0" name="pg1439"/>
            <p:cNvSpPr/>
            <p:nvPr/>
          </p:nvSpPr>
          <p:spPr>
            <a:xfrm>
              <a:off x="3847523" y="3803149"/>
              <a:ext cx="4821" cy="21622"/>
            </a:xfrm>
            <a:custGeom>
              <a:avLst/>
              <a:pathLst>
                <a:path w="4821" h="21622">
                  <a:moveTo>
                    <a:pt x="3876" y="13374"/>
                  </a:moveTo>
                  <a:lnTo>
                    <a:pt x="4821" y="19662"/>
                  </a:lnTo>
                  <a:lnTo>
                    <a:pt x="4699" y="20840"/>
                  </a:lnTo>
                  <a:lnTo>
                    <a:pt x="4033" y="21561"/>
                  </a:lnTo>
                  <a:lnTo>
                    <a:pt x="3685" y="21622"/>
                  </a:lnTo>
                  <a:lnTo>
                    <a:pt x="3270" y="20617"/>
                  </a:lnTo>
                  <a:lnTo>
                    <a:pt x="2977" y="18494"/>
                  </a:lnTo>
                  <a:lnTo>
                    <a:pt x="2471" y="18999"/>
                  </a:lnTo>
                  <a:lnTo>
                    <a:pt x="1608" y="16462"/>
                  </a:lnTo>
                  <a:lnTo>
                    <a:pt x="754" y="16341"/>
                  </a:lnTo>
                  <a:lnTo>
                    <a:pt x="0" y="13314"/>
                  </a:lnTo>
                  <a:lnTo>
                    <a:pt x="295" y="10674"/>
                  </a:lnTo>
                  <a:lnTo>
                    <a:pt x="124" y="6178"/>
                  </a:lnTo>
                  <a:lnTo>
                    <a:pt x="1044" y="3875"/>
                  </a:lnTo>
                  <a:lnTo>
                    <a:pt x="1563" y="0"/>
                  </a:lnTo>
                  <a:lnTo>
                    <a:pt x="2158" y="2646"/>
                  </a:lnTo>
                  <a:lnTo>
                    <a:pt x="2294" y="6772"/>
                  </a:lnTo>
                  <a:lnTo>
                    <a:pt x="3097" y="11626"/>
                  </a:lnTo>
                  <a:lnTo>
                    <a:pt x="3770" y="13126"/>
                  </a:lnTo>
                  <a:close/>
                </a:path>
              </a:pathLst>
            </a:custGeom>
            <a:solidFill>
              <a:srgbClr val="90C08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1" name="pg1440"/>
            <p:cNvSpPr/>
            <p:nvPr/>
          </p:nvSpPr>
          <p:spPr>
            <a:xfrm>
              <a:off x="3853255" y="3779042"/>
              <a:ext cx="2766" cy="15888"/>
            </a:xfrm>
            <a:custGeom>
              <a:avLst/>
              <a:pathLst>
                <a:path w="2766" h="15888">
                  <a:moveTo>
                    <a:pt x="2693" y="0"/>
                  </a:moveTo>
                  <a:lnTo>
                    <a:pt x="2766" y="1488"/>
                  </a:lnTo>
                  <a:lnTo>
                    <a:pt x="2577" y="2891"/>
                  </a:lnTo>
                  <a:lnTo>
                    <a:pt x="2618" y="7358"/>
                  </a:lnTo>
                  <a:lnTo>
                    <a:pt x="2545" y="10321"/>
                  </a:lnTo>
                  <a:lnTo>
                    <a:pt x="1840" y="14428"/>
                  </a:lnTo>
                  <a:lnTo>
                    <a:pt x="1265" y="15888"/>
                  </a:lnTo>
                  <a:lnTo>
                    <a:pt x="750" y="15464"/>
                  </a:lnTo>
                  <a:lnTo>
                    <a:pt x="329" y="14788"/>
                  </a:lnTo>
                  <a:lnTo>
                    <a:pt x="0" y="13663"/>
                  </a:lnTo>
                  <a:lnTo>
                    <a:pt x="670" y="6132"/>
                  </a:lnTo>
                  <a:lnTo>
                    <a:pt x="329" y="617"/>
                  </a:lnTo>
                  <a:lnTo>
                    <a:pt x="1653" y="1145"/>
                  </a:lnTo>
                  <a:close/>
                </a:path>
              </a:pathLst>
            </a:custGeom>
            <a:solidFill>
              <a:srgbClr val="90C08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2" name="pg1441"/>
            <p:cNvSpPr/>
            <p:nvPr/>
          </p:nvSpPr>
          <p:spPr>
            <a:xfrm>
              <a:off x="3725866" y="3663469"/>
              <a:ext cx="137467" cy="316803"/>
            </a:xfrm>
            <a:custGeom>
              <a:avLst/>
              <a:pathLst>
                <a:path w="137467" h="316803">
                  <a:moveTo>
                    <a:pt x="56513" y="210"/>
                  </a:moveTo>
                  <a:lnTo>
                    <a:pt x="57453" y="210"/>
                  </a:lnTo>
                  <a:lnTo>
                    <a:pt x="58344" y="1327"/>
                  </a:lnTo>
                  <a:lnTo>
                    <a:pt x="59332" y="2649"/>
                  </a:lnTo>
                  <a:lnTo>
                    <a:pt x="61961" y="6166"/>
                  </a:lnTo>
                  <a:lnTo>
                    <a:pt x="64592" y="9681"/>
                  </a:lnTo>
                  <a:lnTo>
                    <a:pt x="67223" y="13198"/>
                  </a:lnTo>
                  <a:lnTo>
                    <a:pt x="69853" y="16713"/>
                  </a:lnTo>
                  <a:lnTo>
                    <a:pt x="72484" y="20231"/>
                  </a:lnTo>
                  <a:lnTo>
                    <a:pt x="75113" y="23748"/>
                  </a:lnTo>
                  <a:lnTo>
                    <a:pt x="77744" y="27263"/>
                  </a:lnTo>
                  <a:lnTo>
                    <a:pt x="80375" y="30781"/>
                  </a:lnTo>
                  <a:lnTo>
                    <a:pt x="83004" y="34298"/>
                  </a:lnTo>
                  <a:lnTo>
                    <a:pt x="85633" y="37813"/>
                  </a:lnTo>
                  <a:lnTo>
                    <a:pt x="88265" y="41328"/>
                  </a:lnTo>
                  <a:lnTo>
                    <a:pt x="90895" y="44845"/>
                  </a:lnTo>
                  <a:lnTo>
                    <a:pt x="93525" y="48363"/>
                  </a:lnTo>
                  <a:lnTo>
                    <a:pt x="96156" y="51878"/>
                  </a:lnTo>
                  <a:lnTo>
                    <a:pt x="98787" y="55395"/>
                  </a:lnTo>
                  <a:lnTo>
                    <a:pt x="101417" y="58910"/>
                  </a:lnTo>
                  <a:lnTo>
                    <a:pt x="102672" y="60589"/>
                  </a:lnTo>
                  <a:lnTo>
                    <a:pt x="102861" y="61317"/>
                  </a:lnTo>
                  <a:lnTo>
                    <a:pt x="103079" y="64520"/>
                  </a:lnTo>
                  <a:lnTo>
                    <a:pt x="103217" y="66522"/>
                  </a:lnTo>
                  <a:lnTo>
                    <a:pt x="103141" y="68283"/>
                  </a:lnTo>
                  <a:lnTo>
                    <a:pt x="102444" y="71281"/>
                  </a:lnTo>
                  <a:lnTo>
                    <a:pt x="102238" y="72848"/>
                  </a:lnTo>
                  <a:lnTo>
                    <a:pt x="102232" y="73936"/>
                  </a:lnTo>
                  <a:lnTo>
                    <a:pt x="102403" y="74363"/>
                  </a:lnTo>
                  <a:lnTo>
                    <a:pt x="102996" y="74518"/>
                  </a:lnTo>
                  <a:lnTo>
                    <a:pt x="103501" y="75228"/>
                  </a:lnTo>
                  <a:lnTo>
                    <a:pt x="103688" y="75788"/>
                  </a:lnTo>
                  <a:lnTo>
                    <a:pt x="104073" y="78045"/>
                  </a:lnTo>
                  <a:lnTo>
                    <a:pt x="104565" y="79176"/>
                  </a:lnTo>
                  <a:lnTo>
                    <a:pt x="105676" y="81092"/>
                  </a:lnTo>
                  <a:lnTo>
                    <a:pt x="107570" y="84359"/>
                  </a:lnTo>
                  <a:lnTo>
                    <a:pt x="109465" y="87625"/>
                  </a:lnTo>
                  <a:lnTo>
                    <a:pt x="111359" y="90892"/>
                  </a:lnTo>
                  <a:lnTo>
                    <a:pt x="113253" y="94158"/>
                  </a:lnTo>
                  <a:lnTo>
                    <a:pt x="115148" y="97422"/>
                  </a:lnTo>
                  <a:lnTo>
                    <a:pt x="117042" y="100688"/>
                  </a:lnTo>
                  <a:lnTo>
                    <a:pt x="118937" y="103955"/>
                  </a:lnTo>
                  <a:lnTo>
                    <a:pt x="120831" y="107222"/>
                  </a:lnTo>
                  <a:lnTo>
                    <a:pt x="121753" y="108809"/>
                  </a:lnTo>
                  <a:lnTo>
                    <a:pt x="122143" y="109256"/>
                  </a:lnTo>
                  <a:lnTo>
                    <a:pt x="121897" y="111740"/>
                  </a:lnTo>
                  <a:lnTo>
                    <a:pt x="120927" y="117769"/>
                  </a:lnTo>
                  <a:lnTo>
                    <a:pt x="120872" y="120279"/>
                  </a:lnTo>
                  <a:lnTo>
                    <a:pt x="120492" y="123234"/>
                  </a:lnTo>
                  <a:lnTo>
                    <a:pt x="120126" y="125188"/>
                  </a:lnTo>
                  <a:lnTo>
                    <a:pt x="119138" y="133669"/>
                  </a:lnTo>
                  <a:lnTo>
                    <a:pt x="118309" y="136843"/>
                  </a:lnTo>
                  <a:lnTo>
                    <a:pt x="117176" y="144279"/>
                  </a:lnTo>
                  <a:lnTo>
                    <a:pt x="116996" y="149967"/>
                  </a:lnTo>
                  <a:lnTo>
                    <a:pt x="117621" y="153949"/>
                  </a:lnTo>
                  <a:lnTo>
                    <a:pt x="117852" y="157683"/>
                  </a:lnTo>
                  <a:lnTo>
                    <a:pt x="119178" y="161342"/>
                  </a:lnTo>
                  <a:lnTo>
                    <a:pt x="120238" y="162649"/>
                  </a:lnTo>
                  <a:lnTo>
                    <a:pt x="120955" y="164323"/>
                  </a:lnTo>
                  <a:lnTo>
                    <a:pt x="122225" y="168143"/>
                  </a:lnTo>
                  <a:lnTo>
                    <a:pt x="122952" y="171976"/>
                  </a:lnTo>
                  <a:lnTo>
                    <a:pt x="125235" y="173857"/>
                  </a:lnTo>
                  <a:lnTo>
                    <a:pt x="126145" y="178154"/>
                  </a:lnTo>
                  <a:lnTo>
                    <a:pt x="125814" y="181111"/>
                  </a:lnTo>
                  <a:lnTo>
                    <a:pt x="124755" y="183561"/>
                  </a:lnTo>
                  <a:lnTo>
                    <a:pt x="123764" y="187532"/>
                  </a:lnTo>
                  <a:lnTo>
                    <a:pt x="122966" y="192746"/>
                  </a:lnTo>
                  <a:lnTo>
                    <a:pt x="122948" y="200719"/>
                  </a:lnTo>
                  <a:lnTo>
                    <a:pt x="123484" y="199508"/>
                  </a:lnTo>
                  <a:lnTo>
                    <a:pt x="124693" y="201461"/>
                  </a:lnTo>
                  <a:lnTo>
                    <a:pt x="124849" y="207333"/>
                  </a:lnTo>
                  <a:lnTo>
                    <a:pt x="123603" y="214169"/>
                  </a:lnTo>
                  <a:lnTo>
                    <a:pt x="123219" y="217364"/>
                  </a:lnTo>
                  <a:lnTo>
                    <a:pt x="123158" y="220108"/>
                  </a:lnTo>
                  <a:lnTo>
                    <a:pt x="124063" y="228292"/>
                  </a:lnTo>
                  <a:lnTo>
                    <a:pt x="125433" y="232459"/>
                  </a:lnTo>
                  <a:lnTo>
                    <a:pt x="125331" y="233763"/>
                  </a:lnTo>
                  <a:lnTo>
                    <a:pt x="124975" y="234857"/>
                  </a:lnTo>
                  <a:lnTo>
                    <a:pt x="127320" y="242230"/>
                  </a:lnTo>
                  <a:lnTo>
                    <a:pt x="127125" y="248641"/>
                  </a:lnTo>
                  <a:lnTo>
                    <a:pt x="128003" y="253634"/>
                  </a:lnTo>
                  <a:lnTo>
                    <a:pt x="128389" y="257959"/>
                  </a:lnTo>
                  <a:lnTo>
                    <a:pt x="128967" y="261278"/>
                  </a:lnTo>
                  <a:lnTo>
                    <a:pt x="129078" y="263566"/>
                  </a:lnTo>
                  <a:lnTo>
                    <a:pt x="128355" y="266105"/>
                  </a:lnTo>
                  <a:lnTo>
                    <a:pt x="130065" y="266740"/>
                  </a:lnTo>
                  <a:lnTo>
                    <a:pt x="131070" y="268818"/>
                  </a:lnTo>
                  <a:lnTo>
                    <a:pt x="131544" y="270806"/>
                  </a:lnTo>
                  <a:lnTo>
                    <a:pt x="132779" y="270720"/>
                  </a:lnTo>
                  <a:lnTo>
                    <a:pt x="133448" y="272079"/>
                  </a:lnTo>
                  <a:lnTo>
                    <a:pt x="134412" y="273201"/>
                  </a:lnTo>
                  <a:lnTo>
                    <a:pt x="136544" y="276537"/>
                  </a:lnTo>
                  <a:lnTo>
                    <a:pt x="137121" y="278214"/>
                  </a:lnTo>
                  <a:lnTo>
                    <a:pt x="137331" y="279180"/>
                  </a:lnTo>
                  <a:lnTo>
                    <a:pt x="137467" y="279812"/>
                  </a:lnTo>
                  <a:lnTo>
                    <a:pt x="136034" y="282389"/>
                  </a:lnTo>
                  <a:lnTo>
                    <a:pt x="133797" y="286406"/>
                  </a:lnTo>
                  <a:lnTo>
                    <a:pt x="131607" y="290345"/>
                  </a:lnTo>
                  <a:lnTo>
                    <a:pt x="129489" y="293052"/>
                  </a:lnTo>
                  <a:lnTo>
                    <a:pt x="127976" y="294304"/>
                  </a:lnTo>
                  <a:lnTo>
                    <a:pt x="126360" y="295005"/>
                  </a:lnTo>
                  <a:lnTo>
                    <a:pt x="124826" y="296662"/>
                  </a:lnTo>
                  <a:lnTo>
                    <a:pt x="123375" y="299262"/>
                  </a:lnTo>
                  <a:lnTo>
                    <a:pt x="121517" y="300572"/>
                  </a:lnTo>
                  <a:lnTo>
                    <a:pt x="119252" y="300583"/>
                  </a:lnTo>
                  <a:lnTo>
                    <a:pt x="116874" y="302404"/>
                  </a:lnTo>
                  <a:lnTo>
                    <a:pt x="114512" y="305844"/>
                  </a:lnTo>
                  <a:lnTo>
                    <a:pt x="113135" y="307852"/>
                  </a:lnTo>
                  <a:lnTo>
                    <a:pt x="110955" y="304834"/>
                  </a:lnTo>
                  <a:lnTo>
                    <a:pt x="109245" y="303876"/>
                  </a:lnTo>
                  <a:lnTo>
                    <a:pt x="107280" y="303977"/>
                  </a:lnTo>
                  <a:lnTo>
                    <a:pt x="106082" y="304349"/>
                  </a:lnTo>
                  <a:lnTo>
                    <a:pt x="105652" y="304998"/>
                  </a:lnTo>
                  <a:lnTo>
                    <a:pt x="105278" y="306842"/>
                  </a:lnTo>
                  <a:lnTo>
                    <a:pt x="104960" y="309881"/>
                  </a:lnTo>
                  <a:lnTo>
                    <a:pt x="103671" y="312798"/>
                  </a:lnTo>
                  <a:lnTo>
                    <a:pt x="101411" y="315588"/>
                  </a:lnTo>
                  <a:lnTo>
                    <a:pt x="99328" y="316633"/>
                  </a:lnTo>
                  <a:lnTo>
                    <a:pt x="97421" y="315926"/>
                  </a:lnTo>
                  <a:lnTo>
                    <a:pt x="96132" y="314763"/>
                  </a:lnTo>
                  <a:lnTo>
                    <a:pt x="95457" y="313139"/>
                  </a:lnTo>
                  <a:lnTo>
                    <a:pt x="94467" y="312394"/>
                  </a:lnTo>
                  <a:lnTo>
                    <a:pt x="93156" y="312521"/>
                  </a:lnTo>
                  <a:lnTo>
                    <a:pt x="91902" y="313675"/>
                  </a:lnTo>
                  <a:lnTo>
                    <a:pt x="90702" y="315860"/>
                  </a:lnTo>
                  <a:lnTo>
                    <a:pt x="88787" y="316803"/>
                  </a:lnTo>
                  <a:lnTo>
                    <a:pt x="86159" y="316512"/>
                  </a:lnTo>
                  <a:lnTo>
                    <a:pt x="84748" y="315459"/>
                  </a:lnTo>
                  <a:lnTo>
                    <a:pt x="84553" y="313644"/>
                  </a:lnTo>
                  <a:lnTo>
                    <a:pt x="83402" y="311517"/>
                  </a:lnTo>
                  <a:lnTo>
                    <a:pt x="81293" y="309076"/>
                  </a:lnTo>
                  <a:lnTo>
                    <a:pt x="79740" y="309024"/>
                  </a:lnTo>
                  <a:lnTo>
                    <a:pt x="78743" y="311364"/>
                  </a:lnTo>
                  <a:lnTo>
                    <a:pt x="77833" y="312838"/>
                  </a:lnTo>
                  <a:lnTo>
                    <a:pt x="77011" y="313439"/>
                  </a:lnTo>
                  <a:lnTo>
                    <a:pt x="76271" y="313511"/>
                  </a:lnTo>
                  <a:lnTo>
                    <a:pt x="75617" y="313061"/>
                  </a:lnTo>
                  <a:lnTo>
                    <a:pt x="75208" y="312873"/>
                  </a:lnTo>
                  <a:lnTo>
                    <a:pt x="72301" y="312625"/>
                  </a:lnTo>
                  <a:lnTo>
                    <a:pt x="69547" y="312723"/>
                  </a:lnTo>
                  <a:lnTo>
                    <a:pt x="69463" y="311707"/>
                  </a:lnTo>
                  <a:lnTo>
                    <a:pt x="69270" y="309335"/>
                  </a:lnTo>
                  <a:lnTo>
                    <a:pt x="68698" y="307269"/>
                  </a:lnTo>
                  <a:lnTo>
                    <a:pt x="68204" y="306040"/>
                  </a:lnTo>
                  <a:lnTo>
                    <a:pt x="67590" y="305714"/>
                  </a:lnTo>
                  <a:lnTo>
                    <a:pt x="67256" y="305737"/>
                  </a:lnTo>
                  <a:lnTo>
                    <a:pt x="66989" y="304785"/>
                  </a:lnTo>
                  <a:lnTo>
                    <a:pt x="66672" y="302678"/>
                  </a:lnTo>
                  <a:lnTo>
                    <a:pt x="66203" y="300883"/>
                  </a:lnTo>
                  <a:lnTo>
                    <a:pt x="65581" y="299397"/>
                  </a:lnTo>
                  <a:lnTo>
                    <a:pt x="65209" y="298018"/>
                  </a:lnTo>
                  <a:lnTo>
                    <a:pt x="65082" y="296748"/>
                  </a:lnTo>
                  <a:lnTo>
                    <a:pt x="65181" y="295351"/>
                  </a:lnTo>
                  <a:lnTo>
                    <a:pt x="65757" y="291883"/>
                  </a:lnTo>
                  <a:lnTo>
                    <a:pt x="65939" y="289508"/>
                  </a:lnTo>
                  <a:lnTo>
                    <a:pt x="65874" y="287073"/>
                  </a:lnTo>
                  <a:lnTo>
                    <a:pt x="65562" y="284576"/>
                  </a:lnTo>
                  <a:lnTo>
                    <a:pt x="64909" y="281607"/>
                  </a:lnTo>
                  <a:lnTo>
                    <a:pt x="64982" y="280753"/>
                  </a:lnTo>
                  <a:lnTo>
                    <a:pt x="64761" y="278727"/>
                  </a:lnTo>
                  <a:lnTo>
                    <a:pt x="64738" y="277310"/>
                  </a:lnTo>
                  <a:lnTo>
                    <a:pt x="64864" y="275541"/>
                  </a:lnTo>
                  <a:lnTo>
                    <a:pt x="64740" y="273216"/>
                  </a:lnTo>
                  <a:lnTo>
                    <a:pt x="64176" y="268252"/>
                  </a:lnTo>
                  <a:lnTo>
                    <a:pt x="64176" y="266983"/>
                  </a:lnTo>
                  <a:lnTo>
                    <a:pt x="63581" y="264579"/>
                  </a:lnTo>
                  <a:lnTo>
                    <a:pt x="61753" y="258897"/>
                  </a:lnTo>
                  <a:lnTo>
                    <a:pt x="61667" y="258158"/>
                  </a:lnTo>
                  <a:lnTo>
                    <a:pt x="58800" y="252433"/>
                  </a:lnTo>
                  <a:lnTo>
                    <a:pt x="57653" y="251181"/>
                  </a:lnTo>
                  <a:lnTo>
                    <a:pt x="57240" y="252254"/>
                  </a:lnTo>
                  <a:lnTo>
                    <a:pt x="57086" y="253247"/>
                  </a:lnTo>
                  <a:lnTo>
                    <a:pt x="57206" y="255079"/>
                  </a:lnTo>
                  <a:lnTo>
                    <a:pt x="57136" y="255991"/>
                  </a:lnTo>
                  <a:lnTo>
                    <a:pt x="57016" y="256404"/>
                  </a:lnTo>
                  <a:lnTo>
                    <a:pt x="56336" y="256343"/>
                  </a:lnTo>
                  <a:lnTo>
                    <a:pt x="55908" y="256133"/>
                  </a:lnTo>
                  <a:lnTo>
                    <a:pt x="54823" y="254595"/>
                  </a:lnTo>
                  <a:lnTo>
                    <a:pt x="53977" y="254217"/>
                  </a:lnTo>
                  <a:lnTo>
                    <a:pt x="51877" y="254494"/>
                  </a:lnTo>
                  <a:lnTo>
                    <a:pt x="51140" y="254854"/>
                  </a:lnTo>
                  <a:lnTo>
                    <a:pt x="50561" y="254508"/>
                  </a:lnTo>
                  <a:lnTo>
                    <a:pt x="49450" y="251882"/>
                  </a:lnTo>
                  <a:lnTo>
                    <a:pt x="48148" y="251331"/>
                  </a:lnTo>
                  <a:lnTo>
                    <a:pt x="46978" y="251195"/>
                  </a:lnTo>
                  <a:lnTo>
                    <a:pt x="45047" y="248214"/>
                  </a:lnTo>
                  <a:lnTo>
                    <a:pt x="44594" y="248353"/>
                  </a:lnTo>
                  <a:lnTo>
                    <a:pt x="44379" y="248581"/>
                  </a:lnTo>
                  <a:lnTo>
                    <a:pt x="43681" y="247796"/>
                  </a:lnTo>
                  <a:lnTo>
                    <a:pt x="42365" y="246065"/>
                  </a:lnTo>
                  <a:lnTo>
                    <a:pt x="40535" y="244535"/>
                  </a:lnTo>
                  <a:lnTo>
                    <a:pt x="39039" y="242827"/>
                  </a:lnTo>
                  <a:lnTo>
                    <a:pt x="38373" y="241162"/>
                  </a:lnTo>
                  <a:lnTo>
                    <a:pt x="36968" y="240527"/>
                  </a:lnTo>
                  <a:lnTo>
                    <a:pt x="35754" y="240253"/>
                  </a:lnTo>
                  <a:lnTo>
                    <a:pt x="34629" y="238709"/>
                  </a:lnTo>
                  <a:lnTo>
                    <a:pt x="33464" y="238533"/>
                  </a:lnTo>
                  <a:lnTo>
                    <a:pt x="32319" y="238138"/>
                  </a:lnTo>
                  <a:lnTo>
                    <a:pt x="32064" y="237116"/>
                  </a:lnTo>
                  <a:lnTo>
                    <a:pt x="32024" y="234834"/>
                  </a:lnTo>
                  <a:lnTo>
                    <a:pt x="31623" y="234236"/>
                  </a:lnTo>
                  <a:lnTo>
                    <a:pt x="30783" y="233653"/>
                  </a:lnTo>
                  <a:lnTo>
                    <a:pt x="29878" y="233682"/>
                  </a:lnTo>
                  <a:lnTo>
                    <a:pt x="29326" y="234011"/>
                  </a:lnTo>
                  <a:lnTo>
                    <a:pt x="29001" y="233847"/>
                  </a:lnTo>
                  <a:lnTo>
                    <a:pt x="28250" y="232502"/>
                  </a:lnTo>
                  <a:lnTo>
                    <a:pt x="27552" y="230794"/>
                  </a:lnTo>
                  <a:lnTo>
                    <a:pt x="27288" y="228070"/>
                  </a:lnTo>
                  <a:lnTo>
                    <a:pt x="26231" y="226315"/>
                  </a:lnTo>
                  <a:lnTo>
                    <a:pt x="25014" y="224930"/>
                  </a:lnTo>
                  <a:lnTo>
                    <a:pt x="21630" y="225074"/>
                  </a:lnTo>
                  <a:lnTo>
                    <a:pt x="21100" y="224653"/>
                  </a:lnTo>
                  <a:lnTo>
                    <a:pt x="20298" y="223274"/>
                  </a:lnTo>
                  <a:lnTo>
                    <a:pt x="19355" y="220991"/>
                  </a:lnTo>
                  <a:lnTo>
                    <a:pt x="18598" y="218385"/>
                  </a:lnTo>
                  <a:lnTo>
                    <a:pt x="17933" y="214848"/>
                  </a:lnTo>
                  <a:lnTo>
                    <a:pt x="17617" y="212715"/>
                  </a:lnTo>
                  <a:lnTo>
                    <a:pt x="17244" y="210078"/>
                  </a:lnTo>
                  <a:lnTo>
                    <a:pt x="16416" y="206133"/>
                  </a:lnTo>
                  <a:lnTo>
                    <a:pt x="15245" y="200549"/>
                  </a:lnTo>
                  <a:lnTo>
                    <a:pt x="14341" y="195975"/>
                  </a:lnTo>
                  <a:lnTo>
                    <a:pt x="13367" y="191055"/>
                  </a:lnTo>
                  <a:lnTo>
                    <a:pt x="12970" y="187451"/>
                  </a:lnTo>
                  <a:lnTo>
                    <a:pt x="12213" y="183463"/>
                  </a:lnTo>
                  <a:lnTo>
                    <a:pt x="10973" y="178563"/>
                  </a:lnTo>
                  <a:lnTo>
                    <a:pt x="10345" y="176647"/>
                  </a:lnTo>
                  <a:lnTo>
                    <a:pt x="9659" y="174933"/>
                  </a:lnTo>
                  <a:lnTo>
                    <a:pt x="7877" y="171626"/>
                  </a:lnTo>
                  <a:lnTo>
                    <a:pt x="5857" y="168340"/>
                  </a:lnTo>
                  <a:lnTo>
                    <a:pt x="4766" y="166123"/>
                  </a:lnTo>
                  <a:lnTo>
                    <a:pt x="3297" y="159550"/>
                  </a:lnTo>
                  <a:lnTo>
                    <a:pt x="2682" y="157169"/>
                  </a:lnTo>
                  <a:lnTo>
                    <a:pt x="2255" y="152979"/>
                  </a:lnTo>
                  <a:lnTo>
                    <a:pt x="1932" y="148634"/>
                  </a:lnTo>
                  <a:lnTo>
                    <a:pt x="2065" y="146873"/>
                  </a:lnTo>
                  <a:lnTo>
                    <a:pt x="3368" y="141275"/>
                  </a:lnTo>
                  <a:lnTo>
                    <a:pt x="3499" y="139700"/>
                  </a:lnTo>
                  <a:lnTo>
                    <a:pt x="3340" y="137576"/>
                  </a:lnTo>
                  <a:lnTo>
                    <a:pt x="2701" y="133114"/>
                  </a:lnTo>
                  <a:lnTo>
                    <a:pt x="2224" y="130194"/>
                  </a:lnTo>
                  <a:lnTo>
                    <a:pt x="1888" y="127701"/>
                  </a:lnTo>
                  <a:lnTo>
                    <a:pt x="1193" y="123551"/>
                  </a:lnTo>
                  <a:lnTo>
                    <a:pt x="238" y="117847"/>
                  </a:lnTo>
                  <a:lnTo>
                    <a:pt x="0" y="115356"/>
                  </a:lnTo>
                  <a:lnTo>
                    <a:pt x="27" y="113489"/>
                  </a:lnTo>
                  <a:lnTo>
                    <a:pt x="544" y="108561"/>
                  </a:lnTo>
                  <a:lnTo>
                    <a:pt x="996" y="103473"/>
                  </a:lnTo>
                  <a:lnTo>
                    <a:pt x="984" y="102074"/>
                  </a:lnTo>
                  <a:lnTo>
                    <a:pt x="4866" y="102267"/>
                  </a:lnTo>
                  <a:lnTo>
                    <a:pt x="5504" y="101150"/>
                  </a:lnTo>
                  <a:lnTo>
                    <a:pt x="7697" y="97878"/>
                  </a:lnTo>
                  <a:lnTo>
                    <a:pt x="10164" y="91319"/>
                  </a:lnTo>
                  <a:lnTo>
                    <a:pt x="10657" y="88586"/>
                  </a:lnTo>
                  <a:lnTo>
                    <a:pt x="11662" y="84379"/>
                  </a:lnTo>
                  <a:lnTo>
                    <a:pt x="12648" y="82290"/>
                  </a:lnTo>
                  <a:lnTo>
                    <a:pt x="13026" y="80841"/>
                  </a:lnTo>
                  <a:lnTo>
                    <a:pt x="13284" y="78570"/>
                  </a:lnTo>
                  <a:lnTo>
                    <a:pt x="13593" y="76648"/>
                  </a:lnTo>
                  <a:lnTo>
                    <a:pt x="14887" y="73800"/>
                  </a:lnTo>
                  <a:lnTo>
                    <a:pt x="16146" y="71618"/>
                  </a:lnTo>
                  <a:lnTo>
                    <a:pt x="16056" y="70733"/>
                  </a:lnTo>
                  <a:lnTo>
                    <a:pt x="15887" y="70075"/>
                  </a:lnTo>
                  <a:lnTo>
                    <a:pt x="16074" y="69512"/>
                  </a:lnTo>
                  <a:lnTo>
                    <a:pt x="16762" y="68389"/>
                  </a:lnTo>
                  <a:lnTo>
                    <a:pt x="18100" y="67362"/>
                  </a:lnTo>
                  <a:lnTo>
                    <a:pt x="18361" y="65175"/>
                  </a:lnTo>
                  <a:lnTo>
                    <a:pt x="18357" y="62687"/>
                  </a:lnTo>
                  <a:lnTo>
                    <a:pt x="18141" y="61296"/>
                  </a:lnTo>
                  <a:lnTo>
                    <a:pt x="18181" y="59695"/>
                  </a:lnTo>
                  <a:lnTo>
                    <a:pt x="17977" y="58800"/>
                  </a:lnTo>
                  <a:lnTo>
                    <a:pt x="17103" y="58575"/>
                  </a:lnTo>
                  <a:lnTo>
                    <a:pt x="15805" y="57334"/>
                  </a:lnTo>
                  <a:lnTo>
                    <a:pt x="14704" y="56812"/>
                  </a:lnTo>
                  <a:lnTo>
                    <a:pt x="13970" y="56091"/>
                  </a:lnTo>
                  <a:lnTo>
                    <a:pt x="13697" y="55540"/>
                  </a:lnTo>
                  <a:lnTo>
                    <a:pt x="13581" y="54048"/>
                  </a:lnTo>
                  <a:lnTo>
                    <a:pt x="13794" y="52423"/>
                  </a:lnTo>
                  <a:lnTo>
                    <a:pt x="13907" y="51956"/>
                  </a:lnTo>
                  <a:lnTo>
                    <a:pt x="14189" y="50216"/>
                  </a:lnTo>
                  <a:lnTo>
                    <a:pt x="13708" y="49168"/>
                  </a:lnTo>
                  <a:lnTo>
                    <a:pt x="13583" y="48657"/>
                  </a:lnTo>
                  <a:lnTo>
                    <a:pt x="13802" y="47826"/>
                  </a:lnTo>
                  <a:lnTo>
                    <a:pt x="14934" y="42294"/>
                  </a:lnTo>
                  <a:lnTo>
                    <a:pt x="15180" y="41521"/>
                  </a:lnTo>
                  <a:lnTo>
                    <a:pt x="15670" y="41423"/>
                  </a:lnTo>
                  <a:lnTo>
                    <a:pt x="16451" y="40745"/>
                  </a:lnTo>
                  <a:lnTo>
                    <a:pt x="17169" y="40439"/>
                  </a:lnTo>
                  <a:lnTo>
                    <a:pt x="17757" y="40681"/>
                  </a:lnTo>
                  <a:lnTo>
                    <a:pt x="18191" y="40416"/>
                  </a:lnTo>
                  <a:lnTo>
                    <a:pt x="18574" y="39700"/>
                  </a:lnTo>
                  <a:lnTo>
                    <a:pt x="18898" y="37542"/>
                  </a:lnTo>
                  <a:lnTo>
                    <a:pt x="19165" y="33935"/>
                  </a:lnTo>
                  <a:lnTo>
                    <a:pt x="19018" y="31000"/>
                  </a:lnTo>
                  <a:lnTo>
                    <a:pt x="18456" y="28738"/>
                  </a:lnTo>
                  <a:lnTo>
                    <a:pt x="18303" y="25286"/>
                  </a:lnTo>
                  <a:lnTo>
                    <a:pt x="18560" y="20646"/>
                  </a:lnTo>
                  <a:lnTo>
                    <a:pt x="18375" y="16788"/>
                  </a:lnTo>
                  <a:lnTo>
                    <a:pt x="17754" y="13703"/>
                  </a:lnTo>
                  <a:lnTo>
                    <a:pt x="17119" y="11874"/>
                  </a:lnTo>
                  <a:lnTo>
                    <a:pt x="16146" y="11008"/>
                  </a:lnTo>
                  <a:lnTo>
                    <a:pt x="14618" y="6302"/>
                  </a:lnTo>
                  <a:lnTo>
                    <a:pt x="14151" y="4025"/>
                  </a:lnTo>
                  <a:lnTo>
                    <a:pt x="14235" y="2602"/>
                  </a:lnTo>
                  <a:lnTo>
                    <a:pt x="14641" y="2138"/>
                  </a:lnTo>
                  <a:lnTo>
                    <a:pt x="14764" y="1996"/>
                  </a:lnTo>
                  <a:lnTo>
                    <a:pt x="15736" y="2210"/>
                  </a:lnTo>
                  <a:lnTo>
                    <a:pt x="16650" y="1667"/>
                  </a:lnTo>
                  <a:lnTo>
                    <a:pt x="17504" y="372"/>
                  </a:lnTo>
                  <a:lnTo>
                    <a:pt x="18333" y="0"/>
                  </a:lnTo>
                  <a:lnTo>
                    <a:pt x="18512" y="121"/>
                  </a:lnTo>
                  <a:lnTo>
                    <a:pt x="18772" y="210"/>
                  </a:lnTo>
                  <a:lnTo>
                    <a:pt x="20067" y="210"/>
                  </a:lnTo>
                  <a:lnTo>
                    <a:pt x="22262" y="210"/>
                  </a:lnTo>
                  <a:lnTo>
                    <a:pt x="24455" y="210"/>
                  </a:lnTo>
                  <a:lnTo>
                    <a:pt x="26649" y="210"/>
                  </a:lnTo>
                  <a:lnTo>
                    <a:pt x="28843" y="210"/>
                  </a:lnTo>
                  <a:lnTo>
                    <a:pt x="31036" y="210"/>
                  </a:lnTo>
                  <a:lnTo>
                    <a:pt x="33230" y="210"/>
                  </a:lnTo>
                  <a:lnTo>
                    <a:pt x="35423" y="210"/>
                  </a:lnTo>
                  <a:lnTo>
                    <a:pt x="37617" y="210"/>
                  </a:lnTo>
                  <a:lnTo>
                    <a:pt x="39811" y="210"/>
                  </a:lnTo>
                  <a:lnTo>
                    <a:pt x="42004" y="210"/>
                  </a:lnTo>
                  <a:lnTo>
                    <a:pt x="44198" y="210"/>
                  </a:lnTo>
                  <a:lnTo>
                    <a:pt x="46392" y="210"/>
                  </a:lnTo>
                  <a:lnTo>
                    <a:pt x="48585" y="210"/>
                  </a:lnTo>
                  <a:lnTo>
                    <a:pt x="50778" y="210"/>
                  </a:lnTo>
                  <a:lnTo>
                    <a:pt x="52973" y="210"/>
                  </a:lnTo>
                  <a:lnTo>
                    <a:pt x="55166" y="210"/>
                  </a:lnTo>
                  <a:close/>
                </a:path>
              </a:pathLst>
            </a:custGeom>
            <a:solidFill>
              <a:srgbClr val="90C08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3" name="pg1442"/>
            <p:cNvSpPr/>
            <p:nvPr/>
          </p:nvSpPr>
          <p:spPr>
            <a:xfrm>
              <a:off x="3728809" y="3509367"/>
              <a:ext cx="66836" cy="168138"/>
            </a:xfrm>
            <a:custGeom>
              <a:avLst/>
              <a:pathLst>
                <a:path w="66836" h="168138">
                  <a:moveTo>
                    <a:pt x="53570" y="154312"/>
                  </a:moveTo>
                  <a:lnTo>
                    <a:pt x="52223" y="154312"/>
                  </a:lnTo>
                  <a:lnTo>
                    <a:pt x="50030" y="154312"/>
                  </a:lnTo>
                  <a:lnTo>
                    <a:pt x="47836" y="154312"/>
                  </a:lnTo>
                  <a:lnTo>
                    <a:pt x="45642" y="154312"/>
                  </a:lnTo>
                  <a:lnTo>
                    <a:pt x="43449" y="154312"/>
                  </a:lnTo>
                  <a:lnTo>
                    <a:pt x="41255" y="154312"/>
                  </a:lnTo>
                  <a:lnTo>
                    <a:pt x="39062" y="154312"/>
                  </a:lnTo>
                  <a:lnTo>
                    <a:pt x="36868" y="154312"/>
                  </a:lnTo>
                  <a:lnTo>
                    <a:pt x="34674" y="154312"/>
                  </a:lnTo>
                  <a:lnTo>
                    <a:pt x="32481" y="154312"/>
                  </a:lnTo>
                  <a:lnTo>
                    <a:pt x="30288" y="154312"/>
                  </a:lnTo>
                  <a:lnTo>
                    <a:pt x="28093" y="154312"/>
                  </a:lnTo>
                  <a:lnTo>
                    <a:pt x="25900" y="154312"/>
                  </a:lnTo>
                  <a:lnTo>
                    <a:pt x="23707" y="154312"/>
                  </a:lnTo>
                  <a:lnTo>
                    <a:pt x="21512" y="154312"/>
                  </a:lnTo>
                  <a:lnTo>
                    <a:pt x="19319" y="154312"/>
                  </a:lnTo>
                  <a:lnTo>
                    <a:pt x="17125" y="154312"/>
                  </a:lnTo>
                  <a:lnTo>
                    <a:pt x="15829" y="154312"/>
                  </a:lnTo>
                  <a:lnTo>
                    <a:pt x="15569" y="154223"/>
                  </a:lnTo>
                  <a:lnTo>
                    <a:pt x="15391" y="154102"/>
                  </a:lnTo>
                  <a:lnTo>
                    <a:pt x="14561" y="154474"/>
                  </a:lnTo>
                  <a:lnTo>
                    <a:pt x="13707" y="155770"/>
                  </a:lnTo>
                  <a:lnTo>
                    <a:pt x="12794" y="156312"/>
                  </a:lnTo>
                  <a:lnTo>
                    <a:pt x="11821" y="156099"/>
                  </a:lnTo>
                  <a:lnTo>
                    <a:pt x="11698" y="156240"/>
                  </a:lnTo>
                  <a:lnTo>
                    <a:pt x="11204" y="156203"/>
                  </a:lnTo>
                  <a:lnTo>
                    <a:pt x="10493" y="156116"/>
                  </a:lnTo>
                  <a:lnTo>
                    <a:pt x="9851" y="156456"/>
                  </a:lnTo>
                  <a:lnTo>
                    <a:pt x="9360" y="157593"/>
                  </a:lnTo>
                  <a:lnTo>
                    <a:pt x="8859" y="159535"/>
                  </a:lnTo>
                  <a:lnTo>
                    <a:pt x="7960" y="161763"/>
                  </a:lnTo>
                  <a:lnTo>
                    <a:pt x="7256" y="163740"/>
                  </a:lnTo>
                  <a:lnTo>
                    <a:pt x="6659" y="165145"/>
                  </a:lnTo>
                  <a:lnTo>
                    <a:pt x="5289" y="167459"/>
                  </a:lnTo>
                  <a:lnTo>
                    <a:pt x="4543" y="168138"/>
                  </a:lnTo>
                  <a:lnTo>
                    <a:pt x="4171" y="168031"/>
                  </a:lnTo>
                  <a:lnTo>
                    <a:pt x="3945" y="167601"/>
                  </a:lnTo>
                  <a:lnTo>
                    <a:pt x="3516" y="164643"/>
                  </a:lnTo>
                  <a:lnTo>
                    <a:pt x="3251" y="164167"/>
                  </a:lnTo>
                  <a:lnTo>
                    <a:pt x="589" y="165691"/>
                  </a:lnTo>
                  <a:lnTo>
                    <a:pt x="185" y="165714"/>
                  </a:lnTo>
                  <a:lnTo>
                    <a:pt x="222" y="164793"/>
                  </a:lnTo>
                  <a:lnTo>
                    <a:pt x="26" y="157839"/>
                  </a:lnTo>
                  <a:lnTo>
                    <a:pt x="0" y="153582"/>
                  </a:lnTo>
                  <a:lnTo>
                    <a:pt x="347" y="150916"/>
                  </a:lnTo>
                  <a:lnTo>
                    <a:pt x="549" y="147843"/>
                  </a:lnTo>
                  <a:lnTo>
                    <a:pt x="571" y="145130"/>
                  </a:lnTo>
                  <a:lnTo>
                    <a:pt x="1060" y="140519"/>
                  </a:lnTo>
                  <a:lnTo>
                    <a:pt x="879" y="137755"/>
                  </a:lnTo>
                  <a:lnTo>
                    <a:pt x="1511" y="128059"/>
                  </a:lnTo>
                  <a:lnTo>
                    <a:pt x="1677" y="126482"/>
                  </a:lnTo>
                  <a:lnTo>
                    <a:pt x="1922" y="121797"/>
                  </a:lnTo>
                  <a:lnTo>
                    <a:pt x="2317" y="120353"/>
                  </a:lnTo>
                  <a:lnTo>
                    <a:pt x="2664" y="119787"/>
                  </a:lnTo>
                  <a:lnTo>
                    <a:pt x="3118" y="116913"/>
                  </a:lnTo>
                  <a:lnTo>
                    <a:pt x="3992" y="112323"/>
                  </a:lnTo>
                  <a:lnTo>
                    <a:pt x="4597" y="109957"/>
                  </a:lnTo>
                  <a:lnTo>
                    <a:pt x="4465" y="104789"/>
                  </a:lnTo>
                  <a:lnTo>
                    <a:pt x="4562" y="101274"/>
                  </a:lnTo>
                  <a:lnTo>
                    <a:pt x="4700" y="100495"/>
                  </a:lnTo>
                  <a:lnTo>
                    <a:pt x="5990" y="99186"/>
                  </a:lnTo>
                  <a:lnTo>
                    <a:pt x="7662" y="95937"/>
                  </a:lnTo>
                  <a:lnTo>
                    <a:pt x="8369" y="92117"/>
                  </a:lnTo>
                  <a:lnTo>
                    <a:pt x="9368" y="89678"/>
                  </a:lnTo>
                  <a:lnTo>
                    <a:pt x="11305" y="88090"/>
                  </a:lnTo>
                  <a:lnTo>
                    <a:pt x="17037" y="74977"/>
                  </a:lnTo>
                  <a:lnTo>
                    <a:pt x="19705" y="67909"/>
                  </a:lnTo>
                  <a:lnTo>
                    <a:pt x="20864" y="64287"/>
                  </a:lnTo>
                  <a:lnTo>
                    <a:pt x="20905" y="62990"/>
                  </a:lnTo>
                  <a:lnTo>
                    <a:pt x="21127" y="61282"/>
                  </a:lnTo>
                  <a:lnTo>
                    <a:pt x="20661" y="59950"/>
                  </a:lnTo>
                  <a:lnTo>
                    <a:pt x="20107" y="58741"/>
                  </a:lnTo>
                  <a:lnTo>
                    <a:pt x="19922" y="57624"/>
                  </a:lnTo>
                  <a:lnTo>
                    <a:pt x="19443" y="57069"/>
                  </a:lnTo>
                  <a:lnTo>
                    <a:pt x="18759" y="57092"/>
                  </a:lnTo>
                  <a:lnTo>
                    <a:pt x="18304" y="56281"/>
                  </a:lnTo>
                  <a:lnTo>
                    <a:pt x="17790" y="54690"/>
                  </a:lnTo>
                  <a:lnTo>
                    <a:pt x="17275" y="53688"/>
                  </a:lnTo>
                  <a:lnTo>
                    <a:pt x="15648" y="53772"/>
                  </a:lnTo>
                  <a:lnTo>
                    <a:pt x="14396" y="52149"/>
                  </a:lnTo>
                  <a:lnTo>
                    <a:pt x="14412" y="49936"/>
                  </a:lnTo>
                  <a:lnTo>
                    <a:pt x="14901" y="45571"/>
                  </a:lnTo>
                  <a:lnTo>
                    <a:pt x="15853" y="40576"/>
                  </a:lnTo>
                  <a:lnTo>
                    <a:pt x="15904" y="39198"/>
                  </a:lnTo>
                  <a:lnTo>
                    <a:pt x="15770" y="38021"/>
                  </a:lnTo>
                  <a:lnTo>
                    <a:pt x="15541" y="37014"/>
                  </a:lnTo>
                  <a:lnTo>
                    <a:pt x="15111" y="36015"/>
                  </a:lnTo>
                  <a:lnTo>
                    <a:pt x="14710" y="34821"/>
                  </a:lnTo>
                  <a:lnTo>
                    <a:pt x="15022" y="31228"/>
                  </a:lnTo>
                  <a:lnTo>
                    <a:pt x="15621" y="27705"/>
                  </a:lnTo>
                  <a:lnTo>
                    <a:pt x="16111" y="25946"/>
                  </a:lnTo>
                  <a:lnTo>
                    <a:pt x="16591" y="23972"/>
                  </a:lnTo>
                  <a:lnTo>
                    <a:pt x="16453" y="22355"/>
                  </a:lnTo>
                  <a:lnTo>
                    <a:pt x="15753" y="21555"/>
                  </a:lnTo>
                  <a:lnTo>
                    <a:pt x="16118" y="19977"/>
                  </a:lnTo>
                  <a:lnTo>
                    <a:pt x="16874" y="17319"/>
                  </a:lnTo>
                  <a:lnTo>
                    <a:pt x="18338" y="14633"/>
                  </a:lnTo>
                  <a:lnTo>
                    <a:pt x="19625" y="12842"/>
                  </a:lnTo>
                  <a:lnTo>
                    <a:pt x="20484" y="12832"/>
                  </a:lnTo>
                  <a:lnTo>
                    <a:pt x="22156" y="14260"/>
                  </a:lnTo>
                  <a:lnTo>
                    <a:pt x="23668" y="15948"/>
                  </a:lnTo>
                  <a:lnTo>
                    <a:pt x="24497" y="16034"/>
                  </a:lnTo>
                  <a:lnTo>
                    <a:pt x="25506" y="15328"/>
                  </a:lnTo>
                  <a:lnTo>
                    <a:pt x="27593" y="12339"/>
                  </a:lnTo>
                  <a:lnTo>
                    <a:pt x="28094" y="13289"/>
                  </a:lnTo>
                  <a:lnTo>
                    <a:pt x="28706" y="15103"/>
                  </a:lnTo>
                  <a:lnTo>
                    <a:pt x="29367" y="18103"/>
                  </a:lnTo>
                  <a:lnTo>
                    <a:pt x="30680" y="19473"/>
                  </a:lnTo>
                  <a:lnTo>
                    <a:pt x="31312" y="20418"/>
                  </a:lnTo>
                  <a:lnTo>
                    <a:pt x="31762" y="20698"/>
                  </a:lnTo>
                  <a:lnTo>
                    <a:pt x="32013" y="20453"/>
                  </a:lnTo>
                  <a:lnTo>
                    <a:pt x="32512" y="18095"/>
                  </a:lnTo>
                  <a:lnTo>
                    <a:pt x="33115" y="16810"/>
                  </a:lnTo>
                  <a:lnTo>
                    <a:pt x="34228" y="15188"/>
                  </a:lnTo>
                  <a:lnTo>
                    <a:pt x="36684" y="13895"/>
                  </a:lnTo>
                  <a:lnTo>
                    <a:pt x="38439" y="13504"/>
                  </a:lnTo>
                  <a:lnTo>
                    <a:pt x="39181" y="13223"/>
                  </a:lnTo>
                  <a:lnTo>
                    <a:pt x="40427" y="12461"/>
                  </a:lnTo>
                  <a:lnTo>
                    <a:pt x="42391" y="10047"/>
                  </a:lnTo>
                  <a:lnTo>
                    <a:pt x="44326" y="13164"/>
                  </a:lnTo>
                  <a:lnTo>
                    <a:pt x="46427" y="13765"/>
                  </a:lnTo>
                  <a:lnTo>
                    <a:pt x="48463" y="13744"/>
                  </a:lnTo>
                  <a:lnTo>
                    <a:pt x="49083" y="12797"/>
                  </a:lnTo>
                  <a:lnTo>
                    <a:pt x="49440" y="12070"/>
                  </a:lnTo>
                  <a:lnTo>
                    <a:pt x="51576" y="6942"/>
                  </a:lnTo>
                  <a:lnTo>
                    <a:pt x="54469" y="0"/>
                  </a:lnTo>
                  <a:lnTo>
                    <a:pt x="56394" y="9782"/>
                  </a:lnTo>
                  <a:lnTo>
                    <a:pt x="57057" y="10355"/>
                  </a:lnTo>
                  <a:lnTo>
                    <a:pt x="56964" y="11209"/>
                  </a:lnTo>
                  <a:lnTo>
                    <a:pt x="56801" y="12033"/>
                  </a:lnTo>
                  <a:lnTo>
                    <a:pt x="58061" y="14392"/>
                  </a:lnTo>
                  <a:lnTo>
                    <a:pt x="59613" y="15622"/>
                  </a:lnTo>
                  <a:lnTo>
                    <a:pt x="60166" y="16831"/>
                  </a:lnTo>
                  <a:lnTo>
                    <a:pt x="60216" y="18142"/>
                  </a:lnTo>
                  <a:lnTo>
                    <a:pt x="59693" y="23861"/>
                  </a:lnTo>
                  <a:lnTo>
                    <a:pt x="59790" y="25491"/>
                  </a:lnTo>
                  <a:lnTo>
                    <a:pt x="60291" y="31225"/>
                  </a:lnTo>
                  <a:lnTo>
                    <a:pt x="61213" y="32511"/>
                  </a:lnTo>
                  <a:lnTo>
                    <a:pt x="62035" y="38279"/>
                  </a:lnTo>
                  <a:lnTo>
                    <a:pt x="63689" y="40726"/>
                  </a:lnTo>
                  <a:lnTo>
                    <a:pt x="63927" y="41430"/>
                  </a:lnTo>
                  <a:lnTo>
                    <a:pt x="64309" y="44228"/>
                  </a:lnTo>
                  <a:lnTo>
                    <a:pt x="64815" y="47290"/>
                  </a:lnTo>
                  <a:lnTo>
                    <a:pt x="65213" y="48001"/>
                  </a:lnTo>
                  <a:lnTo>
                    <a:pt x="65454" y="48180"/>
                  </a:lnTo>
                  <a:lnTo>
                    <a:pt x="65942" y="51430"/>
                  </a:lnTo>
                  <a:lnTo>
                    <a:pt x="65661" y="53256"/>
                  </a:lnTo>
                  <a:lnTo>
                    <a:pt x="66043" y="58803"/>
                  </a:lnTo>
                  <a:lnTo>
                    <a:pt x="66661" y="63761"/>
                  </a:lnTo>
                  <a:lnTo>
                    <a:pt x="66827" y="69685"/>
                  </a:lnTo>
                  <a:lnTo>
                    <a:pt x="66836" y="72294"/>
                  </a:lnTo>
                  <a:lnTo>
                    <a:pt x="66814" y="73889"/>
                  </a:lnTo>
                  <a:lnTo>
                    <a:pt x="66675" y="76143"/>
                  </a:lnTo>
                  <a:lnTo>
                    <a:pt x="66379" y="77446"/>
                  </a:lnTo>
                  <a:lnTo>
                    <a:pt x="65850" y="78710"/>
                  </a:lnTo>
                  <a:lnTo>
                    <a:pt x="65266" y="80704"/>
                  </a:lnTo>
                  <a:lnTo>
                    <a:pt x="64755" y="82841"/>
                  </a:lnTo>
                  <a:lnTo>
                    <a:pt x="64434" y="83891"/>
                  </a:lnTo>
                  <a:lnTo>
                    <a:pt x="64684" y="87091"/>
                  </a:lnTo>
                  <a:lnTo>
                    <a:pt x="64620" y="87928"/>
                  </a:lnTo>
                  <a:lnTo>
                    <a:pt x="64484" y="88336"/>
                  </a:lnTo>
                  <a:lnTo>
                    <a:pt x="63733" y="88823"/>
                  </a:lnTo>
                  <a:lnTo>
                    <a:pt x="62775" y="89678"/>
                  </a:lnTo>
                  <a:lnTo>
                    <a:pt x="62193" y="90531"/>
                  </a:lnTo>
                  <a:lnTo>
                    <a:pt x="61370" y="92153"/>
                  </a:lnTo>
                  <a:lnTo>
                    <a:pt x="60709" y="93909"/>
                  </a:lnTo>
                  <a:lnTo>
                    <a:pt x="59834" y="99075"/>
                  </a:lnTo>
                  <a:lnTo>
                    <a:pt x="58375" y="103095"/>
                  </a:lnTo>
                  <a:lnTo>
                    <a:pt x="58128" y="104420"/>
                  </a:lnTo>
                  <a:lnTo>
                    <a:pt x="56751" y="106820"/>
                  </a:lnTo>
                  <a:lnTo>
                    <a:pt x="56143" y="109777"/>
                  </a:lnTo>
                  <a:lnTo>
                    <a:pt x="55759" y="113401"/>
                  </a:lnTo>
                  <a:lnTo>
                    <a:pt x="55224" y="116000"/>
                  </a:lnTo>
                  <a:lnTo>
                    <a:pt x="54063" y="119568"/>
                  </a:lnTo>
                  <a:lnTo>
                    <a:pt x="53796" y="125205"/>
                  </a:lnTo>
                  <a:lnTo>
                    <a:pt x="53832" y="136459"/>
                  </a:lnTo>
                  <a:lnTo>
                    <a:pt x="53531" y="149277"/>
                  </a:lnTo>
                  <a:close/>
                </a:path>
              </a:pathLst>
            </a:custGeom>
            <a:solidFill>
              <a:srgbClr val="228B2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4" name="pg1443"/>
            <p:cNvSpPr/>
            <p:nvPr/>
          </p:nvSpPr>
          <p:spPr>
            <a:xfrm>
              <a:off x="3752833" y="2263788"/>
              <a:ext cx="7913" cy="6455"/>
            </a:xfrm>
            <a:custGeom>
              <a:avLst/>
              <a:pathLst>
                <a:path w="7913" h="6455">
                  <a:moveTo>
                    <a:pt x="6212" y="5000"/>
                  </a:moveTo>
                  <a:lnTo>
                    <a:pt x="7913" y="6455"/>
                  </a:lnTo>
                  <a:lnTo>
                    <a:pt x="6177" y="6067"/>
                  </a:lnTo>
                  <a:lnTo>
                    <a:pt x="2361" y="4700"/>
                  </a:lnTo>
                  <a:lnTo>
                    <a:pt x="679" y="3409"/>
                  </a:lnTo>
                  <a:lnTo>
                    <a:pt x="245" y="1966"/>
                  </a:lnTo>
                  <a:lnTo>
                    <a:pt x="0" y="0"/>
                  </a:lnTo>
                  <a:lnTo>
                    <a:pt x="938" y="2067"/>
                  </a:lnTo>
                  <a:lnTo>
                    <a:pt x="1600" y="297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5" name="pg1444"/>
            <p:cNvSpPr/>
            <p:nvPr/>
          </p:nvSpPr>
          <p:spPr>
            <a:xfrm>
              <a:off x="3637123" y="2087072"/>
              <a:ext cx="222073" cy="235386"/>
            </a:xfrm>
            <a:custGeom>
              <a:avLst/>
              <a:pathLst>
                <a:path w="222073" h="235386">
                  <a:moveTo>
                    <a:pt x="198455" y="155490"/>
                  </a:moveTo>
                  <a:lnTo>
                    <a:pt x="198010" y="155822"/>
                  </a:lnTo>
                  <a:lnTo>
                    <a:pt x="193696" y="155360"/>
                  </a:lnTo>
                  <a:lnTo>
                    <a:pt x="190175" y="155989"/>
                  </a:lnTo>
                  <a:lnTo>
                    <a:pt x="187664" y="160648"/>
                  </a:lnTo>
                  <a:lnTo>
                    <a:pt x="186167" y="160635"/>
                  </a:lnTo>
                  <a:lnTo>
                    <a:pt x="184057" y="161850"/>
                  </a:lnTo>
                  <a:lnTo>
                    <a:pt x="182631" y="163359"/>
                  </a:lnTo>
                  <a:lnTo>
                    <a:pt x="180938" y="166631"/>
                  </a:lnTo>
                  <a:lnTo>
                    <a:pt x="179628" y="165162"/>
                  </a:lnTo>
                  <a:lnTo>
                    <a:pt x="178025" y="165204"/>
                  </a:lnTo>
                  <a:lnTo>
                    <a:pt x="176461" y="166095"/>
                  </a:lnTo>
                  <a:lnTo>
                    <a:pt x="174579" y="168281"/>
                  </a:lnTo>
                  <a:lnTo>
                    <a:pt x="173532" y="168667"/>
                  </a:lnTo>
                  <a:lnTo>
                    <a:pt x="171437" y="168038"/>
                  </a:lnTo>
                  <a:lnTo>
                    <a:pt x="168997" y="169293"/>
                  </a:lnTo>
                  <a:lnTo>
                    <a:pt x="163729" y="176471"/>
                  </a:lnTo>
                  <a:lnTo>
                    <a:pt x="161957" y="181716"/>
                  </a:lnTo>
                  <a:lnTo>
                    <a:pt x="161312" y="182742"/>
                  </a:lnTo>
                  <a:lnTo>
                    <a:pt x="160423" y="184022"/>
                  </a:lnTo>
                  <a:lnTo>
                    <a:pt x="159472" y="184668"/>
                  </a:lnTo>
                  <a:lnTo>
                    <a:pt x="158970" y="184609"/>
                  </a:lnTo>
                  <a:lnTo>
                    <a:pt x="161478" y="180881"/>
                  </a:lnTo>
                  <a:lnTo>
                    <a:pt x="162248" y="179483"/>
                  </a:lnTo>
                  <a:lnTo>
                    <a:pt x="162380" y="178451"/>
                  </a:lnTo>
                  <a:lnTo>
                    <a:pt x="162393" y="176787"/>
                  </a:lnTo>
                  <a:lnTo>
                    <a:pt x="161633" y="174721"/>
                  </a:lnTo>
                  <a:lnTo>
                    <a:pt x="159581" y="179845"/>
                  </a:lnTo>
                  <a:lnTo>
                    <a:pt x="158414" y="180588"/>
                  </a:lnTo>
                  <a:lnTo>
                    <a:pt x="156935" y="182130"/>
                  </a:lnTo>
                  <a:lnTo>
                    <a:pt x="156862" y="185567"/>
                  </a:lnTo>
                  <a:lnTo>
                    <a:pt x="157030" y="188115"/>
                  </a:lnTo>
                  <a:lnTo>
                    <a:pt x="157638" y="191322"/>
                  </a:lnTo>
                  <a:lnTo>
                    <a:pt x="159072" y="196577"/>
                  </a:lnTo>
                  <a:lnTo>
                    <a:pt x="162001" y="204084"/>
                  </a:lnTo>
                  <a:lnTo>
                    <a:pt x="163404" y="206841"/>
                  </a:lnTo>
                  <a:lnTo>
                    <a:pt x="164436" y="207944"/>
                  </a:lnTo>
                  <a:lnTo>
                    <a:pt x="165676" y="208104"/>
                  </a:lnTo>
                  <a:lnTo>
                    <a:pt x="168057" y="205785"/>
                  </a:lnTo>
                  <a:lnTo>
                    <a:pt x="169075" y="205423"/>
                  </a:lnTo>
                  <a:lnTo>
                    <a:pt x="171289" y="206308"/>
                  </a:lnTo>
                  <a:lnTo>
                    <a:pt x="172082" y="204758"/>
                  </a:lnTo>
                  <a:lnTo>
                    <a:pt x="173234" y="203902"/>
                  </a:lnTo>
                  <a:lnTo>
                    <a:pt x="174713" y="203794"/>
                  </a:lnTo>
                  <a:lnTo>
                    <a:pt x="176400" y="204488"/>
                  </a:lnTo>
                  <a:lnTo>
                    <a:pt x="178226" y="205661"/>
                  </a:lnTo>
                  <a:lnTo>
                    <a:pt x="177476" y="208314"/>
                  </a:lnTo>
                  <a:lnTo>
                    <a:pt x="176693" y="210425"/>
                  </a:lnTo>
                  <a:lnTo>
                    <a:pt x="176417" y="212761"/>
                  </a:lnTo>
                  <a:lnTo>
                    <a:pt x="175984" y="215358"/>
                  </a:lnTo>
                  <a:lnTo>
                    <a:pt x="173967" y="216523"/>
                  </a:lnTo>
                  <a:lnTo>
                    <a:pt x="171806" y="216380"/>
                  </a:lnTo>
                  <a:lnTo>
                    <a:pt x="169527" y="217133"/>
                  </a:lnTo>
                  <a:lnTo>
                    <a:pt x="168707" y="216120"/>
                  </a:lnTo>
                  <a:lnTo>
                    <a:pt x="168162" y="215197"/>
                  </a:lnTo>
                  <a:lnTo>
                    <a:pt x="167151" y="214276"/>
                  </a:lnTo>
                  <a:lnTo>
                    <a:pt x="165818" y="213764"/>
                  </a:lnTo>
                  <a:lnTo>
                    <a:pt x="164622" y="214380"/>
                  </a:lnTo>
                  <a:lnTo>
                    <a:pt x="163206" y="217928"/>
                  </a:lnTo>
                  <a:lnTo>
                    <a:pt x="160700" y="220353"/>
                  </a:lnTo>
                  <a:lnTo>
                    <a:pt x="159872" y="223122"/>
                  </a:lnTo>
                  <a:lnTo>
                    <a:pt x="157406" y="222503"/>
                  </a:lnTo>
                  <a:lnTo>
                    <a:pt x="155297" y="222989"/>
                  </a:lnTo>
                  <a:lnTo>
                    <a:pt x="152249" y="225514"/>
                  </a:lnTo>
                  <a:lnTo>
                    <a:pt x="149927" y="230929"/>
                  </a:lnTo>
                  <a:lnTo>
                    <a:pt x="147369" y="234316"/>
                  </a:lnTo>
                  <a:lnTo>
                    <a:pt x="145339" y="235386"/>
                  </a:lnTo>
                  <a:lnTo>
                    <a:pt x="143435" y="235052"/>
                  </a:lnTo>
                  <a:lnTo>
                    <a:pt x="142204" y="234039"/>
                  </a:lnTo>
                  <a:lnTo>
                    <a:pt x="139672" y="230479"/>
                  </a:lnTo>
                  <a:lnTo>
                    <a:pt x="139820" y="229204"/>
                  </a:lnTo>
                  <a:lnTo>
                    <a:pt x="140173" y="228560"/>
                  </a:lnTo>
                  <a:lnTo>
                    <a:pt x="140652" y="226731"/>
                  </a:lnTo>
                  <a:lnTo>
                    <a:pt x="141665" y="220014"/>
                  </a:lnTo>
                  <a:lnTo>
                    <a:pt x="141529" y="217837"/>
                  </a:lnTo>
                  <a:lnTo>
                    <a:pt x="140961" y="214405"/>
                  </a:lnTo>
                  <a:lnTo>
                    <a:pt x="138954" y="211740"/>
                  </a:lnTo>
                  <a:lnTo>
                    <a:pt x="137338" y="212245"/>
                  </a:lnTo>
                  <a:lnTo>
                    <a:pt x="136417" y="211535"/>
                  </a:lnTo>
                  <a:lnTo>
                    <a:pt x="133107" y="207003"/>
                  </a:lnTo>
                  <a:lnTo>
                    <a:pt x="131305" y="206683"/>
                  </a:lnTo>
                  <a:lnTo>
                    <a:pt x="129315" y="207596"/>
                  </a:lnTo>
                  <a:lnTo>
                    <a:pt x="128581" y="206937"/>
                  </a:lnTo>
                  <a:lnTo>
                    <a:pt x="128040" y="205358"/>
                  </a:lnTo>
                  <a:lnTo>
                    <a:pt x="131989" y="199767"/>
                  </a:lnTo>
                  <a:lnTo>
                    <a:pt x="135866" y="195152"/>
                  </a:lnTo>
                  <a:lnTo>
                    <a:pt x="137567" y="194678"/>
                  </a:lnTo>
                  <a:lnTo>
                    <a:pt x="139864" y="192530"/>
                  </a:lnTo>
                  <a:lnTo>
                    <a:pt x="142315" y="189305"/>
                  </a:lnTo>
                  <a:lnTo>
                    <a:pt x="141968" y="186770"/>
                  </a:lnTo>
                  <a:lnTo>
                    <a:pt x="141442" y="184897"/>
                  </a:lnTo>
                  <a:lnTo>
                    <a:pt x="140266" y="185411"/>
                  </a:lnTo>
                  <a:lnTo>
                    <a:pt x="139415" y="186039"/>
                  </a:lnTo>
                  <a:lnTo>
                    <a:pt x="137362" y="184027"/>
                  </a:lnTo>
                  <a:lnTo>
                    <a:pt x="136606" y="182549"/>
                  </a:lnTo>
                  <a:lnTo>
                    <a:pt x="133392" y="184084"/>
                  </a:lnTo>
                  <a:lnTo>
                    <a:pt x="131604" y="183856"/>
                  </a:lnTo>
                  <a:lnTo>
                    <a:pt x="127654" y="185268"/>
                  </a:lnTo>
                  <a:lnTo>
                    <a:pt x="125842" y="183889"/>
                  </a:lnTo>
                  <a:lnTo>
                    <a:pt x="122212" y="180029"/>
                  </a:lnTo>
                  <a:lnTo>
                    <a:pt x="120848" y="179253"/>
                  </a:lnTo>
                  <a:lnTo>
                    <a:pt x="119688" y="179418"/>
                  </a:lnTo>
                  <a:lnTo>
                    <a:pt x="119056" y="178148"/>
                  </a:lnTo>
                  <a:lnTo>
                    <a:pt x="119832" y="177513"/>
                  </a:lnTo>
                  <a:lnTo>
                    <a:pt x="120733" y="177438"/>
                  </a:lnTo>
                  <a:lnTo>
                    <a:pt x="121668" y="176974"/>
                  </a:lnTo>
                  <a:lnTo>
                    <a:pt x="121932" y="176301"/>
                  </a:lnTo>
                  <a:lnTo>
                    <a:pt x="121876" y="175036"/>
                  </a:lnTo>
                  <a:lnTo>
                    <a:pt x="119991" y="174076"/>
                  </a:lnTo>
                  <a:lnTo>
                    <a:pt x="118238" y="173801"/>
                  </a:lnTo>
                  <a:lnTo>
                    <a:pt x="117127" y="172664"/>
                  </a:lnTo>
                  <a:lnTo>
                    <a:pt x="116278" y="171362"/>
                  </a:lnTo>
                  <a:lnTo>
                    <a:pt x="118267" y="171342"/>
                  </a:lnTo>
                  <a:lnTo>
                    <a:pt x="120265" y="172326"/>
                  </a:lnTo>
                  <a:lnTo>
                    <a:pt x="123393" y="172690"/>
                  </a:lnTo>
                  <a:lnTo>
                    <a:pt x="126230" y="173707"/>
                  </a:lnTo>
                  <a:lnTo>
                    <a:pt x="126941" y="172441"/>
                  </a:lnTo>
                  <a:lnTo>
                    <a:pt x="128589" y="170249"/>
                  </a:lnTo>
                  <a:lnTo>
                    <a:pt x="128904" y="169550"/>
                  </a:lnTo>
                  <a:lnTo>
                    <a:pt x="126140" y="171051"/>
                  </a:lnTo>
                  <a:lnTo>
                    <a:pt x="123341" y="170094"/>
                  </a:lnTo>
                  <a:lnTo>
                    <a:pt x="122318" y="168757"/>
                  </a:lnTo>
                  <a:lnTo>
                    <a:pt x="121454" y="166797"/>
                  </a:lnTo>
                  <a:lnTo>
                    <a:pt x="121091" y="164564"/>
                  </a:lnTo>
                  <a:lnTo>
                    <a:pt x="121327" y="162482"/>
                  </a:lnTo>
                  <a:lnTo>
                    <a:pt x="121025" y="158725"/>
                  </a:lnTo>
                  <a:lnTo>
                    <a:pt x="120102" y="155382"/>
                  </a:lnTo>
                  <a:lnTo>
                    <a:pt x="119774" y="153546"/>
                  </a:lnTo>
                  <a:lnTo>
                    <a:pt x="118799" y="151903"/>
                  </a:lnTo>
                  <a:lnTo>
                    <a:pt x="119758" y="155621"/>
                  </a:lnTo>
                  <a:lnTo>
                    <a:pt x="120116" y="158096"/>
                  </a:lnTo>
                  <a:lnTo>
                    <a:pt x="120694" y="160375"/>
                  </a:lnTo>
                  <a:lnTo>
                    <a:pt x="120557" y="166418"/>
                  </a:lnTo>
                  <a:lnTo>
                    <a:pt x="120202" y="168542"/>
                  </a:lnTo>
                  <a:lnTo>
                    <a:pt x="119051" y="169077"/>
                  </a:lnTo>
                  <a:lnTo>
                    <a:pt x="117539" y="168758"/>
                  </a:lnTo>
                  <a:lnTo>
                    <a:pt x="115997" y="168099"/>
                  </a:lnTo>
                  <a:lnTo>
                    <a:pt x="116383" y="164773"/>
                  </a:lnTo>
                  <a:lnTo>
                    <a:pt x="115562" y="165923"/>
                  </a:lnTo>
                  <a:lnTo>
                    <a:pt x="114403" y="169161"/>
                  </a:lnTo>
                  <a:lnTo>
                    <a:pt x="113384" y="169643"/>
                  </a:lnTo>
                  <a:lnTo>
                    <a:pt x="111119" y="169289"/>
                  </a:lnTo>
                  <a:lnTo>
                    <a:pt x="106917" y="171430"/>
                  </a:lnTo>
                  <a:lnTo>
                    <a:pt x="106628" y="173763"/>
                  </a:lnTo>
                  <a:lnTo>
                    <a:pt x="105997" y="176920"/>
                  </a:lnTo>
                  <a:lnTo>
                    <a:pt x="105387" y="178758"/>
                  </a:lnTo>
                  <a:lnTo>
                    <a:pt x="105195" y="179866"/>
                  </a:lnTo>
                  <a:lnTo>
                    <a:pt x="103403" y="184628"/>
                  </a:lnTo>
                  <a:lnTo>
                    <a:pt x="103174" y="185078"/>
                  </a:lnTo>
                  <a:lnTo>
                    <a:pt x="99794" y="191679"/>
                  </a:lnTo>
                  <a:lnTo>
                    <a:pt x="99364" y="192175"/>
                  </a:lnTo>
                  <a:lnTo>
                    <a:pt x="97173" y="193712"/>
                  </a:lnTo>
                  <a:lnTo>
                    <a:pt x="95878" y="195058"/>
                  </a:lnTo>
                  <a:lnTo>
                    <a:pt x="94885" y="195658"/>
                  </a:lnTo>
                  <a:lnTo>
                    <a:pt x="93205" y="194990"/>
                  </a:lnTo>
                  <a:lnTo>
                    <a:pt x="92506" y="195942"/>
                  </a:lnTo>
                  <a:lnTo>
                    <a:pt x="92176" y="197123"/>
                  </a:lnTo>
                  <a:lnTo>
                    <a:pt x="92170" y="199561"/>
                  </a:lnTo>
                  <a:lnTo>
                    <a:pt x="93023" y="201314"/>
                  </a:lnTo>
                  <a:lnTo>
                    <a:pt x="93722" y="207146"/>
                  </a:lnTo>
                  <a:lnTo>
                    <a:pt x="93462" y="209610"/>
                  </a:lnTo>
                  <a:lnTo>
                    <a:pt x="92796" y="208014"/>
                  </a:lnTo>
                  <a:lnTo>
                    <a:pt x="91756" y="206333"/>
                  </a:lnTo>
                  <a:lnTo>
                    <a:pt x="89733" y="204889"/>
                  </a:lnTo>
                  <a:lnTo>
                    <a:pt x="87510" y="205384"/>
                  </a:lnTo>
                  <a:lnTo>
                    <a:pt x="85090" y="207818"/>
                  </a:lnTo>
                  <a:lnTo>
                    <a:pt x="83448" y="208723"/>
                  </a:lnTo>
                  <a:lnTo>
                    <a:pt x="82583" y="208098"/>
                  </a:lnTo>
                  <a:lnTo>
                    <a:pt x="82058" y="208134"/>
                  </a:lnTo>
                  <a:lnTo>
                    <a:pt x="81871" y="208832"/>
                  </a:lnTo>
                  <a:lnTo>
                    <a:pt x="81911" y="209404"/>
                  </a:lnTo>
                  <a:lnTo>
                    <a:pt x="82177" y="209847"/>
                  </a:lnTo>
                  <a:lnTo>
                    <a:pt x="82139" y="210170"/>
                  </a:lnTo>
                  <a:lnTo>
                    <a:pt x="81799" y="210372"/>
                  </a:lnTo>
                  <a:lnTo>
                    <a:pt x="77980" y="208656"/>
                  </a:lnTo>
                  <a:lnTo>
                    <a:pt x="76332" y="207033"/>
                  </a:lnTo>
                  <a:lnTo>
                    <a:pt x="75034" y="203980"/>
                  </a:lnTo>
                  <a:lnTo>
                    <a:pt x="75680" y="202992"/>
                  </a:lnTo>
                  <a:lnTo>
                    <a:pt x="76241" y="202558"/>
                  </a:lnTo>
                  <a:lnTo>
                    <a:pt x="78228" y="202304"/>
                  </a:lnTo>
                  <a:lnTo>
                    <a:pt x="78569" y="201992"/>
                  </a:lnTo>
                  <a:lnTo>
                    <a:pt x="78603" y="201288"/>
                  </a:lnTo>
                  <a:lnTo>
                    <a:pt x="78751" y="200376"/>
                  </a:lnTo>
                  <a:lnTo>
                    <a:pt x="78698" y="199034"/>
                  </a:lnTo>
                  <a:lnTo>
                    <a:pt x="78478" y="197617"/>
                  </a:lnTo>
                  <a:lnTo>
                    <a:pt x="79350" y="195548"/>
                  </a:lnTo>
                  <a:lnTo>
                    <a:pt x="80649" y="193833"/>
                  </a:lnTo>
                  <a:lnTo>
                    <a:pt x="81411" y="192115"/>
                  </a:lnTo>
                  <a:lnTo>
                    <a:pt x="81528" y="189598"/>
                  </a:lnTo>
                  <a:lnTo>
                    <a:pt x="82894" y="188372"/>
                  </a:lnTo>
                  <a:lnTo>
                    <a:pt x="84107" y="186265"/>
                  </a:lnTo>
                  <a:lnTo>
                    <a:pt x="84404" y="183970"/>
                  </a:lnTo>
                  <a:lnTo>
                    <a:pt x="84829" y="182527"/>
                  </a:lnTo>
                  <a:lnTo>
                    <a:pt x="84057" y="179218"/>
                  </a:lnTo>
                  <a:lnTo>
                    <a:pt x="83895" y="177037"/>
                  </a:lnTo>
                  <a:lnTo>
                    <a:pt x="83856" y="175209"/>
                  </a:lnTo>
                  <a:lnTo>
                    <a:pt x="84238" y="174193"/>
                  </a:lnTo>
                  <a:lnTo>
                    <a:pt x="85367" y="173055"/>
                  </a:lnTo>
                  <a:lnTo>
                    <a:pt x="86557" y="172172"/>
                  </a:lnTo>
                  <a:lnTo>
                    <a:pt x="87049" y="172258"/>
                  </a:lnTo>
                  <a:lnTo>
                    <a:pt x="87229" y="172820"/>
                  </a:lnTo>
                  <a:lnTo>
                    <a:pt x="87276" y="176532"/>
                  </a:lnTo>
                  <a:lnTo>
                    <a:pt x="87513" y="176603"/>
                  </a:lnTo>
                  <a:lnTo>
                    <a:pt x="87893" y="176140"/>
                  </a:lnTo>
                  <a:lnTo>
                    <a:pt x="88514" y="173954"/>
                  </a:lnTo>
                  <a:lnTo>
                    <a:pt x="88941" y="174590"/>
                  </a:lnTo>
                  <a:lnTo>
                    <a:pt x="89599" y="174831"/>
                  </a:lnTo>
                  <a:lnTo>
                    <a:pt x="90092" y="174268"/>
                  </a:lnTo>
                  <a:lnTo>
                    <a:pt x="90413" y="174333"/>
                  </a:lnTo>
                  <a:lnTo>
                    <a:pt x="90810" y="174897"/>
                  </a:lnTo>
                  <a:lnTo>
                    <a:pt x="91601" y="175692"/>
                  </a:lnTo>
                  <a:lnTo>
                    <a:pt x="92340" y="175956"/>
                  </a:lnTo>
                  <a:lnTo>
                    <a:pt x="92952" y="175427"/>
                  </a:lnTo>
                  <a:lnTo>
                    <a:pt x="93474" y="174482"/>
                  </a:lnTo>
                  <a:lnTo>
                    <a:pt x="94030" y="174805"/>
                  </a:lnTo>
                  <a:lnTo>
                    <a:pt x="95091" y="177383"/>
                  </a:lnTo>
                  <a:lnTo>
                    <a:pt x="95586" y="177098"/>
                  </a:lnTo>
                  <a:lnTo>
                    <a:pt x="98025" y="176577"/>
                  </a:lnTo>
                  <a:lnTo>
                    <a:pt x="98418" y="175876"/>
                  </a:lnTo>
                  <a:lnTo>
                    <a:pt x="98708" y="175239"/>
                  </a:lnTo>
                  <a:lnTo>
                    <a:pt x="96157" y="171818"/>
                  </a:lnTo>
                  <a:lnTo>
                    <a:pt x="96286" y="169273"/>
                  </a:lnTo>
                  <a:lnTo>
                    <a:pt x="96381" y="166354"/>
                  </a:lnTo>
                  <a:lnTo>
                    <a:pt x="96080" y="164621"/>
                  </a:lnTo>
                  <a:lnTo>
                    <a:pt x="95584" y="163248"/>
                  </a:lnTo>
                  <a:lnTo>
                    <a:pt x="93633" y="161652"/>
                  </a:lnTo>
                  <a:lnTo>
                    <a:pt x="92128" y="160000"/>
                  </a:lnTo>
                  <a:lnTo>
                    <a:pt x="91809" y="159256"/>
                  </a:lnTo>
                  <a:lnTo>
                    <a:pt x="91768" y="158289"/>
                  </a:lnTo>
                  <a:lnTo>
                    <a:pt x="91705" y="156788"/>
                  </a:lnTo>
                  <a:lnTo>
                    <a:pt x="91107" y="155500"/>
                  </a:lnTo>
                  <a:lnTo>
                    <a:pt x="91056" y="154409"/>
                  </a:lnTo>
                  <a:lnTo>
                    <a:pt x="91437" y="152710"/>
                  </a:lnTo>
                  <a:lnTo>
                    <a:pt x="91530" y="150899"/>
                  </a:lnTo>
                  <a:lnTo>
                    <a:pt x="91405" y="150185"/>
                  </a:lnTo>
                  <a:lnTo>
                    <a:pt x="91053" y="149602"/>
                  </a:lnTo>
                  <a:lnTo>
                    <a:pt x="90374" y="149545"/>
                  </a:lnTo>
                  <a:lnTo>
                    <a:pt x="89482" y="148499"/>
                  </a:lnTo>
                  <a:lnTo>
                    <a:pt x="88870" y="147090"/>
                  </a:lnTo>
                  <a:lnTo>
                    <a:pt x="87227" y="145058"/>
                  </a:lnTo>
                  <a:lnTo>
                    <a:pt x="86723" y="144728"/>
                  </a:lnTo>
                  <a:lnTo>
                    <a:pt x="86416" y="143722"/>
                  </a:lnTo>
                  <a:lnTo>
                    <a:pt x="86269" y="142520"/>
                  </a:lnTo>
                  <a:lnTo>
                    <a:pt x="86613" y="141028"/>
                  </a:lnTo>
                  <a:lnTo>
                    <a:pt x="87047" y="138731"/>
                  </a:lnTo>
                  <a:lnTo>
                    <a:pt x="87352" y="136576"/>
                  </a:lnTo>
                  <a:lnTo>
                    <a:pt x="87357" y="135292"/>
                  </a:lnTo>
                  <a:lnTo>
                    <a:pt x="87155" y="132117"/>
                  </a:lnTo>
                  <a:lnTo>
                    <a:pt x="86299" y="129691"/>
                  </a:lnTo>
                  <a:lnTo>
                    <a:pt x="85899" y="129369"/>
                  </a:lnTo>
                  <a:lnTo>
                    <a:pt x="85207" y="130051"/>
                  </a:lnTo>
                  <a:lnTo>
                    <a:pt x="84422" y="130623"/>
                  </a:lnTo>
                  <a:lnTo>
                    <a:pt x="83803" y="130087"/>
                  </a:lnTo>
                  <a:lnTo>
                    <a:pt x="83096" y="128772"/>
                  </a:lnTo>
                  <a:lnTo>
                    <a:pt x="81960" y="125110"/>
                  </a:lnTo>
                  <a:lnTo>
                    <a:pt x="79836" y="124377"/>
                  </a:lnTo>
                  <a:lnTo>
                    <a:pt x="78957" y="124202"/>
                  </a:lnTo>
                  <a:lnTo>
                    <a:pt x="78126" y="125968"/>
                  </a:lnTo>
                  <a:lnTo>
                    <a:pt x="77866" y="125432"/>
                  </a:lnTo>
                  <a:lnTo>
                    <a:pt x="77632" y="124303"/>
                  </a:lnTo>
                  <a:lnTo>
                    <a:pt x="77193" y="123853"/>
                  </a:lnTo>
                  <a:lnTo>
                    <a:pt x="76614" y="124375"/>
                  </a:lnTo>
                  <a:lnTo>
                    <a:pt x="76446" y="123873"/>
                  </a:lnTo>
                  <a:lnTo>
                    <a:pt x="76696" y="122348"/>
                  </a:lnTo>
                  <a:lnTo>
                    <a:pt x="76003" y="121594"/>
                  </a:lnTo>
                  <a:lnTo>
                    <a:pt x="74371" y="121611"/>
                  </a:lnTo>
                  <a:lnTo>
                    <a:pt x="73503" y="121048"/>
                  </a:lnTo>
                  <a:lnTo>
                    <a:pt x="73400" y="119903"/>
                  </a:lnTo>
                  <a:lnTo>
                    <a:pt x="72886" y="119149"/>
                  </a:lnTo>
                  <a:lnTo>
                    <a:pt x="71960" y="118787"/>
                  </a:lnTo>
                  <a:lnTo>
                    <a:pt x="71062" y="117851"/>
                  </a:lnTo>
                  <a:lnTo>
                    <a:pt x="70191" y="116343"/>
                  </a:lnTo>
                  <a:lnTo>
                    <a:pt x="68888" y="115361"/>
                  </a:lnTo>
                  <a:lnTo>
                    <a:pt x="67151" y="114906"/>
                  </a:lnTo>
                  <a:lnTo>
                    <a:pt x="67009" y="114743"/>
                  </a:lnTo>
                  <a:lnTo>
                    <a:pt x="66849" y="114527"/>
                  </a:lnTo>
                  <a:lnTo>
                    <a:pt x="65728" y="115551"/>
                  </a:lnTo>
                  <a:lnTo>
                    <a:pt x="65055" y="116362"/>
                  </a:lnTo>
                  <a:lnTo>
                    <a:pt x="64229" y="115857"/>
                  </a:lnTo>
                  <a:lnTo>
                    <a:pt x="62892" y="117668"/>
                  </a:lnTo>
                  <a:lnTo>
                    <a:pt x="60177" y="117761"/>
                  </a:lnTo>
                  <a:lnTo>
                    <a:pt x="58845" y="117653"/>
                  </a:lnTo>
                  <a:lnTo>
                    <a:pt x="58185" y="117203"/>
                  </a:lnTo>
                  <a:lnTo>
                    <a:pt x="55635" y="119952"/>
                  </a:lnTo>
                  <a:lnTo>
                    <a:pt x="55370" y="120965"/>
                  </a:lnTo>
                  <a:lnTo>
                    <a:pt x="54796" y="121301"/>
                  </a:lnTo>
                  <a:lnTo>
                    <a:pt x="53191" y="121847"/>
                  </a:lnTo>
                  <a:lnTo>
                    <a:pt x="51504" y="122622"/>
                  </a:lnTo>
                  <a:lnTo>
                    <a:pt x="51149" y="125297"/>
                  </a:lnTo>
                  <a:lnTo>
                    <a:pt x="50647" y="126742"/>
                  </a:lnTo>
                  <a:lnTo>
                    <a:pt x="49740" y="128864"/>
                  </a:lnTo>
                  <a:lnTo>
                    <a:pt x="46605" y="129601"/>
                  </a:lnTo>
                  <a:lnTo>
                    <a:pt x="43897" y="130639"/>
                  </a:lnTo>
                  <a:lnTo>
                    <a:pt x="41121" y="131279"/>
                  </a:lnTo>
                  <a:lnTo>
                    <a:pt x="37485" y="133871"/>
                  </a:lnTo>
                  <a:lnTo>
                    <a:pt x="36303" y="136157"/>
                  </a:lnTo>
                  <a:lnTo>
                    <a:pt x="35134" y="136795"/>
                  </a:lnTo>
                  <a:lnTo>
                    <a:pt x="34076" y="136983"/>
                  </a:lnTo>
                  <a:lnTo>
                    <a:pt x="33392" y="135710"/>
                  </a:lnTo>
                  <a:lnTo>
                    <a:pt x="31085" y="132292"/>
                  </a:lnTo>
                  <a:lnTo>
                    <a:pt x="30196" y="130681"/>
                  </a:lnTo>
                  <a:lnTo>
                    <a:pt x="29026" y="130206"/>
                  </a:lnTo>
                  <a:lnTo>
                    <a:pt x="27753" y="130474"/>
                  </a:lnTo>
                  <a:lnTo>
                    <a:pt x="26531" y="131268"/>
                  </a:lnTo>
                  <a:lnTo>
                    <a:pt x="25246" y="131419"/>
                  </a:lnTo>
                  <a:lnTo>
                    <a:pt x="23790" y="130275"/>
                  </a:lnTo>
                  <a:lnTo>
                    <a:pt x="23637" y="130386"/>
                  </a:lnTo>
                  <a:lnTo>
                    <a:pt x="23075" y="130541"/>
                  </a:lnTo>
                  <a:lnTo>
                    <a:pt x="19461" y="129157"/>
                  </a:lnTo>
                  <a:lnTo>
                    <a:pt x="19129" y="128927"/>
                  </a:lnTo>
                  <a:lnTo>
                    <a:pt x="18968" y="128870"/>
                  </a:lnTo>
                  <a:lnTo>
                    <a:pt x="18471" y="128766"/>
                  </a:lnTo>
                  <a:lnTo>
                    <a:pt x="15750" y="128939"/>
                  </a:lnTo>
                  <a:lnTo>
                    <a:pt x="13213" y="126146"/>
                  </a:lnTo>
                  <a:lnTo>
                    <a:pt x="12433" y="126061"/>
                  </a:lnTo>
                  <a:lnTo>
                    <a:pt x="11833" y="127192"/>
                  </a:lnTo>
                  <a:lnTo>
                    <a:pt x="11389" y="128450"/>
                  </a:lnTo>
                  <a:lnTo>
                    <a:pt x="9638" y="129699"/>
                  </a:lnTo>
                  <a:lnTo>
                    <a:pt x="9190" y="130201"/>
                  </a:lnTo>
                  <a:lnTo>
                    <a:pt x="8936" y="129816"/>
                  </a:lnTo>
                  <a:lnTo>
                    <a:pt x="8818" y="128730"/>
                  </a:lnTo>
                  <a:lnTo>
                    <a:pt x="8951" y="127770"/>
                  </a:lnTo>
                  <a:lnTo>
                    <a:pt x="8692" y="126861"/>
                  </a:lnTo>
                  <a:lnTo>
                    <a:pt x="8025" y="125830"/>
                  </a:lnTo>
                  <a:lnTo>
                    <a:pt x="7864" y="125404"/>
                  </a:lnTo>
                  <a:lnTo>
                    <a:pt x="7030" y="125481"/>
                  </a:lnTo>
                  <a:lnTo>
                    <a:pt x="6719" y="125558"/>
                  </a:lnTo>
                  <a:lnTo>
                    <a:pt x="5560" y="124683"/>
                  </a:lnTo>
                  <a:lnTo>
                    <a:pt x="4791" y="122575"/>
                  </a:lnTo>
                  <a:lnTo>
                    <a:pt x="3603" y="121454"/>
                  </a:lnTo>
                  <a:lnTo>
                    <a:pt x="2694" y="121077"/>
                  </a:lnTo>
                  <a:lnTo>
                    <a:pt x="2281" y="120174"/>
                  </a:lnTo>
                  <a:lnTo>
                    <a:pt x="2014" y="118972"/>
                  </a:lnTo>
                  <a:lnTo>
                    <a:pt x="1697" y="117979"/>
                  </a:lnTo>
                  <a:lnTo>
                    <a:pt x="1503" y="116606"/>
                  </a:lnTo>
                  <a:lnTo>
                    <a:pt x="1176" y="116427"/>
                  </a:lnTo>
                  <a:lnTo>
                    <a:pt x="0" y="116666"/>
                  </a:lnTo>
                  <a:lnTo>
                    <a:pt x="136" y="111844"/>
                  </a:lnTo>
                  <a:lnTo>
                    <a:pt x="2016" y="108377"/>
                  </a:lnTo>
                  <a:lnTo>
                    <a:pt x="2477" y="106627"/>
                  </a:lnTo>
                  <a:lnTo>
                    <a:pt x="3178" y="102833"/>
                  </a:lnTo>
                  <a:lnTo>
                    <a:pt x="3704" y="101058"/>
                  </a:lnTo>
                  <a:lnTo>
                    <a:pt x="4335" y="99589"/>
                  </a:lnTo>
                  <a:lnTo>
                    <a:pt x="4840" y="98166"/>
                  </a:lnTo>
                  <a:lnTo>
                    <a:pt x="5020" y="96946"/>
                  </a:lnTo>
                  <a:lnTo>
                    <a:pt x="5530" y="96813"/>
                  </a:lnTo>
                  <a:lnTo>
                    <a:pt x="7026" y="97914"/>
                  </a:lnTo>
                  <a:lnTo>
                    <a:pt x="8365" y="98481"/>
                  </a:lnTo>
                  <a:lnTo>
                    <a:pt x="8735" y="97944"/>
                  </a:lnTo>
                  <a:lnTo>
                    <a:pt x="8887" y="97240"/>
                  </a:lnTo>
                  <a:lnTo>
                    <a:pt x="8825" y="96693"/>
                  </a:lnTo>
                  <a:lnTo>
                    <a:pt x="7753" y="95069"/>
                  </a:lnTo>
                  <a:lnTo>
                    <a:pt x="7080" y="94036"/>
                  </a:lnTo>
                  <a:lnTo>
                    <a:pt x="7039" y="93399"/>
                  </a:lnTo>
                  <a:lnTo>
                    <a:pt x="7282" y="91974"/>
                  </a:lnTo>
                  <a:lnTo>
                    <a:pt x="7411" y="90372"/>
                  </a:lnTo>
                  <a:lnTo>
                    <a:pt x="7256" y="88639"/>
                  </a:lnTo>
                  <a:lnTo>
                    <a:pt x="6525" y="84802"/>
                  </a:lnTo>
                  <a:lnTo>
                    <a:pt x="6386" y="83167"/>
                  </a:lnTo>
                  <a:lnTo>
                    <a:pt x="7086" y="81181"/>
                  </a:lnTo>
                  <a:lnTo>
                    <a:pt x="9364" y="76452"/>
                  </a:lnTo>
                  <a:lnTo>
                    <a:pt x="10123" y="74676"/>
                  </a:lnTo>
                  <a:lnTo>
                    <a:pt x="11161" y="72527"/>
                  </a:lnTo>
                  <a:lnTo>
                    <a:pt x="13976" y="67392"/>
                  </a:lnTo>
                  <a:lnTo>
                    <a:pt x="15754" y="64406"/>
                  </a:lnTo>
                  <a:lnTo>
                    <a:pt x="16958" y="62754"/>
                  </a:lnTo>
                  <a:lnTo>
                    <a:pt x="18721" y="59881"/>
                  </a:lnTo>
                  <a:lnTo>
                    <a:pt x="19495" y="58395"/>
                  </a:lnTo>
                  <a:lnTo>
                    <a:pt x="22715" y="57428"/>
                  </a:lnTo>
                  <a:lnTo>
                    <a:pt x="23114" y="56040"/>
                  </a:lnTo>
                  <a:lnTo>
                    <a:pt x="23702" y="54521"/>
                  </a:lnTo>
                  <a:lnTo>
                    <a:pt x="24162" y="53870"/>
                  </a:lnTo>
                  <a:lnTo>
                    <a:pt x="24221" y="51312"/>
                  </a:lnTo>
                  <a:lnTo>
                    <a:pt x="23624" y="48187"/>
                  </a:lnTo>
                  <a:lnTo>
                    <a:pt x="23143" y="47083"/>
                  </a:lnTo>
                  <a:lnTo>
                    <a:pt x="22786" y="46332"/>
                  </a:lnTo>
                  <a:lnTo>
                    <a:pt x="23016" y="45629"/>
                  </a:lnTo>
                  <a:lnTo>
                    <a:pt x="23373" y="45428"/>
                  </a:lnTo>
                  <a:lnTo>
                    <a:pt x="23813" y="45329"/>
                  </a:lnTo>
                  <a:lnTo>
                    <a:pt x="24357" y="44577"/>
                  </a:lnTo>
                  <a:lnTo>
                    <a:pt x="24234" y="43756"/>
                  </a:lnTo>
                  <a:lnTo>
                    <a:pt x="22876" y="41756"/>
                  </a:lnTo>
                  <a:lnTo>
                    <a:pt x="22288" y="40217"/>
                  </a:lnTo>
                  <a:lnTo>
                    <a:pt x="21368" y="36266"/>
                  </a:lnTo>
                  <a:lnTo>
                    <a:pt x="19501" y="32162"/>
                  </a:lnTo>
                  <a:lnTo>
                    <a:pt x="18912" y="30834"/>
                  </a:lnTo>
                  <a:lnTo>
                    <a:pt x="18827" y="29580"/>
                  </a:lnTo>
                  <a:lnTo>
                    <a:pt x="19100" y="28326"/>
                  </a:lnTo>
                  <a:lnTo>
                    <a:pt x="18843" y="26729"/>
                  </a:lnTo>
                  <a:lnTo>
                    <a:pt x="18181" y="24692"/>
                  </a:lnTo>
                  <a:lnTo>
                    <a:pt x="18286" y="24471"/>
                  </a:lnTo>
                  <a:lnTo>
                    <a:pt x="18222" y="21956"/>
                  </a:lnTo>
                  <a:lnTo>
                    <a:pt x="18692" y="21414"/>
                  </a:lnTo>
                  <a:lnTo>
                    <a:pt x="19435" y="21046"/>
                  </a:lnTo>
                  <a:lnTo>
                    <a:pt x="20482" y="21170"/>
                  </a:lnTo>
                  <a:lnTo>
                    <a:pt x="21377" y="21558"/>
                  </a:lnTo>
                  <a:lnTo>
                    <a:pt x="22450" y="22708"/>
                  </a:lnTo>
                  <a:lnTo>
                    <a:pt x="22785" y="22523"/>
                  </a:lnTo>
                  <a:lnTo>
                    <a:pt x="24618" y="20356"/>
                  </a:lnTo>
                  <a:lnTo>
                    <a:pt x="26508" y="17104"/>
                  </a:lnTo>
                  <a:lnTo>
                    <a:pt x="27047" y="15221"/>
                  </a:lnTo>
                  <a:lnTo>
                    <a:pt x="27518" y="14361"/>
                  </a:lnTo>
                  <a:lnTo>
                    <a:pt x="29163" y="13903"/>
                  </a:lnTo>
                  <a:lnTo>
                    <a:pt x="30596" y="13712"/>
                  </a:lnTo>
                  <a:lnTo>
                    <a:pt x="31507" y="13748"/>
                  </a:lnTo>
                  <a:lnTo>
                    <a:pt x="33744" y="13428"/>
                  </a:lnTo>
                  <a:lnTo>
                    <a:pt x="35069" y="13073"/>
                  </a:lnTo>
                  <a:lnTo>
                    <a:pt x="36215" y="12500"/>
                  </a:lnTo>
                  <a:lnTo>
                    <a:pt x="38689" y="12287"/>
                  </a:lnTo>
                  <a:lnTo>
                    <a:pt x="42553" y="12670"/>
                  </a:lnTo>
                  <a:lnTo>
                    <a:pt x="45088" y="12698"/>
                  </a:lnTo>
                  <a:lnTo>
                    <a:pt x="46810" y="13002"/>
                  </a:lnTo>
                  <a:lnTo>
                    <a:pt x="51028" y="14731"/>
                  </a:lnTo>
                  <a:lnTo>
                    <a:pt x="52598" y="15044"/>
                  </a:lnTo>
                  <a:lnTo>
                    <a:pt x="53327" y="15960"/>
                  </a:lnTo>
                  <a:lnTo>
                    <a:pt x="54727" y="16301"/>
                  </a:lnTo>
                  <a:lnTo>
                    <a:pt x="57276" y="17223"/>
                  </a:lnTo>
                  <a:lnTo>
                    <a:pt x="59490" y="17716"/>
                  </a:lnTo>
                  <a:lnTo>
                    <a:pt x="60986" y="17514"/>
                  </a:lnTo>
                  <a:lnTo>
                    <a:pt x="61824" y="17774"/>
                  </a:lnTo>
                  <a:lnTo>
                    <a:pt x="63405" y="21866"/>
                  </a:lnTo>
                  <a:lnTo>
                    <a:pt x="63728" y="22343"/>
                  </a:lnTo>
                  <a:lnTo>
                    <a:pt x="64362" y="22440"/>
                  </a:lnTo>
                  <a:lnTo>
                    <a:pt x="65654" y="22086"/>
                  </a:lnTo>
                  <a:lnTo>
                    <a:pt x="67493" y="22219"/>
                  </a:lnTo>
                  <a:lnTo>
                    <a:pt x="68583" y="23082"/>
                  </a:lnTo>
                  <a:lnTo>
                    <a:pt x="68423" y="25519"/>
                  </a:lnTo>
                  <a:lnTo>
                    <a:pt x="68710" y="25872"/>
                  </a:lnTo>
                  <a:lnTo>
                    <a:pt x="69219" y="25737"/>
                  </a:lnTo>
                  <a:lnTo>
                    <a:pt x="69806" y="24360"/>
                  </a:lnTo>
                  <a:lnTo>
                    <a:pt x="70299" y="22933"/>
                  </a:lnTo>
                  <a:lnTo>
                    <a:pt x="70667" y="22492"/>
                  </a:lnTo>
                  <a:lnTo>
                    <a:pt x="72544" y="23456"/>
                  </a:lnTo>
                  <a:lnTo>
                    <a:pt x="73402" y="23300"/>
                  </a:lnTo>
                  <a:lnTo>
                    <a:pt x="74194" y="22218"/>
                  </a:lnTo>
                  <a:lnTo>
                    <a:pt x="74679" y="22034"/>
                  </a:lnTo>
                  <a:lnTo>
                    <a:pt x="76010" y="22803"/>
                  </a:lnTo>
                  <a:lnTo>
                    <a:pt x="77651" y="23342"/>
                  </a:lnTo>
                  <a:lnTo>
                    <a:pt x="78977" y="23376"/>
                  </a:lnTo>
                  <a:lnTo>
                    <a:pt x="79803" y="23962"/>
                  </a:lnTo>
                  <a:lnTo>
                    <a:pt x="80405" y="26506"/>
                  </a:lnTo>
                  <a:lnTo>
                    <a:pt x="80929" y="27028"/>
                  </a:lnTo>
                  <a:lnTo>
                    <a:pt x="81435" y="27190"/>
                  </a:lnTo>
                  <a:lnTo>
                    <a:pt x="82200" y="24916"/>
                  </a:lnTo>
                  <a:lnTo>
                    <a:pt x="82894" y="24034"/>
                  </a:lnTo>
                  <a:lnTo>
                    <a:pt x="83857" y="23385"/>
                  </a:lnTo>
                  <a:lnTo>
                    <a:pt x="84477" y="23101"/>
                  </a:lnTo>
                  <a:lnTo>
                    <a:pt x="84913" y="22298"/>
                  </a:lnTo>
                  <a:lnTo>
                    <a:pt x="85501" y="21515"/>
                  </a:lnTo>
                  <a:lnTo>
                    <a:pt x="86011" y="21453"/>
                  </a:lnTo>
                  <a:lnTo>
                    <a:pt x="86425" y="21756"/>
                  </a:lnTo>
                  <a:lnTo>
                    <a:pt x="86901" y="22839"/>
                  </a:lnTo>
                  <a:lnTo>
                    <a:pt x="87595" y="25310"/>
                  </a:lnTo>
                  <a:lnTo>
                    <a:pt x="88439" y="27791"/>
                  </a:lnTo>
                  <a:lnTo>
                    <a:pt x="89027" y="28692"/>
                  </a:lnTo>
                  <a:lnTo>
                    <a:pt x="90547" y="27930"/>
                  </a:lnTo>
                  <a:lnTo>
                    <a:pt x="91577" y="27155"/>
                  </a:lnTo>
                  <a:lnTo>
                    <a:pt x="93464" y="27008"/>
                  </a:lnTo>
                  <a:lnTo>
                    <a:pt x="95966" y="26462"/>
                  </a:lnTo>
                  <a:lnTo>
                    <a:pt x="97878" y="25752"/>
                  </a:lnTo>
                  <a:lnTo>
                    <a:pt x="99075" y="25875"/>
                  </a:lnTo>
                  <a:lnTo>
                    <a:pt x="99800" y="26663"/>
                  </a:lnTo>
                  <a:lnTo>
                    <a:pt x="100904" y="28188"/>
                  </a:lnTo>
                  <a:lnTo>
                    <a:pt x="101205" y="30377"/>
                  </a:lnTo>
                  <a:lnTo>
                    <a:pt x="102638" y="31890"/>
                  </a:lnTo>
                  <a:lnTo>
                    <a:pt x="103811" y="32164"/>
                  </a:lnTo>
                  <a:lnTo>
                    <a:pt x="104211" y="30589"/>
                  </a:lnTo>
                  <a:lnTo>
                    <a:pt x="104896" y="29494"/>
                  </a:lnTo>
                  <a:lnTo>
                    <a:pt x="104640" y="27989"/>
                  </a:lnTo>
                  <a:lnTo>
                    <a:pt x="104524" y="26071"/>
                  </a:lnTo>
                  <a:lnTo>
                    <a:pt x="104011" y="24291"/>
                  </a:lnTo>
                  <a:lnTo>
                    <a:pt x="103668" y="22375"/>
                  </a:lnTo>
                  <a:lnTo>
                    <a:pt x="104296" y="19638"/>
                  </a:lnTo>
                  <a:lnTo>
                    <a:pt x="104982" y="17241"/>
                  </a:lnTo>
                  <a:lnTo>
                    <a:pt x="105325" y="15940"/>
                  </a:lnTo>
                  <a:lnTo>
                    <a:pt x="106411" y="13545"/>
                  </a:lnTo>
                  <a:lnTo>
                    <a:pt x="107527" y="11834"/>
                  </a:lnTo>
                  <a:lnTo>
                    <a:pt x="109192" y="9082"/>
                  </a:lnTo>
                  <a:lnTo>
                    <a:pt x="110410" y="8173"/>
                  </a:lnTo>
                  <a:lnTo>
                    <a:pt x="111510" y="8587"/>
                  </a:lnTo>
                  <a:lnTo>
                    <a:pt x="112121" y="8962"/>
                  </a:lnTo>
                  <a:lnTo>
                    <a:pt x="113701" y="7333"/>
                  </a:lnTo>
                  <a:lnTo>
                    <a:pt x="116511" y="7253"/>
                  </a:lnTo>
                  <a:lnTo>
                    <a:pt x="118851" y="7460"/>
                  </a:lnTo>
                  <a:lnTo>
                    <a:pt x="119086" y="7510"/>
                  </a:lnTo>
                  <a:lnTo>
                    <a:pt x="120236" y="8352"/>
                  </a:lnTo>
                  <a:lnTo>
                    <a:pt x="121448" y="9069"/>
                  </a:lnTo>
                  <a:lnTo>
                    <a:pt x="122284" y="9117"/>
                  </a:lnTo>
                  <a:lnTo>
                    <a:pt x="123280" y="8952"/>
                  </a:lnTo>
                  <a:lnTo>
                    <a:pt x="124446" y="7996"/>
                  </a:lnTo>
                  <a:lnTo>
                    <a:pt x="125261" y="7078"/>
                  </a:lnTo>
                  <a:lnTo>
                    <a:pt x="126250" y="2406"/>
                  </a:lnTo>
                  <a:lnTo>
                    <a:pt x="126600" y="1735"/>
                  </a:lnTo>
                  <a:lnTo>
                    <a:pt x="127144" y="1369"/>
                  </a:lnTo>
                  <a:lnTo>
                    <a:pt x="128038" y="1330"/>
                  </a:lnTo>
                  <a:lnTo>
                    <a:pt x="129735" y="2200"/>
                  </a:lnTo>
                  <a:lnTo>
                    <a:pt x="131722" y="2982"/>
                  </a:lnTo>
                  <a:lnTo>
                    <a:pt x="132873" y="2872"/>
                  </a:lnTo>
                  <a:lnTo>
                    <a:pt x="135942" y="388"/>
                  </a:lnTo>
                  <a:lnTo>
                    <a:pt x="137654" y="0"/>
                  </a:lnTo>
                  <a:lnTo>
                    <a:pt x="139686" y="584"/>
                  </a:lnTo>
                  <a:lnTo>
                    <a:pt x="141680" y="619"/>
                  </a:lnTo>
                  <a:lnTo>
                    <a:pt x="143184" y="259"/>
                  </a:lnTo>
                  <a:lnTo>
                    <a:pt x="144215" y="1121"/>
                  </a:lnTo>
                  <a:lnTo>
                    <a:pt x="145489" y="3016"/>
                  </a:lnTo>
                  <a:lnTo>
                    <a:pt x="146640" y="5839"/>
                  </a:lnTo>
                  <a:lnTo>
                    <a:pt x="147846" y="11049"/>
                  </a:lnTo>
                  <a:lnTo>
                    <a:pt x="151360" y="16935"/>
                  </a:lnTo>
                  <a:lnTo>
                    <a:pt x="151420" y="18085"/>
                  </a:lnTo>
                  <a:lnTo>
                    <a:pt x="151131" y="18824"/>
                  </a:lnTo>
                  <a:lnTo>
                    <a:pt x="149402" y="19541"/>
                  </a:lnTo>
                  <a:lnTo>
                    <a:pt x="147945" y="19928"/>
                  </a:lnTo>
                  <a:lnTo>
                    <a:pt x="147875" y="20938"/>
                  </a:lnTo>
                  <a:lnTo>
                    <a:pt x="148262" y="22031"/>
                  </a:lnTo>
                  <a:lnTo>
                    <a:pt x="148929" y="23632"/>
                  </a:lnTo>
                  <a:lnTo>
                    <a:pt x="149033" y="25692"/>
                  </a:lnTo>
                  <a:lnTo>
                    <a:pt x="148999" y="27588"/>
                  </a:lnTo>
                  <a:lnTo>
                    <a:pt x="149287" y="29263"/>
                  </a:lnTo>
                  <a:lnTo>
                    <a:pt x="149844" y="29944"/>
                  </a:lnTo>
                  <a:lnTo>
                    <a:pt x="149914" y="30787"/>
                  </a:lnTo>
                  <a:lnTo>
                    <a:pt x="149269" y="31815"/>
                  </a:lnTo>
                  <a:lnTo>
                    <a:pt x="149090" y="32450"/>
                  </a:lnTo>
                  <a:lnTo>
                    <a:pt x="149340" y="32792"/>
                  </a:lnTo>
                  <a:lnTo>
                    <a:pt x="152510" y="32991"/>
                  </a:lnTo>
                  <a:lnTo>
                    <a:pt x="154062" y="33994"/>
                  </a:lnTo>
                  <a:lnTo>
                    <a:pt x="155240" y="34907"/>
                  </a:lnTo>
                  <a:lnTo>
                    <a:pt x="155833" y="34992"/>
                  </a:lnTo>
                  <a:lnTo>
                    <a:pt x="157168" y="34405"/>
                  </a:lnTo>
                  <a:lnTo>
                    <a:pt x="158670" y="34034"/>
                  </a:lnTo>
                  <a:lnTo>
                    <a:pt x="159581" y="33985"/>
                  </a:lnTo>
                  <a:lnTo>
                    <a:pt x="159933" y="34658"/>
                  </a:lnTo>
                  <a:lnTo>
                    <a:pt x="160213" y="36425"/>
                  </a:lnTo>
                  <a:lnTo>
                    <a:pt x="160741" y="38194"/>
                  </a:lnTo>
                  <a:lnTo>
                    <a:pt x="161234" y="38699"/>
                  </a:lnTo>
                  <a:lnTo>
                    <a:pt x="162111" y="38614"/>
                  </a:lnTo>
                  <a:lnTo>
                    <a:pt x="162639" y="38699"/>
                  </a:lnTo>
                  <a:lnTo>
                    <a:pt x="162921" y="39371"/>
                  </a:lnTo>
                  <a:lnTo>
                    <a:pt x="162604" y="40383"/>
                  </a:lnTo>
                  <a:lnTo>
                    <a:pt x="162674" y="41476"/>
                  </a:lnTo>
                  <a:lnTo>
                    <a:pt x="163061" y="42824"/>
                  </a:lnTo>
                  <a:lnTo>
                    <a:pt x="163519" y="45938"/>
                  </a:lnTo>
                  <a:lnTo>
                    <a:pt x="163941" y="46864"/>
                  </a:lnTo>
                  <a:lnTo>
                    <a:pt x="164222" y="48043"/>
                  </a:lnTo>
                  <a:lnTo>
                    <a:pt x="164222" y="49390"/>
                  </a:lnTo>
                  <a:lnTo>
                    <a:pt x="163870" y="50568"/>
                  </a:lnTo>
                  <a:lnTo>
                    <a:pt x="163624" y="51493"/>
                  </a:lnTo>
                  <a:lnTo>
                    <a:pt x="163870" y="53597"/>
                  </a:lnTo>
                  <a:lnTo>
                    <a:pt x="164818" y="55955"/>
                  </a:lnTo>
                  <a:lnTo>
                    <a:pt x="165522" y="56544"/>
                  </a:lnTo>
                  <a:lnTo>
                    <a:pt x="166084" y="58649"/>
                  </a:lnTo>
                  <a:lnTo>
                    <a:pt x="167104" y="59321"/>
                  </a:lnTo>
                  <a:lnTo>
                    <a:pt x="168615" y="57555"/>
                  </a:lnTo>
                  <a:lnTo>
                    <a:pt x="169776" y="56629"/>
                  </a:lnTo>
                  <a:lnTo>
                    <a:pt x="171227" y="57144"/>
                  </a:lnTo>
                  <a:lnTo>
                    <a:pt x="172567" y="57473"/>
                  </a:lnTo>
                  <a:lnTo>
                    <a:pt x="173468" y="58676"/>
                  </a:lnTo>
                  <a:lnTo>
                    <a:pt x="174133" y="60333"/>
                  </a:lnTo>
                  <a:lnTo>
                    <a:pt x="174907" y="61258"/>
                  </a:lnTo>
                  <a:lnTo>
                    <a:pt x="175682" y="60774"/>
                  </a:lnTo>
                  <a:lnTo>
                    <a:pt x="177298" y="61258"/>
                  </a:lnTo>
                  <a:lnTo>
                    <a:pt x="178036" y="62605"/>
                  </a:lnTo>
                  <a:lnTo>
                    <a:pt x="178774" y="63363"/>
                  </a:lnTo>
                  <a:lnTo>
                    <a:pt x="179723" y="62269"/>
                  </a:lnTo>
                  <a:lnTo>
                    <a:pt x="180497" y="60921"/>
                  </a:lnTo>
                  <a:lnTo>
                    <a:pt x="183328" y="59512"/>
                  </a:lnTo>
                  <a:lnTo>
                    <a:pt x="185090" y="59158"/>
                  </a:lnTo>
                  <a:lnTo>
                    <a:pt x="185581" y="58881"/>
                  </a:lnTo>
                  <a:lnTo>
                    <a:pt x="186615" y="57874"/>
                  </a:lnTo>
                  <a:lnTo>
                    <a:pt x="187705" y="57205"/>
                  </a:lnTo>
                  <a:lnTo>
                    <a:pt x="188688" y="57386"/>
                  </a:lnTo>
                  <a:lnTo>
                    <a:pt x="189657" y="59477"/>
                  </a:lnTo>
                  <a:lnTo>
                    <a:pt x="190656" y="60921"/>
                  </a:lnTo>
                  <a:lnTo>
                    <a:pt x="190937" y="63194"/>
                  </a:lnTo>
                  <a:lnTo>
                    <a:pt x="192160" y="66322"/>
                  </a:lnTo>
                  <a:lnTo>
                    <a:pt x="195196" y="70603"/>
                  </a:lnTo>
                  <a:lnTo>
                    <a:pt x="196388" y="71909"/>
                  </a:lnTo>
                  <a:lnTo>
                    <a:pt x="197198" y="71678"/>
                  </a:lnTo>
                  <a:lnTo>
                    <a:pt x="197621" y="71336"/>
                  </a:lnTo>
                  <a:lnTo>
                    <a:pt x="197817" y="70888"/>
                  </a:lnTo>
                  <a:lnTo>
                    <a:pt x="198001" y="68795"/>
                  </a:lnTo>
                  <a:lnTo>
                    <a:pt x="198385" y="68024"/>
                  </a:lnTo>
                  <a:lnTo>
                    <a:pt x="199001" y="67998"/>
                  </a:lnTo>
                  <a:lnTo>
                    <a:pt x="201377" y="70607"/>
                  </a:lnTo>
                  <a:lnTo>
                    <a:pt x="202621" y="70887"/>
                  </a:lnTo>
                  <a:lnTo>
                    <a:pt x="203803" y="70937"/>
                  </a:lnTo>
                  <a:lnTo>
                    <a:pt x="205394" y="72963"/>
                  </a:lnTo>
                  <a:lnTo>
                    <a:pt x="207142" y="74725"/>
                  </a:lnTo>
                  <a:lnTo>
                    <a:pt x="208492" y="74911"/>
                  </a:lnTo>
                  <a:lnTo>
                    <a:pt x="209568" y="74221"/>
                  </a:lnTo>
                  <a:lnTo>
                    <a:pt x="210307" y="73801"/>
                  </a:lnTo>
                  <a:lnTo>
                    <a:pt x="210763" y="74474"/>
                  </a:lnTo>
                  <a:lnTo>
                    <a:pt x="211185" y="75989"/>
                  </a:lnTo>
                  <a:lnTo>
                    <a:pt x="211888" y="77168"/>
                  </a:lnTo>
                  <a:lnTo>
                    <a:pt x="212696" y="77504"/>
                  </a:lnTo>
                  <a:lnTo>
                    <a:pt x="213860" y="77582"/>
                  </a:lnTo>
                  <a:lnTo>
                    <a:pt x="215881" y="79867"/>
                  </a:lnTo>
                  <a:lnTo>
                    <a:pt x="217782" y="82191"/>
                  </a:lnTo>
                  <a:lnTo>
                    <a:pt x="218970" y="82320"/>
                  </a:lnTo>
                  <a:lnTo>
                    <a:pt x="219977" y="81637"/>
                  </a:lnTo>
                  <a:lnTo>
                    <a:pt x="220868" y="81461"/>
                  </a:lnTo>
                  <a:lnTo>
                    <a:pt x="221485" y="82049"/>
                  </a:lnTo>
                  <a:lnTo>
                    <a:pt x="221661" y="83059"/>
                  </a:lnTo>
                  <a:lnTo>
                    <a:pt x="221203" y="84406"/>
                  </a:lnTo>
                  <a:lnTo>
                    <a:pt x="221203" y="86342"/>
                  </a:lnTo>
                  <a:lnTo>
                    <a:pt x="222046" y="88195"/>
                  </a:lnTo>
                  <a:lnTo>
                    <a:pt x="222073" y="90016"/>
                  </a:lnTo>
                  <a:lnTo>
                    <a:pt x="221832" y="91661"/>
                  </a:lnTo>
                  <a:lnTo>
                    <a:pt x="221353" y="93176"/>
                  </a:lnTo>
                  <a:lnTo>
                    <a:pt x="220198" y="95258"/>
                  </a:lnTo>
                  <a:lnTo>
                    <a:pt x="219129" y="97201"/>
                  </a:lnTo>
                  <a:lnTo>
                    <a:pt x="217521" y="98013"/>
                  </a:lnTo>
                  <a:lnTo>
                    <a:pt x="216621" y="98860"/>
                  </a:lnTo>
                  <a:lnTo>
                    <a:pt x="216857" y="100289"/>
                  </a:lnTo>
                  <a:lnTo>
                    <a:pt x="217445" y="101622"/>
                  </a:lnTo>
                  <a:lnTo>
                    <a:pt x="218808" y="102700"/>
                  </a:lnTo>
                  <a:lnTo>
                    <a:pt x="220356" y="103485"/>
                  </a:lnTo>
                  <a:lnTo>
                    <a:pt x="220534" y="104352"/>
                  </a:lnTo>
                  <a:lnTo>
                    <a:pt x="220298" y="104786"/>
                  </a:lnTo>
                  <a:lnTo>
                    <a:pt x="219306" y="105189"/>
                  </a:lnTo>
                  <a:lnTo>
                    <a:pt x="217933" y="104776"/>
                  </a:lnTo>
                  <a:lnTo>
                    <a:pt x="217477" y="105534"/>
                  </a:lnTo>
                  <a:lnTo>
                    <a:pt x="216844" y="106796"/>
                  </a:lnTo>
                  <a:lnTo>
                    <a:pt x="216422" y="109068"/>
                  </a:lnTo>
                  <a:lnTo>
                    <a:pt x="216105" y="111173"/>
                  </a:lnTo>
                  <a:lnTo>
                    <a:pt x="217595" y="111745"/>
                  </a:lnTo>
                  <a:lnTo>
                    <a:pt x="218461" y="112605"/>
                  </a:lnTo>
                  <a:lnTo>
                    <a:pt x="218731" y="114335"/>
                  </a:lnTo>
                  <a:lnTo>
                    <a:pt x="219041" y="116259"/>
                  </a:lnTo>
                  <a:lnTo>
                    <a:pt x="219130" y="117992"/>
                  </a:lnTo>
                  <a:lnTo>
                    <a:pt x="218637" y="118835"/>
                  </a:lnTo>
                  <a:lnTo>
                    <a:pt x="218607" y="119696"/>
                  </a:lnTo>
                  <a:lnTo>
                    <a:pt x="218840" y="120120"/>
                  </a:lnTo>
                  <a:lnTo>
                    <a:pt x="219480" y="120312"/>
                  </a:lnTo>
                  <a:lnTo>
                    <a:pt x="219970" y="120698"/>
                  </a:lnTo>
                  <a:lnTo>
                    <a:pt x="220009" y="121612"/>
                  </a:lnTo>
                  <a:lnTo>
                    <a:pt x="219071" y="123668"/>
                  </a:lnTo>
                  <a:lnTo>
                    <a:pt x="218194" y="127600"/>
                  </a:lnTo>
                  <a:lnTo>
                    <a:pt x="217723" y="129694"/>
                  </a:lnTo>
                  <a:lnTo>
                    <a:pt x="217759" y="131966"/>
                  </a:lnTo>
                  <a:lnTo>
                    <a:pt x="217231" y="133229"/>
                  </a:lnTo>
                  <a:lnTo>
                    <a:pt x="216275" y="133335"/>
                  </a:lnTo>
                  <a:lnTo>
                    <a:pt x="212975" y="133556"/>
                  </a:lnTo>
                  <a:lnTo>
                    <a:pt x="210105" y="133448"/>
                  </a:lnTo>
                  <a:lnTo>
                    <a:pt x="208863" y="133120"/>
                  </a:lnTo>
                  <a:lnTo>
                    <a:pt x="206919" y="132924"/>
                  </a:lnTo>
                  <a:lnTo>
                    <a:pt x="205956" y="133459"/>
                  </a:lnTo>
                  <a:lnTo>
                    <a:pt x="204681" y="137091"/>
                  </a:lnTo>
                  <a:lnTo>
                    <a:pt x="203715" y="138515"/>
                  </a:lnTo>
                  <a:lnTo>
                    <a:pt x="202115" y="139801"/>
                  </a:lnTo>
                  <a:lnTo>
                    <a:pt x="200361" y="140169"/>
                  </a:lnTo>
                  <a:lnTo>
                    <a:pt x="199356" y="141669"/>
                  </a:lnTo>
                  <a:lnTo>
                    <a:pt x="199003" y="144022"/>
                  </a:lnTo>
                  <a:lnTo>
                    <a:pt x="198975" y="146109"/>
                  </a:lnTo>
                  <a:lnTo>
                    <a:pt x="198812" y="147150"/>
                  </a:lnTo>
                  <a:lnTo>
                    <a:pt x="198431" y="148064"/>
                  </a:lnTo>
                  <a:lnTo>
                    <a:pt x="198295" y="148713"/>
                  </a:lnTo>
                  <a:lnTo>
                    <a:pt x="198377" y="149430"/>
                  </a:lnTo>
                  <a:lnTo>
                    <a:pt x="198784" y="149691"/>
                  </a:lnTo>
                  <a:lnTo>
                    <a:pt x="199274" y="150017"/>
                  </a:lnTo>
                  <a:lnTo>
                    <a:pt x="199274" y="150538"/>
                  </a:lnTo>
                  <a:lnTo>
                    <a:pt x="199084" y="151190"/>
                  </a:lnTo>
                  <a:lnTo>
                    <a:pt x="198539" y="151906"/>
                  </a:lnTo>
                  <a:lnTo>
                    <a:pt x="198295" y="153014"/>
                  </a:lnTo>
                  <a:lnTo>
                    <a:pt x="198350" y="15418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6" name="pg1445"/>
            <p:cNvSpPr/>
            <p:nvPr/>
          </p:nvSpPr>
          <p:spPr>
            <a:xfrm>
              <a:off x="2642905" y="4523528"/>
              <a:ext cx="65555" cy="142773"/>
            </a:xfrm>
            <a:custGeom>
              <a:avLst/>
              <a:pathLst>
                <a:path w="65555" h="142773">
                  <a:moveTo>
                    <a:pt x="62532" y="107591"/>
                  </a:moveTo>
                  <a:lnTo>
                    <a:pt x="61928" y="108685"/>
                  </a:lnTo>
                  <a:lnTo>
                    <a:pt x="61275" y="110757"/>
                  </a:lnTo>
                  <a:lnTo>
                    <a:pt x="60509" y="115726"/>
                  </a:lnTo>
                  <a:lnTo>
                    <a:pt x="57938" y="122582"/>
                  </a:lnTo>
                  <a:lnTo>
                    <a:pt x="57415" y="126449"/>
                  </a:lnTo>
                  <a:lnTo>
                    <a:pt x="54639" y="130486"/>
                  </a:lnTo>
                  <a:lnTo>
                    <a:pt x="52685" y="135028"/>
                  </a:lnTo>
                  <a:lnTo>
                    <a:pt x="51407" y="134915"/>
                  </a:lnTo>
                  <a:lnTo>
                    <a:pt x="50257" y="136860"/>
                  </a:lnTo>
                  <a:lnTo>
                    <a:pt x="43631" y="142773"/>
                  </a:lnTo>
                  <a:lnTo>
                    <a:pt x="41252" y="141659"/>
                  </a:lnTo>
                  <a:lnTo>
                    <a:pt x="39490" y="141679"/>
                  </a:lnTo>
                  <a:lnTo>
                    <a:pt x="37852" y="139073"/>
                  </a:lnTo>
                  <a:lnTo>
                    <a:pt x="34119" y="138130"/>
                  </a:lnTo>
                  <a:lnTo>
                    <a:pt x="31777" y="139171"/>
                  </a:lnTo>
                  <a:lnTo>
                    <a:pt x="28631" y="142037"/>
                  </a:lnTo>
                  <a:lnTo>
                    <a:pt x="27684" y="141994"/>
                  </a:lnTo>
                  <a:lnTo>
                    <a:pt x="27001" y="141841"/>
                  </a:lnTo>
                  <a:lnTo>
                    <a:pt x="25300" y="140652"/>
                  </a:lnTo>
                  <a:lnTo>
                    <a:pt x="24371" y="138121"/>
                  </a:lnTo>
                  <a:lnTo>
                    <a:pt x="19533" y="135204"/>
                  </a:lnTo>
                  <a:lnTo>
                    <a:pt x="15639" y="128575"/>
                  </a:lnTo>
                  <a:lnTo>
                    <a:pt x="11040" y="128448"/>
                  </a:lnTo>
                  <a:lnTo>
                    <a:pt x="7515" y="129314"/>
                  </a:lnTo>
                  <a:lnTo>
                    <a:pt x="6970" y="128437"/>
                  </a:lnTo>
                  <a:lnTo>
                    <a:pt x="6613" y="126737"/>
                  </a:lnTo>
                  <a:lnTo>
                    <a:pt x="5884" y="124279"/>
                  </a:lnTo>
                  <a:lnTo>
                    <a:pt x="2851" y="118432"/>
                  </a:lnTo>
                  <a:lnTo>
                    <a:pt x="468" y="112621"/>
                  </a:lnTo>
                  <a:lnTo>
                    <a:pt x="0" y="106910"/>
                  </a:lnTo>
                  <a:lnTo>
                    <a:pt x="330" y="100697"/>
                  </a:lnTo>
                  <a:lnTo>
                    <a:pt x="1046" y="93344"/>
                  </a:lnTo>
                  <a:lnTo>
                    <a:pt x="920" y="91047"/>
                  </a:lnTo>
                  <a:lnTo>
                    <a:pt x="1801" y="89737"/>
                  </a:lnTo>
                  <a:lnTo>
                    <a:pt x="2672" y="89475"/>
                  </a:lnTo>
                  <a:lnTo>
                    <a:pt x="3511" y="87570"/>
                  </a:lnTo>
                  <a:lnTo>
                    <a:pt x="4262" y="84696"/>
                  </a:lnTo>
                  <a:lnTo>
                    <a:pt x="4390" y="82517"/>
                  </a:lnTo>
                  <a:lnTo>
                    <a:pt x="3807" y="78486"/>
                  </a:lnTo>
                  <a:lnTo>
                    <a:pt x="3404" y="72851"/>
                  </a:lnTo>
                  <a:lnTo>
                    <a:pt x="2924" y="70049"/>
                  </a:lnTo>
                  <a:lnTo>
                    <a:pt x="3888" y="65622"/>
                  </a:lnTo>
                  <a:lnTo>
                    <a:pt x="3929" y="63466"/>
                  </a:lnTo>
                  <a:lnTo>
                    <a:pt x="3372" y="61573"/>
                  </a:lnTo>
                  <a:lnTo>
                    <a:pt x="3222" y="59629"/>
                  </a:lnTo>
                  <a:lnTo>
                    <a:pt x="3477" y="57635"/>
                  </a:lnTo>
                  <a:lnTo>
                    <a:pt x="3427" y="55713"/>
                  </a:lnTo>
                  <a:lnTo>
                    <a:pt x="3074" y="53872"/>
                  </a:lnTo>
                  <a:lnTo>
                    <a:pt x="3339" y="52348"/>
                  </a:lnTo>
                  <a:lnTo>
                    <a:pt x="4223" y="51142"/>
                  </a:lnTo>
                  <a:lnTo>
                    <a:pt x="4884" y="49292"/>
                  </a:lnTo>
                  <a:lnTo>
                    <a:pt x="5320" y="46802"/>
                  </a:lnTo>
                  <a:lnTo>
                    <a:pt x="5543" y="44900"/>
                  </a:lnTo>
                  <a:lnTo>
                    <a:pt x="5554" y="43587"/>
                  </a:lnTo>
                  <a:lnTo>
                    <a:pt x="5287" y="42352"/>
                  </a:lnTo>
                  <a:lnTo>
                    <a:pt x="4741" y="41186"/>
                  </a:lnTo>
                  <a:lnTo>
                    <a:pt x="4994" y="38872"/>
                  </a:lnTo>
                  <a:lnTo>
                    <a:pt x="6043" y="35409"/>
                  </a:lnTo>
                  <a:lnTo>
                    <a:pt x="6722" y="32333"/>
                  </a:lnTo>
                  <a:lnTo>
                    <a:pt x="7030" y="29647"/>
                  </a:lnTo>
                  <a:lnTo>
                    <a:pt x="7009" y="27480"/>
                  </a:lnTo>
                  <a:lnTo>
                    <a:pt x="6661" y="25829"/>
                  </a:lnTo>
                  <a:lnTo>
                    <a:pt x="6809" y="24712"/>
                  </a:lnTo>
                  <a:lnTo>
                    <a:pt x="7453" y="24124"/>
                  </a:lnTo>
                  <a:lnTo>
                    <a:pt x="7743" y="22383"/>
                  </a:lnTo>
                  <a:lnTo>
                    <a:pt x="7645" y="18052"/>
                  </a:lnTo>
                  <a:lnTo>
                    <a:pt x="6979" y="14477"/>
                  </a:lnTo>
                  <a:lnTo>
                    <a:pt x="7489" y="11646"/>
                  </a:lnTo>
                  <a:lnTo>
                    <a:pt x="8951" y="8374"/>
                  </a:lnTo>
                  <a:lnTo>
                    <a:pt x="9714" y="5730"/>
                  </a:lnTo>
                  <a:lnTo>
                    <a:pt x="9777" y="3719"/>
                  </a:lnTo>
                  <a:lnTo>
                    <a:pt x="10232" y="2562"/>
                  </a:lnTo>
                  <a:lnTo>
                    <a:pt x="10931" y="4732"/>
                  </a:lnTo>
                  <a:lnTo>
                    <a:pt x="13009" y="5306"/>
                  </a:lnTo>
                  <a:lnTo>
                    <a:pt x="15100" y="5387"/>
                  </a:lnTo>
                  <a:lnTo>
                    <a:pt x="15439" y="4839"/>
                  </a:lnTo>
                  <a:lnTo>
                    <a:pt x="16259" y="1281"/>
                  </a:lnTo>
                  <a:lnTo>
                    <a:pt x="17342" y="262"/>
                  </a:lnTo>
                  <a:lnTo>
                    <a:pt x="18520" y="0"/>
                  </a:lnTo>
                  <a:lnTo>
                    <a:pt x="19810" y="181"/>
                  </a:lnTo>
                  <a:lnTo>
                    <a:pt x="21180" y="2536"/>
                  </a:lnTo>
                  <a:lnTo>
                    <a:pt x="25061" y="10235"/>
                  </a:lnTo>
                  <a:lnTo>
                    <a:pt x="27912" y="15582"/>
                  </a:lnTo>
                  <a:lnTo>
                    <a:pt x="28779" y="18104"/>
                  </a:lnTo>
                  <a:lnTo>
                    <a:pt x="29533" y="19991"/>
                  </a:lnTo>
                  <a:lnTo>
                    <a:pt x="30098" y="21752"/>
                  </a:lnTo>
                  <a:lnTo>
                    <a:pt x="29858" y="26322"/>
                  </a:lnTo>
                  <a:lnTo>
                    <a:pt x="29894" y="28325"/>
                  </a:lnTo>
                  <a:lnTo>
                    <a:pt x="30028" y="28902"/>
                  </a:lnTo>
                  <a:lnTo>
                    <a:pt x="30678" y="28951"/>
                  </a:lnTo>
                  <a:lnTo>
                    <a:pt x="31644" y="28619"/>
                  </a:lnTo>
                  <a:lnTo>
                    <a:pt x="32458" y="27647"/>
                  </a:lnTo>
                  <a:lnTo>
                    <a:pt x="33092" y="26181"/>
                  </a:lnTo>
                  <a:lnTo>
                    <a:pt x="33714" y="24983"/>
                  </a:lnTo>
                  <a:lnTo>
                    <a:pt x="34217" y="24343"/>
                  </a:lnTo>
                  <a:lnTo>
                    <a:pt x="34399" y="23373"/>
                  </a:lnTo>
                  <a:lnTo>
                    <a:pt x="34687" y="22369"/>
                  </a:lnTo>
                  <a:lnTo>
                    <a:pt x="34984" y="22153"/>
                  </a:lnTo>
                  <a:lnTo>
                    <a:pt x="35548" y="22897"/>
                  </a:lnTo>
                  <a:lnTo>
                    <a:pt x="36878" y="25512"/>
                  </a:lnTo>
                  <a:lnTo>
                    <a:pt x="37908" y="27927"/>
                  </a:lnTo>
                  <a:lnTo>
                    <a:pt x="38162" y="29309"/>
                  </a:lnTo>
                  <a:lnTo>
                    <a:pt x="38560" y="30749"/>
                  </a:lnTo>
                  <a:lnTo>
                    <a:pt x="38983" y="32004"/>
                  </a:lnTo>
                  <a:lnTo>
                    <a:pt x="39283" y="33228"/>
                  </a:lnTo>
                  <a:lnTo>
                    <a:pt x="40284" y="34823"/>
                  </a:lnTo>
                  <a:lnTo>
                    <a:pt x="41301" y="35839"/>
                  </a:lnTo>
                  <a:lnTo>
                    <a:pt x="41981" y="34806"/>
                  </a:lnTo>
                  <a:lnTo>
                    <a:pt x="43709" y="38122"/>
                  </a:lnTo>
                  <a:lnTo>
                    <a:pt x="47514" y="40898"/>
                  </a:lnTo>
                  <a:lnTo>
                    <a:pt x="48214" y="42577"/>
                  </a:lnTo>
                  <a:lnTo>
                    <a:pt x="48871" y="44964"/>
                  </a:lnTo>
                  <a:lnTo>
                    <a:pt x="50201" y="48576"/>
                  </a:lnTo>
                  <a:lnTo>
                    <a:pt x="52044" y="51832"/>
                  </a:lnTo>
                  <a:lnTo>
                    <a:pt x="53526" y="53202"/>
                  </a:lnTo>
                  <a:lnTo>
                    <a:pt x="54948" y="53987"/>
                  </a:lnTo>
                  <a:lnTo>
                    <a:pt x="55745" y="54703"/>
                  </a:lnTo>
                  <a:lnTo>
                    <a:pt x="56289" y="55949"/>
                  </a:lnTo>
                  <a:lnTo>
                    <a:pt x="57158" y="57291"/>
                  </a:lnTo>
                  <a:lnTo>
                    <a:pt x="57706" y="57790"/>
                  </a:lnTo>
                  <a:lnTo>
                    <a:pt x="57892" y="58991"/>
                  </a:lnTo>
                  <a:lnTo>
                    <a:pt x="58453" y="61617"/>
                  </a:lnTo>
                  <a:lnTo>
                    <a:pt x="59040" y="64938"/>
                  </a:lnTo>
                  <a:lnTo>
                    <a:pt x="59680" y="68020"/>
                  </a:lnTo>
                  <a:lnTo>
                    <a:pt x="61066" y="70981"/>
                  </a:lnTo>
                  <a:lnTo>
                    <a:pt x="62629" y="73283"/>
                  </a:lnTo>
                  <a:lnTo>
                    <a:pt x="64252" y="74591"/>
                  </a:lnTo>
                  <a:lnTo>
                    <a:pt x="65164" y="76207"/>
                  </a:lnTo>
                  <a:lnTo>
                    <a:pt x="65555" y="77880"/>
                  </a:lnTo>
                  <a:lnTo>
                    <a:pt x="64464" y="80374"/>
                  </a:lnTo>
                  <a:lnTo>
                    <a:pt x="63278" y="83504"/>
                  </a:lnTo>
                  <a:lnTo>
                    <a:pt x="62228" y="85966"/>
                  </a:lnTo>
                  <a:lnTo>
                    <a:pt x="61147" y="87686"/>
                  </a:lnTo>
                  <a:lnTo>
                    <a:pt x="60789" y="88872"/>
                  </a:lnTo>
                  <a:lnTo>
                    <a:pt x="60548" y="90710"/>
                  </a:lnTo>
                  <a:lnTo>
                    <a:pt x="60560" y="100443"/>
                  </a:lnTo>
                  <a:lnTo>
                    <a:pt x="60471" y="104065"/>
                  </a:lnTo>
                  <a:lnTo>
                    <a:pt x="60548" y="105029"/>
                  </a:lnTo>
                  <a:lnTo>
                    <a:pt x="60703" y="105672"/>
                  </a:lnTo>
                  <a:lnTo>
                    <a:pt x="61385" y="106636"/>
                  </a:lnTo>
                  <a:lnTo>
                    <a:pt x="62199" y="107447"/>
                  </a:lnTo>
                  <a:close/>
                </a:path>
              </a:pathLst>
            </a:custGeom>
            <a:solidFill>
              <a:srgbClr val="FFFEF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7" name="pg1446"/>
            <p:cNvSpPr/>
            <p:nvPr/>
          </p:nvSpPr>
          <p:spPr>
            <a:xfrm>
              <a:off x="1438408" y="3034939"/>
              <a:ext cx="15356" cy="38765"/>
            </a:xfrm>
            <a:custGeom>
              <a:avLst/>
              <a:pathLst>
                <a:path w="15356" h="38765">
                  <a:moveTo>
                    <a:pt x="5766" y="37344"/>
                  </a:moveTo>
                  <a:lnTo>
                    <a:pt x="5220" y="38765"/>
                  </a:lnTo>
                  <a:lnTo>
                    <a:pt x="4540" y="38654"/>
                  </a:lnTo>
                  <a:lnTo>
                    <a:pt x="2065" y="35616"/>
                  </a:lnTo>
                  <a:lnTo>
                    <a:pt x="1765" y="33981"/>
                  </a:lnTo>
                  <a:lnTo>
                    <a:pt x="1949" y="26396"/>
                  </a:lnTo>
                  <a:lnTo>
                    <a:pt x="1022" y="20241"/>
                  </a:lnTo>
                  <a:lnTo>
                    <a:pt x="0" y="15539"/>
                  </a:lnTo>
                  <a:lnTo>
                    <a:pt x="743" y="13126"/>
                  </a:lnTo>
                  <a:lnTo>
                    <a:pt x="1724" y="11261"/>
                  </a:lnTo>
                  <a:lnTo>
                    <a:pt x="2817" y="7732"/>
                  </a:lnTo>
                  <a:lnTo>
                    <a:pt x="1923" y="3204"/>
                  </a:lnTo>
                  <a:lnTo>
                    <a:pt x="2152" y="473"/>
                  </a:lnTo>
                  <a:lnTo>
                    <a:pt x="2678" y="0"/>
                  </a:lnTo>
                  <a:lnTo>
                    <a:pt x="5264" y="3321"/>
                  </a:lnTo>
                  <a:lnTo>
                    <a:pt x="10487" y="8316"/>
                  </a:lnTo>
                  <a:lnTo>
                    <a:pt x="11878" y="11825"/>
                  </a:lnTo>
                  <a:lnTo>
                    <a:pt x="12127" y="15591"/>
                  </a:lnTo>
                  <a:lnTo>
                    <a:pt x="13076" y="16070"/>
                  </a:lnTo>
                  <a:lnTo>
                    <a:pt x="13525" y="18651"/>
                  </a:lnTo>
                  <a:lnTo>
                    <a:pt x="14898" y="20910"/>
                  </a:lnTo>
                  <a:lnTo>
                    <a:pt x="15356" y="22202"/>
                  </a:lnTo>
                  <a:lnTo>
                    <a:pt x="14787" y="24281"/>
                  </a:lnTo>
                  <a:lnTo>
                    <a:pt x="12280" y="28267"/>
                  </a:lnTo>
                  <a:lnTo>
                    <a:pt x="9119" y="30012"/>
                  </a:lnTo>
                  <a:lnTo>
                    <a:pt x="6335" y="34476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8" name="pg1447"/>
            <p:cNvSpPr/>
            <p:nvPr/>
          </p:nvSpPr>
          <p:spPr>
            <a:xfrm>
              <a:off x="1426045" y="3015608"/>
              <a:ext cx="2976" cy="5482"/>
            </a:xfrm>
            <a:custGeom>
              <a:avLst/>
              <a:pathLst>
                <a:path w="2976" h="5482">
                  <a:moveTo>
                    <a:pt x="2479" y="4650"/>
                  </a:moveTo>
                  <a:lnTo>
                    <a:pt x="1748" y="5482"/>
                  </a:lnTo>
                  <a:lnTo>
                    <a:pt x="952" y="5097"/>
                  </a:lnTo>
                  <a:lnTo>
                    <a:pt x="766" y="3083"/>
                  </a:lnTo>
                  <a:lnTo>
                    <a:pt x="0" y="519"/>
                  </a:lnTo>
                  <a:lnTo>
                    <a:pt x="1342" y="0"/>
                  </a:lnTo>
                  <a:lnTo>
                    <a:pt x="2097" y="744"/>
                  </a:lnTo>
                  <a:lnTo>
                    <a:pt x="2496" y="1543"/>
                  </a:lnTo>
                  <a:lnTo>
                    <a:pt x="2976" y="2921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9" name="pg1448"/>
            <p:cNvSpPr/>
            <p:nvPr/>
          </p:nvSpPr>
          <p:spPr>
            <a:xfrm>
              <a:off x="1430399" y="3012526"/>
              <a:ext cx="8735" cy="12869"/>
            </a:xfrm>
            <a:custGeom>
              <a:avLst/>
              <a:pathLst>
                <a:path w="8735" h="12869">
                  <a:moveTo>
                    <a:pt x="2602" y="3006"/>
                  </a:moveTo>
                  <a:lnTo>
                    <a:pt x="2923" y="3533"/>
                  </a:lnTo>
                  <a:lnTo>
                    <a:pt x="4236" y="2744"/>
                  </a:lnTo>
                  <a:lnTo>
                    <a:pt x="5185" y="2454"/>
                  </a:lnTo>
                  <a:lnTo>
                    <a:pt x="6779" y="4397"/>
                  </a:lnTo>
                  <a:lnTo>
                    <a:pt x="7332" y="5732"/>
                  </a:lnTo>
                  <a:lnTo>
                    <a:pt x="8380" y="7157"/>
                  </a:lnTo>
                  <a:lnTo>
                    <a:pt x="8735" y="8190"/>
                  </a:lnTo>
                  <a:lnTo>
                    <a:pt x="8442" y="9441"/>
                  </a:lnTo>
                  <a:lnTo>
                    <a:pt x="7288" y="11510"/>
                  </a:lnTo>
                  <a:lnTo>
                    <a:pt x="5713" y="11988"/>
                  </a:lnTo>
                  <a:lnTo>
                    <a:pt x="4785" y="12869"/>
                  </a:lnTo>
                  <a:lnTo>
                    <a:pt x="3565" y="12680"/>
                  </a:lnTo>
                  <a:lnTo>
                    <a:pt x="3202" y="12305"/>
                  </a:lnTo>
                  <a:lnTo>
                    <a:pt x="3071" y="9694"/>
                  </a:lnTo>
                  <a:lnTo>
                    <a:pt x="2685" y="6888"/>
                  </a:lnTo>
                  <a:lnTo>
                    <a:pt x="1899" y="7219"/>
                  </a:lnTo>
                  <a:lnTo>
                    <a:pt x="1015" y="6279"/>
                  </a:lnTo>
                  <a:lnTo>
                    <a:pt x="99" y="3927"/>
                  </a:lnTo>
                  <a:lnTo>
                    <a:pt x="0" y="2519"/>
                  </a:lnTo>
                  <a:lnTo>
                    <a:pt x="504" y="290"/>
                  </a:lnTo>
                  <a:lnTo>
                    <a:pt x="1386" y="0"/>
                  </a:lnTo>
                  <a:lnTo>
                    <a:pt x="2041" y="1230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0" name="pg1449"/>
            <p:cNvSpPr/>
            <p:nvPr/>
          </p:nvSpPr>
          <p:spPr>
            <a:xfrm>
              <a:off x="1423086" y="3006750"/>
              <a:ext cx="7134" cy="5124"/>
            </a:xfrm>
            <a:custGeom>
              <a:avLst/>
              <a:pathLst>
                <a:path w="7134" h="5124">
                  <a:moveTo>
                    <a:pt x="946" y="425"/>
                  </a:moveTo>
                  <a:lnTo>
                    <a:pt x="3554" y="1236"/>
                  </a:lnTo>
                  <a:lnTo>
                    <a:pt x="4170" y="888"/>
                  </a:lnTo>
                  <a:lnTo>
                    <a:pt x="4604" y="1551"/>
                  </a:lnTo>
                  <a:lnTo>
                    <a:pt x="6763" y="1957"/>
                  </a:lnTo>
                  <a:lnTo>
                    <a:pt x="7134" y="2207"/>
                  </a:lnTo>
                  <a:lnTo>
                    <a:pt x="6693" y="3729"/>
                  </a:lnTo>
                  <a:lnTo>
                    <a:pt x="5311" y="5124"/>
                  </a:lnTo>
                  <a:lnTo>
                    <a:pt x="3324" y="3900"/>
                  </a:lnTo>
                  <a:lnTo>
                    <a:pt x="0" y="3462"/>
                  </a:lnTo>
                  <a:lnTo>
                    <a:pt x="133" y="2288"/>
                  </a:lnTo>
                  <a:lnTo>
                    <a:pt x="450" y="1454"/>
                  </a:lnTo>
                  <a:lnTo>
                    <a:pt x="498" y="0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1" name="pg1450"/>
            <p:cNvSpPr/>
            <p:nvPr/>
          </p:nvSpPr>
          <p:spPr>
            <a:xfrm>
              <a:off x="1410959" y="2992815"/>
              <a:ext cx="7869" cy="12787"/>
            </a:xfrm>
            <a:custGeom>
              <a:avLst/>
              <a:pathLst>
                <a:path w="7869" h="12787">
                  <a:moveTo>
                    <a:pt x="5846" y="7231"/>
                  </a:moveTo>
                  <a:lnTo>
                    <a:pt x="6270" y="7400"/>
                  </a:lnTo>
                  <a:lnTo>
                    <a:pt x="6814" y="7199"/>
                  </a:lnTo>
                  <a:lnTo>
                    <a:pt x="7004" y="9552"/>
                  </a:lnTo>
                  <a:lnTo>
                    <a:pt x="7638" y="10857"/>
                  </a:lnTo>
                  <a:lnTo>
                    <a:pt x="7869" y="11634"/>
                  </a:lnTo>
                  <a:lnTo>
                    <a:pt x="7185" y="12458"/>
                  </a:lnTo>
                  <a:lnTo>
                    <a:pt x="5853" y="12787"/>
                  </a:lnTo>
                  <a:lnTo>
                    <a:pt x="5229" y="12131"/>
                  </a:lnTo>
                  <a:lnTo>
                    <a:pt x="4582" y="10661"/>
                  </a:lnTo>
                  <a:lnTo>
                    <a:pt x="3883" y="11064"/>
                  </a:lnTo>
                  <a:lnTo>
                    <a:pt x="3761" y="9883"/>
                  </a:lnTo>
                  <a:lnTo>
                    <a:pt x="3636" y="9539"/>
                  </a:lnTo>
                  <a:lnTo>
                    <a:pt x="3157" y="9858"/>
                  </a:lnTo>
                  <a:lnTo>
                    <a:pt x="3605" y="11383"/>
                  </a:lnTo>
                  <a:lnTo>
                    <a:pt x="2393" y="11497"/>
                  </a:lnTo>
                  <a:lnTo>
                    <a:pt x="2008" y="11310"/>
                  </a:lnTo>
                  <a:lnTo>
                    <a:pt x="1669" y="9580"/>
                  </a:lnTo>
                  <a:lnTo>
                    <a:pt x="419" y="6264"/>
                  </a:lnTo>
                  <a:lnTo>
                    <a:pt x="425" y="4973"/>
                  </a:lnTo>
                  <a:lnTo>
                    <a:pt x="0" y="3430"/>
                  </a:lnTo>
                  <a:lnTo>
                    <a:pt x="1851" y="2988"/>
                  </a:lnTo>
                  <a:lnTo>
                    <a:pt x="3119" y="282"/>
                  </a:lnTo>
                  <a:lnTo>
                    <a:pt x="3833" y="0"/>
                  </a:lnTo>
                  <a:lnTo>
                    <a:pt x="5202" y="4373"/>
                  </a:lnTo>
                  <a:lnTo>
                    <a:pt x="5168" y="5598"/>
                  </a:lnTo>
                  <a:lnTo>
                    <a:pt x="5473" y="6794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2" name="pg1451"/>
            <p:cNvSpPr/>
            <p:nvPr/>
          </p:nvSpPr>
          <p:spPr>
            <a:xfrm>
              <a:off x="1386645" y="2983541"/>
              <a:ext cx="2402" cy="6452"/>
            </a:xfrm>
            <a:custGeom>
              <a:avLst/>
              <a:pathLst>
                <a:path w="2402" h="6452">
                  <a:moveTo>
                    <a:pt x="782" y="5146"/>
                  </a:moveTo>
                  <a:lnTo>
                    <a:pt x="533" y="6452"/>
                  </a:lnTo>
                  <a:lnTo>
                    <a:pt x="107" y="6251"/>
                  </a:lnTo>
                  <a:lnTo>
                    <a:pt x="0" y="5087"/>
                  </a:lnTo>
                  <a:lnTo>
                    <a:pt x="278" y="3485"/>
                  </a:lnTo>
                  <a:lnTo>
                    <a:pt x="982" y="2103"/>
                  </a:lnTo>
                  <a:lnTo>
                    <a:pt x="1762" y="0"/>
                  </a:lnTo>
                  <a:lnTo>
                    <a:pt x="2402" y="313"/>
                  </a:lnTo>
                  <a:lnTo>
                    <a:pt x="2057" y="1688"/>
                  </a:lnTo>
                  <a:lnTo>
                    <a:pt x="2016" y="3185"/>
                  </a:lnTo>
                  <a:lnTo>
                    <a:pt x="1111" y="4032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3" name="pg1452"/>
            <p:cNvSpPr/>
            <p:nvPr/>
          </p:nvSpPr>
          <p:spPr>
            <a:xfrm>
              <a:off x="1392251" y="2977397"/>
              <a:ext cx="6027" cy="10254"/>
            </a:xfrm>
            <a:custGeom>
              <a:avLst/>
              <a:pathLst>
                <a:path w="6027" h="10254">
                  <a:moveTo>
                    <a:pt x="5138" y="8592"/>
                  </a:moveTo>
                  <a:lnTo>
                    <a:pt x="4053" y="10254"/>
                  </a:lnTo>
                  <a:lnTo>
                    <a:pt x="3421" y="9537"/>
                  </a:lnTo>
                  <a:lnTo>
                    <a:pt x="2225" y="9267"/>
                  </a:lnTo>
                  <a:lnTo>
                    <a:pt x="1761" y="8019"/>
                  </a:lnTo>
                  <a:lnTo>
                    <a:pt x="507" y="6893"/>
                  </a:lnTo>
                  <a:lnTo>
                    <a:pt x="0" y="5358"/>
                  </a:lnTo>
                  <a:lnTo>
                    <a:pt x="771" y="2451"/>
                  </a:lnTo>
                  <a:lnTo>
                    <a:pt x="2590" y="0"/>
                  </a:lnTo>
                  <a:lnTo>
                    <a:pt x="5393" y="105"/>
                  </a:lnTo>
                  <a:lnTo>
                    <a:pt x="5976" y="2041"/>
                  </a:lnTo>
                  <a:lnTo>
                    <a:pt x="6027" y="3482"/>
                  </a:lnTo>
                  <a:lnTo>
                    <a:pt x="5663" y="5096"/>
                  </a:lnTo>
                  <a:lnTo>
                    <a:pt x="5496" y="7372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4" name="pg1453"/>
            <p:cNvSpPr/>
            <p:nvPr/>
          </p:nvSpPr>
          <p:spPr>
            <a:xfrm>
              <a:off x="2354482" y="2907852"/>
              <a:ext cx="897" cy="1015"/>
            </a:xfrm>
            <a:custGeom>
              <a:avLst/>
              <a:pathLst>
                <a:path w="897" h="1015">
                  <a:moveTo>
                    <a:pt x="340" y="949"/>
                  </a:moveTo>
                  <a:lnTo>
                    <a:pt x="27" y="1015"/>
                  </a:lnTo>
                  <a:lnTo>
                    <a:pt x="0" y="558"/>
                  </a:lnTo>
                  <a:lnTo>
                    <a:pt x="539" y="0"/>
                  </a:lnTo>
                  <a:lnTo>
                    <a:pt x="897" y="37"/>
                  </a:lnTo>
                  <a:lnTo>
                    <a:pt x="884" y="656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5" name="pg1454"/>
            <p:cNvSpPr/>
            <p:nvPr/>
          </p:nvSpPr>
          <p:spPr>
            <a:xfrm>
              <a:off x="2356703" y="2904529"/>
              <a:ext cx="1232" cy="2928"/>
            </a:xfrm>
            <a:custGeom>
              <a:avLst/>
              <a:pathLst>
                <a:path w="1232" h="2928">
                  <a:moveTo>
                    <a:pt x="799" y="2637"/>
                  </a:moveTo>
                  <a:lnTo>
                    <a:pt x="0" y="2928"/>
                  </a:lnTo>
                  <a:lnTo>
                    <a:pt x="644" y="1765"/>
                  </a:lnTo>
                  <a:lnTo>
                    <a:pt x="853" y="0"/>
                  </a:lnTo>
                  <a:lnTo>
                    <a:pt x="1232" y="1379"/>
                  </a:lnTo>
                  <a:lnTo>
                    <a:pt x="1225" y="2216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6" name="pg1455"/>
            <p:cNvSpPr/>
            <p:nvPr/>
          </p:nvSpPr>
          <p:spPr>
            <a:xfrm>
              <a:off x="2359292" y="2902731"/>
              <a:ext cx="1256" cy="3547"/>
            </a:xfrm>
            <a:custGeom>
              <a:avLst/>
              <a:pathLst>
                <a:path w="1256" h="3547">
                  <a:moveTo>
                    <a:pt x="1071" y="2940"/>
                  </a:moveTo>
                  <a:lnTo>
                    <a:pt x="702" y="3547"/>
                  </a:lnTo>
                  <a:lnTo>
                    <a:pt x="526" y="3360"/>
                  </a:lnTo>
                  <a:lnTo>
                    <a:pt x="526" y="2474"/>
                  </a:lnTo>
                  <a:lnTo>
                    <a:pt x="0" y="513"/>
                  </a:lnTo>
                  <a:lnTo>
                    <a:pt x="19" y="0"/>
                  </a:lnTo>
                  <a:lnTo>
                    <a:pt x="1226" y="1918"/>
                  </a:lnTo>
                  <a:lnTo>
                    <a:pt x="1256" y="2434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7" name="pg1456"/>
            <p:cNvSpPr/>
            <p:nvPr/>
          </p:nvSpPr>
          <p:spPr>
            <a:xfrm>
              <a:off x="2362800" y="2902451"/>
              <a:ext cx="2552" cy="1960"/>
            </a:xfrm>
            <a:custGeom>
              <a:avLst/>
              <a:pathLst>
                <a:path w="2552" h="1960">
                  <a:moveTo>
                    <a:pt x="1149" y="1261"/>
                  </a:moveTo>
                  <a:lnTo>
                    <a:pt x="584" y="1960"/>
                  </a:lnTo>
                  <a:lnTo>
                    <a:pt x="0" y="1447"/>
                  </a:lnTo>
                  <a:lnTo>
                    <a:pt x="642" y="747"/>
                  </a:lnTo>
                  <a:lnTo>
                    <a:pt x="2552" y="0"/>
                  </a:lnTo>
                  <a:lnTo>
                    <a:pt x="1831" y="933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8" name="pg1457"/>
            <p:cNvSpPr/>
            <p:nvPr/>
          </p:nvSpPr>
          <p:spPr>
            <a:xfrm>
              <a:off x="2366367" y="2899886"/>
              <a:ext cx="779" cy="1259"/>
            </a:xfrm>
            <a:custGeom>
              <a:avLst/>
              <a:pathLst>
                <a:path w="779" h="1259">
                  <a:moveTo>
                    <a:pt x="233" y="1259"/>
                  </a:moveTo>
                  <a:lnTo>
                    <a:pt x="0" y="1259"/>
                  </a:lnTo>
                  <a:lnTo>
                    <a:pt x="116" y="839"/>
                  </a:lnTo>
                  <a:lnTo>
                    <a:pt x="603" y="0"/>
                  </a:lnTo>
                  <a:lnTo>
                    <a:pt x="779" y="326"/>
                  </a:lnTo>
                  <a:lnTo>
                    <a:pt x="759" y="745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9" name="pg1458"/>
            <p:cNvSpPr/>
            <p:nvPr/>
          </p:nvSpPr>
          <p:spPr>
            <a:xfrm>
              <a:off x="2368627" y="2897084"/>
              <a:ext cx="623" cy="1261"/>
            </a:xfrm>
            <a:custGeom>
              <a:avLst/>
              <a:pathLst>
                <a:path w="623" h="1261">
                  <a:moveTo>
                    <a:pt x="331" y="1121"/>
                  </a:moveTo>
                  <a:lnTo>
                    <a:pt x="0" y="1261"/>
                  </a:lnTo>
                  <a:lnTo>
                    <a:pt x="486" y="0"/>
                  </a:lnTo>
                  <a:lnTo>
                    <a:pt x="623" y="93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0" name="pg1459"/>
            <p:cNvSpPr/>
            <p:nvPr/>
          </p:nvSpPr>
          <p:spPr>
            <a:xfrm>
              <a:off x="2369671" y="2885072"/>
              <a:ext cx="3991" cy="11623"/>
            </a:xfrm>
            <a:custGeom>
              <a:avLst/>
              <a:pathLst>
                <a:path w="3991" h="11623">
                  <a:moveTo>
                    <a:pt x="2452" y="6067"/>
                  </a:moveTo>
                  <a:lnTo>
                    <a:pt x="0" y="11623"/>
                  </a:lnTo>
                  <a:lnTo>
                    <a:pt x="271" y="10232"/>
                  </a:lnTo>
                  <a:lnTo>
                    <a:pt x="1227" y="7258"/>
                  </a:lnTo>
                  <a:lnTo>
                    <a:pt x="1537" y="5859"/>
                  </a:lnTo>
                  <a:lnTo>
                    <a:pt x="2182" y="4971"/>
                  </a:lnTo>
                  <a:lnTo>
                    <a:pt x="2784" y="3367"/>
                  </a:lnTo>
                  <a:lnTo>
                    <a:pt x="2829" y="1496"/>
                  </a:lnTo>
                  <a:lnTo>
                    <a:pt x="3703" y="187"/>
                  </a:lnTo>
                  <a:lnTo>
                    <a:pt x="3991" y="0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1" name="pg1460"/>
            <p:cNvSpPr/>
            <p:nvPr/>
          </p:nvSpPr>
          <p:spPr>
            <a:xfrm>
              <a:off x="2349671" y="2849600"/>
              <a:ext cx="2025" cy="3560"/>
            </a:xfrm>
            <a:custGeom>
              <a:avLst/>
              <a:pathLst>
                <a:path w="2025" h="3560">
                  <a:moveTo>
                    <a:pt x="2025" y="2790"/>
                  </a:moveTo>
                  <a:lnTo>
                    <a:pt x="1585" y="3560"/>
                  </a:lnTo>
                  <a:lnTo>
                    <a:pt x="695" y="2995"/>
                  </a:lnTo>
                  <a:lnTo>
                    <a:pt x="209" y="1982"/>
                  </a:lnTo>
                  <a:lnTo>
                    <a:pt x="0" y="0"/>
                  </a:lnTo>
                  <a:lnTo>
                    <a:pt x="774" y="2099"/>
                  </a:lnTo>
                  <a:lnTo>
                    <a:pt x="1052" y="2574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2" name="pg1461"/>
            <p:cNvSpPr/>
            <p:nvPr/>
          </p:nvSpPr>
          <p:spPr>
            <a:xfrm>
              <a:off x="2350068" y="2845089"/>
              <a:ext cx="1053" cy="6120"/>
            </a:xfrm>
            <a:custGeom>
              <a:avLst/>
              <a:pathLst>
                <a:path w="1053" h="6120">
                  <a:moveTo>
                    <a:pt x="1053" y="4384"/>
                  </a:moveTo>
                  <a:lnTo>
                    <a:pt x="1035" y="6120"/>
                  </a:lnTo>
                  <a:lnTo>
                    <a:pt x="414" y="3213"/>
                  </a:lnTo>
                  <a:lnTo>
                    <a:pt x="0" y="0"/>
                  </a:lnTo>
                  <a:lnTo>
                    <a:pt x="592" y="1040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3" name="pg1462"/>
            <p:cNvSpPr/>
            <p:nvPr/>
          </p:nvSpPr>
          <p:spPr>
            <a:xfrm>
              <a:off x="2162034" y="2830440"/>
              <a:ext cx="2918" cy="32017"/>
            </a:xfrm>
            <a:custGeom>
              <a:avLst/>
              <a:pathLst>
                <a:path w="2918" h="32017">
                  <a:moveTo>
                    <a:pt x="2918" y="30645"/>
                  </a:moveTo>
                  <a:lnTo>
                    <a:pt x="2747" y="32017"/>
                  </a:lnTo>
                  <a:lnTo>
                    <a:pt x="1725" y="25610"/>
                  </a:lnTo>
                  <a:lnTo>
                    <a:pt x="62" y="11109"/>
                  </a:lnTo>
                  <a:lnTo>
                    <a:pt x="0" y="2845"/>
                  </a:lnTo>
                  <a:lnTo>
                    <a:pt x="261" y="0"/>
                  </a:lnTo>
                  <a:lnTo>
                    <a:pt x="690" y="11672"/>
                  </a:lnTo>
                  <a:lnTo>
                    <a:pt x="2528" y="26496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4" name="pg1463"/>
            <p:cNvSpPr/>
            <p:nvPr/>
          </p:nvSpPr>
          <p:spPr>
            <a:xfrm>
              <a:off x="2162310" y="2811956"/>
              <a:ext cx="4001" cy="17123"/>
            </a:xfrm>
            <a:custGeom>
              <a:avLst/>
              <a:pathLst>
                <a:path w="4001" h="17123">
                  <a:moveTo>
                    <a:pt x="385" y="15423"/>
                  </a:moveTo>
                  <a:lnTo>
                    <a:pt x="0" y="17123"/>
                  </a:lnTo>
                  <a:lnTo>
                    <a:pt x="106" y="14589"/>
                  </a:lnTo>
                  <a:lnTo>
                    <a:pt x="1108" y="8832"/>
                  </a:lnTo>
                  <a:lnTo>
                    <a:pt x="3144" y="1266"/>
                  </a:lnTo>
                  <a:lnTo>
                    <a:pt x="4001" y="0"/>
                  </a:lnTo>
                  <a:lnTo>
                    <a:pt x="1652" y="8297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5" name="pg1464"/>
            <p:cNvSpPr/>
            <p:nvPr/>
          </p:nvSpPr>
          <p:spPr>
            <a:xfrm>
              <a:off x="2371444" y="2811113"/>
              <a:ext cx="3287" cy="19081"/>
            </a:xfrm>
            <a:custGeom>
              <a:avLst/>
              <a:pathLst>
                <a:path w="3287" h="19081">
                  <a:moveTo>
                    <a:pt x="3086" y="16905"/>
                  </a:moveTo>
                  <a:lnTo>
                    <a:pt x="3287" y="19081"/>
                  </a:lnTo>
                  <a:lnTo>
                    <a:pt x="2152" y="14034"/>
                  </a:lnTo>
                  <a:lnTo>
                    <a:pt x="750" y="6120"/>
                  </a:lnTo>
                  <a:lnTo>
                    <a:pt x="0" y="0"/>
                  </a:lnTo>
                  <a:lnTo>
                    <a:pt x="507" y="1654"/>
                  </a:lnTo>
                  <a:lnTo>
                    <a:pt x="1004" y="5080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6" name="pg1465"/>
            <p:cNvSpPr/>
            <p:nvPr/>
          </p:nvSpPr>
          <p:spPr>
            <a:xfrm>
              <a:off x="2166614" y="2802769"/>
              <a:ext cx="2422" cy="6906"/>
            </a:xfrm>
            <a:custGeom>
              <a:avLst/>
              <a:pathLst>
                <a:path w="2422" h="6906">
                  <a:moveTo>
                    <a:pt x="267" y="6834"/>
                  </a:moveTo>
                  <a:lnTo>
                    <a:pt x="0" y="6906"/>
                  </a:lnTo>
                  <a:lnTo>
                    <a:pt x="597" y="4487"/>
                  </a:lnTo>
                  <a:lnTo>
                    <a:pt x="707" y="3517"/>
                  </a:lnTo>
                  <a:lnTo>
                    <a:pt x="1687" y="455"/>
                  </a:lnTo>
                  <a:lnTo>
                    <a:pt x="2204" y="0"/>
                  </a:lnTo>
                  <a:lnTo>
                    <a:pt x="2422" y="1302"/>
                  </a:lnTo>
                  <a:lnTo>
                    <a:pt x="1415" y="3454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7" name="pg1466"/>
            <p:cNvSpPr/>
            <p:nvPr/>
          </p:nvSpPr>
          <p:spPr>
            <a:xfrm>
              <a:off x="2169512" y="2795421"/>
              <a:ext cx="4905" cy="6889"/>
            </a:xfrm>
            <a:custGeom>
              <a:avLst/>
              <a:pathLst>
                <a:path w="4905" h="6889">
                  <a:moveTo>
                    <a:pt x="453" y="6766"/>
                  </a:moveTo>
                  <a:lnTo>
                    <a:pt x="0" y="6889"/>
                  </a:lnTo>
                  <a:lnTo>
                    <a:pt x="561" y="5293"/>
                  </a:lnTo>
                  <a:lnTo>
                    <a:pt x="1474" y="4488"/>
                  </a:lnTo>
                  <a:lnTo>
                    <a:pt x="3477" y="1422"/>
                  </a:lnTo>
                  <a:lnTo>
                    <a:pt x="4294" y="1211"/>
                  </a:lnTo>
                  <a:lnTo>
                    <a:pt x="4719" y="155"/>
                  </a:lnTo>
                  <a:lnTo>
                    <a:pt x="4905" y="0"/>
                  </a:lnTo>
                  <a:lnTo>
                    <a:pt x="4785" y="1294"/>
                  </a:lnTo>
                  <a:lnTo>
                    <a:pt x="3174" y="3132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8" name="pg1467"/>
            <p:cNvSpPr/>
            <p:nvPr/>
          </p:nvSpPr>
          <p:spPr>
            <a:xfrm>
              <a:off x="2190632" y="2767062"/>
              <a:ext cx="3973" cy="6056"/>
            </a:xfrm>
            <a:custGeom>
              <a:avLst/>
              <a:pathLst>
                <a:path w="3973" h="6056">
                  <a:moveTo>
                    <a:pt x="616" y="5774"/>
                  </a:moveTo>
                  <a:lnTo>
                    <a:pt x="0" y="6056"/>
                  </a:lnTo>
                  <a:lnTo>
                    <a:pt x="2689" y="1512"/>
                  </a:lnTo>
                  <a:lnTo>
                    <a:pt x="3253" y="0"/>
                  </a:lnTo>
                  <a:lnTo>
                    <a:pt x="3973" y="66"/>
                  </a:lnTo>
                  <a:lnTo>
                    <a:pt x="2772" y="2612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9" name="pg1468"/>
            <p:cNvSpPr/>
            <p:nvPr/>
          </p:nvSpPr>
          <p:spPr>
            <a:xfrm>
              <a:off x="2228675" y="2758120"/>
              <a:ext cx="3113" cy="4653"/>
            </a:xfrm>
            <a:custGeom>
              <a:avLst/>
              <a:pathLst>
                <a:path w="3113" h="4653">
                  <a:moveTo>
                    <a:pt x="2627" y="4231"/>
                  </a:moveTo>
                  <a:lnTo>
                    <a:pt x="2169" y="4653"/>
                  </a:lnTo>
                  <a:lnTo>
                    <a:pt x="128" y="2093"/>
                  </a:lnTo>
                  <a:lnTo>
                    <a:pt x="0" y="994"/>
                  </a:lnTo>
                  <a:lnTo>
                    <a:pt x="1006" y="0"/>
                  </a:lnTo>
                  <a:lnTo>
                    <a:pt x="1621" y="88"/>
                  </a:lnTo>
                  <a:lnTo>
                    <a:pt x="2593" y="1388"/>
                  </a:lnTo>
                  <a:lnTo>
                    <a:pt x="2948" y="1750"/>
                  </a:lnTo>
                  <a:lnTo>
                    <a:pt x="3113" y="2276"/>
                  </a:lnTo>
                  <a:lnTo>
                    <a:pt x="3019" y="3100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0" name="pg1469"/>
            <p:cNvSpPr/>
            <p:nvPr/>
          </p:nvSpPr>
          <p:spPr>
            <a:xfrm>
              <a:off x="2313695" y="2755505"/>
              <a:ext cx="4684" cy="3716"/>
            </a:xfrm>
            <a:custGeom>
              <a:avLst/>
              <a:pathLst>
                <a:path w="4684" h="3716">
                  <a:moveTo>
                    <a:pt x="2576" y="2653"/>
                  </a:moveTo>
                  <a:lnTo>
                    <a:pt x="1338" y="3716"/>
                  </a:lnTo>
                  <a:lnTo>
                    <a:pt x="0" y="2943"/>
                  </a:lnTo>
                  <a:lnTo>
                    <a:pt x="832" y="2796"/>
                  </a:lnTo>
                  <a:lnTo>
                    <a:pt x="1434" y="3109"/>
                  </a:lnTo>
                  <a:lnTo>
                    <a:pt x="2958" y="1588"/>
                  </a:lnTo>
                  <a:lnTo>
                    <a:pt x="3757" y="437"/>
                  </a:lnTo>
                  <a:lnTo>
                    <a:pt x="4684" y="0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1" name="pg1470"/>
            <p:cNvSpPr/>
            <p:nvPr/>
          </p:nvSpPr>
          <p:spPr>
            <a:xfrm>
              <a:off x="2266473" y="2754898"/>
              <a:ext cx="875" cy="2739"/>
            </a:xfrm>
            <a:custGeom>
              <a:avLst/>
              <a:pathLst>
                <a:path w="875" h="2739">
                  <a:moveTo>
                    <a:pt x="670" y="1193"/>
                  </a:moveTo>
                  <a:lnTo>
                    <a:pt x="0" y="2739"/>
                  </a:lnTo>
                  <a:lnTo>
                    <a:pt x="30" y="2149"/>
                  </a:lnTo>
                  <a:lnTo>
                    <a:pt x="523" y="601"/>
                  </a:lnTo>
                  <a:lnTo>
                    <a:pt x="875" y="0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2" name="pg1471"/>
            <p:cNvSpPr/>
            <p:nvPr/>
          </p:nvSpPr>
          <p:spPr>
            <a:xfrm>
              <a:off x="2267419" y="2745922"/>
              <a:ext cx="670" cy="8299"/>
            </a:xfrm>
            <a:custGeom>
              <a:avLst/>
              <a:pathLst>
                <a:path w="670" h="8299">
                  <a:moveTo>
                    <a:pt x="486" y="7358"/>
                  </a:moveTo>
                  <a:lnTo>
                    <a:pt x="138" y="8299"/>
                  </a:lnTo>
                  <a:lnTo>
                    <a:pt x="480" y="3793"/>
                  </a:lnTo>
                  <a:lnTo>
                    <a:pt x="0" y="0"/>
                  </a:lnTo>
                  <a:lnTo>
                    <a:pt x="506" y="1665"/>
                  </a:lnTo>
                  <a:lnTo>
                    <a:pt x="670" y="3646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3" name="pg1472"/>
            <p:cNvSpPr/>
            <p:nvPr/>
          </p:nvSpPr>
          <p:spPr>
            <a:xfrm>
              <a:off x="2261557" y="2742615"/>
              <a:ext cx="1941" cy="3872"/>
            </a:xfrm>
            <a:custGeom>
              <a:avLst/>
              <a:pathLst>
                <a:path w="1941" h="3872">
                  <a:moveTo>
                    <a:pt x="1456" y="2499"/>
                  </a:moveTo>
                  <a:lnTo>
                    <a:pt x="1499" y="3872"/>
                  </a:lnTo>
                  <a:lnTo>
                    <a:pt x="895" y="3188"/>
                  </a:lnTo>
                  <a:lnTo>
                    <a:pt x="0" y="3126"/>
                  </a:lnTo>
                  <a:lnTo>
                    <a:pt x="393" y="2657"/>
                  </a:lnTo>
                  <a:lnTo>
                    <a:pt x="670" y="2200"/>
                  </a:lnTo>
                  <a:lnTo>
                    <a:pt x="808" y="1708"/>
                  </a:lnTo>
                  <a:lnTo>
                    <a:pt x="1941" y="0"/>
                  </a:lnTo>
                  <a:lnTo>
                    <a:pt x="1620" y="1253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4" name="pg1473"/>
            <p:cNvSpPr/>
            <p:nvPr/>
          </p:nvSpPr>
          <p:spPr>
            <a:xfrm>
              <a:off x="2269197" y="2739790"/>
              <a:ext cx="2032" cy="1757"/>
            </a:xfrm>
            <a:custGeom>
              <a:avLst/>
              <a:pathLst>
                <a:path w="2032" h="1757">
                  <a:moveTo>
                    <a:pt x="2032" y="1428"/>
                  </a:moveTo>
                  <a:lnTo>
                    <a:pt x="1878" y="1757"/>
                  </a:lnTo>
                  <a:lnTo>
                    <a:pt x="785" y="1142"/>
                  </a:lnTo>
                  <a:lnTo>
                    <a:pt x="120" y="571"/>
                  </a:lnTo>
                  <a:lnTo>
                    <a:pt x="0" y="0"/>
                  </a:lnTo>
                  <a:lnTo>
                    <a:pt x="1837" y="1037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5" name="pg1474"/>
            <p:cNvSpPr/>
            <p:nvPr/>
          </p:nvSpPr>
          <p:spPr>
            <a:xfrm>
              <a:off x="2274214" y="2739510"/>
              <a:ext cx="3022" cy="1265"/>
            </a:xfrm>
            <a:custGeom>
              <a:avLst/>
              <a:pathLst>
                <a:path w="3022" h="1265">
                  <a:moveTo>
                    <a:pt x="3022" y="632"/>
                  </a:moveTo>
                  <a:lnTo>
                    <a:pt x="1936" y="1265"/>
                  </a:lnTo>
                  <a:lnTo>
                    <a:pt x="327" y="1206"/>
                  </a:lnTo>
                  <a:lnTo>
                    <a:pt x="0" y="983"/>
                  </a:lnTo>
                  <a:lnTo>
                    <a:pt x="645" y="561"/>
                  </a:lnTo>
                  <a:lnTo>
                    <a:pt x="2552" y="0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6" name="pg1475"/>
            <p:cNvSpPr/>
            <p:nvPr/>
          </p:nvSpPr>
          <p:spPr>
            <a:xfrm>
              <a:off x="2358515" y="2718894"/>
              <a:ext cx="809" cy="7199"/>
            </a:xfrm>
            <a:custGeom>
              <a:avLst/>
              <a:pathLst>
                <a:path w="809" h="7199">
                  <a:moveTo>
                    <a:pt x="809" y="0"/>
                  </a:moveTo>
                  <a:lnTo>
                    <a:pt x="260" y="7199"/>
                  </a:lnTo>
                  <a:lnTo>
                    <a:pt x="23" y="4650"/>
                  </a:lnTo>
                  <a:lnTo>
                    <a:pt x="0" y="2174"/>
                  </a:lnTo>
                  <a:lnTo>
                    <a:pt x="415" y="709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7" name="pg1476"/>
            <p:cNvSpPr/>
            <p:nvPr/>
          </p:nvSpPr>
          <p:spPr>
            <a:xfrm>
              <a:off x="1900639" y="2657986"/>
              <a:ext cx="2959" cy="6328"/>
            </a:xfrm>
            <a:custGeom>
              <a:avLst/>
              <a:pathLst>
                <a:path w="2959" h="6328">
                  <a:moveTo>
                    <a:pt x="2959" y="6059"/>
                  </a:moveTo>
                  <a:lnTo>
                    <a:pt x="2240" y="6328"/>
                  </a:lnTo>
                  <a:lnTo>
                    <a:pt x="1443" y="5725"/>
                  </a:lnTo>
                  <a:lnTo>
                    <a:pt x="756" y="2868"/>
                  </a:lnTo>
                  <a:lnTo>
                    <a:pt x="0" y="634"/>
                  </a:lnTo>
                  <a:lnTo>
                    <a:pt x="408" y="0"/>
                  </a:lnTo>
                  <a:lnTo>
                    <a:pt x="1020" y="2149"/>
                  </a:lnTo>
                  <a:lnTo>
                    <a:pt x="2554" y="5413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8" name="pg1477"/>
            <p:cNvSpPr/>
            <p:nvPr/>
          </p:nvSpPr>
          <p:spPr>
            <a:xfrm>
              <a:off x="1888484" y="2650618"/>
              <a:ext cx="1692" cy="1970"/>
            </a:xfrm>
            <a:custGeom>
              <a:avLst/>
              <a:pathLst>
                <a:path w="1692" h="1970">
                  <a:moveTo>
                    <a:pt x="1692" y="1916"/>
                  </a:moveTo>
                  <a:lnTo>
                    <a:pt x="1143" y="1970"/>
                  </a:lnTo>
                  <a:lnTo>
                    <a:pt x="389" y="1696"/>
                  </a:lnTo>
                  <a:lnTo>
                    <a:pt x="0" y="109"/>
                  </a:lnTo>
                  <a:lnTo>
                    <a:pt x="617" y="0"/>
                  </a:lnTo>
                  <a:lnTo>
                    <a:pt x="1189" y="219"/>
                  </a:lnTo>
                  <a:lnTo>
                    <a:pt x="1643" y="1465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9" name="pg1478"/>
            <p:cNvSpPr/>
            <p:nvPr/>
          </p:nvSpPr>
          <p:spPr>
            <a:xfrm>
              <a:off x="1900895" y="2644854"/>
              <a:ext cx="3356" cy="4875"/>
            </a:xfrm>
            <a:custGeom>
              <a:avLst/>
              <a:pathLst>
                <a:path w="3356" h="4875">
                  <a:moveTo>
                    <a:pt x="2733" y="2699"/>
                  </a:moveTo>
                  <a:lnTo>
                    <a:pt x="3356" y="4875"/>
                  </a:lnTo>
                  <a:lnTo>
                    <a:pt x="2458" y="4605"/>
                  </a:lnTo>
                  <a:lnTo>
                    <a:pt x="1519" y="4728"/>
                  </a:lnTo>
                  <a:lnTo>
                    <a:pt x="1235" y="3545"/>
                  </a:lnTo>
                  <a:lnTo>
                    <a:pt x="955" y="1900"/>
                  </a:lnTo>
                  <a:lnTo>
                    <a:pt x="766" y="1480"/>
                  </a:lnTo>
                  <a:lnTo>
                    <a:pt x="123" y="1333"/>
                  </a:lnTo>
                  <a:lnTo>
                    <a:pt x="75" y="1183"/>
                  </a:lnTo>
                  <a:lnTo>
                    <a:pt x="0" y="382"/>
                  </a:lnTo>
                  <a:lnTo>
                    <a:pt x="180" y="0"/>
                  </a:lnTo>
                  <a:lnTo>
                    <a:pt x="2193" y="1832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0" name="pg1479"/>
            <p:cNvSpPr/>
            <p:nvPr/>
          </p:nvSpPr>
          <p:spPr>
            <a:xfrm>
              <a:off x="1880134" y="2628619"/>
              <a:ext cx="3306" cy="3594"/>
            </a:xfrm>
            <a:custGeom>
              <a:avLst/>
              <a:pathLst>
                <a:path w="3306" h="3594">
                  <a:moveTo>
                    <a:pt x="2570" y="3181"/>
                  </a:moveTo>
                  <a:lnTo>
                    <a:pt x="1702" y="3594"/>
                  </a:lnTo>
                  <a:lnTo>
                    <a:pt x="1045" y="3204"/>
                  </a:lnTo>
                  <a:lnTo>
                    <a:pt x="0" y="373"/>
                  </a:lnTo>
                  <a:lnTo>
                    <a:pt x="2222" y="0"/>
                  </a:lnTo>
                  <a:lnTo>
                    <a:pt x="3177" y="1229"/>
                  </a:lnTo>
                  <a:lnTo>
                    <a:pt x="3306" y="1571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1" name="pg1480"/>
            <p:cNvSpPr/>
            <p:nvPr/>
          </p:nvSpPr>
          <p:spPr>
            <a:xfrm>
              <a:off x="1877794" y="2627237"/>
              <a:ext cx="1665" cy="1507"/>
            </a:xfrm>
            <a:custGeom>
              <a:avLst/>
              <a:pathLst>
                <a:path w="1665" h="1507">
                  <a:moveTo>
                    <a:pt x="1665" y="1431"/>
                  </a:moveTo>
                  <a:lnTo>
                    <a:pt x="1009" y="1507"/>
                  </a:lnTo>
                  <a:lnTo>
                    <a:pt x="0" y="1193"/>
                  </a:lnTo>
                  <a:lnTo>
                    <a:pt x="353" y="502"/>
                  </a:lnTo>
                  <a:lnTo>
                    <a:pt x="910" y="0"/>
                  </a:lnTo>
                  <a:lnTo>
                    <a:pt x="1088" y="375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2" name="pg1481"/>
            <p:cNvSpPr/>
            <p:nvPr/>
          </p:nvSpPr>
          <p:spPr>
            <a:xfrm>
              <a:off x="1884253" y="2627048"/>
              <a:ext cx="4550" cy="3306"/>
            </a:xfrm>
            <a:custGeom>
              <a:avLst/>
              <a:pathLst>
                <a:path w="4550" h="3306">
                  <a:moveTo>
                    <a:pt x="440" y="0"/>
                  </a:moveTo>
                  <a:lnTo>
                    <a:pt x="2951" y="1513"/>
                  </a:lnTo>
                  <a:lnTo>
                    <a:pt x="4305" y="789"/>
                  </a:lnTo>
                  <a:lnTo>
                    <a:pt x="4550" y="1522"/>
                  </a:lnTo>
                  <a:lnTo>
                    <a:pt x="4391" y="2159"/>
                  </a:lnTo>
                  <a:lnTo>
                    <a:pt x="1338" y="3306"/>
                  </a:lnTo>
                  <a:lnTo>
                    <a:pt x="401" y="2504"/>
                  </a:lnTo>
                  <a:lnTo>
                    <a:pt x="316" y="1403"/>
                  </a:lnTo>
                  <a:lnTo>
                    <a:pt x="0" y="350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3" name="pg1482"/>
            <p:cNvSpPr/>
            <p:nvPr/>
          </p:nvSpPr>
          <p:spPr>
            <a:xfrm>
              <a:off x="2417878" y="2608714"/>
              <a:ext cx="1575" cy="1406"/>
            </a:xfrm>
            <a:custGeom>
              <a:avLst/>
              <a:pathLst>
                <a:path w="1575" h="1406">
                  <a:moveTo>
                    <a:pt x="1575" y="1337"/>
                  </a:moveTo>
                  <a:lnTo>
                    <a:pt x="1300" y="1406"/>
                  </a:lnTo>
                  <a:lnTo>
                    <a:pt x="815" y="1080"/>
                  </a:lnTo>
                  <a:lnTo>
                    <a:pt x="147" y="457"/>
                  </a:lnTo>
                  <a:lnTo>
                    <a:pt x="0" y="0"/>
                  </a:lnTo>
                  <a:lnTo>
                    <a:pt x="637" y="166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4" name="pg1483"/>
            <p:cNvSpPr/>
            <p:nvPr/>
          </p:nvSpPr>
          <p:spPr>
            <a:xfrm>
              <a:off x="2419672" y="2601658"/>
              <a:ext cx="3963" cy="9084"/>
            </a:xfrm>
            <a:custGeom>
              <a:avLst/>
              <a:pathLst>
                <a:path w="3963" h="9084">
                  <a:moveTo>
                    <a:pt x="307" y="8745"/>
                  </a:moveTo>
                  <a:lnTo>
                    <a:pt x="0" y="9084"/>
                  </a:lnTo>
                  <a:lnTo>
                    <a:pt x="1129" y="5394"/>
                  </a:lnTo>
                  <a:lnTo>
                    <a:pt x="3360" y="715"/>
                  </a:lnTo>
                  <a:lnTo>
                    <a:pt x="3963" y="0"/>
                  </a:lnTo>
                  <a:lnTo>
                    <a:pt x="2108" y="3996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5" name="pg1484"/>
            <p:cNvSpPr/>
            <p:nvPr/>
          </p:nvSpPr>
          <p:spPr>
            <a:xfrm>
              <a:off x="2426390" y="2594234"/>
              <a:ext cx="2495" cy="2107"/>
            </a:xfrm>
            <a:custGeom>
              <a:avLst/>
              <a:pathLst>
                <a:path w="2495" h="2107">
                  <a:moveTo>
                    <a:pt x="2495" y="0"/>
                  </a:moveTo>
                  <a:lnTo>
                    <a:pt x="253" y="2107"/>
                  </a:lnTo>
                  <a:lnTo>
                    <a:pt x="0" y="1982"/>
                  </a:lnTo>
                  <a:lnTo>
                    <a:pt x="1471" y="474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6" name="pg1485"/>
            <p:cNvSpPr/>
            <p:nvPr/>
          </p:nvSpPr>
          <p:spPr>
            <a:xfrm>
              <a:off x="2430019" y="2577126"/>
              <a:ext cx="2883" cy="16438"/>
            </a:xfrm>
            <a:custGeom>
              <a:avLst/>
              <a:pathLst>
                <a:path w="2883" h="16438">
                  <a:moveTo>
                    <a:pt x="1801" y="15633"/>
                  </a:moveTo>
                  <a:lnTo>
                    <a:pt x="145" y="16438"/>
                  </a:lnTo>
                  <a:lnTo>
                    <a:pt x="0" y="16179"/>
                  </a:lnTo>
                  <a:lnTo>
                    <a:pt x="1896" y="14494"/>
                  </a:lnTo>
                  <a:lnTo>
                    <a:pt x="2495" y="8558"/>
                  </a:lnTo>
                  <a:lnTo>
                    <a:pt x="2577" y="5821"/>
                  </a:lnTo>
                  <a:lnTo>
                    <a:pt x="2292" y="997"/>
                  </a:lnTo>
                  <a:lnTo>
                    <a:pt x="2302" y="0"/>
                  </a:lnTo>
                  <a:lnTo>
                    <a:pt x="2610" y="1555"/>
                  </a:lnTo>
                  <a:lnTo>
                    <a:pt x="2883" y="6057"/>
                  </a:lnTo>
                  <a:lnTo>
                    <a:pt x="2780" y="9470"/>
                  </a:lnTo>
                  <a:lnTo>
                    <a:pt x="2230" y="14444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7" name="pg1486"/>
            <p:cNvSpPr/>
            <p:nvPr/>
          </p:nvSpPr>
          <p:spPr>
            <a:xfrm>
              <a:off x="2429684" y="2571896"/>
              <a:ext cx="1005" cy="3266"/>
            </a:xfrm>
            <a:custGeom>
              <a:avLst/>
              <a:pathLst>
                <a:path w="1005" h="3266">
                  <a:moveTo>
                    <a:pt x="1005" y="2666"/>
                  </a:moveTo>
                  <a:lnTo>
                    <a:pt x="819" y="3266"/>
                  </a:lnTo>
                  <a:lnTo>
                    <a:pt x="0" y="0"/>
                  </a:lnTo>
                  <a:lnTo>
                    <a:pt x="842" y="1056"/>
                  </a:lnTo>
                  <a:lnTo>
                    <a:pt x="993" y="1934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8" name="pg1487"/>
            <p:cNvSpPr/>
            <p:nvPr/>
          </p:nvSpPr>
          <p:spPr>
            <a:xfrm>
              <a:off x="2433863" y="2502398"/>
              <a:ext cx="3462" cy="12588"/>
            </a:xfrm>
            <a:custGeom>
              <a:avLst/>
              <a:pathLst>
                <a:path w="3462" h="12588">
                  <a:moveTo>
                    <a:pt x="560" y="12109"/>
                  </a:moveTo>
                  <a:lnTo>
                    <a:pt x="0" y="12588"/>
                  </a:lnTo>
                  <a:lnTo>
                    <a:pt x="1882" y="6671"/>
                  </a:lnTo>
                  <a:lnTo>
                    <a:pt x="2975" y="1714"/>
                  </a:lnTo>
                  <a:lnTo>
                    <a:pt x="3462" y="0"/>
                  </a:lnTo>
                  <a:lnTo>
                    <a:pt x="2989" y="3474"/>
                  </a:lnTo>
                  <a:lnTo>
                    <a:pt x="2163" y="6668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9" name="pg1488"/>
            <p:cNvSpPr/>
            <p:nvPr/>
          </p:nvSpPr>
          <p:spPr>
            <a:xfrm>
              <a:off x="2447750" y="2459601"/>
              <a:ext cx="1806" cy="6413"/>
            </a:xfrm>
            <a:custGeom>
              <a:avLst/>
              <a:pathLst>
                <a:path w="1806" h="6413">
                  <a:moveTo>
                    <a:pt x="1480" y="1940"/>
                  </a:moveTo>
                  <a:lnTo>
                    <a:pt x="33" y="6413"/>
                  </a:lnTo>
                  <a:lnTo>
                    <a:pt x="0" y="5553"/>
                  </a:lnTo>
                  <a:lnTo>
                    <a:pt x="1806" y="0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0" name="pg1489"/>
            <p:cNvSpPr/>
            <p:nvPr/>
          </p:nvSpPr>
          <p:spPr>
            <a:xfrm>
              <a:off x="2447963" y="2432652"/>
              <a:ext cx="2079" cy="4129"/>
            </a:xfrm>
            <a:custGeom>
              <a:avLst/>
              <a:pathLst>
                <a:path w="2079" h="4129">
                  <a:moveTo>
                    <a:pt x="589" y="4006"/>
                  </a:moveTo>
                  <a:lnTo>
                    <a:pt x="0" y="4129"/>
                  </a:lnTo>
                  <a:lnTo>
                    <a:pt x="588" y="1295"/>
                  </a:lnTo>
                  <a:lnTo>
                    <a:pt x="1670" y="0"/>
                  </a:lnTo>
                  <a:lnTo>
                    <a:pt x="2062" y="269"/>
                  </a:lnTo>
                  <a:lnTo>
                    <a:pt x="2079" y="1271"/>
                  </a:lnTo>
                  <a:lnTo>
                    <a:pt x="1927" y="2126"/>
                  </a:lnTo>
                  <a:lnTo>
                    <a:pt x="1201" y="3445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1" name="pg1490"/>
            <p:cNvSpPr/>
            <p:nvPr/>
          </p:nvSpPr>
          <p:spPr>
            <a:xfrm>
              <a:off x="2450479" y="2418037"/>
              <a:ext cx="26268" cy="17212"/>
            </a:xfrm>
            <a:custGeom>
              <a:avLst/>
              <a:pathLst>
                <a:path w="26268" h="17212">
                  <a:moveTo>
                    <a:pt x="18784" y="4934"/>
                  </a:moveTo>
                  <a:lnTo>
                    <a:pt x="17907" y="6846"/>
                  </a:lnTo>
                  <a:lnTo>
                    <a:pt x="18700" y="7039"/>
                  </a:lnTo>
                  <a:lnTo>
                    <a:pt x="19382" y="6478"/>
                  </a:lnTo>
                  <a:lnTo>
                    <a:pt x="20028" y="5344"/>
                  </a:lnTo>
                  <a:lnTo>
                    <a:pt x="21527" y="3810"/>
                  </a:lnTo>
                  <a:lnTo>
                    <a:pt x="22805" y="3139"/>
                  </a:lnTo>
                  <a:lnTo>
                    <a:pt x="23208" y="3001"/>
                  </a:lnTo>
                  <a:lnTo>
                    <a:pt x="23817" y="4077"/>
                  </a:lnTo>
                  <a:lnTo>
                    <a:pt x="25025" y="3213"/>
                  </a:lnTo>
                  <a:lnTo>
                    <a:pt x="26268" y="2728"/>
                  </a:lnTo>
                  <a:lnTo>
                    <a:pt x="20892" y="7649"/>
                  </a:lnTo>
                  <a:lnTo>
                    <a:pt x="19792" y="8203"/>
                  </a:lnTo>
                  <a:lnTo>
                    <a:pt x="18219" y="9669"/>
                  </a:lnTo>
                  <a:lnTo>
                    <a:pt x="16732" y="10708"/>
                  </a:lnTo>
                  <a:lnTo>
                    <a:pt x="15661" y="11086"/>
                  </a:lnTo>
                  <a:lnTo>
                    <a:pt x="10337" y="14739"/>
                  </a:lnTo>
                  <a:lnTo>
                    <a:pt x="9915" y="14819"/>
                  </a:lnTo>
                  <a:lnTo>
                    <a:pt x="9458" y="14462"/>
                  </a:lnTo>
                  <a:lnTo>
                    <a:pt x="5073" y="16344"/>
                  </a:lnTo>
                  <a:lnTo>
                    <a:pt x="3273" y="16556"/>
                  </a:lnTo>
                  <a:lnTo>
                    <a:pt x="1634" y="17212"/>
                  </a:lnTo>
                  <a:lnTo>
                    <a:pt x="2846" y="15697"/>
                  </a:lnTo>
                  <a:lnTo>
                    <a:pt x="2873" y="15130"/>
                  </a:lnTo>
                  <a:lnTo>
                    <a:pt x="2583" y="14687"/>
                  </a:lnTo>
                  <a:lnTo>
                    <a:pt x="1935" y="14816"/>
                  </a:lnTo>
                  <a:lnTo>
                    <a:pt x="1271" y="16376"/>
                  </a:lnTo>
                  <a:lnTo>
                    <a:pt x="211" y="16896"/>
                  </a:lnTo>
                  <a:lnTo>
                    <a:pt x="0" y="15198"/>
                  </a:lnTo>
                  <a:lnTo>
                    <a:pt x="353" y="13884"/>
                  </a:lnTo>
                  <a:lnTo>
                    <a:pt x="832" y="12637"/>
                  </a:lnTo>
                  <a:lnTo>
                    <a:pt x="1885" y="10678"/>
                  </a:lnTo>
                  <a:lnTo>
                    <a:pt x="3391" y="9436"/>
                  </a:lnTo>
                  <a:lnTo>
                    <a:pt x="4156" y="8362"/>
                  </a:lnTo>
                  <a:lnTo>
                    <a:pt x="4686" y="9307"/>
                  </a:lnTo>
                  <a:lnTo>
                    <a:pt x="4802" y="8030"/>
                  </a:lnTo>
                  <a:lnTo>
                    <a:pt x="5210" y="7293"/>
                  </a:lnTo>
                  <a:lnTo>
                    <a:pt x="5654" y="6896"/>
                  </a:lnTo>
                  <a:lnTo>
                    <a:pt x="6720" y="6886"/>
                  </a:lnTo>
                  <a:lnTo>
                    <a:pt x="7294" y="6686"/>
                  </a:lnTo>
                  <a:lnTo>
                    <a:pt x="7709" y="6261"/>
                  </a:lnTo>
                  <a:lnTo>
                    <a:pt x="8135" y="6182"/>
                  </a:lnTo>
                  <a:lnTo>
                    <a:pt x="9302" y="6761"/>
                  </a:lnTo>
                  <a:lnTo>
                    <a:pt x="10441" y="6595"/>
                  </a:lnTo>
                  <a:lnTo>
                    <a:pt x="11361" y="5795"/>
                  </a:lnTo>
                  <a:lnTo>
                    <a:pt x="12318" y="5527"/>
                  </a:lnTo>
                  <a:lnTo>
                    <a:pt x="14847" y="5347"/>
                  </a:lnTo>
                  <a:lnTo>
                    <a:pt x="17361" y="4762"/>
                  </a:lnTo>
                  <a:lnTo>
                    <a:pt x="18366" y="3723"/>
                  </a:lnTo>
                  <a:lnTo>
                    <a:pt x="20477" y="812"/>
                  </a:lnTo>
                  <a:lnTo>
                    <a:pt x="21692" y="0"/>
                  </a:lnTo>
                  <a:lnTo>
                    <a:pt x="19800" y="3383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2" name="pg1491"/>
            <p:cNvSpPr/>
            <p:nvPr/>
          </p:nvSpPr>
          <p:spPr>
            <a:xfrm>
              <a:off x="2497357" y="2410815"/>
              <a:ext cx="3148" cy="4373"/>
            </a:xfrm>
            <a:custGeom>
              <a:avLst/>
              <a:pathLst>
                <a:path w="3148" h="4373">
                  <a:moveTo>
                    <a:pt x="3148" y="3897"/>
                  </a:moveTo>
                  <a:lnTo>
                    <a:pt x="2196" y="4373"/>
                  </a:lnTo>
                  <a:lnTo>
                    <a:pt x="0" y="3283"/>
                  </a:lnTo>
                  <a:lnTo>
                    <a:pt x="1807" y="2360"/>
                  </a:lnTo>
                  <a:lnTo>
                    <a:pt x="2102" y="2038"/>
                  </a:lnTo>
                  <a:lnTo>
                    <a:pt x="2337" y="681"/>
                  </a:lnTo>
                  <a:lnTo>
                    <a:pt x="2367" y="0"/>
                  </a:lnTo>
                  <a:lnTo>
                    <a:pt x="3053" y="2920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3" name="pg1492"/>
            <p:cNvSpPr/>
            <p:nvPr/>
          </p:nvSpPr>
          <p:spPr>
            <a:xfrm>
              <a:off x="2490001" y="2409049"/>
              <a:ext cx="3939" cy="3834"/>
            </a:xfrm>
            <a:custGeom>
              <a:avLst/>
              <a:pathLst>
                <a:path w="3939" h="3834">
                  <a:moveTo>
                    <a:pt x="3939" y="2390"/>
                  </a:moveTo>
                  <a:lnTo>
                    <a:pt x="541" y="3834"/>
                  </a:lnTo>
                  <a:lnTo>
                    <a:pt x="0" y="2902"/>
                  </a:lnTo>
                  <a:lnTo>
                    <a:pt x="847" y="2471"/>
                  </a:lnTo>
                  <a:lnTo>
                    <a:pt x="1918" y="256"/>
                  </a:lnTo>
                  <a:lnTo>
                    <a:pt x="2630" y="0"/>
                  </a:lnTo>
                  <a:lnTo>
                    <a:pt x="3749" y="1253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4" name="pg1493"/>
            <p:cNvSpPr/>
            <p:nvPr/>
          </p:nvSpPr>
          <p:spPr>
            <a:xfrm>
              <a:off x="2482915" y="2405662"/>
              <a:ext cx="603" cy="3105"/>
            </a:xfrm>
            <a:custGeom>
              <a:avLst/>
              <a:pathLst>
                <a:path w="603" h="3105">
                  <a:moveTo>
                    <a:pt x="469" y="2558"/>
                  </a:moveTo>
                  <a:lnTo>
                    <a:pt x="127" y="3105"/>
                  </a:lnTo>
                  <a:lnTo>
                    <a:pt x="0" y="1677"/>
                  </a:lnTo>
                  <a:lnTo>
                    <a:pt x="239" y="37"/>
                  </a:lnTo>
                  <a:lnTo>
                    <a:pt x="482" y="0"/>
                  </a:lnTo>
                  <a:lnTo>
                    <a:pt x="603" y="872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5" name="pg1494"/>
            <p:cNvSpPr/>
            <p:nvPr/>
          </p:nvSpPr>
          <p:spPr>
            <a:xfrm>
              <a:off x="2483621" y="2403225"/>
              <a:ext cx="1409" cy="5605"/>
            </a:xfrm>
            <a:custGeom>
              <a:avLst/>
              <a:pathLst>
                <a:path w="1409" h="5605">
                  <a:moveTo>
                    <a:pt x="1293" y="4797"/>
                  </a:moveTo>
                  <a:lnTo>
                    <a:pt x="682" y="5605"/>
                  </a:lnTo>
                  <a:lnTo>
                    <a:pt x="0" y="5464"/>
                  </a:lnTo>
                  <a:lnTo>
                    <a:pt x="346" y="4373"/>
                  </a:lnTo>
                  <a:lnTo>
                    <a:pt x="478" y="2771"/>
                  </a:lnTo>
                  <a:lnTo>
                    <a:pt x="815" y="1012"/>
                  </a:lnTo>
                  <a:lnTo>
                    <a:pt x="1009" y="474"/>
                  </a:lnTo>
                  <a:lnTo>
                    <a:pt x="1409" y="0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6" name="pg1495"/>
            <p:cNvSpPr/>
            <p:nvPr/>
          </p:nvSpPr>
          <p:spPr>
            <a:xfrm>
              <a:off x="2516238" y="2326342"/>
              <a:ext cx="985" cy="2361"/>
            </a:xfrm>
            <a:custGeom>
              <a:avLst/>
              <a:pathLst>
                <a:path w="985" h="2361">
                  <a:moveTo>
                    <a:pt x="985" y="1777"/>
                  </a:moveTo>
                  <a:lnTo>
                    <a:pt x="516" y="2361"/>
                  </a:lnTo>
                  <a:lnTo>
                    <a:pt x="16" y="2172"/>
                  </a:lnTo>
                  <a:lnTo>
                    <a:pt x="0" y="715"/>
                  </a:lnTo>
                  <a:lnTo>
                    <a:pt x="151" y="220"/>
                  </a:lnTo>
                  <a:lnTo>
                    <a:pt x="324" y="0"/>
                  </a:lnTo>
                  <a:lnTo>
                    <a:pt x="580" y="409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7" name="pg1496"/>
            <p:cNvSpPr/>
            <p:nvPr/>
          </p:nvSpPr>
          <p:spPr>
            <a:xfrm>
              <a:off x="2519832" y="2320423"/>
              <a:ext cx="2769" cy="6110"/>
            </a:xfrm>
            <a:custGeom>
              <a:avLst/>
              <a:pathLst>
                <a:path w="2769" h="6110">
                  <a:moveTo>
                    <a:pt x="2769" y="3664"/>
                  </a:moveTo>
                  <a:lnTo>
                    <a:pt x="2051" y="4240"/>
                  </a:lnTo>
                  <a:lnTo>
                    <a:pt x="1264" y="3989"/>
                  </a:lnTo>
                  <a:lnTo>
                    <a:pt x="1280" y="5549"/>
                  </a:lnTo>
                  <a:lnTo>
                    <a:pt x="1192" y="6110"/>
                  </a:lnTo>
                  <a:lnTo>
                    <a:pt x="319" y="5308"/>
                  </a:lnTo>
                  <a:lnTo>
                    <a:pt x="0" y="4791"/>
                  </a:lnTo>
                  <a:lnTo>
                    <a:pt x="27" y="2725"/>
                  </a:lnTo>
                  <a:lnTo>
                    <a:pt x="798" y="772"/>
                  </a:lnTo>
                  <a:lnTo>
                    <a:pt x="1385" y="0"/>
                  </a:lnTo>
                  <a:lnTo>
                    <a:pt x="2143" y="535"/>
                  </a:lnTo>
                  <a:lnTo>
                    <a:pt x="2724" y="2722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8" name="pg1497"/>
            <p:cNvSpPr/>
            <p:nvPr/>
          </p:nvSpPr>
          <p:spPr>
            <a:xfrm>
              <a:off x="1847310" y="2237147"/>
              <a:ext cx="774" cy="2649"/>
            </a:xfrm>
            <a:custGeom>
              <a:avLst/>
              <a:pathLst>
                <a:path w="774" h="2649">
                  <a:moveTo>
                    <a:pt x="726" y="2067"/>
                  </a:moveTo>
                  <a:lnTo>
                    <a:pt x="608" y="2649"/>
                  </a:lnTo>
                  <a:lnTo>
                    <a:pt x="433" y="2617"/>
                  </a:lnTo>
                  <a:lnTo>
                    <a:pt x="48" y="1435"/>
                  </a:lnTo>
                  <a:lnTo>
                    <a:pt x="0" y="601"/>
                  </a:lnTo>
                  <a:lnTo>
                    <a:pt x="330" y="0"/>
                  </a:lnTo>
                  <a:lnTo>
                    <a:pt x="774" y="1725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9" name="pg1498"/>
            <p:cNvSpPr/>
            <p:nvPr/>
          </p:nvSpPr>
          <p:spPr>
            <a:xfrm>
              <a:off x="1852271" y="2230786"/>
              <a:ext cx="1428" cy="3995"/>
            </a:xfrm>
            <a:custGeom>
              <a:avLst/>
              <a:pathLst>
                <a:path w="1428" h="3995">
                  <a:moveTo>
                    <a:pt x="1428" y="2799"/>
                  </a:moveTo>
                  <a:lnTo>
                    <a:pt x="1371" y="3471"/>
                  </a:lnTo>
                  <a:lnTo>
                    <a:pt x="898" y="3995"/>
                  </a:lnTo>
                  <a:lnTo>
                    <a:pt x="652" y="3861"/>
                  </a:lnTo>
                  <a:lnTo>
                    <a:pt x="638" y="3068"/>
                  </a:lnTo>
                  <a:lnTo>
                    <a:pt x="510" y="2947"/>
                  </a:lnTo>
                  <a:lnTo>
                    <a:pt x="0" y="3899"/>
                  </a:lnTo>
                  <a:lnTo>
                    <a:pt x="37" y="2018"/>
                  </a:lnTo>
                  <a:lnTo>
                    <a:pt x="289" y="36"/>
                  </a:lnTo>
                  <a:lnTo>
                    <a:pt x="509" y="0"/>
                  </a:lnTo>
                  <a:lnTo>
                    <a:pt x="836" y="1295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0" name="pg1499"/>
            <p:cNvSpPr/>
            <p:nvPr/>
          </p:nvSpPr>
          <p:spPr>
            <a:xfrm>
              <a:off x="1851456" y="2224464"/>
              <a:ext cx="970" cy="3797"/>
            </a:xfrm>
            <a:custGeom>
              <a:avLst/>
              <a:pathLst>
                <a:path w="970" h="3797">
                  <a:moveTo>
                    <a:pt x="970" y="3231"/>
                  </a:moveTo>
                  <a:lnTo>
                    <a:pt x="904" y="3797"/>
                  </a:lnTo>
                  <a:lnTo>
                    <a:pt x="223" y="3122"/>
                  </a:lnTo>
                  <a:lnTo>
                    <a:pt x="0" y="2496"/>
                  </a:lnTo>
                  <a:lnTo>
                    <a:pt x="27" y="1096"/>
                  </a:lnTo>
                  <a:lnTo>
                    <a:pt x="195" y="183"/>
                  </a:lnTo>
                  <a:lnTo>
                    <a:pt x="323" y="0"/>
                  </a:lnTo>
                  <a:lnTo>
                    <a:pt x="724" y="395"/>
                  </a:lnTo>
                  <a:lnTo>
                    <a:pt x="839" y="628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1" name="pg1500"/>
            <p:cNvSpPr/>
            <p:nvPr/>
          </p:nvSpPr>
          <p:spPr>
            <a:xfrm>
              <a:off x="1849323" y="2204362"/>
              <a:ext cx="4715" cy="13784"/>
            </a:xfrm>
            <a:custGeom>
              <a:avLst/>
              <a:pathLst>
                <a:path w="4715" h="13784">
                  <a:moveTo>
                    <a:pt x="2171" y="6724"/>
                  </a:moveTo>
                  <a:lnTo>
                    <a:pt x="2775" y="10601"/>
                  </a:lnTo>
                  <a:lnTo>
                    <a:pt x="3034" y="8987"/>
                  </a:lnTo>
                  <a:lnTo>
                    <a:pt x="4713" y="11783"/>
                  </a:lnTo>
                  <a:lnTo>
                    <a:pt x="4715" y="13161"/>
                  </a:lnTo>
                  <a:lnTo>
                    <a:pt x="4511" y="13623"/>
                  </a:lnTo>
                  <a:lnTo>
                    <a:pt x="4162" y="13784"/>
                  </a:lnTo>
                  <a:lnTo>
                    <a:pt x="3839" y="13382"/>
                  </a:lnTo>
                  <a:lnTo>
                    <a:pt x="3542" y="12416"/>
                  </a:lnTo>
                  <a:lnTo>
                    <a:pt x="3164" y="11906"/>
                  </a:lnTo>
                  <a:lnTo>
                    <a:pt x="2359" y="11575"/>
                  </a:lnTo>
                  <a:lnTo>
                    <a:pt x="1941" y="10477"/>
                  </a:lnTo>
                  <a:lnTo>
                    <a:pt x="1796" y="9727"/>
                  </a:lnTo>
                  <a:lnTo>
                    <a:pt x="1757" y="7554"/>
                  </a:lnTo>
                  <a:lnTo>
                    <a:pt x="1555" y="6879"/>
                  </a:lnTo>
                  <a:lnTo>
                    <a:pt x="1128" y="6729"/>
                  </a:lnTo>
                  <a:lnTo>
                    <a:pt x="720" y="6215"/>
                  </a:lnTo>
                  <a:lnTo>
                    <a:pt x="89" y="4696"/>
                  </a:lnTo>
                  <a:lnTo>
                    <a:pt x="0" y="4290"/>
                  </a:lnTo>
                  <a:lnTo>
                    <a:pt x="298" y="3053"/>
                  </a:lnTo>
                  <a:lnTo>
                    <a:pt x="983" y="981"/>
                  </a:lnTo>
                  <a:lnTo>
                    <a:pt x="1482" y="0"/>
                  </a:lnTo>
                  <a:lnTo>
                    <a:pt x="1791" y="106"/>
                  </a:lnTo>
                  <a:lnTo>
                    <a:pt x="2175" y="728"/>
                  </a:lnTo>
                  <a:lnTo>
                    <a:pt x="2630" y="1862"/>
                  </a:lnTo>
                  <a:lnTo>
                    <a:pt x="2545" y="2666"/>
                  </a:lnTo>
                  <a:lnTo>
                    <a:pt x="698" y="4230"/>
                  </a:lnTo>
                  <a:lnTo>
                    <a:pt x="638" y="4596"/>
                  </a:lnTo>
                  <a:lnTo>
                    <a:pt x="1534" y="5036"/>
                  </a:lnTo>
                  <a:lnTo>
                    <a:pt x="1864" y="5430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2" name="pg1501"/>
            <p:cNvSpPr/>
            <p:nvPr/>
          </p:nvSpPr>
          <p:spPr>
            <a:xfrm>
              <a:off x="1847059" y="2199416"/>
              <a:ext cx="1452" cy="3843"/>
            </a:xfrm>
            <a:custGeom>
              <a:avLst/>
              <a:pathLst>
                <a:path w="1452" h="3843">
                  <a:moveTo>
                    <a:pt x="1374" y="3553"/>
                  </a:moveTo>
                  <a:lnTo>
                    <a:pt x="1180" y="3843"/>
                  </a:lnTo>
                  <a:lnTo>
                    <a:pt x="521" y="3455"/>
                  </a:lnTo>
                  <a:lnTo>
                    <a:pt x="131" y="2797"/>
                  </a:lnTo>
                  <a:lnTo>
                    <a:pt x="0" y="1975"/>
                  </a:lnTo>
                  <a:lnTo>
                    <a:pt x="247" y="402"/>
                  </a:lnTo>
                  <a:lnTo>
                    <a:pt x="577" y="0"/>
                  </a:lnTo>
                  <a:lnTo>
                    <a:pt x="781" y="87"/>
                  </a:lnTo>
                  <a:lnTo>
                    <a:pt x="868" y="1470"/>
                  </a:lnTo>
                  <a:lnTo>
                    <a:pt x="1452" y="2933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3" name="pg1502"/>
            <p:cNvSpPr/>
            <p:nvPr/>
          </p:nvSpPr>
          <p:spPr>
            <a:xfrm>
              <a:off x="1844130" y="2197594"/>
              <a:ext cx="2255" cy="4292"/>
            </a:xfrm>
            <a:custGeom>
              <a:avLst/>
              <a:pathLst>
                <a:path w="2255" h="4292">
                  <a:moveTo>
                    <a:pt x="1930" y="3321"/>
                  </a:moveTo>
                  <a:lnTo>
                    <a:pt x="2255" y="4292"/>
                  </a:lnTo>
                  <a:lnTo>
                    <a:pt x="927" y="3670"/>
                  </a:lnTo>
                  <a:lnTo>
                    <a:pt x="365" y="3112"/>
                  </a:lnTo>
                  <a:lnTo>
                    <a:pt x="199" y="2569"/>
                  </a:lnTo>
                  <a:lnTo>
                    <a:pt x="0" y="784"/>
                  </a:lnTo>
                  <a:lnTo>
                    <a:pt x="91" y="203"/>
                  </a:lnTo>
                  <a:lnTo>
                    <a:pt x="683" y="0"/>
                  </a:lnTo>
                  <a:lnTo>
                    <a:pt x="1794" y="2210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4" name="pg1503"/>
            <p:cNvSpPr/>
            <p:nvPr/>
          </p:nvSpPr>
          <p:spPr>
            <a:xfrm>
              <a:off x="1846188" y="2194726"/>
              <a:ext cx="2887" cy="3423"/>
            </a:xfrm>
            <a:custGeom>
              <a:avLst/>
              <a:pathLst>
                <a:path w="2887" h="3423">
                  <a:moveTo>
                    <a:pt x="2723" y="1112"/>
                  </a:moveTo>
                  <a:lnTo>
                    <a:pt x="2887" y="1754"/>
                  </a:lnTo>
                  <a:lnTo>
                    <a:pt x="2391" y="2379"/>
                  </a:lnTo>
                  <a:lnTo>
                    <a:pt x="2038" y="2475"/>
                  </a:lnTo>
                  <a:lnTo>
                    <a:pt x="1477" y="1468"/>
                  </a:lnTo>
                  <a:lnTo>
                    <a:pt x="1231" y="1348"/>
                  </a:lnTo>
                  <a:lnTo>
                    <a:pt x="1429" y="2897"/>
                  </a:lnTo>
                  <a:lnTo>
                    <a:pt x="1361" y="3423"/>
                  </a:lnTo>
                  <a:lnTo>
                    <a:pt x="212" y="2471"/>
                  </a:lnTo>
                  <a:lnTo>
                    <a:pt x="0" y="1718"/>
                  </a:lnTo>
                  <a:lnTo>
                    <a:pt x="323" y="921"/>
                  </a:lnTo>
                  <a:lnTo>
                    <a:pt x="1046" y="99"/>
                  </a:lnTo>
                  <a:lnTo>
                    <a:pt x="1297" y="0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5" name="pg1504"/>
            <p:cNvSpPr/>
            <p:nvPr/>
          </p:nvSpPr>
          <p:spPr>
            <a:xfrm>
              <a:off x="1825122" y="2175243"/>
              <a:ext cx="712290" cy="716163"/>
            </a:xfrm>
            <a:custGeom>
              <a:avLst/>
              <a:pathLst>
                <a:path w="712290" h="716163">
                  <a:moveTo>
                    <a:pt x="617004" y="129005"/>
                  </a:moveTo>
                  <a:lnTo>
                    <a:pt x="617567" y="129004"/>
                  </a:lnTo>
                  <a:lnTo>
                    <a:pt x="620441" y="128995"/>
                  </a:lnTo>
                  <a:lnTo>
                    <a:pt x="625575" y="128981"/>
                  </a:lnTo>
                  <a:lnTo>
                    <a:pt x="630710" y="128966"/>
                  </a:lnTo>
                  <a:lnTo>
                    <a:pt x="635845" y="128953"/>
                  </a:lnTo>
                  <a:lnTo>
                    <a:pt x="640980" y="128939"/>
                  </a:lnTo>
                  <a:lnTo>
                    <a:pt x="646115" y="128924"/>
                  </a:lnTo>
                  <a:lnTo>
                    <a:pt x="651250" y="128910"/>
                  </a:lnTo>
                  <a:lnTo>
                    <a:pt x="656384" y="128896"/>
                  </a:lnTo>
                  <a:lnTo>
                    <a:pt x="657600" y="123199"/>
                  </a:lnTo>
                  <a:lnTo>
                    <a:pt x="658732" y="120547"/>
                  </a:lnTo>
                  <a:lnTo>
                    <a:pt x="660283" y="121426"/>
                  </a:lnTo>
                  <a:lnTo>
                    <a:pt x="661109" y="121353"/>
                  </a:lnTo>
                  <a:lnTo>
                    <a:pt x="662027" y="119985"/>
                  </a:lnTo>
                  <a:lnTo>
                    <a:pt x="662772" y="119154"/>
                  </a:lnTo>
                  <a:lnTo>
                    <a:pt x="663262" y="119276"/>
                  </a:lnTo>
                  <a:lnTo>
                    <a:pt x="663681" y="120529"/>
                  </a:lnTo>
                  <a:lnTo>
                    <a:pt x="664029" y="121364"/>
                  </a:lnTo>
                  <a:lnTo>
                    <a:pt x="664436" y="121120"/>
                  </a:lnTo>
                  <a:lnTo>
                    <a:pt x="664784" y="119939"/>
                  </a:lnTo>
                  <a:lnTo>
                    <a:pt x="664772" y="118299"/>
                  </a:lnTo>
                  <a:lnTo>
                    <a:pt x="665249" y="117158"/>
                  </a:lnTo>
                  <a:lnTo>
                    <a:pt x="665815" y="116984"/>
                  </a:lnTo>
                  <a:lnTo>
                    <a:pt x="666338" y="117020"/>
                  </a:lnTo>
                  <a:lnTo>
                    <a:pt x="666599" y="116463"/>
                  </a:lnTo>
                  <a:lnTo>
                    <a:pt x="666570" y="115663"/>
                  </a:lnTo>
                  <a:lnTo>
                    <a:pt x="666381" y="114376"/>
                  </a:lnTo>
                  <a:lnTo>
                    <a:pt x="666445" y="112827"/>
                  </a:lnTo>
                  <a:lnTo>
                    <a:pt x="667751" y="110090"/>
                  </a:lnTo>
                  <a:lnTo>
                    <a:pt x="669353" y="108233"/>
                  </a:lnTo>
                  <a:lnTo>
                    <a:pt x="669914" y="107305"/>
                  </a:lnTo>
                  <a:lnTo>
                    <a:pt x="670078" y="105424"/>
                  </a:lnTo>
                  <a:lnTo>
                    <a:pt x="670996" y="103469"/>
                  </a:lnTo>
                  <a:lnTo>
                    <a:pt x="671455" y="102345"/>
                  </a:lnTo>
                  <a:lnTo>
                    <a:pt x="671567" y="101368"/>
                  </a:lnTo>
                  <a:lnTo>
                    <a:pt x="671329" y="100166"/>
                  </a:lnTo>
                  <a:lnTo>
                    <a:pt x="671353" y="97875"/>
                  </a:lnTo>
                  <a:lnTo>
                    <a:pt x="671669" y="95138"/>
                  </a:lnTo>
                  <a:lnTo>
                    <a:pt x="672047" y="92157"/>
                  </a:lnTo>
                  <a:lnTo>
                    <a:pt x="672893" y="89469"/>
                  </a:lnTo>
                  <a:lnTo>
                    <a:pt x="674282" y="86537"/>
                  </a:lnTo>
                  <a:lnTo>
                    <a:pt x="674639" y="82685"/>
                  </a:lnTo>
                  <a:lnTo>
                    <a:pt x="675015" y="78622"/>
                  </a:lnTo>
                  <a:lnTo>
                    <a:pt x="676693" y="74663"/>
                  </a:lnTo>
                  <a:lnTo>
                    <a:pt x="678596" y="70173"/>
                  </a:lnTo>
                  <a:lnTo>
                    <a:pt x="679679" y="67617"/>
                  </a:lnTo>
                  <a:lnTo>
                    <a:pt x="681632" y="62969"/>
                  </a:lnTo>
                  <a:lnTo>
                    <a:pt x="683022" y="59660"/>
                  </a:lnTo>
                  <a:lnTo>
                    <a:pt x="683722" y="58142"/>
                  </a:lnTo>
                  <a:lnTo>
                    <a:pt x="684453" y="56340"/>
                  </a:lnTo>
                  <a:lnTo>
                    <a:pt x="685645" y="56878"/>
                  </a:lnTo>
                  <a:lnTo>
                    <a:pt x="686831" y="57415"/>
                  </a:lnTo>
                  <a:lnTo>
                    <a:pt x="686657" y="60030"/>
                  </a:lnTo>
                  <a:lnTo>
                    <a:pt x="686851" y="61936"/>
                  </a:lnTo>
                  <a:lnTo>
                    <a:pt x="687412" y="63035"/>
                  </a:lnTo>
                  <a:lnTo>
                    <a:pt x="688225" y="63779"/>
                  </a:lnTo>
                  <a:lnTo>
                    <a:pt x="688840" y="64028"/>
                  </a:lnTo>
                  <a:lnTo>
                    <a:pt x="689564" y="64013"/>
                  </a:lnTo>
                  <a:lnTo>
                    <a:pt x="691540" y="62531"/>
                  </a:lnTo>
                  <a:lnTo>
                    <a:pt x="693863" y="61576"/>
                  </a:lnTo>
                  <a:lnTo>
                    <a:pt x="695139" y="60679"/>
                  </a:lnTo>
                  <a:lnTo>
                    <a:pt x="695372" y="59841"/>
                  </a:lnTo>
                  <a:lnTo>
                    <a:pt x="695954" y="59546"/>
                  </a:lnTo>
                  <a:lnTo>
                    <a:pt x="696884" y="59799"/>
                  </a:lnTo>
                  <a:lnTo>
                    <a:pt x="698596" y="61899"/>
                  </a:lnTo>
                  <a:lnTo>
                    <a:pt x="700594" y="65068"/>
                  </a:lnTo>
                  <a:lnTo>
                    <a:pt x="702174" y="67574"/>
                  </a:lnTo>
                  <a:lnTo>
                    <a:pt x="702223" y="71920"/>
                  </a:lnTo>
                  <a:lnTo>
                    <a:pt x="702254" y="76525"/>
                  </a:lnTo>
                  <a:lnTo>
                    <a:pt x="702286" y="81379"/>
                  </a:lnTo>
                  <a:lnTo>
                    <a:pt x="702310" y="84843"/>
                  </a:lnTo>
                  <a:lnTo>
                    <a:pt x="702350" y="89600"/>
                  </a:lnTo>
                  <a:lnTo>
                    <a:pt x="702382" y="93385"/>
                  </a:lnTo>
                  <a:lnTo>
                    <a:pt x="702425" y="98325"/>
                  </a:lnTo>
                  <a:lnTo>
                    <a:pt x="702447" y="100965"/>
                  </a:lnTo>
                  <a:lnTo>
                    <a:pt x="702665" y="101727"/>
                  </a:lnTo>
                  <a:lnTo>
                    <a:pt x="702534" y="102767"/>
                  </a:lnTo>
                  <a:lnTo>
                    <a:pt x="702477" y="103288"/>
                  </a:lnTo>
                  <a:lnTo>
                    <a:pt x="702491" y="103702"/>
                  </a:lnTo>
                  <a:lnTo>
                    <a:pt x="702577" y="104223"/>
                  </a:lnTo>
                  <a:lnTo>
                    <a:pt x="702563" y="104952"/>
                  </a:lnTo>
                  <a:lnTo>
                    <a:pt x="702361" y="105611"/>
                  </a:lnTo>
                  <a:lnTo>
                    <a:pt x="702259" y="106373"/>
                  </a:lnTo>
                  <a:lnTo>
                    <a:pt x="702230" y="107621"/>
                  </a:lnTo>
                  <a:lnTo>
                    <a:pt x="702447" y="108384"/>
                  </a:lnTo>
                  <a:lnTo>
                    <a:pt x="702810" y="108834"/>
                  </a:lnTo>
                  <a:lnTo>
                    <a:pt x="703114" y="108834"/>
                  </a:lnTo>
                  <a:lnTo>
                    <a:pt x="703505" y="109286"/>
                  </a:lnTo>
                  <a:lnTo>
                    <a:pt x="704012" y="110084"/>
                  </a:lnTo>
                  <a:lnTo>
                    <a:pt x="704779" y="110777"/>
                  </a:lnTo>
                  <a:lnTo>
                    <a:pt x="705575" y="111019"/>
                  </a:lnTo>
                  <a:lnTo>
                    <a:pt x="706125" y="110846"/>
                  </a:lnTo>
                  <a:lnTo>
                    <a:pt x="706791" y="111298"/>
                  </a:lnTo>
                  <a:lnTo>
                    <a:pt x="707023" y="112407"/>
                  </a:lnTo>
                  <a:lnTo>
                    <a:pt x="706893" y="113446"/>
                  </a:lnTo>
                  <a:lnTo>
                    <a:pt x="706516" y="113932"/>
                  </a:lnTo>
                  <a:lnTo>
                    <a:pt x="706111" y="114314"/>
                  </a:lnTo>
                  <a:lnTo>
                    <a:pt x="706038" y="115111"/>
                  </a:lnTo>
                  <a:lnTo>
                    <a:pt x="706241" y="115943"/>
                  </a:lnTo>
                  <a:lnTo>
                    <a:pt x="706531" y="116672"/>
                  </a:lnTo>
                  <a:lnTo>
                    <a:pt x="706850" y="117952"/>
                  </a:lnTo>
                  <a:lnTo>
                    <a:pt x="706719" y="119061"/>
                  </a:lnTo>
                  <a:lnTo>
                    <a:pt x="706430" y="119998"/>
                  </a:lnTo>
                  <a:lnTo>
                    <a:pt x="706299" y="120967"/>
                  </a:lnTo>
                  <a:lnTo>
                    <a:pt x="706545" y="121801"/>
                  </a:lnTo>
                  <a:lnTo>
                    <a:pt x="707196" y="122909"/>
                  </a:lnTo>
                  <a:lnTo>
                    <a:pt x="707602" y="123984"/>
                  </a:lnTo>
                  <a:lnTo>
                    <a:pt x="708239" y="124574"/>
                  </a:lnTo>
                  <a:lnTo>
                    <a:pt x="708543" y="124157"/>
                  </a:lnTo>
                  <a:lnTo>
                    <a:pt x="708790" y="123602"/>
                  </a:lnTo>
                  <a:lnTo>
                    <a:pt x="709050" y="123186"/>
                  </a:lnTo>
                  <a:lnTo>
                    <a:pt x="709499" y="123430"/>
                  </a:lnTo>
                  <a:lnTo>
                    <a:pt x="710020" y="123742"/>
                  </a:lnTo>
                  <a:lnTo>
                    <a:pt x="710589" y="124113"/>
                  </a:lnTo>
                  <a:lnTo>
                    <a:pt x="710521" y="125012"/>
                  </a:lnTo>
                  <a:lnTo>
                    <a:pt x="710868" y="126526"/>
                  </a:lnTo>
                  <a:lnTo>
                    <a:pt x="711137" y="129440"/>
                  </a:lnTo>
                  <a:lnTo>
                    <a:pt x="710724" y="130763"/>
                  </a:lnTo>
                  <a:lnTo>
                    <a:pt x="710813" y="132516"/>
                  </a:lnTo>
                  <a:lnTo>
                    <a:pt x="711957" y="133026"/>
                  </a:lnTo>
                  <a:lnTo>
                    <a:pt x="712235" y="133563"/>
                  </a:lnTo>
                  <a:lnTo>
                    <a:pt x="712290" y="134211"/>
                  </a:lnTo>
                  <a:lnTo>
                    <a:pt x="709770" y="138705"/>
                  </a:lnTo>
                  <a:lnTo>
                    <a:pt x="707638" y="138076"/>
                  </a:lnTo>
                  <a:lnTo>
                    <a:pt x="706481" y="139268"/>
                  </a:lnTo>
                  <a:lnTo>
                    <a:pt x="705269" y="139616"/>
                  </a:lnTo>
                  <a:lnTo>
                    <a:pt x="704738" y="141624"/>
                  </a:lnTo>
                  <a:lnTo>
                    <a:pt x="704072" y="142050"/>
                  </a:lnTo>
                  <a:lnTo>
                    <a:pt x="703161" y="141929"/>
                  </a:lnTo>
                  <a:lnTo>
                    <a:pt x="702376" y="141362"/>
                  </a:lnTo>
                  <a:lnTo>
                    <a:pt x="701776" y="141640"/>
                  </a:lnTo>
                  <a:lnTo>
                    <a:pt x="700937" y="145264"/>
                  </a:lnTo>
                  <a:lnTo>
                    <a:pt x="700250" y="144948"/>
                  </a:lnTo>
                  <a:lnTo>
                    <a:pt x="699977" y="146253"/>
                  </a:lnTo>
                  <a:lnTo>
                    <a:pt x="699618" y="146823"/>
                  </a:lnTo>
                  <a:lnTo>
                    <a:pt x="699091" y="147312"/>
                  </a:lnTo>
                  <a:lnTo>
                    <a:pt x="698634" y="145702"/>
                  </a:lnTo>
                  <a:lnTo>
                    <a:pt x="698343" y="144171"/>
                  </a:lnTo>
                  <a:lnTo>
                    <a:pt x="697914" y="143835"/>
                  </a:lnTo>
                  <a:lnTo>
                    <a:pt x="697344" y="143444"/>
                  </a:lnTo>
                  <a:lnTo>
                    <a:pt x="696758" y="143457"/>
                  </a:lnTo>
                  <a:lnTo>
                    <a:pt x="696367" y="143676"/>
                  </a:lnTo>
                  <a:lnTo>
                    <a:pt x="695882" y="144666"/>
                  </a:lnTo>
                  <a:lnTo>
                    <a:pt x="695178" y="145515"/>
                  </a:lnTo>
                  <a:lnTo>
                    <a:pt x="694646" y="144807"/>
                  </a:lnTo>
                  <a:lnTo>
                    <a:pt x="694230" y="143669"/>
                  </a:lnTo>
                  <a:lnTo>
                    <a:pt x="693874" y="145500"/>
                  </a:lnTo>
                  <a:lnTo>
                    <a:pt x="693356" y="147433"/>
                  </a:lnTo>
                  <a:lnTo>
                    <a:pt x="693442" y="149688"/>
                  </a:lnTo>
                  <a:lnTo>
                    <a:pt x="693219" y="151026"/>
                  </a:lnTo>
                  <a:lnTo>
                    <a:pt x="692727" y="150665"/>
                  </a:lnTo>
                  <a:lnTo>
                    <a:pt x="692238" y="149492"/>
                  </a:lnTo>
                  <a:lnTo>
                    <a:pt x="690865" y="148554"/>
                  </a:lnTo>
                  <a:lnTo>
                    <a:pt x="689771" y="148641"/>
                  </a:lnTo>
                  <a:lnTo>
                    <a:pt x="689994" y="147388"/>
                  </a:lnTo>
                  <a:lnTo>
                    <a:pt x="691028" y="145591"/>
                  </a:lnTo>
                  <a:lnTo>
                    <a:pt x="690710" y="145238"/>
                  </a:lnTo>
                  <a:lnTo>
                    <a:pt x="690202" y="145488"/>
                  </a:lnTo>
                  <a:lnTo>
                    <a:pt x="689981" y="145238"/>
                  </a:lnTo>
                  <a:lnTo>
                    <a:pt x="690344" y="143605"/>
                  </a:lnTo>
                  <a:lnTo>
                    <a:pt x="690379" y="141803"/>
                  </a:lnTo>
                  <a:lnTo>
                    <a:pt x="689916" y="142434"/>
                  </a:lnTo>
                  <a:lnTo>
                    <a:pt x="689334" y="144335"/>
                  </a:lnTo>
                  <a:lnTo>
                    <a:pt x="687926" y="145849"/>
                  </a:lnTo>
                  <a:lnTo>
                    <a:pt x="687991" y="148382"/>
                  </a:lnTo>
                  <a:lnTo>
                    <a:pt x="686666" y="153575"/>
                  </a:lnTo>
                  <a:lnTo>
                    <a:pt x="686607" y="155785"/>
                  </a:lnTo>
                  <a:lnTo>
                    <a:pt x="685757" y="157550"/>
                  </a:lnTo>
                  <a:lnTo>
                    <a:pt x="684661" y="159068"/>
                  </a:lnTo>
                  <a:lnTo>
                    <a:pt x="683199" y="158641"/>
                  </a:lnTo>
                  <a:lnTo>
                    <a:pt x="682083" y="159960"/>
                  </a:lnTo>
                  <a:lnTo>
                    <a:pt x="681517" y="161473"/>
                  </a:lnTo>
                  <a:lnTo>
                    <a:pt x="681024" y="161701"/>
                  </a:lnTo>
                  <a:lnTo>
                    <a:pt x="680768" y="159773"/>
                  </a:lnTo>
                  <a:lnTo>
                    <a:pt x="680581" y="159178"/>
                  </a:lnTo>
                  <a:lnTo>
                    <a:pt x="680170" y="162020"/>
                  </a:lnTo>
                  <a:lnTo>
                    <a:pt x="679751" y="162196"/>
                  </a:lnTo>
                  <a:lnTo>
                    <a:pt x="679593" y="160180"/>
                  </a:lnTo>
                  <a:lnTo>
                    <a:pt x="679394" y="158849"/>
                  </a:lnTo>
                  <a:lnTo>
                    <a:pt x="678823" y="159997"/>
                  </a:lnTo>
                  <a:lnTo>
                    <a:pt x="678444" y="163041"/>
                  </a:lnTo>
                  <a:lnTo>
                    <a:pt x="678047" y="162785"/>
                  </a:lnTo>
                  <a:lnTo>
                    <a:pt x="677921" y="161652"/>
                  </a:lnTo>
                  <a:lnTo>
                    <a:pt x="677636" y="161309"/>
                  </a:lnTo>
                  <a:lnTo>
                    <a:pt x="677539" y="162603"/>
                  </a:lnTo>
                  <a:lnTo>
                    <a:pt x="677682" y="164424"/>
                  </a:lnTo>
                  <a:lnTo>
                    <a:pt x="677476" y="165396"/>
                  </a:lnTo>
                  <a:lnTo>
                    <a:pt x="677081" y="164877"/>
                  </a:lnTo>
                  <a:lnTo>
                    <a:pt x="676684" y="164001"/>
                  </a:lnTo>
                  <a:lnTo>
                    <a:pt x="676029" y="164666"/>
                  </a:lnTo>
                  <a:lnTo>
                    <a:pt x="675427" y="164936"/>
                  </a:lnTo>
                  <a:lnTo>
                    <a:pt x="675425" y="164044"/>
                  </a:lnTo>
                  <a:lnTo>
                    <a:pt x="675540" y="162951"/>
                  </a:lnTo>
                  <a:lnTo>
                    <a:pt x="674341" y="163555"/>
                  </a:lnTo>
                  <a:lnTo>
                    <a:pt x="672904" y="165572"/>
                  </a:lnTo>
                  <a:lnTo>
                    <a:pt x="671788" y="168363"/>
                  </a:lnTo>
                  <a:lnTo>
                    <a:pt x="672175" y="168827"/>
                  </a:lnTo>
                  <a:lnTo>
                    <a:pt x="672611" y="169716"/>
                  </a:lnTo>
                  <a:lnTo>
                    <a:pt x="670672" y="174027"/>
                  </a:lnTo>
                  <a:lnTo>
                    <a:pt x="668685" y="177910"/>
                  </a:lnTo>
                  <a:lnTo>
                    <a:pt x="667184" y="184245"/>
                  </a:lnTo>
                  <a:lnTo>
                    <a:pt x="666582" y="184987"/>
                  </a:lnTo>
                  <a:lnTo>
                    <a:pt x="666064" y="186148"/>
                  </a:lnTo>
                  <a:lnTo>
                    <a:pt x="665515" y="189973"/>
                  </a:lnTo>
                  <a:lnTo>
                    <a:pt x="664880" y="193378"/>
                  </a:lnTo>
                  <a:lnTo>
                    <a:pt x="665235" y="194895"/>
                  </a:lnTo>
                  <a:lnTo>
                    <a:pt x="665469" y="196454"/>
                  </a:lnTo>
                  <a:lnTo>
                    <a:pt x="666032" y="197990"/>
                  </a:lnTo>
                  <a:lnTo>
                    <a:pt x="666511" y="198128"/>
                  </a:lnTo>
                  <a:lnTo>
                    <a:pt x="667030" y="197851"/>
                  </a:lnTo>
                  <a:lnTo>
                    <a:pt x="667411" y="197916"/>
                  </a:lnTo>
                  <a:lnTo>
                    <a:pt x="667655" y="198568"/>
                  </a:lnTo>
                  <a:lnTo>
                    <a:pt x="667547" y="199350"/>
                  </a:lnTo>
                  <a:lnTo>
                    <a:pt x="666949" y="199545"/>
                  </a:lnTo>
                  <a:lnTo>
                    <a:pt x="665833" y="200913"/>
                  </a:lnTo>
                  <a:lnTo>
                    <a:pt x="664854" y="201438"/>
                  </a:lnTo>
                  <a:lnTo>
                    <a:pt x="664364" y="203091"/>
                  </a:lnTo>
                  <a:lnTo>
                    <a:pt x="663629" y="205002"/>
                  </a:lnTo>
                  <a:lnTo>
                    <a:pt x="662201" y="207983"/>
                  </a:lnTo>
                  <a:lnTo>
                    <a:pt x="662811" y="208902"/>
                  </a:lnTo>
                  <a:lnTo>
                    <a:pt x="665017" y="209938"/>
                  </a:lnTo>
                  <a:lnTo>
                    <a:pt x="666000" y="211004"/>
                  </a:lnTo>
                  <a:lnTo>
                    <a:pt x="667489" y="216572"/>
                  </a:lnTo>
                  <a:lnTo>
                    <a:pt x="667149" y="217129"/>
                  </a:lnTo>
                  <a:lnTo>
                    <a:pt x="667014" y="218149"/>
                  </a:lnTo>
                  <a:lnTo>
                    <a:pt x="668337" y="219580"/>
                  </a:lnTo>
                  <a:lnTo>
                    <a:pt x="668759" y="223578"/>
                  </a:lnTo>
                  <a:lnTo>
                    <a:pt x="669846" y="224939"/>
                  </a:lnTo>
                  <a:lnTo>
                    <a:pt x="671465" y="225775"/>
                  </a:lnTo>
                  <a:lnTo>
                    <a:pt x="673445" y="224566"/>
                  </a:lnTo>
                  <a:lnTo>
                    <a:pt x="675093" y="222903"/>
                  </a:lnTo>
                  <a:lnTo>
                    <a:pt x="675035" y="221539"/>
                  </a:lnTo>
                  <a:lnTo>
                    <a:pt x="673999" y="218367"/>
                  </a:lnTo>
                  <a:lnTo>
                    <a:pt x="673750" y="216876"/>
                  </a:lnTo>
                  <a:lnTo>
                    <a:pt x="672981" y="215911"/>
                  </a:lnTo>
                  <a:lnTo>
                    <a:pt x="672689" y="216729"/>
                  </a:lnTo>
                  <a:lnTo>
                    <a:pt x="672192" y="215667"/>
                  </a:lnTo>
                  <a:lnTo>
                    <a:pt x="672136" y="215071"/>
                  </a:lnTo>
                  <a:lnTo>
                    <a:pt x="672599" y="214781"/>
                  </a:lnTo>
                  <a:lnTo>
                    <a:pt x="673138" y="214897"/>
                  </a:lnTo>
                  <a:lnTo>
                    <a:pt x="673766" y="215452"/>
                  </a:lnTo>
                  <a:lnTo>
                    <a:pt x="675383" y="218910"/>
                  </a:lnTo>
                  <a:lnTo>
                    <a:pt x="675831" y="223444"/>
                  </a:lnTo>
                  <a:lnTo>
                    <a:pt x="675927" y="226322"/>
                  </a:lnTo>
                  <a:lnTo>
                    <a:pt x="675744" y="227306"/>
                  </a:lnTo>
                  <a:lnTo>
                    <a:pt x="675274" y="227104"/>
                  </a:lnTo>
                  <a:lnTo>
                    <a:pt x="674376" y="227301"/>
                  </a:lnTo>
                  <a:lnTo>
                    <a:pt x="670117" y="228791"/>
                  </a:lnTo>
                  <a:lnTo>
                    <a:pt x="669171" y="230104"/>
                  </a:lnTo>
                  <a:lnTo>
                    <a:pt x="667002" y="231529"/>
                  </a:lnTo>
                  <a:lnTo>
                    <a:pt x="666867" y="230818"/>
                  </a:lnTo>
                  <a:lnTo>
                    <a:pt x="667023" y="229346"/>
                  </a:lnTo>
                  <a:lnTo>
                    <a:pt x="666887" y="226332"/>
                  </a:lnTo>
                  <a:lnTo>
                    <a:pt x="666459" y="226192"/>
                  </a:lnTo>
                  <a:lnTo>
                    <a:pt x="663089" y="231107"/>
                  </a:lnTo>
                  <a:lnTo>
                    <a:pt x="661786" y="231415"/>
                  </a:lnTo>
                  <a:lnTo>
                    <a:pt x="660691" y="232854"/>
                  </a:lnTo>
                  <a:lnTo>
                    <a:pt x="660446" y="232056"/>
                  </a:lnTo>
                  <a:lnTo>
                    <a:pt x="660250" y="228371"/>
                  </a:lnTo>
                  <a:lnTo>
                    <a:pt x="660935" y="225281"/>
                  </a:lnTo>
                  <a:lnTo>
                    <a:pt x="660570" y="225330"/>
                  </a:lnTo>
                  <a:lnTo>
                    <a:pt x="659426" y="227185"/>
                  </a:lnTo>
                  <a:lnTo>
                    <a:pt x="658936" y="226044"/>
                  </a:lnTo>
                  <a:lnTo>
                    <a:pt x="658691" y="224791"/>
                  </a:lnTo>
                  <a:lnTo>
                    <a:pt x="658339" y="224083"/>
                  </a:lnTo>
                  <a:lnTo>
                    <a:pt x="657957" y="223815"/>
                  </a:lnTo>
                  <a:lnTo>
                    <a:pt x="658283" y="226550"/>
                  </a:lnTo>
                  <a:lnTo>
                    <a:pt x="657507" y="228602"/>
                  </a:lnTo>
                  <a:lnTo>
                    <a:pt x="657294" y="233909"/>
                  </a:lnTo>
                  <a:lnTo>
                    <a:pt x="656319" y="236118"/>
                  </a:lnTo>
                  <a:lnTo>
                    <a:pt x="653278" y="237537"/>
                  </a:lnTo>
                  <a:lnTo>
                    <a:pt x="651296" y="237237"/>
                  </a:lnTo>
                  <a:lnTo>
                    <a:pt x="649519" y="237679"/>
                  </a:lnTo>
                  <a:lnTo>
                    <a:pt x="647157" y="238697"/>
                  </a:lnTo>
                  <a:lnTo>
                    <a:pt x="645852" y="238091"/>
                  </a:lnTo>
                  <a:lnTo>
                    <a:pt x="644515" y="239166"/>
                  </a:lnTo>
                  <a:lnTo>
                    <a:pt x="639977" y="239459"/>
                  </a:lnTo>
                  <a:lnTo>
                    <a:pt x="639020" y="238889"/>
                  </a:lnTo>
                  <a:lnTo>
                    <a:pt x="637798" y="240919"/>
                  </a:lnTo>
                  <a:lnTo>
                    <a:pt x="635842" y="242120"/>
                  </a:lnTo>
                  <a:lnTo>
                    <a:pt x="630897" y="246669"/>
                  </a:lnTo>
                  <a:lnTo>
                    <a:pt x="629806" y="248324"/>
                  </a:lnTo>
                  <a:lnTo>
                    <a:pt x="628478" y="250908"/>
                  </a:lnTo>
                  <a:lnTo>
                    <a:pt x="627587" y="252297"/>
                  </a:lnTo>
                  <a:lnTo>
                    <a:pt x="626853" y="252749"/>
                  </a:lnTo>
                  <a:lnTo>
                    <a:pt x="626403" y="253906"/>
                  </a:lnTo>
                  <a:lnTo>
                    <a:pt x="625910" y="254662"/>
                  </a:lnTo>
                  <a:lnTo>
                    <a:pt x="626386" y="252080"/>
                  </a:lnTo>
                  <a:lnTo>
                    <a:pt x="626902" y="249902"/>
                  </a:lnTo>
                  <a:lnTo>
                    <a:pt x="627331" y="245685"/>
                  </a:lnTo>
                  <a:lnTo>
                    <a:pt x="627205" y="242274"/>
                  </a:lnTo>
                  <a:lnTo>
                    <a:pt x="626673" y="240872"/>
                  </a:lnTo>
                  <a:lnTo>
                    <a:pt x="626122" y="239937"/>
                  </a:lnTo>
                  <a:lnTo>
                    <a:pt x="626767" y="243303"/>
                  </a:lnTo>
                  <a:lnTo>
                    <a:pt x="626871" y="247431"/>
                  </a:lnTo>
                  <a:lnTo>
                    <a:pt x="626650" y="249849"/>
                  </a:lnTo>
                  <a:lnTo>
                    <a:pt x="625437" y="254514"/>
                  </a:lnTo>
                  <a:lnTo>
                    <a:pt x="624920" y="255600"/>
                  </a:lnTo>
                  <a:lnTo>
                    <a:pt x="624317" y="256555"/>
                  </a:lnTo>
                  <a:lnTo>
                    <a:pt x="623862" y="256971"/>
                  </a:lnTo>
                  <a:lnTo>
                    <a:pt x="623442" y="257717"/>
                  </a:lnTo>
                  <a:lnTo>
                    <a:pt x="622954" y="258898"/>
                  </a:lnTo>
                  <a:lnTo>
                    <a:pt x="622491" y="261244"/>
                  </a:lnTo>
                  <a:lnTo>
                    <a:pt x="622771" y="263383"/>
                  </a:lnTo>
                  <a:lnTo>
                    <a:pt x="625136" y="264163"/>
                  </a:lnTo>
                  <a:lnTo>
                    <a:pt x="625771" y="263504"/>
                  </a:lnTo>
                  <a:lnTo>
                    <a:pt x="626094" y="265035"/>
                  </a:lnTo>
                  <a:lnTo>
                    <a:pt x="626274" y="267161"/>
                  </a:lnTo>
                  <a:lnTo>
                    <a:pt x="626097" y="269461"/>
                  </a:lnTo>
                  <a:lnTo>
                    <a:pt x="625702" y="271802"/>
                  </a:lnTo>
                  <a:lnTo>
                    <a:pt x="625402" y="274707"/>
                  </a:lnTo>
                  <a:lnTo>
                    <a:pt x="625148" y="279138"/>
                  </a:lnTo>
                  <a:lnTo>
                    <a:pt x="624765" y="283125"/>
                  </a:lnTo>
                  <a:lnTo>
                    <a:pt x="624715" y="281914"/>
                  </a:lnTo>
                  <a:lnTo>
                    <a:pt x="624954" y="277068"/>
                  </a:lnTo>
                  <a:lnTo>
                    <a:pt x="624567" y="277574"/>
                  </a:lnTo>
                  <a:lnTo>
                    <a:pt x="624300" y="278693"/>
                  </a:lnTo>
                  <a:lnTo>
                    <a:pt x="623578" y="284943"/>
                  </a:lnTo>
                  <a:lnTo>
                    <a:pt x="622586" y="288274"/>
                  </a:lnTo>
                  <a:lnTo>
                    <a:pt x="621672" y="290578"/>
                  </a:lnTo>
                  <a:lnTo>
                    <a:pt x="620729" y="290198"/>
                  </a:lnTo>
                  <a:lnTo>
                    <a:pt x="620941" y="292029"/>
                  </a:lnTo>
                  <a:lnTo>
                    <a:pt x="620682" y="292982"/>
                  </a:lnTo>
                  <a:lnTo>
                    <a:pt x="620460" y="294972"/>
                  </a:lnTo>
                  <a:lnTo>
                    <a:pt x="619898" y="296291"/>
                  </a:lnTo>
                  <a:lnTo>
                    <a:pt x="619369" y="296164"/>
                  </a:lnTo>
                  <a:lnTo>
                    <a:pt x="618610" y="297073"/>
                  </a:lnTo>
                  <a:lnTo>
                    <a:pt x="618311" y="297768"/>
                  </a:lnTo>
                  <a:lnTo>
                    <a:pt x="618288" y="299100"/>
                  </a:lnTo>
                  <a:lnTo>
                    <a:pt x="617780" y="300271"/>
                  </a:lnTo>
                  <a:lnTo>
                    <a:pt x="615947" y="306357"/>
                  </a:lnTo>
                  <a:lnTo>
                    <a:pt x="614356" y="308153"/>
                  </a:lnTo>
                  <a:lnTo>
                    <a:pt x="613975" y="307892"/>
                  </a:lnTo>
                  <a:lnTo>
                    <a:pt x="614395" y="305020"/>
                  </a:lnTo>
                  <a:lnTo>
                    <a:pt x="614682" y="302115"/>
                  </a:lnTo>
                  <a:lnTo>
                    <a:pt x="613716" y="300851"/>
                  </a:lnTo>
                  <a:lnTo>
                    <a:pt x="612792" y="300183"/>
                  </a:lnTo>
                  <a:lnTo>
                    <a:pt x="611732" y="300271"/>
                  </a:lnTo>
                  <a:lnTo>
                    <a:pt x="610560" y="298013"/>
                  </a:lnTo>
                  <a:lnTo>
                    <a:pt x="609050" y="296371"/>
                  </a:lnTo>
                  <a:lnTo>
                    <a:pt x="606943" y="291929"/>
                  </a:lnTo>
                  <a:lnTo>
                    <a:pt x="607004" y="290697"/>
                  </a:lnTo>
                  <a:lnTo>
                    <a:pt x="606951" y="288629"/>
                  </a:lnTo>
                  <a:lnTo>
                    <a:pt x="607592" y="285363"/>
                  </a:lnTo>
                  <a:lnTo>
                    <a:pt x="608206" y="283079"/>
                  </a:lnTo>
                  <a:lnTo>
                    <a:pt x="609053" y="281896"/>
                  </a:lnTo>
                  <a:lnTo>
                    <a:pt x="611514" y="280691"/>
                  </a:lnTo>
                  <a:lnTo>
                    <a:pt x="612130" y="278879"/>
                  </a:lnTo>
                  <a:lnTo>
                    <a:pt x="612496" y="277352"/>
                  </a:lnTo>
                  <a:lnTo>
                    <a:pt x="611277" y="279974"/>
                  </a:lnTo>
                  <a:lnTo>
                    <a:pt x="609452" y="280863"/>
                  </a:lnTo>
                  <a:lnTo>
                    <a:pt x="608468" y="281841"/>
                  </a:lnTo>
                  <a:lnTo>
                    <a:pt x="607681" y="283337"/>
                  </a:lnTo>
                  <a:lnTo>
                    <a:pt x="607215" y="285215"/>
                  </a:lnTo>
                  <a:lnTo>
                    <a:pt x="606161" y="287479"/>
                  </a:lnTo>
                  <a:lnTo>
                    <a:pt x="606235" y="288996"/>
                  </a:lnTo>
                  <a:lnTo>
                    <a:pt x="606411" y="290073"/>
                  </a:lnTo>
                  <a:lnTo>
                    <a:pt x="606330" y="292320"/>
                  </a:lnTo>
                  <a:lnTo>
                    <a:pt x="606997" y="294510"/>
                  </a:lnTo>
                  <a:lnTo>
                    <a:pt x="608320" y="298099"/>
                  </a:lnTo>
                  <a:lnTo>
                    <a:pt x="608572" y="303672"/>
                  </a:lnTo>
                  <a:lnTo>
                    <a:pt x="609581" y="307402"/>
                  </a:lnTo>
                  <a:lnTo>
                    <a:pt x="611128" y="311751"/>
                  </a:lnTo>
                  <a:lnTo>
                    <a:pt x="612317" y="312987"/>
                  </a:lnTo>
                  <a:lnTo>
                    <a:pt x="612375" y="314604"/>
                  </a:lnTo>
                  <a:lnTo>
                    <a:pt x="611826" y="317275"/>
                  </a:lnTo>
                  <a:lnTo>
                    <a:pt x="611103" y="318496"/>
                  </a:lnTo>
                  <a:lnTo>
                    <a:pt x="612044" y="318252"/>
                  </a:lnTo>
                  <a:lnTo>
                    <a:pt x="612512" y="318862"/>
                  </a:lnTo>
                  <a:lnTo>
                    <a:pt x="612969" y="321090"/>
                  </a:lnTo>
                  <a:lnTo>
                    <a:pt x="612933" y="323364"/>
                  </a:lnTo>
                  <a:lnTo>
                    <a:pt x="612779" y="324645"/>
                  </a:lnTo>
                  <a:lnTo>
                    <a:pt x="612494" y="325156"/>
                  </a:lnTo>
                  <a:lnTo>
                    <a:pt x="612506" y="323847"/>
                  </a:lnTo>
                  <a:lnTo>
                    <a:pt x="612304" y="323393"/>
                  </a:lnTo>
                  <a:lnTo>
                    <a:pt x="611971" y="323960"/>
                  </a:lnTo>
                  <a:lnTo>
                    <a:pt x="611755" y="324606"/>
                  </a:lnTo>
                  <a:lnTo>
                    <a:pt x="611665" y="327153"/>
                  </a:lnTo>
                  <a:lnTo>
                    <a:pt x="611437" y="328425"/>
                  </a:lnTo>
                  <a:lnTo>
                    <a:pt x="610630" y="328803"/>
                  </a:lnTo>
                  <a:lnTo>
                    <a:pt x="609811" y="332145"/>
                  </a:lnTo>
                  <a:lnTo>
                    <a:pt x="609049" y="334041"/>
                  </a:lnTo>
                  <a:lnTo>
                    <a:pt x="606052" y="346860"/>
                  </a:lnTo>
                  <a:lnTo>
                    <a:pt x="606167" y="349003"/>
                  </a:lnTo>
                  <a:lnTo>
                    <a:pt x="605618" y="349692"/>
                  </a:lnTo>
                  <a:lnTo>
                    <a:pt x="604788" y="350254"/>
                  </a:lnTo>
                  <a:lnTo>
                    <a:pt x="603948" y="351535"/>
                  </a:lnTo>
                  <a:lnTo>
                    <a:pt x="603391" y="352948"/>
                  </a:lnTo>
                  <a:lnTo>
                    <a:pt x="602873" y="356746"/>
                  </a:lnTo>
                  <a:lnTo>
                    <a:pt x="601881" y="361023"/>
                  </a:lnTo>
                  <a:lnTo>
                    <a:pt x="601263" y="359241"/>
                  </a:lnTo>
                  <a:lnTo>
                    <a:pt x="601104" y="357716"/>
                  </a:lnTo>
                  <a:lnTo>
                    <a:pt x="601380" y="353738"/>
                  </a:lnTo>
                  <a:lnTo>
                    <a:pt x="602452" y="347217"/>
                  </a:lnTo>
                  <a:lnTo>
                    <a:pt x="603634" y="343162"/>
                  </a:lnTo>
                  <a:lnTo>
                    <a:pt x="604535" y="341240"/>
                  </a:lnTo>
                  <a:lnTo>
                    <a:pt x="605276" y="337323"/>
                  </a:lnTo>
                  <a:lnTo>
                    <a:pt x="604340" y="336739"/>
                  </a:lnTo>
                  <a:lnTo>
                    <a:pt x="602912" y="336802"/>
                  </a:lnTo>
                  <a:lnTo>
                    <a:pt x="603181" y="334994"/>
                  </a:lnTo>
                  <a:lnTo>
                    <a:pt x="603597" y="333402"/>
                  </a:lnTo>
                  <a:lnTo>
                    <a:pt x="602853" y="331814"/>
                  </a:lnTo>
                  <a:lnTo>
                    <a:pt x="602413" y="331612"/>
                  </a:lnTo>
                  <a:lnTo>
                    <a:pt x="601959" y="330962"/>
                  </a:lnTo>
                  <a:lnTo>
                    <a:pt x="602491" y="329640"/>
                  </a:lnTo>
                  <a:lnTo>
                    <a:pt x="602751" y="328243"/>
                  </a:lnTo>
                  <a:lnTo>
                    <a:pt x="602592" y="326544"/>
                  </a:lnTo>
                  <a:lnTo>
                    <a:pt x="602815" y="325264"/>
                  </a:lnTo>
                  <a:lnTo>
                    <a:pt x="602444" y="325457"/>
                  </a:lnTo>
                  <a:lnTo>
                    <a:pt x="601846" y="326812"/>
                  </a:lnTo>
                  <a:lnTo>
                    <a:pt x="601474" y="327353"/>
                  </a:lnTo>
                  <a:lnTo>
                    <a:pt x="601248" y="326154"/>
                  </a:lnTo>
                  <a:lnTo>
                    <a:pt x="600989" y="326425"/>
                  </a:lnTo>
                  <a:lnTo>
                    <a:pt x="600821" y="327249"/>
                  </a:lnTo>
                  <a:lnTo>
                    <a:pt x="600440" y="327702"/>
                  </a:lnTo>
                  <a:lnTo>
                    <a:pt x="599634" y="326575"/>
                  </a:lnTo>
                  <a:lnTo>
                    <a:pt x="598460" y="325286"/>
                  </a:lnTo>
                  <a:lnTo>
                    <a:pt x="597806" y="323067"/>
                  </a:lnTo>
                  <a:lnTo>
                    <a:pt x="597433" y="321347"/>
                  </a:lnTo>
                  <a:lnTo>
                    <a:pt x="597812" y="318235"/>
                  </a:lnTo>
                  <a:lnTo>
                    <a:pt x="598624" y="317682"/>
                  </a:lnTo>
                  <a:lnTo>
                    <a:pt x="599678" y="318187"/>
                  </a:lnTo>
                  <a:lnTo>
                    <a:pt x="601060" y="318183"/>
                  </a:lnTo>
                  <a:lnTo>
                    <a:pt x="600863" y="317491"/>
                  </a:lnTo>
                  <a:lnTo>
                    <a:pt x="600369" y="317606"/>
                  </a:lnTo>
                  <a:lnTo>
                    <a:pt x="598912" y="315081"/>
                  </a:lnTo>
                  <a:lnTo>
                    <a:pt x="598443" y="313555"/>
                  </a:lnTo>
                  <a:lnTo>
                    <a:pt x="597637" y="313137"/>
                  </a:lnTo>
                  <a:lnTo>
                    <a:pt x="597270" y="314603"/>
                  </a:lnTo>
                  <a:lnTo>
                    <a:pt x="596862" y="314993"/>
                  </a:lnTo>
                  <a:lnTo>
                    <a:pt x="597365" y="311785"/>
                  </a:lnTo>
                  <a:lnTo>
                    <a:pt x="598024" y="311654"/>
                  </a:lnTo>
                  <a:lnTo>
                    <a:pt x="598997" y="310765"/>
                  </a:lnTo>
                  <a:lnTo>
                    <a:pt x="598714" y="308908"/>
                  </a:lnTo>
                  <a:lnTo>
                    <a:pt x="598100" y="308096"/>
                  </a:lnTo>
                  <a:lnTo>
                    <a:pt x="596991" y="309114"/>
                  </a:lnTo>
                  <a:lnTo>
                    <a:pt x="597005" y="307809"/>
                  </a:lnTo>
                  <a:lnTo>
                    <a:pt x="597212" y="306136"/>
                  </a:lnTo>
                  <a:lnTo>
                    <a:pt x="598048" y="306142"/>
                  </a:lnTo>
                  <a:lnTo>
                    <a:pt x="598780" y="306688"/>
                  </a:lnTo>
                  <a:lnTo>
                    <a:pt x="599403" y="303987"/>
                  </a:lnTo>
                  <a:lnTo>
                    <a:pt x="599431" y="302781"/>
                  </a:lnTo>
                  <a:lnTo>
                    <a:pt x="598396" y="304533"/>
                  </a:lnTo>
                  <a:lnTo>
                    <a:pt x="598163" y="300752"/>
                  </a:lnTo>
                  <a:lnTo>
                    <a:pt x="599182" y="297104"/>
                  </a:lnTo>
                  <a:lnTo>
                    <a:pt x="600154" y="295514"/>
                  </a:lnTo>
                  <a:lnTo>
                    <a:pt x="601368" y="295561"/>
                  </a:lnTo>
                  <a:lnTo>
                    <a:pt x="602602" y="295304"/>
                  </a:lnTo>
                  <a:lnTo>
                    <a:pt x="601828" y="294636"/>
                  </a:lnTo>
                  <a:lnTo>
                    <a:pt x="601033" y="294274"/>
                  </a:lnTo>
                  <a:lnTo>
                    <a:pt x="601630" y="292832"/>
                  </a:lnTo>
                  <a:lnTo>
                    <a:pt x="602139" y="292574"/>
                  </a:lnTo>
                  <a:lnTo>
                    <a:pt x="602639" y="291317"/>
                  </a:lnTo>
                  <a:lnTo>
                    <a:pt x="601437" y="291503"/>
                  </a:lnTo>
                  <a:lnTo>
                    <a:pt x="601578" y="289126"/>
                  </a:lnTo>
                  <a:lnTo>
                    <a:pt x="600994" y="289609"/>
                  </a:lnTo>
                  <a:lnTo>
                    <a:pt x="600294" y="289833"/>
                  </a:lnTo>
                  <a:lnTo>
                    <a:pt x="600022" y="290841"/>
                  </a:lnTo>
                  <a:lnTo>
                    <a:pt x="600076" y="292516"/>
                  </a:lnTo>
                  <a:lnTo>
                    <a:pt x="599871" y="293616"/>
                  </a:lnTo>
                  <a:lnTo>
                    <a:pt x="599327" y="294499"/>
                  </a:lnTo>
                  <a:lnTo>
                    <a:pt x="598408" y="295187"/>
                  </a:lnTo>
                  <a:lnTo>
                    <a:pt x="598319" y="293994"/>
                  </a:lnTo>
                  <a:lnTo>
                    <a:pt x="598016" y="293453"/>
                  </a:lnTo>
                  <a:lnTo>
                    <a:pt x="597902" y="296008"/>
                  </a:lnTo>
                  <a:lnTo>
                    <a:pt x="597661" y="296876"/>
                  </a:lnTo>
                  <a:lnTo>
                    <a:pt x="596990" y="294478"/>
                  </a:lnTo>
                  <a:lnTo>
                    <a:pt x="596788" y="294962"/>
                  </a:lnTo>
                  <a:lnTo>
                    <a:pt x="596814" y="295643"/>
                  </a:lnTo>
                  <a:lnTo>
                    <a:pt x="596642" y="296820"/>
                  </a:lnTo>
                  <a:lnTo>
                    <a:pt x="596066" y="297433"/>
                  </a:lnTo>
                  <a:lnTo>
                    <a:pt x="596101" y="298943"/>
                  </a:lnTo>
                  <a:lnTo>
                    <a:pt x="595878" y="299765"/>
                  </a:lnTo>
                  <a:lnTo>
                    <a:pt x="594033" y="298455"/>
                  </a:lnTo>
                  <a:lnTo>
                    <a:pt x="593989" y="298899"/>
                  </a:lnTo>
                  <a:lnTo>
                    <a:pt x="595033" y="301724"/>
                  </a:lnTo>
                  <a:lnTo>
                    <a:pt x="595795" y="302690"/>
                  </a:lnTo>
                  <a:lnTo>
                    <a:pt x="595888" y="304231"/>
                  </a:lnTo>
                  <a:lnTo>
                    <a:pt x="595234" y="305509"/>
                  </a:lnTo>
                  <a:lnTo>
                    <a:pt x="594331" y="304405"/>
                  </a:lnTo>
                  <a:lnTo>
                    <a:pt x="594179" y="304486"/>
                  </a:lnTo>
                  <a:lnTo>
                    <a:pt x="594670" y="306379"/>
                  </a:lnTo>
                  <a:lnTo>
                    <a:pt x="594979" y="308032"/>
                  </a:lnTo>
                  <a:lnTo>
                    <a:pt x="594661" y="309417"/>
                  </a:lnTo>
                  <a:lnTo>
                    <a:pt x="594710" y="311123"/>
                  </a:lnTo>
                  <a:lnTo>
                    <a:pt x="594641" y="312670"/>
                  </a:lnTo>
                  <a:lnTo>
                    <a:pt x="594447" y="314019"/>
                  </a:lnTo>
                  <a:lnTo>
                    <a:pt x="594886" y="320237"/>
                  </a:lnTo>
                  <a:lnTo>
                    <a:pt x="595414" y="321928"/>
                  </a:lnTo>
                  <a:lnTo>
                    <a:pt x="595933" y="323546"/>
                  </a:lnTo>
                  <a:lnTo>
                    <a:pt x="596209" y="325059"/>
                  </a:lnTo>
                  <a:lnTo>
                    <a:pt x="595657" y="325280"/>
                  </a:lnTo>
                  <a:lnTo>
                    <a:pt x="594779" y="324035"/>
                  </a:lnTo>
                  <a:lnTo>
                    <a:pt x="594008" y="323085"/>
                  </a:lnTo>
                  <a:lnTo>
                    <a:pt x="593089" y="320050"/>
                  </a:lnTo>
                  <a:lnTo>
                    <a:pt x="592938" y="318838"/>
                  </a:lnTo>
                  <a:lnTo>
                    <a:pt x="592713" y="317880"/>
                  </a:lnTo>
                  <a:lnTo>
                    <a:pt x="592822" y="320080"/>
                  </a:lnTo>
                  <a:lnTo>
                    <a:pt x="593150" y="322537"/>
                  </a:lnTo>
                  <a:lnTo>
                    <a:pt x="596027" y="328036"/>
                  </a:lnTo>
                  <a:lnTo>
                    <a:pt x="596559" y="330145"/>
                  </a:lnTo>
                  <a:lnTo>
                    <a:pt x="596964" y="331803"/>
                  </a:lnTo>
                  <a:lnTo>
                    <a:pt x="596862" y="333391"/>
                  </a:lnTo>
                  <a:lnTo>
                    <a:pt x="596112" y="332267"/>
                  </a:lnTo>
                  <a:lnTo>
                    <a:pt x="595465" y="330835"/>
                  </a:lnTo>
                  <a:lnTo>
                    <a:pt x="593747" y="329216"/>
                  </a:lnTo>
                  <a:lnTo>
                    <a:pt x="591581" y="328193"/>
                  </a:lnTo>
                  <a:lnTo>
                    <a:pt x="590359" y="324430"/>
                  </a:lnTo>
                  <a:lnTo>
                    <a:pt x="590363" y="326000"/>
                  </a:lnTo>
                  <a:lnTo>
                    <a:pt x="590092" y="327332"/>
                  </a:lnTo>
                  <a:lnTo>
                    <a:pt x="589346" y="325708"/>
                  </a:lnTo>
                  <a:lnTo>
                    <a:pt x="588875" y="324323"/>
                  </a:lnTo>
                  <a:lnTo>
                    <a:pt x="588717" y="322805"/>
                  </a:lnTo>
                  <a:lnTo>
                    <a:pt x="587785" y="322909"/>
                  </a:lnTo>
                  <a:lnTo>
                    <a:pt x="586808" y="324228"/>
                  </a:lnTo>
                  <a:lnTo>
                    <a:pt x="585863" y="323915"/>
                  </a:lnTo>
                  <a:lnTo>
                    <a:pt x="585751" y="321341"/>
                  </a:lnTo>
                  <a:lnTo>
                    <a:pt x="586006" y="319977"/>
                  </a:lnTo>
                  <a:lnTo>
                    <a:pt x="587067" y="316753"/>
                  </a:lnTo>
                  <a:lnTo>
                    <a:pt x="588067" y="315107"/>
                  </a:lnTo>
                  <a:lnTo>
                    <a:pt x="588508" y="312981"/>
                  </a:lnTo>
                  <a:lnTo>
                    <a:pt x="588357" y="309686"/>
                  </a:lnTo>
                  <a:lnTo>
                    <a:pt x="588169" y="313039"/>
                  </a:lnTo>
                  <a:lnTo>
                    <a:pt x="587598" y="314701"/>
                  </a:lnTo>
                  <a:lnTo>
                    <a:pt x="586700" y="315971"/>
                  </a:lnTo>
                  <a:lnTo>
                    <a:pt x="585519" y="318233"/>
                  </a:lnTo>
                  <a:lnTo>
                    <a:pt x="585230" y="320325"/>
                  </a:lnTo>
                  <a:lnTo>
                    <a:pt x="584861" y="324242"/>
                  </a:lnTo>
                  <a:lnTo>
                    <a:pt x="585360" y="325568"/>
                  </a:lnTo>
                  <a:lnTo>
                    <a:pt x="585870" y="325915"/>
                  </a:lnTo>
                  <a:lnTo>
                    <a:pt x="587376" y="325026"/>
                  </a:lnTo>
                  <a:lnTo>
                    <a:pt x="588155" y="325423"/>
                  </a:lnTo>
                  <a:lnTo>
                    <a:pt x="589887" y="330139"/>
                  </a:lnTo>
                  <a:lnTo>
                    <a:pt x="593114" y="332005"/>
                  </a:lnTo>
                  <a:lnTo>
                    <a:pt x="594291" y="333171"/>
                  </a:lnTo>
                  <a:lnTo>
                    <a:pt x="595250" y="335632"/>
                  </a:lnTo>
                  <a:lnTo>
                    <a:pt x="596692" y="337049"/>
                  </a:lnTo>
                  <a:lnTo>
                    <a:pt x="597811" y="339108"/>
                  </a:lnTo>
                  <a:lnTo>
                    <a:pt x="597841" y="340451"/>
                  </a:lnTo>
                  <a:lnTo>
                    <a:pt x="597453" y="342040"/>
                  </a:lnTo>
                  <a:lnTo>
                    <a:pt x="597300" y="344190"/>
                  </a:lnTo>
                  <a:lnTo>
                    <a:pt x="596825" y="345546"/>
                  </a:lnTo>
                  <a:lnTo>
                    <a:pt x="595684" y="345702"/>
                  </a:lnTo>
                  <a:lnTo>
                    <a:pt x="594994" y="345353"/>
                  </a:lnTo>
                  <a:lnTo>
                    <a:pt x="591289" y="337795"/>
                  </a:lnTo>
                  <a:lnTo>
                    <a:pt x="590847" y="337100"/>
                  </a:lnTo>
                  <a:lnTo>
                    <a:pt x="589472" y="333142"/>
                  </a:lnTo>
                  <a:lnTo>
                    <a:pt x="587860" y="331022"/>
                  </a:lnTo>
                  <a:lnTo>
                    <a:pt x="587361" y="331067"/>
                  </a:lnTo>
                  <a:lnTo>
                    <a:pt x="589656" y="334987"/>
                  </a:lnTo>
                  <a:lnTo>
                    <a:pt x="590593" y="337729"/>
                  </a:lnTo>
                  <a:lnTo>
                    <a:pt x="592243" y="341572"/>
                  </a:lnTo>
                  <a:lnTo>
                    <a:pt x="593423" y="343200"/>
                  </a:lnTo>
                  <a:lnTo>
                    <a:pt x="594291" y="345739"/>
                  </a:lnTo>
                  <a:lnTo>
                    <a:pt x="595098" y="346929"/>
                  </a:lnTo>
                  <a:lnTo>
                    <a:pt x="597301" y="348625"/>
                  </a:lnTo>
                  <a:lnTo>
                    <a:pt x="596535" y="349843"/>
                  </a:lnTo>
                  <a:lnTo>
                    <a:pt x="597758" y="350880"/>
                  </a:lnTo>
                  <a:lnTo>
                    <a:pt x="597932" y="352787"/>
                  </a:lnTo>
                  <a:lnTo>
                    <a:pt x="597820" y="354962"/>
                  </a:lnTo>
                  <a:lnTo>
                    <a:pt x="596124" y="354102"/>
                  </a:lnTo>
                  <a:lnTo>
                    <a:pt x="596068" y="355703"/>
                  </a:lnTo>
                  <a:lnTo>
                    <a:pt x="596220" y="356648"/>
                  </a:lnTo>
                  <a:lnTo>
                    <a:pt x="595471" y="357429"/>
                  </a:lnTo>
                  <a:lnTo>
                    <a:pt x="594428" y="356370"/>
                  </a:lnTo>
                  <a:lnTo>
                    <a:pt x="591722" y="350577"/>
                  </a:lnTo>
                  <a:lnTo>
                    <a:pt x="591744" y="351352"/>
                  </a:lnTo>
                  <a:lnTo>
                    <a:pt x="591964" y="352251"/>
                  </a:lnTo>
                  <a:lnTo>
                    <a:pt x="593533" y="355980"/>
                  </a:lnTo>
                  <a:lnTo>
                    <a:pt x="594934" y="358217"/>
                  </a:lnTo>
                  <a:lnTo>
                    <a:pt x="596122" y="359227"/>
                  </a:lnTo>
                  <a:lnTo>
                    <a:pt x="597037" y="361101"/>
                  </a:lnTo>
                  <a:lnTo>
                    <a:pt x="597360" y="362235"/>
                  </a:lnTo>
                  <a:lnTo>
                    <a:pt x="597576" y="363955"/>
                  </a:lnTo>
                  <a:lnTo>
                    <a:pt x="596897" y="365123"/>
                  </a:lnTo>
                  <a:lnTo>
                    <a:pt x="596125" y="365768"/>
                  </a:lnTo>
                  <a:lnTo>
                    <a:pt x="595371" y="364603"/>
                  </a:lnTo>
                  <a:lnTo>
                    <a:pt x="594817" y="363375"/>
                  </a:lnTo>
                  <a:lnTo>
                    <a:pt x="593639" y="361290"/>
                  </a:lnTo>
                  <a:lnTo>
                    <a:pt x="593286" y="358960"/>
                  </a:lnTo>
                  <a:lnTo>
                    <a:pt x="592390" y="359079"/>
                  </a:lnTo>
                  <a:lnTo>
                    <a:pt x="588646" y="356125"/>
                  </a:lnTo>
                  <a:lnTo>
                    <a:pt x="585636" y="355784"/>
                  </a:lnTo>
                  <a:lnTo>
                    <a:pt x="585930" y="356378"/>
                  </a:lnTo>
                  <a:lnTo>
                    <a:pt x="586311" y="356774"/>
                  </a:lnTo>
                  <a:lnTo>
                    <a:pt x="588708" y="357502"/>
                  </a:lnTo>
                  <a:lnTo>
                    <a:pt x="589655" y="358863"/>
                  </a:lnTo>
                  <a:lnTo>
                    <a:pt x="591626" y="360071"/>
                  </a:lnTo>
                  <a:lnTo>
                    <a:pt x="592781" y="360401"/>
                  </a:lnTo>
                  <a:lnTo>
                    <a:pt x="593249" y="364111"/>
                  </a:lnTo>
                  <a:lnTo>
                    <a:pt x="594845" y="366663"/>
                  </a:lnTo>
                  <a:lnTo>
                    <a:pt x="595052" y="368555"/>
                  </a:lnTo>
                  <a:lnTo>
                    <a:pt x="596141" y="368767"/>
                  </a:lnTo>
                  <a:lnTo>
                    <a:pt x="598058" y="366911"/>
                  </a:lnTo>
                  <a:lnTo>
                    <a:pt x="599295" y="367562"/>
                  </a:lnTo>
                  <a:lnTo>
                    <a:pt x="601079" y="368093"/>
                  </a:lnTo>
                  <a:lnTo>
                    <a:pt x="601487" y="369590"/>
                  </a:lnTo>
                  <a:lnTo>
                    <a:pt x="601793" y="372440"/>
                  </a:lnTo>
                  <a:lnTo>
                    <a:pt x="602424" y="375646"/>
                  </a:lnTo>
                  <a:lnTo>
                    <a:pt x="604060" y="388287"/>
                  </a:lnTo>
                  <a:lnTo>
                    <a:pt x="606517" y="398626"/>
                  </a:lnTo>
                  <a:lnTo>
                    <a:pt x="606820" y="400406"/>
                  </a:lnTo>
                  <a:lnTo>
                    <a:pt x="606249" y="398844"/>
                  </a:lnTo>
                  <a:lnTo>
                    <a:pt x="604425" y="391996"/>
                  </a:lnTo>
                  <a:lnTo>
                    <a:pt x="603419" y="387052"/>
                  </a:lnTo>
                  <a:lnTo>
                    <a:pt x="602385" y="378321"/>
                  </a:lnTo>
                  <a:lnTo>
                    <a:pt x="602085" y="376366"/>
                  </a:lnTo>
                  <a:lnTo>
                    <a:pt x="601732" y="375585"/>
                  </a:lnTo>
                  <a:lnTo>
                    <a:pt x="601499" y="376220"/>
                  </a:lnTo>
                  <a:lnTo>
                    <a:pt x="601399" y="377333"/>
                  </a:lnTo>
                  <a:lnTo>
                    <a:pt x="601568" y="378187"/>
                  </a:lnTo>
                  <a:lnTo>
                    <a:pt x="601161" y="381061"/>
                  </a:lnTo>
                  <a:lnTo>
                    <a:pt x="601337" y="382380"/>
                  </a:lnTo>
                  <a:lnTo>
                    <a:pt x="601999" y="383743"/>
                  </a:lnTo>
                  <a:lnTo>
                    <a:pt x="602718" y="387145"/>
                  </a:lnTo>
                  <a:lnTo>
                    <a:pt x="603292" y="391726"/>
                  </a:lnTo>
                  <a:lnTo>
                    <a:pt x="602515" y="389869"/>
                  </a:lnTo>
                  <a:lnTo>
                    <a:pt x="601686" y="388885"/>
                  </a:lnTo>
                  <a:lnTo>
                    <a:pt x="600396" y="388131"/>
                  </a:lnTo>
                  <a:lnTo>
                    <a:pt x="599247" y="386808"/>
                  </a:lnTo>
                  <a:lnTo>
                    <a:pt x="599331" y="388705"/>
                  </a:lnTo>
                  <a:lnTo>
                    <a:pt x="599221" y="390754"/>
                  </a:lnTo>
                  <a:lnTo>
                    <a:pt x="598335" y="390129"/>
                  </a:lnTo>
                  <a:lnTo>
                    <a:pt x="597732" y="389449"/>
                  </a:lnTo>
                  <a:lnTo>
                    <a:pt x="598266" y="391632"/>
                  </a:lnTo>
                  <a:lnTo>
                    <a:pt x="597108" y="390977"/>
                  </a:lnTo>
                  <a:lnTo>
                    <a:pt x="596337" y="391114"/>
                  </a:lnTo>
                  <a:lnTo>
                    <a:pt x="595836" y="393052"/>
                  </a:lnTo>
                  <a:lnTo>
                    <a:pt x="595163" y="394228"/>
                  </a:lnTo>
                  <a:lnTo>
                    <a:pt x="594169" y="394608"/>
                  </a:lnTo>
                  <a:lnTo>
                    <a:pt x="592694" y="392836"/>
                  </a:lnTo>
                  <a:lnTo>
                    <a:pt x="592216" y="390684"/>
                  </a:lnTo>
                  <a:lnTo>
                    <a:pt x="592019" y="388289"/>
                  </a:lnTo>
                  <a:lnTo>
                    <a:pt x="591940" y="391122"/>
                  </a:lnTo>
                  <a:lnTo>
                    <a:pt x="592202" y="394071"/>
                  </a:lnTo>
                  <a:lnTo>
                    <a:pt x="592110" y="396313"/>
                  </a:lnTo>
                  <a:lnTo>
                    <a:pt x="593530" y="396726"/>
                  </a:lnTo>
                  <a:lnTo>
                    <a:pt x="594858" y="396359"/>
                  </a:lnTo>
                  <a:lnTo>
                    <a:pt x="596650" y="396453"/>
                  </a:lnTo>
                  <a:lnTo>
                    <a:pt x="597819" y="396033"/>
                  </a:lnTo>
                  <a:lnTo>
                    <a:pt x="598523" y="395320"/>
                  </a:lnTo>
                  <a:lnTo>
                    <a:pt x="600211" y="395938"/>
                  </a:lnTo>
                  <a:lnTo>
                    <a:pt x="600331" y="398646"/>
                  </a:lnTo>
                  <a:lnTo>
                    <a:pt x="600138" y="401338"/>
                  </a:lnTo>
                  <a:lnTo>
                    <a:pt x="600040" y="404205"/>
                  </a:lnTo>
                  <a:lnTo>
                    <a:pt x="600508" y="404186"/>
                  </a:lnTo>
                  <a:lnTo>
                    <a:pt x="601057" y="403270"/>
                  </a:lnTo>
                  <a:lnTo>
                    <a:pt x="601332" y="398135"/>
                  </a:lnTo>
                  <a:lnTo>
                    <a:pt x="602874" y="396238"/>
                  </a:lnTo>
                  <a:lnTo>
                    <a:pt x="603391" y="396368"/>
                  </a:lnTo>
                  <a:lnTo>
                    <a:pt x="603882" y="398018"/>
                  </a:lnTo>
                  <a:lnTo>
                    <a:pt x="604048" y="399692"/>
                  </a:lnTo>
                  <a:lnTo>
                    <a:pt x="604222" y="401990"/>
                  </a:lnTo>
                  <a:lnTo>
                    <a:pt x="603861" y="405492"/>
                  </a:lnTo>
                  <a:lnTo>
                    <a:pt x="601492" y="409587"/>
                  </a:lnTo>
                  <a:lnTo>
                    <a:pt x="599794" y="413373"/>
                  </a:lnTo>
                  <a:lnTo>
                    <a:pt x="598927" y="414145"/>
                  </a:lnTo>
                  <a:lnTo>
                    <a:pt x="597675" y="413705"/>
                  </a:lnTo>
                  <a:lnTo>
                    <a:pt x="596256" y="412752"/>
                  </a:lnTo>
                  <a:lnTo>
                    <a:pt x="595560" y="412561"/>
                  </a:lnTo>
                  <a:lnTo>
                    <a:pt x="595031" y="412878"/>
                  </a:lnTo>
                  <a:lnTo>
                    <a:pt x="594709" y="411712"/>
                  </a:lnTo>
                  <a:lnTo>
                    <a:pt x="594501" y="409586"/>
                  </a:lnTo>
                  <a:lnTo>
                    <a:pt x="593949" y="408880"/>
                  </a:lnTo>
                  <a:lnTo>
                    <a:pt x="593532" y="408958"/>
                  </a:lnTo>
                  <a:lnTo>
                    <a:pt x="593247" y="411217"/>
                  </a:lnTo>
                  <a:lnTo>
                    <a:pt x="591923" y="411859"/>
                  </a:lnTo>
                  <a:lnTo>
                    <a:pt x="590123" y="410926"/>
                  </a:lnTo>
                  <a:lnTo>
                    <a:pt x="588238" y="409026"/>
                  </a:lnTo>
                  <a:lnTo>
                    <a:pt x="589047" y="411064"/>
                  </a:lnTo>
                  <a:lnTo>
                    <a:pt x="593724" y="414868"/>
                  </a:lnTo>
                  <a:lnTo>
                    <a:pt x="594250" y="415579"/>
                  </a:lnTo>
                  <a:lnTo>
                    <a:pt x="594742" y="416619"/>
                  </a:lnTo>
                  <a:lnTo>
                    <a:pt x="594088" y="418251"/>
                  </a:lnTo>
                  <a:lnTo>
                    <a:pt x="593575" y="420089"/>
                  </a:lnTo>
                  <a:lnTo>
                    <a:pt x="593503" y="421532"/>
                  </a:lnTo>
                  <a:lnTo>
                    <a:pt x="593322" y="422443"/>
                  </a:lnTo>
                  <a:lnTo>
                    <a:pt x="591457" y="424895"/>
                  </a:lnTo>
                  <a:lnTo>
                    <a:pt x="590447" y="424463"/>
                  </a:lnTo>
                  <a:lnTo>
                    <a:pt x="587865" y="420040"/>
                  </a:lnTo>
                  <a:lnTo>
                    <a:pt x="589041" y="423865"/>
                  </a:lnTo>
                  <a:lnTo>
                    <a:pt x="589983" y="425488"/>
                  </a:lnTo>
                  <a:lnTo>
                    <a:pt x="591879" y="426354"/>
                  </a:lnTo>
                  <a:lnTo>
                    <a:pt x="595436" y="424924"/>
                  </a:lnTo>
                  <a:lnTo>
                    <a:pt x="596602" y="426485"/>
                  </a:lnTo>
                  <a:lnTo>
                    <a:pt x="595645" y="429251"/>
                  </a:lnTo>
                  <a:lnTo>
                    <a:pt x="594693" y="431192"/>
                  </a:lnTo>
                  <a:lnTo>
                    <a:pt x="593445" y="431408"/>
                  </a:lnTo>
                  <a:lnTo>
                    <a:pt x="592346" y="431933"/>
                  </a:lnTo>
                  <a:lnTo>
                    <a:pt x="592024" y="433268"/>
                  </a:lnTo>
                  <a:lnTo>
                    <a:pt x="591241" y="433352"/>
                  </a:lnTo>
                  <a:lnTo>
                    <a:pt x="590016" y="433431"/>
                  </a:lnTo>
                  <a:lnTo>
                    <a:pt x="588121" y="433552"/>
                  </a:lnTo>
                  <a:lnTo>
                    <a:pt x="587080" y="433241"/>
                  </a:lnTo>
                  <a:lnTo>
                    <a:pt x="585625" y="435968"/>
                  </a:lnTo>
                  <a:lnTo>
                    <a:pt x="585076" y="436343"/>
                  </a:lnTo>
                  <a:lnTo>
                    <a:pt x="584309" y="435830"/>
                  </a:lnTo>
                  <a:lnTo>
                    <a:pt x="583987" y="433640"/>
                  </a:lnTo>
                  <a:lnTo>
                    <a:pt x="583645" y="432564"/>
                  </a:lnTo>
                  <a:lnTo>
                    <a:pt x="583636" y="436662"/>
                  </a:lnTo>
                  <a:lnTo>
                    <a:pt x="583771" y="437765"/>
                  </a:lnTo>
                  <a:lnTo>
                    <a:pt x="584045" y="438598"/>
                  </a:lnTo>
                  <a:lnTo>
                    <a:pt x="582344" y="440821"/>
                  </a:lnTo>
                  <a:lnTo>
                    <a:pt x="580715" y="443594"/>
                  </a:lnTo>
                  <a:lnTo>
                    <a:pt x="580131" y="444349"/>
                  </a:lnTo>
                  <a:lnTo>
                    <a:pt x="579468" y="445738"/>
                  </a:lnTo>
                  <a:lnTo>
                    <a:pt x="578109" y="449751"/>
                  </a:lnTo>
                  <a:lnTo>
                    <a:pt x="577774" y="452677"/>
                  </a:lnTo>
                  <a:lnTo>
                    <a:pt x="577283" y="455939"/>
                  </a:lnTo>
                  <a:lnTo>
                    <a:pt x="577221" y="454470"/>
                  </a:lnTo>
                  <a:lnTo>
                    <a:pt x="577305" y="451997"/>
                  </a:lnTo>
                  <a:lnTo>
                    <a:pt x="576969" y="449165"/>
                  </a:lnTo>
                  <a:lnTo>
                    <a:pt x="576755" y="454353"/>
                  </a:lnTo>
                  <a:lnTo>
                    <a:pt x="576228" y="456764"/>
                  </a:lnTo>
                  <a:lnTo>
                    <a:pt x="571384" y="456594"/>
                  </a:lnTo>
                  <a:lnTo>
                    <a:pt x="569264" y="457904"/>
                  </a:lnTo>
                  <a:lnTo>
                    <a:pt x="566009" y="462312"/>
                  </a:lnTo>
                  <a:lnTo>
                    <a:pt x="565035" y="464244"/>
                  </a:lnTo>
                  <a:lnTo>
                    <a:pt x="562347" y="471713"/>
                  </a:lnTo>
                  <a:lnTo>
                    <a:pt x="561661" y="476494"/>
                  </a:lnTo>
                  <a:lnTo>
                    <a:pt x="561111" y="474484"/>
                  </a:lnTo>
                  <a:lnTo>
                    <a:pt x="561247" y="472976"/>
                  </a:lnTo>
                  <a:lnTo>
                    <a:pt x="561258" y="471744"/>
                  </a:lnTo>
                  <a:lnTo>
                    <a:pt x="560580" y="474387"/>
                  </a:lnTo>
                  <a:lnTo>
                    <a:pt x="561223" y="478237"/>
                  </a:lnTo>
                  <a:lnTo>
                    <a:pt x="560646" y="479707"/>
                  </a:lnTo>
                  <a:lnTo>
                    <a:pt x="558870" y="482451"/>
                  </a:lnTo>
                  <a:lnTo>
                    <a:pt x="557899" y="482901"/>
                  </a:lnTo>
                  <a:lnTo>
                    <a:pt x="556807" y="483682"/>
                  </a:lnTo>
                  <a:lnTo>
                    <a:pt x="556464" y="486389"/>
                  </a:lnTo>
                  <a:lnTo>
                    <a:pt x="554982" y="488885"/>
                  </a:lnTo>
                  <a:lnTo>
                    <a:pt x="554119" y="489990"/>
                  </a:lnTo>
                  <a:lnTo>
                    <a:pt x="552538" y="489320"/>
                  </a:lnTo>
                  <a:lnTo>
                    <a:pt x="553025" y="491724"/>
                  </a:lnTo>
                  <a:lnTo>
                    <a:pt x="552444" y="493544"/>
                  </a:lnTo>
                  <a:lnTo>
                    <a:pt x="551444" y="494939"/>
                  </a:lnTo>
                  <a:lnTo>
                    <a:pt x="550200" y="495849"/>
                  </a:lnTo>
                  <a:lnTo>
                    <a:pt x="549487" y="495738"/>
                  </a:lnTo>
                  <a:lnTo>
                    <a:pt x="548878" y="496221"/>
                  </a:lnTo>
                  <a:lnTo>
                    <a:pt x="548401" y="497379"/>
                  </a:lnTo>
                  <a:lnTo>
                    <a:pt x="547235" y="498461"/>
                  </a:lnTo>
                  <a:lnTo>
                    <a:pt x="546024" y="497852"/>
                  </a:lnTo>
                  <a:lnTo>
                    <a:pt x="544651" y="497487"/>
                  </a:lnTo>
                  <a:lnTo>
                    <a:pt x="543887" y="498136"/>
                  </a:lnTo>
                  <a:lnTo>
                    <a:pt x="545172" y="499209"/>
                  </a:lnTo>
                  <a:lnTo>
                    <a:pt x="545860" y="500765"/>
                  </a:lnTo>
                  <a:lnTo>
                    <a:pt x="545718" y="502861"/>
                  </a:lnTo>
                  <a:lnTo>
                    <a:pt x="545374" y="503671"/>
                  </a:lnTo>
                  <a:lnTo>
                    <a:pt x="544563" y="504767"/>
                  </a:lnTo>
                  <a:lnTo>
                    <a:pt x="544207" y="504604"/>
                  </a:lnTo>
                  <a:lnTo>
                    <a:pt x="543990" y="503616"/>
                  </a:lnTo>
                  <a:lnTo>
                    <a:pt x="543726" y="501557"/>
                  </a:lnTo>
                  <a:lnTo>
                    <a:pt x="543349" y="501996"/>
                  </a:lnTo>
                  <a:lnTo>
                    <a:pt x="543284" y="502955"/>
                  </a:lnTo>
                  <a:lnTo>
                    <a:pt x="542959" y="503297"/>
                  </a:lnTo>
                  <a:lnTo>
                    <a:pt x="541809" y="500017"/>
                  </a:lnTo>
                  <a:lnTo>
                    <a:pt x="541866" y="502519"/>
                  </a:lnTo>
                  <a:lnTo>
                    <a:pt x="542268" y="504441"/>
                  </a:lnTo>
                  <a:lnTo>
                    <a:pt x="542657" y="505417"/>
                  </a:lnTo>
                  <a:lnTo>
                    <a:pt x="543049" y="505991"/>
                  </a:lnTo>
                  <a:lnTo>
                    <a:pt x="543146" y="506882"/>
                  </a:lnTo>
                  <a:lnTo>
                    <a:pt x="542359" y="509055"/>
                  </a:lnTo>
                  <a:lnTo>
                    <a:pt x="541954" y="509539"/>
                  </a:lnTo>
                  <a:lnTo>
                    <a:pt x="541233" y="509891"/>
                  </a:lnTo>
                  <a:lnTo>
                    <a:pt x="540828" y="511230"/>
                  </a:lnTo>
                  <a:lnTo>
                    <a:pt x="540948" y="512383"/>
                  </a:lnTo>
                  <a:lnTo>
                    <a:pt x="540317" y="514884"/>
                  </a:lnTo>
                  <a:lnTo>
                    <a:pt x="538810" y="516447"/>
                  </a:lnTo>
                  <a:lnTo>
                    <a:pt x="538350" y="516386"/>
                  </a:lnTo>
                  <a:lnTo>
                    <a:pt x="537975" y="516844"/>
                  </a:lnTo>
                  <a:lnTo>
                    <a:pt x="538194" y="517958"/>
                  </a:lnTo>
                  <a:lnTo>
                    <a:pt x="538570" y="518768"/>
                  </a:lnTo>
                  <a:lnTo>
                    <a:pt x="538557" y="519522"/>
                  </a:lnTo>
                  <a:lnTo>
                    <a:pt x="538158" y="520545"/>
                  </a:lnTo>
                  <a:lnTo>
                    <a:pt x="537372" y="520830"/>
                  </a:lnTo>
                  <a:lnTo>
                    <a:pt x="536930" y="521997"/>
                  </a:lnTo>
                  <a:lnTo>
                    <a:pt x="537070" y="523098"/>
                  </a:lnTo>
                  <a:lnTo>
                    <a:pt x="537330" y="523713"/>
                  </a:lnTo>
                  <a:lnTo>
                    <a:pt x="537276" y="524772"/>
                  </a:lnTo>
                  <a:lnTo>
                    <a:pt x="536382" y="525835"/>
                  </a:lnTo>
                  <a:lnTo>
                    <a:pt x="536172" y="526881"/>
                  </a:lnTo>
                  <a:lnTo>
                    <a:pt x="536616" y="527190"/>
                  </a:lnTo>
                  <a:lnTo>
                    <a:pt x="536958" y="526881"/>
                  </a:lnTo>
                  <a:lnTo>
                    <a:pt x="537208" y="527107"/>
                  </a:lnTo>
                  <a:lnTo>
                    <a:pt x="536671" y="528855"/>
                  </a:lnTo>
                  <a:lnTo>
                    <a:pt x="536190" y="529921"/>
                  </a:lnTo>
                  <a:lnTo>
                    <a:pt x="535733" y="531837"/>
                  </a:lnTo>
                  <a:lnTo>
                    <a:pt x="534672" y="532367"/>
                  </a:lnTo>
                  <a:lnTo>
                    <a:pt x="534711" y="532986"/>
                  </a:lnTo>
                  <a:lnTo>
                    <a:pt x="535311" y="533534"/>
                  </a:lnTo>
                  <a:lnTo>
                    <a:pt x="535813" y="535007"/>
                  </a:lnTo>
                  <a:lnTo>
                    <a:pt x="534870" y="537727"/>
                  </a:lnTo>
                  <a:lnTo>
                    <a:pt x="534281" y="537503"/>
                  </a:lnTo>
                  <a:lnTo>
                    <a:pt x="533921" y="536905"/>
                  </a:lnTo>
                  <a:lnTo>
                    <a:pt x="533692" y="539052"/>
                  </a:lnTo>
                  <a:lnTo>
                    <a:pt x="533780" y="540197"/>
                  </a:lnTo>
                  <a:lnTo>
                    <a:pt x="533556" y="542539"/>
                  </a:lnTo>
                  <a:lnTo>
                    <a:pt x="533196" y="545354"/>
                  </a:lnTo>
                  <a:lnTo>
                    <a:pt x="532951" y="546510"/>
                  </a:lnTo>
                  <a:lnTo>
                    <a:pt x="533003" y="548662"/>
                  </a:lnTo>
                  <a:lnTo>
                    <a:pt x="533154" y="550741"/>
                  </a:lnTo>
                  <a:lnTo>
                    <a:pt x="533731" y="553421"/>
                  </a:lnTo>
                  <a:lnTo>
                    <a:pt x="534613" y="564378"/>
                  </a:lnTo>
                  <a:lnTo>
                    <a:pt x="535213" y="568182"/>
                  </a:lnTo>
                  <a:lnTo>
                    <a:pt x="536294" y="578448"/>
                  </a:lnTo>
                  <a:lnTo>
                    <a:pt x="538083" y="588401"/>
                  </a:lnTo>
                  <a:lnTo>
                    <a:pt x="540607" y="600431"/>
                  </a:lnTo>
                  <a:lnTo>
                    <a:pt x="544749" y="615012"/>
                  </a:lnTo>
                  <a:lnTo>
                    <a:pt x="545245" y="617090"/>
                  </a:lnTo>
                  <a:lnTo>
                    <a:pt x="544706" y="618851"/>
                  </a:lnTo>
                  <a:lnTo>
                    <a:pt x="544541" y="620676"/>
                  </a:lnTo>
                  <a:lnTo>
                    <a:pt x="544494" y="623428"/>
                  </a:lnTo>
                  <a:lnTo>
                    <a:pt x="544643" y="626109"/>
                  </a:lnTo>
                  <a:lnTo>
                    <a:pt x="545133" y="629383"/>
                  </a:lnTo>
                  <a:lnTo>
                    <a:pt x="546074" y="634388"/>
                  </a:lnTo>
                  <a:lnTo>
                    <a:pt x="545548" y="633389"/>
                  </a:lnTo>
                  <a:lnTo>
                    <a:pt x="544185" y="626205"/>
                  </a:lnTo>
                  <a:lnTo>
                    <a:pt x="544027" y="621987"/>
                  </a:lnTo>
                  <a:lnTo>
                    <a:pt x="544223" y="616002"/>
                  </a:lnTo>
                  <a:lnTo>
                    <a:pt x="543903" y="616146"/>
                  </a:lnTo>
                  <a:lnTo>
                    <a:pt x="543643" y="618091"/>
                  </a:lnTo>
                  <a:lnTo>
                    <a:pt x="543501" y="620375"/>
                  </a:lnTo>
                  <a:lnTo>
                    <a:pt x="543155" y="621259"/>
                  </a:lnTo>
                  <a:lnTo>
                    <a:pt x="542683" y="617775"/>
                  </a:lnTo>
                  <a:lnTo>
                    <a:pt x="542716" y="616199"/>
                  </a:lnTo>
                  <a:lnTo>
                    <a:pt x="543217" y="614358"/>
                  </a:lnTo>
                  <a:lnTo>
                    <a:pt x="543072" y="613696"/>
                  </a:lnTo>
                  <a:lnTo>
                    <a:pt x="542261" y="612754"/>
                  </a:lnTo>
                  <a:lnTo>
                    <a:pt x="542089" y="611272"/>
                  </a:lnTo>
                  <a:lnTo>
                    <a:pt x="542198" y="609809"/>
                  </a:lnTo>
                  <a:lnTo>
                    <a:pt x="541733" y="609027"/>
                  </a:lnTo>
                  <a:lnTo>
                    <a:pt x="541369" y="609065"/>
                  </a:lnTo>
                  <a:lnTo>
                    <a:pt x="541613" y="612672"/>
                  </a:lnTo>
                  <a:lnTo>
                    <a:pt x="541998" y="614886"/>
                  </a:lnTo>
                  <a:lnTo>
                    <a:pt x="542474" y="620195"/>
                  </a:lnTo>
                  <a:lnTo>
                    <a:pt x="543243" y="623411"/>
                  </a:lnTo>
                  <a:lnTo>
                    <a:pt x="543690" y="626107"/>
                  </a:lnTo>
                  <a:lnTo>
                    <a:pt x="548922" y="654884"/>
                  </a:lnTo>
                  <a:lnTo>
                    <a:pt x="550160" y="658549"/>
                  </a:lnTo>
                  <a:lnTo>
                    <a:pt x="550618" y="661181"/>
                  </a:lnTo>
                  <a:lnTo>
                    <a:pt x="551095" y="666684"/>
                  </a:lnTo>
                  <a:lnTo>
                    <a:pt x="551203" y="673749"/>
                  </a:lnTo>
                  <a:lnTo>
                    <a:pt x="550348" y="686663"/>
                  </a:lnTo>
                  <a:lnTo>
                    <a:pt x="550153" y="695471"/>
                  </a:lnTo>
                  <a:lnTo>
                    <a:pt x="550031" y="695201"/>
                  </a:lnTo>
                  <a:lnTo>
                    <a:pt x="549949" y="694274"/>
                  </a:lnTo>
                  <a:lnTo>
                    <a:pt x="549751" y="694147"/>
                  </a:lnTo>
                  <a:lnTo>
                    <a:pt x="549009" y="698182"/>
                  </a:lnTo>
                  <a:lnTo>
                    <a:pt x="548000" y="701822"/>
                  </a:lnTo>
                  <a:lnTo>
                    <a:pt x="547668" y="707480"/>
                  </a:lnTo>
                  <a:lnTo>
                    <a:pt x="547184" y="710312"/>
                  </a:lnTo>
                  <a:lnTo>
                    <a:pt x="545732" y="713309"/>
                  </a:lnTo>
                  <a:lnTo>
                    <a:pt x="544831" y="713232"/>
                  </a:lnTo>
                  <a:lnTo>
                    <a:pt x="542624" y="715480"/>
                  </a:lnTo>
                  <a:lnTo>
                    <a:pt x="541073" y="714894"/>
                  </a:lnTo>
                  <a:lnTo>
                    <a:pt x="539225" y="716163"/>
                  </a:lnTo>
                  <a:lnTo>
                    <a:pt x="538009" y="716021"/>
                  </a:lnTo>
                  <a:lnTo>
                    <a:pt x="537307" y="713348"/>
                  </a:lnTo>
                  <a:lnTo>
                    <a:pt x="537414" y="712152"/>
                  </a:lnTo>
                  <a:lnTo>
                    <a:pt x="537694" y="710950"/>
                  </a:lnTo>
                  <a:lnTo>
                    <a:pt x="538168" y="710670"/>
                  </a:lnTo>
                  <a:lnTo>
                    <a:pt x="539800" y="713472"/>
                  </a:lnTo>
                  <a:lnTo>
                    <a:pt x="540108" y="712293"/>
                  </a:lnTo>
                  <a:lnTo>
                    <a:pt x="539615" y="710891"/>
                  </a:lnTo>
                  <a:lnTo>
                    <a:pt x="538671" y="710109"/>
                  </a:lnTo>
                  <a:lnTo>
                    <a:pt x="537974" y="709249"/>
                  </a:lnTo>
                  <a:lnTo>
                    <a:pt x="536570" y="702861"/>
                  </a:lnTo>
                  <a:lnTo>
                    <a:pt x="535114" y="698475"/>
                  </a:lnTo>
                  <a:lnTo>
                    <a:pt x="534869" y="695543"/>
                  </a:lnTo>
                  <a:lnTo>
                    <a:pt x="532360" y="693756"/>
                  </a:lnTo>
                  <a:lnTo>
                    <a:pt x="530544" y="691049"/>
                  </a:lnTo>
                  <a:lnTo>
                    <a:pt x="529359" y="686234"/>
                  </a:lnTo>
                  <a:lnTo>
                    <a:pt x="528679" y="677697"/>
                  </a:lnTo>
                  <a:lnTo>
                    <a:pt x="527878" y="676737"/>
                  </a:lnTo>
                  <a:lnTo>
                    <a:pt x="527539" y="676074"/>
                  </a:lnTo>
                  <a:lnTo>
                    <a:pt x="528322" y="672905"/>
                  </a:lnTo>
                  <a:lnTo>
                    <a:pt x="529147" y="670249"/>
                  </a:lnTo>
                  <a:lnTo>
                    <a:pt x="528494" y="670910"/>
                  </a:lnTo>
                  <a:lnTo>
                    <a:pt x="528013" y="671892"/>
                  </a:lnTo>
                  <a:lnTo>
                    <a:pt x="527401" y="674238"/>
                  </a:lnTo>
                  <a:lnTo>
                    <a:pt x="526954" y="674599"/>
                  </a:lnTo>
                  <a:lnTo>
                    <a:pt x="526544" y="674238"/>
                  </a:lnTo>
                  <a:lnTo>
                    <a:pt x="526072" y="669738"/>
                  </a:lnTo>
                  <a:lnTo>
                    <a:pt x="526207" y="664207"/>
                  </a:lnTo>
                  <a:lnTo>
                    <a:pt x="526869" y="662138"/>
                  </a:lnTo>
                  <a:lnTo>
                    <a:pt x="525852" y="662083"/>
                  </a:lnTo>
                  <a:lnTo>
                    <a:pt x="524798" y="662870"/>
                  </a:lnTo>
                  <a:lnTo>
                    <a:pt x="524952" y="664714"/>
                  </a:lnTo>
                  <a:lnTo>
                    <a:pt x="524803" y="665727"/>
                  </a:lnTo>
                  <a:lnTo>
                    <a:pt x="524036" y="665468"/>
                  </a:lnTo>
                  <a:lnTo>
                    <a:pt x="523454" y="664820"/>
                  </a:lnTo>
                  <a:lnTo>
                    <a:pt x="522664" y="662901"/>
                  </a:lnTo>
                  <a:lnTo>
                    <a:pt x="521586" y="659239"/>
                  </a:lnTo>
                  <a:lnTo>
                    <a:pt x="519376" y="649151"/>
                  </a:lnTo>
                  <a:lnTo>
                    <a:pt x="518946" y="647728"/>
                  </a:lnTo>
                  <a:lnTo>
                    <a:pt x="518215" y="646239"/>
                  </a:lnTo>
                  <a:lnTo>
                    <a:pt x="518559" y="645776"/>
                  </a:lnTo>
                  <a:lnTo>
                    <a:pt x="519187" y="645502"/>
                  </a:lnTo>
                  <a:lnTo>
                    <a:pt x="520606" y="640960"/>
                  </a:lnTo>
                  <a:lnTo>
                    <a:pt x="521720" y="638215"/>
                  </a:lnTo>
                  <a:lnTo>
                    <a:pt x="522090" y="636317"/>
                  </a:lnTo>
                  <a:lnTo>
                    <a:pt x="522026" y="635504"/>
                  </a:lnTo>
                  <a:lnTo>
                    <a:pt x="521533" y="634324"/>
                  </a:lnTo>
                  <a:lnTo>
                    <a:pt x="520886" y="635356"/>
                  </a:lnTo>
                  <a:lnTo>
                    <a:pt x="520609" y="635061"/>
                  </a:lnTo>
                  <a:lnTo>
                    <a:pt x="519881" y="632681"/>
                  </a:lnTo>
                  <a:lnTo>
                    <a:pt x="519185" y="632008"/>
                  </a:lnTo>
                  <a:lnTo>
                    <a:pt x="518701" y="632524"/>
                  </a:lnTo>
                  <a:lnTo>
                    <a:pt x="519212" y="634474"/>
                  </a:lnTo>
                  <a:lnTo>
                    <a:pt x="519671" y="635199"/>
                  </a:lnTo>
                  <a:lnTo>
                    <a:pt x="519493" y="638035"/>
                  </a:lnTo>
                  <a:lnTo>
                    <a:pt x="519308" y="638959"/>
                  </a:lnTo>
                  <a:lnTo>
                    <a:pt x="518878" y="639774"/>
                  </a:lnTo>
                  <a:lnTo>
                    <a:pt x="518206" y="639339"/>
                  </a:lnTo>
                  <a:lnTo>
                    <a:pt x="517866" y="640041"/>
                  </a:lnTo>
                  <a:lnTo>
                    <a:pt x="517466" y="639302"/>
                  </a:lnTo>
                  <a:lnTo>
                    <a:pt x="517068" y="638055"/>
                  </a:lnTo>
                  <a:lnTo>
                    <a:pt x="516624" y="636004"/>
                  </a:lnTo>
                  <a:lnTo>
                    <a:pt x="517796" y="624455"/>
                  </a:lnTo>
                  <a:lnTo>
                    <a:pt x="518881" y="617097"/>
                  </a:lnTo>
                  <a:lnTo>
                    <a:pt x="519005" y="608703"/>
                  </a:lnTo>
                  <a:lnTo>
                    <a:pt x="519085" y="607459"/>
                  </a:lnTo>
                  <a:lnTo>
                    <a:pt x="518994" y="605228"/>
                  </a:lnTo>
                  <a:lnTo>
                    <a:pt x="517539" y="600380"/>
                  </a:lnTo>
                  <a:lnTo>
                    <a:pt x="511109" y="588551"/>
                  </a:lnTo>
                  <a:lnTo>
                    <a:pt x="506124" y="574542"/>
                  </a:lnTo>
                  <a:lnTo>
                    <a:pt x="501807" y="569287"/>
                  </a:lnTo>
                  <a:lnTo>
                    <a:pt x="498532" y="570442"/>
                  </a:lnTo>
                  <a:lnTo>
                    <a:pt x="497965" y="571498"/>
                  </a:lnTo>
                  <a:lnTo>
                    <a:pt x="497721" y="572879"/>
                  </a:lnTo>
                  <a:lnTo>
                    <a:pt x="497927" y="574441"/>
                  </a:lnTo>
                  <a:lnTo>
                    <a:pt x="497629" y="575092"/>
                  </a:lnTo>
                  <a:lnTo>
                    <a:pt x="496750" y="575010"/>
                  </a:lnTo>
                  <a:lnTo>
                    <a:pt x="495566" y="575373"/>
                  </a:lnTo>
                  <a:lnTo>
                    <a:pt x="492475" y="579061"/>
                  </a:lnTo>
                  <a:lnTo>
                    <a:pt x="491384" y="578925"/>
                  </a:lnTo>
                  <a:lnTo>
                    <a:pt x="490393" y="579881"/>
                  </a:lnTo>
                  <a:lnTo>
                    <a:pt x="489652" y="580596"/>
                  </a:lnTo>
                  <a:lnTo>
                    <a:pt x="487718" y="580986"/>
                  </a:lnTo>
                  <a:lnTo>
                    <a:pt x="486078" y="581804"/>
                  </a:lnTo>
                  <a:lnTo>
                    <a:pt x="485369" y="581361"/>
                  </a:lnTo>
                  <a:lnTo>
                    <a:pt x="484907" y="579223"/>
                  </a:lnTo>
                  <a:lnTo>
                    <a:pt x="484907" y="577009"/>
                  </a:lnTo>
                  <a:lnTo>
                    <a:pt x="485282" y="578706"/>
                  </a:lnTo>
                  <a:lnTo>
                    <a:pt x="485862" y="580034"/>
                  </a:lnTo>
                  <a:lnTo>
                    <a:pt x="486128" y="579503"/>
                  </a:lnTo>
                  <a:lnTo>
                    <a:pt x="486227" y="578328"/>
                  </a:lnTo>
                  <a:lnTo>
                    <a:pt x="485650" y="576027"/>
                  </a:lnTo>
                  <a:lnTo>
                    <a:pt x="483790" y="573071"/>
                  </a:lnTo>
                  <a:lnTo>
                    <a:pt x="481674" y="568752"/>
                  </a:lnTo>
                  <a:lnTo>
                    <a:pt x="482320" y="568895"/>
                  </a:lnTo>
                  <a:lnTo>
                    <a:pt x="482483" y="567970"/>
                  </a:lnTo>
                  <a:lnTo>
                    <a:pt x="481827" y="566757"/>
                  </a:lnTo>
                  <a:lnTo>
                    <a:pt x="482104" y="565354"/>
                  </a:lnTo>
                  <a:lnTo>
                    <a:pt x="482566" y="563881"/>
                  </a:lnTo>
                  <a:lnTo>
                    <a:pt x="481673" y="564102"/>
                  </a:lnTo>
                  <a:lnTo>
                    <a:pt x="480872" y="565134"/>
                  </a:lnTo>
                  <a:lnTo>
                    <a:pt x="480845" y="566408"/>
                  </a:lnTo>
                  <a:lnTo>
                    <a:pt x="480687" y="567420"/>
                  </a:lnTo>
                  <a:lnTo>
                    <a:pt x="480255" y="567273"/>
                  </a:lnTo>
                  <a:lnTo>
                    <a:pt x="479455" y="566019"/>
                  </a:lnTo>
                  <a:lnTo>
                    <a:pt x="475512" y="562529"/>
                  </a:lnTo>
                  <a:lnTo>
                    <a:pt x="472066" y="560561"/>
                  </a:lnTo>
                  <a:lnTo>
                    <a:pt x="474711" y="559675"/>
                  </a:lnTo>
                  <a:lnTo>
                    <a:pt x="476145" y="560364"/>
                  </a:lnTo>
                  <a:lnTo>
                    <a:pt x="475974" y="559307"/>
                  </a:lnTo>
                  <a:lnTo>
                    <a:pt x="475629" y="558637"/>
                  </a:lnTo>
                  <a:lnTo>
                    <a:pt x="474498" y="557787"/>
                  </a:lnTo>
                  <a:lnTo>
                    <a:pt x="473056" y="558110"/>
                  </a:lnTo>
                  <a:lnTo>
                    <a:pt x="472146" y="557710"/>
                  </a:lnTo>
                  <a:lnTo>
                    <a:pt x="471215" y="558553"/>
                  </a:lnTo>
                  <a:lnTo>
                    <a:pt x="470195" y="559805"/>
                  </a:lnTo>
                  <a:lnTo>
                    <a:pt x="469287" y="560450"/>
                  </a:lnTo>
                  <a:lnTo>
                    <a:pt x="465733" y="561352"/>
                  </a:lnTo>
                  <a:lnTo>
                    <a:pt x="462851" y="562330"/>
                  </a:lnTo>
                  <a:lnTo>
                    <a:pt x="463313" y="561297"/>
                  </a:lnTo>
                  <a:lnTo>
                    <a:pt x="463806" y="560633"/>
                  </a:lnTo>
                  <a:lnTo>
                    <a:pt x="465509" y="559623"/>
                  </a:lnTo>
                  <a:lnTo>
                    <a:pt x="465764" y="557524"/>
                  </a:lnTo>
                  <a:lnTo>
                    <a:pt x="465364" y="555503"/>
                  </a:lnTo>
                  <a:lnTo>
                    <a:pt x="464916" y="555988"/>
                  </a:lnTo>
                  <a:lnTo>
                    <a:pt x="464445" y="557567"/>
                  </a:lnTo>
                  <a:lnTo>
                    <a:pt x="463868" y="556429"/>
                  </a:lnTo>
                  <a:lnTo>
                    <a:pt x="463228" y="556435"/>
                  </a:lnTo>
                  <a:lnTo>
                    <a:pt x="463055" y="558948"/>
                  </a:lnTo>
                  <a:lnTo>
                    <a:pt x="462235" y="560633"/>
                  </a:lnTo>
                  <a:lnTo>
                    <a:pt x="461866" y="562330"/>
                  </a:lnTo>
                  <a:lnTo>
                    <a:pt x="459463" y="563659"/>
                  </a:lnTo>
                  <a:lnTo>
                    <a:pt x="459155" y="563216"/>
                  </a:lnTo>
                  <a:lnTo>
                    <a:pt x="459858" y="561604"/>
                  </a:lnTo>
                  <a:lnTo>
                    <a:pt x="459802" y="560708"/>
                  </a:lnTo>
                  <a:lnTo>
                    <a:pt x="459000" y="561477"/>
                  </a:lnTo>
                  <a:lnTo>
                    <a:pt x="457655" y="564532"/>
                  </a:lnTo>
                  <a:lnTo>
                    <a:pt x="452920" y="565532"/>
                  </a:lnTo>
                  <a:lnTo>
                    <a:pt x="453179" y="564838"/>
                  </a:lnTo>
                  <a:lnTo>
                    <a:pt x="454178" y="564699"/>
                  </a:lnTo>
                  <a:lnTo>
                    <a:pt x="455582" y="563733"/>
                  </a:lnTo>
                  <a:lnTo>
                    <a:pt x="455298" y="562105"/>
                  </a:lnTo>
                  <a:lnTo>
                    <a:pt x="454757" y="560316"/>
                  </a:lnTo>
                  <a:lnTo>
                    <a:pt x="454257" y="560117"/>
                  </a:lnTo>
                  <a:lnTo>
                    <a:pt x="453928" y="559068"/>
                  </a:lnTo>
                  <a:lnTo>
                    <a:pt x="453944" y="555762"/>
                  </a:lnTo>
                  <a:lnTo>
                    <a:pt x="453625" y="553830"/>
                  </a:lnTo>
                  <a:lnTo>
                    <a:pt x="452854" y="551842"/>
                  </a:lnTo>
                  <a:lnTo>
                    <a:pt x="452594" y="552225"/>
                  </a:lnTo>
                  <a:lnTo>
                    <a:pt x="452027" y="555624"/>
                  </a:lnTo>
                  <a:lnTo>
                    <a:pt x="451556" y="560082"/>
                  </a:lnTo>
                  <a:lnTo>
                    <a:pt x="451322" y="561522"/>
                  </a:lnTo>
                  <a:lnTo>
                    <a:pt x="449918" y="561623"/>
                  </a:lnTo>
                  <a:lnTo>
                    <a:pt x="448676" y="561319"/>
                  </a:lnTo>
                  <a:lnTo>
                    <a:pt x="444454" y="561854"/>
                  </a:lnTo>
                  <a:lnTo>
                    <a:pt x="442876" y="560343"/>
                  </a:lnTo>
                  <a:lnTo>
                    <a:pt x="442222" y="560053"/>
                  </a:lnTo>
                  <a:lnTo>
                    <a:pt x="441823" y="560088"/>
                  </a:lnTo>
                  <a:lnTo>
                    <a:pt x="439987" y="561473"/>
                  </a:lnTo>
                  <a:lnTo>
                    <a:pt x="437894" y="562534"/>
                  </a:lnTo>
                  <a:lnTo>
                    <a:pt x="437402" y="562200"/>
                  </a:lnTo>
                  <a:lnTo>
                    <a:pt x="436698" y="562151"/>
                  </a:lnTo>
                  <a:lnTo>
                    <a:pt x="435181" y="565761"/>
                  </a:lnTo>
                  <a:lnTo>
                    <a:pt x="433392" y="567451"/>
                  </a:lnTo>
                  <a:lnTo>
                    <a:pt x="428879" y="564414"/>
                  </a:lnTo>
                  <a:lnTo>
                    <a:pt x="427756" y="561971"/>
                  </a:lnTo>
                  <a:lnTo>
                    <a:pt x="426760" y="561449"/>
                  </a:lnTo>
                  <a:lnTo>
                    <a:pt x="425534" y="561147"/>
                  </a:lnTo>
                  <a:lnTo>
                    <a:pt x="424218" y="564152"/>
                  </a:lnTo>
                  <a:lnTo>
                    <a:pt x="423217" y="568208"/>
                  </a:lnTo>
                  <a:lnTo>
                    <a:pt x="424798" y="570432"/>
                  </a:lnTo>
                  <a:lnTo>
                    <a:pt x="426151" y="571495"/>
                  </a:lnTo>
                  <a:lnTo>
                    <a:pt x="428386" y="570603"/>
                  </a:lnTo>
                  <a:lnTo>
                    <a:pt x="429622" y="568635"/>
                  </a:lnTo>
                  <a:lnTo>
                    <a:pt x="430631" y="568700"/>
                  </a:lnTo>
                  <a:lnTo>
                    <a:pt x="431114" y="568301"/>
                  </a:lnTo>
                  <a:lnTo>
                    <a:pt x="431554" y="567273"/>
                  </a:lnTo>
                  <a:lnTo>
                    <a:pt x="432417" y="568084"/>
                  </a:lnTo>
                  <a:lnTo>
                    <a:pt x="432448" y="568897"/>
                  </a:lnTo>
                  <a:lnTo>
                    <a:pt x="431835" y="570041"/>
                  </a:lnTo>
                  <a:lnTo>
                    <a:pt x="431063" y="571004"/>
                  </a:lnTo>
                  <a:lnTo>
                    <a:pt x="430595" y="572140"/>
                  </a:lnTo>
                  <a:lnTo>
                    <a:pt x="431476" y="574428"/>
                  </a:lnTo>
                  <a:lnTo>
                    <a:pt x="432859" y="575197"/>
                  </a:lnTo>
                  <a:lnTo>
                    <a:pt x="433380" y="574865"/>
                  </a:lnTo>
                  <a:lnTo>
                    <a:pt x="433702" y="572293"/>
                  </a:lnTo>
                  <a:lnTo>
                    <a:pt x="434553" y="570637"/>
                  </a:lnTo>
                  <a:lnTo>
                    <a:pt x="435709" y="570994"/>
                  </a:lnTo>
                  <a:lnTo>
                    <a:pt x="435545" y="572033"/>
                  </a:lnTo>
                  <a:lnTo>
                    <a:pt x="435707" y="573014"/>
                  </a:lnTo>
                  <a:lnTo>
                    <a:pt x="436238" y="574689"/>
                  </a:lnTo>
                  <a:lnTo>
                    <a:pt x="436177" y="577089"/>
                  </a:lnTo>
                  <a:lnTo>
                    <a:pt x="436280" y="577667"/>
                  </a:lnTo>
                  <a:lnTo>
                    <a:pt x="435034" y="578726"/>
                  </a:lnTo>
                  <a:lnTo>
                    <a:pt x="434106" y="579086"/>
                  </a:lnTo>
                  <a:lnTo>
                    <a:pt x="433363" y="580472"/>
                  </a:lnTo>
                  <a:lnTo>
                    <a:pt x="433752" y="581277"/>
                  </a:lnTo>
                  <a:lnTo>
                    <a:pt x="432995" y="581984"/>
                  </a:lnTo>
                  <a:lnTo>
                    <a:pt x="432484" y="581702"/>
                  </a:lnTo>
                  <a:lnTo>
                    <a:pt x="432226" y="581963"/>
                  </a:lnTo>
                  <a:lnTo>
                    <a:pt x="432149" y="582814"/>
                  </a:lnTo>
                  <a:lnTo>
                    <a:pt x="431758" y="583605"/>
                  </a:lnTo>
                  <a:lnTo>
                    <a:pt x="432327" y="585987"/>
                  </a:lnTo>
                  <a:lnTo>
                    <a:pt x="433493" y="587542"/>
                  </a:lnTo>
                  <a:lnTo>
                    <a:pt x="434315" y="589491"/>
                  </a:lnTo>
                  <a:lnTo>
                    <a:pt x="437622" y="592058"/>
                  </a:lnTo>
                  <a:lnTo>
                    <a:pt x="438423" y="591985"/>
                  </a:lnTo>
                  <a:lnTo>
                    <a:pt x="439212" y="594569"/>
                  </a:lnTo>
                  <a:lnTo>
                    <a:pt x="439848" y="595457"/>
                  </a:lnTo>
                  <a:lnTo>
                    <a:pt x="440460" y="595909"/>
                  </a:lnTo>
                  <a:lnTo>
                    <a:pt x="440390" y="597687"/>
                  </a:lnTo>
                  <a:lnTo>
                    <a:pt x="439303" y="598988"/>
                  </a:lnTo>
                  <a:lnTo>
                    <a:pt x="439009" y="600541"/>
                  </a:lnTo>
                  <a:lnTo>
                    <a:pt x="438735" y="601413"/>
                  </a:lnTo>
                  <a:lnTo>
                    <a:pt x="438245" y="600308"/>
                  </a:lnTo>
                  <a:lnTo>
                    <a:pt x="437741" y="599507"/>
                  </a:lnTo>
                  <a:lnTo>
                    <a:pt x="436575" y="601943"/>
                  </a:lnTo>
                  <a:lnTo>
                    <a:pt x="436013" y="602455"/>
                  </a:lnTo>
                  <a:lnTo>
                    <a:pt x="436292" y="599829"/>
                  </a:lnTo>
                  <a:lnTo>
                    <a:pt x="435851" y="598800"/>
                  </a:lnTo>
                  <a:lnTo>
                    <a:pt x="435185" y="596167"/>
                  </a:lnTo>
                  <a:lnTo>
                    <a:pt x="434215" y="594538"/>
                  </a:lnTo>
                  <a:lnTo>
                    <a:pt x="433532" y="593999"/>
                  </a:lnTo>
                  <a:lnTo>
                    <a:pt x="433000" y="592969"/>
                  </a:lnTo>
                  <a:lnTo>
                    <a:pt x="432356" y="592552"/>
                  </a:lnTo>
                  <a:lnTo>
                    <a:pt x="431806" y="592658"/>
                  </a:lnTo>
                  <a:lnTo>
                    <a:pt x="430876" y="592058"/>
                  </a:lnTo>
                  <a:lnTo>
                    <a:pt x="430815" y="590657"/>
                  </a:lnTo>
                  <a:lnTo>
                    <a:pt x="430557" y="589608"/>
                  </a:lnTo>
                  <a:lnTo>
                    <a:pt x="429829" y="588370"/>
                  </a:lnTo>
                  <a:lnTo>
                    <a:pt x="426351" y="586031"/>
                  </a:lnTo>
                  <a:lnTo>
                    <a:pt x="426330" y="587000"/>
                  </a:lnTo>
                  <a:lnTo>
                    <a:pt x="426571" y="587728"/>
                  </a:lnTo>
                  <a:lnTo>
                    <a:pt x="427071" y="588213"/>
                  </a:lnTo>
                  <a:lnTo>
                    <a:pt x="427668" y="589157"/>
                  </a:lnTo>
                  <a:lnTo>
                    <a:pt x="427663" y="591951"/>
                  </a:lnTo>
                  <a:lnTo>
                    <a:pt x="427404" y="593134"/>
                  </a:lnTo>
                  <a:lnTo>
                    <a:pt x="427293" y="594820"/>
                  </a:lnTo>
                  <a:lnTo>
                    <a:pt x="427063" y="596532"/>
                  </a:lnTo>
                  <a:lnTo>
                    <a:pt x="426638" y="597883"/>
                  </a:lnTo>
                  <a:lnTo>
                    <a:pt x="425688" y="598803"/>
                  </a:lnTo>
                  <a:lnTo>
                    <a:pt x="425270" y="598033"/>
                  </a:lnTo>
                  <a:lnTo>
                    <a:pt x="424592" y="594345"/>
                  </a:lnTo>
                  <a:lnTo>
                    <a:pt x="423635" y="593183"/>
                  </a:lnTo>
                  <a:lnTo>
                    <a:pt x="422114" y="593046"/>
                  </a:lnTo>
                  <a:lnTo>
                    <a:pt x="421080" y="593880"/>
                  </a:lnTo>
                  <a:lnTo>
                    <a:pt x="419954" y="597453"/>
                  </a:lnTo>
                  <a:lnTo>
                    <a:pt x="419047" y="598037"/>
                  </a:lnTo>
                  <a:lnTo>
                    <a:pt x="415941" y="596186"/>
                  </a:lnTo>
                  <a:lnTo>
                    <a:pt x="412394" y="593365"/>
                  </a:lnTo>
                  <a:lnTo>
                    <a:pt x="412486" y="592426"/>
                  </a:lnTo>
                  <a:lnTo>
                    <a:pt x="413044" y="592124"/>
                  </a:lnTo>
                  <a:lnTo>
                    <a:pt x="414114" y="592510"/>
                  </a:lnTo>
                  <a:lnTo>
                    <a:pt x="414057" y="591542"/>
                  </a:lnTo>
                  <a:lnTo>
                    <a:pt x="412964" y="588390"/>
                  </a:lnTo>
                  <a:lnTo>
                    <a:pt x="412763" y="586968"/>
                  </a:lnTo>
                  <a:lnTo>
                    <a:pt x="412904" y="585232"/>
                  </a:lnTo>
                  <a:lnTo>
                    <a:pt x="412547" y="585271"/>
                  </a:lnTo>
                  <a:lnTo>
                    <a:pt x="411890" y="586728"/>
                  </a:lnTo>
                  <a:lnTo>
                    <a:pt x="409629" y="585493"/>
                  </a:lnTo>
                  <a:lnTo>
                    <a:pt x="409005" y="584017"/>
                  </a:lnTo>
                  <a:lnTo>
                    <a:pt x="407676" y="579858"/>
                  </a:lnTo>
                  <a:lnTo>
                    <a:pt x="405801" y="579722"/>
                  </a:lnTo>
                  <a:lnTo>
                    <a:pt x="404953" y="577200"/>
                  </a:lnTo>
                  <a:lnTo>
                    <a:pt x="403421" y="578256"/>
                  </a:lnTo>
                  <a:lnTo>
                    <a:pt x="402645" y="579425"/>
                  </a:lnTo>
                  <a:lnTo>
                    <a:pt x="401963" y="581235"/>
                  </a:lnTo>
                  <a:lnTo>
                    <a:pt x="402228" y="582175"/>
                  </a:lnTo>
                  <a:lnTo>
                    <a:pt x="402908" y="583667"/>
                  </a:lnTo>
                  <a:lnTo>
                    <a:pt x="402598" y="584387"/>
                  </a:lnTo>
                  <a:lnTo>
                    <a:pt x="400416" y="585450"/>
                  </a:lnTo>
                  <a:lnTo>
                    <a:pt x="395351" y="584261"/>
                  </a:lnTo>
                  <a:lnTo>
                    <a:pt x="393870" y="583150"/>
                  </a:lnTo>
                  <a:lnTo>
                    <a:pt x="391882" y="580801"/>
                  </a:lnTo>
                  <a:lnTo>
                    <a:pt x="389127" y="578887"/>
                  </a:lnTo>
                  <a:lnTo>
                    <a:pt x="387800" y="578578"/>
                  </a:lnTo>
                  <a:lnTo>
                    <a:pt x="386501" y="578957"/>
                  </a:lnTo>
                  <a:lnTo>
                    <a:pt x="382721" y="579153"/>
                  </a:lnTo>
                  <a:lnTo>
                    <a:pt x="381843" y="579663"/>
                  </a:lnTo>
                  <a:lnTo>
                    <a:pt x="381096" y="580477"/>
                  </a:lnTo>
                  <a:lnTo>
                    <a:pt x="380612" y="579576"/>
                  </a:lnTo>
                  <a:lnTo>
                    <a:pt x="380388" y="577969"/>
                  </a:lnTo>
                  <a:lnTo>
                    <a:pt x="380826" y="577708"/>
                  </a:lnTo>
                  <a:lnTo>
                    <a:pt x="381314" y="576763"/>
                  </a:lnTo>
                  <a:lnTo>
                    <a:pt x="381755" y="574894"/>
                  </a:lnTo>
                  <a:lnTo>
                    <a:pt x="381805" y="573765"/>
                  </a:lnTo>
                  <a:lnTo>
                    <a:pt x="381497" y="573027"/>
                  </a:lnTo>
                  <a:lnTo>
                    <a:pt x="380911" y="572954"/>
                  </a:lnTo>
                  <a:lnTo>
                    <a:pt x="379618" y="577822"/>
                  </a:lnTo>
                  <a:lnTo>
                    <a:pt x="380357" y="580550"/>
                  </a:lnTo>
                  <a:lnTo>
                    <a:pt x="380306" y="581534"/>
                  </a:lnTo>
                  <a:lnTo>
                    <a:pt x="377725" y="582094"/>
                  </a:lnTo>
                  <a:lnTo>
                    <a:pt x="371866" y="587587"/>
                  </a:lnTo>
                  <a:lnTo>
                    <a:pt x="369581" y="590549"/>
                  </a:lnTo>
                  <a:lnTo>
                    <a:pt x="369698" y="589552"/>
                  </a:lnTo>
                  <a:lnTo>
                    <a:pt x="372461" y="585713"/>
                  </a:lnTo>
                  <a:lnTo>
                    <a:pt x="371485" y="585125"/>
                  </a:lnTo>
                  <a:lnTo>
                    <a:pt x="369915" y="586085"/>
                  </a:lnTo>
                  <a:lnTo>
                    <a:pt x="369351" y="585715"/>
                  </a:lnTo>
                  <a:lnTo>
                    <a:pt x="370016" y="582541"/>
                  </a:lnTo>
                  <a:lnTo>
                    <a:pt x="369799" y="579742"/>
                  </a:lnTo>
                  <a:lnTo>
                    <a:pt x="368684" y="579666"/>
                  </a:lnTo>
                  <a:lnTo>
                    <a:pt x="367974" y="581901"/>
                  </a:lnTo>
                  <a:lnTo>
                    <a:pt x="367480" y="581805"/>
                  </a:lnTo>
                  <a:lnTo>
                    <a:pt x="366834" y="580847"/>
                  </a:lnTo>
                  <a:lnTo>
                    <a:pt x="366333" y="581150"/>
                  </a:lnTo>
                  <a:lnTo>
                    <a:pt x="366704" y="586215"/>
                  </a:lnTo>
                  <a:lnTo>
                    <a:pt x="367406" y="588298"/>
                  </a:lnTo>
                  <a:lnTo>
                    <a:pt x="367994" y="590954"/>
                  </a:lnTo>
                  <a:lnTo>
                    <a:pt x="366389" y="594237"/>
                  </a:lnTo>
                  <a:lnTo>
                    <a:pt x="364899" y="596945"/>
                  </a:lnTo>
                  <a:lnTo>
                    <a:pt x="364738" y="599562"/>
                  </a:lnTo>
                  <a:lnTo>
                    <a:pt x="363240" y="602972"/>
                  </a:lnTo>
                  <a:lnTo>
                    <a:pt x="361832" y="604905"/>
                  </a:lnTo>
                  <a:lnTo>
                    <a:pt x="358522" y="609450"/>
                  </a:lnTo>
                  <a:lnTo>
                    <a:pt x="357578" y="610422"/>
                  </a:lnTo>
                  <a:lnTo>
                    <a:pt x="356084" y="612532"/>
                  </a:lnTo>
                  <a:lnTo>
                    <a:pt x="354023" y="614113"/>
                  </a:lnTo>
                  <a:lnTo>
                    <a:pt x="352048" y="616624"/>
                  </a:lnTo>
                  <a:lnTo>
                    <a:pt x="351381" y="617005"/>
                  </a:lnTo>
                  <a:lnTo>
                    <a:pt x="352643" y="614879"/>
                  </a:lnTo>
                  <a:lnTo>
                    <a:pt x="354139" y="612780"/>
                  </a:lnTo>
                  <a:lnTo>
                    <a:pt x="352856" y="613067"/>
                  </a:lnTo>
                  <a:lnTo>
                    <a:pt x="350878" y="612095"/>
                  </a:lnTo>
                  <a:lnTo>
                    <a:pt x="349667" y="612038"/>
                  </a:lnTo>
                  <a:lnTo>
                    <a:pt x="349659" y="612804"/>
                  </a:lnTo>
                  <a:lnTo>
                    <a:pt x="348738" y="613887"/>
                  </a:lnTo>
                  <a:lnTo>
                    <a:pt x="347784" y="612297"/>
                  </a:lnTo>
                  <a:lnTo>
                    <a:pt x="347369" y="611227"/>
                  </a:lnTo>
                  <a:lnTo>
                    <a:pt x="347171" y="610304"/>
                  </a:lnTo>
                  <a:lnTo>
                    <a:pt x="346767" y="610080"/>
                  </a:lnTo>
                  <a:lnTo>
                    <a:pt x="346377" y="610509"/>
                  </a:lnTo>
                  <a:lnTo>
                    <a:pt x="347801" y="617012"/>
                  </a:lnTo>
                  <a:lnTo>
                    <a:pt x="348408" y="617293"/>
                  </a:lnTo>
                  <a:lnTo>
                    <a:pt x="349079" y="617939"/>
                  </a:lnTo>
                  <a:lnTo>
                    <a:pt x="348243" y="619454"/>
                  </a:lnTo>
                  <a:lnTo>
                    <a:pt x="347344" y="620604"/>
                  </a:lnTo>
                  <a:lnTo>
                    <a:pt x="345929" y="621368"/>
                  </a:lnTo>
                  <a:lnTo>
                    <a:pt x="344730" y="618994"/>
                  </a:lnTo>
                  <a:lnTo>
                    <a:pt x="344470" y="621972"/>
                  </a:lnTo>
                  <a:lnTo>
                    <a:pt x="344318" y="624946"/>
                  </a:lnTo>
                  <a:lnTo>
                    <a:pt x="343916" y="625709"/>
                  </a:lnTo>
                  <a:lnTo>
                    <a:pt x="343273" y="626797"/>
                  </a:lnTo>
                  <a:lnTo>
                    <a:pt x="342924" y="625976"/>
                  </a:lnTo>
                  <a:lnTo>
                    <a:pt x="342758" y="624826"/>
                  </a:lnTo>
                  <a:lnTo>
                    <a:pt x="342347" y="625852"/>
                  </a:lnTo>
                  <a:lnTo>
                    <a:pt x="341744" y="626622"/>
                  </a:lnTo>
                  <a:lnTo>
                    <a:pt x="340750" y="626777"/>
                  </a:lnTo>
                  <a:lnTo>
                    <a:pt x="340004" y="627188"/>
                  </a:lnTo>
                  <a:lnTo>
                    <a:pt x="340022" y="628420"/>
                  </a:lnTo>
                  <a:lnTo>
                    <a:pt x="340192" y="629658"/>
                  </a:lnTo>
                  <a:lnTo>
                    <a:pt x="341512" y="628680"/>
                  </a:lnTo>
                  <a:lnTo>
                    <a:pt x="341033" y="631864"/>
                  </a:lnTo>
                  <a:lnTo>
                    <a:pt x="339820" y="635011"/>
                  </a:lnTo>
                  <a:lnTo>
                    <a:pt x="338831" y="635754"/>
                  </a:lnTo>
                  <a:lnTo>
                    <a:pt x="337319" y="635294"/>
                  </a:lnTo>
                  <a:lnTo>
                    <a:pt x="336945" y="635610"/>
                  </a:lnTo>
                  <a:lnTo>
                    <a:pt x="336611" y="636263"/>
                  </a:lnTo>
                  <a:lnTo>
                    <a:pt x="338373" y="641186"/>
                  </a:lnTo>
                  <a:lnTo>
                    <a:pt x="337241" y="648611"/>
                  </a:lnTo>
                  <a:lnTo>
                    <a:pt x="336517" y="651302"/>
                  </a:lnTo>
                  <a:lnTo>
                    <a:pt x="336015" y="651647"/>
                  </a:lnTo>
                  <a:lnTo>
                    <a:pt x="335471" y="651725"/>
                  </a:lnTo>
                  <a:lnTo>
                    <a:pt x="333518" y="649332"/>
                  </a:lnTo>
                  <a:lnTo>
                    <a:pt x="332453" y="647483"/>
                  </a:lnTo>
                  <a:lnTo>
                    <a:pt x="333392" y="652517"/>
                  </a:lnTo>
                  <a:lnTo>
                    <a:pt x="335949" y="653987"/>
                  </a:lnTo>
                  <a:lnTo>
                    <a:pt x="336080" y="655892"/>
                  </a:lnTo>
                  <a:lnTo>
                    <a:pt x="336066" y="657519"/>
                  </a:lnTo>
                  <a:lnTo>
                    <a:pt x="335562" y="659429"/>
                  </a:lnTo>
                  <a:lnTo>
                    <a:pt x="335091" y="661967"/>
                  </a:lnTo>
                  <a:lnTo>
                    <a:pt x="335438" y="663735"/>
                  </a:lnTo>
                  <a:lnTo>
                    <a:pt x="335842" y="668105"/>
                  </a:lnTo>
                  <a:lnTo>
                    <a:pt x="336187" y="670111"/>
                  </a:lnTo>
                  <a:lnTo>
                    <a:pt x="336567" y="676195"/>
                  </a:lnTo>
                  <a:lnTo>
                    <a:pt x="336971" y="678834"/>
                  </a:lnTo>
                  <a:lnTo>
                    <a:pt x="339296" y="688546"/>
                  </a:lnTo>
                  <a:lnTo>
                    <a:pt x="340080" y="688621"/>
                  </a:lnTo>
                  <a:lnTo>
                    <a:pt x="340206" y="689672"/>
                  </a:lnTo>
                  <a:lnTo>
                    <a:pt x="340131" y="691689"/>
                  </a:lnTo>
                  <a:lnTo>
                    <a:pt x="338458" y="692277"/>
                  </a:lnTo>
                  <a:lnTo>
                    <a:pt x="337756" y="693176"/>
                  </a:lnTo>
                  <a:lnTo>
                    <a:pt x="337620" y="693956"/>
                  </a:lnTo>
                  <a:lnTo>
                    <a:pt x="337516" y="694377"/>
                  </a:lnTo>
                  <a:lnTo>
                    <a:pt x="337300" y="694338"/>
                  </a:lnTo>
                  <a:lnTo>
                    <a:pt x="336502" y="693777"/>
                  </a:lnTo>
                  <a:lnTo>
                    <a:pt x="334689" y="691019"/>
                  </a:lnTo>
                  <a:lnTo>
                    <a:pt x="332046" y="689309"/>
                  </a:lnTo>
                  <a:lnTo>
                    <a:pt x="328574" y="688647"/>
                  </a:lnTo>
                  <a:lnTo>
                    <a:pt x="326202" y="687266"/>
                  </a:lnTo>
                  <a:lnTo>
                    <a:pt x="324930" y="685162"/>
                  </a:lnTo>
                  <a:lnTo>
                    <a:pt x="323600" y="683915"/>
                  </a:lnTo>
                  <a:lnTo>
                    <a:pt x="322213" y="683523"/>
                  </a:lnTo>
                  <a:lnTo>
                    <a:pt x="321064" y="682382"/>
                  </a:lnTo>
                  <a:lnTo>
                    <a:pt x="320153" y="680492"/>
                  </a:lnTo>
                  <a:lnTo>
                    <a:pt x="318821" y="679285"/>
                  </a:lnTo>
                  <a:lnTo>
                    <a:pt x="317067" y="678762"/>
                  </a:lnTo>
                  <a:lnTo>
                    <a:pt x="315926" y="677345"/>
                  </a:lnTo>
                  <a:lnTo>
                    <a:pt x="315129" y="673829"/>
                  </a:lnTo>
                  <a:lnTo>
                    <a:pt x="314419" y="668037"/>
                  </a:lnTo>
                  <a:lnTo>
                    <a:pt x="313524" y="664409"/>
                  </a:lnTo>
                  <a:lnTo>
                    <a:pt x="311783" y="659918"/>
                  </a:lnTo>
                  <a:lnTo>
                    <a:pt x="311622" y="659327"/>
                  </a:lnTo>
                  <a:lnTo>
                    <a:pt x="311608" y="658588"/>
                  </a:lnTo>
                  <a:lnTo>
                    <a:pt x="311823" y="655975"/>
                  </a:lnTo>
                  <a:lnTo>
                    <a:pt x="311640" y="654097"/>
                  </a:lnTo>
                  <a:lnTo>
                    <a:pt x="311088" y="652566"/>
                  </a:lnTo>
                  <a:lnTo>
                    <a:pt x="310962" y="650946"/>
                  </a:lnTo>
                  <a:lnTo>
                    <a:pt x="311261" y="649240"/>
                  </a:lnTo>
                  <a:lnTo>
                    <a:pt x="311280" y="647191"/>
                  </a:lnTo>
                  <a:lnTo>
                    <a:pt x="311020" y="644799"/>
                  </a:lnTo>
                  <a:lnTo>
                    <a:pt x="309910" y="642212"/>
                  </a:lnTo>
                  <a:lnTo>
                    <a:pt x="307949" y="639433"/>
                  </a:lnTo>
                  <a:lnTo>
                    <a:pt x="306278" y="635375"/>
                  </a:lnTo>
                  <a:lnTo>
                    <a:pt x="304899" y="630039"/>
                  </a:lnTo>
                  <a:lnTo>
                    <a:pt x="303534" y="626343"/>
                  </a:lnTo>
                  <a:lnTo>
                    <a:pt x="302185" y="624284"/>
                  </a:lnTo>
                  <a:lnTo>
                    <a:pt x="301263" y="621770"/>
                  </a:lnTo>
                  <a:lnTo>
                    <a:pt x="300766" y="618802"/>
                  </a:lnTo>
                  <a:lnTo>
                    <a:pt x="300620" y="617080"/>
                  </a:lnTo>
                  <a:lnTo>
                    <a:pt x="300822" y="616603"/>
                  </a:lnTo>
                  <a:lnTo>
                    <a:pt x="299993" y="613304"/>
                  </a:lnTo>
                  <a:lnTo>
                    <a:pt x="298133" y="607183"/>
                  </a:lnTo>
                  <a:lnTo>
                    <a:pt x="297064" y="602708"/>
                  </a:lnTo>
                  <a:lnTo>
                    <a:pt x="296788" y="599878"/>
                  </a:lnTo>
                  <a:lnTo>
                    <a:pt x="295604" y="596511"/>
                  </a:lnTo>
                  <a:lnTo>
                    <a:pt x="293513" y="592605"/>
                  </a:lnTo>
                  <a:lnTo>
                    <a:pt x="292375" y="590064"/>
                  </a:lnTo>
                  <a:lnTo>
                    <a:pt x="292095" y="588300"/>
                  </a:lnTo>
                  <a:lnTo>
                    <a:pt x="288831" y="583167"/>
                  </a:lnTo>
                  <a:lnTo>
                    <a:pt x="287882" y="579961"/>
                  </a:lnTo>
                  <a:lnTo>
                    <a:pt x="287142" y="578949"/>
                  </a:lnTo>
                  <a:lnTo>
                    <a:pt x="286292" y="579058"/>
                  </a:lnTo>
                  <a:lnTo>
                    <a:pt x="285856" y="578751"/>
                  </a:lnTo>
                  <a:lnTo>
                    <a:pt x="285834" y="578027"/>
                  </a:lnTo>
                  <a:lnTo>
                    <a:pt x="285559" y="577992"/>
                  </a:lnTo>
                  <a:lnTo>
                    <a:pt x="285029" y="578650"/>
                  </a:lnTo>
                  <a:lnTo>
                    <a:pt x="283292" y="578783"/>
                  </a:lnTo>
                  <a:lnTo>
                    <a:pt x="280348" y="578392"/>
                  </a:lnTo>
                  <a:lnTo>
                    <a:pt x="278224" y="577519"/>
                  </a:lnTo>
                  <a:lnTo>
                    <a:pt x="276918" y="576161"/>
                  </a:lnTo>
                  <a:lnTo>
                    <a:pt x="276003" y="576344"/>
                  </a:lnTo>
                  <a:lnTo>
                    <a:pt x="275478" y="578068"/>
                  </a:lnTo>
                  <a:lnTo>
                    <a:pt x="274359" y="579178"/>
                  </a:lnTo>
                  <a:lnTo>
                    <a:pt x="272648" y="579673"/>
                  </a:lnTo>
                  <a:lnTo>
                    <a:pt x="271177" y="582876"/>
                  </a:lnTo>
                  <a:lnTo>
                    <a:pt x="269945" y="588786"/>
                  </a:lnTo>
                  <a:lnTo>
                    <a:pt x="269404" y="592586"/>
                  </a:lnTo>
                  <a:lnTo>
                    <a:pt x="269554" y="594280"/>
                  </a:lnTo>
                  <a:lnTo>
                    <a:pt x="269229" y="595509"/>
                  </a:lnTo>
                  <a:lnTo>
                    <a:pt x="268429" y="596278"/>
                  </a:lnTo>
                  <a:lnTo>
                    <a:pt x="267615" y="597997"/>
                  </a:lnTo>
                  <a:lnTo>
                    <a:pt x="266786" y="600666"/>
                  </a:lnTo>
                  <a:lnTo>
                    <a:pt x="265820" y="601957"/>
                  </a:lnTo>
                  <a:lnTo>
                    <a:pt x="264716" y="601871"/>
                  </a:lnTo>
                  <a:lnTo>
                    <a:pt x="262677" y="599815"/>
                  </a:lnTo>
                  <a:lnTo>
                    <a:pt x="259703" y="595791"/>
                  </a:lnTo>
                  <a:lnTo>
                    <a:pt x="257372" y="593303"/>
                  </a:lnTo>
                  <a:lnTo>
                    <a:pt x="255683" y="592355"/>
                  </a:lnTo>
                  <a:lnTo>
                    <a:pt x="254192" y="590494"/>
                  </a:lnTo>
                  <a:lnTo>
                    <a:pt x="252897" y="587724"/>
                  </a:lnTo>
                  <a:lnTo>
                    <a:pt x="251704" y="585876"/>
                  </a:lnTo>
                  <a:lnTo>
                    <a:pt x="250613" y="584951"/>
                  </a:lnTo>
                  <a:lnTo>
                    <a:pt x="249337" y="581879"/>
                  </a:lnTo>
                  <a:lnTo>
                    <a:pt x="247879" y="576660"/>
                  </a:lnTo>
                  <a:lnTo>
                    <a:pt x="247149" y="572635"/>
                  </a:lnTo>
                  <a:lnTo>
                    <a:pt x="247149" y="568384"/>
                  </a:lnTo>
                  <a:lnTo>
                    <a:pt x="245242" y="559127"/>
                  </a:lnTo>
                  <a:lnTo>
                    <a:pt x="244230" y="555117"/>
                  </a:lnTo>
                  <a:lnTo>
                    <a:pt x="243478" y="553268"/>
                  </a:lnTo>
                  <a:lnTo>
                    <a:pt x="242006" y="551063"/>
                  </a:lnTo>
                  <a:lnTo>
                    <a:pt x="239813" y="548501"/>
                  </a:lnTo>
                  <a:lnTo>
                    <a:pt x="236874" y="543374"/>
                  </a:lnTo>
                  <a:lnTo>
                    <a:pt x="233188" y="535684"/>
                  </a:lnTo>
                  <a:lnTo>
                    <a:pt x="230580" y="531053"/>
                  </a:lnTo>
                  <a:lnTo>
                    <a:pt x="229050" y="529481"/>
                  </a:lnTo>
                  <a:lnTo>
                    <a:pt x="227722" y="526711"/>
                  </a:lnTo>
                  <a:lnTo>
                    <a:pt x="226595" y="522742"/>
                  </a:lnTo>
                  <a:lnTo>
                    <a:pt x="225284" y="520048"/>
                  </a:lnTo>
                  <a:lnTo>
                    <a:pt x="222572" y="520014"/>
                  </a:lnTo>
                  <a:lnTo>
                    <a:pt x="219859" y="519980"/>
                  </a:lnTo>
                  <a:lnTo>
                    <a:pt x="217147" y="519946"/>
                  </a:lnTo>
                  <a:lnTo>
                    <a:pt x="214434" y="519913"/>
                  </a:lnTo>
                  <a:lnTo>
                    <a:pt x="211721" y="519879"/>
                  </a:lnTo>
                  <a:lnTo>
                    <a:pt x="209008" y="519845"/>
                  </a:lnTo>
                  <a:lnTo>
                    <a:pt x="206296" y="519812"/>
                  </a:lnTo>
                  <a:lnTo>
                    <a:pt x="203584" y="519777"/>
                  </a:lnTo>
                  <a:lnTo>
                    <a:pt x="203575" y="523101"/>
                  </a:lnTo>
                  <a:lnTo>
                    <a:pt x="203567" y="526424"/>
                  </a:lnTo>
                  <a:lnTo>
                    <a:pt x="203559" y="529748"/>
                  </a:lnTo>
                  <a:lnTo>
                    <a:pt x="203551" y="533071"/>
                  </a:lnTo>
                  <a:lnTo>
                    <a:pt x="199190" y="533090"/>
                  </a:lnTo>
                  <a:lnTo>
                    <a:pt x="194828" y="533110"/>
                  </a:lnTo>
                  <a:lnTo>
                    <a:pt x="190467" y="533130"/>
                  </a:lnTo>
                  <a:lnTo>
                    <a:pt x="186105" y="533149"/>
                  </a:lnTo>
                  <a:lnTo>
                    <a:pt x="181744" y="533168"/>
                  </a:lnTo>
                  <a:lnTo>
                    <a:pt x="177383" y="533187"/>
                  </a:lnTo>
                  <a:lnTo>
                    <a:pt x="173022" y="533207"/>
                  </a:lnTo>
                  <a:lnTo>
                    <a:pt x="168660" y="533226"/>
                  </a:lnTo>
                  <a:lnTo>
                    <a:pt x="162808" y="528851"/>
                  </a:lnTo>
                  <a:lnTo>
                    <a:pt x="156956" y="524479"/>
                  </a:lnTo>
                  <a:lnTo>
                    <a:pt x="151103" y="520104"/>
                  </a:lnTo>
                  <a:lnTo>
                    <a:pt x="145252" y="515731"/>
                  </a:lnTo>
                  <a:lnTo>
                    <a:pt x="139400" y="511357"/>
                  </a:lnTo>
                  <a:lnTo>
                    <a:pt x="133547" y="506983"/>
                  </a:lnTo>
                  <a:lnTo>
                    <a:pt x="127695" y="502610"/>
                  </a:lnTo>
                  <a:lnTo>
                    <a:pt x="121843" y="498237"/>
                  </a:lnTo>
                  <a:lnTo>
                    <a:pt x="122435" y="496568"/>
                  </a:lnTo>
                  <a:lnTo>
                    <a:pt x="123215" y="492119"/>
                  </a:lnTo>
                  <a:lnTo>
                    <a:pt x="121805" y="492433"/>
                  </a:lnTo>
                  <a:lnTo>
                    <a:pt x="118274" y="493066"/>
                  </a:lnTo>
                  <a:lnTo>
                    <a:pt x="114743" y="493699"/>
                  </a:lnTo>
                  <a:lnTo>
                    <a:pt x="111212" y="494331"/>
                  </a:lnTo>
                  <a:lnTo>
                    <a:pt x="107680" y="494965"/>
                  </a:lnTo>
                  <a:lnTo>
                    <a:pt x="104149" y="495598"/>
                  </a:lnTo>
                  <a:lnTo>
                    <a:pt x="100618" y="496230"/>
                  </a:lnTo>
                  <a:lnTo>
                    <a:pt x="97088" y="496863"/>
                  </a:lnTo>
                  <a:lnTo>
                    <a:pt x="93556" y="497497"/>
                  </a:lnTo>
                  <a:lnTo>
                    <a:pt x="93529" y="497308"/>
                  </a:lnTo>
                  <a:lnTo>
                    <a:pt x="93444" y="494074"/>
                  </a:lnTo>
                  <a:lnTo>
                    <a:pt x="92872" y="492930"/>
                  </a:lnTo>
                  <a:lnTo>
                    <a:pt x="92135" y="493636"/>
                  </a:lnTo>
                  <a:lnTo>
                    <a:pt x="91799" y="489433"/>
                  </a:lnTo>
                  <a:lnTo>
                    <a:pt x="91983" y="487449"/>
                  </a:lnTo>
                  <a:lnTo>
                    <a:pt x="91894" y="485514"/>
                  </a:lnTo>
                  <a:lnTo>
                    <a:pt x="91204" y="480751"/>
                  </a:lnTo>
                  <a:lnTo>
                    <a:pt x="89371" y="474976"/>
                  </a:lnTo>
                  <a:lnTo>
                    <a:pt x="85409" y="467796"/>
                  </a:lnTo>
                  <a:lnTo>
                    <a:pt x="83390" y="465398"/>
                  </a:lnTo>
                  <a:lnTo>
                    <a:pt x="81806" y="462368"/>
                  </a:lnTo>
                  <a:lnTo>
                    <a:pt x="80801" y="461526"/>
                  </a:lnTo>
                  <a:lnTo>
                    <a:pt x="79537" y="461292"/>
                  </a:lnTo>
                  <a:lnTo>
                    <a:pt x="79169" y="462660"/>
                  </a:lnTo>
                  <a:lnTo>
                    <a:pt x="77734" y="461725"/>
                  </a:lnTo>
                  <a:lnTo>
                    <a:pt x="77950" y="458346"/>
                  </a:lnTo>
                  <a:lnTo>
                    <a:pt x="76553" y="453645"/>
                  </a:lnTo>
                  <a:lnTo>
                    <a:pt x="75410" y="453124"/>
                  </a:lnTo>
                  <a:lnTo>
                    <a:pt x="72532" y="453436"/>
                  </a:lnTo>
                  <a:lnTo>
                    <a:pt x="68686" y="450849"/>
                  </a:lnTo>
                  <a:lnTo>
                    <a:pt x="67549" y="449309"/>
                  </a:lnTo>
                  <a:lnTo>
                    <a:pt x="67156" y="446552"/>
                  </a:lnTo>
                  <a:lnTo>
                    <a:pt x="65355" y="444154"/>
                  </a:lnTo>
                  <a:lnTo>
                    <a:pt x="62981" y="441807"/>
                  </a:lnTo>
                  <a:lnTo>
                    <a:pt x="61659" y="442349"/>
                  </a:lnTo>
                  <a:lnTo>
                    <a:pt x="59930" y="441986"/>
                  </a:lnTo>
                  <a:lnTo>
                    <a:pt x="57466" y="440292"/>
                  </a:lnTo>
                  <a:lnTo>
                    <a:pt x="56028" y="440080"/>
                  </a:lnTo>
                  <a:lnTo>
                    <a:pt x="53227" y="440579"/>
                  </a:lnTo>
                  <a:lnTo>
                    <a:pt x="52182" y="440222"/>
                  </a:lnTo>
                  <a:lnTo>
                    <a:pt x="51212" y="438087"/>
                  </a:lnTo>
                  <a:lnTo>
                    <a:pt x="50164" y="437021"/>
                  </a:lnTo>
                  <a:lnTo>
                    <a:pt x="50386" y="434392"/>
                  </a:lnTo>
                  <a:lnTo>
                    <a:pt x="50252" y="432016"/>
                  </a:lnTo>
                  <a:lnTo>
                    <a:pt x="50408" y="430166"/>
                  </a:lnTo>
                  <a:lnTo>
                    <a:pt x="49938" y="426109"/>
                  </a:lnTo>
                  <a:lnTo>
                    <a:pt x="50301" y="422350"/>
                  </a:lnTo>
                  <a:lnTo>
                    <a:pt x="49987" y="420993"/>
                  </a:lnTo>
                  <a:lnTo>
                    <a:pt x="49395" y="419951"/>
                  </a:lnTo>
                  <a:lnTo>
                    <a:pt x="47540" y="418414"/>
                  </a:lnTo>
                  <a:lnTo>
                    <a:pt x="47201" y="416485"/>
                  </a:lnTo>
                  <a:lnTo>
                    <a:pt x="47504" y="413812"/>
                  </a:lnTo>
                  <a:lnTo>
                    <a:pt x="47019" y="412048"/>
                  </a:lnTo>
                  <a:lnTo>
                    <a:pt x="45498" y="410404"/>
                  </a:lnTo>
                  <a:lnTo>
                    <a:pt x="44078" y="406670"/>
                  </a:lnTo>
                  <a:lnTo>
                    <a:pt x="42277" y="404625"/>
                  </a:lnTo>
                  <a:lnTo>
                    <a:pt x="41537" y="401200"/>
                  </a:lnTo>
                  <a:lnTo>
                    <a:pt x="40428" y="399083"/>
                  </a:lnTo>
                  <a:lnTo>
                    <a:pt x="40042" y="397206"/>
                  </a:lnTo>
                  <a:lnTo>
                    <a:pt x="37582" y="390509"/>
                  </a:lnTo>
                  <a:lnTo>
                    <a:pt x="34953" y="385278"/>
                  </a:lnTo>
                  <a:lnTo>
                    <a:pt x="34549" y="382269"/>
                  </a:lnTo>
                  <a:lnTo>
                    <a:pt x="34444" y="378148"/>
                  </a:lnTo>
                  <a:lnTo>
                    <a:pt x="35474" y="375633"/>
                  </a:lnTo>
                  <a:lnTo>
                    <a:pt x="36031" y="373423"/>
                  </a:lnTo>
                  <a:lnTo>
                    <a:pt x="35976" y="371393"/>
                  </a:lnTo>
                  <a:lnTo>
                    <a:pt x="35816" y="369908"/>
                  </a:lnTo>
                  <a:lnTo>
                    <a:pt x="34913" y="367317"/>
                  </a:lnTo>
                  <a:lnTo>
                    <a:pt x="31414" y="365779"/>
                  </a:lnTo>
                  <a:lnTo>
                    <a:pt x="28567" y="359380"/>
                  </a:lnTo>
                  <a:lnTo>
                    <a:pt x="28400" y="354485"/>
                  </a:lnTo>
                  <a:lnTo>
                    <a:pt x="27280" y="349478"/>
                  </a:lnTo>
                  <a:lnTo>
                    <a:pt x="27265" y="346222"/>
                  </a:lnTo>
                  <a:lnTo>
                    <a:pt x="27095" y="342701"/>
                  </a:lnTo>
                  <a:lnTo>
                    <a:pt x="27941" y="341932"/>
                  </a:lnTo>
                  <a:lnTo>
                    <a:pt x="28701" y="342211"/>
                  </a:lnTo>
                  <a:lnTo>
                    <a:pt x="28624" y="343614"/>
                  </a:lnTo>
                  <a:lnTo>
                    <a:pt x="28878" y="346132"/>
                  </a:lnTo>
                  <a:lnTo>
                    <a:pt x="29768" y="348023"/>
                  </a:lnTo>
                  <a:lnTo>
                    <a:pt x="30618" y="348848"/>
                  </a:lnTo>
                  <a:lnTo>
                    <a:pt x="31391" y="350688"/>
                  </a:lnTo>
                  <a:lnTo>
                    <a:pt x="31971" y="351245"/>
                  </a:lnTo>
                  <a:lnTo>
                    <a:pt x="32570" y="351379"/>
                  </a:lnTo>
                  <a:lnTo>
                    <a:pt x="32249" y="350199"/>
                  </a:lnTo>
                  <a:lnTo>
                    <a:pt x="31908" y="349443"/>
                  </a:lnTo>
                  <a:lnTo>
                    <a:pt x="31490" y="347000"/>
                  </a:lnTo>
                  <a:lnTo>
                    <a:pt x="30698" y="343881"/>
                  </a:lnTo>
                  <a:lnTo>
                    <a:pt x="29787" y="342158"/>
                  </a:lnTo>
                  <a:lnTo>
                    <a:pt x="29325" y="339019"/>
                  </a:lnTo>
                  <a:lnTo>
                    <a:pt x="28930" y="338291"/>
                  </a:lnTo>
                  <a:lnTo>
                    <a:pt x="28684" y="337127"/>
                  </a:lnTo>
                  <a:lnTo>
                    <a:pt x="29562" y="335746"/>
                  </a:lnTo>
                  <a:lnTo>
                    <a:pt x="30762" y="334762"/>
                  </a:lnTo>
                  <a:lnTo>
                    <a:pt x="32370" y="334497"/>
                  </a:lnTo>
                  <a:lnTo>
                    <a:pt x="36934" y="334955"/>
                  </a:lnTo>
                  <a:lnTo>
                    <a:pt x="37906" y="334152"/>
                  </a:lnTo>
                  <a:lnTo>
                    <a:pt x="38709" y="334414"/>
                  </a:lnTo>
                  <a:lnTo>
                    <a:pt x="39297" y="334310"/>
                  </a:lnTo>
                  <a:lnTo>
                    <a:pt x="38058" y="333482"/>
                  </a:lnTo>
                  <a:lnTo>
                    <a:pt x="37361" y="333752"/>
                  </a:lnTo>
                  <a:lnTo>
                    <a:pt x="36542" y="333585"/>
                  </a:lnTo>
                  <a:lnTo>
                    <a:pt x="34911" y="333746"/>
                  </a:lnTo>
                  <a:lnTo>
                    <a:pt x="34252" y="333397"/>
                  </a:lnTo>
                  <a:lnTo>
                    <a:pt x="33525" y="332413"/>
                  </a:lnTo>
                  <a:lnTo>
                    <a:pt x="33051" y="332312"/>
                  </a:lnTo>
                  <a:lnTo>
                    <a:pt x="31543" y="334026"/>
                  </a:lnTo>
                  <a:lnTo>
                    <a:pt x="30870" y="333819"/>
                  </a:lnTo>
                  <a:lnTo>
                    <a:pt x="29280" y="331947"/>
                  </a:lnTo>
                  <a:lnTo>
                    <a:pt x="28586" y="331683"/>
                  </a:lnTo>
                  <a:lnTo>
                    <a:pt x="27469" y="332746"/>
                  </a:lnTo>
                  <a:lnTo>
                    <a:pt x="27333" y="337335"/>
                  </a:lnTo>
                  <a:lnTo>
                    <a:pt x="27679" y="340744"/>
                  </a:lnTo>
                  <a:lnTo>
                    <a:pt x="27007" y="341092"/>
                  </a:lnTo>
                  <a:lnTo>
                    <a:pt x="26231" y="339684"/>
                  </a:lnTo>
                  <a:lnTo>
                    <a:pt x="25040" y="338848"/>
                  </a:lnTo>
                  <a:lnTo>
                    <a:pt x="24057" y="337568"/>
                  </a:lnTo>
                  <a:lnTo>
                    <a:pt x="22668" y="335192"/>
                  </a:lnTo>
                  <a:lnTo>
                    <a:pt x="21940" y="334323"/>
                  </a:lnTo>
                  <a:lnTo>
                    <a:pt x="21115" y="336299"/>
                  </a:lnTo>
                  <a:lnTo>
                    <a:pt x="21082" y="335393"/>
                  </a:lnTo>
                  <a:lnTo>
                    <a:pt x="21493" y="333096"/>
                  </a:lnTo>
                  <a:lnTo>
                    <a:pt x="21377" y="329245"/>
                  </a:lnTo>
                  <a:lnTo>
                    <a:pt x="22620" y="332318"/>
                  </a:lnTo>
                  <a:lnTo>
                    <a:pt x="22234" y="330154"/>
                  </a:lnTo>
                  <a:lnTo>
                    <a:pt x="21267" y="327775"/>
                  </a:lnTo>
                  <a:lnTo>
                    <a:pt x="20530" y="326948"/>
                  </a:lnTo>
                  <a:lnTo>
                    <a:pt x="19605" y="322687"/>
                  </a:lnTo>
                  <a:lnTo>
                    <a:pt x="17525" y="320129"/>
                  </a:lnTo>
                  <a:lnTo>
                    <a:pt x="15858" y="315998"/>
                  </a:lnTo>
                  <a:lnTo>
                    <a:pt x="12449" y="309153"/>
                  </a:lnTo>
                  <a:lnTo>
                    <a:pt x="12221" y="303134"/>
                  </a:lnTo>
                  <a:lnTo>
                    <a:pt x="10978" y="295527"/>
                  </a:lnTo>
                  <a:lnTo>
                    <a:pt x="11503" y="291197"/>
                  </a:lnTo>
                  <a:lnTo>
                    <a:pt x="11432" y="288131"/>
                  </a:lnTo>
                  <a:lnTo>
                    <a:pt x="10822" y="283499"/>
                  </a:lnTo>
                  <a:lnTo>
                    <a:pt x="10186" y="280978"/>
                  </a:lnTo>
                  <a:lnTo>
                    <a:pt x="7422" y="274071"/>
                  </a:lnTo>
                  <a:lnTo>
                    <a:pt x="4762" y="269419"/>
                  </a:lnTo>
                  <a:lnTo>
                    <a:pt x="4361" y="265899"/>
                  </a:lnTo>
                  <a:lnTo>
                    <a:pt x="4174" y="262350"/>
                  </a:lnTo>
                  <a:lnTo>
                    <a:pt x="4756" y="259191"/>
                  </a:lnTo>
                  <a:lnTo>
                    <a:pt x="5260" y="255868"/>
                  </a:lnTo>
                  <a:lnTo>
                    <a:pt x="5627" y="254990"/>
                  </a:lnTo>
                  <a:lnTo>
                    <a:pt x="5770" y="255356"/>
                  </a:lnTo>
                  <a:lnTo>
                    <a:pt x="5668" y="256065"/>
                  </a:lnTo>
                  <a:lnTo>
                    <a:pt x="6045" y="256284"/>
                  </a:lnTo>
                  <a:lnTo>
                    <a:pt x="6188" y="254818"/>
                  </a:lnTo>
                  <a:lnTo>
                    <a:pt x="6413" y="254061"/>
                  </a:lnTo>
                  <a:lnTo>
                    <a:pt x="6015" y="253963"/>
                  </a:lnTo>
                  <a:lnTo>
                    <a:pt x="6056" y="253499"/>
                  </a:lnTo>
                  <a:lnTo>
                    <a:pt x="6294" y="252573"/>
                  </a:lnTo>
                  <a:lnTo>
                    <a:pt x="7118" y="248208"/>
                  </a:lnTo>
                  <a:lnTo>
                    <a:pt x="7032" y="242708"/>
                  </a:lnTo>
                  <a:lnTo>
                    <a:pt x="7915" y="235963"/>
                  </a:lnTo>
                  <a:lnTo>
                    <a:pt x="7873" y="233737"/>
                  </a:lnTo>
                  <a:lnTo>
                    <a:pt x="7308" y="228944"/>
                  </a:lnTo>
                  <a:lnTo>
                    <a:pt x="6746" y="226070"/>
                  </a:lnTo>
                  <a:lnTo>
                    <a:pt x="5742" y="224032"/>
                  </a:lnTo>
                  <a:lnTo>
                    <a:pt x="6185" y="221059"/>
                  </a:lnTo>
                  <a:lnTo>
                    <a:pt x="6148" y="218221"/>
                  </a:lnTo>
                  <a:lnTo>
                    <a:pt x="4376" y="214135"/>
                  </a:lnTo>
                  <a:lnTo>
                    <a:pt x="3701" y="208773"/>
                  </a:lnTo>
                  <a:lnTo>
                    <a:pt x="3571" y="206508"/>
                  </a:lnTo>
                  <a:lnTo>
                    <a:pt x="3748" y="200519"/>
                  </a:lnTo>
                  <a:lnTo>
                    <a:pt x="3284" y="197962"/>
                  </a:lnTo>
                  <a:lnTo>
                    <a:pt x="2101" y="193746"/>
                  </a:lnTo>
                  <a:lnTo>
                    <a:pt x="2608" y="190083"/>
                  </a:lnTo>
                  <a:lnTo>
                    <a:pt x="3153" y="187852"/>
                  </a:lnTo>
                  <a:lnTo>
                    <a:pt x="4484" y="178122"/>
                  </a:lnTo>
                  <a:lnTo>
                    <a:pt x="4804" y="177337"/>
                  </a:lnTo>
                  <a:lnTo>
                    <a:pt x="5361" y="177361"/>
                  </a:lnTo>
                  <a:lnTo>
                    <a:pt x="6330" y="175708"/>
                  </a:lnTo>
                  <a:lnTo>
                    <a:pt x="5883" y="175323"/>
                  </a:lnTo>
                  <a:lnTo>
                    <a:pt x="5207" y="176111"/>
                  </a:lnTo>
                  <a:lnTo>
                    <a:pt x="5809" y="172260"/>
                  </a:lnTo>
                  <a:lnTo>
                    <a:pt x="6485" y="168964"/>
                  </a:lnTo>
                  <a:lnTo>
                    <a:pt x="6925" y="167777"/>
                  </a:lnTo>
                  <a:lnTo>
                    <a:pt x="7148" y="157023"/>
                  </a:lnTo>
                  <a:lnTo>
                    <a:pt x="7537" y="148805"/>
                  </a:lnTo>
                  <a:lnTo>
                    <a:pt x="8175" y="146096"/>
                  </a:lnTo>
                  <a:lnTo>
                    <a:pt x="7953" y="143301"/>
                  </a:lnTo>
                  <a:lnTo>
                    <a:pt x="8211" y="139513"/>
                  </a:lnTo>
                  <a:lnTo>
                    <a:pt x="8030" y="135687"/>
                  </a:lnTo>
                  <a:lnTo>
                    <a:pt x="9395" y="117275"/>
                  </a:lnTo>
                  <a:lnTo>
                    <a:pt x="9216" y="115052"/>
                  </a:lnTo>
                  <a:lnTo>
                    <a:pt x="9632" y="112071"/>
                  </a:lnTo>
                  <a:lnTo>
                    <a:pt x="9239" y="104210"/>
                  </a:lnTo>
                  <a:lnTo>
                    <a:pt x="9413" y="95416"/>
                  </a:lnTo>
                  <a:lnTo>
                    <a:pt x="9066" y="94301"/>
                  </a:lnTo>
                  <a:lnTo>
                    <a:pt x="8892" y="93088"/>
                  </a:lnTo>
                  <a:lnTo>
                    <a:pt x="9218" y="92909"/>
                  </a:lnTo>
                  <a:lnTo>
                    <a:pt x="9850" y="94187"/>
                  </a:lnTo>
                  <a:lnTo>
                    <a:pt x="12788" y="94174"/>
                  </a:lnTo>
                  <a:lnTo>
                    <a:pt x="14663" y="92991"/>
                  </a:lnTo>
                  <a:lnTo>
                    <a:pt x="15345" y="93382"/>
                  </a:lnTo>
                  <a:lnTo>
                    <a:pt x="16136" y="94991"/>
                  </a:lnTo>
                  <a:lnTo>
                    <a:pt x="17132" y="95315"/>
                  </a:lnTo>
                  <a:lnTo>
                    <a:pt x="18378" y="95031"/>
                  </a:lnTo>
                  <a:lnTo>
                    <a:pt x="17999" y="94627"/>
                  </a:lnTo>
                  <a:lnTo>
                    <a:pt x="17415" y="94522"/>
                  </a:lnTo>
                  <a:lnTo>
                    <a:pt x="16106" y="93040"/>
                  </a:lnTo>
                  <a:lnTo>
                    <a:pt x="15364" y="91560"/>
                  </a:lnTo>
                  <a:lnTo>
                    <a:pt x="13075" y="91659"/>
                  </a:lnTo>
                  <a:lnTo>
                    <a:pt x="12606" y="90710"/>
                  </a:lnTo>
                  <a:lnTo>
                    <a:pt x="10047" y="91658"/>
                  </a:lnTo>
                  <a:lnTo>
                    <a:pt x="9257" y="90684"/>
                  </a:lnTo>
                  <a:lnTo>
                    <a:pt x="7863" y="91313"/>
                  </a:lnTo>
                  <a:lnTo>
                    <a:pt x="8204" y="88551"/>
                  </a:lnTo>
                  <a:lnTo>
                    <a:pt x="8141" y="85076"/>
                  </a:lnTo>
                  <a:lnTo>
                    <a:pt x="8213" y="81691"/>
                  </a:lnTo>
                  <a:lnTo>
                    <a:pt x="8558" y="84164"/>
                  </a:lnTo>
                  <a:lnTo>
                    <a:pt x="9425" y="86788"/>
                  </a:lnTo>
                  <a:lnTo>
                    <a:pt x="9841" y="83810"/>
                  </a:lnTo>
                  <a:lnTo>
                    <a:pt x="10128" y="80067"/>
                  </a:lnTo>
                  <a:lnTo>
                    <a:pt x="9282" y="78629"/>
                  </a:lnTo>
                  <a:lnTo>
                    <a:pt x="7876" y="77563"/>
                  </a:lnTo>
                  <a:lnTo>
                    <a:pt x="7372" y="74078"/>
                  </a:lnTo>
                  <a:lnTo>
                    <a:pt x="10699" y="71109"/>
                  </a:lnTo>
                  <a:lnTo>
                    <a:pt x="8933" y="70480"/>
                  </a:lnTo>
                  <a:lnTo>
                    <a:pt x="8239" y="69144"/>
                  </a:lnTo>
                  <a:lnTo>
                    <a:pt x="7382" y="68981"/>
                  </a:lnTo>
                  <a:lnTo>
                    <a:pt x="7319" y="70011"/>
                  </a:lnTo>
                  <a:lnTo>
                    <a:pt x="7042" y="71360"/>
                  </a:lnTo>
                  <a:lnTo>
                    <a:pt x="6742" y="69568"/>
                  </a:lnTo>
                  <a:lnTo>
                    <a:pt x="6656" y="67460"/>
                  </a:lnTo>
                  <a:lnTo>
                    <a:pt x="6307" y="63859"/>
                  </a:lnTo>
                  <a:lnTo>
                    <a:pt x="4944" y="58066"/>
                  </a:lnTo>
                  <a:lnTo>
                    <a:pt x="4120" y="50559"/>
                  </a:lnTo>
                  <a:lnTo>
                    <a:pt x="3083" y="46848"/>
                  </a:lnTo>
                  <a:lnTo>
                    <a:pt x="1096" y="43304"/>
                  </a:lnTo>
                  <a:lnTo>
                    <a:pt x="578" y="41237"/>
                  </a:lnTo>
                  <a:lnTo>
                    <a:pt x="102" y="35991"/>
                  </a:lnTo>
                  <a:lnTo>
                    <a:pt x="370" y="32024"/>
                  </a:lnTo>
                  <a:lnTo>
                    <a:pt x="0" y="29232"/>
                  </a:lnTo>
                  <a:lnTo>
                    <a:pt x="954" y="29390"/>
                  </a:lnTo>
                  <a:lnTo>
                    <a:pt x="3466" y="31584"/>
                  </a:lnTo>
                  <a:lnTo>
                    <a:pt x="6595" y="33308"/>
                  </a:lnTo>
                  <a:lnTo>
                    <a:pt x="7541" y="34562"/>
                  </a:lnTo>
                  <a:lnTo>
                    <a:pt x="9059" y="35494"/>
                  </a:lnTo>
                  <a:lnTo>
                    <a:pt x="17467" y="36940"/>
                  </a:lnTo>
                  <a:lnTo>
                    <a:pt x="18016" y="36802"/>
                  </a:lnTo>
                  <a:lnTo>
                    <a:pt x="19103" y="35906"/>
                  </a:lnTo>
                  <a:lnTo>
                    <a:pt x="19565" y="36012"/>
                  </a:lnTo>
                  <a:lnTo>
                    <a:pt x="20801" y="38061"/>
                  </a:lnTo>
                  <a:lnTo>
                    <a:pt x="21422" y="38306"/>
                  </a:lnTo>
                  <a:lnTo>
                    <a:pt x="22225" y="38200"/>
                  </a:lnTo>
                  <a:lnTo>
                    <a:pt x="22817" y="37811"/>
                  </a:lnTo>
                  <a:lnTo>
                    <a:pt x="23832" y="36406"/>
                  </a:lnTo>
                  <a:lnTo>
                    <a:pt x="23969" y="36926"/>
                  </a:lnTo>
                  <a:lnTo>
                    <a:pt x="23950" y="38227"/>
                  </a:lnTo>
                  <a:lnTo>
                    <a:pt x="24312" y="40081"/>
                  </a:lnTo>
                  <a:lnTo>
                    <a:pt x="25055" y="42488"/>
                  </a:lnTo>
                  <a:lnTo>
                    <a:pt x="25337" y="43984"/>
                  </a:lnTo>
                  <a:lnTo>
                    <a:pt x="23835" y="48201"/>
                  </a:lnTo>
                  <a:lnTo>
                    <a:pt x="23546" y="48292"/>
                  </a:lnTo>
                  <a:lnTo>
                    <a:pt x="23502" y="46865"/>
                  </a:lnTo>
                  <a:lnTo>
                    <a:pt x="23304" y="46584"/>
                  </a:lnTo>
                  <a:lnTo>
                    <a:pt x="20475" y="53711"/>
                  </a:lnTo>
                  <a:lnTo>
                    <a:pt x="19483" y="57086"/>
                  </a:lnTo>
                  <a:lnTo>
                    <a:pt x="19384" y="58613"/>
                  </a:lnTo>
                  <a:lnTo>
                    <a:pt x="19418" y="59507"/>
                  </a:lnTo>
                  <a:lnTo>
                    <a:pt x="19814" y="59727"/>
                  </a:lnTo>
                  <a:lnTo>
                    <a:pt x="20719" y="59377"/>
                  </a:lnTo>
                  <a:lnTo>
                    <a:pt x="22061" y="57975"/>
                  </a:lnTo>
                  <a:lnTo>
                    <a:pt x="22126" y="57671"/>
                  </a:lnTo>
                  <a:lnTo>
                    <a:pt x="20875" y="58170"/>
                  </a:lnTo>
                  <a:lnTo>
                    <a:pt x="20276" y="58212"/>
                  </a:lnTo>
                  <a:lnTo>
                    <a:pt x="20358" y="56616"/>
                  </a:lnTo>
                  <a:lnTo>
                    <a:pt x="20500" y="55857"/>
                  </a:lnTo>
                  <a:lnTo>
                    <a:pt x="21316" y="53492"/>
                  </a:lnTo>
                  <a:lnTo>
                    <a:pt x="22175" y="52074"/>
                  </a:lnTo>
                  <a:lnTo>
                    <a:pt x="23395" y="50562"/>
                  </a:lnTo>
                  <a:lnTo>
                    <a:pt x="24097" y="49321"/>
                  </a:lnTo>
                  <a:lnTo>
                    <a:pt x="24582" y="47502"/>
                  </a:lnTo>
                  <a:lnTo>
                    <a:pt x="25936" y="45333"/>
                  </a:lnTo>
                  <a:lnTo>
                    <a:pt x="26186" y="44728"/>
                  </a:lnTo>
                  <a:lnTo>
                    <a:pt x="26127" y="42942"/>
                  </a:lnTo>
                  <a:lnTo>
                    <a:pt x="26212" y="42603"/>
                  </a:lnTo>
                  <a:lnTo>
                    <a:pt x="26865" y="42844"/>
                  </a:lnTo>
                  <a:lnTo>
                    <a:pt x="27137" y="45917"/>
                  </a:lnTo>
                  <a:lnTo>
                    <a:pt x="26975" y="47288"/>
                  </a:lnTo>
                  <a:lnTo>
                    <a:pt x="25809" y="48959"/>
                  </a:lnTo>
                  <a:lnTo>
                    <a:pt x="25664" y="49549"/>
                  </a:lnTo>
                  <a:lnTo>
                    <a:pt x="25868" y="51830"/>
                  </a:lnTo>
                  <a:lnTo>
                    <a:pt x="25687" y="52051"/>
                  </a:lnTo>
                  <a:lnTo>
                    <a:pt x="25243" y="51782"/>
                  </a:lnTo>
                  <a:lnTo>
                    <a:pt x="25105" y="51927"/>
                  </a:lnTo>
                  <a:lnTo>
                    <a:pt x="26211" y="54407"/>
                  </a:lnTo>
                  <a:lnTo>
                    <a:pt x="26562" y="56334"/>
                  </a:lnTo>
                  <a:lnTo>
                    <a:pt x="26609" y="58056"/>
                  </a:lnTo>
                  <a:lnTo>
                    <a:pt x="26309" y="61358"/>
                  </a:lnTo>
                  <a:lnTo>
                    <a:pt x="25988" y="61907"/>
                  </a:lnTo>
                  <a:lnTo>
                    <a:pt x="25436" y="61705"/>
                  </a:lnTo>
                  <a:lnTo>
                    <a:pt x="24707" y="60672"/>
                  </a:lnTo>
                  <a:lnTo>
                    <a:pt x="24544" y="61005"/>
                  </a:lnTo>
                  <a:lnTo>
                    <a:pt x="23966" y="63569"/>
                  </a:lnTo>
                  <a:lnTo>
                    <a:pt x="23774" y="63344"/>
                  </a:lnTo>
                  <a:lnTo>
                    <a:pt x="23413" y="60301"/>
                  </a:lnTo>
                  <a:lnTo>
                    <a:pt x="23217" y="60076"/>
                  </a:lnTo>
                  <a:lnTo>
                    <a:pt x="22093" y="61462"/>
                  </a:lnTo>
                  <a:lnTo>
                    <a:pt x="21641" y="62794"/>
                  </a:lnTo>
                  <a:lnTo>
                    <a:pt x="21253" y="64922"/>
                  </a:lnTo>
                  <a:lnTo>
                    <a:pt x="20760" y="65916"/>
                  </a:lnTo>
                  <a:lnTo>
                    <a:pt x="22159" y="66136"/>
                  </a:lnTo>
                  <a:lnTo>
                    <a:pt x="23421" y="65707"/>
                  </a:lnTo>
                  <a:lnTo>
                    <a:pt x="24433" y="66717"/>
                  </a:lnTo>
                  <a:lnTo>
                    <a:pt x="24778" y="66744"/>
                  </a:lnTo>
                  <a:lnTo>
                    <a:pt x="25702" y="65759"/>
                  </a:lnTo>
                  <a:lnTo>
                    <a:pt x="25985" y="65087"/>
                  </a:lnTo>
                  <a:lnTo>
                    <a:pt x="26750" y="61878"/>
                  </a:lnTo>
                  <a:lnTo>
                    <a:pt x="27133" y="61304"/>
                  </a:lnTo>
                  <a:lnTo>
                    <a:pt x="27704" y="61280"/>
                  </a:lnTo>
                  <a:lnTo>
                    <a:pt x="28256" y="60799"/>
                  </a:lnTo>
                  <a:lnTo>
                    <a:pt x="29074" y="59041"/>
                  </a:lnTo>
                  <a:lnTo>
                    <a:pt x="29107" y="58343"/>
                  </a:lnTo>
                  <a:lnTo>
                    <a:pt x="28810" y="54408"/>
                  </a:lnTo>
                  <a:lnTo>
                    <a:pt x="28895" y="52176"/>
                  </a:lnTo>
                  <a:lnTo>
                    <a:pt x="28742" y="51469"/>
                  </a:lnTo>
                  <a:lnTo>
                    <a:pt x="28375" y="50736"/>
                  </a:lnTo>
                  <a:lnTo>
                    <a:pt x="28420" y="50024"/>
                  </a:lnTo>
                  <a:lnTo>
                    <a:pt x="28706" y="48850"/>
                  </a:lnTo>
                  <a:lnTo>
                    <a:pt x="28726" y="47790"/>
                  </a:lnTo>
                  <a:lnTo>
                    <a:pt x="28482" y="46847"/>
                  </a:lnTo>
                  <a:lnTo>
                    <a:pt x="28592" y="45774"/>
                  </a:lnTo>
                  <a:lnTo>
                    <a:pt x="29364" y="43467"/>
                  </a:lnTo>
                  <a:lnTo>
                    <a:pt x="29510" y="42450"/>
                  </a:lnTo>
                  <a:lnTo>
                    <a:pt x="30454" y="40155"/>
                  </a:lnTo>
                  <a:lnTo>
                    <a:pt x="30216" y="39230"/>
                  </a:lnTo>
                  <a:lnTo>
                    <a:pt x="29522" y="38103"/>
                  </a:lnTo>
                  <a:lnTo>
                    <a:pt x="29084" y="37109"/>
                  </a:lnTo>
                  <a:lnTo>
                    <a:pt x="28644" y="35556"/>
                  </a:lnTo>
                  <a:lnTo>
                    <a:pt x="28309" y="35037"/>
                  </a:lnTo>
                  <a:lnTo>
                    <a:pt x="28199" y="35274"/>
                  </a:lnTo>
                  <a:lnTo>
                    <a:pt x="28669" y="37814"/>
                  </a:lnTo>
                  <a:lnTo>
                    <a:pt x="28569" y="37986"/>
                  </a:lnTo>
                  <a:lnTo>
                    <a:pt x="27344" y="36617"/>
                  </a:lnTo>
                  <a:lnTo>
                    <a:pt x="27060" y="35754"/>
                  </a:lnTo>
                  <a:lnTo>
                    <a:pt x="26910" y="34582"/>
                  </a:lnTo>
                  <a:lnTo>
                    <a:pt x="27019" y="33702"/>
                  </a:lnTo>
                  <a:lnTo>
                    <a:pt x="27677" y="32834"/>
                  </a:lnTo>
                  <a:lnTo>
                    <a:pt x="28463" y="32518"/>
                  </a:lnTo>
                  <a:lnTo>
                    <a:pt x="28399" y="31788"/>
                  </a:lnTo>
                  <a:lnTo>
                    <a:pt x="27413" y="29411"/>
                  </a:lnTo>
                  <a:lnTo>
                    <a:pt x="26756" y="28329"/>
                  </a:lnTo>
                  <a:lnTo>
                    <a:pt x="26251" y="27805"/>
                  </a:lnTo>
                  <a:lnTo>
                    <a:pt x="25570" y="27668"/>
                  </a:lnTo>
                  <a:lnTo>
                    <a:pt x="25265" y="27282"/>
                  </a:lnTo>
                  <a:lnTo>
                    <a:pt x="25185" y="26725"/>
                  </a:lnTo>
                  <a:lnTo>
                    <a:pt x="25329" y="25993"/>
                  </a:lnTo>
                  <a:lnTo>
                    <a:pt x="25691" y="25760"/>
                  </a:lnTo>
                  <a:lnTo>
                    <a:pt x="26743" y="26053"/>
                  </a:lnTo>
                  <a:lnTo>
                    <a:pt x="27310" y="25533"/>
                  </a:lnTo>
                  <a:lnTo>
                    <a:pt x="27257" y="24590"/>
                  </a:lnTo>
                  <a:lnTo>
                    <a:pt x="27088" y="24067"/>
                  </a:lnTo>
                  <a:lnTo>
                    <a:pt x="27113" y="20691"/>
                  </a:lnTo>
                  <a:lnTo>
                    <a:pt x="26713" y="17947"/>
                  </a:lnTo>
                  <a:lnTo>
                    <a:pt x="26505" y="17484"/>
                  </a:lnTo>
                  <a:lnTo>
                    <a:pt x="26281" y="17436"/>
                  </a:lnTo>
                  <a:lnTo>
                    <a:pt x="26043" y="17805"/>
                  </a:lnTo>
                  <a:lnTo>
                    <a:pt x="25382" y="17901"/>
                  </a:lnTo>
                  <a:lnTo>
                    <a:pt x="24976" y="17002"/>
                  </a:lnTo>
                  <a:lnTo>
                    <a:pt x="24525" y="15266"/>
                  </a:lnTo>
                  <a:lnTo>
                    <a:pt x="23707" y="11129"/>
                  </a:lnTo>
                  <a:lnTo>
                    <a:pt x="24970" y="11129"/>
                  </a:lnTo>
                  <a:lnTo>
                    <a:pt x="30232" y="11129"/>
                  </a:lnTo>
                  <a:lnTo>
                    <a:pt x="35493" y="11129"/>
                  </a:lnTo>
                  <a:lnTo>
                    <a:pt x="40755" y="11129"/>
                  </a:lnTo>
                  <a:lnTo>
                    <a:pt x="46016" y="11129"/>
                  </a:lnTo>
                  <a:lnTo>
                    <a:pt x="51277" y="11129"/>
                  </a:lnTo>
                  <a:lnTo>
                    <a:pt x="56539" y="11129"/>
                  </a:lnTo>
                  <a:lnTo>
                    <a:pt x="61800" y="11129"/>
                  </a:lnTo>
                  <a:lnTo>
                    <a:pt x="67062" y="11128"/>
                  </a:lnTo>
                  <a:lnTo>
                    <a:pt x="72324" y="11128"/>
                  </a:lnTo>
                  <a:lnTo>
                    <a:pt x="77585" y="11128"/>
                  </a:lnTo>
                  <a:lnTo>
                    <a:pt x="82846" y="11128"/>
                  </a:lnTo>
                  <a:lnTo>
                    <a:pt x="88108" y="11128"/>
                  </a:lnTo>
                  <a:lnTo>
                    <a:pt x="93369" y="11128"/>
                  </a:lnTo>
                  <a:lnTo>
                    <a:pt x="98631" y="11128"/>
                  </a:lnTo>
                  <a:lnTo>
                    <a:pt x="103893" y="11128"/>
                  </a:lnTo>
                  <a:lnTo>
                    <a:pt x="109154" y="11128"/>
                  </a:lnTo>
                  <a:lnTo>
                    <a:pt x="114415" y="11128"/>
                  </a:lnTo>
                  <a:lnTo>
                    <a:pt x="119677" y="11128"/>
                  </a:lnTo>
                  <a:lnTo>
                    <a:pt x="124938" y="11128"/>
                  </a:lnTo>
                  <a:lnTo>
                    <a:pt x="130200" y="11128"/>
                  </a:lnTo>
                  <a:lnTo>
                    <a:pt x="135461" y="11128"/>
                  </a:lnTo>
                  <a:lnTo>
                    <a:pt x="140723" y="11128"/>
                  </a:lnTo>
                  <a:lnTo>
                    <a:pt x="145984" y="11128"/>
                  </a:lnTo>
                  <a:lnTo>
                    <a:pt x="151245" y="11128"/>
                  </a:lnTo>
                  <a:lnTo>
                    <a:pt x="156507" y="11128"/>
                  </a:lnTo>
                  <a:lnTo>
                    <a:pt x="161769" y="11128"/>
                  </a:lnTo>
                  <a:lnTo>
                    <a:pt x="167030" y="11128"/>
                  </a:lnTo>
                  <a:lnTo>
                    <a:pt x="172292" y="11128"/>
                  </a:lnTo>
                  <a:lnTo>
                    <a:pt x="177553" y="11128"/>
                  </a:lnTo>
                  <a:lnTo>
                    <a:pt x="182815" y="11128"/>
                  </a:lnTo>
                  <a:lnTo>
                    <a:pt x="188076" y="11128"/>
                  </a:lnTo>
                  <a:lnTo>
                    <a:pt x="193338" y="11126"/>
                  </a:lnTo>
                  <a:lnTo>
                    <a:pt x="198599" y="11126"/>
                  </a:lnTo>
                  <a:lnTo>
                    <a:pt x="203860" y="11126"/>
                  </a:lnTo>
                  <a:lnTo>
                    <a:pt x="209122" y="11126"/>
                  </a:lnTo>
                  <a:lnTo>
                    <a:pt x="214383" y="11126"/>
                  </a:lnTo>
                  <a:lnTo>
                    <a:pt x="219645" y="11126"/>
                  </a:lnTo>
                  <a:lnTo>
                    <a:pt x="224907" y="11126"/>
                  </a:lnTo>
                  <a:lnTo>
                    <a:pt x="230168" y="11126"/>
                  </a:lnTo>
                  <a:lnTo>
                    <a:pt x="235429" y="11126"/>
                  </a:lnTo>
                  <a:lnTo>
                    <a:pt x="240691" y="11126"/>
                  </a:lnTo>
                  <a:lnTo>
                    <a:pt x="245952" y="11126"/>
                  </a:lnTo>
                  <a:lnTo>
                    <a:pt x="251214" y="11126"/>
                  </a:lnTo>
                  <a:lnTo>
                    <a:pt x="256475" y="11126"/>
                  </a:lnTo>
                  <a:lnTo>
                    <a:pt x="261737" y="11126"/>
                  </a:lnTo>
                  <a:lnTo>
                    <a:pt x="266998" y="11126"/>
                  </a:lnTo>
                  <a:lnTo>
                    <a:pt x="272260" y="11126"/>
                  </a:lnTo>
                  <a:lnTo>
                    <a:pt x="277521" y="11126"/>
                  </a:lnTo>
                  <a:lnTo>
                    <a:pt x="282783" y="11126"/>
                  </a:lnTo>
                  <a:lnTo>
                    <a:pt x="288044" y="11126"/>
                  </a:lnTo>
                  <a:lnTo>
                    <a:pt x="293306" y="11126"/>
                  </a:lnTo>
                  <a:lnTo>
                    <a:pt x="298567" y="11126"/>
                  </a:lnTo>
                  <a:lnTo>
                    <a:pt x="303828" y="11126"/>
                  </a:lnTo>
                  <a:lnTo>
                    <a:pt x="309090" y="11126"/>
                  </a:lnTo>
                  <a:lnTo>
                    <a:pt x="314352" y="11126"/>
                  </a:lnTo>
                  <a:lnTo>
                    <a:pt x="319613" y="11125"/>
                  </a:lnTo>
                  <a:lnTo>
                    <a:pt x="324874" y="11125"/>
                  </a:lnTo>
                  <a:lnTo>
                    <a:pt x="330136" y="11125"/>
                  </a:lnTo>
                  <a:lnTo>
                    <a:pt x="335397" y="11125"/>
                  </a:lnTo>
                  <a:lnTo>
                    <a:pt x="340659" y="11125"/>
                  </a:lnTo>
                  <a:lnTo>
                    <a:pt x="345921" y="11125"/>
                  </a:lnTo>
                  <a:lnTo>
                    <a:pt x="351182" y="11125"/>
                  </a:lnTo>
                  <a:lnTo>
                    <a:pt x="356443" y="11125"/>
                  </a:lnTo>
                  <a:lnTo>
                    <a:pt x="361705" y="11125"/>
                  </a:lnTo>
                  <a:lnTo>
                    <a:pt x="364615" y="11167"/>
                  </a:lnTo>
                  <a:lnTo>
                    <a:pt x="364662" y="4922"/>
                  </a:lnTo>
                  <a:lnTo>
                    <a:pt x="364699" y="0"/>
                  </a:lnTo>
                  <a:lnTo>
                    <a:pt x="367363" y="598"/>
                  </a:lnTo>
                  <a:lnTo>
                    <a:pt x="368160" y="1496"/>
                  </a:lnTo>
                  <a:lnTo>
                    <a:pt x="368412" y="1923"/>
                  </a:lnTo>
                  <a:lnTo>
                    <a:pt x="368338" y="3282"/>
                  </a:lnTo>
                  <a:lnTo>
                    <a:pt x="368558" y="7401"/>
                  </a:lnTo>
                  <a:lnTo>
                    <a:pt x="369040" y="10836"/>
                  </a:lnTo>
                  <a:lnTo>
                    <a:pt x="370162" y="14972"/>
                  </a:lnTo>
                  <a:lnTo>
                    <a:pt x="370254" y="16582"/>
                  </a:lnTo>
                  <a:lnTo>
                    <a:pt x="370621" y="17589"/>
                  </a:lnTo>
                  <a:lnTo>
                    <a:pt x="371293" y="18528"/>
                  </a:lnTo>
                  <a:lnTo>
                    <a:pt x="373844" y="19667"/>
                  </a:lnTo>
                  <a:lnTo>
                    <a:pt x="378274" y="20998"/>
                  </a:lnTo>
                  <a:lnTo>
                    <a:pt x="380786" y="22528"/>
                  </a:lnTo>
                  <a:lnTo>
                    <a:pt x="381379" y="24252"/>
                  </a:lnTo>
                  <a:lnTo>
                    <a:pt x="382562" y="24946"/>
                  </a:lnTo>
                  <a:lnTo>
                    <a:pt x="384332" y="24607"/>
                  </a:lnTo>
                  <a:lnTo>
                    <a:pt x="385574" y="23887"/>
                  </a:lnTo>
                  <a:lnTo>
                    <a:pt x="386632" y="22254"/>
                  </a:lnTo>
                  <a:lnTo>
                    <a:pt x="388112" y="21890"/>
                  </a:lnTo>
                  <a:lnTo>
                    <a:pt x="389379" y="21994"/>
                  </a:lnTo>
                  <a:lnTo>
                    <a:pt x="390657" y="22155"/>
                  </a:lnTo>
                  <a:lnTo>
                    <a:pt x="391341" y="22393"/>
                  </a:lnTo>
                  <a:lnTo>
                    <a:pt x="393310" y="23695"/>
                  </a:lnTo>
                  <a:lnTo>
                    <a:pt x="394594" y="24757"/>
                  </a:lnTo>
                  <a:lnTo>
                    <a:pt x="396437" y="26729"/>
                  </a:lnTo>
                  <a:lnTo>
                    <a:pt x="397458" y="27608"/>
                  </a:lnTo>
                  <a:lnTo>
                    <a:pt x="397947" y="29661"/>
                  </a:lnTo>
                  <a:lnTo>
                    <a:pt x="398519" y="32298"/>
                  </a:lnTo>
                  <a:lnTo>
                    <a:pt x="399335" y="32298"/>
                  </a:lnTo>
                  <a:lnTo>
                    <a:pt x="399949" y="30753"/>
                  </a:lnTo>
                  <a:lnTo>
                    <a:pt x="401515" y="30473"/>
                  </a:lnTo>
                  <a:lnTo>
                    <a:pt x="403571" y="31553"/>
                  </a:lnTo>
                  <a:lnTo>
                    <a:pt x="405382" y="34634"/>
                  </a:lnTo>
                  <a:lnTo>
                    <a:pt x="407987" y="37382"/>
                  </a:lnTo>
                  <a:lnTo>
                    <a:pt x="409579" y="38749"/>
                  </a:lnTo>
                  <a:lnTo>
                    <a:pt x="411196" y="38742"/>
                  </a:lnTo>
                  <a:lnTo>
                    <a:pt x="413252" y="37382"/>
                  </a:lnTo>
                  <a:lnTo>
                    <a:pt x="415438" y="34748"/>
                  </a:lnTo>
                  <a:lnTo>
                    <a:pt x="417010" y="34292"/>
                  </a:lnTo>
                  <a:lnTo>
                    <a:pt x="417945" y="34546"/>
                  </a:lnTo>
                  <a:lnTo>
                    <a:pt x="418475" y="36600"/>
                  </a:lnTo>
                  <a:lnTo>
                    <a:pt x="419129" y="37382"/>
                  </a:lnTo>
                  <a:lnTo>
                    <a:pt x="420823" y="37145"/>
                  </a:lnTo>
                  <a:lnTo>
                    <a:pt x="424364" y="37542"/>
                  </a:lnTo>
                  <a:lnTo>
                    <a:pt x="427181" y="36982"/>
                  </a:lnTo>
                  <a:lnTo>
                    <a:pt x="427821" y="38162"/>
                  </a:lnTo>
                  <a:lnTo>
                    <a:pt x="428393" y="40019"/>
                  </a:lnTo>
                  <a:lnTo>
                    <a:pt x="429536" y="40606"/>
                  </a:lnTo>
                  <a:lnTo>
                    <a:pt x="431086" y="40019"/>
                  </a:lnTo>
                  <a:lnTo>
                    <a:pt x="433860" y="40475"/>
                  </a:lnTo>
                  <a:lnTo>
                    <a:pt x="435031" y="40583"/>
                  </a:lnTo>
                  <a:lnTo>
                    <a:pt x="437283" y="39882"/>
                  </a:lnTo>
                  <a:lnTo>
                    <a:pt x="438363" y="39071"/>
                  </a:lnTo>
                  <a:lnTo>
                    <a:pt x="439882" y="37700"/>
                  </a:lnTo>
                  <a:lnTo>
                    <a:pt x="441904" y="35871"/>
                  </a:lnTo>
                  <a:lnTo>
                    <a:pt x="445445" y="32671"/>
                  </a:lnTo>
                  <a:lnTo>
                    <a:pt x="448327" y="31516"/>
                  </a:lnTo>
                  <a:lnTo>
                    <a:pt x="451012" y="33812"/>
                  </a:lnTo>
                  <a:lnTo>
                    <a:pt x="453149" y="35836"/>
                  </a:lnTo>
                  <a:lnTo>
                    <a:pt x="453975" y="36620"/>
                  </a:lnTo>
                  <a:lnTo>
                    <a:pt x="456154" y="38683"/>
                  </a:lnTo>
                  <a:lnTo>
                    <a:pt x="459235" y="41602"/>
                  </a:lnTo>
                  <a:lnTo>
                    <a:pt x="462767" y="44949"/>
                  </a:lnTo>
                  <a:lnTo>
                    <a:pt x="466298" y="48296"/>
                  </a:lnTo>
                  <a:lnTo>
                    <a:pt x="469379" y="51215"/>
                  </a:lnTo>
                  <a:lnTo>
                    <a:pt x="471558" y="53279"/>
                  </a:lnTo>
                  <a:lnTo>
                    <a:pt x="472385" y="54062"/>
                  </a:lnTo>
                  <a:lnTo>
                    <a:pt x="474780" y="56427"/>
                  </a:lnTo>
                  <a:lnTo>
                    <a:pt x="477175" y="58792"/>
                  </a:lnTo>
                  <a:lnTo>
                    <a:pt x="479570" y="61156"/>
                  </a:lnTo>
                  <a:lnTo>
                    <a:pt x="481965" y="63521"/>
                  </a:lnTo>
                  <a:lnTo>
                    <a:pt x="484359" y="65886"/>
                  </a:lnTo>
                  <a:lnTo>
                    <a:pt x="486754" y="68249"/>
                  </a:lnTo>
                  <a:lnTo>
                    <a:pt x="489149" y="70614"/>
                  </a:lnTo>
                  <a:lnTo>
                    <a:pt x="491544" y="72979"/>
                  </a:lnTo>
                  <a:lnTo>
                    <a:pt x="492147" y="76911"/>
                  </a:lnTo>
                  <a:lnTo>
                    <a:pt x="492736" y="80738"/>
                  </a:lnTo>
                  <a:lnTo>
                    <a:pt x="494138" y="83517"/>
                  </a:lnTo>
                  <a:lnTo>
                    <a:pt x="495421" y="86055"/>
                  </a:lnTo>
                  <a:lnTo>
                    <a:pt x="496164" y="85922"/>
                  </a:lnTo>
                  <a:lnTo>
                    <a:pt x="496918" y="84850"/>
                  </a:lnTo>
                  <a:lnTo>
                    <a:pt x="497396" y="84334"/>
                  </a:lnTo>
                  <a:lnTo>
                    <a:pt x="498198" y="84249"/>
                  </a:lnTo>
                  <a:lnTo>
                    <a:pt x="499981" y="83331"/>
                  </a:lnTo>
                  <a:lnTo>
                    <a:pt x="500509" y="83532"/>
                  </a:lnTo>
                  <a:lnTo>
                    <a:pt x="500808" y="83991"/>
                  </a:lnTo>
                  <a:lnTo>
                    <a:pt x="500833" y="84709"/>
                  </a:lnTo>
                  <a:lnTo>
                    <a:pt x="500772" y="85280"/>
                  </a:lnTo>
                  <a:lnTo>
                    <a:pt x="500496" y="86428"/>
                  </a:lnTo>
                  <a:lnTo>
                    <a:pt x="500932" y="88613"/>
                  </a:lnTo>
                  <a:lnTo>
                    <a:pt x="501023" y="91042"/>
                  </a:lnTo>
                  <a:lnTo>
                    <a:pt x="501263" y="92877"/>
                  </a:lnTo>
                  <a:lnTo>
                    <a:pt x="501993" y="95226"/>
                  </a:lnTo>
                  <a:lnTo>
                    <a:pt x="502627" y="97061"/>
                  </a:lnTo>
                  <a:lnTo>
                    <a:pt x="503426" y="97416"/>
                  </a:lnTo>
                  <a:lnTo>
                    <a:pt x="505275" y="96347"/>
                  </a:lnTo>
                  <a:lnTo>
                    <a:pt x="506434" y="95943"/>
                  </a:lnTo>
                  <a:lnTo>
                    <a:pt x="507092" y="96117"/>
                  </a:lnTo>
                  <a:lnTo>
                    <a:pt x="508218" y="97836"/>
                  </a:lnTo>
                  <a:lnTo>
                    <a:pt x="508768" y="98869"/>
                  </a:lnTo>
                  <a:lnTo>
                    <a:pt x="508900" y="99727"/>
                  </a:lnTo>
                  <a:lnTo>
                    <a:pt x="507379" y="104974"/>
                  </a:lnTo>
                  <a:lnTo>
                    <a:pt x="509790" y="107576"/>
                  </a:lnTo>
                  <a:lnTo>
                    <a:pt x="512481" y="110422"/>
                  </a:lnTo>
                  <a:lnTo>
                    <a:pt x="515688" y="113814"/>
                  </a:lnTo>
                  <a:lnTo>
                    <a:pt x="517650" y="115890"/>
                  </a:lnTo>
                  <a:lnTo>
                    <a:pt x="520233" y="118855"/>
                  </a:lnTo>
                  <a:lnTo>
                    <a:pt x="520675" y="123080"/>
                  </a:lnTo>
                  <a:lnTo>
                    <a:pt x="521047" y="126645"/>
                  </a:lnTo>
                  <a:lnTo>
                    <a:pt x="521522" y="131615"/>
                  </a:lnTo>
                  <a:lnTo>
                    <a:pt x="522006" y="136685"/>
                  </a:lnTo>
                  <a:lnTo>
                    <a:pt x="522488" y="141737"/>
                  </a:lnTo>
                  <a:lnTo>
                    <a:pt x="523000" y="147098"/>
                  </a:lnTo>
                  <a:lnTo>
                    <a:pt x="523562" y="152988"/>
                  </a:lnTo>
                  <a:lnTo>
                    <a:pt x="524062" y="158215"/>
                  </a:lnTo>
                  <a:lnTo>
                    <a:pt x="524607" y="163922"/>
                  </a:lnTo>
                  <a:lnTo>
                    <a:pt x="525332" y="171348"/>
                  </a:lnTo>
                  <a:lnTo>
                    <a:pt x="524684" y="174209"/>
                  </a:lnTo>
                  <a:lnTo>
                    <a:pt x="523272" y="180439"/>
                  </a:lnTo>
                  <a:lnTo>
                    <a:pt x="521996" y="186070"/>
                  </a:lnTo>
                  <a:lnTo>
                    <a:pt x="521884" y="187704"/>
                  </a:lnTo>
                  <a:lnTo>
                    <a:pt x="521007" y="195915"/>
                  </a:lnTo>
                  <a:lnTo>
                    <a:pt x="520304" y="199307"/>
                  </a:lnTo>
                  <a:lnTo>
                    <a:pt x="519072" y="201276"/>
                  </a:lnTo>
                  <a:lnTo>
                    <a:pt x="517850" y="203185"/>
                  </a:lnTo>
                  <a:lnTo>
                    <a:pt x="516325" y="206384"/>
                  </a:lnTo>
                  <a:lnTo>
                    <a:pt x="514647" y="207964"/>
                  </a:lnTo>
                  <a:lnTo>
                    <a:pt x="513790" y="208893"/>
                  </a:lnTo>
                  <a:lnTo>
                    <a:pt x="513341" y="210359"/>
                  </a:lnTo>
                  <a:lnTo>
                    <a:pt x="512846" y="213572"/>
                  </a:lnTo>
                  <a:lnTo>
                    <a:pt x="512941" y="218479"/>
                  </a:lnTo>
                  <a:lnTo>
                    <a:pt x="514323" y="222702"/>
                  </a:lnTo>
                  <a:lnTo>
                    <a:pt x="516344" y="225064"/>
                  </a:lnTo>
                  <a:lnTo>
                    <a:pt x="518518" y="227364"/>
                  </a:lnTo>
                  <a:lnTo>
                    <a:pt x="521615" y="227374"/>
                  </a:lnTo>
                  <a:lnTo>
                    <a:pt x="524400" y="224305"/>
                  </a:lnTo>
                  <a:lnTo>
                    <a:pt x="527352" y="221055"/>
                  </a:lnTo>
                  <a:lnTo>
                    <a:pt x="529983" y="218156"/>
                  </a:lnTo>
                  <a:lnTo>
                    <a:pt x="533112" y="214709"/>
                  </a:lnTo>
                  <a:lnTo>
                    <a:pt x="535947" y="211585"/>
                  </a:lnTo>
                  <a:lnTo>
                    <a:pt x="539024" y="210463"/>
                  </a:lnTo>
                  <a:lnTo>
                    <a:pt x="543289" y="208909"/>
                  </a:lnTo>
                  <a:lnTo>
                    <a:pt x="548658" y="206951"/>
                  </a:lnTo>
                  <a:lnTo>
                    <a:pt x="551271" y="204722"/>
                  </a:lnTo>
                  <a:lnTo>
                    <a:pt x="554649" y="201840"/>
                  </a:lnTo>
                  <a:lnTo>
                    <a:pt x="558546" y="198516"/>
                  </a:lnTo>
                  <a:lnTo>
                    <a:pt x="561908" y="195648"/>
                  </a:lnTo>
                  <a:lnTo>
                    <a:pt x="563599" y="194058"/>
                  </a:lnTo>
                  <a:lnTo>
                    <a:pt x="564802" y="192244"/>
                  </a:lnTo>
                  <a:lnTo>
                    <a:pt x="565100" y="190902"/>
                  </a:lnTo>
                  <a:lnTo>
                    <a:pt x="565029" y="190132"/>
                  </a:lnTo>
                  <a:lnTo>
                    <a:pt x="564719" y="189360"/>
                  </a:lnTo>
                  <a:lnTo>
                    <a:pt x="564290" y="188790"/>
                  </a:lnTo>
                  <a:lnTo>
                    <a:pt x="563908" y="188305"/>
                  </a:lnTo>
                  <a:lnTo>
                    <a:pt x="563729" y="187705"/>
                  </a:lnTo>
                  <a:lnTo>
                    <a:pt x="563694" y="186392"/>
                  </a:lnTo>
                  <a:lnTo>
                    <a:pt x="563460" y="185637"/>
                  </a:lnTo>
                  <a:lnTo>
                    <a:pt x="563237" y="185082"/>
                  </a:lnTo>
                  <a:lnTo>
                    <a:pt x="563321" y="180000"/>
                  </a:lnTo>
                  <a:lnTo>
                    <a:pt x="563027" y="178425"/>
                  </a:lnTo>
                  <a:lnTo>
                    <a:pt x="561931" y="174431"/>
                  </a:lnTo>
                  <a:lnTo>
                    <a:pt x="564022" y="172641"/>
                  </a:lnTo>
                  <a:lnTo>
                    <a:pt x="565958" y="170980"/>
                  </a:lnTo>
                  <a:lnTo>
                    <a:pt x="567502" y="169751"/>
                  </a:lnTo>
                  <a:lnTo>
                    <a:pt x="570737" y="169557"/>
                  </a:lnTo>
                  <a:lnTo>
                    <a:pt x="573741" y="169582"/>
                  </a:lnTo>
                  <a:lnTo>
                    <a:pt x="577882" y="169615"/>
                  </a:lnTo>
                  <a:lnTo>
                    <a:pt x="581371" y="169642"/>
                  </a:lnTo>
                  <a:lnTo>
                    <a:pt x="585441" y="169676"/>
                  </a:lnTo>
                  <a:lnTo>
                    <a:pt x="587827" y="169694"/>
                  </a:lnTo>
                  <a:lnTo>
                    <a:pt x="590953" y="169637"/>
                  </a:lnTo>
                  <a:lnTo>
                    <a:pt x="592477" y="165027"/>
                  </a:lnTo>
                  <a:lnTo>
                    <a:pt x="593839" y="160905"/>
                  </a:lnTo>
                  <a:lnTo>
                    <a:pt x="595339" y="156966"/>
                  </a:lnTo>
                  <a:lnTo>
                    <a:pt x="598005" y="152341"/>
                  </a:lnTo>
                  <a:lnTo>
                    <a:pt x="598779" y="151510"/>
                  </a:lnTo>
                  <a:lnTo>
                    <a:pt x="599206" y="149687"/>
                  </a:lnTo>
                  <a:lnTo>
                    <a:pt x="600822" y="147954"/>
                  </a:lnTo>
                  <a:lnTo>
                    <a:pt x="602603" y="146347"/>
                  </a:lnTo>
                  <a:lnTo>
                    <a:pt x="603301" y="144839"/>
                  </a:lnTo>
                  <a:lnTo>
                    <a:pt x="603639" y="143980"/>
                  </a:lnTo>
                  <a:lnTo>
                    <a:pt x="608460" y="135849"/>
                  </a:lnTo>
                  <a:lnTo>
                    <a:pt x="611198" y="132093"/>
                  </a:lnTo>
                  <a:lnTo>
                    <a:pt x="613459" y="130002"/>
                  </a:lnTo>
                  <a:lnTo>
                    <a:pt x="615181" y="129004"/>
                  </a:lnTo>
                  <a:lnTo>
                    <a:pt x="616343" y="129147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6" name="pg1505"/>
            <p:cNvSpPr/>
            <p:nvPr/>
          </p:nvSpPr>
          <p:spPr>
            <a:xfrm>
              <a:off x="5568504" y="2107686"/>
              <a:ext cx="9916" cy="8384"/>
            </a:xfrm>
            <a:custGeom>
              <a:avLst/>
              <a:pathLst>
                <a:path w="9916" h="8384">
                  <a:moveTo>
                    <a:pt x="9916" y="8372"/>
                  </a:moveTo>
                  <a:lnTo>
                    <a:pt x="7776" y="8384"/>
                  </a:lnTo>
                  <a:lnTo>
                    <a:pt x="3429" y="3572"/>
                  </a:lnTo>
                  <a:lnTo>
                    <a:pt x="1223" y="2045"/>
                  </a:lnTo>
                  <a:lnTo>
                    <a:pt x="0" y="356"/>
                  </a:lnTo>
                  <a:lnTo>
                    <a:pt x="545" y="0"/>
                  </a:lnTo>
                  <a:lnTo>
                    <a:pt x="3209" y="1193"/>
                  </a:lnTo>
                  <a:lnTo>
                    <a:pt x="5384" y="3790"/>
                  </a:lnTo>
                  <a:lnTo>
                    <a:pt x="6586" y="5497"/>
                  </a:lnTo>
                  <a:lnTo>
                    <a:pt x="7976" y="6947"/>
                  </a:lnTo>
                  <a:lnTo>
                    <a:pt x="9471" y="7537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7" name="pg1506"/>
            <p:cNvSpPr/>
            <p:nvPr/>
          </p:nvSpPr>
          <p:spPr>
            <a:xfrm>
              <a:off x="1187107" y="2101623"/>
              <a:ext cx="1647" cy="3777"/>
            </a:xfrm>
            <a:custGeom>
              <a:avLst/>
              <a:pathLst>
                <a:path w="1647" h="3777">
                  <a:moveTo>
                    <a:pt x="1567" y="2042"/>
                  </a:moveTo>
                  <a:lnTo>
                    <a:pt x="790" y="3777"/>
                  </a:lnTo>
                  <a:lnTo>
                    <a:pt x="217" y="2992"/>
                  </a:lnTo>
                  <a:lnTo>
                    <a:pt x="0" y="607"/>
                  </a:lnTo>
                  <a:lnTo>
                    <a:pt x="433" y="0"/>
                  </a:lnTo>
                  <a:lnTo>
                    <a:pt x="1647" y="1722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8" name="pg1507"/>
            <p:cNvSpPr/>
            <p:nvPr/>
          </p:nvSpPr>
          <p:spPr>
            <a:xfrm>
              <a:off x="1189690" y="2100880"/>
              <a:ext cx="2411" cy="2830"/>
            </a:xfrm>
            <a:custGeom>
              <a:avLst/>
              <a:pathLst>
                <a:path w="2411" h="2830">
                  <a:moveTo>
                    <a:pt x="2411" y="2184"/>
                  </a:moveTo>
                  <a:lnTo>
                    <a:pt x="1370" y="2830"/>
                  </a:lnTo>
                  <a:lnTo>
                    <a:pt x="0" y="1520"/>
                  </a:lnTo>
                  <a:lnTo>
                    <a:pt x="133" y="0"/>
                  </a:lnTo>
                  <a:lnTo>
                    <a:pt x="1638" y="1269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9" name="pg1508"/>
            <p:cNvSpPr/>
            <p:nvPr/>
          </p:nvSpPr>
          <p:spPr>
            <a:xfrm>
              <a:off x="1165133" y="2099929"/>
              <a:ext cx="6787" cy="8925"/>
            </a:xfrm>
            <a:custGeom>
              <a:avLst/>
              <a:pathLst>
                <a:path w="6787" h="8925">
                  <a:moveTo>
                    <a:pt x="3892" y="7941"/>
                  </a:moveTo>
                  <a:lnTo>
                    <a:pt x="3618" y="8925"/>
                  </a:lnTo>
                  <a:lnTo>
                    <a:pt x="3321" y="8896"/>
                  </a:lnTo>
                  <a:lnTo>
                    <a:pt x="1673" y="7264"/>
                  </a:lnTo>
                  <a:lnTo>
                    <a:pt x="1432" y="6713"/>
                  </a:lnTo>
                  <a:lnTo>
                    <a:pt x="2399" y="5938"/>
                  </a:lnTo>
                  <a:lnTo>
                    <a:pt x="2681" y="5338"/>
                  </a:lnTo>
                  <a:lnTo>
                    <a:pt x="2568" y="4556"/>
                  </a:lnTo>
                  <a:lnTo>
                    <a:pt x="1843" y="3468"/>
                  </a:lnTo>
                  <a:lnTo>
                    <a:pt x="506" y="2074"/>
                  </a:lnTo>
                  <a:lnTo>
                    <a:pt x="0" y="1070"/>
                  </a:lnTo>
                  <a:lnTo>
                    <a:pt x="324" y="455"/>
                  </a:lnTo>
                  <a:lnTo>
                    <a:pt x="961" y="76"/>
                  </a:lnTo>
                  <a:lnTo>
                    <a:pt x="2970" y="0"/>
                  </a:lnTo>
                  <a:lnTo>
                    <a:pt x="4055" y="1715"/>
                  </a:lnTo>
                  <a:lnTo>
                    <a:pt x="4873" y="2317"/>
                  </a:lnTo>
                  <a:lnTo>
                    <a:pt x="6787" y="2724"/>
                  </a:lnTo>
                  <a:lnTo>
                    <a:pt x="5794" y="3451"/>
                  </a:lnTo>
                  <a:lnTo>
                    <a:pt x="5230" y="4153"/>
                  </a:lnTo>
                  <a:lnTo>
                    <a:pt x="4535" y="6872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0" name="pg1509"/>
            <p:cNvSpPr/>
            <p:nvPr/>
          </p:nvSpPr>
          <p:spPr>
            <a:xfrm>
              <a:off x="1171602" y="2099594"/>
              <a:ext cx="7492" cy="7482"/>
            </a:xfrm>
            <a:custGeom>
              <a:avLst/>
              <a:pathLst>
                <a:path w="7492" h="7482">
                  <a:moveTo>
                    <a:pt x="6441" y="6295"/>
                  </a:moveTo>
                  <a:lnTo>
                    <a:pt x="6086" y="6680"/>
                  </a:lnTo>
                  <a:lnTo>
                    <a:pt x="5433" y="6980"/>
                  </a:lnTo>
                  <a:lnTo>
                    <a:pt x="3551" y="6647"/>
                  </a:lnTo>
                  <a:lnTo>
                    <a:pt x="2413" y="6752"/>
                  </a:lnTo>
                  <a:lnTo>
                    <a:pt x="1143" y="6961"/>
                  </a:lnTo>
                  <a:lnTo>
                    <a:pt x="189" y="7482"/>
                  </a:lnTo>
                  <a:lnTo>
                    <a:pt x="0" y="6758"/>
                  </a:lnTo>
                  <a:lnTo>
                    <a:pt x="31" y="6163"/>
                  </a:lnTo>
                  <a:lnTo>
                    <a:pt x="4139" y="4537"/>
                  </a:lnTo>
                  <a:lnTo>
                    <a:pt x="5095" y="3689"/>
                  </a:lnTo>
                  <a:lnTo>
                    <a:pt x="5681" y="2615"/>
                  </a:lnTo>
                  <a:lnTo>
                    <a:pt x="6216" y="601"/>
                  </a:lnTo>
                  <a:lnTo>
                    <a:pt x="6647" y="0"/>
                  </a:lnTo>
                  <a:lnTo>
                    <a:pt x="6912" y="30"/>
                  </a:lnTo>
                  <a:lnTo>
                    <a:pt x="7492" y="823"/>
                  </a:lnTo>
                  <a:lnTo>
                    <a:pt x="7288" y="1868"/>
                  </a:lnTo>
                  <a:lnTo>
                    <a:pt x="6772" y="2777"/>
                  </a:lnTo>
                  <a:lnTo>
                    <a:pt x="6602" y="3630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1" name="pg1510"/>
            <p:cNvSpPr/>
            <p:nvPr/>
          </p:nvSpPr>
          <p:spPr>
            <a:xfrm>
              <a:off x="1180346" y="2097932"/>
              <a:ext cx="6469" cy="11298"/>
            </a:xfrm>
            <a:custGeom>
              <a:avLst/>
              <a:pathLst>
                <a:path w="6469" h="11298">
                  <a:moveTo>
                    <a:pt x="4544" y="3526"/>
                  </a:moveTo>
                  <a:lnTo>
                    <a:pt x="4611" y="4516"/>
                  </a:lnTo>
                  <a:lnTo>
                    <a:pt x="6024" y="4391"/>
                  </a:lnTo>
                  <a:lnTo>
                    <a:pt x="6468" y="4902"/>
                  </a:lnTo>
                  <a:lnTo>
                    <a:pt x="6469" y="6847"/>
                  </a:lnTo>
                  <a:lnTo>
                    <a:pt x="6284" y="7397"/>
                  </a:lnTo>
                  <a:lnTo>
                    <a:pt x="6069" y="7531"/>
                  </a:lnTo>
                  <a:lnTo>
                    <a:pt x="5560" y="7104"/>
                  </a:lnTo>
                  <a:lnTo>
                    <a:pt x="4986" y="8095"/>
                  </a:lnTo>
                  <a:lnTo>
                    <a:pt x="2352" y="10522"/>
                  </a:lnTo>
                  <a:lnTo>
                    <a:pt x="1536" y="9164"/>
                  </a:lnTo>
                  <a:lnTo>
                    <a:pt x="0" y="11298"/>
                  </a:lnTo>
                  <a:lnTo>
                    <a:pt x="1076" y="5778"/>
                  </a:lnTo>
                  <a:lnTo>
                    <a:pt x="2319" y="4943"/>
                  </a:lnTo>
                  <a:lnTo>
                    <a:pt x="2778" y="4316"/>
                  </a:lnTo>
                  <a:lnTo>
                    <a:pt x="2671" y="2699"/>
                  </a:lnTo>
                  <a:lnTo>
                    <a:pt x="3248" y="0"/>
                  </a:lnTo>
                  <a:lnTo>
                    <a:pt x="4501" y="125"/>
                  </a:lnTo>
                  <a:lnTo>
                    <a:pt x="5080" y="1240"/>
                  </a:lnTo>
                  <a:lnTo>
                    <a:pt x="5059" y="1963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2" name="pg1511"/>
            <p:cNvSpPr/>
            <p:nvPr/>
          </p:nvSpPr>
          <p:spPr>
            <a:xfrm>
              <a:off x="5566370" y="2097677"/>
              <a:ext cx="1632" cy="2823"/>
            </a:xfrm>
            <a:custGeom>
              <a:avLst/>
              <a:pathLst>
                <a:path w="1632" h="2823">
                  <a:moveTo>
                    <a:pt x="1239" y="2317"/>
                  </a:moveTo>
                  <a:lnTo>
                    <a:pt x="454" y="2823"/>
                  </a:lnTo>
                  <a:lnTo>
                    <a:pt x="33" y="1540"/>
                  </a:lnTo>
                  <a:lnTo>
                    <a:pt x="0" y="796"/>
                  </a:lnTo>
                  <a:lnTo>
                    <a:pt x="424" y="0"/>
                  </a:lnTo>
                  <a:lnTo>
                    <a:pt x="1179" y="506"/>
                  </a:lnTo>
                  <a:lnTo>
                    <a:pt x="1632" y="1230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3" name="pg1512"/>
            <p:cNvSpPr/>
            <p:nvPr/>
          </p:nvSpPr>
          <p:spPr>
            <a:xfrm>
              <a:off x="5578989" y="2096621"/>
              <a:ext cx="3483" cy="4438"/>
            </a:xfrm>
            <a:custGeom>
              <a:avLst/>
              <a:pathLst>
                <a:path w="3483" h="4438">
                  <a:moveTo>
                    <a:pt x="2839" y="3693"/>
                  </a:moveTo>
                  <a:lnTo>
                    <a:pt x="1820" y="4438"/>
                  </a:lnTo>
                  <a:lnTo>
                    <a:pt x="640" y="4029"/>
                  </a:lnTo>
                  <a:lnTo>
                    <a:pt x="0" y="2884"/>
                  </a:lnTo>
                  <a:lnTo>
                    <a:pt x="77" y="1502"/>
                  </a:lnTo>
                  <a:lnTo>
                    <a:pt x="1597" y="0"/>
                  </a:lnTo>
                  <a:lnTo>
                    <a:pt x="3483" y="1878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4" name="pg1513"/>
            <p:cNvSpPr/>
            <p:nvPr/>
          </p:nvSpPr>
          <p:spPr>
            <a:xfrm>
              <a:off x="1189936" y="2094566"/>
              <a:ext cx="2581" cy="3751"/>
            </a:xfrm>
            <a:custGeom>
              <a:avLst/>
              <a:pathLst>
                <a:path w="2581" h="3751">
                  <a:moveTo>
                    <a:pt x="2011" y="2881"/>
                  </a:moveTo>
                  <a:lnTo>
                    <a:pt x="1720" y="3751"/>
                  </a:lnTo>
                  <a:lnTo>
                    <a:pt x="514" y="2826"/>
                  </a:lnTo>
                  <a:lnTo>
                    <a:pt x="86" y="2071"/>
                  </a:lnTo>
                  <a:lnTo>
                    <a:pt x="0" y="1297"/>
                  </a:lnTo>
                  <a:lnTo>
                    <a:pt x="356" y="16"/>
                  </a:lnTo>
                  <a:lnTo>
                    <a:pt x="1321" y="0"/>
                  </a:lnTo>
                  <a:lnTo>
                    <a:pt x="1891" y="520"/>
                  </a:lnTo>
                  <a:lnTo>
                    <a:pt x="2424" y="1491"/>
                  </a:lnTo>
                  <a:lnTo>
                    <a:pt x="2581" y="2097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5" name="pg1514"/>
            <p:cNvSpPr/>
            <p:nvPr/>
          </p:nvSpPr>
          <p:spPr>
            <a:xfrm>
              <a:off x="5551257" y="2094156"/>
              <a:ext cx="5174" cy="8059"/>
            </a:xfrm>
            <a:custGeom>
              <a:avLst/>
              <a:pathLst>
                <a:path w="5174" h="8059">
                  <a:moveTo>
                    <a:pt x="2037" y="6826"/>
                  </a:moveTo>
                  <a:lnTo>
                    <a:pt x="965" y="8059"/>
                  </a:lnTo>
                  <a:lnTo>
                    <a:pt x="127" y="6800"/>
                  </a:lnTo>
                  <a:lnTo>
                    <a:pt x="0" y="6231"/>
                  </a:lnTo>
                  <a:lnTo>
                    <a:pt x="1608" y="4078"/>
                  </a:lnTo>
                  <a:lnTo>
                    <a:pt x="2815" y="3611"/>
                  </a:lnTo>
                  <a:lnTo>
                    <a:pt x="3334" y="2825"/>
                  </a:lnTo>
                  <a:lnTo>
                    <a:pt x="3868" y="98"/>
                  </a:lnTo>
                  <a:lnTo>
                    <a:pt x="4766" y="0"/>
                  </a:lnTo>
                  <a:lnTo>
                    <a:pt x="5174" y="318"/>
                  </a:lnTo>
                  <a:lnTo>
                    <a:pt x="4969" y="1597"/>
                  </a:lnTo>
                  <a:lnTo>
                    <a:pt x="4265" y="3545"/>
                  </a:lnTo>
                  <a:lnTo>
                    <a:pt x="4243" y="4912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6" name="pg1515"/>
            <p:cNvSpPr/>
            <p:nvPr/>
          </p:nvSpPr>
          <p:spPr>
            <a:xfrm>
              <a:off x="1216985" y="2093272"/>
              <a:ext cx="11964" cy="3019"/>
            </a:xfrm>
            <a:custGeom>
              <a:avLst/>
              <a:pathLst>
                <a:path w="11964" h="3019">
                  <a:moveTo>
                    <a:pt x="5419" y="220"/>
                  </a:moveTo>
                  <a:lnTo>
                    <a:pt x="7838" y="1421"/>
                  </a:lnTo>
                  <a:lnTo>
                    <a:pt x="10849" y="1281"/>
                  </a:lnTo>
                  <a:lnTo>
                    <a:pt x="11946" y="1572"/>
                  </a:lnTo>
                  <a:lnTo>
                    <a:pt x="11964" y="1908"/>
                  </a:lnTo>
                  <a:lnTo>
                    <a:pt x="10039" y="2400"/>
                  </a:lnTo>
                  <a:lnTo>
                    <a:pt x="9381" y="2239"/>
                  </a:lnTo>
                  <a:lnTo>
                    <a:pt x="7700" y="2900"/>
                  </a:lnTo>
                  <a:lnTo>
                    <a:pt x="6558" y="3019"/>
                  </a:lnTo>
                  <a:lnTo>
                    <a:pt x="3947" y="2396"/>
                  </a:lnTo>
                  <a:lnTo>
                    <a:pt x="1933" y="2823"/>
                  </a:lnTo>
                  <a:lnTo>
                    <a:pt x="1400" y="2662"/>
                  </a:lnTo>
                  <a:lnTo>
                    <a:pt x="768" y="2115"/>
                  </a:lnTo>
                  <a:lnTo>
                    <a:pt x="35" y="1185"/>
                  </a:lnTo>
                  <a:lnTo>
                    <a:pt x="0" y="603"/>
                  </a:lnTo>
                  <a:lnTo>
                    <a:pt x="660" y="367"/>
                  </a:lnTo>
                  <a:lnTo>
                    <a:pt x="2447" y="1165"/>
                  </a:lnTo>
                  <a:lnTo>
                    <a:pt x="2634" y="750"/>
                  </a:lnTo>
                  <a:lnTo>
                    <a:pt x="4141" y="0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7" name="pg1516"/>
            <p:cNvSpPr/>
            <p:nvPr/>
          </p:nvSpPr>
          <p:spPr>
            <a:xfrm>
              <a:off x="1233923" y="2086054"/>
              <a:ext cx="3778" cy="3858"/>
            </a:xfrm>
            <a:custGeom>
              <a:avLst/>
              <a:pathLst>
                <a:path w="3778" h="3858">
                  <a:moveTo>
                    <a:pt x="1913" y="3420"/>
                  </a:moveTo>
                  <a:lnTo>
                    <a:pt x="995" y="3858"/>
                  </a:lnTo>
                  <a:lnTo>
                    <a:pt x="0" y="3403"/>
                  </a:lnTo>
                  <a:lnTo>
                    <a:pt x="464" y="1843"/>
                  </a:lnTo>
                  <a:lnTo>
                    <a:pt x="939" y="1011"/>
                  </a:lnTo>
                  <a:lnTo>
                    <a:pt x="1843" y="0"/>
                  </a:lnTo>
                  <a:lnTo>
                    <a:pt x="2921" y="445"/>
                  </a:lnTo>
                  <a:lnTo>
                    <a:pt x="3778" y="1726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8" name="pg1517"/>
            <p:cNvSpPr/>
            <p:nvPr/>
          </p:nvSpPr>
          <p:spPr>
            <a:xfrm>
              <a:off x="1200905" y="2085104"/>
              <a:ext cx="15760" cy="12595"/>
            </a:xfrm>
            <a:custGeom>
              <a:avLst/>
              <a:pathLst>
                <a:path w="15760" h="12595">
                  <a:moveTo>
                    <a:pt x="7628" y="11380"/>
                  </a:moveTo>
                  <a:lnTo>
                    <a:pt x="1008" y="12595"/>
                  </a:lnTo>
                  <a:lnTo>
                    <a:pt x="0" y="11760"/>
                  </a:lnTo>
                  <a:lnTo>
                    <a:pt x="1004" y="11285"/>
                  </a:lnTo>
                  <a:lnTo>
                    <a:pt x="2195" y="11023"/>
                  </a:lnTo>
                  <a:lnTo>
                    <a:pt x="4684" y="9632"/>
                  </a:lnTo>
                  <a:lnTo>
                    <a:pt x="7746" y="8427"/>
                  </a:lnTo>
                  <a:lnTo>
                    <a:pt x="10134" y="6977"/>
                  </a:lnTo>
                  <a:lnTo>
                    <a:pt x="12209" y="6028"/>
                  </a:lnTo>
                  <a:lnTo>
                    <a:pt x="12793" y="4465"/>
                  </a:lnTo>
                  <a:lnTo>
                    <a:pt x="10970" y="3669"/>
                  </a:lnTo>
                  <a:lnTo>
                    <a:pt x="10612" y="3041"/>
                  </a:lnTo>
                  <a:lnTo>
                    <a:pt x="11477" y="2311"/>
                  </a:lnTo>
                  <a:lnTo>
                    <a:pt x="12200" y="1248"/>
                  </a:lnTo>
                  <a:lnTo>
                    <a:pt x="13902" y="0"/>
                  </a:lnTo>
                  <a:lnTo>
                    <a:pt x="15424" y="1564"/>
                  </a:lnTo>
                  <a:lnTo>
                    <a:pt x="15760" y="2611"/>
                  </a:lnTo>
                  <a:lnTo>
                    <a:pt x="15615" y="3852"/>
                  </a:lnTo>
                  <a:lnTo>
                    <a:pt x="15309" y="5146"/>
                  </a:lnTo>
                  <a:lnTo>
                    <a:pt x="13972" y="5814"/>
                  </a:lnTo>
                  <a:lnTo>
                    <a:pt x="13773" y="6495"/>
                  </a:lnTo>
                  <a:lnTo>
                    <a:pt x="14498" y="8420"/>
                  </a:lnTo>
                  <a:lnTo>
                    <a:pt x="11747" y="10117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9" name="pg1518"/>
            <p:cNvSpPr/>
            <p:nvPr/>
          </p:nvSpPr>
          <p:spPr>
            <a:xfrm>
              <a:off x="5503774" y="2082624"/>
              <a:ext cx="4611" cy="4357"/>
            </a:xfrm>
            <a:custGeom>
              <a:avLst/>
              <a:pathLst>
                <a:path w="4611" h="4357">
                  <a:moveTo>
                    <a:pt x="3953" y="4270"/>
                  </a:moveTo>
                  <a:lnTo>
                    <a:pt x="3152" y="4357"/>
                  </a:lnTo>
                  <a:lnTo>
                    <a:pt x="2639" y="3334"/>
                  </a:lnTo>
                  <a:lnTo>
                    <a:pt x="0" y="2934"/>
                  </a:lnTo>
                  <a:lnTo>
                    <a:pt x="273" y="1963"/>
                  </a:lnTo>
                  <a:lnTo>
                    <a:pt x="1408" y="1556"/>
                  </a:lnTo>
                  <a:lnTo>
                    <a:pt x="3149" y="0"/>
                  </a:lnTo>
                  <a:lnTo>
                    <a:pt x="4611" y="265"/>
                  </a:lnTo>
                  <a:lnTo>
                    <a:pt x="4224" y="1698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0" name="pg1519"/>
            <p:cNvSpPr/>
            <p:nvPr/>
          </p:nvSpPr>
          <p:spPr>
            <a:xfrm>
              <a:off x="1256046" y="2076907"/>
              <a:ext cx="2991" cy="4367"/>
            </a:xfrm>
            <a:custGeom>
              <a:avLst/>
              <a:pathLst>
                <a:path w="2991" h="4367">
                  <a:moveTo>
                    <a:pt x="1155" y="3429"/>
                  </a:moveTo>
                  <a:lnTo>
                    <a:pt x="366" y="4367"/>
                  </a:lnTo>
                  <a:lnTo>
                    <a:pt x="135" y="4019"/>
                  </a:lnTo>
                  <a:lnTo>
                    <a:pt x="0" y="2861"/>
                  </a:lnTo>
                  <a:lnTo>
                    <a:pt x="442" y="1959"/>
                  </a:lnTo>
                  <a:lnTo>
                    <a:pt x="1788" y="0"/>
                  </a:lnTo>
                  <a:lnTo>
                    <a:pt x="2702" y="369"/>
                  </a:lnTo>
                  <a:lnTo>
                    <a:pt x="2991" y="885"/>
                  </a:lnTo>
                  <a:lnTo>
                    <a:pt x="2966" y="1628"/>
                  </a:lnTo>
                  <a:lnTo>
                    <a:pt x="2628" y="2598"/>
                  </a:lnTo>
                  <a:lnTo>
                    <a:pt x="2193" y="3086"/>
                  </a:lnTo>
                  <a:lnTo>
                    <a:pt x="1662" y="3090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1" name="pg1520"/>
            <p:cNvSpPr/>
            <p:nvPr/>
          </p:nvSpPr>
          <p:spPr>
            <a:xfrm>
              <a:off x="1266352" y="2071409"/>
              <a:ext cx="3700" cy="2697"/>
            </a:xfrm>
            <a:custGeom>
              <a:avLst/>
              <a:pathLst>
                <a:path w="3700" h="2697">
                  <a:moveTo>
                    <a:pt x="3700" y="1071"/>
                  </a:moveTo>
                  <a:lnTo>
                    <a:pt x="3501" y="2260"/>
                  </a:lnTo>
                  <a:lnTo>
                    <a:pt x="3320" y="2697"/>
                  </a:lnTo>
                  <a:lnTo>
                    <a:pt x="1413" y="2064"/>
                  </a:lnTo>
                  <a:lnTo>
                    <a:pt x="139" y="2293"/>
                  </a:lnTo>
                  <a:lnTo>
                    <a:pt x="0" y="1589"/>
                  </a:lnTo>
                  <a:lnTo>
                    <a:pt x="114" y="963"/>
                  </a:lnTo>
                  <a:lnTo>
                    <a:pt x="2112" y="7"/>
                  </a:lnTo>
                  <a:lnTo>
                    <a:pt x="2924" y="0"/>
                  </a:lnTo>
                  <a:lnTo>
                    <a:pt x="3465" y="499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2" name="pg1521"/>
            <p:cNvSpPr/>
            <p:nvPr/>
          </p:nvSpPr>
          <p:spPr>
            <a:xfrm>
              <a:off x="5492575" y="2067587"/>
              <a:ext cx="11614" cy="7709"/>
            </a:xfrm>
            <a:custGeom>
              <a:avLst/>
              <a:pathLst>
                <a:path w="11614" h="7709">
                  <a:moveTo>
                    <a:pt x="3911" y="0"/>
                  </a:moveTo>
                  <a:lnTo>
                    <a:pt x="6036" y="966"/>
                  </a:lnTo>
                  <a:lnTo>
                    <a:pt x="7494" y="513"/>
                  </a:lnTo>
                  <a:lnTo>
                    <a:pt x="9339" y="2077"/>
                  </a:lnTo>
                  <a:lnTo>
                    <a:pt x="11614" y="4755"/>
                  </a:lnTo>
                  <a:lnTo>
                    <a:pt x="11104" y="5266"/>
                  </a:lnTo>
                  <a:lnTo>
                    <a:pt x="10531" y="5559"/>
                  </a:lnTo>
                  <a:lnTo>
                    <a:pt x="9966" y="5527"/>
                  </a:lnTo>
                  <a:lnTo>
                    <a:pt x="8191" y="5974"/>
                  </a:lnTo>
                  <a:lnTo>
                    <a:pt x="7224" y="5866"/>
                  </a:lnTo>
                  <a:lnTo>
                    <a:pt x="5433" y="7709"/>
                  </a:lnTo>
                  <a:lnTo>
                    <a:pt x="3464" y="6384"/>
                  </a:lnTo>
                  <a:lnTo>
                    <a:pt x="2800" y="3765"/>
                  </a:lnTo>
                  <a:lnTo>
                    <a:pt x="1237" y="3119"/>
                  </a:lnTo>
                  <a:lnTo>
                    <a:pt x="0" y="2219"/>
                  </a:lnTo>
                  <a:lnTo>
                    <a:pt x="2259" y="160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3" name="pg1522"/>
            <p:cNvSpPr/>
            <p:nvPr/>
          </p:nvSpPr>
          <p:spPr>
            <a:xfrm>
              <a:off x="1277494" y="2051476"/>
              <a:ext cx="15847" cy="21457"/>
            </a:xfrm>
            <a:custGeom>
              <a:avLst/>
              <a:pathLst>
                <a:path w="15847" h="21457">
                  <a:moveTo>
                    <a:pt x="13876" y="6296"/>
                  </a:moveTo>
                  <a:lnTo>
                    <a:pt x="10096" y="9460"/>
                  </a:lnTo>
                  <a:lnTo>
                    <a:pt x="8869" y="11773"/>
                  </a:lnTo>
                  <a:lnTo>
                    <a:pt x="7933" y="13999"/>
                  </a:lnTo>
                  <a:lnTo>
                    <a:pt x="7197" y="15218"/>
                  </a:lnTo>
                  <a:lnTo>
                    <a:pt x="6662" y="15428"/>
                  </a:lnTo>
                  <a:lnTo>
                    <a:pt x="6065" y="16018"/>
                  </a:lnTo>
                  <a:lnTo>
                    <a:pt x="4817" y="17575"/>
                  </a:lnTo>
                  <a:lnTo>
                    <a:pt x="4293" y="17768"/>
                  </a:lnTo>
                  <a:lnTo>
                    <a:pt x="283" y="21401"/>
                  </a:lnTo>
                  <a:lnTo>
                    <a:pt x="0" y="21457"/>
                  </a:lnTo>
                  <a:lnTo>
                    <a:pt x="195" y="20508"/>
                  </a:lnTo>
                  <a:lnTo>
                    <a:pt x="1419" y="19163"/>
                  </a:lnTo>
                  <a:lnTo>
                    <a:pt x="2217" y="17937"/>
                  </a:lnTo>
                  <a:lnTo>
                    <a:pt x="3119" y="15911"/>
                  </a:lnTo>
                  <a:lnTo>
                    <a:pt x="3616" y="15167"/>
                  </a:lnTo>
                  <a:lnTo>
                    <a:pt x="3774" y="14149"/>
                  </a:lnTo>
                  <a:lnTo>
                    <a:pt x="3839" y="12098"/>
                  </a:lnTo>
                  <a:lnTo>
                    <a:pt x="4063" y="11321"/>
                  </a:lnTo>
                  <a:lnTo>
                    <a:pt x="4924" y="9779"/>
                  </a:lnTo>
                  <a:lnTo>
                    <a:pt x="5551" y="8936"/>
                  </a:lnTo>
                  <a:lnTo>
                    <a:pt x="6376" y="8645"/>
                  </a:lnTo>
                  <a:lnTo>
                    <a:pt x="8049" y="8903"/>
                  </a:lnTo>
                  <a:lnTo>
                    <a:pt x="8742" y="8118"/>
                  </a:lnTo>
                  <a:lnTo>
                    <a:pt x="8957" y="7524"/>
                  </a:lnTo>
                  <a:lnTo>
                    <a:pt x="8534" y="6981"/>
                  </a:lnTo>
                  <a:lnTo>
                    <a:pt x="8435" y="6039"/>
                  </a:lnTo>
                  <a:lnTo>
                    <a:pt x="8545" y="4415"/>
                  </a:lnTo>
                  <a:lnTo>
                    <a:pt x="9028" y="2973"/>
                  </a:lnTo>
                  <a:lnTo>
                    <a:pt x="9886" y="1715"/>
                  </a:lnTo>
                  <a:lnTo>
                    <a:pt x="11054" y="735"/>
                  </a:lnTo>
                  <a:lnTo>
                    <a:pt x="12532" y="36"/>
                  </a:lnTo>
                  <a:lnTo>
                    <a:pt x="13613" y="0"/>
                  </a:lnTo>
                  <a:lnTo>
                    <a:pt x="15558" y="1484"/>
                  </a:lnTo>
                  <a:lnTo>
                    <a:pt x="15847" y="2164"/>
                  </a:lnTo>
                  <a:lnTo>
                    <a:pt x="15372" y="3653"/>
                  </a:lnTo>
                  <a:lnTo>
                    <a:pt x="15101" y="5049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4" name="pg1523"/>
            <p:cNvSpPr/>
            <p:nvPr/>
          </p:nvSpPr>
          <p:spPr>
            <a:xfrm>
              <a:off x="1312517" y="2043059"/>
              <a:ext cx="1826" cy="3624"/>
            </a:xfrm>
            <a:custGeom>
              <a:avLst/>
              <a:pathLst>
                <a:path w="1826" h="3624">
                  <a:moveTo>
                    <a:pt x="505" y="3539"/>
                  </a:moveTo>
                  <a:lnTo>
                    <a:pt x="331" y="3624"/>
                  </a:lnTo>
                  <a:lnTo>
                    <a:pt x="16" y="2892"/>
                  </a:lnTo>
                  <a:lnTo>
                    <a:pt x="0" y="2224"/>
                  </a:lnTo>
                  <a:lnTo>
                    <a:pt x="201" y="1740"/>
                  </a:lnTo>
                  <a:lnTo>
                    <a:pt x="777" y="608"/>
                  </a:lnTo>
                  <a:lnTo>
                    <a:pt x="1186" y="204"/>
                  </a:lnTo>
                  <a:lnTo>
                    <a:pt x="1690" y="0"/>
                  </a:lnTo>
                  <a:lnTo>
                    <a:pt x="1826" y="302"/>
                  </a:lnTo>
                  <a:lnTo>
                    <a:pt x="1383" y="1644"/>
                  </a:lnTo>
                  <a:lnTo>
                    <a:pt x="826" y="2546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5" name="pg1524"/>
            <p:cNvSpPr/>
            <p:nvPr/>
          </p:nvSpPr>
          <p:spPr>
            <a:xfrm>
              <a:off x="1293291" y="2038245"/>
              <a:ext cx="19471" cy="22059"/>
            </a:xfrm>
            <a:custGeom>
              <a:avLst/>
              <a:pathLst>
                <a:path w="19471" h="22059">
                  <a:moveTo>
                    <a:pt x="14726" y="3103"/>
                  </a:moveTo>
                  <a:lnTo>
                    <a:pt x="15259" y="4506"/>
                  </a:lnTo>
                  <a:lnTo>
                    <a:pt x="16181" y="3617"/>
                  </a:lnTo>
                  <a:lnTo>
                    <a:pt x="16856" y="2398"/>
                  </a:lnTo>
                  <a:lnTo>
                    <a:pt x="17383" y="822"/>
                  </a:lnTo>
                  <a:lnTo>
                    <a:pt x="17725" y="206"/>
                  </a:lnTo>
                  <a:lnTo>
                    <a:pt x="18178" y="1036"/>
                  </a:lnTo>
                  <a:lnTo>
                    <a:pt x="19471" y="2167"/>
                  </a:lnTo>
                  <a:lnTo>
                    <a:pt x="18383" y="3905"/>
                  </a:lnTo>
                  <a:lnTo>
                    <a:pt x="16288" y="6514"/>
                  </a:lnTo>
                  <a:lnTo>
                    <a:pt x="15587" y="8258"/>
                  </a:lnTo>
                  <a:lnTo>
                    <a:pt x="15542" y="9011"/>
                  </a:lnTo>
                  <a:lnTo>
                    <a:pt x="17572" y="8434"/>
                  </a:lnTo>
                  <a:lnTo>
                    <a:pt x="18139" y="8518"/>
                  </a:lnTo>
                  <a:lnTo>
                    <a:pt x="18501" y="9114"/>
                  </a:lnTo>
                  <a:lnTo>
                    <a:pt x="17945" y="9822"/>
                  </a:lnTo>
                  <a:lnTo>
                    <a:pt x="16839" y="10464"/>
                  </a:lnTo>
                  <a:lnTo>
                    <a:pt x="15878" y="11710"/>
                  </a:lnTo>
                  <a:lnTo>
                    <a:pt x="13655" y="13867"/>
                  </a:lnTo>
                  <a:lnTo>
                    <a:pt x="12813" y="15659"/>
                  </a:lnTo>
                  <a:lnTo>
                    <a:pt x="11819" y="16342"/>
                  </a:lnTo>
                  <a:lnTo>
                    <a:pt x="10464" y="16505"/>
                  </a:lnTo>
                  <a:lnTo>
                    <a:pt x="8084" y="17673"/>
                  </a:lnTo>
                  <a:lnTo>
                    <a:pt x="6638" y="18774"/>
                  </a:lnTo>
                  <a:lnTo>
                    <a:pt x="6272" y="19368"/>
                  </a:lnTo>
                  <a:lnTo>
                    <a:pt x="5818" y="19649"/>
                  </a:lnTo>
                  <a:lnTo>
                    <a:pt x="5275" y="19619"/>
                  </a:lnTo>
                  <a:lnTo>
                    <a:pt x="4689" y="20101"/>
                  </a:lnTo>
                  <a:lnTo>
                    <a:pt x="4059" y="21097"/>
                  </a:lnTo>
                  <a:lnTo>
                    <a:pt x="3533" y="21563"/>
                  </a:lnTo>
                  <a:lnTo>
                    <a:pt x="2672" y="21666"/>
                  </a:lnTo>
                  <a:lnTo>
                    <a:pt x="2223" y="22059"/>
                  </a:lnTo>
                  <a:lnTo>
                    <a:pt x="1719" y="22043"/>
                  </a:lnTo>
                  <a:lnTo>
                    <a:pt x="344" y="20853"/>
                  </a:lnTo>
                  <a:lnTo>
                    <a:pt x="0" y="20157"/>
                  </a:lnTo>
                  <a:lnTo>
                    <a:pt x="1217" y="18765"/>
                  </a:lnTo>
                  <a:lnTo>
                    <a:pt x="2098" y="18302"/>
                  </a:lnTo>
                  <a:lnTo>
                    <a:pt x="3438" y="18091"/>
                  </a:lnTo>
                  <a:lnTo>
                    <a:pt x="4753" y="16804"/>
                  </a:lnTo>
                  <a:lnTo>
                    <a:pt x="7461" y="15099"/>
                  </a:lnTo>
                  <a:lnTo>
                    <a:pt x="8301" y="14168"/>
                  </a:lnTo>
                  <a:lnTo>
                    <a:pt x="8841" y="10933"/>
                  </a:lnTo>
                  <a:lnTo>
                    <a:pt x="9456" y="10382"/>
                  </a:lnTo>
                  <a:lnTo>
                    <a:pt x="9786" y="9088"/>
                  </a:lnTo>
                  <a:lnTo>
                    <a:pt x="11286" y="9125"/>
                  </a:lnTo>
                  <a:lnTo>
                    <a:pt x="11975" y="10575"/>
                  </a:lnTo>
                  <a:lnTo>
                    <a:pt x="12216" y="10773"/>
                  </a:lnTo>
                  <a:lnTo>
                    <a:pt x="12337" y="10632"/>
                  </a:lnTo>
                  <a:lnTo>
                    <a:pt x="12403" y="9472"/>
                  </a:lnTo>
                  <a:lnTo>
                    <a:pt x="13173" y="8658"/>
                  </a:lnTo>
                  <a:lnTo>
                    <a:pt x="12729" y="8061"/>
                  </a:lnTo>
                  <a:lnTo>
                    <a:pt x="11342" y="7309"/>
                  </a:lnTo>
                  <a:lnTo>
                    <a:pt x="10314" y="6955"/>
                  </a:lnTo>
                  <a:lnTo>
                    <a:pt x="9644" y="6997"/>
                  </a:lnTo>
                  <a:lnTo>
                    <a:pt x="9098" y="6576"/>
                  </a:lnTo>
                  <a:lnTo>
                    <a:pt x="8676" y="5690"/>
                  </a:lnTo>
                  <a:lnTo>
                    <a:pt x="8485" y="4811"/>
                  </a:lnTo>
                  <a:lnTo>
                    <a:pt x="8522" y="3940"/>
                  </a:lnTo>
                  <a:lnTo>
                    <a:pt x="8863" y="2963"/>
                  </a:lnTo>
                  <a:lnTo>
                    <a:pt x="9510" y="1884"/>
                  </a:lnTo>
                  <a:lnTo>
                    <a:pt x="10250" y="1271"/>
                  </a:lnTo>
                  <a:lnTo>
                    <a:pt x="11847" y="829"/>
                  </a:lnTo>
                  <a:lnTo>
                    <a:pt x="13262" y="111"/>
                  </a:lnTo>
                  <a:lnTo>
                    <a:pt x="14011" y="0"/>
                  </a:lnTo>
                  <a:lnTo>
                    <a:pt x="14578" y="304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6" name="pg1525"/>
            <p:cNvSpPr/>
            <p:nvPr/>
          </p:nvSpPr>
          <p:spPr>
            <a:xfrm>
              <a:off x="1314305" y="2032186"/>
              <a:ext cx="5095" cy="4842"/>
            </a:xfrm>
            <a:custGeom>
              <a:avLst/>
              <a:pathLst>
                <a:path w="5095" h="4842">
                  <a:moveTo>
                    <a:pt x="3261" y="4148"/>
                  </a:moveTo>
                  <a:lnTo>
                    <a:pt x="2794" y="4668"/>
                  </a:lnTo>
                  <a:lnTo>
                    <a:pt x="2418" y="4782"/>
                  </a:lnTo>
                  <a:lnTo>
                    <a:pt x="2133" y="4487"/>
                  </a:lnTo>
                  <a:lnTo>
                    <a:pt x="856" y="4842"/>
                  </a:lnTo>
                  <a:lnTo>
                    <a:pt x="606" y="4630"/>
                  </a:lnTo>
                  <a:lnTo>
                    <a:pt x="36" y="2868"/>
                  </a:lnTo>
                  <a:lnTo>
                    <a:pt x="0" y="1956"/>
                  </a:lnTo>
                  <a:lnTo>
                    <a:pt x="223" y="1237"/>
                  </a:lnTo>
                  <a:lnTo>
                    <a:pt x="796" y="584"/>
                  </a:lnTo>
                  <a:lnTo>
                    <a:pt x="1720" y="0"/>
                  </a:lnTo>
                  <a:lnTo>
                    <a:pt x="2627" y="119"/>
                  </a:lnTo>
                  <a:lnTo>
                    <a:pt x="4212" y="1741"/>
                  </a:lnTo>
                  <a:lnTo>
                    <a:pt x="4955" y="2692"/>
                  </a:lnTo>
                  <a:lnTo>
                    <a:pt x="5095" y="3283"/>
                  </a:lnTo>
                  <a:lnTo>
                    <a:pt x="4540" y="3839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7" name="pg1526"/>
            <p:cNvSpPr/>
            <p:nvPr/>
          </p:nvSpPr>
          <p:spPr>
            <a:xfrm>
              <a:off x="1319878" y="2030014"/>
              <a:ext cx="3039" cy="4590"/>
            </a:xfrm>
            <a:custGeom>
              <a:avLst/>
              <a:pathLst>
                <a:path w="3039" h="4590">
                  <a:moveTo>
                    <a:pt x="1147" y="4367"/>
                  </a:moveTo>
                  <a:lnTo>
                    <a:pt x="608" y="4590"/>
                  </a:lnTo>
                  <a:lnTo>
                    <a:pt x="478" y="4283"/>
                  </a:lnTo>
                  <a:lnTo>
                    <a:pt x="415" y="2983"/>
                  </a:lnTo>
                  <a:lnTo>
                    <a:pt x="0" y="921"/>
                  </a:lnTo>
                  <a:lnTo>
                    <a:pt x="787" y="173"/>
                  </a:lnTo>
                  <a:lnTo>
                    <a:pt x="1277" y="0"/>
                  </a:lnTo>
                  <a:lnTo>
                    <a:pt x="1485" y="314"/>
                  </a:lnTo>
                  <a:lnTo>
                    <a:pt x="2053" y="1850"/>
                  </a:lnTo>
                  <a:lnTo>
                    <a:pt x="2621" y="2260"/>
                  </a:lnTo>
                  <a:lnTo>
                    <a:pt x="3039" y="2591"/>
                  </a:lnTo>
                  <a:lnTo>
                    <a:pt x="2302" y="3061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8" name="pg1527"/>
            <p:cNvSpPr/>
            <p:nvPr/>
          </p:nvSpPr>
          <p:spPr>
            <a:xfrm>
              <a:off x="1354844" y="2023809"/>
              <a:ext cx="3284" cy="3397"/>
            </a:xfrm>
            <a:custGeom>
              <a:avLst/>
              <a:pathLst>
                <a:path w="3284" h="3397">
                  <a:moveTo>
                    <a:pt x="3284" y="2752"/>
                  </a:moveTo>
                  <a:lnTo>
                    <a:pt x="2214" y="3397"/>
                  </a:lnTo>
                  <a:lnTo>
                    <a:pt x="1079" y="2725"/>
                  </a:lnTo>
                  <a:lnTo>
                    <a:pt x="109" y="1481"/>
                  </a:lnTo>
                  <a:lnTo>
                    <a:pt x="0" y="0"/>
                  </a:lnTo>
                  <a:lnTo>
                    <a:pt x="2161" y="959"/>
                  </a:lnTo>
                  <a:lnTo>
                    <a:pt x="2623" y="1415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9" name="pg1528"/>
            <p:cNvSpPr/>
            <p:nvPr/>
          </p:nvSpPr>
          <p:spPr>
            <a:xfrm>
              <a:off x="1359616" y="2009360"/>
              <a:ext cx="2469" cy="4169"/>
            </a:xfrm>
            <a:custGeom>
              <a:avLst/>
              <a:pathLst>
                <a:path w="2469" h="4169">
                  <a:moveTo>
                    <a:pt x="1675" y="4032"/>
                  </a:moveTo>
                  <a:lnTo>
                    <a:pt x="1381" y="4169"/>
                  </a:lnTo>
                  <a:lnTo>
                    <a:pt x="532" y="3265"/>
                  </a:lnTo>
                  <a:lnTo>
                    <a:pt x="223" y="2588"/>
                  </a:lnTo>
                  <a:lnTo>
                    <a:pt x="0" y="1535"/>
                  </a:lnTo>
                  <a:lnTo>
                    <a:pt x="1730" y="18"/>
                  </a:lnTo>
                  <a:lnTo>
                    <a:pt x="2089" y="0"/>
                  </a:lnTo>
                  <a:lnTo>
                    <a:pt x="2412" y="849"/>
                  </a:lnTo>
                  <a:lnTo>
                    <a:pt x="2469" y="1520"/>
                  </a:lnTo>
                  <a:lnTo>
                    <a:pt x="1990" y="3436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0" name="pg1529"/>
            <p:cNvSpPr/>
            <p:nvPr/>
          </p:nvSpPr>
          <p:spPr>
            <a:xfrm>
              <a:off x="1329136" y="2007370"/>
              <a:ext cx="22467" cy="19102"/>
            </a:xfrm>
            <a:custGeom>
              <a:avLst/>
              <a:pathLst>
                <a:path w="22467" h="19102">
                  <a:moveTo>
                    <a:pt x="17620" y="2071"/>
                  </a:moveTo>
                  <a:lnTo>
                    <a:pt x="18818" y="6953"/>
                  </a:lnTo>
                  <a:lnTo>
                    <a:pt x="19337" y="7908"/>
                  </a:lnTo>
                  <a:lnTo>
                    <a:pt x="20107" y="8429"/>
                  </a:lnTo>
                  <a:lnTo>
                    <a:pt x="21185" y="8955"/>
                  </a:lnTo>
                  <a:lnTo>
                    <a:pt x="21827" y="9678"/>
                  </a:lnTo>
                  <a:lnTo>
                    <a:pt x="22393" y="10777"/>
                  </a:lnTo>
                  <a:lnTo>
                    <a:pt x="22467" y="11282"/>
                  </a:lnTo>
                  <a:lnTo>
                    <a:pt x="19075" y="9311"/>
                  </a:lnTo>
                  <a:lnTo>
                    <a:pt x="16943" y="12188"/>
                  </a:lnTo>
                  <a:lnTo>
                    <a:pt x="16300" y="12562"/>
                  </a:lnTo>
                  <a:lnTo>
                    <a:pt x="10250" y="12701"/>
                  </a:lnTo>
                  <a:lnTo>
                    <a:pt x="9041" y="13232"/>
                  </a:lnTo>
                  <a:lnTo>
                    <a:pt x="8259" y="14168"/>
                  </a:lnTo>
                  <a:lnTo>
                    <a:pt x="6876" y="16795"/>
                  </a:lnTo>
                  <a:lnTo>
                    <a:pt x="6175" y="17817"/>
                  </a:lnTo>
                  <a:lnTo>
                    <a:pt x="5435" y="18423"/>
                  </a:lnTo>
                  <a:lnTo>
                    <a:pt x="3864" y="19102"/>
                  </a:lnTo>
                  <a:lnTo>
                    <a:pt x="1976" y="19010"/>
                  </a:lnTo>
                  <a:lnTo>
                    <a:pt x="993" y="18667"/>
                  </a:lnTo>
                  <a:lnTo>
                    <a:pt x="466" y="17417"/>
                  </a:lnTo>
                  <a:lnTo>
                    <a:pt x="0" y="14953"/>
                  </a:lnTo>
                  <a:lnTo>
                    <a:pt x="3" y="14268"/>
                  </a:lnTo>
                  <a:lnTo>
                    <a:pt x="201" y="13090"/>
                  </a:lnTo>
                  <a:lnTo>
                    <a:pt x="1881" y="11461"/>
                  </a:lnTo>
                  <a:lnTo>
                    <a:pt x="2440" y="10603"/>
                  </a:lnTo>
                  <a:lnTo>
                    <a:pt x="4617" y="5022"/>
                  </a:lnTo>
                  <a:lnTo>
                    <a:pt x="5248" y="4254"/>
                  </a:lnTo>
                  <a:lnTo>
                    <a:pt x="5918" y="4067"/>
                  </a:lnTo>
                  <a:lnTo>
                    <a:pt x="7777" y="4455"/>
                  </a:lnTo>
                  <a:lnTo>
                    <a:pt x="9364" y="2827"/>
                  </a:lnTo>
                  <a:lnTo>
                    <a:pt x="12783" y="346"/>
                  </a:lnTo>
                  <a:lnTo>
                    <a:pt x="13534" y="51"/>
                  </a:lnTo>
                  <a:lnTo>
                    <a:pt x="15998" y="0"/>
                  </a:lnTo>
                  <a:lnTo>
                    <a:pt x="16670" y="383"/>
                  </a:lnTo>
                  <a:lnTo>
                    <a:pt x="17190" y="1079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1" name="pg1530"/>
            <p:cNvSpPr/>
            <p:nvPr/>
          </p:nvSpPr>
          <p:spPr>
            <a:xfrm>
              <a:off x="1396289" y="2007135"/>
              <a:ext cx="1232" cy="2702"/>
            </a:xfrm>
            <a:custGeom>
              <a:avLst/>
              <a:pathLst>
                <a:path w="1232" h="2702">
                  <a:moveTo>
                    <a:pt x="1232" y="2552"/>
                  </a:moveTo>
                  <a:lnTo>
                    <a:pt x="832" y="2702"/>
                  </a:lnTo>
                  <a:lnTo>
                    <a:pt x="500" y="2383"/>
                  </a:lnTo>
                  <a:lnTo>
                    <a:pt x="42" y="704"/>
                  </a:lnTo>
                  <a:lnTo>
                    <a:pt x="0" y="0"/>
                  </a:lnTo>
                  <a:lnTo>
                    <a:pt x="882" y="529"/>
                  </a:lnTo>
                  <a:lnTo>
                    <a:pt x="1218" y="1751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2" name="pg1531"/>
            <p:cNvSpPr/>
            <p:nvPr/>
          </p:nvSpPr>
          <p:spPr>
            <a:xfrm>
              <a:off x="1393987" y="2002195"/>
              <a:ext cx="1645" cy="4983"/>
            </a:xfrm>
            <a:custGeom>
              <a:avLst/>
              <a:pathLst>
                <a:path w="1645" h="4983">
                  <a:moveTo>
                    <a:pt x="1645" y="2190"/>
                  </a:moveTo>
                  <a:lnTo>
                    <a:pt x="1580" y="4544"/>
                  </a:lnTo>
                  <a:lnTo>
                    <a:pt x="1400" y="4915"/>
                  </a:lnTo>
                  <a:lnTo>
                    <a:pt x="1073" y="4286"/>
                  </a:lnTo>
                  <a:lnTo>
                    <a:pt x="379" y="4983"/>
                  </a:lnTo>
                  <a:lnTo>
                    <a:pt x="0" y="4474"/>
                  </a:lnTo>
                  <a:lnTo>
                    <a:pt x="161" y="3653"/>
                  </a:lnTo>
                  <a:lnTo>
                    <a:pt x="109" y="3014"/>
                  </a:lnTo>
                  <a:lnTo>
                    <a:pt x="623" y="2963"/>
                  </a:lnTo>
                  <a:lnTo>
                    <a:pt x="745" y="1792"/>
                  </a:lnTo>
                  <a:lnTo>
                    <a:pt x="656" y="1298"/>
                  </a:lnTo>
                  <a:lnTo>
                    <a:pt x="909" y="243"/>
                  </a:lnTo>
                  <a:lnTo>
                    <a:pt x="1276" y="0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3" name="pg1532"/>
            <p:cNvSpPr/>
            <p:nvPr/>
          </p:nvSpPr>
          <p:spPr>
            <a:xfrm>
              <a:off x="1740161" y="2001068"/>
              <a:ext cx="4480" cy="11121"/>
            </a:xfrm>
            <a:custGeom>
              <a:avLst/>
              <a:pathLst>
                <a:path w="4480" h="11121">
                  <a:moveTo>
                    <a:pt x="3151" y="5445"/>
                  </a:moveTo>
                  <a:lnTo>
                    <a:pt x="4413" y="9296"/>
                  </a:lnTo>
                  <a:lnTo>
                    <a:pt x="4480" y="10648"/>
                  </a:lnTo>
                  <a:lnTo>
                    <a:pt x="3277" y="11121"/>
                  </a:lnTo>
                  <a:lnTo>
                    <a:pt x="2331" y="10927"/>
                  </a:lnTo>
                  <a:lnTo>
                    <a:pt x="1843" y="10483"/>
                  </a:lnTo>
                  <a:lnTo>
                    <a:pt x="1715" y="9855"/>
                  </a:lnTo>
                  <a:lnTo>
                    <a:pt x="2020" y="7908"/>
                  </a:lnTo>
                  <a:lnTo>
                    <a:pt x="1399" y="6762"/>
                  </a:lnTo>
                  <a:lnTo>
                    <a:pt x="679" y="6371"/>
                  </a:lnTo>
                  <a:lnTo>
                    <a:pt x="35" y="7045"/>
                  </a:lnTo>
                  <a:lnTo>
                    <a:pt x="0" y="5123"/>
                  </a:lnTo>
                  <a:lnTo>
                    <a:pt x="482" y="3744"/>
                  </a:lnTo>
                  <a:lnTo>
                    <a:pt x="213" y="1869"/>
                  </a:lnTo>
                  <a:lnTo>
                    <a:pt x="205" y="453"/>
                  </a:lnTo>
                  <a:lnTo>
                    <a:pt x="366" y="0"/>
                  </a:lnTo>
                  <a:lnTo>
                    <a:pt x="1017" y="40"/>
                  </a:lnTo>
                  <a:lnTo>
                    <a:pt x="2350" y="1500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4" name="pg1533"/>
            <p:cNvSpPr/>
            <p:nvPr/>
          </p:nvSpPr>
          <p:spPr>
            <a:xfrm>
              <a:off x="1386848" y="2000806"/>
              <a:ext cx="4783" cy="10350"/>
            </a:xfrm>
            <a:custGeom>
              <a:avLst/>
              <a:pathLst>
                <a:path w="4783" h="10350">
                  <a:moveTo>
                    <a:pt x="4368" y="4262"/>
                  </a:moveTo>
                  <a:lnTo>
                    <a:pt x="3617" y="4909"/>
                  </a:lnTo>
                  <a:lnTo>
                    <a:pt x="3380" y="5733"/>
                  </a:lnTo>
                  <a:lnTo>
                    <a:pt x="2809" y="6081"/>
                  </a:lnTo>
                  <a:lnTo>
                    <a:pt x="2327" y="6752"/>
                  </a:lnTo>
                  <a:lnTo>
                    <a:pt x="709" y="9789"/>
                  </a:lnTo>
                  <a:lnTo>
                    <a:pt x="0" y="10350"/>
                  </a:lnTo>
                  <a:lnTo>
                    <a:pt x="783" y="7758"/>
                  </a:lnTo>
                  <a:lnTo>
                    <a:pt x="906" y="6934"/>
                  </a:lnTo>
                  <a:lnTo>
                    <a:pt x="921" y="6385"/>
                  </a:lnTo>
                  <a:lnTo>
                    <a:pt x="678" y="4430"/>
                  </a:lnTo>
                  <a:lnTo>
                    <a:pt x="1151" y="4516"/>
                  </a:lnTo>
                  <a:lnTo>
                    <a:pt x="1540" y="4110"/>
                  </a:lnTo>
                  <a:lnTo>
                    <a:pt x="2323" y="2377"/>
                  </a:lnTo>
                  <a:lnTo>
                    <a:pt x="3028" y="2223"/>
                  </a:lnTo>
                  <a:lnTo>
                    <a:pt x="3783" y="161"/>
                  </a:lnTo>
                  <a:lnTo>
                    <a:pt x="4191" y="0"/>
                  </a:lnTo>
                  <a:lnTo>
                    <a:pt x="4393" y="278"/>
                  </a:lnTo>
                  <a:lnTo>
                    <a:pt x="4057" y="1527"/>
                  </a:lnTo>
                  <a:lnTo>
                    <a:pt x="4783" y="2677"/>
                  </a:lnTo>
                  <a:lnTo>
                    <a:pt x="4602" y="3791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5" name="pg1534"/>
            <p:cNvSpPr/>
            <p:nvPr/>
          </p:nvSpPr>
          <p:spPr>
            <a:xfrm>
              <a:off x="1717225" y="1999247"/>
              <a:ext cx="10323" cy="18957"/>
            </a:xfrm>
            <a:custGeom>
              <a:avLst/>
              <a:pathLst>
                <a:path w="10323" h="18957">
                  <a:moveTo>
                    <a:pt x="7299" y="12744"/>
                  </a:moveTo>
                  <a:lnTo>
                    <a:pt x="7602" y="13142"/>
                  </a:lnTo>
                  <a:lnTo>
                    <a:pt x="7908" y="12862"/>
                  </a:lnTo>
                  <a:lnTo>
                    <a:pt x="8409" y="11809"/>
                  </a:lnTo>
                  <a:lnTo>
                    <a:pt x="9294" y="12017"/>
                  </a:lnTo>
                  <a:lnTo>
                    <a:pt x="9932" y="12370"/>
                  </a:lnTo>
                  <a:lnTo>
                    <a:pt x="10323" y="12803"/>
                  </a:lnTo>
                  <a:lnTo>
                    <a:pt x="10115" y="14338"/>
                  </a:lnTo>
                  <a:lnTo>
                    <a:pt x="9956" y="16830"/>
                  </a:lnTo>
                  <a:lnTo>
                    <a:pt x="9590" y="17714"/>
                  </a:lnTo>
                  <a:lnTo>
                    <a:pt x="9230" y="18957"/>
                  </a:lnTo>
                  <a:lnTo>
                    <a:pt x="7978" y="18219"/>
                  </a:lnTo>
                  <a:lnTo>
                    <a:pt x="6962" y="16638"/>
                  </a:lnTo>
                  <a:lnTo>
                    <a:pt x="5489" y="13914"/>
                  </a:lnTo>
                  <a:lnTo>
                    <a:pt x="4669" y="11949"/>
                  </a:lnTo>
                  <a:lnTo>
                    <a:pt x="4605" y="11119"/>
                  </a:lnTo>
                  <a:lnTo>
                    <a:pt x="4085" y="10516"/>
                  </a:lnTo>
                  <a:lnTo>
                    <a:pt x="3074" y="7128"/>
                  </a:lnTo>
                  <a:lnTo>
                    <a:pt x="2500" y="4449"/>
                  </a:lnTo>
                  <a:lnTo>
                    <a:pt x="1591" y="4143"/>
                  </a:lnTo>
                  <a:lnTo>
                    <a:pt x="442" y="3399"/>
                  </a:lnTo>
                  <a:lnTo>
                    <a:pt x="0" y="1931"/>
                  </a:lnTo>
                  <a:lnTo>
                    <a:pt x="305" y="647"/>
                  </a:lnTo>
                  <a:lnTo>
                    <a:pt x="1940" y="0"/>
                  </a:lnTo>
                  <a:lnTo>
                    <a:pt x="4397" y="3309"/>
                  </a:lnTo>
                  <a:lnTo>
                    <a:pt x="4772" y="4713"/>
                  </a:lnTo>
                  <a:lnTo>
                    <a:pt x="5652" y="6356"/>
                  </a:lnTo>
                  <a:lnTo>
                    <a:pt x="5819" y="8649"/>
                  </a:lnTo>
                  <a:lnTo>
                    <a:pt x="6266" y="9548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6" name="pg1535"/>
            <p:cNvSpPr/>
            <p:nvPr/>
          </p:nvSpPr>
          <p:spPr>
            <a:xfrm>
              <a:off x="1383264" y="1998324"/>
              <a:ext cx="2322" cy="2901"/>
            </a:xfrm>
            <a:custGeom>
              <a:avLst/>
              <a:pathLst>
                <a:path w="2322" h="2901">
                  <a:moveTo>
                    <a:pt x="2322" y="570"/>
                  </a:moveTo>
                  <a:lnTo>
                    <a:pt x="2149" y="2901"/>
                  </a:lnTo>
                  <a:lnTo>
                    <a:pt x="453" y="1418"/>
                  </a:lnTo>
                  <a:lnTo>
                    <a:pt x="0" y="683"/>
                  </a:lnTo>
                  <a:lnTo>
                    <a:pt x="302" y="137"/>
                  </a:lnTo>
                  <a:lnTo>
                    <a:pt x="1914" y="0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7" name="pg1536"/>
            <p:cNvSpPr/>
            <p:nvPr/>
          </p:nvSpPr>
          <p:spPr>
            <a:xfrm>
              <a:off x="1379204" y="1996916"/>
              <a:ext cx="4489" cy="7665"/>
            </a:xfrm>
            <a:custGeom>
              <a:avLst/>
              <a:pathLst>
                <a:path w="4489" h="7665">
                  <a:moveTo>
                    <a:pt x="1994" y="2654"/>
                  </a:moveTo>
                  <a:lnTo>
                    <a:pt x="2181" y="2670"/>
                  </a:lnTo>
                  <a:lnTo>
                    <a:pt x="2563" y="2444"/>
                  </a:lnTo>
                  <a:lnTo>
                    <a:pt x="3363" y="779"/>
                  </a:lnTo>
                  <a:lnTo>
                    <a:pt x="3624" y="705"/>
                  </a:lnTo>
                  <a:lnTo>
                    <a:pt x="3628" y="1219"/>
                  </a:lnTo>
                  <a:lnTo>
                    <a:pt x="3249" y="2866"/>
                  </a:lnTo>
                  <a:lnTo>
                    <a:pt x="3891" y="5065"/>
                  </a:lnTo>
                  <a:lnTo>
                    <a:pt x="4489" y="6123"/>
                  </a:lnTo>
                  <a:lnTo>
                    <a:pt x="4429" y="6494"/>
                  </a:lnTo>
                  <a:lnTo>
                    <a:pt x="2929" y="7257"/>
                  </a:lnTo>
                  <a:lnTo>
                    <a:pt x="1785" y="6707"/>
                  </a:lnTo>
                  <a:lnTo>
                    <a:pt x="1183" y="6898"/>
                  </a:lnTo>
                  <a:lnTo>
                    <a:pt x="634" y="7665"/>
                  </a:lnTo>
                  <a:lnTo>
                    <a:pt x="259" y="6815"/>
                  </a:lnTo>
                  <a:lnTo>
                    <a:pt x="0" y="2757"/>
                  </a:lnTo>
                  <a:lnTo>
                    <a:pt x="84" y="2045"/>
                  </a:lnTo>
                  <a:lnTo>
                    <a:pt x="707" y="636"/>
                  </a:lnTo>
                  <a:lnTo>
                    <a:pt x="1512" y="0"/>
                  </a:lnTo>
                  <a:lnTo>
                    <a:pt x="1861" y="186"/>
                  </a:lnTo>
                  <a:lnTo>
                    <a:pt x="2151" y="745"/>
                  </a:lnTo>
                  <a:lnTo>
                    <a:pt x="2223" y="1336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8" name="pg1537"/>
            <p:cNvSpPr/>
            <p:nvPr/>
          </p:nvSpPr>
          <p:spPr>
            <a:xfrm>
              <a:off x="1713729" y="1992352"/>
              <a:ext cx="5619" cy="8563"/>
            </a:xfrm>
            <a:custGeom>
              <a:avLst/>
              <a:pathLst>
                <a:path w="5619" h="8563">
                  <a:moveTo>
                    <a:pt x="5331" y="453"/>
                  </a:moveTo>
                  <a:lnTo>
                    <a:pt x="5601" y="1284"/>
                  </a:lnTo>
                  <a:lnTo>
                    <a:pt x="5619" y="1809"/>
                  </a:lnTo>
                  <a:lnTo>
                    <a:pt x="3833" y="3771"/>
                  </a:lnTo>
                  <a:lnTo>
                    <a:pt x="3800" y="4176"/>
                  </a:lnTo>
                  <a:lnTo>
                    <a:pt x="3381" y="5390"/>
                  </a:lnTo>
                  <a:lnTo>
                    <a:pt x="3006" y="5833"/>
                  </a:lnTo>
                  <a:lnTo>
                    <a:pt x="2341" y="7146"/>
                  </a:lnTo>
                  <a:lnTo>
                    <a:pt x="1072" y="8563"/>
                  </a:lnTo>
                  <a:lnTo>
                    <a:pt x="1259" y="4306"/>
                  </a:lnTo>
                  <a:lnTo>
                    <a:pt x="0" y="1836"/>
                  </a:lnTo>
                  <a:lnTo>
                    <a:pt x="1269" y="585"/>
                  </a:lnTo>
                  <a:lnTo>
                    <a:pt x="2102" y="942"/>
                  </a:lnTo>
                  <a:lnTo>
                    <a:pt x="3483" y="1086"/>
                  </a:lnTo>
                  <a:lnTo>
                    <a:pt x="4831" y="0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9" name="pg1538"/>
            <p:cNvSpPr/>
            <p:nvPr/>
          </p:nvSpPr>
          <p:spPr>
            <a:xfrm>
              <a:off x="1442250" y="1981560"/>
              <a:ext cx="2140" cy="3982"/>
            </a:xfrm>
            <a:custGeom>
              <a:avLst/>
              <a:pathLst>
                <a:path w="2140" h="3982">
                  <a:moveTo>
                    <a:pt x="2114" y="3047"/>
                  </a:moveTo>
                  <a:lnTo>
                    <a:pt x="1634" y="3982"/>
                  </a:lnTo>
                  <a:lnTo>
                    <a:pt x="700" y="3914"/>
                  </a:lnTo>
                  <a:lnTo>
                    <a:pt x="174" y="3608"/>
                  </a:lnTo>
                  <a:lnTo>
                    <a:pt x="0" y="2793"/>
                  </a:lnTo>
                  <a:lnTo>
                    <a:pt x="1440" y="331"/>
                  </a:lnTo>
                  <a:lnTo>
                    <a:pt x="1769" y="0"/>
                  </a:lnTo>
                  <a:lnTo>
                    <a:pt x="2025" y="95"/>
                  </a:lnTo>
                  <a:lnTo>
                    <a:pt x="2140" y="1112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0" name="pg1539"/>
            <p:cNvSpPr/>
            <p:nvPr/>
          </p:nvSpPr>
          <p:spPr>
            <a:xfrm>
              <a:off x="1737064" y="1980642"/>
              <a:ext cx="10871" cy="23330"/>
            </a:xfrm>
            <a:custGeom>
              <a:avLst/>
              <a:pathLst>
                <a:path w="10871" h="23330">
                  <a:moveTo>
                    <a:pt x="10697" y="13776"/>
                  </a:moveTo>
                  <a:lnTo>
                    <a:pt x="10268" y="17022"/>
                  </a:lnTo>
                  <a:lnTo>
                    <a:pt x="9419" y="20346"/>
                  </a:lnTo>
                  <a:lnTo>
                    <a:pt x="8121" y="22134"/>
                  </a:lnTo>
                  <a:lnTo>
                    <a:pt x="7209" y="21736"/>
                  </a:lnTo>
                  <a:lnTo>
                    <a:pt x="6537" y="20296"/>
                  </a:lnTo>
                  <a:lnTo>
                    <a:pt x="5913" y="20375"/>
                  </a:lnTo>
                  <a:lnTo>
                    <a:pt x="5248" y="20078"/>
                  </a:lnTo>
                  <a:lnTo>
                    <a:pt x="4876" y="18883"/>
                  </a:lnTo>
                  <a:lnTo>
                    <a:pt x="5228" y="17344"/>
                  </a:lnTo>
                  <a:lnTo>
                    <a:pt x="4917" y="16150"/>
                  </a:lnTo>
                  <a:lnTo>
                    <a:pt x="4585" y="17194"/>
                  </a:lnTo>
                  <a:lnTo>
                    <a:pt x="4001" y="18152"/>
                  </a:lnTo>
                  <a:lnTo>
                    <a:pt x="2526" y="19397"/>
                  </a:lnTo>
                  <a:lnTo>
                    <a:pt x="1510" y="21777"/>
                  </a:lnTo>
                  <a:lnTo>
                    <a:pt x="1031" y="23330"/>
                  </a:lnTo>
                  <a:lnTo>
                    <a:pt x="433" y="21637"/>
                  </a:lnTo>
                  <a:lnTo>
                    <a:pt x="50" y="17631"/>
                  </a:lnTo>
                  <a:lnTo>
                    <a:pt x="0" y="15930"/>
                  </a:lnTo>
                  <a:lnTo>
                    <a:pt x="1068" y="13364"/>
                  </a:lnTo>
                  <a:lnTo>
                    <a:pt x="2449" y="10927"/>
                  </a:lnTo>
                  <a:lnTo>
                    <a:pt x="2728" y="3654"/>
                  </a:lnTo>
                  <a:lnTo>
                    <a:pt x="7118" y="0"/>
                  </a:lnTo>
                  <a:lnTo>
                    <a:pt x="7525" y="189"/>
                  </a:lnTo>
                  <a:lnTo>
                    <a:pt x="8951" y="2917"/>
                  </a:lnTo>
                  <a:lnTo>
                    <a:pt x="10467" y="6729"/>
                  </a:lnTo>
                  <a:lnTo>
                    <a:pt x="10860" y="8446"/>
                  </a:lnTo>
                  <a:lnTo>
                    <a:pt x="10871" y="11445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1" name="pg1540"/>
            <p:cNvSpPr/>
            <p:nvPr/>
          </p:nvSpPr>
          <p:spPr>
            <a:xfrm>
              <a:off x="1713506" y="1969300"/>
              <a:ext cx="21949" cy="48066"/>
            </a:xfrm>
            <a:custGeom>
              <a:avLst/>
              <a:pathLst>
                <a:path w="21949" h="48066">
                  <a:moveTo>
                    <a:pt x="2332" y="0"/>
                  </a:moveTo>
                  <a:lnTo>
                    <a:pt x="4671" y="633"/>
                  </a:lnTo>
                  <a:lnTo>
                    <a:pt x="6814" y="572"/>
                  </a:lnTo>
                  <a:lnTo>
                    <a:pt x="7545" y="1791"/>
                  </a:lnTo>
                  <a:lnTo>
                    <a:pt x="8029" y="3076"/>
                  </a:lnTo>
                  <a:lnTo>
                    <a:pt x="8310" y="4285"/>
                  </a:lnTo>
                  <a:lnTo>
                    <a:pt x="8387" y="5417"/>
                  </a:lnTo>
                  <a:lnTo>
                    <a:pt x="8329" y="6219"/>
                  </a:lnTo>
                  <a:lnTo>
                    <a:pt x="8069" y="7074"/>
                  </a:lnTo>
                  <a:lnTo>
                    <a:pt x="8126" y="7362"/>
                  </a:lnTo>
                  <a:lnTo>
                    <a:pt x="12310" y="10170"/>
                  </a:lnTo>
                  <a:lnTo>
                    <a:pt x="14284" y="13125"/>
                  </a:lnTo>
                  <a:lnTo>
                    <a:pt x="15071" y="14677"/>
                  </a:lnTo>
                  <a:lnTo>
                    <a:pt x="15526" y="15989"/>
                  </a:lnTo>
                  <a:lnTo>
                    <a:pt x="16350" y="19271"/>
                  </a:lnTo>
                  <a:lnTo>
                    <a:pt x="18093" y="23080"/>
                  </a:lnTo>
                  <a:lnTo>
                    <a:pt x="19008" y="24240"/>
                  </a:lnTo>
                  <a:lnTo>
                    <a:pt x="19527" y="25370"/>
                  </a:lnTo>
                  <a:lnTo>
                    <a:pt x="19235" y="25413"/>
                  </a:lnTo>
                  <a:lnTo>
                    <a:pt x="18007" y="24576"/>
                  </a:lnTo>
                  <a:lnTo>
                    <a:pt x="15349" y="22021"/>
                  </a:lnTo>
                  <a:lnTo>
                    <a:pt x="15132" y="22124"/>
                  </a:lnTo>
                  <a:lnTo>
                    <a:pt x="14892" y="23506"/>
                  </a:lnTo>
                  <a:lnTo>
                    <a:pt x="14479" y="24719"/>
                  </a:lnTo>
                  <a:lnTo>
                    <a:pt x="13868" y="25589"/>
                  </a:lnTo>
                  <a:lnTo>
                    <a:pt x="14358" y="25851"/>
                  </a:lnTo>
                  <a:lnTo>
                    <a:pt x="16501" y="25302"/>
                  </a:lnTo>
                  <a:lnTo>
                    <a:pt x="18301" y="27793"/>
                  </a:lnTo>
                  <a:lnTo>
                    <a:pt x="19002" y="28238"/>
                  </a:lnTo>
                  <a:lnTo>
                    <a:pt x="19681" y="30027"/>
                  </a:lnTo>
                  <a:lnTo>
                    <a:pt x="19703" y="30713"/>
                  </a:lnTo>
                  <a:lnTo>
                    <a:pt x="19308" y="32037"/>
                  </a:lnTo>
                  <a:lnTo>
                    <a:pt x="19006" y="32576"/>
                  </a:lnTo>
                  <a:lnTo>
                    <a:pt x="19108" y="32941"/>
                  </a:lnTo>
                  <a:lnTo>
                    <a:pt x="19610" y="33130"/>
                  </a:lnTo>
                  <a:lnTo>
                    <a:pt x="21596" y="32757"/>
                  </a:lnTo>
                  <a:lnTo>
                    <a:pt x="21949" y="33408"/>
                  </a:lnTo>
                  <a:lnTo>
                    <a:pt x="21653" y="38572"/>
                  </a:lnTo>
                  <a:lnTo>
                    <a:pt x="21935" y="40474"/>
                  </a:lnTo>
                  <a:lnTo>
                    <a:pt x="21930" y="41338"/>
                  </a:lnTo>
                  <a:lnTo>
                    <a:pt x="21700" y="42485"/>
                  </a:lnTo>
                  <a:lnTo>
                    <a:pt x="21692" y="43454"/>
                  </a:lnTo>
                  <a:lnTo>
                    <a:pt x="21871" y="44450"/>
                  </a:lnTo>
                  <a:lnTo>
                    <a:pt x="21894" y="45339"/>
                  </a:lnTo>
                  <a:lnTo>
                    <a:pt x="21390" y="47659"/>
                  </a:lnTo>
                  <a:lnTo>
                    <a:pt x="20859" y="48048"/>
                  </a:lnTo>
                  <a:lnTo>
                    <a:pt x="20000" y="48066"/>
                  </a:lnTo>
                  <a:lnTo>
                    <a:pt x="19323" y="47406"/>
                  </a:lnTo>
                  <a:lnTo>
                    <a:pt x="18372" y="45412"/>
                  </a:lnTo>
                  <a:lnTo>
                    <a:pt x="17446" y="42313"/>
                  </a:lnTo>
                  <a:lnTo>
                    <a:pt x="17090" y="41870"/>
                  </a:lnTo>
                  <a:lnTo>
                    <a:pt x="15875" y="41406"/>
                  </a:lnTo>
                  <a:lnTo>
                    <a:pt x="15655" y="41038"/>
                  </a:lnTo>
                  <a:lnTo>
                    <a:pt x="14879" y="40973"/>
                  </a:lnTo>
                  <a:lnTo>
                    <a:pt x="14330" y="39697"/>
                  </a:lnTo>
                  <a:lnTo>
                    <a:pt x="14396" y="38025"/>
                  </a:lnTo>
                  <a:lnTo>
                    <a:pt x="13922" y="36320"/>
                  </a:lnTo>
                  <a:lnTo>
                    <a:pt x="13981" y="35555"/>
                  </a:lnTo>
                  <a:lnTo>
                    <a:pt x="13448" y="35235"/>
                  </a:lnTo>
                  <a:lnTo>
                    <a:pt x="12998" y="35715"/>
                  </a:lnTo>
                  <a:lnTo>
                    <a:pt x="13232" y="37387"/>
                  </a:lnTo>
                  <a:lnTo>
                    <a:pt x="12969" y="38683"/>
                  </a:lnTo>
                  <a:lnTo>
                    <a:pt x="12004" y="38139"/>
                  </a:lnTo>
                  <a:lnTo>
                    <a:pt x="10397" y="34002"/>
                  </a:lnTo>
                  <a:lnTo>
                    <a:pt x="8570" y="30680"/>
                  </a:lnTo>
                  <a:lnTo>
                    <a:pt x="7855" y="29890"/>
                  </a:lnTo>
                  <a:lnTo>
                    <a:pt x="8047" y="28927"/>
                  </a:lnTo>
                  <a:lnTo>
                    <a:pt x="8948" y="28416"/>
                  </a:lnTo>
                  <a:lnTo>
                    <a:pt x="9678" y="28456"/>
                  </a:lnTo>
                  <a:lnTo>
                    <a:pt x="9826" y="27883"/>
                  </a:lnTo>
                  <a:lnTo>
                    <a:pt x="8301" y="24676"/>
                  </a:lnTo>
                  <a:lnTo>
                    <a:pt x="8351" y="23766"/>
                  </a:lnTo>
                  <a:lnTo>
                    <a:pt x="8906" y="22147"/>
                  </a:lnTo>
                  <a:lnTo>
                    <a:pt x="8212" y="21470"/>
                  </a:lnTo>
                  <a:lnTo>
                    <a:pt x="6310" y="21978"/>
                  </a:lnTo>
                  <a:lnTo>
                    <a:pt x="5638" y="21639"/>
                  </a:lnTo>
                  <a:lnTo>
                    <a:pt x="5088" y="20340"/>
                  </a:lnTo>
                  <a:lnTo>
                    <a:pt x="4765" y="19214"/>
                  </a:lnTo>
                  <a:lnTo>
                    <a:pt x="3114" y="19009"/>
                  </a:lnTo>
                  <a:lnTo>
                    <a:pt x="2491" y="19149"/>
                  </a:lnTo>
                  <a:lnTo>
                    <a:pt x="1415" y="17446"/>
                  </a:lnTo>
                  <a:lnTo>
                    <a:pt x="925" y="16371"/>
                  </a:lnTo>
                  <a:lnTo>
                    <a:pt x="1120" y="15820"/>
                  </a:lnTo>
                  <a:lnTo>
                    <a:pt x="2111" y="14853"/>
                  </a:lnTo>
                  <a:lnTo>
                    <a:pt x="2690" y="14989"/>
                  </a:lnTo>
                  <a:lnTo>
                    <a:pt x="3803" y="16021"/>
                  </a:lnTo>
                  <a:lnTo>
                    <a:pt x="4238" y="15982"/>
                  </a:lnTo>
                  <a:lnTo>
                    <a:pt x="5343" y="14614"/>
                  </a:lnTo>
                  <a:lnTo>
                    <a:pt x="5512" y="13377"/>
                  </a:lnTo>
                  <a:lnTo>
                    <a:pt x="6338" y="12363"/>
                  </a:lnTo>
                  <a:lnTo>
                    <a:pt x="6207" y="11291"/>
                  </a:lnTo>
                  <a:lnTo>
                    <a:pt x="5749" y="9470"/>
                  </a:lnTo>
                  <a:lnTo>
                    <a:pt x="4737" y="8962"/>
                  </a:lnTo>
                  <a:lnTo>
                    <a:pt x="2672" y="10044"/>
                  </a:lnTo>
                  <a:lnTo>
                    <a:pt x="875" y="11714"/>
                  </a:lnTo>
                  <a:lnTo>
                    <a:pt x="155" y="11062"/>
                  </a:lnTo>
                  <a:lnTo>
                    <a:pt x="0" y="10039"/>
                  </a:lnTo>
                  <a:lnTo>
                    <a:pt x="1924" y="7255"/>
                  </a:lnTo>
                  <a:lnTo>
                    <a:pt x="2768" y="5719"/>
                  </a:lnTo>
                  <a:lnTo>
                    <a:pt x="2604" y="4807"/>
                  </a:lnTo>
                  <a:lnTo>
                    <a:pt x="1983" y="3630"/>
                  </a:lnTo>
                  <a:lnTo>
                    <a:pt x="1931" y="678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2" name="pg1541"/>
            <p:cNvSpPr/>
            <p:nvPr/>
          </p:nvSpPr>
          <p:spPr>
            <a:xfrm>
              <a:off x="1722360" y="1965915"/>
              <a:ext cx="5041" cy="6194"/>
            </a:xfrm>
            <a:custGeom>
              <a:avLst/>
              <a:pathLst>
                <a:path w="5041" h="6194">
                  <a:moveTo>
                    <a:pt x="3180" y="6101"/>
                  </a:moveTo>
                  <a:lnTo>
                    <a:pt x="2550" y="6194"/>
                  </a:lnTo>
                  <a:lnTo>
                    <a:pt x="1804" y="5742"/>
                  </a:lnTo>
                  <a:lnTo>
                    <a:pt x="32" y="3334"/>
                  </a:lnTo>
                  <a:lnTo>
                    <a:pt x="0" y="2627"/>
                  </a:lnTo>
                  <a:lnTo>
                    <a:pt x="253" y="1825"/>
                  </a:lnTo>
                  <a:lnTo>
                    <a:pt x="1260" y="353"/>
                  </a:lnTo>
                  <a:lnTo>
                    <a:pt x="1673" y="0"/>
                  </a:lnTo>
                  <a:lnTo>
                    <a:pt x="4091" y="155"/>
                  </a:lnTo>
                  <a:lnTo>
                    <a:pt x="4865" y="549"/>
                  </a:lnTo>
                  <a:lnTo>
                    <a:pt x="5041" y="1236"/>
                  </a:lnTo>
                  <a:lnTo>
                    <a:pt x="5002" y="1934"/>
                  </a:lnTo>
                  <a:lnTo>
                    <a:pt x="4748" y="2641"/>
                  </a:lnTo>
                  <a:lnTo>
                    <a:pt x="4689" y="3382"/>
                  </a:lnTo>
                  <a:lnTo>
                    <a:pt x="4825" y="4153"/>
                  </a:lnTo>
                  <a:lnTo>
                    <a:pt x="4544" y="4918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3" name="pg1542"/>
            <p:cNvSpPr/>
            <p:nvPr/>
          </p:nvSpPr>
          <p:spPr>
            <a:xfrm>
              <a:off x="1726539" y="1964585"/>
              <a:ext cx="7800" cy="16824"/>
            </a:xfrm>
            <a:custGeom>
              <a:avLst/>
              <a:pathLst>
                <a:path w="7800" h="16824">
                  <a:moveTo>
                    <a:pt x="7239" y="11506"/>
                  </a:moveTo>
                  <a:lnTo>
                    <a:pt x="6985" y="16415"/>
                  </a:lnTo>
                  <a:lnTo>
                    <a:pt x="6495" y="16137"/>
                  </a:lnTo>
                  <a:lnTo>
                    <a:pt x="6030" y="16127"/>
                  </a:lnTo>
                  <a:lnTo>
                    <a:pt x="5080" y="16824"/>
                  </a:lnTo>
                  <a:lnTo>
                    <a:pt x="4077" y="16518"/>
                  </a:lnTo>
                  <a:lnTo>
                    <a:pt x="3608" y="15973"/>
                  </a:lnTo>
                  <a:lnTo>
                    <a:pt x="3435" y="15342"/>
                  </a:lnTo>
                  <a:lnTo>
                    <a:pt x="3615" y="13885"/>
                  </a:lnTo>
                  <a:lnTo>
                    <a:pt x="3058" y="13073"/>
                  </a:lnTo>
                  <a:lnTo>
                    <a:pt x="1185" y="12776"/>
                  </a:lnTo>
                  <a:lnTo>
                    <a:pt x="482" y="12428"/>
                  </a:lnTo>
                  <a:lnTo>
                    <a:pt x="94" y="10894"/>
                  </a:lnTo>
                  <a:lnTo>
                    <a:pt x="0" y="8882"/>
                  </a:lnTo>
                  <a:lnTo>
                    <a:pt x="293" y="8130"/>
                  </a:lnTo>
                  <a:lnTo>
                    <a:pt x="1237" y="7597"/>
                  </a:lnTo>
                  <a:lnTo>
                    <a:pt x="1974" y="5159"/>
                  </a:lnTo>
                  <a:lnTo>
                    <a:pt x="2382" y="4831"/>
                  </a:lnTo>
                  <a:lnTo>
                    <a:pt x="3938" y="0"/>
                  </a:lnTo>
                  <a:lnTo>
                    <a:pt x="4720" y="333"/>
                  </a:lnTo>
                  <a:lnTo>
                    <a:pt x="6088" y="3275"/>
                  </a:lnTo>
                  <a:lnTo>
                    <a:pt x="7800" y="7521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4" name="pg1543"/>
            <p:cNvSpPr/>
            <p:nvPr/>
          </p:nvSpPr>
          <p:spPr>
            <a:xfrm>
              <a:off x="1454099" y="1961578"/>
              <a:ext cx="4100" cy="5566"/>
            </a:xfrm>
            <a:custGeom>
              <a:avLst/>
              <a:pathLst>
                <a:path w="4100" h="5566">
                  <a:moveTo>
                    <a:pt x="1164" y="4868"/>
                  </a:moveTo>
                  <a:lnTo>
                    <a:pt x="320" y="5566"/>
                  </a:lnTo>
                  <a:lnTo>
                    <a:pt x="39" y="5326"/>
                  </a:lnTo>
                  <a:lnTo>
                    <a:pt x="0" y="4746"/>
                  </a:lnTo>
                  <a:lnTo>
                    <a:pt x="200" y="3823"/>
                  </a:lnTo>
                  <a:lnTo>
                    <a:pt x="590" y="2907"/>
                  </a:lnTo>
                  <a:lnTo>
                    <a:pt x="1893" y="1158"/>
                  </a:lnTo>
                  <a:lnTo>
                    <a:pt x="3203" y="0"/>
                  </a:lnTo>
                  <a:lnTo>
                    <a:pt x="3872" y="69"/>
                  </a:lnTo>
                  <a:lnTo>
                    <a:pt x="4100" y="807"/>
                  </a:lnTo>
                  <a:lnTo>
                    <a:pt x="3282" y="2337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5" name="pg1544"/>
            <p:cNvSpPr/>
            <p:nvPr/>
          </p:nvSpPr>
          <p:spPr>
            <a:xfrm>
              <a:off x="1459590" y="1961336"/>
              <a:ext cx="2836" cy="2838"/>
            </a:xfrm>
            <a:custGeom>
              <a:avLst/>
              <a:pathLst>
                <a:path w="2836" h="2838">
                  <a:moveTo>
                    <a:pt x="1523" y="2773"/>
                  </a:moveTo>
                  <a:lnTo>
                    <a:pt x="916" y="2838"/>
                  </a:lnTo>
                  <a:lnTo>
                    <a:pt x="0" y="2060"/>
                  </a:lnTo>
                  <a:lnTo>
                    <a:pt x="122" y="1126"/>
                  </a:lnTo>
                  <a:lnTo>
                    <a:pt x="1423" y="0"/>
                  </a:lnTo>
                  <a:lnTo>
                    <a:pt x="2735" y="171"/>
                  </a:lnTo>
                  <a:lnTo>
                    <a:pt x="2836" y="800"/>
                  </a:lnTo>
                  <a:lnTo>
                    <a:pt x="2775" y="1504"/>
                  </a:lnTo>
                  <a:lnTo>
                    <a:pt x="2667" y="1916"/>
                  </a:lnTo>
                  <a:lnTo>
                    <a:pt x="2249" y="2338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6" name="pg1545"/>
            <p:cNvSpPr/>
            <p:nvPr/>
          </p:nvSpPr>
          <p:spPr>
            <a:xfrm>
              <a:off x="1269137" y="1960558"/>
              <a:ext cx="3601" cy="2737"/>
            </a:xfrm>
            <a:custGeom>
              <a:avLst/>
              <a:pathLst>
                <a:path w="3601" h="2737">
                  <a:moveTo>
                    <a:pt x="135" y="0"/>
                  </a:moveTo>
                  <a:lnTo>
                    <a:pt x="1755" y="588"/>
                  </a:lnTo>
                  <a:lnTo>
                    <a:pt x="2661" y="204"/>
                  </a:lnTo>
                  <a:lnTo>
                    <a:pt x="3461" y="512"/>
                  </a:lnTo>
                  <a:lnTo>
                    <a:pt x="3601" y="1211"/>
                  </a:lnTo>
                  <a:lnTo>
                    <a:pt x="2212" y="2737"/>
                  </a:lnTo>
                  <a:lnTo>
                    <a:pt x="1648" y="2640"/>
                  </a:lnTo>
                  <a:lnTo>
                    <a:pt x="0" y="800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7" name="pg1546"/>
            <p:cNvSpPr/>
            <p:nvPr/>
          </p:nvSpPr>
          <p:spPr>
            <a:xfrm>
              <a:off x="1723466" y="1955839"/>
              <a:ext cx="4689" cy="8384"/>
            </a:xfrm>
            <a:custGeom>
              <a:avLst/>
              <a:pathLst>
                <a:path w="4689" h="8384">
                  <a:moveTo>
                    <a:pt x="2482" y="7951"/>
                  </a:moveTo>
                  <a:lnTo>
                    <a:pt x="2349" y="8384"/>
                  </a:lnTo>
                  <a:lnTo>
                    <a:pt x="781" y="8342"/>
                  </a:lnTo>
                  <a:lnTo>
                    <a:pt x="212" y="7987"/>
                  </a:lnTo>
                  <a:lnTo>
                    <a:pt x="0" y="6723"/>
                  </a:lnTo>
                  <a:lnTo>
                    <a:pt x="145" y="5553"/>
                  </a:lnTo>
                  <a:lnTo>
                    <a:pt x="512" y="4650"/>
                  </a:lnTo>
                  <a:lnTo>
                    <a:pt x="955" y="2907"/>
                  </a:lnTo>
                  <a:lnTo>
                    <a:pt x="1302" y="0"/>
                  </a:lnTo>
                  <a:lnTo>
                    <a:pt x="3605" y="3252"/>
                  </a:lnTo>
                  <a:lnTo>
                    <a:pt x="4311" y="4699"/>
                  </a:lnTo>
                  <a:lnTo>
                    <a:pt x="4689" y="6469"/>
                  </a:lnTo>
                  <a:lnTo>
                    <a:pt x="3872" y="7130"/>
                  </a:lnTo>
                  <a:lnTo>
                    <a:pt x="2882" y="7453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8" name="pg1547"/>
            <p:cNvSpPr/>
            <p:nvPr/>
          </p:nvSpPr>
          <p:spPr>
            <a:xfrm>
              <a:off x="1705665" y="1951774"/>
              <a:ext cx="8048" cy="25275"/>
            </a:xfrm>
            <a:custGeom>
              <a:avLst/>
              <a:pathLst>
                <a:path w="8048" h="25275">
                  <a:moveTo>
                    <a:pt x="4948" y="2581"/>
                  </a:moveTo>
                  <a:lnTo>
                    <a:pt x="5748" y="4628"/>
                  </a:lnTo>
                  <a:lnTo>
                    <a:pt x="6907" y="4462"/>
                  </a:lnTo>
                  <a:lnTo>
                    <a:pt x="7558" y="6010"/>
                  </a:lnTo>
                  <a:lnTo>
                    <a:pt x="8048" y="8329"/>
                  </a:lnTo>
                  <a:lnTo>
                    <a:pt x="7691" y="9816"/>
                  </a:lnTo>
                  <a:lnTo>
                    <a:pt x="7176" y="9485"/>
                  </a:lnTo>
                  <a:lnTo>
                    <a:pt x="6606" y="10346"/>
                  </a:lnTo>
                  <a:lnTo>
                    <a:pt x="6256" y="13203"/>
                  </a:lnTo>
                  <a:lnTo>
                    <a:pt x="6418" y="16064"/>
                  </a:lnTo>
                  <a:lnTo>
                    <a:pt x="6244" y="18916"/>
                  </a:lnTo>
                  <a:lnTo>
                    <a:pt x="5578" y="21827"/>
                  </a:lnTo>
                  <a:lnTo>
                    <a:pt x="5440" y="23774"/>
                  </a:lnTo>
                  <a:lnTo>
                    <a:pt x="5180" y="24360"/>
                  </a:lnTo>
                  <a:lnTo>
                    <a:pt x="4894" y="24561"/>
                  </a:lnTo>
                  <a:lnTo>
                    <a:pt x="4523" y="24033"/>
                  </a:lnTo>
                  <a:lnTo>
                    <a:pt x="3987" y="23619"/>
                  </a:lnTo>
                  <a:lnTo>
                    <a:pt x="3309" y="25262"/>
                  </a:lnTo>
                  <a:lnTo>
                    <a:pt x="2480" y="25275"/>
                  </a:lnTo>
                  <a:lnTo>
                    <a:pt x="1796" y="21542"/>
                  </a:lnTo>
                  <a:lnTo>
                    <a:pt x="2408" y="15330"/>
                  </a:lnTo>
                  <a:lnTo>
                    <a:pt x="3779" y="14064"/>
                  </a:lnTo>
                  <a:lnTo>
                    <a:pt x="2963" y="12376"/>
                  </a:lnTo>
                  <a:lnTo>
                    <a:pt x="1238" y="10409"/>
                  </a:lnTo>
                  <a:lnTo>
                    <a:pt x="1385" y="9314"/>
                  </a:lnTo>
                  <a:lnTo>
                    <a:pt x="76" y="6154"/>
                  </a:lnTo>
                  <a:lnTo>
                    <a:pt x="0" y="5403"/>
                  </a:lnTo>
                  <a:lnTo>
                    <a:pt x="209" y="2767"/>
                  </a:lnTo>
                  <a:lnTo>
                    <a:pt x="1434" y="418"/>
                  </a:lnTo>
                  <a:lnTo>
                    <a:pt x="3052" y="0"/>
                  </a:lnTo>
                  <a:lnTo>
                    <a:pt x="4180" y="1005"/>
                  </a:lnTo>
                  <a:lnTo>
                    <a:pt x="4813" y="1865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9" name="pg1548"/>
            <p:cNvSpPr/>
            <p:nvPr/>
          </p:nvSpPr>
          <p:spPr>
            <a:xfrm>
              <a:off x="1710739" y="1947744"/>
              <a:ext cx="12695" cy="18230"/>
            </a:xfrm>
            <a:custGeom>
              <a:avLst/>
              <a:pathLst>
                <a:path w="12695" h="18230">
                  <a:moveTo>
                    <a:pt x="7567" y="1926"/>
                  </a:moveTo>
                  <a:lnTo>
                    <a:pt x="8387" y="2852"/>
                  </a:lnTo>
                  <a:lnTo>
                    <a:pt x="8834" y="1882"/>
                  </a:lnTo>
                  <a:lnTo>
                    <a:pt x="9667" y="1927"/>
                  </a:lnTo>
                  <a:lnTo>
                    <a:pt x="11212" y="2790"/>
                  </a:lnTo>
                  <a:lnTo>
                    <a:pt x="12132" y="4086"/>
                  </a:lnTo>
                  <a:lnTo>
                    <a:pt x="12652" y="5567"/>
                  </a:lnTo>
                  <a:lnTo>
                    <a:pt x="12695" y="6449"/>
                  </a:lnTo>
                  <a:lnTo>
                    <a:pt x="12538" y="8454"/>
                  </a:lnTo>
                  <a:lnTo>
                    <a:pt x="12653" y="10508"/>
                  </a:lnTo>
                  <a:lnTo>
                    <a:pt x="12589" y="11572"/>
                  </a:lnTo>
                  <a:lnTo>
                    <a:pt x="12383" y="12453"/>
                  </a:lnTo>
                  <a:lnTo>
                    <a:pt x="12035" y="13148"/>
                  </a:lnTo>
                  <a:lnTo>
                    <a:pt x="11655" y="13236"/>
                  </a:lnTo>
                  <a:lnTo>
                    <a:pt x="10452" y="11389"/>
                  </a:lnTo>
                  <a:lnTo>
                    <a:pt x="9075" y="8062"/>
                  </a:lnTo>
                  <a:lnTo>
                    <a:pt x="8027" y="7051"/>
                  </a:lnTo>
                  <a:lnTo>
                    <a:pt x="7984" y="7393"/>
                  </a:lnTo>
                  <a:lnTo>
                    <a:pt x="8272" y="8346"/>
                  </a:lnTo>
                  <a:lnTo>
                    <a:pt x="9128" y="10135"/>
                  </a:lnTo>
                  <a:lnTo>
                    <a:pt x="9281" y="11212"/>
                  </a:lnTo>
                  <a:lnTo>
                    <a:pt x="9883" y="12525"/>
                  </a:lnTo>
                  <a:lnTo>
                    <a:pt x="10153" y="13520"/>
                  </a:lnTo>
                  <a:lnTo>
                    <a:pt x="10306" y="14827"/>
                  </a:lnTo>
                  <a:lnTo>
                    <a:pt x="10300" y="15970"/>
                  </a:lnTo>
                  <a:lnTo>
                    <a:pt x="10134" y="16947"/>
                  </a:lnTo>
                  <a:lnTo>
                    <a:pt x="9855" y="17573"/>
                  </a:lnTo>
                  <a:lnTo>
                    <a:pt x="9462" y="17850"/>
                  </a:lnTo>
                  <a:lnTo>
                    <a:pt x="7362" y="17576"/>
                  </a:lnTo>
                  <a:lnTo>
                    <a:pt x="6111" y="18230"/>
                  </a:lnTo>
                  <a:lnTo>
                    <a:pt x="4647" y="17865"/>
                  </a:lnTo>
                  <a:lnTo>
                    <a:pt x="4295" y="17276"/>
                  </a:lnTo>
                  <a:lnTo>
                    <a:pt x="4074" y="16308"/>
                  </a:lnTo>
                  <a:lnTo>
                    <a:pt x="3962" y="13959"/>
                  </a:lnTo>
                  <a:lnTo>
                    <a:pt x="3594" y="10599"/>
                  </a:lnTo>
                  <a:lnTo>
                    <a:pt x="3683" y="8013"/>
                  </a:lnTo>
                  <a:lnTo>
                    <a:pt x="2738" y="5674"/>
                  </a:lnTo>
                  <a:lnTo>
                    <a:pt x="1929" y="4265"/>
                  </a:lnTo>
                  <a:lnTo>
                    <a:pt x="767" y="3002"/>
                  </a:lnTo>
                  <a:lnTo>
                    <a:pt x="0" y="1747"/>
                  </a:lnTo>
                  <a:lnTo>
                    <a:pt x="210" y="745"/>
                  </a:lnTo>
                  <a:lnTo>
                    <a:pt x="1400" y="0"/>
                  </a:lnTo>
                  <a:lnTo>
                    <a:pt x="3353" y="173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0" name="pg1549"/>
            <p:cNvSpPr/>
            <p:nvPr/>
          </p:nvSpPr>
          <p:spPr>
            <a:xfrm>
              <a:off x="1471406" y="1944306"/>
              <a:ext cx="5760" cy="5455"/>
            </a:xfrm>
            <a:custGeom>
              <a:avLst/>
              <a:pathLst>
                <a:path w="5760" h="5455">
                  <a:moveTo>
                    <a:pt x="4535" y="1778"/>
                  </a:moveTo>
                  <a:lnTo>
                    <a:pt x="2966" y="2732"/>
                  </a:lnTo>
                  <a:lnTo>
                    <a:pt x="2687" y="2692"/>
                  </a:lnTo>
                  <a:lnTo>
                    <a:pt x="1717" y="4622"/>
                  </a:lnTo>
                  <a:lnTo>
                    <a:pt x="977" y="5455"/>
                  </a:lnTo>
                  <a:lnTo>
                    <a:pt x="0" y="3934"/>
                  </a:lnTo>
                  <a:lnTo>
                    <a:pt x="250" y="1569"/>
                  </a:lnTo>
                  <a:lnTo>
                    <a:pt x="1103" y="0"/>
                  </a:lnTo>
                  <a:lnTo>
                    <a:pt x="5419" y="523"/>
                  </a:lnTo>
                  <a:lnTo>
                    <a:pt x="5752" y="963"/>
                  </a:lnTo>
                  <a:lnTo>
                    <a:pt x="5760" y="1338"/>
                  </a:lnTo>
                  <a:lnTo>
                    <a:pt x="5443" y="1649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1" name="pg1550"/>
            <p:cNvSpPr/>
            <p:nvPr/>
          </p:nvSpPr>
          <p:spPr>
            <a:xfrm>
              <a:off x="1261481" y="1942629"/>
              <a:ext cx="3337" cy="3103"/>
            </a:xfrm>
            <a:custGeom>
              <a:avLst/>
              <a:pathLst>
                <a:path w="3337" h="3103">
                  <a:moveTo>
                    <a:pt x="2789" y="1709"/>
                  </a:moveTo>
                  <a:lnTo>
                    <a:pt x="1513" y="3103"/>
                  </a:lnTo>
                  <a:lnTo>
                    <a:pt x="353" y="2588"/>
                  </a:lnTo>
                  <a:lnTo>
                    <a:pt x="9" y="1572"/>
                  </a:lnTo>
                  <a:lnTo>
                    <a:pt x="0" y="1145"/>
                  </a:lnTo>
                  <a:lnTo>
                    <a:pt x="3337" y="0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2" name="pg1551"/>
            <p:cNvSpPr/>
            <p:nvPr/>
          </p:nvSpPr>
          <p:spPr>
            <a:xfrm>
              <a:off x="1687992" y="1933984"/>
              <a:ext cx="14958" cy="38951"/>
            </a:xfrm>
            <a:custGeom>
              <a:avLst/>
              <a:pathLst>
                <a:path w="14958" h="38951">
                  <a:moveTo>
                    <a:pt x="10525" y="5406"/>
                  </a:moveTo>
                  <a:lnTo>
                    <a:pt x="11573" y="8648"/>
                  </a:lnTo>
                  <a:lnTo>
                    <a:pt x="12334" y="11164"/>
                  </a:lnTo>
                  <a:lnTo>
                    <a:pt x="13009" y="14188"/>
                  </a:lnTo>
                  <a:lnTo>
                    <a:pt x="14140" y="20450"/>
                  </a:lnTo>
                  <a:lnTo>
                    <a:pt x="14668" y="22819"/>
                  </a:lnTo>
                  <a:lnTo>
                    <a:pt x="14832" y="24113"/>
                  </a:lnTo>
                  <a:lnTo>
                    <a:pt x="14958" y="27509"/>
                  </a:lnTo>
                  <a:lnTo>
                    <a:pt x="14788" y="28239"/>
                  </a:lnTo>
                  <a:lnTo>
                    <a:pt x="14450" y="28908"/>
                  </a:lnTo>
                  <a:lnTo>
                    <a:pt x="14384" y="29878"/>
                  </a:lnTo>
                  <a:lnTo>
                    <a:pt x="14697" y="32466"/>
                  </a:lnTo>
                  <a:lnTo>
                    <a:pt x="14718" y="36402"/>
                  </a:lnTo>
                  <a:lnTo>
                    <a:pt x="14422" y="38617"/>
                  </a:lnTo>
                  <a:lnTo>
                    <a:pt x="14078" y="38951"/>
                  </a:lnTo>
                  <a:lnTo>
                    <a:pt x="13234" y="38224"/>
                  </a:lnTo>
                  <a:lnTo>
                    <a:pt x="12541" y="37028"/>
                  </a:lnTo>
                  <a:lnTo>
                    <a:pt x="12028" y="35780"/>
                  </a:lnTo>
                  <a:lnTo>
                    <a:pt x="10767" y="31840"/>
                  </a:lnTo>
                  <a:lnTo>
                    <a:pt x="10392" y="30005"/>
                  </a:lnTo>
                  <a:lnTo>
                    <a:pt x="10369" y="28684"/>
                  </a:lnTo>
                  <a:lnTo>
                    <a:pt x="10564" y="27723"/>
                  </a:lnTo>
                  <a:lnTo>
                    <a:pt x="10976" y="27126"/>
                  </a:lnTo>
                  <a:lnTo>
                    <a:pt x="11693" y="25527"/>
                  </a:lnTo>
                  <a:lnTo>
                    <a:pt x="11590" y="25274"/>
                  </a:lnTo>
                  <a:lnTo>
                    <a:pt x="11046" y="25630"/>
                  </a:lnTo>
                  <a:lnTo>
                    <a:pt x="9932" y="25832"/>
                  </a:lnTo>
                  <a:lnTo>
                    <a:pt x="8953" y="24571"/>
                  </a:lnTo>
                  <a:lnTo>
                    <a:pt x="8190" y="23904"/>
                  </a:lnTo>
                  <a:lnTo>
                    <a:pt x="8343" y="21630"/>
                  </a:lnTo>
                  <a:lnTo>
                    <a:pt x="8139" y="20987"/>
                  </a:lnTo>
                  <a:lnTo>
                    <a:pt x="6637" y="21690"/>
                  </a:lnTo>
                  <a:lnTo>
                    <a:pt x="6072" y="21053"/>
                  </a:lnTo>
                  <a:lnTo>
                    <a:pt x="5949" y="20199"/>
                  </a:lnTo>
                  <a:lnTo>
                    <a:pt x="5977" y="18922"/>
                  </a:lnTo>
                  <a:lnTo>
                    <a:pt x="6264" y="17804"/>
                  </a:lnTo>
                  <a:lnTo>
                    <a:pt x="7689" y="14982"/>
                  </a:lnTo>
                  <a:lnTo>
                    <a:pt x="7546" y="14462"/>
                  </a:lnTo>
                  <a:lnTo>
                    <a:pt x="6853" y="14346"/>
                  </a:lnTo>
                  <a:lnTo>
                    <a:pt x="5940" y="13379"/>
                  </a:lnTo>
                  <a:lnTo>
                    <a:pt x="5521" y="10222"/>
                  </a:lnTo>
                  <a:lnTo>
                    <a:pt x="4538" y="8420"/>
                  </a:lnTo>
                  <a:lnTo>
                    <a:pt x="3958" y="8584"/>
                  </a:lnTo>
                  <a:lnTo>
                    <a:pt x="2638" y="13679"/>
                  </a:lnTo>
                  <a:lnTo>
                    <a:pt x="1985" y="14793"/>
                  </a:lnTo>
                  <a:lnTo>
                    <a:pt x="128" y="15509"/>
                  </a:lnTo>
                  <a:lnTo>
                    <a:pt x="507" y="14090"/>
                  </a:lnTo>
                  <a:lnTo>
                    <a:pt x="678" y="12823"/>
                  </a:lnTo>
                  <a:lnTo>
                    <a:pt x="19" y="8981"/>
                  </a:lnTo>
                  <a:lnTo>
                    <a:pt x="0" y="7504"/>
                  </a:lnTo>
                  <a:lnTo>
                    <a:pt x="439" y="6414"/>
                  </a:lnTo>
                  <a:lnTo>
                    <a:pt x="1750" y="5963"/>
                  </a:lnTo>
                  <a:lnTo>
                    <a:pt x="2446" y="5318"/>
                  </a:lnTo>
                  <a:lnTo>
                    <a:pt x="2988" y="4266"/>
                  </a:lnTo>
                  <a:lnTo>
                    <a:pt x="3123" y="3240"/>
                  </a:lnTo>
                  <a:lnTo>
                    <a:pt x="4139" y="528"/>
                  </a:lnTo>
                  <a:lnTo>
                    <a:pt x="4616" y="0"/>
                  </a:lnTo>
                  <a:lnTo>
                    <a:pt x="5879" y="37"/>
                  </a:lnTo>
                  <a:lnTo>
                    <a:pt x="8540" y="3035"/>
                  </a:lnTo>
                  <a:lnTo>
                    <a:pt x="9347" y="3477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3" name="pg1552"/>
            <p:cNvSpPr/>
            <p:nvPr/>
          </p:nvSpPr>
          <p:spPr>
            <a:xfrm>
              <a:off x="1469611" y="1921081"/>
              <a:ext cx="3448" cy="4393"/>
            </a:xfrm>
            <a:custGeom>
              <a:avLst/>
              <a:pathLst>
                <a:path w="3448" h="4393">
                  <a:moveTo>
                    <a:pt x="3448" y="3573"/>
                  </a:moveTo>
                  <a:lnTo>
                    <a:pt x="3103" y="4393"/>
                  </a:lnTo>
                  <a:lnTo>
                    <a:pt x="2777" y="4182"/>
                  </a:lnTo>
                  <a:lnTo>
                    <a:pt x="2088" y="3223"/>
                  </a:lnTo>
                  <a:lnTo>
                    <a:pt x="679" y="1822"/>
                  </a:lnTo>
                  <a:lnTo>
                    <a:pt x="36" y="861"/>
                  </a:lnTo>
                  <a:lnTo>
                    <a:pt x="0" y="451"/>
                  </a:lnTo>
                  <a:lnTo>
                    <a:pt x="481" y="0"/>
                  </a:lnTo>
                  <a:lnTo>
                    <a:pt x="2135" y="1129"/>
                  </a:lnTo>
                  <a:lnTo>
                    <a:pt x="2838" y="2161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4" name="pg1553"/>
            <p:cNvSpPr/>
            <p:nvPr/>
          </p:nvSpPr>
          <p:spPr>
            <a:xfrm>
              <a:off x="1454900" y="1921053"/>
              <a:ext cx="30811" cy="35392"/>
            </a:xfrm>
            <a:custGeom>
              <a:avLst/>
              <a:pathLst>
                <a:path w="30811" h="35392">
                  <a:moveTo>
                    <a:pt x="22386" y="4374"/>
                  </a:moveTo>
                  <a:lnTo>
                    <a:pt x="22475" y="5997"/>
                  </a:lnTo>
                  <a:lnTo>
                    <a:pt x="22977" y="5800"/>
                  </a:lnTo>
                  <a:lnTo>
                    <a:pt x="24876" y="4127"/>
                  </a:lnTo>
                  <a:lnTo>
                    <a:pt x="25866" y="3637"/>
                  </a:lnTo>
                  <a:lnTo>
                    <a:pt x="27155" y="3560"/>
                  </a:lnTo>
                  <a:lnTo>
                    <a:pt x="28177" y="4322"/>
                  </a:lnTo>
                  <a:lnTo>
                    <a:pt x="28385" y="4907"/>
                  </a:lnTo>
                  <a:lnTo>
                    <a:pt x="28296" y="5604"/>
                  </a:lnTo>
                  <a:lnTo>
                    <a:pt x="27478" y="7019"/>
                  </a:lnTo>
                  <a:lnTo>
                    <a:pt x="27512" y="7938"/>
                  </a:lnTo>
                  <a:lnTo>
                    <a:pt x="28390" y="9629"/>
                  </a:lnTo>
                  <a:lnTo>
                    <a:pt x="30549" y="10551"/>
                  </a:lnTo>
                  <a:lnTo>
                    <a:pt x="30811" y="11059"/>
                  </a:lnTo>
                  <a:lnTo>
                    <a:pt x="30800" y="11671"/>
                  </a:lnTo>
                  <a:lnTo>
                    <a:pt x="29313" y="14471"/>
                  </a:lnTo>
                  <a:lnTo>
                    <a:pt x="28768" y="15125"/>
                  </a:lnTo>
                  <a:lnTo>
                    <a:pt x="28381" y="15282"/>
                  </a:lnTo>
                  <a:lnTo>
                    <a:pt x="25682" y="14778"/>
                  </a:lnTo>
                  <a:lnTo>
                    <a:pt x="23212" y="13861"/>
                  </a:lnTo>
                  <a:lnTo>
                    <a:pt x="22212" y="13705"/>
                  </a:lnTo>
                  <a:lnTo>
                    <a:pt x="21859" y="14002"/>
                  </a:lnTo>
                  <a:lnTo>
                    <a:pt x="21159" y="14864"/>
                  </a:lnTo>
                  <a:lnTo>
                    <a:pt x="21660" y="15117"/>
                  </a:lnTo>
                  <a:lnTo>
                    <a:pt x="23826" y="15322"/>
                  </a:lnTo>
                  <a:lnTo>
                    <a:pt x="24589" y="16580"/>
                  </a:lnTo>
                  <a:lnTo>
                    <a:pt x="24922" y="17504"/>
                  </a:lnTo>
                  <a:lnTo>
                    <a:pt x="25088" y="18523"/>
                  </a:lnTo>
                  <a:lnTo>
                    <a:pt x="24656" y="18941"/>
                  </a:lnTo>
                  <a:lnTo>
                    <a:pt x="23730" y="19245"/>
                  </a:lnTo>
                  <a:lnTo>
                    <a:pt x="22620" y="19241"/>
                  </a:lnTo>
                  <a:lnTo>
                    <a:pt x="21248" y="20388"/>
                  </a:lnTo>
                  <a:lnTo>
                    <a:pt x="20491" y="21698"/>
                  </a:lnTo>
                  <a:lnTo>
                    <a:pt x="17742" y="22031"/>
                  </a:lnTo>
                  <a:lnTo>
                    <a:pt x="15653" y="23780"/>
                  </a:lnTo>
                  <a:lnTo>
                    <a:pt x="14914" y="24643"/>
                  </a:lnTo>
                  <a:lnTo>
                    <a:pt x="14657" y="25675"/>
                  </a:lnTo>
                  <a:lnTo>
                    <a:pt x="13869" y="26425"/>
                  </a:lnTo>
                  <a:lnTo>
                    <a:pt x="12088" y="27174"/>
                  </a:lnTo>
                  <a:lnTo>
                    <a:pt x="13150" y="27846"/>
                  </a:lnTo>
                  <a:lnTo>
                    <a:pt x="13316" y="28414"/>
                  </a:lnTo>
                  <a:lnTo>
                    <a:pt x="13336" y="29202"/>
                  </a:lnTo>
                  <a:lnTo>
                    <a:pt x="13190" y="29880"/>
                  </a:lnTo>
                  <a:lnTo>
                    <a:pt x="11784" y="32906"/>
                  </a:lnTo>
                  <a:lnTo>
                    <a:pt x="9125" y="35392"/>
                  </a:lnTo>
                  <a:lnTo>
                    <a:pt x="8451" y="35281"/>
                  </a:lnTo>
                  <a:lnTo>
                    <a:pt x="8162" y="34971"/>
                  </a:lnTo>
                  <a:lnTo>
                    <a:pt x="7924" y="34496"/>
                  </a:lnTo>
                  <a:lnTo>
                    <a:pt x="7914" y="34020"/>
                  </a:lnTo>
                  <a:lnTo>
                    <a:pt x="11340" y="29031"/>
                  </a:lnTo>
                  <a:lnTo>
                    <a:pt x="11204" y="28785"/>
                  </a:lnTo>
                  <a:lnTo>
                    <a:pt x="10272" y="28616"/>
                  </a:lnTo>
                  <a:lnTo>
                    <a:pt x="8796" y="27244"/>
                  </a:lnTo>
                  <a:lnTo>
                    <a:pt x="7754" y="28127"/>
                  </a:lnTo>
                  <a:lnTo>
                    <a:pt x="7517" y="28093"/>
                  </a:lnTo>
                  <a:lnTo>
                    <a:pt x="7795" y="26917"/>
                  </a:lnTo>
                  <a:lnTo>
                    <a:pt x="8474" y="25514"/>
                  </a:lnTo>
                  <a:lnTo>
                    <a:pt x="8356" y="25121"/>
                  </a:lnTo>
                  <a:lnTo>
                    <a:pt x="7982" y="24770"/>
                  </a:lnTo>
                  <a:lnTo>
                    <a:pt x="7124" y="24561"/>
                  </a:lnTo>
                  <a:lnTo>
                    <a:pt x="5780" y="24494"/>
                  </a:lnTo>
                  <a:lnTo>
                    <a:pt x="4785" y="24826"/>
                  </a:lnTo>
                  <a:lnTo>
                    <a:pt x="4138" y="25558"/>
                  </a:lnTo>
                  <a:lnTo>
                    <a:pt x="4085" y="25868"/>
                  </a:lnTo>
                  <a:lnTo>
                    <a:pt x="5462" y="25781"/>
                  </a:lnTo>
                  <a:lnTo>
                    <a:pt x="5836" y="26154"/>
                  </a:lnTo>
                  <a:lnTo>
                    <a:pt x="6208" y="26849"/>
                  </a:lnTo>
                  <a:lnTo>
                    <a:pt x="6433" y="27653"/>
                  </a:lnTo>
                  <a:lnTo>
                    <a:pt x="6514" y="28563"/>
                  </a:lnTo>
                  <a:lnTo>
                    <a:pt x="6225" y="29790"/>
                  </a:lnTo>
                  <a:lnTo>
                    <a:pt x="5568" y="31328"/>
                  </a:lnTo>
                  <a:lnTo>
                    <a:pt x="4605" y="31058"/>
                  </a:lnTo>
                  <a:lnTo>
                    <a:pt x="2633" y="27640"/>
                  </a:lnTo>
                  <a:lnTo>
                    <a:pt x="1763" y="22636"/>
                  </a:lnTo>
                  <a:lnTo>
                    <a:pt x="77" y="18811"/>
                  </a:lnTo>
                  <a:lnTo>
                    <a:pt x="0" y="17898"/>
                  </a:lnTo>
                  <a:lnTo>
                    <a:pt x="481" y="15539"/>
                  </a:lnTo>
                  <a:lnTo>
                    <a:pt x="2183" y="12190"/>
                  </a:lnTo>
                  <a:lnTo>
                    <a:pt x="4012" y="11272"/>
                  </a:lnTo>
                  <a:lnTo>
                    <a:pt x="5315" y="9865"/>
                  </a:lnTo>
                  <a:lnTo>
                    <a:pt x="6575" y="9441"/>
                  </a:lnTo>
                  <a:lnTo>
                    <a:pt x="7355" y="9477"/>
                  </a:lnTo>
                  <a:lnTo>
                    <a:pt x="8420" y="10083"/>
                  </a:lnTo>
                  <a:lnTo>
                    <a:pt x="8850" y="11366"/>
                  </a:lnTo>
                  <a:lnTo>
                    <a:pt x="8592" y="11969"/>
                  </a:lnTo>
                  <a:lnTo>
                    <a:pt x="8691" y="12287"/>
                  </a:lnTo>
                  <a:lnTo>
                    <a:pt x="9438" y="13057"/>
                  </a:lnTo>
                  <a:lnTo>
                    <a:pt x="10246" y="15748"/>
                  </a:lnTo>
                  <a:lnTo>
                    <a:pt x="11189" y="18136"/>
                  </a:lnTo>
                  <a:lnTo>
                    <a:pt x="11816" y="19107"/>
                  </a:lnTo>
                  <a:lnTo>
                    <a:pt x="12642" y="19704"/>
                  </a:lnTo>
                  <a:lnTo>
                    <a:pt x="11788" y="17880"/>
                  </a:lnTo>
                  <a:lnTo>
                    <a:pt x="11283" y="15622"/>
                  </a:lnTo>
                  <a:lnTo>
                    <a:pt x="11030" y="11121"/>
                  </a:lnTo>
                  <a:lnTo>
                    <a:pt x="10786" y="9932"/>
                  </a:lnTo>
                  <a:lnTo>
                    <a:pt x="11263" y="9612"/>
                  </a:lnTo>
                  <a:lnTo>
                    <a:pt x="12612" y="9788"/>
                  </a:lnTo>
                  <a:lnTo>
                    <a:pt x="12574" y="9117"/>
                  </a:lnTo>
                  <a:lnTo>
                    <a:pt x="11151" y="7600"/>
                  </a:lnTo>
                  <a:lnTo>
                    <a:pt x="10276" y="6346"/>
                  </a:lnTo>
                  <a:lnTo>
                    <a:pt x="9947" y="5354"/>
                  </a:lnTo>
                  <a:lnTo>
                    <a:pt x="9967" y="4494"/>
                  </a:lnTo>
                  <a:lnTo>
                    <a:pt x="10743" y="3224"/>
                  </a:lnTo>
                  <a:lnTo>
                    <a:pt x="11185" y="2862"/>
                  </a:lnTo>
                  <a:lnTo>
                    <a:pt x="11639" y="2706"/>
                  </a:lnTo>
                  <a:lnTo>
                    <a:pt x="12544" y="2976"/>
                  </a:lnTo>
                  <a:lnTo>
                    <a:pt x="12951" y="3373"/>
                  </a:lnTo>
                  <a:lnTo>
                    <a:pt x="14112" y="6231"/>
                  </a:lnTo>
                  <a:lnTo>
                    <a:pt x="14656" y="7120"/>
                  </a:lnTo>
                  <a:lnTo>
                    <a:pt x="15107" y="7121"/>
                  </a:lnTo>
                  <a:lnTo>
                    <a:pt x="15525" y="6647"/>
                  </a:lnTo>
                  <a:lnTo>
                    <a:pt x="15912" y="5697"/>
                  </a:lnTo>
                  <a:lnTo>
                    <a:pt x="16310" y="5129"/>
                  </a:lnTo>
                  <a:lnTo>
                    <a:pt x="16721" y="4943"/>
                  </a:lnTo>
                  <a:lnTo>
                    <a:pt x="18013" y="5363"/>
                  </a:lnTo>
                  <a:lnTo>
                    <a:pt x="18444" y="5207"/>
                  </a:lnTo>
                  <a:lnTo>
                    <a:pt x="18656" y="4490"/>
                  </a:lnTo>
                  <a:lnTo>
                    <a:pt x="18647" y="3211"/>
                  </a:lnTo>
                  <a:lnTo>
                    <a:pt x="18966" y="2751"/>
                  </a:lnTo>
                  <a:lnTo>
                    <a:pt x="19044" y="1812"/>
                  </a:lnTo>
                  <a:lnTo>
                    <a:pt x="18340" y="424"/>
                  </a:lnTo>
                  <a:lnTo>
                    <a:pt x="19148" y="0"/>
                  </a:lnTo>
                  <a:lnTo>
                    <a:pt x="21828" y="1061"/>
                  </a:lnTo>
                  <a:lnTo>
                    <a:pt x="22974" y="2222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5" name="pg1554"/>
            <p:cNvSpPr/>
            <p:nvPr/>
          </p:nvSpPr>
          <p:spPr>
            <a:xfrm>
              <a:off x="1678789" y="1912291"/>
              <a:ext cx="20922" cy="25074"/>
            </a:xfrm>
            <a:custGeom>
              <a:avLst/>
              <a:pathLst>
                <a:path w="20922" h="25074">
                  <a:moveTo>
                    <a:pt x="10343" y="717"/>
                  </a:moveTo>
                  <a:lnTo>
                    <a:pt x="12106" y="3596"/>
                  </a:lnTo>
                  <a:lnTo>
                    <a:pt x="12121" y="4257"/>
                  </a:lnTo>
                  <a:lnTo>
                    <a:pt x="11762" y="6236"/>
                  </a:lnTo>
                  <a:lnTo>
                    <a:pt x="10803" y="6795"/>
                  </a:lnTo>
                  <a:lnTo>
                    <a:pt x="11074" y="7582"/>
                  </a:lnTo>
                  <a:lnTo>
                    <a:pt x="11789" y="8175"/>
                  </a:lnTo>
                  <a:lnTo>
                    <a:pt x="12297" y="7681"/>
                  </a:lnTo>
                  <a:lnTo>
                    <a:pt x="14158" y="4908"/>
                  </a:lnTo>
                  <a:lnTo>
                    <a:pt x="14732" y="4325"/>
                  </a:lnTo>
                  <a:lnTo>
                    <a:pt x="15078" y="4266"/>
                  </a:lnTo>
                  <a:lnTo>
                    <a:pt x="17346" y="5101"/>
                  </a:lnTo>
                  <a:lnTo>
                    <a:pt x="19330" y="6424"/>
                  </a:lnTo>
                  <a:lnTo>
                    <a:pt x="19915" y="7481"/>
                  </a:lnTo>
                  <a:lnTo>
                    <a:pt x="20245" y="9329"/>
                  </a:lnTo>
                  <a:lnTo>
                    <a:pt x="19718" y="13334"/>
                  </a:lnTo>
                  <a:lnTo>
                    <a:pt x="18090" y="14031"/>
                  </a:lnTo>
                  <a:lnTo>
                    <a:pt x="17323" y="13959"/>
                  </a:lnTo>
                  <a:lnTo>
                    <a:pt x="16503" y="13376"/>
                  </a:lnTo>
                  <a:lnTo>
                    <a:pt x="15179" y="14770"/>
                  </a:lnTo>
                  <a:lnTo>
                    <a:pt x="16276" y="15836"/>
                  </a:lnTo>
                  <a:lnTo>
                    <a:pt x="19617" y="16078"/>
                  </a:lnTo>
                  <a:lnTo>
                    <a:pt x="20631" y="18335"/>
                  </a:lnTo>
                  <a:lnTo>
                    <a:pt x="20922" y="20072"/>
                  </a:lnTo>
                  <a:lnTo>
                    <a:pt x="20201" y="23265"/>
                  </a:lnTo>
                  <a:lnTo>
                    <a:pt x="18309" y="22382"/>
                  </a:lnTo>
                  <a:lnTo>
                    <a:pt x="16638" y="20532"/>
                  </a:lnTo>
                  <a:lnTo>
                    <a:pt x="13212" y="17914"/>
                  </a:lnTo>
                  <a:lnTo>
                    <a:pt x="12394" y="17791"/>
                  </a:lnTo>
                  <a:lnTo>
                    <a:pt x="11847" y="18254"/>
                  </a:lnTo>
                  <a:lnTo>
                    <a:pt x="11697" y="19843"/>
                  </a:lnTo>
                  <a:lnTo>
                    <a:pt x="11732" y="23288"/>
                  </a:lnTo>
                  <a:lnTo>
                    <a:pt x="10817" y="25074"/>
                  </a:lnTo>
                  <a:lnTo>
                    <a:pt x="8117" y="24287"/>
                  </a:lnTo>
                  <a:lnTo>
                    <a:pt x="7057" y="21678"/>
                  </a:lnTo>
                  <a:lnTo>
                    <a:pt x="6071" y="17550"/>
                  </a:lnTo>
                  <a:lnTo>
                    <a:pt x="2349" y="12662"/>
                  </a:lnTo>
                  <a:lnTo>
                    <a:pt x="1341" y="11684"/>
                  </a:lnTo>
                  <a:lnTo>
                    <a:pt x="0" y="8756"/>
                  </a:lnTo>
                  <a:lnTo>
                    <a:pt x="536" y="6439"/>
                  </a:lnTo>
                  <a:lnTo>
                    <a:pt x="694" y="5097"/>
                  </a:lnTo>
                  <a:lnTo>
                    <a:pt x="1409" y="4742"/>
                  </a:lnTo>
                  <a:lnTo>
                    <a:pt x="2456" y="3706"/>
                  </a:lnTo>
                  <a:lnTo>
                    <a:pt x="3043" y="1466"/>
                  </a:lnTo>
                  <a:lnTo>
                    <a:pt x="3984" y="3281"/>
                  </a:lnTo>
                  <a:lnTo>
                    <a:pt x="5242" y="5024"/>
                  </a:lnTo>
                  <a:lnTo>
                    <a:pt x="5260" y="3386"/>
                  </a:lnTo>
                  <a:lnTo>
                    <a:pt x="5851" y="2079"/>
                  </a:lnTo>
                  <a:lnTo>
                    <a:pt x="7085" y="2126"/>
                  </a:lnTo>
                  <a:lnTo>
                    <a:pt x="7665" y="1852"/>
                  </a:lnTo>
                  <a:lnTo>
                    <a:pt x="8475" y="630"/>
                  </a:lnTo>
                  <a:lnTo>
                    <a:pt x="9644" y="0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6" name="pg1555"/>
            <p:cNvSpPr/>
            <p:nvPr/>
          </p:nvSpPr>
          <p:spPr>
            <a:xfrm>
              <a:off x="1702321" y="1910400"/>
              <a:ext cx="4304" cy="3794"/>
            </a:xfrm>
            <a:custGeom>
              <a:avLst/>
              <a:pathLst>
                <a:path w="4304" h="3794">
                  <a:moveTo>
                    <a:pt x="4304" y="3061"/>
                  </a:moveTo>
                  <a:lnTo>
                    <a:pt x="4216" y="3794"/>
                  </a:lnTo>
                  <a:lnTo>
                    <a:pt x="2533" y="3722"/>
                  </a:lnTo>
                  <a:lnTo>
                    <a:pt x="833" y="2641"/>
                  </a:lnTo>
                  <a:lnTo>
                    <a:pt x="0" y="1229"/>
                  </a:lnTo>
                  <a:lnTo>
                    <a:pt x="167" y="594"/>
                  </a:lnTo>
                  <a:lnTo>
                    <a:pt x="1747" y="0"/>
                  </a:lnTo>
                  <a:lnTo>
                    <a:pt x="3241" y="1338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7" name="pg1556"/>
            <p:cNvSpPr/>
            <p:nvPr/>
          </p:nvSpPr>
          <p:spPr>
            <a:xfrm>
              <a:off x="1698971" y="1909746"/>
              <a:ext cx="13701" cy="38770"/>
            </a:xfrm>
            <a:custGeom>
              <a:avLst/>
              <a:pathLst>
                <a:path w="13701" h="38770">
                  <a:moveTo>
                    <a:pt x="3119" y="5701"/>
                  </a:moveTo>
                  <a:lnTo>
                    <a:pt x="6255" y="6377"/>
                  </a:lnTo>
                  <a:lnTo>
                    <a:pt x="8551" y="6224"/>
                  </a:lnTo>
                  <a:lnTo>
                    <a:pt x="10648" y="10640"/>
                  </a:lnTo>
                  <a:lnTo>
                    <a:pt x="11939" y="14208"/>
                  </a:lnTo>
                  <a:lnTo>
                    <a:pt x="12697" y="16707"/>
                  </a:lnTo>
                  <a:lnTo>
                    <a:pt x="13127" y="19121"/>
                  </a:lnTo>
                  <a:lnTo>
                    <a:pt x="13701" y="21451"/>
                  </a:lnTo>
                  <a:lnTo>
                    <a:pt x="13650" y="21779"/>
                  </a:lnTo>
                  <a:lnTo>
                    <a:pt x="12439" y="20206"/>
                  </a:lnTo>
                  <a:lnTo>
                    <a:pt x="11569" y="17025"/>
                  </a:lnTo>
                  <a:lnTo>
                    <a:pt x="11123" y="15780"/>
                  </a:lnTo>
                  <a:lnTo>
                    <a:pt x="10684" y="15218"/>
                  </a:lnTo>
                  <a:lnTo>
                    <a:pt x="10221" y="14044"/>
                  </a:lnTo>
                  <a:lnTo>
                    <a:pt x="9323" y="11005"/>
                  </a:lnTo>
                  <a:lnTo>
                    <a:pt x="9289" y="10150"/>
                  </a:lnTo>
                  <a:lnTo>
                    <a:pt x="8890" y="9358"/>
                  </a:lnTo>
                  <a:lnTo>
                    <a:pt x="8429" y="9026"/>
                  </a:lnTo>
                  <a:lnTo>
                    <a:pt x="7906" y="9157"/>
                  </a:lnTo>
                  <a:lnTo>
                    <a:pt x="7727" y="9463"/>
                  </a:lnTo>
                  <a:lnTo>
                    <a:pt x="7807" y="11559"/>
                  </a:lnTo>
                  <a:lnTo>
                    <a:pt x="8218" y="13891"/>
                  </a:lnTo>
                  <a:lnTo>
                    <a:pt x="10481" y="18981"/>
                  </a:lnTo>
                  <a:lnTo>
                    <a:pt x="11993" y="21880"/>
                  </a:lnTo>
                  <a:lnTo>
                    <a:pt x="12291" y="22842"/>
                  </a:lnTo>
                  <a:lnTo>
                    <a:pt x="12491" y="25490"/>
                  </a:lnTo>
                  <a:lnTo>
                    <a:pt x="11838" y="26690"/>
                  </a:lnTo>
                  <a:lnTo>
                    <a:pt x="12639" y="29133"/>
                  </a:lnTo>
                  <a:lnTo>
                    <a:pt x="12610" y="29611"/>
                  </a:lnTo>
                  <a:lnTo>
                    <a:pt x="12436" y="30077"/>
                  </a:lnTo>
                  <a:lnTo>
                    <a:pt x="10279" y="31160"/>
                  </a:lnTo>
                  <a:lnTo>
                    <a:pt x="8304" y="35691"/>
                  </a:lnTo>
                  <a:lnTo>
                    <a:pt x="6142" y="38344"/>
                  </a:lnTo>
                  <a:lnTo>
                    <a:pt x="5146" y="38770"/>
                  </a:lnTo>
                  <a:lnTo>
                    <a:pt x="4668" y="38327"/>
                  </a:lnTo>
                  <a:lnTo>
                    <a:pt x="4215" y="37309"/>
                  </a:lnTo>
                  <a:lnTo>
                    <a:pt x="3949" y="35952"/>
                  </a:lnTo>
                  <a:lnTo>
                    <a:pt x="3869" y="34251"/>
                  </a:lnTo>
                  <a:lnTo>
                    <a:pt x="4408" y="33180"/>
                  </a:lnTo>
                  <a:lnTo>
                    <a:pt x="5477" y="27612"/>
                  </a:lnTo>
                  <a:lnTo>
                    <a:pt x="5507" y="25784"/>
                  </a:lnTo>
                  <a:lnTo>
                    <a:pt x="4174" y="23249"/>
                  </a:lnTo>
                  <a:lnTo>
                    <a:pt x="3371" y="21173"/>
                  </a:lnTo>
                  <a:lnTo>
                    <a:pt x="2936" y="18279"/>
                  </a:lnTo>
                  <a:lnTo>
                    <a:pt x="2208" y="10626"/>
                  </a:lnTo>
                  <a:lnTo>
                    <a:pt x="1870" y="8179"/>
                  </a:lnTo>
                  <a:lnTo>
                    <a:pt x="1394" y="6139"/>
                  </a:lnTo>
                  <a:lnTo>
                    <a:pt x="779" y="4507"/>
                  </a:lnTo>
                  <a:lnTo>
                    <a:pt x="313" y="2713"/>
                  </a:lnTo>
                  <a:lnTo>
                    <a:pt x="0" y="758"/>
                  </a:lnTo>
                  <a:lnTo>
                    <a:pt x="118" y="0"/>
                  </a:lnTo>
                  <a:lnTo>
                    <a:pt x="1186" y="1018"/>
                  </a:lnTo>
                  <a:lnTo>
                    <a:pt x="2466" y="3830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8" name="pg1557"/>
            <p:cNvSpPr/>
            <p:nvPr/>
          </p:nvSpPr>
          <p:spPr>
            <a:xfrm>
              <a:off x="1471323" y="1906911"/>
              <a:ext cx="17361" cy="13500"/>
            </a:xfrm>
            <a:custGeom>
              <a:avLst/>
              <a:pathLst>
                <a:path w="17361" h="13500">
                  <a:moveTo>
                    <a:pt x="11900" y="2670"/>
                  </a:moveTo>
                  <a:lnTo>
                    <a:pt x="12347" y="2910"/>
                  </a:lnTo>
                  <a:lnTo>
                    <a:pt x="12812" y="1151"/>
                  </a:lnTo>
                  <a:lnTo>
                    <a:pt x="13142" y="1096"/>
                  </a:lnTo>
                  <a:lnTo>
                    <a:pt x="14602" y="2585"/>
                  </a:lnTo>
                  <a:lnTo>
                    <a:pt x="15500" y="2255"/>
                  </a:lnTo>
                  <a:lnTo>
                    <a:pt x="16076" y="4084"/>
                  </a:lnTo>
                  <a:lnTo>
                    <a:pt x="16593" y="4252"/>
                  </a:lnTo>
                  <a:lnTo>
                    <a:pt x="17073" y="4029"/>
                  </a:lnTo>
                  <a:lnTo>
                    <a:pt x="17361" y="4158"/>
                  </a:lnTo>
                  <a:lnTo>
                    <a:pt x="17261" y="6094"/>
                  </a:lnTo>
                  <a:lnTo>
                    <a:pt x="16195" y="8056"/>
                  </a:lnTo>
                  <a:lnTo>
                    <a:pt x="15699" y="8553"/>
                  </a:lnTo>
                  <a:lnTo>
                    <a:pt x="15003" y="8046"/>
                  </a:lnTo>
                  <a:lnTo>
                    <a:pt x="14743" y="7857"/>
                  </a:lnTo>
                  <a:lnTo>
                    <a:pt x="14286" y="6990"/>
                  </a:lnTo>
                  <a:lnTo>
                    <a:pt x="13940" y="5893"/>
                  </a:lnTo>
                  <a:lnTo>
                    <a:pt x="13734" y="5876"/>
                  </a:lnTo>
                  <a:lnTo>
                    <a:pt x="12919" y="7166"/>
                  </a:lnTo>
                  <a:lnTo>
                    <a:pt x="12940" y="7802"/>
                  </a:lnTo>
                  <a:lnTo>
                    <a:pt x="13279" y="8762"/>
                  </a:lnTo>
                  <a:lnTo>
                    <a:pt x="13229" y="9358"/>
                  </a:lnTo>
                  <a:lnTo>
                    <a:pt x="12342" y="9642"/>
                  </a:lnTo>
                  <a:lnTo>
                    <a:pt x="11472" y="9495"/>
                  </a:lnTo>
                  <a:lnTo>
                    <a:pt x="10411" y="10330"/>
                  </a:lnTo>
                  <a:lnTo>
                    <a:pt x="10157" y="9809"/>
                  </a:lnTo>
                  <a:lnTo>
                    <a:pt x="9995" y="8343"/>
                  </a:lnTo>
                  <a:lnTo>
                    <a:pt x="9663" y="8509"/>
                  </a:lnTo>
                  <a:lnTo>
                    <a:pt x="9163" y="10306"/>
                  </a:lnTo>
                  <a:lnTo>
                    <a:pt x="8616" y="11443"/>
                  </a:lnTo>
                  <a:lnTo>
                    <a:pt x="7619" y="12386"/>
                  </a:lnTo>
                  <a:lnTo>
                    <a:pt x="7401" y="12844"/>
                  </a:lnTo>
                  <a:lnTo>
                    <a:pt x="6671" y="12906"/>
                  </a:lnTo>
                  <a:lnTo>
                    <a:pt x="5589" y="13500"/>
                  </a:lnTo>
                  <a:lnTo>
                    <a:pt x="4920" y="13401"/>
                  </a:lnTo>
                  <a:lnTo>
                    <a:pt x="936" y="11450"/>
                  </a:lnTo>
                  <a:lnTo>
                    <a:pt x="0" y="10737"/>
                  </a:lnTo>
                  <a:lnTo>
                    <a:pt x="3276" y="6266"/>
                  </a:lnTo>
                  <a:lnTo>
                    <a:pt x="5000" y="4537"/>
                  </a:lnTo>
                  <a:lnTo>
                    <a:pt x="5997" y="4631"/>
                  </a:lnTo>
                  <a:lnTo>
                    <a:pt x="6994" y="5169"/>
                  </a:lnTo>
                  <a:lnTo>
                    <a:pt x="7520" y="5083"/>
                  </a:lnTo>
                  <a:lnTo>
                    <a:pt x="7560" y="3102"/>
                  </a:lnTo>
                  <a:lnTo>
                    <a:pt x="6631" y="1624"/>
                  </a:lnTo>
                  <a:lnTo>
                    <a:pt x="6666" y="1009"/>
                  </a:lnTo>
                  <a:lnTo>
                    <a:pt x="8720" y="0"/>
                  </a:lnTo>
                  <a:lnTo>
                    <a:pt x="9489" y="144"/>
                  </a:lnTo>
                  <a:lnTo>
                    <a:pt x="10338" y="662"/>
                  </a:lnTo>
                  <a:lnTo>
                    <a:pt x="11141" y="1503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9" name="pg1558"/>
            <p:cNvSpPr/>
            <p:nvPr/>
          </p:nvSpPr>
          <p:spPr>
            <a:xfrm>
              <a:off x="1480512" y="1901923"/>
              <a:ext cx="3452" cy="4159"/>
            </a:xfrm>
            <a:custGeom>
              <a:avLst/>
              <a:pathLst>
                <a:path w="3452" h="4159">
                  <a:moveTo>
                    <a:pt x="1857" y="3970"/>
                  </a:moveTo>
                  <a:lnTo>
                    <a:pt x="1494" y="4159"/>
                  </a:lnTo>
                  <a:lnTo>
                    <a:pt x="592" y="3254"/>
                  </a:lnTo>
                  <a:lnTo>
                    <a:pt x="0" y="2295"/>
                  </a:lnTo>
                  <a:lnTo>
                    <a:pt x="391" y="1565"/>
                  </a:lnTo>
                  <a:lnTo>
                    <a:pt x="2140" y="25"/>
                  </a:lnTo>
                  <a:lnTo>
                    <a:pt x="2975" y="0"/>
                  </a:lnTo>
                  <a:lnTo>
                    <a:pt x="3315" y="245"/>
                  </a:lnTo>
                  <a:lnTo>
                    <a:pt x="3452" y="721"/>
                  </a:lnTo>
                  <a:lnTo>
                    <a:pt x="3385" y="1433"/>
                  </a:lnTo>
                  <a:lnTo>
                    <a:pt x="3008" y="2320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0" name="pg1559"/>
            <p:cNvSpPr/>
            <p:nvPr/>
          </p:nvSpPr>
          <p:spPr>
            <a:xfrm>
              <a:off x="1375687" y="1896727"/>
              <a:ext cx="5137" cy="6919"/>
            </a:xfrm>
            <a:custGeom>
              <a:avLst/>
              <a:pathLst>
                <a:path w="5137" h="6919">
                  <a:moveTo>
                    <a:pt x="2622" y="6445"/>
                  </a:moveTo>
                  <a:lnTo>
                    <a:pt x="1716" y="6919"/>
                  </a:lnTo>
                  <a:lnTo>
                    <a:pt x="755" y="6680"/>
                  </a:lnTo>
                  <a:lnTo>
                    <a:pt x="0" y="3753"/>
                  </a:lnTo>
                  <a:lnTo>
                    <a:pt x="578" y="3661"/>
                  </a:lnTo>
                  <a:lnTo>
                    <a:pt x="1792" y="1737"/>
                  </a:lnTo>
                  <a:lnTo>
                    <a:pt x="4477" y="177"/>
                  </a:lnTo>
                  <a:lnTo>
                    <a:pt x="5137" y="0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1" name="pg1560"/>
            <p:cNvSpPr/>
            <p:nvPr/>
          </p:nvSpPr>
          <p:spPr>
            <a:xfrm>
              <a:off x="1579515" y="1860679"/>
              <a:ext cx="4662" cy="5984"/>
            </a:xfrm>
            <a:custGeom>
              <a:avLst/>
              <a:pathLst>
                <a:path w="4662" h="5984">
                  <a:moveTo>
                    <a:pt x="591" y="5814"/>
                  </a:moveTo>
                  <a:lnTo>
                    <a:pt x="0" y="5984"/>
                  </a:lnTo>
                  <a:lnTo>
                    <a:pt x="888" y="4047"/>
                  </a:lnTo>
                  <a:lnTo>
                    <a:pt x="2081" y="1906"/>
                  </a:lnTo>
                  <a:lnTo>
                    <a:pt x="3203" y="561"/>
                  </a:lnTo>
                  <a:lnTo>
                    <a:pt x="4662" y="0"/>
                  </a:lnTo>
                  <a:lnTo>
                    <a:pt x="4499" y="976"/>
                  </a:lnTo>
                  <a:lnTo>
                    <a:pt x="2595" y="2780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2" name="pg1561"/>
            <p:cNvSpPr/>
            <p:nvPr/>
          </p:nvSpPr>
          <p:spPr>
            <a:xfrm>
              <a:off x="1534372" y="1856646"/>
              <a:ext cx="4413" cy="3455"/>
            </a:xfrm>
            <a:custGeom>
              <a:avLst/>
              <a:pathLst>
                <a:path w="4413" h="3455">
                  <a:moveTo>
                    <a:pt x="3086" y="2550"/>
                  </a:moveTo>
                  <a:lnTo>
                    <a:pt x="2439" y="3455"/>
                  </a:lnTo>
                  <a:lnTo>
                    <a:pt x="0" y="2907"/>
                  </a:lnTo>
                  <a:lnTo>
                    <a:pt x="508" y="1126"/>
                  </a:lnTo>
                  <a:lnTo>
                    <a:pt x="2372" y="0"/>
                  </a:lnTo>
                  <a:lnTo>
                    <a:pt x="4413" y="1753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3" name="pg1562"/>
            <p:cNvSpPr/>
            <p:nvPr/>
          </p:nvSpPr>
          <p:spPr>
            <a:xfrm>
              <a:off x="1539301" y="1850398"/>
              <a:ext cx="11286" cy="16673"/>
            </a:xfrm>
            <a:custGeom>
              <a:avLst/>
              <a:pathLst>
                <a:path w="11286" h="16673">
                  <a:moveTo>
                    <a:pt x="1685" y="16247"/>
                  </a:moveTo>
                  <a:lnTo>
                    <a:pt x="322" y="16673"/>
                  </a:lnTo>
                  <a:lnTo>
                    <a:pt x="0" y="15800"/>
                  </a:lnTo>
                  <a:lnTo>
                    <a:pt x="717" y="13626"/>
                  </a:lnTo>
                  <a:lnTo>
                    <a:pt x="1288" y="12391"/>
                  </a:lnTo>
                  <a:lnTo>
                    <a:pt x="1713" y="12099"/>
                  </a:lnTo>
                  <a:lnTo>
                    <a:pt x="3279" y="9646"/>
                  </a:lnTo>
                  <a:lnTo>
                    <a:pt x="5017" y="7861"/>
                  </a:lnTo>
                  <a:lnTo>
                    <a:pt x="6613" y="5251"/>
                  </a:lnTo>
                  <a:lnTo>
                    <a:pt x="8233" y="1529"/>
                  </a:lnTo>
                  <a:lnTo>
                    <a:pt x="8534" y="142"/>
                  </a:lnTo>
                  <a:lnTo>
                    <a:pt x="9284" y="0"/>
                  </a:lnTo>
                  <a:lnTo>
                    <a:pt x="10520" y="911"/>
                  </a:lnTo>
                  <a:lnTo>
                    <a:pt x="11286" y="2193"/>
                  </a:lnTo>
                  <a:lnTo>
                    <a:pt x="10929" y="3213"/>
                  </a:lnTo>
                  <a:lnTo>
                    <a:pt x="6836" y="8504"/>
                  </a:lnTo>
                  <a:lnTo>
                    <a:pt x="6492" y="9193"/>
                  </a:lnTo>
                  <a:lnTo>
                    <a:pt x="6120" y="10989"/>
                  </a:lnTo>
                  <a:lnTo>
                    <a:pt x="5783" y="11616"/>
                  </a:lnTo>
                  <a:lnTo>
                    <a:pt x="5243" y="11903"/>
                  </a:lnTo>
                  <a:lnTo>
                    <a:pt x="4850" y="12688"/>
                  </a:lnTo>
                  <a:lnTo>
                    <a:pt x="4604" y="13973"/>
                  </a:lnTo>
                  <a:lnTo>
                    <a:pt x="4099" y="14643"/>
                  </a:lnTo>
                  <a:lnTo>
                    <a:pt x="3336" y="14700"/>
                  </a:lnTo>
                  <a:lnTo>
                    <a:pt x="2807" y="15054"/>
                  </a:lnTo>
                  <a:lnTo>
                    <a:pt x="2513" y="15706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4" name="pg1563"/>
            <p:cNvSpPr/>
            <p:nvPr/>
          </p:nvSpPr>
          <p:spPr>
            <a:xfrm>
              <a:off x="1297885" y="1849403"/>
              <a:ext cx="22762" cy="18694"/>
            </a:xfrm>
            <a:custGeom>
              <a:avLst/>
              <a:pathLst>
                <a:path w="22762" h="18694">
                  <a:moveTo>
                    <a:pt x="16053" y="390"/>
                  </a:moveTo>
                  <a:lnTo>
                    <a:pt x="17186" y="1856"/>
                  </a:lnTo>
                  <a:lnTo>
                    <a:pt x="17788" y="1939"/>
                  </a:lnTo>
                  <a:lnTo>
                    <a:pt x="19688" y="1493"/>
                  </a:lnTo>
                  <a:lnTo>
                    <a:pt x="20384" y="1807"/>
                  </a:lnTo>
                  <a:lnTo>
                    <a:pt x="21060" y="2439"/>
                  </a:lnTo>
                  <a:lnTo>
                    <a:pt x="21479" y="3404"/>
                  </a:lnTo>
                  <a:lnTo>
                    <a:pt x="21558" y="5101"/>
                  </a:lnTo>
                  <a:lnTo>
                    <a:pt x="21249" y="6616"/>
                  </a:lnTo>
                  <a:lnTo>
                    <a:pt x="21341" y="8752"/>
                  </a:lnTo>
                  <a:lnTo>
                    <a:pt x="21274" y="9675"/>
                  </a:lnTo>
                  <a:lnTo>
                    <a:pt x="22284" y="10886"/>
                  </a:lnTo>
                  <a:lnTo>
                    <a:pt x="22599" y="12527"/>
                  </a:lnTo>
                  <a:lnTo>
                    <a:pt x="22762" y="14291"/>
                  </a:lnTo>
                  <a:lnTo>
                    <a:pt x="20572" y="14879"/>
                  </a:lnTo>
                  <a:lnTo>
                    <a:pt x="18382" y="14973"/>
                  </a:lnTo>
                  <a:lnTo>
                    <a:pt x="16493" y="16168"/>
                  </a:lnTo>
                  <a:lnTo>
                    <a:pt x="16106" y="17049"/>
                  </a:lnTo>
                  <a:lnTo>
                    <a:pt x="16408" y="18359"/>
                  </a:lnTo>
                  <a:lnTo>
                    <a:pt x="15889" y="18694"/>
                  </a:lnTo>
                  <a:lnTo>
                    <a:pt x="15411" y="18407"/>
                  </a:lnTo>
                  <a:lnTo>
                    <a:pt x="14496" y="17194"/>
                  </a:lnTo>
                  <a:lnTo>
                    <a:pt x="13493" y="16616"/>
                  </a:lnTo>
                  <a:lnTo>
                    <a:pt x="9980" y="15723"/>
                  </a:lnTo>
                  <a:lnTo>
                    <a:pt x="5570" y="12200"/>
                  </a:lnTo>
                  <a:lnTo>
                    <a:pt x="3671" y="11471"/>
                  </a:lnTo>
                  <a:lnTo>
                    <a:pt x="1743" y="8896"/>
                  </a:lnTo>
                  <a:lnTo>
                    <a:pt x="0" y="5618"/>
                  </a:lnTo>
                  <a:lnTo>
                    <a:pt x="1136" y="5091"/>
                  </a:lnTo>
                  <a:lnTo>
                    <a:pt x="2279" y="4823"/>
                  </a:lnTo>
                  <a:lnTo>
                    <a:pt x="7405" y="5312"/>
                  </a:lnTo>
                  <a:lnTo>
                    <a:pt x="8046" y="2964"/>
                  </a:lnTo>
                  <a:lnTo>
                    <a:pt x="8705" y="2379"/>
                  </a:lnTo>
                  <a:lnTo>
                    <a:pt x="10334" y="1713"/>
                  </a:lnTo>
                  <a:lnTo>
                    <a:pt x="11855" y="413"/>
                  </a:lnTo>
                  <a:lnTo>
                    <a:pt x="12538" y="445"/>
                  </a:lnTo>
                  <a:lnTo>
                    <a:pt x="13235" y="946"/>
                  </a:lnTo>
                  <a:lnTo>
                    <a:pt x="14677" y="165"/>
                  </a:lnTo>
                  <a:lnTo>
                    <a:pt x="15442" y="0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5" name="pg1564"/>
            <p:cNvSpPr/>
            <p:nvPr/>
          </p:nvSpPr>
          <p:spPr>
            <a:xfrm>
              <a:off x="1571239" y="1849274"/>
              <a:ext cx="2243" cy="2614"/>
            </a:xfrm>
            <a:custGeom>
              <a:avLst/>
              <a:pathLst>
                <a:path w="2243" h="2614">
                  <a:moveTo>
                    <a:pt x="2045" y="1891"/>
                  </a:moveTo>
                  <a:lnTo>
                    <a:pt x="1650" y="2614"/>
                  </a:lnTo>
                  <a:lnTo>
                    <a:pt x="575" y="2357"/>
                  </a:lnTo>
                  <a:lnTo>
                    <a:pt x="0" y="1900"/>
                  </a:lnTo>
                  <a:lnTo>
                    <a:pt x="1926" y="0"/>
                  </a:lnTo>
                  <a:lnTo>
                    <a:pt x="2243" y="381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6" name="pg1565"/>
            <p:cNvSpPr/>
            <p:nvPr/>
          </p:nvSpPr>
          <p:spPr>
            <a:xfrm>
              <a:off x="1553734" y="1846927"/>
              <a:ext cx="7411" cy="6267"/>
            </a:xfrm>
            <a:custGeom>
              <a:avLst/>
              <a:pathLst>
                <a:path w="7411" h="6267">
                  <a:moveTo>
                    <a:pt x="3812" y="913"/>
                  </a:moveTo>
                  <a:lnTo>
                    <a:pt x="4087" y="1725"/>
                  </a:lnTo>
                  <a:lnTo>
                    <a:pt x="6457" y="1530"/>
                  </a:lnTo>
                  <a:lnTo>
                    <a:pt x="7139" y="1673"/>
                  </a:lnTo>
                  <a:lnTo>
                    <a:pt x="7411" y="2050"/>
                  </a:lnTo>
                  <a:lnTo>
                    <a:pt x="7090" y="2601"/>
                  </a:lnTo>
                  <a:lnTo>
                    <a:pt x="6175" y="3325"/>
                  </a:lnTo>
                  <a:lnTo>
                    <a:pt x="3500" y="4595"/>
                  </a:lnTo>
                  <a:lnTo>
                    <a:pt x="1327" y="6267"/>
                  </a:lnTo>
                  <a:lnTo>
                    <a:pt x="1043" y="6113"/>
                  </a:lnTo>
                  <a:lnTo>
                    <a:pt x="646" y="4282"/>
                  </a:lnTo>
                  <a:lnTo>
                    <a:pt x="245" y="3542"/>
                  </a:lnTo>
                  <a:lnTo>
                    <a:pt x="0" y="2510"/>
                  </a:lnTo>
                  <a:lnTo>
                    <a:pt x="4" y="2128"/>
                  </a:lnTo>
                  <a:lnTo>
                    <a:pt x="402" y="1416"/>
                  </a:lnTo>
                  <a:lnTo>
                    <a:pt x="1196" y="376"/>
                  </a:lnTo>
                  <a:lnTo>
                    <a:pt x="1759" y="0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7" name="pg1566"/>
            <p:cNvSpPr/>
            <p:nvPr/>
          </p:nvSpPr>
          <p:spPr>
            <a:xfrm>
              <a:off x="1539067" y="1846607"/>
              <a:ext cx="2877" cy="9262"/>
            </a:xfrm>
            <a:custGeom>
              <a:avLst/>
              <a:pathLst>
                <a:path w="2877" h="9262">
                  <a:moveTo>
                    <a:pt x="2877" y="1209"/>
                  </a:moveTo>
                  <a:lnTo>
                    <a:pt x="2872" y="1988"/>
                  </a:lnTo>
                  <a:lnTo>
                    <a:pt x="2485" y="2734"/>
                  </a:lnTo>
                  <a:lnTo>
                    <a:pt x="2856" y="4104"/>
                  </a:lnTo>
                  <a:lnTo>
                    <a:pt x="2214" y="6461"/>
                  </a:lnTo>
                  <a:lnTo>
                    <a:pt x="1965" y="7958"/>
                  </a:lnTo>
                  <a:lnTo>
                    <a:pt x="1623" y="8899"/>
                  </a:lnTo>
                  <a:lnTo>
                    <a:pt x="1278" y="9262"/>
                  </a:lnTo>
                  <a:lnTo>
                    <a:pt x="933" y="9049"/>
                  </a:lnTo>
                  <a:lnTo>
                    <a:pt x="860" y="8529"/>
                  </a:lnTo>
                  <a:lnTo>
                    <a:pt x="1063" y="7704"/>
                  </a:lnTo>
                  <a:lnTo>
                    <a:pt x="248" y="7730"/>
                  </a:lnTo>
                  <a:lnTo>
                    <a:pt x="0" y="5673"/>
                  </a:lnTo>
                  <a:lnTo>
                    <a:pt x="451" y="5022"/>
                  </a:lnTo>
                  <a:lnTo>
                    <a:pt x="613" y="4140"/>
                  </a:lnTo>
                  <a:lnTo>
                    <a:pt x="664" y="3549"/>
                  </a:lnTo>
                  <a:lnTo>
                    <a:pt x="1196" y="931"/>
                  </a:lnTo>
                  <a:lnTo>
                    <a:pt x="1385" y="748"/>
                  </a:lnTo>
                  <a:lnTo>
                    <a:pt x="1447" y="1372"/>
                  </a:lnTo>
                  <a:lnTo>
                    <a:pt x="1619" y="1555"/>
                  </a:lnTo>
                  <a:lnTo>
                    <a:pt x="1902" y="1299"/>
                  </a:lnTo>
                  <a:lnTo>
                    <a:pt x="2325" y="135"/>
                  </a:lnTo>
                  <a:lnTo>
                    <a:pt x="2503" y="0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8" name="pg1567"/>
            <p:cNvSpPr/>
            <p:nvPr/>
          </p:nvSpPr>
          <p:spPr>
            <a:xfrm>
              <a:off x="1487516" y="1846242"/>
              <a:ext cx="2242" cy="4305"/>
            </a:xfrm>
            <a:custGeom>
              <a:avLst/>
              <a:pathLst>
                <a:path w="2242" h="4305">
                  <a:moveTo>
                    <a:pt x="595" y="4197"/>
                  </a:moveTo>
                  <a:lnTo>
                    <a:pt x="0" y="4305"/>
                  </a:lnTo>
                  <a:lnTo>
                    <a:pt x="796" y="2846"/>
                  </a:lnTo>
                  <a:lnTo>
                    <a:pt x="1349" y="0"/>
                  </a:lnTo>
                  <a:lnTo>
                    <a:pt x="2093" y="395"/>
                  </a:lnTo>
                  <a:lnTo>
                    <a:pt x="2242" y="917"/>
                  </a:lnTo>
                  <a:lnTo>
                    <a:pt x="1013" y="3835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9" name="pg1568"/>
            <p:cNvSpPr/>
            <p:nvPr/>
          </p:nvSpPr>
          <p:spPr>
            <a:xfrm>
              <a:off x="1228318" y="1843196"/>
              <a:ext cx="10389" cy="9092"/>
            </a:xfrm>
            <a:custGeom>
              <a:avLst/>
              <a:pathLst>
                <a:path w="10389" h="9092">
                  <a:moveTo>
                    <a:pt x="4094" y="4416"/>
                  </a:moveTo>
                  <a:lnTo>
                    <a:pt x="6761" y="6355"/>
                  </a:lnTo>
                  <a:lnTo>
                    <a:pt x="8471" y="6156"/>
                  </a:lnTo>
                  <a:lnTo>
                    <a:pt x="9828" y="7776"/>
                  </a:lnTo>
                  <a:lnTo>
                    <a:pt x="10389" y="9092"/>
                  </a:lnTo>
                  <a:lnTo>
                    <a:pt x="8352" y="8147"/>
                  </a:lnTo>
                  <a:lnTo>
                    <a:pt x="5408" y="8214"/>
                  </a:lnTo>
                  <a:lnTo>
                    <a:pt x="1427" y="4256"/>
                  </a:lnTo>
                  <a:lnTo>
                    <a:pt x="0" y="3357"/>
                  </a:lnTo>
                  <a:lnTo>
                    <a:pt x="325" y="1138"/>
                  </a:lnTo>
                  <a:lnTo>
                    <a:pt x="1852" y="0"/>
                  </a:lnTo>
                  <a:lnTo>
                    <a:pt x="2638" y="2989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0" name="pg1569"/>
            <p:cNvSpPr/>
            <p:nvPr/>
          </p:nvSpPr>
          <p:spPr>
            <a:xfrm>
              <a:off x="1536200" y="1833820"/>
              <a:ext cx="2382" cy="3138"/>
            </a:xfrm>
            <a:custGeom>
              <a:avLst/>
              <a:pathLst>
                <a:path w="2382" h="3138">
                  <a:moveTo>
                    <a:pt x="2382" y="2894"/>
                  </a:moveTo>
                  <a:lnTo>
                    <a:pt x="818" y="3138"/>
                  </a:lnTo>
                  <a:lnTo>
                    <a:pt x="102" y="2762"/>
                  </a:lnTo>
                  <a:lnTo>
                    <a:pt x="0" y="2357"/>
                  </a:lnTo>
                  <a:lnTo>
                    <a:pt x="297" y="865"/>
                  </a:lnTo>
                  <a:lnTo>
                    <a:pt x="273" y="236"/>
                  </a:lnTo>
                  <a:lnTo>
                    <a:pt x="1061" y="0"/>
                  </a:lnTo>
                  <a:lnTo>
                    <a:pt x="1966" y="708"/>
                  </a:lnTo>
                  <a:lnTo>
                    <a:pt x="2229" y="1439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1" name="pg1570"/>
            <p:cNvSpPr/>
            <p:nvPr/>
          </p:nvSpPr>
          <p:spPr>
            <a:xfrm>
              <a:off x="1243801" y="1750998"/>
              <a:ext cx="38294" cy="22779"/>
            </a:xfrm>
            <a:custGeom>
              <a:avLst/>
              <a:pathLst>
                <a:path w="38294" h="22779">
                  <a:moveTo>
                    <a:pt x="4397" y="2569"/>
                  </a:moveTo>
                  <a:lnTo>
                    <a:pt x="4584" y="3289"/>
                  </a:lnTo>
                  <a:lnTo>
                    <a:pt x="5874" y="3172"/>
                  </a:lnTo>
                  <a:lnTo>
                    <a:pt x="7680" y="3483"/>
                  </a:lnTo>
                  <a:lnTo>
                    <a:pt x="9680" y="4181"/>
                  </a:lnTo>
                  <a:lnTo>
                    <a:pt x="11658" y="3930"/>
                  </a:lnTo>
                  <a:lnTo>
                    <a:pt x="14152" y="1718"/>
                  </a:lnTo>
                  <a:lnTo>
                    <a:pt x="15640" y="1138"/>
                  </a:lnTo>
                  <a:lnTo>
                    <a:pt x="17139" y="832"/>
                  </a:lnTo>
                  <a:lnTo>
                    <a:pt x="18756" y="1370"/>
                  </a:lnTo>
                  <a:lnTo>
                    <a:pt x="20337" y="2543"/>
                  </a:lnTo>
                  <a:lnTo>
                    <a:pt x="20947" y="3234"/>
                  </a:lnTo>
                  <a:lnTo>
                    <a:pt x="21433" y="4442"/>
                  </a:lnTo>
                  <a:lnTo>
                    <a:pt x="21756" y="5904"/>
                  </a:lnTo>
                  <a:lnTo>
                    <a:pt x="22236" y="6951"/>
                  </a:lnTo>
                  <a:lnTo>
                    <a:pt x="25197" y="8244"/>
                  </a:lnTo>
                  <a:lnTo>
                    <a:pt x="27089" y="8759"/>
                  </a:lnTo>
                  <a:lnTo>
                    <a:pt x="27544" y="9467"/>
                  </a:lnTo>
                  <a:lnTo>
                    <a:pt x="27947" y="10446"/>
                  </a:lnTo>
                  <a:lnTo>
                    <a:pt x="29514" y="11189"/>
                  </a:lnTo>
                  <a:lnTo>
                    <a:pt x="31149" y="10918"/>
                  </a:lnTo>
                  <a:lnTo>
                    <a:pt x="32062" y="11182"/>
                  </a:lnTo>
                  <a:lnTo>
                    <a:pt x="34839" y="11219"/>
                  </a:lnTo>
                  <a:lnTo>
                    <a:pt x="38294" y="12304"/>
                  </a:lnTo>
                  <a:lnTo>
                    <a:pt x="37735" y="15165"/>
                  </a:lnTo>
                  <a:lnTo>
                    <a:pt x="36611" y="16422"/>
                  </a:lnTo>
                  <a:lnTo>
                    <a:pt x="33445" y="16018"/>
                  </a:lnTo>
                  <a:lnTo>
                    <a:pt x="30290" y="16425"/>
                  </a:lnTo>
                  <a:lnTo>
                    <a:pt x="28980" y="17898"/>
                  </a:lnTo>
                  <a:lnTo>
                    <a:pt x="27889" y="19762"/>
                  </a:lnTo>
                  <a:lnTo>
                    <a:pt x="27741" y="21577"/>
                  </a:lnTo>
                  <a:lnTo>
                    <a:pt x="27104" y="22411"/>
                  </a:lnTo>
                  <a:lnTo>
                    <a:pt x="26444" y="22779"/>
                  </a:lnTo>
                  <a:lnTo>
                    <a:pt x="25908" y="21775"/>
                  </a:lnTo>
                  <a:lnTo>
                    <a:pt x="25192" y="18712"/>
                  </a:lnTo>
                  <a:lnTo>
                    <a:pt x="24689" y="17866"/>
                  </a:lnTo>
                  <a:lnTo>
                    <a:pt x="24136" y="17334"/>
                  </a:lnTo>
                  <a:lnTo>
                    <a:pt x="22592" y="16366"/>
                  </a:lnTo>
                  <a:lnTo>
                    <a:pt x="21026" y="15754"/>
                  </a:lnTo>
                  <a:lnTo>
                    <a:pt x="20111" y="15680"/>
                  </a:lnTo>
                  <a:lnTo>
                    <a:pt x="19450" y="14618"/>
                  </a:lnTo>
                  <a:lnTo>
                    <a:pt x="19085" y="13082"/>
                  </a:lnTo>
                  <a:lnTo>
                    <a:pt x="18458" y="12288"/>
                  </a:lnTo>
                  <a:lnTo>
                    <a:pt x="17216" y="11161"/>
                  </a:lnTo>
                  <a:lnTo>
                    <a:pt x="15946" y="10274"/>
                  </a:lnTo>
                  <a:lnTo>
                    <a:pt x="11981" y="8351"/>
                  </a:lnTo>
                  <a:lnTo>
                    <a:pt x="10678" y="8098"/>
                  </a:lnTo>
                  <a:lnTo>
                    <a:pt x="9355" y="8306"/>
                  </a:lnTo>
                  <a:lnTo>
                    <a:pt x="7938" y="9183"/>
                  </a:lnTo>
                  <a:lnTo>
                    <a:pt x="6565" y="10485"/>
                  </a:lnTo>
                  <a:lnTo>
                    <a:pt x="5160" y="11457"/>
                  </a:lnTo>
                  <a:lnTo>
                    <a:pt x="3704" y="11672"/>
                  </a:lnTo>
                  <a:lnTo>
                    <a:pt x="2314" y="11104"/>
                  </a:lnTo>
                  <a:lnTo>
                    <a:pt x="1006" y="9832"/>
                  </a:lnTo>
                  <a:lnTo>
                    <a:pt x="350" y="8932"/>
                  </a:lnTo>
                  <a:lnTo>
                    <a:pt x="0" y="7380"/>
                  </a:lnTo>
                  <a:lnTo>
                    <a:pt x="18" y="5826"/>
                  </a:lnTo>
                  <a:lnTo>
                    <a:pt x="195" y="4328"/>
                  </a:lnTo>
                  <a:lnTo>
                    <a:pt x="900" y="706"/>
                  </a:lnTo>
                  <a:lnTo>
                    <a:pt x="2133" y="0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2" name="pg1571"/>
            <p:cNvSpPr/>
            <p:nvPr/>
          </p:nvSpPr>
          <p:spPr>
            <a:xfrm>
              <a:off x="1313777" y="1674139"/>
              <a:ext cx="4027" cy="3139"/>
            </a:xfrm>
            <a:custGeom>
              <a:avLst/>
              <a:pathLst>
                <a:path w="4027" h="3139">
                  <a:moveTo>
                    <a:pt x="478" y="2973"/>
                  </a:moveTo>
                  <a:lnTo>
                    <a:pt x="0" y="3139"/>
                  </a:lnTo>
                  <a:lnTo>
                    <a:pt x="26" y="2686"/>
                  </a:lnTo>
                  <a:lnTo>
                    <a:pt x="1432" y="1487"/>
                  </a:lnTo>
                  <a:lnTo>
                    <a:pt x="4027" y="0"/>
                  </a:lnTo>
                  <a:lnTo>
                    <a:pt x="3933" y="323"/>
                  </a:lnTo>
                  <a:lnTo>
                    <a:pt x="2546" y="1474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3" name="pg1572"/>
            <p:cNvSpPr/>
            <p:nvPr/>
          </p:nvSpPr>
          <p:spPr>
            <a:xfrm>
              <a:off x="1289840" y="1524042"/>
              <a:ext cx="469830" cy="491636"/>
            </a:xfrm>
            <a:custGeom>
              <a:avLst/>
              <a:pathLst>
                <a:path w="469830" h="491636">
                  <a:moveTo>
                    <a:pt x="334239" y="51914"/>
                  </a:moveTo>
                  <a:lnTo>
                    <a:pt x="334239" y="60548"/>
                  </a:lnTo>
                  <a:lnTo>
                    <a:pt x="334239" y="69183"/>
                  </a:lnTo>
                  <a:lnTo>
                    <a:pt x="334239" y="77817"/>
                  </a:lnTo>
                  <a:lnTo>
                    <a:pt x="334239" y="86451"/>
                  </a:lnTo>
                  <a:lnTo>
                    <a:pt x="334239" y="95086"/>
                  </a:lnTo>
                  <a:lnTo>
                    <a:pt x="334239" y="103720"/>
                  </a:lnTo>
                  <a:lnTo>
                    <a:pt x="334239" y="112354"/>
                  </a:lnTo>
                  <a:lnTo>
                    <a:pt x="334239" y="120989"/>
                  </a:lnTo>
                  <a:lnTo>
                    <a:pt x="334239" y="129623"/>
                  </a:lnTo>
                  <a:lnTo>
                    <a:pt x="334239" y="138257"/>
                  </a:lnTo>
                  <a:lnTo>
                    <a:pt x="334239" y="146892"/>
                  </a:lnTo>
                  <a:lnTo>
                    <a:pt x="334239" y="155526"/>
                  </a:lnTo>
                  <a:lnTo>
                    <a:pt x="334239" y="164160"/>
                  </a:lnTo>
                  <a:lnTo>
                    <a:pt x="334239" y="172795"/>
                  </a:lnTo>
                  <a:lnTo>
                    <a:pt x="334239" y="181429"/>
                  </a:lnTo>
                  <a:lnTo>
                    <a:pt x="334239" y="190063"/>
                  </a:lnTo>
                  <a:lnTo>
                    <a:pt x="334239" y="198698"/>
                  </a:lnTo>
                  <a:lnTo>
                    <a:pt x="334239" y="207332"/>
                  </a:lnTo>
                  <a:lnTo>
                    <a:pt x="334239" y="215967"/>
                  </a:lnTo>
                  <a:lnTo>
                    <a:pt x="334239" y="224601"/>
                  </a:lnTo>
                  <a:lnTo>
                    <a:pt x="334239" y="233236"/>
                  </a:lnTo>
                  <a:lnTo>
                    <a:pt x="334239" y="241870"/>
                  </a:lnTo>
                  <a:lnTo>
                    <a:pt x="334239" y="250504"/>
                  </a:lnTo>
                  <a:lnTo>
                    <a:pt x="334239" y="259138"/>
                  </a:lnTo>
                  <a:lnTo>
                    <a:pt x="334239" y="267772"/>
                  </a:lnTo>
                  <a:lnTo>
                    <a:pt x="334239" y="276407"/>
                  </a:lnTo>
                  <a:lnTo>
                    <a:pt x="334239" y="285041"/>
                  </a:lnTo>
                  <a:lnTo>
                    <a:pt x="334239" y="293676"/>
                  </a:lnTo>
                  <a:lnTo>
                    <a:pt x="334239" y="302310"/>
                  </a:lnTo>
                  <a:lnTo>
                    <a:pt x="334239" y="310944"/>
                  </a:lnTo>
                  <a:lnTo>
                    <a:pt x="334239" y="319579"/>
                  </a:lnTo>
                  <a:lnTo>
                    <a:pt x="334239" y="328213"/>
                  </a:lnTo>
                  <a:lnTo>
                    <a:pt x="337193" y="329428"/>
                  </a:lnTo>
                  <a:lnTo>
                    <a:pt x="340121" y="330633"/>
                  </a:lnTo>
                  <a:lnTo>
                    <a:pt x="341017" y="328229"/>
                  </a:lnTo>
                  <a:lnTo>
                    <a:pt x="344175" y="330067"/>
                  </a:lnTo>
                  <a:lnTo>
                    <a:pt x="346935" y="331673"/>
                  </a:lnTo>
                  <a:lnTo>
                    <a:pt x="348695" y="329613"/>
                  </a:lnTo>
                  <a:lnTo>
                    <a:pt x="350599" y="327384"/>
                  </a:lnTo>
                  <a:lnTo>
                    <a:pt x="353170" y="327225"/>
                  </a:lnTo>
                  <a:lnTo>
                    <a:pt x="356048" y="327046"/>
                  </a:lnTo>
                  <a:lnTo>
                    <a:pt x="357967" y="326929"/>
                  </a:lnTo>
                  <a:lnTo>
                    <a:pt x="357967" y="328828"/>
                  </a:lnTo>
                  <a:lnTo>
                    <a:pt x="357255" y="331982"/>
                  </a:lnTo>
                  <a:lnTo>
                    <a:pt x="356660" y="334615"/>
                  </a:lnTo>
                  <a:lnTo>
                    <a:pt x="358409" y="337284"/>
                  </a:lnTo>
                  <a:lnTo>
                    <a:pt x="360564" y="338688"/>
                  </a:lnTo>
                  <a:lnTo>
                    <a:pt x="362579" y="340001"/>
                  </a:lnTo>
                  <a:lnTo>
                    <a:pt x="363482" y="343637"/>
                  </a:lnTo>
                  <a:lnTo>
                    <a:pt x="365687" y="346441"/>
                  </a:lnTo>
                  <a:lnTo>
                    <a:pt x="367365" y="348576"/>
                  </a:lnTo>
                  <a:lnTo>
                    <a:pt x="368972" y="350620"/>
                  </a:lnTo>
                  <a:lnTo>
                    <a:pt x="371271" y="353547"/>
                  </a:lnTo>
                  <a:lnTo>
                    <a:pt x="372882" y="355595"/>
                  </a:lnTo>
                  <a:lnTo>
                    <a:pt x="375028" y="358327"/>
                  </a:lnTo>
                  <a:lnTo>
                    <a:pt x="376303" y="359948"/>
                  </a:lnTo>
                  <a:lnTo>
                    <a:pt x="376915" y="363105"/>
                  </a:lnTo>
                  <a:lnTo>
                    <a:pt x="377650" y="366894"/>
                  </a:lnTo>
                  <a:lnTo>
                    <a:pt x="377197" y="369135"/>
                  </a:lnTo>
                  <a:lnTo>
                    <a:pt x="378213" y="369497"/>
                  </a:lnTo>
                  <a:lnTo>
                    <a:pt x="380200" y="366983"/>
                  </a:lnTo>
                  <a:lnTo>
                    <a:pt x="382067" y="365424"/>
                  </a:lnTo>
                  <a:lnTo>
                    <a:pt x="384373" y="363499"/>
                  </a:lnTo>
                  <a:lnTo>
                    <a:pt x="385929" y="362201"/>
                  </a:lnTo>
                  <a:lnTo>
                    <a:pt x="388823" y="362136"/>
                  </a:lnTo>
                  <a:lnTo>
                    <a:pt x="390205" y="358363"/>
                  </a:lnTo>
                  <a:lnTo>
                    <a:pt x="390210" y="353069"/>
                  </a:lnTo>
                  <a:lnTo>
                    <a:pt x="391672" y="353158"/>
                  </a:lnTo>
                  <a:lnTo>
                    <a:pt x="392534" y="352441"/>
                  </a:lnTo>
                  <a:lnTo>
                    <a:pt x="392915" y="350887"/>
                  </a:lnTo>
                  <a:lnTo>
                    <a:pt x="391993" y="348762"/>
                  </a:lnTo>
                  <a:lnTo>
                    <a:pt x="394765" y="347771"/>
                  </a:lnTo>
                  <a:lnTo>
                    <a:pt x="396770" y="347054"/>
                  </a:lnTo>
                  <a:lnTo>
                    <a:pt x="399634" y="345100"/>
                  </a:lnTo>
                  <a:lnTo>
                    <a:pt x="402431" y="343194"/>
                  </a:lnTo>
                  <a:lnTo>
                    <a:pt x="403765" y="344670"/>
                  </a:lnTo>
                  <a:lnTo>
                    <a:pt x="405086" y="346097"/>
                  </a:lnTo>
                  <a:lnTo>
                    <a:pt x="407674" y="349535"/>
                  </a:lnTo>
                  <a:lnTo>
                    <a:pt x="407852" y="350362"/>
                  </a:lnTo>
                  <a:lnTo>
                    <a:pt x="407677" y="351977"/>
                  </a:lnTo>
                  <a:lnTo>
                    <a:pt x="407424" y="353590"/>
                  </a:lnTo>
                  <a:lnTo>
                    <a:pt x="408998" y="358116"/>
                  </a:lnTo>
                  <a:lnTo>
                    <a:pt x="409449" y="358621"/>
                  </a:lnTo>
                  <a:lnTo>
                    <a:pt x="410743" y="359247"/>
                  </a:lnTo>
                  <a:lnTo>
                    <a:pt x="412287" y="360746"/>
                  </a:lnTo>
                  <a:lnTo>
                    <a:pt x="412969" y="362045"/>
                  </a:lnTo>
                  <a:lnTo>
                    <a:pt x="415205" y="364112"/>
                  </a:lnTo>
                  <a:lnTo>
                    <a:pt x="415582" y="364972"/>
                  </a:lnTo>
                  <a:lnTo>
                    <a:pt x="415794" y="366363"/>
                  </a:lnTo>
                  <a:lnTo>
                    <a:pt x="416158" y="367558"/>
                  </a:lnTo>
                  <a:lnTo>
                    <a:pt x="416576" y="368416"/>
                  </a:lnTo>
                  <a:lnTo>
                    <a:pt x="416979" y="369634"/>
                  </a:lnTo>
                  <a:lnTo>
                    <a:pt x="417948" y="371070"/>
                  </a:lnTo>
                  <a:lnTo>
                    <a:pt x="419790" y="372677"/>
                  </a:lnTo>
                  <a:lnTo>
                    <a:pt x="421067" y="373789"/>
                  </a:lnTo>
                  <a:lnTo>
                    <a:pt x="422856" y="375350"/>
                  </a:lnTo>
                  <a:lnTo>
                    <a:pt x="424668" y="378538"/>
                  </a:lnTo>
                  <a:lnTo>
                    <a:pt x="426241" y="381306"/>
                  </a:lnTo>
                  <a:lnTo>
                    <a:pt x="428034" y="384042"/>
                  </a:lnTo>
                  <a:lnTo>
                    <a:pt x="427769" y="386223"/>
                  </a:lnTo>
                  <a:lnTo>
                    <a:pt x="429587" y="389598"/>
                  </a:lnTo>
                  <a:lnTo>
                    <a:pt x="431498" y="393886"/>
                  </a:lnTo>
                  <a:lnTo>
                    <a:pt x="432966" y="397691"/>
                  </a:lnTo>
                  <a:lnTo>
                    <a:pt x="434010" y="399818"/>
                  </a:lnTo>
                  <a:lnTo>
                    <a:pt x="435260" y="402900"/>
                  </a:lnTo>
                  <a:lnTo>
                    <a:pt x="436790" y="406670"/>
                  </a:lnTo>
                  <a:lnTo>
                    <a:pt x="438531" y="410961"/>
                  </a:lnTo>
                  <a:lnTo>
                    <a:pt x="439863" y="413714"/>
                  </a:lnTo>
                  <a:lnTo>
                    <a:pt x="441601" y="417567"/>
                  </a:lnTo>
                  <a:lnTo>
                    <a:pt x="442459" y="419866"/>
                  </a:lnTo>
                  <a:lnTo>
                    <a:pt x="441876" y="421437"/>
                  </a:lnTo>
                  <a:lnTo>
                    <a:pt x="441153" y="423385"/>
                  </a:lnTo>
                  <a:lnTo>
                    <a:pt x="443386" y="424308"/>
                  </a:lnTo>
                  <a:lnTo>
                    <a:pt x="444934" y="424947"/>
                  </a:lnTo>
                  <a:lnTo>
                    <a:pt x="444547" y="427110"/>
                  </a:lnTo>
                  <a:lnTo>
                    <a:pt x="444037" y="429964"/>
                  </a:lnTo>
                  <a:lnTo>
                    <a:pt x="445786" y="431090"/>
                  </a:lnTo>
                  <a:lnTo>
                    <a:pt x="446975" y="431854"/>
                  </a:lnTo>
                  <a:lnTo>
                    <a:pt x="446730" y="433352"/>
                  </a:lnTo>
                  <a:lnTo>
                    <a:pt x="447383" y="435046"/>
                  </a:lnTo>
                  <a:lnTo>
                    <a:pt x="447492" y="437848"/>
                  </a:lnTo>
                  <a:lnTo>
                    <a:pt x="449624" y="437667"/>
                  </a:lnTo>
                  <a:lnTo>
                    <a:pt x="450567" y="437587"/>
                  </a:lnTo>
                  <a:lnTo>
                    <a:pt x="451840" y="438830"/>
                  </a:lnTo>
                  <a:lnTo>
                    <a:pt x="453520" y="440471"/>
                  </a:lnTo>
                  <a:lnTo>
                    <a:pt x="455203" y="442007"/>
                  </a:lnTo>
                  <a:lnTo>
                    <a:pt x="456640" y="443319"/>
                  </a:lnTo>
                  <a:lnTo>
                    <a:pt x="458524" y="444094"/>
                  </a:lnTo>
                  <a:lnTo>
                    <a:pt x="460851" y="445210"/>
                  </a:lnTo>
                  <a:lnTo>
                    <a:pt x="461994" y="447490"/>
                  </a:lnTo>
                  <a:lnTo>
                    <a:pt x="464116" y="448468"/>
                  </a:lnTo>
                  <a:lnTo>
                    <a:pt x="464905" y="451661"/>
                  </a:lnTo>
                  <a:lnTo>
                    <a:pt x="467354" y="452834"/>
                  </a:lnTo>
                  <a:lnTo>
                    <a:pt x="468796" y="452052"/>
                  </a:lnTo>
                  <a:lnTo>
                    <a:pt x="469313" y="453354"/>
                  </a:lnTo>
                  <a:lnTo>
                    <a:pt x="469721" y="454853"/>
                  </a:lnTo>
                  <a:lnTo>
                    <a:pt x="469830" y="456743"/>
                  </a:lnTo>
                  <a:lnTo>
                    <a:pt x="469693" y="458584"/>
                  </a:lnTo>
                  <a:lnTo>
                    <a:pt x="469082" y="460126"/>
                  </a:lnTo>
                  <a:lnTo>
                    <a:pt x="468621" y="461789"/>
                  </a:lnTo>
                  <a:lnTo>
                    <a:pt x="468312" y="463573"/>
                  </a:lnTo>
                  <a:lnTo>
                    <a:pt x="468195" y="465491"/>
                  </a:lnTo>
                  <a:lnTo>
                    <a:pt x="468270" y="467544"/>
                  </a:lnTo>
                  <a:lnTo>
                    <a:pt x="468517" y="469335"/>
                  </a:lnTo>
                  <a:lnTo>
                    <a:pt x="469269" y="472647"/>
                  </a:lnTo>
                  <a:lnTo>
                    <a:pt x="469519" y="474677"/>
                  </a:lnTo>
                  <a:lnTo>
                    <a:pt x="469552" y="476028"/>
                  </a:lnTo>
                  <a:lnTo>
                    <a:pt x="467883" y="480782"/>
                  </a:lnTo>
                  <a:lnTo>
                    <a:pt x="467307" y="483050"/>
                  </a:lnTo>
                  <a:lnTo>
                    <a:pt x="467362" y="484066"/>
                  </a:lnTo>
                  <a:lnTo>
                    <a:pt x="466146" y="486428"/>
                  </a:lnTo>
                  <a:lnTo>
                    <a:pt x="463916" y="489730"/>
                  </a:lnTo>
                  <a:lnTo>
                    <a:pt x="462904" y="491636"/>
                  </a:lnTo>
                  <a:lnTo>
                    <a:pt x="462404" y="491009"/>
                  </a:lnTo>
                  <a:lnTo>
                    <a:pt x="459519" y="490515"/>
                  </a:lnTo>
                  <a:lnTo>
                    <a:pt x="458470" y="486296"/>
                  </a:lnTo>
                  <a:lnTo>
                    <a:pt x="457914" y="483023"/>
                  </a:lnTo>
                  <a:lnTo>
                    <a:pt x="457073" y="480171"/>
                  </a:lnTo>
                  <a:lnTo>
                    <a:pt x="457097" y="479524"/>
                  </a:lnTo>
                  <a:lnTo>
                    <a:pt x="457862" y="477622"/>
                  </a:lnTo>
                  <a:lnTo>
                    <a:pt x="460743" y="476055"/>
                  </a:lnTo>
                  <a:lnTo>
                    <a:pt x="460771" y="475433"/>
                  </a:lnTo>
                  <a:lnTo>
                    <a:pt x="459699" y="475018"/>
                  </a:lnTo>
                  <a:lnTo>
                    <a:pt x="459441" y="474337"/>
                  </a:lnTo>
                  <a:lnTo>
                    <a:pt x="459147" y="471252"/>
                  </a:lnTo>
                  <a:lnTo>
                    <a:pt x="459226" y="468545"/>
                  </a:lnTo>
                  <a:lnTo>
                    <a:pt x="459149" y="466752"/>
                  </a:lnTo>
                  <a:lnTo>
                    <a:pt x="458668" y="463083"/>
                  </a:lnTo>
                  <a:lnTo>
                    <a:pt x="457947" y="460838"/>
                  </a:lnTo>
                  <a:lnTo>
                    <a:pt x="456088" y="456459"/>
                  </a:lnTo>
                  <a:lnTo>
                    <a:pt x="455931" y="455355"/>
                  </a:lnTo>
                  <a:lnTo>
                    <a:pt x="456750" y="453970"/>
                  </a:lnTo>
                  <a:lnTo>
                    <a:pt x="457259" y="452679"/>
                  </a:lnTo>
                  <a:lnTo>
                    <a:pt x="454114" y="454924"/>
                  </a:lnTo>
                  <a:lnTo>
                    <a:pt x="449824" y="457284"/>
                  </a:lnTo>
                  <a:lnTo>
                    <a:pt x="447987" y="458929"/>
                  </a:lnTo>
                  <a:lnTo>
                    <a:pt x="447601" y="459590"/>
                  </a:lnTo>
                  <a:lnTo>
                    <a:pt x="447469" y="460147"/>
                  </a:lnTo>
                  <a:lnTo>
                    <a:pt x="447803" y="461699"/>
                  </a:lnTo>
                  <a:lnTo>
                    <a:pt x="447751" y="462197"/>
                  </a:lnTo>
                  <a:lnTo>
                    <a:pt x="447377" y="463115"/>
                  </a:lnTo>
                  <a:lnTo>
                    <a:pt x="446935" y="465707"/>
                  </a:lnTo>
                  <a:lnTo>
                    <a:pt x="446002" y="468456"/>
                  </a:lnTo>
                  <a:lnTo>
                    <a:pt x="445528" y="469021"/>
                  </a:lnTo>
                  <a:lnTo>
                    <a:pt x="443855" y="467994"/>
                  </a:lnTo>
                  <a:lnTo>
                    <a:pt x="443406" y="467114"/>
                  </a:lnTo>
                  <a:lnTo>
                    <a:pt x="442566" y="463524"/>
                  </a:lnTo>
                  <a:lnTo>
                    <a:pt x="442763" y="462568"/>
                  </a:lnTo>
                  <a:lnTo>
                    <a:pt x="443374" y="461763"/>
                  </a:lnTo>
                  <a:lnTo>
                    <a:pt x="444205" y="460023"/>
                  </a:lnTo>
                  <a:lnTo>
                    <a:pt x="445253" y="457348"/>
                  </a:lnTo>
                  <a:lnTo>
                    <a:pt x="447250" y="450550"/>
                  </a:lnTo>
                  <a:lnTo>
                    <a:pt x="448556" y="450517"/>
                  </a:lnTo>
                  <a:lnTo>
                    <a:pt x="450859" y="449171"/>
                  </a:lnTo>
                  <a:lnTo>
                    <a:pt x="447246" y="448496"/>
                  </a:lnTo>
                  <a:lnTo>
                    <a:pt x="446707" y="448141"/>
                  </a:lnTo>
                  <a:lnTo>
                    <a:pt x="446221" y="447215"/>
                  </a:lnTo>
                  <a:lnTo>
                    <a:pt x="445789" y="445717"/>
                  </a:lnTo>
                  <a:lnTo>
                    <a:pt x="445053" y="444050"/>
                  </a:lnTo>
                  <a:lnTo>
                    <a:pt x="443679" y="443466"/>
                  </a:lnTo>
                  <a:lnTo>
                    <a:pt x="443077" y="442851"/>
                  </a:lnTo>
                  <a:lnTo>
                    <a:pt x="442170" y="440829"/>
                  </a:lnTo>
                  <a:lnTo>
                    <a:pt x="441560" y="439920"/>
                  </a:lnTo>
                  <a:lnTo>
                    <a:pt x="441226" y="438796"/>
                  </a:lnTo>
                  <a:lnTo>
                    <a:pt x="441169" y="437460"/>
                  </a:lnTo>
                  <a:lnTo>
                    <a:pt x="440910" y="436787"/>
                  </a:lnTo>
                  <a:lnTo>
                    <a:pt x="439963" y="436543"/>
                  </a:lnTo>
                  <a:lnTo>
                    <a:pt x="439451" y="436085"/>
                  </a:lnTo>
                  <a:lnTo>
                    <a:pt x="439313" y="432635"/>
                  </a:lnTo>
                  <a:lnTo>
                    <a:pt x="437432" y="431747"/>
                  </a:lnTo>
                  <a:lnTo>
                    <a:pt x="436662" y="430984"/>
                  </a:lnTo>
                  <a:lnTo>
                    <a:pt x="435425" y="428830"/>
                  </a:lnTo>
                  <a:lnTo>
                    <a:pt x="435083" y="427783"/>
                  </a:lnTo>
                  <a:lnTo>
                    <a:pt x="434973" y="426908"/>
                  </a:lnTo>
                  <a:lnTo>
                    <a:pt x="435276" y="424529"/>
                  </a:lnTo>
                  <a:lnTo>
                    <a:pt x="435148" y="424083"/>
                  </a:lnTo>
                  <a:lnTo>
                    <a:pt x="434052" y="424330"/>
                  </a:lnTo>
                  <a:lnTo>
                    <a:pt x="427235" y="420645"/>
                  </a:lnTo>
                  <a:lnTo>
                    <a:pt x="427595" y="415778"/>
                  </a:lnTo>
                  <a:lnTo>
                    <a:pt x="426333" y="409358"/>
                  </a:lnTo>
                  <a:lnTo>
                    <a:pt x="424979" y="406754"/>
                  </a:lnTo>
                  <a:lnTo>
                    <a:pt x="425247" y="405742"/>
                  </a:lnTo>
                  <a:lnTo>
                    <a:pt x="425538" y="405205"/>
                  </a:lnTo>
                  <a:lnTo>
                    <a:pt x="426145" y="405194"/>
                  </a:lnTo>
                  <a:lnTo>
                    <a:pt x="428759" y="407084"/>
                  </a:lnTo>
                  <a:lnTo>
                    <a:pt x="431221" y="409329"/>
                  </a:lnTo>
                  <a:lnTo>
                    <a:pt x="431540" y="409001"/>
                  </a:lnTo>
                  <a:lnTo>
                    <a:pt x="427607" y="404249"/>
                  </a:lnTo>
                  <a:lnTo>
                    <a:pt x="426623" y="402827"/>
                  </a:lnTo>
                  <a:lnTo>
                    <a:pt x="426379" y="401119"/>
                  </a:lnTo>
                  <a:lnTo>
                    <a:pt x="426364" y="400206"/>
                  </a:lnTo>
                  <a:lnTo>
                    <a:pt x="426677" y="399725"/>
                  </a:lnTo>
                  <a:lnTo>
                    <a:pt x="430367" y="400152"/>
                  </a:lnTo>
                  <a:lnTo>
                    <a:pt x="430586" y="399798"/>
                  </a:lnTo>
                  <a:lnTo>
                    <a:pt x="426846" y="398410"/>
                  </a:lnTo>
                  <a:lnTo>
                    <a:pt x="426081" y="398415"/>
                  </a:lnTo>
                  <a:lnTo>
                    <a:pt x="425262" y="400409"/>
                  </a:lnTo>
                  <a:lnTo>
                    <a:pt x="424873" y="400881"/>
                  </a:lnTo>
                  <a:lnTo>
                    <a:pt x="424070" y="400786"/>
                  </a:lnTo>
                  <a:lnTo>
                    <a:pt x="423801" y="400480"/>
                  </a:lnTo>
                  <a:lnTo>
                    <a:pt x="422848" y="398063"/>
                  </a:lnTo>
                  <a:lnTo>
                    <a:pt x="421946" y="396382"/>
                  </a:lnTo>
                  <a:lnTo>
                    <a:pt x="420260" y="394051"/>
                  </a:lnTo>
                  <a:lnTo>
                    <a:pt x="419944" y="392390"/>
                  </a:lnTo>
                  <a:lnTo>
                    <a:pt x="419862" y="389946"/>
                  </a:lnTo>
                  <a:lnTo>
                    <a:pt x="420085" y="387636"/>
                  </a:lnTo>
                  <a:lnTo>
                    <a:pt x="421463" y="382358"/>
                  </a:lnTo>
                  <a:lnTo>
                    <a:pt x="422020" y="381446"/>
                  </a:lnTo>
                  <a:lnTo>
                    <a:pt x="422165" y="380872"/>
                  </a:lnTo>
                  <a:lnTo>
                    <a:pt x="421741" y="380959"/>
                  </a:lnTo>
                  <a:lnTo>
                    <a:pt x="421337" y="381459"/>
                  </a:lnTo>
                  <a:lnTo>
                    <a:pt x="420198" y="383911"/>
                  </a:lnTo>
                  <a:lnTo>
                    <a:pt x="419025" y="387929"/>
                  </a:lnTo>
                  <a:lnTo>
                    <a:pt x="418067" y="389300"/>
                  </a:lnTo>
                  <a:lnTo>
                    <a:pt x="417465" y="388968"/>
                  </a:lnTo>
                  <a:lnTo>
                    <a:pt x="416554" y="387330"/>
                  </a:lnTo>
                  <a:lnTo>
                    <a:pt x="414653" y="385333"/>
                  </a:lnTo>
                  <a:lnTo>
                    <a:pt x="412455" y="384815"/>
                  </a:lnTo>
                  <a:lnTo>
                    <a:pt x="411067" y="382772"/>
                  </a:lnTo>
                  <a:lnTo>
                    <a:pt x="409013" y="377086"/>
                  </a:lnTo>
                  <a:lnTo>
                    <a:pt x="408738" y="374252"/>
                  </a:lnTo>
                  <a:lnTo>
                    <a:pt x="408475" y="373560"/>
                  </a:lnTo>
                  <a:lnTo>
                    <a:pt x="407360" y="372639"/>
                  </a:lnTo>
                  <a:lnTo>
                    <a:pt x="406677" y="371277"/>
                  </a:lnTo>
                  <a:lnTo>
                    <a:pt x="405622" y="364370"/>
                  </a:lnTo>
                  <a:lnTo>
                    <a:pt x="404228" y="359570"/>
                  </a:lnTo>
                  <a:lnTo>
                    <a:pt x="403881" y="357034"/>
                  </a:lnTo>
                  <a:lnTo>
                    <a:pt x="403998" y="354517"/>
                  </a:lnTo>
                  <a:lnTo>
                    <a:pt x="403817" y="354240"/>
                  </a:lnTo>
                  <a:lnTo>
                    <a:pt x="403337" y="356201"/>
                  </a:lnTo>
                  <a:lnTo>
                    <a:pt x="403211" y="357224"/>
                  </a:lnTo>
                  <a:lnTo>
                    <a:pt x="402331" y="357513"/>
                  </a:lnTo>
                  <a:lnTo>
                    <a:pt x="403159" y="359498"/>
                  </a:lnTo>
                  <a:lnTo>
                    <a:pt x="403366" y="360491"/>
                  </a:lnTo>
                  <a:lnTo>
                    <a:pt x="402952" y="360409"/>
                  </a:lnTo>
                  <a:lnTo>
                    <a:pt x="402105" y="360657"/>
                  </a:lnTo>
                  <a:lnTo>
                    <a:pt x="403539" y="364047"/>
                  </a:lnTo>
                  <a:lnTo>
                    <a:pt x="404182" y="369305"/>
                  </a:lnTo>
                  <a:lnTo>
                    <a:pt x="405132" y="373202"/>
                  </a:lnTo>
                  <a:lnTo>
                    <a:pt x="405749" y="376359"/>
                  </a:lnTo>
                  <a:lnTo>
                    <a:pt x="406027" y="378757"/>
                  </a:lnTo>
                  <a:lnTo>
                    <a:pt x="406430" y="381048"/>
                  </a:lnTo>
                  <a:lnTo>
                    <a:pt x="407539" y="386111"/>
                  </a:lnTo>
                  <a:lnTo>
                    <a:pt x="407691" y="387118"/>
                  </a:lnTo>
                  <a:lnTo>
                    <a:pt x="407558" y="387942"/>
                  </a:lnTo>
                  <a:lnTo>
                    <a:pt x="407191" y="388919"/>
                  </a:lnTo>
                  <a:lnTo>
                    <a:pt x="406557" y="389287"/>
                  </a:lnTo>
                  <a:lnTo>
                    <a:pt x="404571" y="388622"/>
                  </a:lnTo>
                  <a:lnTo>
                    <a:pt x="403823" y="387369"/>
                  </a:lnTo>
                  <a:lnTo>
                    <a:pt x="402752" y="385069"/>
                  </a:lnTo>
                  <a:lnTo>
                    <a:pt x="401248" y="384007"/>
                  </a:lnTo>
                  <a:lnTo>
                    <a:pt x="397526" y="384534"/>
                  </a:lnTo>
                  <a:lnTo>
                    <a:pt x="397228" y="384358"/>
                  </a:lnTo>
                  <a:lnTo>
                    <a:pt x="397243" y="382478"/>
                  </a:lnTo>
                  <a:lnTo>
                    <a:pt x="397671" y="379132"/>
                  </a:lnTo>
                  <a:lnTo>
                    <a:pt x="397327" y="377783"/>
                  </a:lnTo>
                  <a:lnTo>
                    <a:pt x="395403" y="372866"/>
                  </a:lnTo>
                  <a:lnTo>
                    <a:pt x="395432" y="371905"/>
                  </a:lnTo>
                  <a:lnTo>
                    <a:pt x="398107" y="369650"/>
                  </a:lnTo>
                  <a:lnTo>
                    <a:pt x="396807" y="369478"/>
                  </a:lnTo>
                  <a:lnTo>
                    <a:pt x="395759" y="370358"/>
                  </a:lnTo>
                  <a:lnTo>
                    <a:pt x="395355" y="369790"/>
                  </a:lnTo>
                  <a:lnTo>
                    <a:pt x="394722" y="366639"/>
                  </a:lnTo>
                  <a:lnTo>
                    <a:pt x="394315" y="365465"/>
                  </a:lnTo>
                  <a:lnTo>
                    <a:pt x="394113" y="365213"/>
                  </a:lnTo>
                  <a:lnTo>
                    <a:pt x="393996" y="368207"/>
                  </a:lnTo>
                  <a:lnTo>
                    <a:pt x="394440" y="369783"/>
                  </a:lnTo>
                  <a:lnTo>
                    <a:pt x="394503" y="370694"/>
                  </a:lnTo>
                  <a:lnTo>
                    <a:pt x="394432" y="371964"/>
                  </a:lnTo>
                  <a:lnTo>
                    <a:pt x="394152" y="372874"/>
                  </a:lnTo>
                  <a:lnTo>
                    <a:pt x="393665" y="373426"/>
                  </a:lnTo>
                  <a:lnTo>
                    <a:pt x="393178" y="373564"/>
                  </a:lnTo>
                  <a:lnTo>
                    <a:pt x="392274" y="372931"/>
                  </a:lnTo>
                  <a:lnTo>
                    <a:pt x="391272" y="371738"/>
                  </a:lnTo>
                  <a:lnTo>
                    <a:pt x="390397" y="371175"/>
                  </a:lnTo>
                  <a:lnTo>
                    <a:pt x="390071" y="370697"/>
                  </a:lnTo>
                  <a:lnTo>
                    <a:pt x="389656" y="369380"/>
                  </a:lnTo>
                  <a:lnTo>
                    <a:pt x="388977" y="368380"/>
                  </a:lnTo>
                  <a:lnTo>
                    <a:pt x="385711" y="367112"/>
                  </a:lnTo>
                  <a:lnTo>
                    <a:pt x="383760" y="365616"/>
                  </a:lnTo>
                  <a:lnTo>
                    <a:pt x="383598" y="366010"/>
                  </a:lnTo>
                  <a:lnTo>
                    <a:pt x="384206" y="367611"/>
                  </a:lnTo>
                  <a:lnTo>
                    <a:pt x="384265" y="368558"/>
                  </a:lnTo>
                  <a:lnTo>
                    <a:pt x="383774" y="368846"/>
                  </a:lnTo>
                  <a:lnTo>
                    <a:pt x="382896" y="370365"/>
                  </a:lnTo>
                  <a:lnTo>
                    <a:pt x="383151" y="370575"/>
                  </a:lnTo>
                  <a:lnTo>
                    <a:pt x="384080" y="370075"/>
                  </a:lnTo>
                  <a:lnTo>
                    <a:pt x="385116" y="370134"/>
                  </a:lnTo>
                  <a:lnTo>
                    <a:pt x="386831" y="371061"/>
                  </a:lnTo>
                  <a:lnTo>
                    <a:pt x="388389" y="372270"/>
                  </a:lnTo>
                  <a:lnTo>
                    <a:pt x="388953" y="372948"/>
                  </a:lnTo>
                  <a:lnTo>
                    <a:pt x="389186" y="373951"/>
                  </a:lnTo>
                  <a:lnTo>
                    <a:pt x="389381" y="374310"/>
                  </a:lnTo>
                  <a:lnTo>
                    <a:pt x="390904" y="375480"/>
                  </a:lnTo>
                  <a:lnTo>
                    <a:pt x="390976" y="376096"/>
                  </a:lnTo>
                  <a:lnTo>
                    <a:pt x="389995" y="377932"/>
                  </a:lnTo>
                  <a:lnTo>
                    <a:pt x="392017" y="377731"/>
                  </a:lnTo>
                  <a:lnTo>
                    <a:pt x="393193" y="378388"/>
                  </a:lnTo>
                  <a:lnTo>
                    <a:pt x="394695" y="381223"/>
                  </a:lnTo>
                  <a:lnTo>
                    <a:pt x="395206" y="382806"/>
                  </a:lnTo>
                  <a:lnTo>
                    <a:pt x="395274" y="384831"/>
                  </a:lnTo>
                  <a:lnTo>
                    <a:pt x="394962" y="385421"/>
                  </a:lnTo>
                  <a:lnTo>
                    <a:pt x="394365" y="385830"/>
                  </a:lnTo>
                  <a:lnTo>
                    <a:pt x="390258" y="386492"/>
                  </a:lnTo>
                  <a:lnTo>
                    <a:pt x="388775" y="388937"/>
                  </a:lnTo>
                  <a:lnTo>
                    <a:pt x="388469" y="388973"/>
                  </a:lnTo>
                  <a:lnTo>
                    <a:pt x="387340" y="388310"/>
                  </a:lnTo>
                  <a:lnTo>
                    <a:pt x="385290" y="386361"/>
                  </a:lnTo>
                  <a:lnTo>
                    <a:pt x="382737" y="384505"/>
                  </a:lnTo>
                  <a:lnTo>
                    <a:pt x="376912" y="379009"/>
                  </a:lnTo>
                  <a:lnTo>
                    <a:pt x="376752" y="378751"/>
                  </a:lnTo>
                  <a:lnTo>
                    <a:pt x="376657" y="377689"/>
                  </a:lnTo>
                  <a:lnTo>
                    <a:pt x="376257" y="377147"/>
                  </a:lnTo>
                  <a:lnTo>
                    <a:pt x="375467" y="376684"/>
                  </a:lnTo>
                  <a:lnTo>
                    <a:pt x="374370" y="375290"/>
                  </a:lnTo>
                  <a:lnTo>
                    <a:pt x="372966" y="372971"/>
                  </a:lnTo>
                  <a:lnTo>
                    <a:pt x="372099" y="371159"/>
                  </a:lnTo>
                  <a:lnTo>
                    <a:pt x="371767" y="369855"/>
                  </a:lnTo>
                  <a:lnTo>
                    <a:pt x="370953" y="368364"/>
                  </a:lnTo>
                  <a:lnTo>
                    <a:pt x="368314" y="365251"/>
                  </a:lnTo>
                  <a:lnTo>
                    <a:pt x="366935" y="364055"/>
                  </a:lnTo>
                  <a:lnTo>
                    <a:pt x="365715" y="363381"/>
                  </a:lnTo>
                  <a:lnTo>
                    <a:pt x="364656" y="363233"/>
                  </a:lnTo>
                  <a:lnTo>
                    <a:pt x="364371" y="362818"/>
                  </a:lnTo>
                  <a:lnTo>
                    <a:pt x="364859" y="362136"/>
                  </a:lnTo>
                  <a:lnTo>
                    <a:pt x="364931" y="361731"/>
                  </a:lnTo>
                  <a:lnTo>
                    <a:pt x="362595" y="361092"/>
                  </a:lnTo>
                  <a:lnTo>
                    <a:pt x="360372" y="359634"/>
                  </a:lnTo>
                  <a:lnTo>
                    <a:pt x="354737" y="355535"/>
                  </a:lnTo>
                  <a:lnTo>
                    <a:pt x="351827" y="352969"/>
                  </a:lnTo>
                  <a:lnTo>
                    <a:pt x="350128" y="351743"/>
                  </a:lnTo>
                  <a:lnTo>
                    <a:pt x="349403" y="351053"/>
                  </a:lnTo>
                  <a:lnTo>
                    <a:pt x="349084" y="350493"/>
                  </a:lnTo>
                  <a:lnTo>
                    <a:pt x="349492" y="349908"/>
                  </a:lnTo>
                  <a:lnTo>
                    <a:pt x="350626" y="349294"/>
                  </a:lnTo>
                  <a:lnTo>
                    <a:pt x="351398" y="348600"/>
                  </a:lnTo>
                  <a:lnTo>
                    <a:pt x="352614" y="346006"/>
                  </a:lnTo>
                  <a:lnTo>
                    <a:pt x="352706" y="345172"/>
                  </a:lnTo>
                  <a:lnTo>
                    <a:pt x="352053" y="343285"/>
                  </a:lnTo>
                  <a:lnTo>
                    <a:pt x="351761" y="341568"/>
                  </a:lnTo>
                  <a:lnTo>
                    <a:pt x="351773" y="340616"/>
                  </a:lnTo>
                  <a:lnTo>
                    <a:pt x="351922" y="339675"/>
                  </a:lnTo>
                  <a:lnTo>
                    <a:pt x="352107" y="339056"/>
                  </a:lnTo>
                  <a:lnTo>
                    <a:pt x="352623" y="338457"/>
                  </a:lnTo>
                  <a:lnTo>
                    <a:pt x="352985" y="338156"/>
                  </a:lnTo>
                  <a:lnTo>
                    <a:pt x="353430" y="338361"/>
                  </a:lnTo>
                  <a:lnTo>
                    <a:pt x="354861" y="340720"/>
                  </a:lnTo>
                  <a:lnTo>
                    <a:pt x="355062" y="341578"/>
                  </a:lnTo>
                  <a:lnTo>
                    <a:pt x="354996" y="344806"/>
                  </a:lnTo>
                  <a:lnTo>
                    <a:pt x="355407" y="348582"/>
                  </a:lnTo>
                  <a:lnTo>
                    <a:pt x="355536" y="348303"/>
                  </a:lnTo>
                  <a:lnTo>
                    <a:pt x="355667" y="347055"/>
                  </a:lnTo>
                  <a:lnTo>
                    <a:pt x="355752" y="344670"/>
                  </a:lnTo>
                  <a:lnTo>
                    <a:pt x="355913" y="343525"/>
                  </a:lnTo>
                  <a:lnTo>
                    <a:pt x="356220" y="342408"/>
                  </a:lnTo>
                  <a:lnTo>
                    <a:pt x="356738" y="341818"/>
                  </a:lnTo>
                  <a:lnTo>
                    <a:pt x="358349" y="342161"/>
                  </a:lnTo>
                  <a:lnTo>
                    <a:pt x="359092" y="341961"/>
                  </a:lnTo>
                  <a:lnTo>
                    <a:pt x="355953" y="340254"/>
                  </a:lnTo>
                  <a:lnTo>
                    <a:pt x="353978" y="337056"/>
                  </a:lnTo>
                  <a:lnTo>
                    <a:pt x="353621" y="336723"/>
                  </a:lnTo>
                  <a:lnTo>
                    <a:pt x="352541" y="336580"/>
                  </a:lnTo>
                  <a:lnTo>
                    <a:pt x="351397" y="337870"/>
                  </a:lnTo>
                  <a:lnTo>
                    <a:pt x="348453" y="342087"/>
                  </a:lnTo>
                  <a:lnTo>
                    <a:pt x="347631" y="342828"/>
                  </a:lnTo>
                  <a:lnTo>
                    <a:pt x="343930" y="345162"/>
                  </a:lnTo>
                  <a:lnTo>
                    <a:pt x="341424" y="345632"/>
                  </a:lnTo>
                  <a:lnTo>
                    <a:pt x="338604" y="345265"/>
                  </a:lnTo>
                  <a:lnTo>
                    <a:pt x="336201" y="344506"/>
                  </a:lnTo>
                  <a:lnTo>
                    <a:pt x="330169" y="340815"/>
                  </a:lnTo>
                  <a:lnTo>
                    <a:pt x="329227" y="339958"/>
                  </a:lnTo>
                  <a:lnTo>
                    <a:pt x="330629" y="337675"/>
                  </a:lnTo>
                  <a:lnTo>
                    <a:pt x="330687" y="336963"/>
                  </a:lnTo>
                  <a:lnTo>
                    <a:pt x="330199" y="334638"/>
                  </a:lnTo>
                  <a:lnTo>
                    <a:pt x="329796" y="333974"/>
                  </a:lnTo>
                  <a:lnTo>
                    <a:pt x="329221" y="333608"/>
                  </a:lnTo>
                  <a:lnTo>
                    <a:pt x="329062" y="333869"/>
                  </a:lnTo>
                  <a:lnTo>
                    <a:pt x="329056" y="334559"/>
                  </a:lnTo>
                  <a:lnTo>
                    <a:pt x="329209" y="335836"/>
                  </a:lnTo>
                  <a:lnTo>
                    <a:pt x="328748" y="336511"/>
                  </a:lnTo>
                  <a:lnTo>
                    <a:pt x="327723" y="337240"/>
                  </a:lnTo>
                  <a:lnTo>
                    <a:pt x="325995" y="337975"/>
                  </a:lnTo>
                  <a:lnTo>
                    <a:pt x="320641" y="336097"/>
                  </a:lnTo>
                  <a:lnTo>
                    <a:pt x="315156" y="334543"/>
                  </a:lnTo>
                  <a:lnTo>
                    <a:pt x="310256" y="334220"/>
                  </a:lnTo>
                  <a:lnTo>
                    <a:pt x="303340" y="335459"/>
                  </a:lnTo>
                  <a:lnTo>
                    <a:pt x="299651" y="336704"/>
                  </a:lnTo>
                  <a:lnTo>
                    <a:pt x="297499" y="336825"/>
                  </a:lnTo>
                  <a:lnTo>
                    <a:pt x="295429" y="336600"/>
                  </a:lnTo>
                  <a:lnTo>
                    <a:pt x="295260" y="335732"/>
                  </a:lnTo>
                  <a:lnTo>
                    <a:pt x="296206" y="335223"/>
                  </a:lnTo>
                  <a:lnTo>
                    <a:pt x="296153" y="334593"/>
                  </a:lnTo>
                  <a:lnTo>
                    <a:pt x="294957" y="332631"/>
                  </a:lnTo>
                  <a:lnTo>
                    <a:pt x="293141" y="331441"/>
                  </a:lnTo>
                  <a:lnTo>
                    <a:pt x="290706" y="331021"/>
                  </a:lnTo>
                  <a:lnTo>
                    <a:pt x="289312" y="330447"/>
                  </a:lnTo>
                  <a:lnTo>
                    <a:pt x="288959" y="329721"/>
                  </a:lnTo>
                  <a:lnTo>
                    <a:pt x="288097" y="329027"/>
                  </a:lnTo>
                  <a:lnTo>
                    <a:pt x="286727" y="328366"/>
                  </a:lnTo>
                  <a:lnTo>
                    <a:pt x="286124" y="327182"/>
                  </a:lnTo>
                  <a:lnTo>
                    <a:pt x="286603" y="323517"/>
                  </a:lnTo>
                  <a:lnTo>
                    <a:pt x="287073" y="321318"/>
                  </a:lnTo>
                  <a:lnTo>
                    <a:pt x="287540" y="319810"/>
                  </a:lnTo>
                  <a:lnTo>
                    <a:pt x="288717" y="317314"/>
                  </a:lnTo>
                  <a:lnTo>
                    <a:pt x="288307" y="317499"/>
                  </a:lnTo>
                  <a:lnTo>
                    <a:pt x="286595" y="319330"/>
                  </a:lnTo>
                  <a:lnTo>
                    <a:pt x="285103" y="321220"/>
                  </a:lnTo>
                  <a:lnTo>
                    <a:pt x="283721" y="323680"/>
                  </a:lnTo>
                  <a:lnTo>
                    <a:pt x="282898" y="324811"/>
                  </a:lnTo>
                  <a:lnTo>
                    <a:pt x="281842" y="325853"/>
                  </a:lnTo>
                  <a:lnTo>
                    <a:pt x="280195" y="325603"/>
                  </a:lnTo>
                  <a:lnTo>
                    <a:pt x="277957" y="324062"/>
                  </a:lnTo>
                  <a:lnTo>
                    <a:pt x="276040" y="323269"/>
                  </a:lnTo>
                  <a:lnTo>
                    <a:pt x="274445" y="323220"/>
                  </a:lnTo>
                  <a:lnTo>
                    <a:pt x="273814" y="322956"/>
                  </a:lnTo>
                  <a:lnTo>
                    <a:pt x="274903" y="321582"/>
                  </a:lnTo>
                  <a:lnTo>
                    <a:pt x="275530" y="320478"/>
                  </a:lnTo>
                  <a:lnTo>
                    <a:pt x="276389" y="318707"/>
                  </a:lnTo>
                  <a:lnTo>
                    <a:pt x="276578" y="317845"/>
                  </a:lnTo>
                  <a:lnTo>
                    <a:pt x="270727" y="317562"/>
                  </a:lnTo>
                  <a:lnTo>
                    <a:pt x="270513" y="316629"/>
                  </a:lnTo>
                  <a:lnTo>
                    <a:pt x="270504" y="315942"/>
                  </a:lnTo>
                  <a:lnTo>
                    <a:pt x="270316" y="315374"/>
                  </a:lnTo>
                  <a:lnTo>
                    <a:pt x="269469" y="314951"/>
                  </a:lnTo>
                  <a:lnTo>
                    <a:pt x="268282" y="315274"/>
                  </a:lnTo>
                  <a:lnTo>
                    <a:pt x="266359" y="316378"/>
                  </a:lnTo>
                  <a:lnTo>
                    <a:pt x="265527" y="315539"/>
                  </a:lnTo>
                  <a:lnTo>
                    <a:pt x="265824" y="315068"/>
                  </a:lnTo>
                  <a:lnTo>
                    <a:pt x="266452" y="314723"/>
                  </a:lnTo>
                  <a:lnTo>
                    <a:pt x="267729" y="313126"/>
                  </a:lnTo>
                  <a:lnTo>
                    <a:pt x="266002" y="312298"/>
                  </a:lnTo>
                  <a:lnTo>
                    <a:pt x="265118" y="311350"/>
                  </a:lnTo>
                  <a:lnTo>
                    <a:pt x="264688" y="310571"/>
                  </a:lnTo>
                  <a:lnTo>
                    <a:pt x="264718" y="307757"/>
                  </a:lnTo>
                  <a:lnTo>
                    <a:pt x="265173" y="305955"/>
                  </a:lnTo>
                  <a:lnTo>
                    <a:pt x="269050" y="304208"/>
                  </a:lnTo>
                  <a:lnTo>
                    <a:pt x="267823" y="303522"/>
                  </a:lnTo>
                  <a:lnTo>
                    <a:pt x="265375" y="303759"/>
                  </a:lnTo>
                  <a:lnTo>
                    <a:pt x="263732" y="305245"/>
                  </a:lnTo>
                  <a:lnTo>
                    <a:pt x="261781" y="307392"/>
                  </a:lnTo>
                  <a:lnTo>
                    <a:pt x="260471" y="308193"/>
                  </a:lnTo>
                  <a:lnTo>
                    <a:pt x="259803" y="307649"/>
                  </a:lnTo>
                  <a:lnTo>
                    <a:pt x="258919" y="307461"/>
                  </a:lnTo>
                  <a:lnTo>
                    <a:pt x="257820" y="307630"/>
                  </a:lnTo>
                  <a:lnTo>
                    <a:pt x="257081" y="308178"/>
                  </a:lnTo>
                  <a:lnTo>
                    <a:pt x="256702" y="309109"/>
                  </a:lnTo>
                  <a:lnTo>
                    <a:pt x="256264" y="309738"/>
                  </a:lnTo>
                  <a:lnTo>
                    <a:pt x="255767" y="310063"/>
                  </a:lnTo>
                  <a:lnTo>
                    <a:pt x="255407" y="309959"/>
                  </a:lnTo>
                  <a:lnTo>
                    <a:pt x="254878" y="309005"/>
                  </a:lnTo>
                  <a:lnTo>
                    <a:pt x="253769" y="308413"/>
                  </a:lnTo>
                  <a:lnTo>
                    <a:pt x="253226" y="307686"/>
                  </a:lnTo>
                  <a:lnTo>
                    <a:pt x="252914" y="308144"/>
                  </a:lnTo>
                  <a:lnTo>
                    <a:pt x="252535" y="309516"/>
                  </a:lnTo>
                  <a:lnTo>
                    <a:pt x="252136" y="310210"/>
                  </a:lnTo>
                  <a:lnTo>
                    <a:pt x="250260" y="310923"/>
                  </a:lnTo>
                  <a:lnTo>
                    <a:pt x="249230" y="310790"/>
                  </a:lnTo>
                  <a:lnTo>
                    <a:pt x="248000" y="309064"/>
                  </a:lnTo>
                  <a:lnTo>
                    <a:pt x="247823" y="308465"/>
                  </a:lnTo>
                  <a:lnTo>
                    <a:pt x="248242" y="306973"/>
                  </a:lnTo>
                  <a:lnTo>
                    <a:pt x="250948" y="301067"/>
                  </a:lnTo>
                  <a:lnTo>
                    <a:pt x="250678" y="301100"/>
                  </a:lnTo>
                  <a:lnTo>
                    <a:pt x="249801" y="302029"/>
                  </a:lnTo>
                  <a:lnTo>
                    <a:pt x="248055" y="304389"/>
                  </a:lnTo>
                  <a:lnTo>
                    <a:pt x="247277" y="305093"/>
                  </a:lnTo>
                  <a:lnTo>
                    <a:pt x="245938" y="305181"/>
                  </a:lnTo>
                  <a:lnTo>
                    <a:pt x="245311" y="304927"/>
                  </a:lnTo>
                  <a:lnTo>
                    <a:pt x="244554" y="305119"/>
                  </a:lnTo>
                  <a:lnTo>
                    <a:pt x="243667" y="305751"/>
                  </a:lnTo>
                  <a:lnTo>
                    <a:pt x="243089" y="306444"/>
                  </a:lnTo>
                  <a:lnTo>
                    <a:pt x="242818" y="307197"/>
                  </a:lnTo>
                  <a:lnTo>
                    <a:pt x="243002" y="307326"/>
                  </a:lnTo>
                  <a:lnTo>
                    <a:pt x="244340" y="306466"/>
                  </a:lnTo>
                  <a:lnTo>
                    <a:pt x="245099" y="306235"/>
                  </a:lnTo>
                  <a:lnTo>
                    <a:pt x="245311" y="306652"/>
                  </a:lnTo>
                  <a:lnTo>
                    <a:pt x="244269" y="309318"/>
                  </a:lnTo>
                  <a:lnTo>
                    <a:pt x="243636" y="311863"/>
                  </a:lnTo>
                  <a:lnTo>
                    <a:pt x="243033" y="312504"/>
                  </a:lnTo>
                  <a:lnTo>
                    <a:pt x="242074" y="312397"/>
                  </a:lnTo>
                  <a:lnTo>
                    <a:pt x="241024" y="312648"/>
                  </a:lnTo>
                  <a:lnTo>
                    <a:pt x="241009" y="313359"/>
                  </a:lnTo>
                  <a:lnTo>
                    <a:pt x="242967" y="315395"/>
                  </a:lnTo>
                  <a:lnTo>
                    <a:pt x="243675" y="315682"/>
                  </a:lnTo>
                  <a:lnTo>
                    <a:pt x="244581" y="316410"/>
                  </a:lnTo>
                  <a:lnTo>
                    <a:pt x="244718" y="317131"/>
                  </a:lnTo>
                  <a:lnTo>
                    <a:pt x="244379" y="319080"/>
                  </a:lnTo>
                  <a:lnTo>
                    <a:pt x="244123" y="319848"/>
                  </a:lnTo>
                  <a:lnTo>
                    <a:pt x="243710" y="320247"/>
                  </a:lnTo>
                  <a:lnTo>
                    <a:pt x="242114" y="320181"/>
                  </a:lnTo>
                  <a:lnTo>
                    <a:pt x="241598" y="320383"/>
                  </a:lnTo>
                  <a:lnTo>
                    <a:pt x="240524" y="321608"/>
                  </a:lnTo>
                  <a:lnTo>
                    <a:pt x="239987" y="322622"/>
                  </a:lnTo>
                  <a:lnTo>
                    <a:pt x="240183" y="322712"/>
                  </a:lnTo>
                  <a:lnTo>
                    <a:pt x="241110" y="321874"/>
                  </a:lnTo>
                  <a:lnTo>
                    <a:pt x="242459" y="321425"/>
                  </a:lnTo>
                  <a:lnTo>
                    <a:pt x="244229" y="321363"/>
                  </a:lnTo>
                  <a:lnTo>
                    <a:pt x="245549" y="320918"/>
                  </a:lnTo>
                  <a:lnTo>
                    <a:pt x="246416" y="320090"/>
                  </a:lnTo>
                  <a:lnTo>
                    <a:pt x="247261" y="320325"/>
                  </a:lnTo>
                  <a:lnTo>
                    <a:pt x="248083" y="321621"/>
                  </a:lnTo>
                  <a:lnTo>
                    <a:pt x="248329" y="322758"/>
                  </a:lnTo>
                  <a:lnTo>
                    <a:pt x="247998" y="323733"/>
                  </a:lnTo>
                  <a:lnTo>
                    <a:pt x="247319" y="324429"/>
                  </a:lnTo>
                  <a:lnTo>
                    <a:pt x="246292" y="324846"/>
                  </a:lnTo>
                  <a:lnTo>
                    <a:pt x="245644" y="325470"/>
                  </a:lnTo>
                  <a:lnTo>
                    <a:pt x="245374" y="326302"/>
                  </a:lnTo>
                  <a:lnTo>
                    <a:pt x="245223" y="327537"/>
                  </a:lnTo>
                  <a:lnTo>
                    <a:pt x="245188" y="329176"/>
                  </a:lnTo>
                  <a:lnTo>
                    <a:pt x="245448" y="332128"/>
                  </a:lnTo>
                  <a:lnTo>
                    <a:pt x="245249" y="332527"/>
                  </a:lnTo>
                  <a:lnTo>
                    <a:pt x="244863" y="332747"/>
                  </a:lnTo>
                  <a:lnTo>
                    <a:pt x="244291" y="332787"/>
                  </a:lnTo>
                  <a:lnTo>
                    <a:pt x="243776" y="333480"/>
                  </a:lnTo>
                  <a:lnTo>
                    <a:pt x="242572" y="337407"/>
                  </a:lnTo>
                  <a:lnTo>
                    <a:pt x="242147" y="337833"/>
                  </a:lnTo>
                  <a:lnTo>
                    <a:pt x="241642" y="337411"/>
                  </a:lnTo>
                  <a:lnTo>
                    <a:pt x="241194" y="337458"/>
                  </a:lnTo>
                  <a:lnTo>
                    <a:pt x="240803" y="337970"/>
                  </a:lnTo>
                  <a:lnTo>
                    <a:pt x="239945" y="338361"/>
                  </a:lnTo>
                  <a:lnTo>
                    <a:pt x="238621" y="338629"/>
                  </a:lnTo>
                  <a:lnTo>
                    <a:pt x="237487" y="338527"/>
                  </a:lnTo>
                  <a:lnTo>
                    <a:pt x="235494" y="337677"/>
                  </a:lnTo>
                  <a:lnTo>
                    <a:pt x="234681" y="337078"/>
                  </a:lnTo>
                  <a:lnTo>
                    <a:pt x="234046" y="336095"/>
                  </a:lnTo>
                  <a:lnTo>
                    <a:pt x="232257" y="337136"/>
                  </a:lnTo>
                  <a:lnTo>
                    <a:pt x="231784" y="336681"/>
                  </a:lnTo>
                  <a:lnTo>
                    <a:pt x="230669" y="333960"/>
                  </a:lnTo>
                  <a:lnTo>
                    <a:pt x="230428" y="334123"/>
                  </a:lnTo>
                  <a:lnTo>
                    <a:pt x="230213" y="337055"/>
                  </a:lnTo>
                  <a:lnTo>
                    <a:pt x="229874" y="338082"/>
                  </a:lnTo>
                  <a:lnTo>
                    <a:pt x="228770" y="340207"/>
                  </a:lnTo>
                  <a:lnTo>
                    <a:pt x="228167" y="343868"/>
                  </a:lnTo>
                  <a:lnTo>
                    <a:pt x="227984" y="343975"/>
                  </a:lnTo>
                  <a:lnTo>
                    <a:pt x="227777" y="343448"/>
                  </a:lnTo>
                  <a:lnTo>
                    <a:pt x="227098" y="340179"/>
                  </a:lnTo>
                  <a:lnTo>
                    <a:pt x="226738" y="339461"/>
                  </a:lnTo>
                  <a:lnTo>
                    <a:pt x="225739" y="341346"/>
                  </a:lnTo>
                  <a:lnTo>
                    <a:pt x="225630" y="342028"/>
                  </a:lnTo>
                  <a:lnTo>
                    <a:pt x="225891" y="344462"/>
                  </a:lnTo>
                  <a:lnTo>
                    <a:pt x="225659" y="344829"/>
                  </a:lnTo>
                  <a:lnTo>
                    <a:pt x="223639" y="343519"/>
                  </a:lnTo>
                  <a:lnTo>
                    <a:pt x="223141" y="343455"/>
                  </a:lnTo>
                  <a:lnTo>
                    <a:pt x="223010" y="343676"/>
                  </a:lnTo>
                  <a:lnTo>
                    <a:pt x="223699" y="345565"/>
                  </a:lnTo>
                  <a:lnTo>
                    <a:pt x="223620" y="346244"/>
                  </a:lnTo>
                  <a:lnTo>
                    <a:pt x="220763" y="349893"/>
                  </a:lnTo>
                  <a:lnTo>
                    <a:pt x="220017" y="349763"/>
                  </a:lnTo>
                  <a:lnTo>
                    <a:pt x="219548" y="349400"/>
                  </a:lnTo>
                  <a:lnTo>
                    <a:pt x="219034" y="349456"/>
                  </a:lnTo>
                  <a:lnTo>
                    <a:pt x="217218" y="350817"/>
                  </a:lnTo>
                  <a:lnTo>
                    <a:pt x="216716" y="350757"/>
                  </a:lnTo>
                  <a:lnTo>
                    <a:pt x="216031" y="349951"/>
                  </a:lnTo>
                  <a:lnTo>
                    <a:pt x="215712" y="349987"/>
                  </a:lnTo>
                  <a:lnTo>
                    <a:pt x="215542" y="350824"/>
                  </a:lnTo>
                  <a:lnTo>
                    <a:pt x="215520" y="352461"/>
                  </a:lnTo>
                  <a:lnTo>
                    <a:pt x="214847" y="354018"/>
                  </a:lnTo>
                  <a:lnTo>
                    <a:pt x="212684" y="356533"/>
                  </a:lnTo>
                  <a:lnTo>
                    <a:pt x="212110" y="357690"/>
                  </a:lnTo>
                  <a:lnTo>
                    <a:pt x="211675" y="359273"/>
                  </a:lnTo>
                  <a:lnTo>
                    <a:pt x="211351" y="359424"/>
                  </a:lnTo>
                  <a:lnTo>
                    <a:pt x="210082" y="358407"/>
                  </a:lnTo>
                  <a:lnTo>
                    <a:pt x="208612" y="357746"/>
                  </a:lnTo>
                  <a:lnTo>
                    <a:pt x="208409" y="358075"/>
                  </a:lnTo>
                  <a:lnTo>
                    <a:pt x="208855" y="359042"/>
                  </a:lnTo>
                  <a:lnTo>
                    <a:pt x="208761" y="359634"/>
                  </a:lnTo>
                  <a:lnTo>
                    <a:pt x="208124" y="359856"/>
                  </a:lnTo>
                  <a:lnTo>
                    <a:pt x="207319" y="359769"/>
                  </a:lnTo>
                  <a:lnTo>
                    <a:pt x="206346" y="359377"/>
                  </a:lnTo>
                  <a:lnTo>
                    <a:pt x="204981" y="359821"/>
                  </a:lnTo>
                  <a:lnTo>
                    <a:pt x="203224" y="361100"/>
                  </a:lnTo>
                  <a:lnTo>
                    <a:pt x="201758" y="361064"/>
                  </a:lnTo>
                  <a:lnTo>
                    <a:pt x="199714" y="358958"/>
                  </a:lnTo>
                  <a:lnTo>
                    <a:pt x="199150" y="358801"/>
                  </a:lnTo>
                  <a:lnTo>
                    <a:pt x="198971" y="358210"/>
                  </a:lnTo>
                  <a:lnTo>
                    <a:pt x="199370" y="356507"/>
                  </a:lnTo>
                  <a:lnTo>
                    <a:pt x="199951" y="355219"/>
                  </a:lnTo>
                  <a:lnTo>
                    <a:pt x="200379" y="354627"/>
                  </a:lnTo>
                  <a:lnTo>
                    <a:pt x="202321" y="352976"/>
                  </a:lnTo>
                  <a:lnTo>
                    <a:pt x="204540" y="352370"/>
                  </a:lnTo>
                  <a:lnTo>
                    <a:pt x="205936" y="351378"/>
                  </a:lnTo>
                  <a:lnTo>
                    <a:pt x="207633" y="349331"/>
                  </a:lnTo>
                  <a:lnTo>
                    <a:pt x="208530" y="347791"/>
                  </a:lnTo>
                  <a:lnTo>
                    <a:pt x="210293" y="343828"/>
                  </a:lnTo>
                  <a:lnTo>
                    <a:pt x="210160" y="343522"/>
                  </a:lnTo>
                  <a:lnTo>
                    <a:pt x="209763" y="343308"/>
                  </a:lnTo>
                  <a:lnTo>
                    <a:pt x="205886" y="347065"/>
                  </a:lnTo>
                  <a:lnTo>
                    <a:pt x="205313" y="347416"/>
                  </a:lnTo>
                  <a:lnTo>
                    <a:pt x="204542" y="347390"/>
                  </a:lnTo>
                  <a:lnTo>
                    <a:pt x="201442" y="345950"/>
                  </a:lnTo>
                  <a:lnTo>
                    <a:pt x="200786" y="345332"/>
                  </a:lnTo>
                  <a:lnTo>
                    <a:pt x="200338" y="343525"/>
                  </a:lnTo>
                  <a:lnTo>
                    <a:pt x="201199" y="339416"/>
                  </a:lnTo>
                  <a:lnTo>
                    <a:pt x="201803" y="337430"/>
                  </a:lnTo>
                  <a:lnTo>
                    <a:pt x="203317" y="334366"/>
                  </a:lnTo>
                  <a:lnTo>
                    <a:pt x="205296" y="331097"/>
                  </a:lnTo>
                  <a:lnTo>
                    <a:pt x="205980" y="328975"/>
                  </a:lnTo>
                  <a:lnTo>
                    <a:pt x="207008" y="323302"/>
                  </a:lnTo>
                  <a:lnTo>
                    <a:pt x="206949" y="320728"/>
                  </a:lnTo>
                  <a:lnTo>
                    <a:pt x="206486" y="317587"/>
                  </a:lnTo>
                  <a:lnTo>
                    <a:pt x="206469" y="315723"/>
                  </a:lnTo>
                  <a:lnTo>
                    <a:pt x="206896" y="315133"/>
                  </a:lnTo>
                  <a:lnTo>
                    <a:pt x="211438" y="312228"/>
                  </a:lnTo>
                  <a:lnTo>
                    <a:pt x="213588" y="310054"/>
                  </a:lnTo>
                  <a:lnTo>
                    <a:pt x="217762" y="306839"/>
                  </a:lnTo>
                  <a:lnTo>
                    <a:pt x="218899" y="306867"/>
                  </a:lnTo>
                  <a:lnTo>
                    <a:pt x="219733" y="307973"/>
                  </a:lnTo>
                  <a:lnTo>
                    <a:pt x="220704" y="308859"/>
                  </a:lnTo>
                  <a:lnTo>
                    <a:pt x="221812" y="309521"/>
                  </a:lnTo>
                  <a:lnTo>
                    <a:pt x="223237" y="309452"/>
                  </a:lnTo>
                  <a:lnTo>
                    <a:pt x="224981" y="308652"/>
                  </a:lnTo>
                  <a:lnTo>
                    <a:pt x="227742" y="308955"/>
                  </a:lnTo>
                  <a:lnTo>
                    <a:pt x="233414" y="311070"/>
                  </a:lnTo>
                  <a:lnTo>
                    <a:pt x="234620" y="311188"/>
                  </a:lnTo>
                  <a:lnTo>
                    <a:pt x="234667" y="310918"/>
                  </a:lnTo>
                  <a:lnTo>
                    <a:pt x="233791" y="309436"/>
                  </a:lnTo>
                  <a:lnTo>
                    <a:pt x="229881" y="308578"/>
                  </a:lnTo>
                  <a:lnTo>
                    <a:pt x="228235" y="307718"/>
                  </a:lnTo>
                  <a:lnTo>
                    <a:pt x="223605" y="303939"/>
                  </a:lnTo>
                  <a:lnTo>
                    <a:pt x="222549" y="302481"/>
                  </a:lnTo>
                  <a:lnTo>
                    <a:pt x="222978" y="301797"/>
                  </a:lnTo>
                  <a:lnTo>
                    <a:pt x="224111" y="301234"/>
                  </a:lnTo>
                  <a:lnTo>
                    <a:pt x="224498" y="300689"/>
                  </a:lnTo>
                  <a:lnTo>
                    <a:pt x="224663" y="299743"/>
                  </a:lnTo>
                  <a:lnTo>
                    <a:pt x="225314" y="298449"/>
                  </a:lnTo>
                  <a:lnTo>
                    <a:pt x="226453" y="296800"/>
                  </a:lnTo>
                  <a:lnTo>
                    <a:pt x="228192" y="295206"/>
                  </a:lnTo>
                  <a:lnTo>
                    <a:pt x="231486" y="292840"/>
                  </a:lnTo>
                  <a:lnTo>
                    <a:pt x="230197" y="292739"/>
                  </a:lnTo>
                  <a:lnTo>
                    <a:pt x="227829" y="293174"/>
                  </a:lnTo>
                  <a:lnTo>
                    <a:pt x="226967" y="293627"/>
                  </a:lnTo>
                  <a:lnTo>
                    <a:pt x="225382" y="295321"/>
                  </a:lnTo>
                  <a:lnTo>
                    <a:pt x="224766" y="296514"/>
                  </a:lnTo>
                  <a:lnTo>
                    <a:pt x="223883" y="298842"/>
                  </a:lnTo>
                  <a:lnTo>
                    <a:pt x="223507" y="299282"/>
                  </a:lnTo>
                  <a:lnTo>
                    <a:pt x="221863" y="299619"/>
                  </a:lnTo>
                  <a:lnTo>
                    <a:pt x="217385" y="299855"/>
                  </a:lnTo>
                  <a:lnTo>
                    <a:pt x="216627" y="298664"/>
                  </a:lnTo>
                  <a:lnTo>
                    <a:pt x="216207" y="298471"/>
                  </a:lnTo>
                  <a:lnTo>
                    <a:pt x="215652" y="298638"/>
                  </a:lnTo>
                  <a:lnTo>
                    <a:pt x="211539" y="301678"/>
                  </a:lnTo>
                  <a:lnTo>
                    <a:pt x="210065" y="303231"/>
                  </a:lnTo>
                  <a:lnTo>
                    <a:pt x="209014" y="305000"/>
                  </a:lnTo>
                  <a:lnTo>
                    <a:pt x="207389" y="306297"/>
                  </a:lnTo>
                  <a:lnTo>
                    <a:pt x="205189" y="307119"/>
                  </a:lnTo>
                  <a:lnTo>
                    <a:pt x="203543" y="308138"/>
                  </a:lnTo>
                  <a:lnTo>
                    <a:pt x="201810" y="310174"/>
                  </a:lnTo>
                  <a:lnTo>
                    <a:pt x="201222" y="311733"/>
                  </a:lnTo>
                  <a:lnTo>
                    <a:pt x="201187" y="312466"/>
                  </a:lnTo>
                  <a:lnTo>
                    <a:pt x="201606" y="314779"/>
                  </a:lnTo>
                  <a:lnTo>
                    <a:pt x="201179" y="315212"/>
                  </a:lnTo>
                  <a:lnTo>
                    <a:pt x="200179" y="315394"/>
                  </a:lnTo>
                  <a:lnTo>
                    <a:pt x="198573" y="316926"/>
                  </a:lnTo>
                  <a:lnTo>
                    <a:pt x="195187" y="321480"/>
                  </a:lnTo>
                  <a:lnTo>
                    <a:pt x="194744" y="323132"/>
                  </a:lnTo>
                  <a:lnTo>
                    <a:pt x="194762" y="323699"/>
                  </a:lnTo>
                  <a:lnTo>
                    <a:pt x="195315" y="324987"/>
                  </a:lnTo>
                  <a:lnTo>
                    <a:pt x="194930" y="325824"/>
                  </a:lnTo>
                  <a:lnTo>
                    <a:pt x="193976" y="327147"/>
                  </a:lnTo>
                  <a:lnTo>
                    <a:pt x="191852" y="329242"/>
                  </a:lnTo>
                  <a:lnTo>
                    <a:pt x="190458" y="330040"/>
                  </a:lnTo>
                  <a:lnTo>
                    <a:pt x="189552" y="330080"/>
                  </a:lnTo>
                  <a:lnTo>
                    <a:pt x="188681" y="329782"/>
                  </a:lnTo>
                  <a:lnTo>
                    <a:pt x="187133" y="328431"/>
                  </a:lnTo>
                  <a:lnTo>
                    <a:pt x="185879" y="328349"/>
                  </a:lnTo>
                  <a:lnTo>
                    <a:pt x="185802" y="328538"/>
                  </a:lnTo>
                  <a:lnTo>
                    <a:pt x="187509" y="329982"/>
                  </a:lnTo>
                  <a:lnTo>
                    <a:pt x="189243" y="331841"/>
                  </a:lnTo>
                  <a:lnTo>
                    <a:pt x="190324" y="333383"/>
                  </a:lnTo>
                  <a:lnTo>
                    <a:pt x="190752" y="334609"/>
                  </a:lnTo>
                  <a:lnTo>
                    <a:pt x="190771" y="335870"/>
                  </a:lnTo>
                  <a:lnTo>
                    <a:pt x="190382" y="337168"/>
                  </a:lnTo>
                  <a:lnTo>
                    <a:pt x="189155" y="339422"/>
                  </a:lnTo>
                  <a:lnTo>
                    <a:pt x="187953" y="340096"/>
                  </a:lnTo>
                  <a:lnTo>
                    <a:pt x="184879" y="340777"/>
                  </a:lnTo>
                  <a:lnTo>
                    <a:pt x="183888" y="341314"/>
                  </a:lnTo>
                  <a:lnTo>
                    <a:pt x="183581" y="341733"/>
                  </a:lnTo>
                  <a:lnTo>
                    <a:pt x="185693" y="342685"/>
                  </a:lnTo>
                  <a:lnTo>
                    <a:pt x="185884" y="343172"/>
                  </a:lnTo>
                  <a:lnTo>
                    <a:pt x="185593" y="345063"/>
                  </a:lnTo>
                  <a:lnTo>
                    <a:pt x="185032" y="345680"/>
                  </a:lnTo>
                  <a:lnTo>
                    <a:pt x="183273" y="346808"/>
                  </a:lnTo>
                  <a:lnTo>
                    <a:pt x="181695" y="347136"/>
                  </a:lnTo>
                  <a:lnTo>
                    <a:pt x="181455" y="346920"/>
                  </a:lnTo>
                  <a:lnTo>
                    <a:pt x="181750" y="345434"/>
                  </a:lnTo>
                  <a:lnTo>
                    <a:pt x="181665" y="345068"/>
                  </a:lnTo>
                  <a:lnTo>
                    <a:pt x="181074" y="344764"/>
                  </a:lnTo>
                  <a:lnTo>
                    <a:pt x="180232" y="345331"/>
                  </a:lnTo>
                  <a:lnTo>
                    <a:pt x="178135" y="347515"/>
                  </a:lnTo>
                  <a:lnTo>
                    <a:pt x="177911" y="347876"/>
                  </a:lnTo>
                  <a:lnTo>
                    <a:pt x="178668" y="348460"/>
                  </a:lnTo>
                  <a:lnTo>
                    <a:pt x="178509" y="348950"/>
                  </a:lnTo>
                  <a:lnTo>
                    <a:pt x="177372" y="350522"/>
                  </a:lnTo>
                  <a:lnTo>
                    <a:pt x="176901" y="351568"/>
                  </a:lnTo>
                  <a:lnTo>
                    <a:pt x="176141" y="352636"/>
                  </a:lnTo>
                  <a:lnTo>
                    <a:pt x="172758" y="355900"/>
                  </a:lnTo>
                  <a:lnTo>
                    <a:pt x="173015" y="356695"/>
                  </a:lnTo>
                  <a:lnTo>
                    <a:pt x="172134" y="359539"/>
                  </a:lnTo>
                  <a:lnTo>
                    <a:pt x="171647" y="362038"/>
                  </a:lnTo>
                  <a:lnTo>
                    <a:pt x="172245" y="363092"/>
                  </a:lnTo>
                  <a:lnTo>
                    <a:pt x="175087" y="364329"/>
                  </a:lnTo>
                  <a:lnTo>
                    <a:pt x="176464" y="364627"/>
                  </a:lnTo>
                  <a:lnTo>
                    <a:pt x="178087" y="365492"/>
                  </a:lnTo>
                  <a:lnTo>
                    <a:pt x="181026" y="367817"/>
                  </a:lnTo>
                  <a:lnTo>
                    <a:pt x="182005" y="369337"/>
                  </a:lnTo>
                  <a:lnTo>
                    <a:pt x="182152" y="370052"/>
                  </a:lnTo>
                  <a:lnTo>
                    <a:pt x="182061" y="370834"/>
                  </a:lnTo>
                  <a:lnTo>
                    <a:pt x="181709" y="371888"/>
                  </a:lnTo>
                  <a:lnTo>
                    <a:pt x="180787" y="373879"/>
                  </a:lnTo>
                  <a:lnTo>
                    <a:pt x="178569" y="376837"/>
                  </a:lnTo>
                  <a:lnTo>
                    <a:pt x="177567" y="377675"/>
                  </a:lnTo>
                  <a:lnTo>
                    <a:pt x="176050" y="378333"/>
                  </a:lnTo>
                  <a:lnTo>
                    <a:pt x="175551" y="378813"/>
                  </a:lnTo>
                  <a:lnTo>
                    <a:pt x="173602" y="381617"/>
                  </a:lnTo>
                  <a:lnTo>
                    <a:pt x="173077" y="383130"/>
                  </a:lnTo>
                  <a:lnTo>
                    <a:pt x="173160" y="384447"/>
                  </a:lnTo>
                  <a:lnTo>
                    <a:pt x="172788" y="385374"/>
                  </a:lnTo>
                  <a:lnTo>
                    <a:pt x="170281" y="387190"/>
                  </a:lnTo>
                  <a:lnTo>
                    <a:pt x="170370" y="387512"/>
                  </a:lnTo>
                  <a:lnTo>
                    <a:pt x="171280" y="387650"/>
                  </a:lnTo>
                  <a:lnTo>
                    <a:pt x="170946" y="389251"/>
                  </a:lnTo>
                  <a:lnTo>
                    <a:pt x="170799" y="391472"/>
                  </a:lnTo>
                  <a:lnTo>
                    <a:pt x="170364" y="391846"/>
                  </a:lnTo>
                  <a:lnTo>
                    <a:pt x="168798" y="391830"/>
                  </a:lnTo>
                  <a:lnTo>
                    <a:pt x="166806" y="392695"/>
                  </a:lnTo>
                  <a:lnTo>
                    <a:pt x="166667" y="392940"/>
                  </a:lnTo>
                  <a:lnTo>
                    <a:pt x="166630" y="394539"/>
                  </a:lnTo>
                  <a:lnTo>
                    <a:pt x="161423" y="395709"/>
                  </a:lnTo>
                  <a:lnTo>
                    <a:pt x="160283" y="398744"/>
                  </a:lnTo>
                  <a:lnTo>
                    <a:pt x="159689" y="399675"/>
                  </a:lnTo>
                  <a:lnTo>
                    <a:pt x="157649" y="401882"/>
                  </a:lnTo>
                  <a:lnTo>
                    <a:pt x="156400" y="402771"/>
                  </a:lnTo>
                  <a:lnTo>
                    <a:pt x="154972" y="403308"/>
                  </a:lnTo>
                  <a:lnTo>
                    <a:pt x="154224" y="404055"/>
                  </a:lnTo>
                  <a:lnTo>
                    <a:pt x="154155" y="405016"/>
                  </a:lnTo>
                  <a:lnTo>
                    <a:pt x="153750" y="405844"/>
                  </a:lnTo>
                  <a:lnTo>
                    <a:pt x="152513" y="407217"/>
                  </a:lnTo>
                  <a:lnTo>
                    <a:pt x="151908" y="408942"/>
                  </a:lnTo>
                  <a:lnTo>
                    <a:pt x="151467" y="409213"/>
                  </a:lnTo>
                  <a:lnTo>
                    <a:pt x="149165" y="409629"/>
                  </a:lnTo>
                  <a:lnTo>
                    <a:pt x="148707" y="410174"/>
                  </a:lnTo>
                  <a:lnTo>
                    <a:pt x="148485" y="412507"/>
                  </a:lnTo>
                  <a:lnTo>
                    <a:pt x="148059" y="412581"/>
                  </a:lnTo>
                  <a:lnTo>
                    <a:pt x="147243" y="412039"/>
                  </a:lnTo>
                  <a:lnTo>
                    <a:pt x="146179" y="412458"/>
                  </a:lnTo>
                  <a:lnTo>
                    <a:pt x="143789" y="415096"/>
                  </a:lnTo>
                  <a:lnTo>
                    <a:pt x="143264" y="416044"/>
                  </a:lnTo>
                  <a:lnTo>
                    <a:pt x="143323" y="416552"/>
                  </a:lnTo>
                  <a:lnTo>
                    <a:pt x="143694" y="417055"/>
                  </a:lnTo>
                  <a:lnTo>
                    <a:pt x="144261" y="418624"/>
                  </a:lnTo>
                  <a:lnTo>
                    <a:pt x="144226" y="419680"/>
                  </a:lnTo>
                  <a:lnTo>
                    <a:pt x="143305" y="422625"/>
                  </a:lnTo>
                  <a:lnTo>
                    <a:pt x="142982" y="423079"/>
                  </a:lnTo>
                  <a:lnTo>
                    <a:pt x="141862" y="423809"/>
                  </a:lnTo>
                  <a:lnTo>
                    <a:pt x="141406" y="425438"/>
                  </a:lnTo>
                  <a:lnTo>
                    <a:pt x="140374" y="425258"/>
                  </a:lnTo>
                  <a:lnTo>
                    <a:pt x="139544" y="425566"/>
                  </a:lnTo>
                  <a:lnTo>
                    <a:pt x="139002" y="426653"/>
                  </a:lnTo>
                  <a:lnTo>
                    <a:pt x="138411" y="427279"/>
                  </a:lnTo>
                  <a:lnTo>
                    <a:pt x="137773" y="427444"/>
                  </a:lnTo>
                  <a:lnTo>
                    <a:pt x="136971" y="428305"/>
                  </a:lnTo>
                  <a:lnTo>
                    <a:pt x="136005" y="429863"/>
                  </a:lnTo>
                  <a:lnTo>
                    <a:pt x="135111" y="430857"/>
                  </a:lnTo>
                  <a:lnTo>
                    <a:pt x="134289" y="431286"/>
                  </a:lnTo>
                  <a:lnTo>
                    <a:pt x="133489" y="431391"/>
                  </a:lnTo>
                  <a:lnTo>
                    <a:pt x="132711" y="431173"/>
                  </a:lnTo>
                  <a:lnTo>
                    <a:pt x="132013" y="431352"/>
                  </a:lnTo>
                  <a:lnTo>
                    <a:pt x="131392" y="431928"/>
                  </a:lnTo>
                  <a:lnTo>
                    <a:pt x="130786" y="432831"/>
                  </a:lnTo>
                  <a:lnTo>
                    <a:pt x="130304" y="435389"/>
                  </a:lnTo>
                  <a:lnTo>
                    <a:pt x="129691" y="436533"/>
                  </a:lnTo>
                  <a:lnTo>
                    <a:pt x="129304" y="436734"/>
                  </a:lnTo>
                  <a:lnTo>
                    <a:pt x="128513" y="436564"/>
                  </a:lnTo>
                  <a:lnTo>
                    <a:pt x="127318" y="436025"/>
                  </a:lnTo>
                  <a:lnTo>
                    <a:pt x="126104" y="436216"/>
                  </a:lnTo>
                  <a:lnTo>
                    <a:pt x="124144" y="437784"/>
                  </a:lnTo>
                  <a:lnTo>
                    <a:pt x="123522" y="438969"/>
                  </a:lnTo>
                  <a:lnTo>
                    <a:pt x="124756" y="439231"/>
                  </a:lnTo>
                  <a:lnTo>
                    <a:pt x="125368" y="439571"/>
                  </a:lnTo>
                  <a:lnTo>
                    <a:pt x="125352" y="439902"/>
                  </a:lnTo>
                  <a:lnTo>
                    <a:pt x="124708" y="440224"/>
                  </a:lnTo>
                  <a:lnTo>
                    <a:pt x="123613" y="440201"/>
                  </a:lnTo>
                  <a:lnTo>
                    <a:pt x="122954" y="440477"/>
                  </a:lnTo>
                  <a:lnTo>
                    <a:pt x="122151" y="441152"/>
                  </a:lnTo>
                  <a:lnTo>
                    <a:pt x="120139" y="441881"/>
                  </a:lnTo>
                  <a:lnTo>
                    <a:pt x="119374" y="442403"/>
                  </a:lnTo>
                  <a:lnTo>
                    <a:pt x="117857" y="445369"/>
                  </a:lnTo>
                  <a:lnTo>
                    <a:pt x="117675" y="446041"/>
                  </a:lnTo>
                  <a:lnTo>
                    <a:pt x="117869" y="446190"/>
                  </a:lnTo>
                  <a:lnTo>
                    <a:pt x="118721" y="445877"/>
                  </a:lnTo>
                  <a:lnTo>
                    <a:pt x="119724" y="446371"/>
                  </a:lnTo>
                  <a:lnTo>
                    <a:pt x="120243" y="446998"/>
                  </a:lnTo>
                  <a:lnTo>
                    <a:pt x="120577" y="447772"/>
                  </a:lnTo>
                  <a:lnTo>
                    <a:pt x="120892" y="449263"/>
                  </a:lnTo>
                  <a:lnTo>
                    <a:pt x="121087" y="449483"/>
                  </a:lnTo>
                  <a:lnTo>
                    <a:pt x="119159" y="451987"/>
                  </a:lnTo>
                  <a:lnTo>
                    <a:pt x="118613" y="453051"/>
                  </a:lnTo>
                  <a:lnTo>
                    <a:pt x="118261" y="453446"/>
                  </a:lnTo>
                  <a:lnTo>
                    <a:pt x="118030" y="453140"/>
                  </a:lnTo>
                  <a:lnTo>
                    <a:pt x="117792" y="450351"/>
                  </a:lnTo>
                  <a:lnTo>
                    <a:pt x="117647" y="449878"/>
                  </a:lnTo>
                  <a:lnTo>
                    <a:pt x="117194" y="449829"/>
                  </a:lnTo>
                  <a:lnTo>
                    <a:pt x="116754" y="450711"/>
                  </a:lnTo>
                  <a:lnTo>
                    <a:pt x="115790" y="454007"/>
                  </a:lnTo>
                  <a:lnTo>
                    <a:pt x="114742" y="455668"/>
                  </a:lnTo>
                  <a:lnTo>
                    <a:pt x="106849" y="459929"/>
                  </a:lnTo>
                  <a:lnTo>
                    <a:pt x="105692" y="460895"/>
                  </a:lnTo>
                  <a:lnTo>
                    <a:pt x="105469" y="462713"/>
                  </a:lnTo>
                  <a:lnTo>
                    <a:pt x="105144" y="464288"/>
                  </a:lnTo>
                  <a:lnTo>
                    <a:pt x="104620" y="465541"/>
                  </a:lnTo>
                  <a:lnTo>
                    <a:pt x="104008" y="466335"/>
                  </a:lnTo>
                  <a:lnTo>
                    <a:pt x="103878" y="465771"/>
                  </a:lnTo>
                  <a:lnTo>
                    <a:pt x="103938" y="461343"/>
                  </a:lnTo>
                  <a:lnTo>
                    <a:pt x="103776" y="460463"/>
                  </a:lnTo>
                  <a:lnTo>
                    <a:pt x="102980" y="459898"/>
                  </a:lnTo>
                  <a:lnTo>
                    <a:pt x="102630" y="459976"/>
                  </a:lnTo>
                  <a:lnTo>
                    <a:pt x="102148" y="460225"/>
                  </a:lnTo>
                  <a:lnTo>
                    <a:pt x="101359" y="461183"/>
                  </a:lnTo>
                  <a:lnTo>
                    <a:pt x="100876" y="461422"/>
                  </a:lnTo>
                  <a:lnTo>
                    <a:pt x="100274" y="461343"/>
                  </a:lnTo>
                  <a:lnTo>
                    <a:pt x="99245" y="462286"/>
                  </a:lnTo>
                  <a:lnTo>
                    <a:pt x="96800" y="465312"/>
                  </a:lnTo>
                  <a:lnTo>
                    <a:pt x="95203" y="466064"/>
                  </a:lnTo>
                  <a:lnTo>
                    <a:pt x="94781" y="466693"/>
                  </a:lnTo>
                  <a:lnTo>
                    <a:pt x="94099" y="468348"/>
                  </a:lnTo>
                  <a:lnTo>
                    <a:pt x="93647" y="468954"/>
                  </a:lnTo>
                  <a:lnTo>
                    <a:pt x="92978" y="469007"/>
                  </a:lnTo>
                  <a:lnTo>
                    <a:pt x="92093" y="468508"/>
                  </a:lnTo>
                  <a:lnTo>
                    <a:pt x="91382" y="468861"/>
                  </a:lnTo>
                  <a:lnTo>
                    <a:pt x="90844" y="470066"/>
                  </a:lnTo>
                  <a:lnTo>
                    <a:pt x="90297" y="470542"/>
                  </a:lnTo>
                  <a:lnTo>
                    <a:pt x="88743" y="469653"/>
                  </a:lnTo>
                  <a:lnTo>
                    <a:pt x="88059" y="470261"/>
                  </a:lnTo>
                  <a:lnTo>
                    <a:pt x="87170" y="471816"/>
                  </a:lnTo>
                  <a:lnTo>
                    <a:pt x="86241" y="472842"/>
                  </a:lnTo>
                  <a:lnTo>
                    <a:pt x="85272" y="473340"/>
                  </a:lnTo>
                  <a:lnTo>
                    <a:pt x="82756" y="473859"/>
                  </a:lnTo>
                  <a:lnTo>
                    <a:pt x="81745" y="473527"/>
                  </a:lnTo>
                  <a:lnTo>
                    <a:pt x="81539" y="473076"/>
                  </a:lnTo>
                  <a:lnTo>
                    <a:pt x="81586" y="471093"/>
                  </a:lnTo>
                  <a:lnTo>
                    <a:pt x="81992" y="469663"/>
                  </a:lnTo>
                  <a:lnTo>
                    <a:pt x="82368" y="468988"/>
                  </a:lnTo>
                  <a:lnTo>
                    <a:pt x="82870" y="468392"/>
                  </a:lnTo>
                  <a:lnTo>
                    <a:pt x="83603" y="468323"/>
                  </a:lnTo>
                  <a:lnTo>
                    <a:pt x="84975" y="468769"/>
                  </a:lnTo>
                  <a:lnTo>
                    <a:pt x="84819" y="468290"/>
                  </a:lnTo>
                  <a:lnTo>
                    <a:pt x="84321" y="467721"/>
                  </a:lnTo>
                  <a:lnTo>
                    <a:pt x="83058" y="466740"/>
                  </a:lnTo>
                  <a:lnTo>
                    <a:pt x="81807" y="466240"/>
                  </a:lnTo>
                  <a:lnTo>
                    <a:pt x="81090" y="466557"/>
                  </a:lnTo>
                  <a:lnTo>
                    <a:pt x="80080" y="467313"/>
                  </a:lnTo>
                  <a:lnTo>
                    <a:pt x="79395" y="468183"/>
                  </a:lnTo>
                  <a:lnTo>
                    <a:pt x="79034" y="469171"/>
                  </a:lnTo>
                  <a:lnTo>
                    <a:pt x="78580" y="472399"/>
                  </a:lnTo>
                  <a:lnTo>
                    <a:pt x="78318" y="473272"/>
                  </a:lnTo>
                  <a:lnTo>
                    <a:pt x="75372" y="478961"/>
                  </a:lnTo>
                  <a:lnTo>
                    <a:pt x="74216" y="480714"/>
                  </a:lnTo>
                  <a:lnTo>
                    <a:pt x="73073" y="480583"/>
                  </a:lnTo>
                  <a:lnTo>
                    <a:pt x="72519" y="481245"/>
                  </a:lnTo>
                  <a:lnTo>
                    <a:pt x="71740" y="482666"/>
                  </a:lnTo>
                  <a:lnTo>
                    <a:pt x="71021" y="483346"/>
                  </a:lnTo>
                  <a:lnTo>
                    <a:pt x="70361" y="483284"/>
                  </a:lnTo>
                  <a:lnTo>
                    <a:pt x="69848" y="483014"/>
                  </a:lnTo>
                  <a:lnTo>
                    <a:pt x="69484" y="482535"/>
                  </a:lnTo>
                  <a:lnTo>
                    <a:pt x="69547" y="482088"/>
                  </a:lnTo>
                  <a:lnTo>
                    <a:pt x="70038" y="481672"/>
                  </a:lnTo>
                  <a:lnTo>
                    <a:pt x="69862" y="480534"/>
                  </a:lnTo>
                  <a:lnTo>
                    <a:pt x="69017" y="478671"/>
                  </a:lnTo>
                  <a:lnTo>
                    <a:pt x="68442" y="477658"/>
                  </a:lnTo>
                  <a:lnTo>
                    <a:pt x="67350" y="477541"/>
                  </a:lnTo>
                  <a:lnTo>
                    <a:pt x="67180" y="478388"/>
                  </a:lnTo>
                  <a:lnTo>
                    <a:pt x="67549" y="482718"/>
                  </a:lnTo>
                  <a:lnTo>
                    <a:pt x="67492" y="483695"/>
                  </a:lnTo>
                  <a:lnTo>
                    <a:pt x="66807" y="484931"/>
                  </a:lnTo>
                  <a:lnTo>
                    <a:pt x="65016" y="486308"/>
                  </a:lnTo>
                  <a:lnTo>
                    <a:pt x="64455" y="486174"/>
                  </a:lnTo>
                  <a:lnTo>
                    <a:pt x="62840" y="483457"/>
                  </a:lnTo>
                  <a:lnTo>
                    <a:pt x="61313" y="482919"/>
                  </a:lnTo>
                  <a:lnTo>
                    <a:pt x="61212" y="483803"/>
                  </a:lnTo>
                  <a:lnTo>
                    <a:pt x="61553" y="485610"/>
                  </a:lnTo>
                  <a:lnTo>
                    <a:pt x="61171" y="487296"/>
                  </a:lnTo>
                  <a:lnTo>
                    <a:pt x="60068" y="488868"/>
                  </a:lnTo>
                  <a:lnTo>
                    <a:pt x="59228" y="489629"/>
                  </a:lnTo>
                  <a:lnTo>
                    <a:pt x="58652" y="489583"/>
                  </a:lnTo>
                  <a:lnTo>
                    <a:pt x="58620" y="488484"/>
                  </a:lnTo>
                  <a:lnTo>
                    <a:pt x="59132" y="486330"/>
                  </a:lnTo>
                  <a:lnTo>
                    <a:pt x="59264" y="484536"/>
                  </a:lnTo>
                  <a:lnTo>
                    <a:pt x="59014" y="483101"/>
                  </a:lnTo>
                  <a:lnTo>
                    <a:pt x="59042" y="481998"/>
                  </a:lnTo>
                  <a:lnTo>
                    <a:pt x="59349" y="481231"/>
                  </a:lnTo>
                  <a:lnTo>
                    <a:pt x="61376" y="479100"/>
                  </a:lnTo>
                  <a:lnTo>
                    <a:pt x="62229" y="478781"/>
                  </a:lnTo>
                  <a:lnTo>
                    <a:pt x="62687" y="479309"/>
                  </a:lnTo>
                  <a:lnTo>
                    <a:pt x="63259" y="479398"/>
                  </a:lnTo>
                  <a:lnTo>
                    <a:pt x="63942" y="479052"/>
                  </a:lnTo>
                  <a:lnTo>
                    <a:pt x="64374" y="478371"/>
                  </a:lnTo>
                  <a:lnTo>
                    <a:pt x="64552" y="477354"/>
                  </a:lnTo>
                  <a:lnTo>
                    <a:pt x="65427" y="476052"/>
                  </a:lnTo>
                  <a:lnTo>
                    <a:pt x="66997" y="474465"/>
                  </a:lnTo>
                  <a:lnTo>
                    <a:pt x="68794" y="471533"/>
                  </a:lnTo>
                  <a:lnTo>
                    <a:pt x="70818" y="467257"/>
                  </a:lnTo>
                  <a:lnTo>
                    <a:pt x="73190" y="463572"/>
                  </a:lnTo>
                  <a:lnTo>
                    <a:pt x="75911" y="460477"/>
                  </a:lnTo>
                  <a:lnTo>
                    <a:pt x="78864" y="458023"/>
                  </a:lnTo>
                  <a:lnTo>
                    <a:pt x="84808" y="454648"/>
                  </a:lnTo>
                  <a:lnTo>
                    <a:pt x="85265" y="454854"/>
                  </a:lnTo>
                  <a:lnTo>
                    <a:pt x="84722" y="455948"/>
                  </a:lnTo>
                  <a:lnTo>
                    <a:pt x="85093" y="456632"/>
                  </a:lnTo>
                  <a:lnTo>
                    <a:pt x="85677" y="456720"/>
                  </a:lnTo>
                  <a:lnTo>
                    <a:pt x="87856" y="456179"/>
                  </a:lnTo>
                  <a:lnTo>
                    <a:pt x="88720" y="455469"/>
                  </a:lnTo>
                  <a:lnTo>
                    <a:pt x="88976" y="456153"/>
                  </a:lnTo>
                  <a:lnTo>
                    <a:pt x="88673" y="457016"/>
                  </a:lnTo>
                  <a:lnTo>
                    <a:pt x="87365" y="457890"/>
                  </a:lnTo>
                  <a:lnTo>
                    <a:pt x="87403" y="458616"/>
                  </a:lnTo>
                  <a:lnTo>
                    <a:pt x="89304" y="462022"/>
                  </a:lnTo>
                  <a:lnTo>
                    <a:pt x="89902" y="462537"/>
                  </a:lnTo>
                  <a:lnTo>
                    <a:pt x="90398" y="462474"/>
                  </a:lnTo>
                  <a:lnTo>
                    <a:pt x="90609" y="462034"/>
                  </a:lnTo>
                  <a:lnTo>
                    <a:pt x="90450" y="459577"/>
                  </a:lnTo>
                  <a:lnTo>
                    <a:pt x="91092" y="459109"/>
                  </a:lnTo>
                  <a:lnTo>
                    <a:pt x="92408" y="458995"/>
                  </a:lnTo>
                  <a:lnTo>
                    <a:pt x="93266" y="459316"/>
                  </a:lnTo>
                  <a:lnTo>
                    <a:pt x="93665" y="460072"/>
                  </a:lnTo>
                  <a:lnTo>
                    <a:pt x="94417" y="460698"/>
                  </a:lnTo>
                  <a:lnTo>
                    <a:pt x="95523" y="461194"/>
                  </a:lnTo>
                  <a:lnTo>
                    <a:pt x="96209" y="461041"/>
                  </a:lnTo>
                  <a:lnTo>
                    <a:pt x="96476" y="460240"/>
                  </a:lnTo>
                  <a:lnTo>
                    <a:pt x="96002" y="459287"/>
                  </a:lnTo>
                  <a:lnTo>
                    <a:pt x="93887" y="457189"/>
                  </a:lnTo>
                  <a:lnTo>
                    <a:pt x="93300" y="456314"/>
                  </a:lnTo>
                  <a:lnTo>
                    <a:pt x="93157" y="455095"/>
                  </a:lnTo>
                  <a:lnTo>
                    <a:pt x="93457" y="453534"/>
                  </a:lnTo>
                  <a:lnTo>
                    <a:pt x="94122" y="451218"/>
                  </a:lnTo>
                  <a:lnTo>
                    <a:pt x="95151" y="448147"/>
                  </a:lnTo>
                  <a:lnTo>
                    <a:pt x="96081" y="446000"/>
                  </a:lnTo>
                  <a:lnTo>
                    <a:pt x="97967" y="443570"/>
                  </a:lnTo>
                  <a:lnTo>
                    <a:pt x="99238" y="442368"/>
                  </a:lnTo>
                  <a:lnTo>
                    <a:pt x="102461" y="438686"/>
                  </a:lnTo>
                  <a:lnTo>
                    <a:pt x="108655" y="434935"/>
                  </a:lnTo>
                  <a:lnTo>
                    <a:pt x="110186" y="432527"/>
                  </a:lnTo>
                  <a:lnTo>
                    <a:pt x="112267" y="429868"/>
                  </a:lnTo>
                  <a:lnTo>
                    <a:pt x="113160" y="429214"/>
                  </a:lnTo>
                  <a:lnTo>
                    <a:pt x="113160" y="430241"/>
                  </a:lnTo>
                  <a:lnTo>
                    <a:pt x="113446" y="431157"/>
                  </a:lnTo>
                  <a:lnTo>
                    <a:pt x="114838" y="431768"/>
                  </a:lnTo>
                  <a:lnTo>
                    <a:pt x="115741" y="431980"/>
                  </a:lnTo>
                  <a:lnTo>
                    <a:pt x="116157" y="431794"/>
                  </a:lnTo>
                  <a:lnTo>
                    <a:pt x="116271" y="430817"/>
                  </a:lnTo>
                  <a:lnTo>
                    <a:pt x="116084" y="429049"/>
                  </a:lnTo>
                  <a:lnTo>
                    <a:pt x="116038" y="427380"/>
                  </a:lnTo>
                  <a:lnTo>
                    <a:pt x="116131" y="425810"/>
                  </a:lnTo>
                  <a:lnTo>
                    <a:pt x="116334" y="424568"/>
                  </a:lnTo>
                  <a:lnTo>
                    <a:pt x="117262" y="422362"/>
                  </a:lnTo>
                  <a:lnTo>
                    <a:pt x="118642" y="419850"/>
                  </a:lnTo>
                  <a:lnTo>
                    <a:pt x="120528" y="416930"/>
                  </a:lnTo>
                  <a:lnTo>
                    <a:pt x="121718" y="415607"/>
                  </a:lnTo>
                  <a:lnTo>
                    <a:pt x="122840" y="414905"/>
                  </a:lnTo>
                  <a:lnTo>
                    <a:pt x="123924" y="413633"/>
                  </a:lnTo>
                  <a:lnTo>
                    <a:pt x="125792" y="410622"/>
                  </a:lnTo>
                  <a:lnTo>
                    <a:pt x="126392" y="410128"/>
                  </a:lnTo>
                  <a:lnTo>
                    <a:pt x="127731" y="409535"/>
                  </a:lnTo>
                  <a:lnTo>
                    <a:pt x="128222" y="409798"/>
                  </a:lnTo>
                  <a:lnTo>
                    <a:pt x="128511" y="410552"/>
                  </a:lnTo>
                  <a:lnTo>
                    <a:pt x="128862" y="411023"/>
                  </a:lnTo>
                  <a:lnTo>
                    <a:pt x="130222" y="411447"/>
                  </a:lnTo>
                  <a:lnTo>
                    <a:pt x="131128" y="410775"/>
                  </a:lnTo>
                  <a:lnTo>
                    <a:pt x="130981" y="410420"/>
                  </a:lnTo>
                  <a:lnTo>
                    <a:pt x="130245" y="410193"/>
                  </a:lnTo>
                  <a:lnTo>
                    <a:pt x="129774" y="409756"/>
                  </a:lnTo>
                  <a:lnTo>
                    <a:pt x="129331" y="407960"/>
                  </a:lnTo>
                  <a:lnTo>
                    <a:pt x="128429" y="406877"/>
                  </a:lnTo>
                  <a:lnTo>
                    <a:pt x="128225" y="405655"/>
                  </a:lnTo>
                  <a:lnTo>
                    <a:pt x="128388" y="403751"/>
                  </a:lnTo>
                  <a:lnTo>
                    <a:pt x="129163" y="399280"/>
                  </a:lnTo>
                  <a:lnTo>
                    <a:pt x="129290" y="394681"/>
                  </a:lnTo>
                  <a:lnTo>
                    <a:pt x="129979" y="392048"/>
                  </a:lnTo>
                  <a:lnTo>
                    <a:pt x="131366" y="391096"/>
                  </a:lnTo>
                  <a:lnTo>
                    <a:pt x="134438" y="390445"/>
                  </a:lnTo>
                  <a:lnTo>
                    <a:pt x="132640" y="389253"/>
                  </a:lnTo>
                  <a:lnTo>
                    <a:pt x="131971" y="389245"/>
                  </a:lnTo>
                  <a:lnTo>
                    <a:pt x="130801" y="388686"/>
                  </a:lnTo>
                  <a:lnTo>
                    <a:pt x="130357" y="385820"/>
                  </a:lnTo>
                  <a:lnTo>
                    <a:pt x="130367" y="383733"/>
                  </a:lnTo>
                  <a:lnTo>
                    <a:pt x="131141" y="381319"/>
                  </a:lnTo>
                  <a:lnTo>
                    <a:pt x="134004" y="377245"/>
                  </a:lnTo>
                  <a:lnTo>
                    <a:pt x="137141" y="374426"/>
                  </a:lnTo>
                  <a:lnTo>
                    <a:pt x="136717" y="374193"/>
                  </a:lnTo>
                  <a:lnTo>
                    <a:pt x="136329" y="373355"/>
                  </a:lnTo>
                  <a:lnTo>
                    <a:pt x="137775" y="367708"/>
                  </a:lnTo>
                  <a:lnTo>
                    <a:pt x="139186" y="362667"/>
                  </a:lnTo>
                  <a:lnTo>
                    <a:pt x="137280" y="366963"/>
                  </a:lnTo>
                  <a:lnTo>
                    <a:pt x="135075" y="370250"/>
                  </a:lnTo>
                  <a:lnTo>
                    <a:pt x="128613" y="374066"/>
                  </a:lnTo>
                  <a:lnTo>
                    <a:pt x="124218" y="377266"/>
                  </a:lnTo>
                  <a:lnTo>
                    <a:pt x="122132" y="378033"/>
                  </a:lnTo>
                  <a:lnTo>
                    <a:pt x="120754" y="377219"/>
                  </a:lnTo>
                  <a:lnTo>
                    <a:pt x="119680" y="374150"/>
                  </a:lnTo>
                  <a:lnTo>
                    <a:pt x="119067" y="373058"/>
                  </a:lnTo>
                  <a:lnTo>
                    <a:pt x="118279" y="371056"/>
                  </a:lnTo>
                  <a:lnTo>
                    <a:pt x="118611" y="368455"/>
                  </a:lnTo>
                  <a:lnTo>
                    <a:pt x="119236" y="366654"/>
                  </a:lnTo>
                  <a:lnTo>
                    <a:pt x="120607" y="366359"/>
                  </a:lnTo>
                  <a:lnTo>
                    <a:pt x="122153" y="367227"/>
                  </a:lnTo>
                  <a:lnTo>
                    <a:pt x="123495" y="367301"/>
                  </a:lnTo>
                  <a:lnTo>
                    <a:pt x="121766" y="365526"/>
                  </a:lnTo>
                  <a:lnTo>
                    <a:pt x="119271" y="363979"/>
                  </a:lnTo>
                  <a:lnTo>
                    <a:pt x="118141" y="364482"/>
                  </a:lnTo>
                  <a:lnTo>
                    <a:pt x="117276" y="366995"/>
                  </a:lnTo>
                  <a:lnTo>
                    <a:pt x="116119" y="368721"/>
                  </a:lnTo>
                  <a:lnTo>
                    <a:pt x="115103" y="368109"/>
                  </a:lnTo>
                  <a:lnTo>
                    <a:pt x="114500" y="367406"/>
                  </a:lnTo>
                  <a:lnTo>
                    <a:pt x="114918" y="369514"/>
                  </a:lnTo>
                  <a:lnTo>
                    <a:pt x="114151" y="372723"/>
                  </a:lnTo>
                  <a:lnTo>
                    <a:pt x="113859" y="374945"/>
                  </a:lnTo>
                  <a:lnTo>
                    <a:pt x="114960" y="380809"/>
                  </a:lnTo>
                  <a:lnTo>
                    <a:pt x="114757" y="383153"/>
                  </a:lnTo>
                  <a:lnTo>
                    <a:pt x="112757" y="384230"/>
                  </a:lnTo>
                  <a:lnTo>
                    <a:pt x="111128" y="382302"/>
                  </a:lnTo>
                  <a:lnTo>
                    <a:pt x="107728" y="374870"/>
                  </a:lnTo>
                  <a:lnTo>
                    <a:pt x="106544" y="372753"/>
                  </a:lnTo>
                  <a:lnTo>
                    <a:pt x="103878" y="369260"/>
                  </a:lnTo>
                  <a:lnTo>
                    <a:pt x="102999" y="369758"/>
                  </a:lnTo>
                  <a:lnTo>
                    <a:pt x="101879" y="371481"/>
                  </a:lnTo>
                  <a:lnTo>
                    <a:pt x="100793" y="371957"/>
                  </a:lnTo>
                  <a:lnTo>
                    <a:pt x="97926" y="369415"/>
                  </a:lnTo>
                  <a:lnTo>
                    <a:pt x="96591" y="367476"/>
                  </a:lnTo>
                  <a:lnTo>
                    <a:pt x="95328" y="365122"/>
                  </a:lnTo>
                  <a:lnTo>
                    <a:pt x="93393" y="366418"/>
                  </a:lnTo>
                  <a:lnTo>
                    <a:pt x="91706" y="367962"/>
                  </a:lnTo>
                  <a:lnTo>
                    <a:pt x="89726" y="370426"/>
                  </a:lnTo>
                  <a:lnTo>
                    <a:pt x="88403" y="370404"/>
                  </a:lnTo>
                  <a:lnTo>
                    <a:pt x="84804" y="372515"/>
                  </a:lnTo>
                  <a:lnTo>
                    <a:pt x="84423" y="372560"/>
                  </a:lnTo>
                  <a:lnTo>
                    <a:pt x="83916" y="373698"/>
                  </a:lnTo>
                  <a:lnTo>
                    <a:pt x="83420" y="374208"/>
                  </a:lnTo>
                  <a:lnTo>
                    <a:pt x="83010" y="376399"/>
                  </a:lnTo>
                  <a:lnTo>
                    <a:pt x="78147" y="378099"/>
                  </a:lnTo>
                  <a:lnTo>
                    <a:pt x="73341" y="377147"/>
                  </a:lnTo>
                  <a:lnTo>
                    <a:pt x="75022" y="375942"/>
                  </a:lnTo>
                  <a:lnTo>
                    <a:pt x="76900" y="374994"/>
                  </a:lnTo>
                  <a:lnTo>
                    <a:pt x="78530" y="372713"/>
                  </a:lnTo>
                  <a:lnTo>
                    <a:pt x="77837" y="369666"/>
                  </a:lnTo>
                  <a:lnTo>
                    <a:pt x="77717" y="368113"/>
                  </a:lnTo>
                  <a:lnTo>
                    <a:pt x="77737" y="366149"/>
                  </a:lnTo>
                  <a:lnTo>
                    <a:pt x="79517" y="363394"/>
                  </a:lnTo>
                  <a:lnTo>
                    <a:pt x="77665" y="363399"/>
                  </a:lnTo>
                  <a:lnTo>
                    <a:pt x="76477" y="364386"/>
                  </a:lnTo>
                  <a:lnTo>
                    <a:pt x="75363" y="362316"/>
                  </a:lnTo>
                  <a:lnTo>
                    <a:pt x="74842" y="358243"/>
                  </a:lnTo>
                  <a:lnTo>
                    <a:pt x="76115" y="355835"/>
                  </a:lnTo>
                  <a:lnTo>
                    <a:pt x="76706" y="353979"/>
                  </a:lnTo>
                  <a:lnTo>
                    <a:pt x="77206" y="351431"/>
                  </a:lnTo>
                  <a:lnTo>
                    <a:pt x="77243" y="349241"/>
                  </a:lnTo>
                  <a:lnTo>
                    <a:pt x="76256" y="345533"/>
                  </a:lnTo>
                  <a:lnTo>
                    <a:pt x="73424" y="337675"/>
                  </a:lnTo>
                  <a:lnTo>
                    <a:pt x="72137" y="331816"/>
                  </a:lnTo>
                  <a:lnTo>
                    <a:pt x="69930" y="328694"/>
                  </a:lnTo>
                  <a:lnTo>
                    <a:pt x="71578" y="323585"/>
                  </a:lnTo>
                  <a:lnTo>
                    <a:pt x="73415" y="318932"/>
                  </a:lnTo>
                  <a:lnTo>
                    <a:pt x="75788" y="316850"/>
                  </a:lnTo>
                  <a:lnTo>
                    <a:pt x="75598" y="316538"/>
                  </a:lnTo>
                  <a:lnTo>
                    <a:pt x="74287" y="316552"/>
                  </a:lnTo>
                  <a:lnTo>
                    <a:pt x="73426" y="316828"/>
                  </a:lnTo>
                  <a:lnTo>
                    <a:pt x="72662" y="318341"/>
                  </a:lnTo>
                  <a:lnTo>
                    <a:pt x="71859" y="319497"/>
                  </a:lnTo>
                  <a:lnTo>
                    <a:pt x="69345" y="325423"/>
                  </a:lnTo>
                  <a:lnTo>
                    <a:pt x="67729" y="328310"/>
                  </a:lnTo>
                  <a:lnTo>
                    <a:pt x="66677" y="329138"/>
                  </a:lnTo>
                  <a:lnTo>
                    <a:pt x="68370" y="330258"/>
                  </a:lnTo>
                  <a:lnTo>
                    <a:pt x="68627" y="331201"/>
                  </a:lnTo>
                  <a:lnTo>
                    <a:pt x="68953" y="333345"/>
                  </a:lnTo>
                  <a:lnTo>
                    <a:pt x="68519" y="335951"/>
                  </a:lnTo>
                  <a:lnTo>
                    <a:pt x="68086" y="337388"/>
                  </a:lnTo>
                  <a:lnTo>
                    <a:pt x="66089" y="337273"/>
                  </a:lnTo>
                  <a:lnTo>
                    <a:pt x="64297" y="339368"/>
                  </a:lnTo>
                  <a:lnTo>
                    <a:pt x="60082" y="341647"/>
                  </a:lnTo>
                  <a:lnTo>
                    <a:pt x="54393" y="342950"/>
                  </a:lnTo>
                  <a:lnTo>
                    <a:pt x="51598" y="342794"/>
                  </a:lnTo>
                  <a:lnTo>
                    <a:pt x="48687" y="340135"/>
                  </a:lnTo>
                  <a:lnTo>
                    <a:pt x="48708" y="338596"/>
                  </a:lnTo>
                  <a:lnTo>
                    <a:pt x="48826" y="337256"/>
                  </a:lnTo>
                  <a:lnTo>
                    <a:pt x="44643" y="332673"/>
                  </a:lnTo>
                  <a:lnTo>
                    <a:pt x="42277" y="328108"/>
                  </a:lnTo>
                  <a:lnTo>
                    <a:pt x="40578" y="328007"/>
                  </a:lnTo>
                  <a:lnTo>
                    <a:pt x="39100" y="326789"/>
                  </a:lnTo>
                  <a:lnTo>
                    <a:pt x="37355" y="324895"/>
                  </a:lnTo>
                  <a:lnTo>
                    <a:pt x="37508" y="323367"/>
                  </a:lnTo>
                  <a:lnTo>
                    <a:pt x="37782" y="322292"/>
                  </a:lnTo>
                  <a:lnTo>
                    <a:pt x="36712" y="321540"/>
                  </a:lnTo>
                  <a:lnTo>
                    <a:pt x="35339" y="321614"/>
                  </a:lnTo>
                  <a:lnTo>
                    <a:pt x="33744" y="321093"/>
                  </a:lnTo>
                  <a:lnTo>
                    <a:pt x="37912" y="315218"/>
                  </a:lnTo>
                  <a:lnTo>
                    <a:pt x="39346" y="311285"/>
                  </a:lnTo>
                  <a:lnTo>
                    <a:pt x="40514" y="310726"/>
                  </a:lnTo>
                  <a:lnTo>
                    <a:pt x="42029" y="311332"/>
                  </a:lnTo>
                  <a:lnTo>
                    <a:pt x="44120" y="312883"/>
                  </a:lnTo>
                  <a:lnTo>
                    <a:pt x="45883" y="313567"/>
                  </a:lnTo>
                  <a:lnTo>
                    <a:pt x="46519" y="314294"/>
                  </a:lnTo>
                  <a:lnTo>
                    <a:pt x="47171" y="315672"/>
                  </a:lnTo>
                  <a:lnTo>
                    <a:pt x="46484" y="317978"/>
                  </a:lnTo>
                  <a:lnTo>
                    <a:pt x="45854" y="319597"/>
                  </a:lnTo>
                  <a:lnTo>
                    <a:pt x="46628" y="319157"/>
                  </a:lnTo>
                  <a:lnTo>
                    <a:pt x="48823" y="316652"/>
                  </a:lnTo>
                  <a:lnTo>
                    <a:pt x="50455" y="314449"/>
                  </a:lnTo>
                  <a:lnTo>
                    <a:pt x="51237" y="314678"/>
                  </a:lnTo>
                  <a:lnTo>
                    <a:pt x="51746" y="315066"/>
                  </a:lnTo>
                  <a:lnTo>
                    <a:pt x="52653" y="317339"/>
                  </a:lnTo>
                  <a:lnTo>
                    <a:pt x="53781" y="319652"/>
                  </a:lnTo>
                  <a:lnTo>
                    <a:pt x="56265" y="317448"/>
                  </a:lnTo>
                  <a:lnTo>
                    <a:pt x="57595" y="314704"/>
                  </a:lnTo>
                  <a:lnTo>
                    <a:pt x="56473" y="313501"/>
                  </a:lnTo>
                  <a:lnTo>
                    <a:pt x="55101" y="312789"/>
                  </a:lnTo>
                  <a:lnTo>
                    <a:pt x="51602" y="311856"/>
                  </a:lnTo>
                  <a:lnTo>
                    <a:pt x="52457" y="311070"/>
                  </a:lnTo>
                  <a:lnTo>
                    <a:pt x="54702" y="311156"/>
                  </a:lnTo>
                  <a:lnTo>
                    <a:pt x="55547" y="310403"/>
                  </a:lnTo>
                  <a:lnTo>
                    <a:pt x="54658" y="309361"/>
                  </a:lnTo>
                  <a:lnTo>
                    <a:pt x="53546" y="308431"/>
                  </a:lnTo>
                  <a:lnTo>
                    <a:pt x="50516" y="311534"/>
                  </a:lnTo>
                  <a:lnTo>
                    <a:pt x="45001" y="311378"/>
                  </a:lnTo>
                  <a:lnTo>
                    <a:pt x="41146" y="309566"/>
                  </a:lnTo>
                  <a:lnTo>
                    <a:pt x="37300" y="309881"/>
                  </a:lnTo>
                  <a:lnTo>
                    <a:pt x="36692" y="309521"/>
                  </a:lnTo>
                  <a:lnTo>
                    <a:pt x="35944" y="308550"/>
                  </a:lnTo>
                  <a:lnTo>
                    <a:pt x="38111" y="306246"/>
                  </a:lnTo>
                  <a:lnTo>
                    <a:pt x="39645" y="304972"/>
                  </a:lnTo>
                  <a:lnTo>
                    <a:pt x="39726" y="304234"/>
                  </a:lnTo>
                  <a:lnTo>
                    <a:pt x="38835" y="304141"/>
                  </a:lnTo>
                  <a:lnTo>
                    <a:pt x="37158" y="304753"/>
                  </a:lnTo>
                  <a:lnTo>
                    <a:pt x="36410" y="303691"/>
                  </a:lnTo>
                  <a:lnTo>
                    <a:pt x="36533" y="301850"/>
                  </a:lnTo>
                  <a:lnTo>
                    <a:pt x="36258" y="302015"/>
                  </a:lnTo>
                  <a:lnTo>
                    <a:pt x="35595" y="303020"/>
                  </a:lnTo>
                  <a:lnTo>
                    <a:pt x="34657" y="302524"/>
                  </a:lnTo>
                  <a:lnTo>
                    <a:pt x="33854" y="301694"/>
                  </a:lnTo>
                  <a:lnTo>
                    <a:pt x="34274" y="300810"/>
                  </a:lnTo>
                  <a:lnTo>
                    <a:pt x="35099" y="299595"/>
                  </a:lnTo>
                  <a:lnTo>
                    <a:pt x="34733" y="299414"/>
                  </a:lnTo>
                  <a:lnTo>
                    <a:pt x="33992" y="299673"/>
                  </a:lnTo>
                  <a:lnTo>
                    <a:pt x="33272" y="301263"/>
                  </a:lnTo>
                  <a:lnTo>
                    <a:pt x="33429" y="302550"/>
                  </a:lnTo>
                  <a:lnTo>
                    <a:pt x="33411" y="304395"/>
                  </a:lnTo>
                  <a:lnTo>
                    <a:pt x="32181" y="304733"/>
                  </a:lnTo>
                  <a:lnTo>
                    <a:pt x="31127" y="304512"/>
                  </a:lnTo>
                  <a:lnTo>
                    <a:pt x="30365" y="302655"/>
                  </a:lnTo>
                  <a:lnTo>
                    <a:pt x="29578" y="298674"/>
                  </a:lnTo>
                  <a:lnTo>
                    <a:pt x="27449" y="297617"/>
                  </a:lnTo>
                  <a:lnTo>
                    <a:pt x="26926" y="295604"/>
                  </a:lnTo>
                  <a:lnTo>
                    <a:pt x="28273" y="293023"/>
                  </a:lnTo>
                  <a:lnTo>
                    <a:pt x="27679" y="291691"/>
                  </a:lnTo>
                  <a:lnTo>
                    <a:pt x="26247" y="291258"/>
                  </a:lnTo>
                  <a:lnTo>
                    <a:pt x="24610" y="292562"/>
                  </a:lnTo>
                  <a:lnTo>
                    <a:pt x="23885" y="291404"/>
                  </a:lnTo>
                  <a:lnTo>
                    <a:pt x="23752" y="290131"/>
                  </a:lnTo>
                  <a:lnTo>
                    <a:pt x="23695" y="288305"/>
                  </a:lnTo>
                  <a:lnTo>
                    <a:pt x="24151" y="288113"/>
                  </a:lnTo>
                  <a:lnTo>
                    <a:pt x="24530" y="288475"/>
                  </a:lnTo>
                  <a:lnTo>
                    <a:pt x="27811" y="287461"/>
                  </a:lnTo>
                  <a:lnTo>
                    <a:pt x="28127" y="286967"/>
                  </a:lnTo>
                  <a:lnTo>
                    <a:pt x="25524" y="285425"/>
                  </a:lnTo>
                  <a:lnTo>
                    <a:pt x="24797" y="283805"/>
                  </a:lnTo>
                  <a:lnTo>
                    <a:pt x="25876" y="282887"/>
                  </a:lnTo>
                  <a:lnTo>
                    <a:pt x="27820" y="282809"/>
                  </a:lnTo>
                  <a:lnTo>
                    <a:pt x="30548" y="281850"/>
                  </a:lnTo>
                  <a:lnTo>
                    <a:pt x="29400" y="280131"/>
                  </a:lnTo>
                  <a:lnTo>
                    <a:pt x="29160" y="279188"/>
                  </a:lnTo>
                  <a:lnTo>
                    <a:pt x="28929" y="277641"/>
                  </a:lnTo>
                  <a:lnTo>
                    <a:pt x="29382" y="275019"/>
                  </a:lnTo>
                  <a:lnTo>
                    <a:pt x="32585" y="269007"/>
                  </a:lnTo>
                  <a:lnTo>
                    <a:pt x="35709" y="263995"/>
                  </a:lnTo>
                  <a:lnTo>
                    <a:pt x="36683" y="262837"/>
                  </a:lnTo>
                  <a:lnTo>
                    <a:pt x="38113" y="262214"/>
                  </a:lnTo>
                  <a:lnTo>
                    <a:pt x="39444" y="262693"/>
                  </a:lnTo>
                  <a:lnTo>
                    <a:pt x="40834" y="263770"/>
                  </a:lnTo>
                  <a:lnTo>
                    <a:pt x="41098" y="263309"/>
                  </a:lnTo>
                  <a:lnTo>
                    <a:pt x="40626" y="262869"/>
                  </a:lnTo>
                  <a:lnTo>
                    <a:pt x="40030" y="260818"/>
                  </a:lnTo>
                  <a:lnTo>
                    <a:pt x="41960" y="260014"/>
                  </a:lnTo>
                  <a:lnTo>
                    <a:pt x="43091" y="257697"/>
                  </a:lnTo>
                  <a:lnTo>
                    <a:pt x="43175" y="257026"/>
                  </a:lnTo>
                  <a:lnTo>
                    <a:pt x="41948" y="257990"/>
                  </a:lnTo>
                  <a:lnTo>
                    <a:pt x="40668" y="259572"/>
                  </a:lnTo>
                  <a:lnTo>
                    <a:pt x="40347" y="257981"/>
                  </a:lnTo>
                  <a:lnTo>
                    <a:pt x="40017" y="254319"/>
                  </a:lnTo>
                  <a:lnTo>
                    <a:pt x="40582" y="250859"/>
                  </a:lnTo>
                  <a:lnTo>
                    <a:pt x="41021" y="249307"/>
                  </a:lnTo>
                  <a:lnTo>
                    <a:pt x="42090" y="247833"/>
                  </a:lnTo>
                  <a:lnTo>
                    <a:pt x="45166" y="247243"/>
                  </a:lnTo>
                  <a:lnTo>
                    <a:pt x="45708" y="247538"/>
                  </a:lnTo>
                  <a:lnTo>
                    <a:pt x="45821" y="246842"/>
                  </a:lnTo>
                  <a:lnTo>
                    <a:pt x="43968" y="244667"/>
                  </a:lnTo>
                  <a:lnTo>
                    <a:pt x="44733" y="242965"/>
                  </a:lnTo>
                  <a:lnTo>
                    <a:pt x="45402" y="242084"/>
                  </a:lnTo>
                  <a:lnTo>
                    <a:pt x="49121" y="240705"/>
                  </a:lnTo>
                  <a:lnTo>
                    <a:pt x="51154" y="241133"/>
                  </a:lnTo>
                  <a:lnTo>
                    <a:pt x="53704" y="242740"/>
                  </a:lnTo>
                  <a:lnTo>
                    <a:pt x="55184" y="244740"/>
                  </a:lnTo>
                  <a:lnTo>
                    <a:pt x="54969" y="245766"/>
                  </a:lnTo>
                  <a:lnTo>
                    <a:pt x="54601" y="246360"/>
                  </a:lnTo>
                  <a:lnTo>
                    <a:pt x="53834" y="247026"/>
                  </a:lnTo>
                  <a:lnTo>
                    <a:pt x="53547" y="247542"/>
                  </a:lnTo>
                  <a:lnTo>
                    <a:pt x="53684" y="247953"/>
                  </a:lnTo>
                  <a:lnTo>
                    <a:pt x="54776" y="246760"/>
                  </a:lnTo>
                  <a:lnTo>
                    <a:pt x="56566" y="245310"/>
                  </a:lnTo>
                  <a:lnTo>
                    <a:pt x="57567" y="245941"/>
                  </a:lnTo>
                  <a:lnTo>
                    <a:pt x="58361" y="247086"/>
                  </a:lnTo>
                  <a:lnTo>
                    <a:pt x="59237" y="247066"/>
                  </a:lnTo>
                  <a:lnTo>
                    <a:pt x="62021" y="246082"/>
                  </a:lnTo>
                  <a:lnTo>
                    <a:pt x="63435" y="245040"/>
                  </a:lnTo>
                  <a:lnTo>
                    <a:pt x="65161" y="242333"/>
                  </a:lnTo>
                  <a:lnTo>
                    <a:pt x="67460" y="240583"/>
                  </a:lnTo>
                  <a:lnTo>
                    <a:pt x="70689" y="235065"/>
                  </a:lnTo>
                  <a:lnTo>
                    <a:pt x="71639" y="232801"/>
                  </a:lnTo>
                  <a:lnTo>
                    <a:pt x="72744" y="232453"/>
                  </a:lnTo>
                  <a:lnTo>
                    <a:pt x="73741" y="232654"/>
                  </a:lnTo>
                  <a:lnTo>
                    <a:pt x="74435" y="234511"/>
                  </a:lnTo>
                  <a:lnTo>
                    <a:pt x="75450" y="235054"/>
                  </a:lnTo>
                  <a:lnTo>
                    <a:pt x="81232" y="234604"/>
                  </a:lnTo>
                  <a:lnTo>
                    <a:pt x="84186" y="233753"/>
                  </a:lnTo>
                  <a:lnTo>
                    <a:pt x="86238" y="231952"/>
                  </a:lnTo>
                  <a:lnTo>
                    <a:pt x="88373" y="228920"/>
                  </a:lnTo>
                  <a:lnTo>
                    <a:pt x="89609" y="226887"/>
                  </a:lnTo>
                  <a:lnTo>
                    <a:pt x="90201" y="224239"/>
                  </a:lnTo>
                  <a:lnTo>
                    <a:pt x="89437" y="220812"/>
                  </a:lnTo>
                  <a:lnTo>
                    <a:pt x="88654" y="217967"/>
                  </a:lnTo>
                  <a:lnTo>
                    <a:pt x="87622" y="211464"/>
                  </a:lnTo>
                  <a:lnTo>
                    <a:pt x="84753" y="207170"/>
                  </a:lnTo>
                  <a:lnTo>
                    <a:pt x="82709" y="205889"/>
                  </a:lnTo>
                  <a:lnTo>
                    <a:pt x="81413" y="206071"/>
                  </a:lnTo>
                  <a:lnTo>
                    <a:pt x="82353" y="203335"/>
                  </a:lnTo>
                  <a:lnTo>
                    <a:pt x="85086" y="203630"/>
                  </a:lnTo>
                  <a:lnTo>
                    <a:pt x="86867" y="203096"/>
                  </a:lnTo>
                  <a:lnTo>
                    <a:pt x="88309" y="201777"/>
                  </a:lnTo>
                  <a:lnTo>
                    <a:pt x="88781" y="200779"/>
                  </a:lnTo>
                  <a:lnTo>
                    <a:pt x="89492" y="198739"/>
                  </a:lnTo>
                  <a:lnTo>
                    <a:pt x="89247" y="196561"/>
                  </a:lnTo>
                  <a:lnTo>
                    <a:pt x="88864" y="195381"/>
                  </a:lnTo>
                  <a:lnTo>
                    <a:pt x="87870" y="194081"/>
                  </a:lnTo>
                  <a:lnTo>
                    <a:pt x="86689" y="192177"/>
                  </a:lnTo>
                  <a:lnTo>
                    <a:pt x="85862" y="191543"/>
                  </a:lnTo>
                  <a:lnTo>
                    <a:pt x="85162" y="191585"/>
                  </a:lnTo>
                  <a:lnTo>
                    <a:pt x="81714" y="195401"/>
                  </a:lnTo>
                  <a:lnTo>
                    <a:pt x="79646" y="195472"/>
                  </a:lnTo>
                  <a:lnTo>
                    <a:pt x="78098" y="194769"/>
                  </a:lnTo>
                  <a:lnTo>
                    <a:pt x="76754" y="196944"/>
                  </a:lnTo>
                  <a:lnTo>
                    <a:pt x="73003" y="198853"/>
                  </a:lnTo>
                  <a:lnTo>
                    <a:pt x="71000" y="200780"/>
                  </a:lnTo>
                  <a:lnTo>
                    <a:pt x="67284" y="205567"/>
                  </a:lnTo>
                  <a:lnTo>
                    <a:pt x="66354" y="207733"/>
                  </a:lnTo>
                  <a:lnTo>
                    <a:pt x="65170" y="207831"/>
                  </a:lnTo>
                  <a:lnTo>
                    <a:pt x="64314" y="203630"/>
                  </a:lnTo>
                  <a:lnTo>
                    <a:pt x="60273" y="199623"/>
                  </a:lnTo>
                  <a:lnTo>
                    <a:pt x="59052" y="200985"/>
                  </a:lnTo>
                  <a:lnTo>
                    <a:pt x="59725" y="202245"/>
                  </a:lnTo>
                  <a:lnTo>
                    <a:pt x="60641" y="203141"/>
                  </a:lnTo>
                  <a:lnTo>
                    <a:pt x="62150" y="203532"/>
                  </a:lnTo>
                  <a:lnTo>
                    <a:pt x="61500" y="204746"/>
                  </a:lnTo>
                  <a:lnTo>
                    <a:pt x="61008" y="206365"/>
                  </a:lnTo>
                  <a:lnTo>
                    <a:pt x="59494" y="204847"/>
                  </a:lnTo>
                  <a:lnTo>
                    <a:pt x="56790" y="202643"/>
                  </a:lnTo>
                  <a:lnTo>
                    <a:pt x="53990" y="201508"/>
                  </a:lnTo>
                  <a:lnTo>
                    <a:pt x="46699" y="201634"/>
                  </a:lnTo>
                  <a:lnTo>
                    <a:pt x="41912" y="203895"/>
                  </a:lnTo>
                  <a:lnTo>
                    <a:pt x="41472" y="203426"/>
                  </a:lnTo>
                  <a:lnTo>
                    <a:pt x="41010" y="203239"/>
                  </a:lnTo>
                  <a:lnTo>
                    <a:pt x="40213" y="203778"/>
                  </a:lnTo>
                  <a:lnTo>
                    <a:pt x="39871" y="204696"/>
                  </a:lnTo>
                  <a:lnTo>
                    <a:pt x="39350" y="205277"/>
                  </a:lnTo>
                  <a:lnTo>
                    <a:pt x="38372" y="205484"/>
                  </a:lnTo>
                  <a:lnTo>
                    <a:pt x="36405" y="205142"/>
                  </a:lnTo>
                  <a:lnTo>
                    <a:pt x="32604" y="203735"/>
                  </a:lnTo>
                  <a:lnTo>
                    <a:pt x="24008" y="201669"/>
                  </a:lnTo>
                  <a:lnTo>
                    <a:pt x="21758" y="200399"/>
                  </a:lnTo>
                  <a:lnTo>
                    <a:pt x="19829" y="197375"/>
                  </a:lnTo>
                  <a:lnTo>
                    <a:pt x="19870" y="195322"/>
                  </a:lnTo>
                  <a:lnTo>
                    <a:pt x="20727" y="194453"/>
                  </a:lnTo>
                  <a:lnTo>
                    <a:pt x="20646" y="191511"/>
                  </a:lnTo>
                  <a:lnTo>
                    <a:pt x="18972" y="190729"/>
                  </a:lnTo>
                  <a:lnTo>
                    <a:pt x="15565" y="186501"/>
                  </a:lnTo>
                  <a:lnTo>
                    <a:pt x="14313" y="184698"/>
                  </a:lnTo>
                  <a:lnTo>
                    <a:pt x="14585" y="184499"/>
                  </a:lnTo>
                  <a:lnTo>
                    <a:pt x="15197" y="184989"/>
                  </a:lnTo>
                  <a:lnTo>
                    <a:pt x="16360" y="185354"/>
                  </a:lnTo>
                  <a:lnTo>
                    <a:pt x="19217" y="184768"/>
                  </a:lnTo>
                  <a:lnTo>
                    <a:pt x="20196" y="182032"/>
                  </a:lnTo>
                  <a:lnTo>
                    <a:pt x="22319" y="181250"/>
                  </a:lnTo>
                  <a:lnTo>
                    <a:pt x="24271" y="181635"/>
                  </a:lnTo>
                  <a:lnTo>
                    <a:pt x="23832" y="180894"/>
                  </a:lnTo>
                  <a:lnTo>
                    <a:pt x="23334" y="180311"/>
                  </a:lnTo>
                  <a:lnTo>
                    <a:pt x="18250" y="178917"/>
                  </a:lnTo>
                  <a:lnTo>
                    <a:pt x="17559" y="179344"/>
                  </a:lnTo>
                  <a:lnTo>
                    <a:pt x="8445" y="176867"/>
                  </a:lnTo>
                  <a:lnTo>
                    <a:pt x="1247" y="172563"/>
                  </a:lnTo>
                  <a:lnTo>
                    <a:pt x="658" y="171740"/>
                  </a:lnTo>
                  <a:lnTo>
                    <a:pt x="0" y="169904"/>
                  </a:lnTo>
                  <a:lnTo>
                    <a:pt x="971" y="168090"/>
                  </a:lnTo>
                  <a:lnTo>
                    <a:pt x="1947" y="167233"/>
                  </a:lnTo>
                  <a:lnTo>
                    <a:pt x="1991" y="168231"/>
                  </a:lnTo>
                  <a:lnTo>
                    <a:pt x="2147" y="169211"/>
                  </a:lnTo>
                  <a:lnTo>
                    <a:pt x="6272" y="166933"/>
                  </a:lnTo>
                  <a:lnTo>
                    <a:pt x="8428" y="163948"/>
                  </a:lnTo>
                  <a:lnTo>
                    <a:pt x="12514" y="163424"/>
                  </a:lnTo>
                  <a:lnTo>
                    <a:pt x="13464" y="162600"/>
                  </a:lnTo>
                  <a:lnTo>
                    <a:pt x="14733" y="160997"/>
                  </a:lnTo>
                  <a:lnTo>
                    <a:pt x="16544" y="158259"/>
                  </a:lnTo>
                  <a:lnTo>
                    <a:pt x="19105" y="156817"/>
                  </a:lnTo>
                  <a:lnTo>
                    <a:pt x="20849" y="155523"/>
                  </a:lnTo>
                  <a:lnTo>
                    <a:pt x="23122" y="154760"/>
                  </a:lnTo>
                  <a:lnTo>
                    <a:pt x="25061" y="156031"/>
                  </a:lnTo>
                  <a:lnTo>
                    <a:pt x="25659" y="156206"/>
                  </a:lnTo>
                  <a:lnTo>
                    <a:pt x="29179" y="156465"/>
                  </a:lnTo>
                  <a:lnTo>
                    <a:pt x="30336" y="155914"/>
                  </a:lnTo>
                  <a:lnTo>
                    <a:pt x="30829" y="155503"/>
                  </a:lnTo>
                  <a:lnTo>
                    <a:pt x="31197" y="154854"/>
                  </a:lnTo>
                  <a:lnTo>
                    <a:pt x="27741" y="152549"/>
                  </a:lnTo>
                  <a:lnTo>
                    <a:pt x="28091" y="151267"/>
                  </a:lnTo>
                  <a:lnTo>
                    <a:pt x="28532" y="150364"/>
                  </a:lnTo>
                  <a:lnTo>
                    <a:pt x="32564" y="147678"/>
                  </a:lnTo>
                  <a:lnTo>
                    <a:pt x="35663" y="146791"/>
                  </a:lnTo>
                  <a:lnTo>
                    <a:pt x="37320" y="146853"/>
                  </a:lnTo>
                  <a:lnTo>
                    <a:pt x="42131" y="143390"/>
                  </a:lnTo>
                  <a:lnTo>
                    <a:pt x="44767" y="142403"/>
                  </a:lnTo>
                  <a:lnTo>
                    <a:pt x="49731" y="141744"/>
                  </a:lnTo>
                  <a:lnTo>
                    <a:pt x="53810" y="141575"/>
                  </a:lnTo>
                  <a:lnTo>
                    <a:pt x="54914" y="142810"/>
                  </a:lnTo>
                  <a:lnTo>
                    <a:pt x="52723" y="142549"/>
                  </a:lnTo>
                  <a:lnTo>
                    <a:pt x="51758" y="142774"/>
                  </a:lnTo>
                  <a:lnTo>
                    <a:pt x="52446" y="143197"/>
                  </a:lnTo>
                  <a:lnTo>
                    <a:pt x="53220" y="144097"/>
                  </a:lnTo>
                  <a:lnTo>
                    <a:pt x="52995" y="145234"/>
                  </a:lnTo>
                  <a:lnTo>
                    <a:pt x="51648" y="148611"/>
                  </a:lnTo>
                  <a:lnTo>
                    <a:pt x="51758" y="151313"/>
                  </a:lnTo>
                  <a:lnTo>
                    <a:pt x="50881" y="152187"/>
                  </a:lnTo>
                  <a:lnTo>
                    <a:pt x="50033" y="153422"/>
                  </a:lnTo>
                  <a:lnTo>
                    <a:pt x="54209" y="157314"/>
                  </a:lnTo>
                  <a:lnTo>
                    <a:pt x="60674" y="157562"/>
                  </a:lnTo>
                  <a:lnTo>
                    <a:pt x="64190" y="156859"/>
                  </a:lnTo>
                  <a:lnTo>
                    <a:pt x="66222" y="158023"/>
                  </a:lnTo>
                  <a:lnTo>
                    <a:pt x="67887" y="158289"/>
                  </a:lnTo>
                  <a:lnTo>
                    <a:pt x="72485" y="157692"/>
                  </a:lnTo>
                  <a:lnTo>
                    <a:pt x="75947" y="158524"/>
                  </a:lnTo>
                  <a:lnTo>
                    <a:pt x="77396" y="158205"/>
                  </a:lnTo>
                  <a:lnTo>
                    <a:pt x="80598" y="152388"/>
                  </a:lnTo>
                  <a:lnTo>
                    <a:pt x="81849" y="151476"/>
                  </a:lnTo>
                  <a:lnTo>
                    <a:pt x="83211" y="152487"/>
                  </a:lnTo>
                  <a:lnTo>
                    <a:pt x="84988" y="153308"/>
                  </a:lnTo>
                  <a:lnTo>
                    <a:pt x="86121" y="152714"/>
                  </a:lnTo>
                  <a:lnTo>
                    <a:pt x="87046" y="154212"/>
                  </a:lnTo>
                  <a:lnTo>
                    <a:pt x="86611" y="151085"/>
                  </a:lnTo>
                  <a:lnTo>
                    <a:pt x="85984" y="149912"/>
                  </a:lnTo>
                  <a:lnTo>
                    <a:pt x="80751" y="147763"/>
                  </a:lnTo>
                  <a:lnTo>
                    <a:pt x="77249" y="148833"/>
                  </a:lnTo>
                  <a:lnTo>
                    <a:pt x="76155" y="147622"/>
                  </a:lnTo>
                  <a:lnTo>
                    <a:pt x="76516" y="145221"/>
                  </a:lnTo>
                  <a:lnTo>
                    <a:pt x="72770" y="139310"/>
                  </a:lnTo>
                  <a:lnTo>
                    <a:pt x="71208" y="138111"/>
                  </a:lnTo>
                  <a:lnTo>
                    <a:pt x="69361" y="138053"/>
                  </a:lnTo>
                  <a:lnTo>
                    <a:pt x="68420" y="136000"/>
                  </a:lnTo>
                  <a:lnTo>
                    <a:pt x="67634" y="133363"/>
                  </a:lnTo>
                  <a:lnTo>
                    <a:pt x="69227" y="132286"/>
                  </a:lnTo>
                  <a:lnTo>
                    <a:pt x="70667" y="131799"/>
                  </a:lnTo>
                  <a:lnTo>
                    <a:pt x="72000" y="132646"/>
                  </a:lnTo>
                  <a:lnTo>
                    <a:pt x="73508" y="136111"/>
                  </a:lnTo>
                  <a:lnTo>
                    <a:pt x="74911" y="136621"/>
                  </a:lnTo>
                  <a:lnTo>
                    <a:pt x="74503" y="140073"/>
                  </a:lnTo>
                  <a:lnTo>
                    <a:pt x="76245" y="143255"/>
                  </a:lnTo>
                  <a:lnTo>
                    <a:pt x="80176" y="146212"/>
                  </a:lnTo>
                  <a:lnTo>
                    <a:pt x="83323" y="145125"/>
                  </a:lnTo>
                  <a:lnTo>
                    <a:pt x="85546" y="145155"/>
                  </a:lnTo>
                  <a:lnTo>
                    <a:pt x="86875" y="145778"/>
                  </a:lnTo>
                  <a:lnTo>
                    <a:pt x="90128" y="148433"/>
                  </a:lnTo>
                  <a:lnTo>
                    <a:pt x="91781" y="148766"/>
                  </a:lnTo>
                  <a:lnTo>
                    <a:pt x="96950" y="147373"/>
                  </a:lnTo>
                  <a:lnTo>
                    <a:pt x="97003" y="144764"/>
                  </a:lnTo>
                  <a:lnTo>
                    <a:pt x="96569" y="142875"/>
                  </a:lnTo>
                  <a:lnTo>
                    <a:pt x="95355" y="141692"/>
                  </a:lnTo>
                  <a:lnTo>
                    <a:pt x="91864" y="141914"/>
                  </a:lnTo>
                  <a:lnTo>
                    <a:pt x="89147" y="139968"/>
                  </a:lnTo>
                  <a:lnTo>
                    <a:pt x="86834" y="140502"/>
                  </a:lnTo>
                  <a:lnTo>
                    <a:pt x="82557" y="143484"/>
                  </a:lnTo>
                  <a:lnTo>
                    <a:pt x="80414" y="142310"/>
                  </a:lnTo>
                  <a:lnTo>
                    <a:pt x="79067" y="140717"/>
                  </a:lnTo>
                  <a:lnTo>
                    <a:pt x="76897" y="139097"/>
                  </a:lnTo>
                  <a:lnTo>
                    <a:pt x="76625" y="136035"/>
                  </a:lnTo>
                  <a:lnTo>
                    <a:pt x="78445" y="132523"/>
                  </a:lnTo>
                  <a:lnTo>
                    <a:pt x="79791" y="130852"/>
                  </a:lnTo>
                  <a:lnTo>
                    <a:pt x="78585" y="129635"/>
                  </a:lnTo>
                  <a:lnTo>
                    <a:pt x="75556" y="128777"/>
                  </a:lnTo>
                  <a:lnTo>
                    <a:pt x="70297" y="129655"/>
                  </a:lnTo>
                  <a:lnTo>
                    <a:pt x="70050" y="128460"/>
                  </a:lnTo>
                  <a:lnTo>
                    <a:pt x="70077" y="127170"/>
                  </a:lnTo>
                  <a:lnTo>
                    <a:pt x="67934" y="129695"/>
                  </a:lnTo>
                  <a:lnTo>
                    <a:pt x="65733" y="129165"/>
                  </a:lnTo>
                  <a:lnTo>
                    <a:pt x="62768" y="129435"/>
                  </a:lnTo>
                  <a:lnTo>
                    <a:pt x="56226" y="127211"/>
                  </a:lnTo>
                  <a:lnTo>
                    <a:pt x="53898" y="124463"/>
                  </a:lnTo>
                  <a:lnTo>
                    <a:pt x="52920" y="122234"/>
                  </a:lnTo>
                  <a:lnTo>
                    <a:pt x="51157" y="116130"/>
                  </a:lnTo>
                  <a:lnTo>
                    <a:pt x="48904" y="112313"/>
                  </a:lnTo>
                  <a:lnTo>
                    <a:pt x="33346" y="99345"/>
                  </a:lnTo>
                  <a:lnTo>
                    <a:pt x="26269" y="96086"/>
                  </a:lnTo>
                  <a:lnTo>
                    <a:pt x="22858" y="92480"/>
                  </a:lnTo>
                  <a:lnTo>
                    <a:pt x="20721" y="91593"/>
                  </a:lnTo>
                  <a:lnTo>
                    <a:pt x="18681" y="91229"/>
                  </a:lnTo>
                  <a:lnTo>
                    <a:pt x="16067" y="90066"/>
                  </a:lnTo>
                  <a:lnTo>
                    <a:pt x="17824" y="88637"/>
                  </a:lnTo>
                  <a:lnTo>
                    <a:pt x="19033" y="88153"/>
                  </a:lnTo>
                  <a:lnTo>
                    <a:pt x="17775" y="89647"/>
                  </a:lnTo>
                  <a:lnTo>
                    <a:pt x="18731" y="90023"/>
                  </a:lnTo>
                  <a:lnTo>
                    <a:pt x="20254" y="89162"/>
                  </a:lnTo>
                  <a:lnTo>
                    <a:pt x="21074" y="88130"/>
                  </a:lnTo>
                  <a:lnTo>
                    <a:pt x="22278" y="83754"/>
                  </a:lnTo>
                  <a:lnTo>
                    <a:pt x="23524" y="77136"/>
                  </a:lnTo>
                  <a:lnTo>
                    <a:pt x="23190" y="74532"/>
                  </a:lnTo>
                  <a:lnTo>
                    <a:pt x="31823" y="75057"/>
                  </a:lnTo>
                  <a:lnTo>
                    <a:pt x="37567" y="74617"/>
                  </a:lnTo>
                  <a:lnTo>
                    <a:pt x="39471" y="74027"/>
                  </a:lnTo>
                  <a:lnTo>
                    <a:pt x="46719" y="73021"/>
                  </a:lnTo>
                  <a:lnTo>
                    <a:pt x="48596" y="72291"/>
                  </a:lnTo>
                  <a:lnTo>
                    <a:pt x="52079" y="70060"/>
                  </a:lnTo>
                  <a:lnTo>
                    <a:pt x="56179" y="66117"/>
                  </a:lnTo>
                  <a:lnTo>
                    <a:pt x="59698" y="60939"/>
                  </a:lnTo>
                  <a:lnTo>
                    <a:pt x="60257" y="59545"/>
                  </a:lnTo>
                  <a:lnTo>
                    <a:pt x="60480" y="59901"/>
                  </a:lnTo>
                  <a:lnTo>
                    <a:pt x="60797" y="59681"/>
                  </a:lnTo>
                  <a:lnTo>
                    <a:pt x="61173" y="57718"/>
                  </a:lnTo>
                  <a:lnTo>
                    <a:pt x="61635" y="53098"/>
                  </a:lnTo>
                  <a:lnTo>
                    <a:pt x="63380" y="48742"/>
                  </a:lnTo>
                  <a:lnTo>
                    <a:pt x="70805" y="38813"/>
                  </a:lnTo>
                  <a:lnTo>
                    <a:pt x="74251" y="34881"/>
                  </a:lnTo>
                  <a:lnTo>
                    <a:pt x="75401" y="33095"/>
                  </a:lnTo>
                  <a:lnTo>
                    <a:pt x="76598" y="31792"/>
                  </a:lnTo>
                  <a:lnTo>
                    <a:pt x="77442" y="33030"/>
                  </a:lnTo>
                  <a:lnTo>
                    <a:pt x="77845" y="33400"/>
                  </a:lnTo>
                  <a:lnTo>
                    <a:pt x="78077" y="33981"/>
                  </a:lnTo>
                  <a:lnTo>
                    <a:pt x="77370" y="34254"/>
                  </a:lnTo>
                  <a:lnTo>
                    <a:pt x="76215" y="35523"/>
                  </a:lnTo>
                  <a:lnTo>
                    <a:pt x="74606" y="36374"/>
                  </a:lnTo>
                  <a:lnTo>
                    <a:pt x="74217" y="36809"/>
                  </a:lnTo>
                  <a:lnTo>
                    <a:pt x="75161" y="36712"/>
                  </a:lnTo>
                  <a:lnTo>
                    <a:pt x="77990" y="35787"/>
                  </a:lnTo>
                  <a:lnTo>
                    <a:pt x="79584" y="34665"/>
                  </a:lnTo>
                  <a:lnTo>
                    <a:pt x="87515" y="32594"/>
                  </a:lnTo>
                  <a:lnTo>
                    <a:pt x="91817" y="29168"/>
                  </a:lnTo>
                  <a:lnTo>
                    <a:pt x="91984" y="28404"/>
                  </a:lnTo>
                  <a:lnTo>
                    <a:pt x="98363" y="24125"/>
                  </a:lnTo>
                  <a:lnTo>
                    <a:pt x="99246" y="24291"/>
                  </a:lnTo>
                  <a:lnTo>
                    <a:pt x="100264" y="24806"/>
                  </a:lnTo>
                  <a:lnTo>
                    <a:pt x="98496" y="27631"/>
                  </a:lnTo>
                  <a:lnTo>
                    <a:pt x="99740" y="28370"/>
                  </a:lnTo>
                  <a:lnTo>
                    <a:pt x="98635" y="31746"/>
                  </a:lnTo>
                  <a:lnTo>
                    <a:pt x="100949" y="31801"/>
                  </a:lnTo>
                  <a:lnTo>
                    <a:pt x="101466" y="33355"/>
                  </a:lnTo>
                  <a:lnTo>
                    <a:pt x="101595" y="32016"/>
                  </a:lnTo>
                  <a:lnTo>
                    <a:pt x="101567" y="30093"/>
                  </a:lnTo>
                  <a:lnTo>
                    <a:pt x="101751" y="28208"/>
                  </a:lnTo>
                  <a:lnTo>
                    <a:pt x="102092" y="26907"/>
                  </a:lnTo>
                  <a:lnTo>
                    <a:pt x="103717" y="27495"/>
                  </a:lnTo>
                  <a:lnTo>
                    <a:pt x="107376" y="26096"/>
                  </a:lnTo>
                  <a:lnTo>
                    <a:pt x="102941" y="25920"/>
                  </a:lnTo>
                  <a:lnTo>
                    <a:pt x="100280" y="22858"/>
                  </a:lnTo>
                  <a:lnTo>
                    <a:pt x="98802" y="22835"/>
                  </a:lnTo>
                  <a:lnTo>
                    <a:pt x="103746" y="18347"/>
                  </a:lnTo>
                  <a:lnTo>
                    <a:pt x="108268" y="15635"/>
                  </a:lnTo>
                  <a:lnTo>
                    <a:pt x="109289" y="15688"/>
                  </a:lnTo>
                  <a:lnTo>
                    <a:pt x="109782" y="16192"/>
                  </a:lnTo>
                  <a:lnTo>
                    <a:pt x="109888" y="17012"/>
                  </a:lnTo>
                  <a:lnTo>
                    <a:pt x="108913" y="17546"/>
                  </a:lnTo>
                  <a:lnTo>
                    <a:pt x="107955" y="18510"/>
                  </a:lnTo>
                  <a:lnTo>
                    <a:pt x="108395" y="19358"/>
                  </a:lnTo>
                  <a:lnTo>
                    <a:pt x="109049" y="19479"/>
                  </a:lnTo>
                  <a:lnTo>
                    <a:pt x="111222" y="18781"/>
                  </a:lnTo>
                  <a:lnTo>
                    <a:pt x="112194" y="17908"/>
                  </a:lnTo>
                  <a:lnTo>
                    <a:pt x="116826" y="17985"/>
                  </a:lnTo>
                  <a:lnTo>
                    <a:pt x="118185" y="17361"/>
                  </a:lnTo>
                  <a:lnTo>
                    <a:pt x="118511" y="16742"/>
                  </a:lnTo>
                  <a:lnTo>
                    <a:pt x="124507" y="16617"/>
                  </a:lnTo>
                  <a:lnTo>
                    <a:pt x="125607" y="16179"/>
                  </a:lnTo>
                  <a:lnTo>
                    <a:pt x="129355" y="13781"/>
                  </a:lnTo>
                  <a:lnTo>
                    <a:pt x="132821" y="10875"/>
                  </a:lnTo>
                  <a:lnTo>
                    <a:pt x="134418" y="9290"/>
                  </a:lnTo>
                  <a:lnTo>
                    <a:pt x="137157" y="5249"/>
                  </a:lnTo>
                  <a:lnTo>
                    <a:pt x="139502" y="2621"/>
                  </a:lnTo>
                  <a:lnTo>
                    <a:pt x="143366" y="0"/>
                  </a:lnTo>
                  <a:lnTo>
                    <a:pt x="144290" y="324"/>
                  </a:lnTo>
                  <a:lnTo>
                    <a:pt x="143039" y="844"/>
                  </a:lnTo>
                  <a:lnTo>
                    <a:pt x="142168" y="1953"/>
                  </a:lnTo>
                  <a:lnTo>
                    <a:pt x="143369" y="3430"/>
                  </a:lnTo>
                  <a:lnTo>
                    <a:pt x="151498" y="6478"/>
                  </a:lnTo>
                  <a:lnTo>
                    <a:pt x="153541" y="6645"/>
                  </a:lnTo>
                  <a:lnTo>
                    <a:pt x="154358" y="8468"/>
                  </a:lnTo>
                  <a:lnTo>
                    <a:pt x="153677" y="10226"/>
                  </a:lnTo>
                  <a:lnTo>
                    <a:pt x="151582" y="12181"/>
                  </a:lnTo>
                  <a:lnTo>
                    <a:pt x="147359" y="14178"/>
                  </a:lnTo>
                  <a:lnTo>
                    <a:pt x="148650" y="14934"/>
                  </a:lnTo>
                  <a:lnTo>
                    <a:pt x="149495" y="16715"/>
                  </a:lnTo>
                  <a:lnTo>
                    <a:pt x="150745" y="16931"/>
                  </a:lnTo>
                  <a:lnTo>
                    <a:pt x="152770" y="16263"/>
                  </a:lnTo>
                  <a:lnTo>
                    <a:pt x="154358" y="15168"/>
                  </a:lnTo>
                  <a:lnTo>
                    <a:pt x="157641" y="11603"/>
                  </a:lnTo>
                  <a:lnTo>
                    <a:pt x="158673" y="9616"/>
                  </a:lnTo>
                  <a:lnTo>
                    <a:pt x="159449" y="9114"/>
                  </a:lnTo>
                  <a:lnTo>
                    <a:pt x="162201" y="9592"/>
                  </a:lnTo>
                  <a:lnTo>
                    <a:pt x="163759" y="10613"/>
                  </a:lnTo>
                  <a:lnTo>
                    <a:pt x="165535" y="12427"/>
                  </a:lnTo>
                  <a:lnTo>
                    <a:pt x="164885" y="14180"/>
                  </a:lnTo>
                  <a:lnTo>
                    <a:pt x="164158" y="15169"/>
                  </a:lnTo>
                  <a:lnTo>
                    <a:pt x="166461" y="16537"/>
                  </a:lnTo>
                  <a:lnTo>
                    <a:pt x="169008" y="16823"/>
                  </a:lnTo>
                  <a:lnTo>
                    <a:pt x="171439" y="17922"/>
                  </a:lnTo>
                  <a:lnTo>
                    <a:pt x="174857" y="15670"/>
                  </a:lnTo>
                  <a:lnTo>
                    <a:pt x="177533" y="15190"/>
                  </a:lnTo>
                  <a:lnTo>
                    <a:pt x="180046" y="15265"/>
                  </a:lnTo>
                  <a:lnTo>
                    <a:pt x="183313" y="14038"/>
                  </a:lnTo>
                  <a:lnTo>
                    <a:pt x="188841" y="15709"/>
                  </a:lnTo>
                  <a:lnTo>
                    <a:pt x="190249" y="15275"/>
                  </a:lnTo>
                  <a:lnTo>
                    <a:pt x="192466" y="15563"/>
                  </a:lnTo>
                  <a:lnTo>
                    <a:pt x="194820" y="16573"/>
                  </a:lnTo>
                  <a:lnTo>
                    <a:pt x="195653" y="17650"/>
                  </a:lnTo>
                  <a:lnTo>
                    <a:pt x="193132" y="19928"/>
                  </a:lnTo>
                  <a:lnTo>
                    <a:pt x="192720" y="22281"/>
                  </a:lnTo>
                  <a:lnTo>
                    <a:pt x="193601" y="23261"/>
                  </a:lnTo>
                  <a:lnTo>
                    <a:pt x="195199" y="23430"/>
                  </a:lnTo>
                  <a:lnTo>
                    <a:pt x="195401" y="24803"/>
                  </a:lnTo>
                  <a:lnTo>
                    <a:pt x="196393" y="25147"/>
                  </a:lnTo>
                  <a:lnTo>
                    <a:pt x="201377" y="25043"/>
                  </a:lnTo>
                  <a:lnTo>
                    <a:pt x="200996" y="25696"/>
                  </a:lnTo>
                  <a:lnTo>
                    <a:pt x="200753" y="26485"/>
                  </a:lnTo>
                  <a:lnTo>
                    <a:pt x="199210" y="28236"/>
                  </a:lnTo>
                  <a:lnTo>
                    <a:pt x="208093" y="29221"/>
                  </a:lnTo>
                  <a:lnTo>
                    <a:pt x="209287" y="28250"/>
                  </a:lnTo>
                  <a:lnTo>
                    <a:pt x="211126" y="27863"/>
                  </a:lnTo>
                  <a:lnTo>
                    <a:pt x="215030" y="26527"/>
                  </a:lnTo>
                  <a:lnTo>
                    <a:pt x="216500" y="27112"/>
                  </a:lnTo>
                  <a:lnTo>
                    <a:pt x="218231" y="28478"/>
                  </a:lnTo>
                  <a:lnTo>
                    <a:pt x="219830" y="28761"/>
                  </a:lnTo>
                  <a:lnTo>
                    <a:pt x="221325" y="28484"/>
                  </a:lnTo>
                  <a:lnTo>
                    <a:pt x="224810" y="26535"/>
                  </a:lnTo>
                  <a:lnTo>
                    <a:pt x="228833" y="26439"/>
                  </a:lnTo>
                  <a:lnTo>
                    <a:pt x="230480" y="27074"/>
                  </a:lnTo>
                  <a:lnTo>
                    <a:pt x="232222" y="26797"/>
                  </a:lnTo>
                  <a:lnTo>
                    <a:pt x="237462" y="29031"/>
                  </a:lnTo>
                  <a:lnTo>
                    <a:pt x="239392" y="29293"/>
                  </a:lnTo>
                  <a:lnTo>
                    <a:pt x="241973" y="32201"/>
                  </a:lnTo>
                  <a:lnTo>
                    <a:pt x="243306" y="32287"/>
                  </a:lnTo>
                  <a:lnTo>
                    <a:pt x="244817" y="31053"/>
                  </a:lnTo>
                  <a:lnTo>
                    <a:pt x="246125" y="31091"/>
                  </a:lnTo>
                  <a:lnTo>
                    <a:pt x="247404" y="32273"/>
                  </a:lnTo>
                  <a:lnTo>
                    <a:pt x="249497" y="32633"/>
                  </a:lnTo>
                  <a:lnTo>
                    <a:pt x="250471" y="34499"/>
                  </a:lnTo>
                  <a:lnTo>
                    <a:pt x="251522" y="35176"/>
                  </a:lnTo>
                  <a:lnTo>
                    <a:pt x="259450" y="36559"/>
                  </a:lnTo>
                  <a:lnTo>
                    <a:pt x="263374" y="35929"/>
                  </a:lnTo>
                  <a:lnTo>
                    <a:pt x="269096" y="36095"/>
                  </a:lnTo>
                  <a:lnTo>
                    <a:pt x="271855" y="36978"/>
                  </a:lnTo>
                  <a:lnTo>
                    <a:pt x="274748" y="36865"/>
                  </a:lnTo>
                  <a:lnTo>
                    <a:pt x="279475" y="40090"/>
                  </a:lnTo>
                  <a:lnTo>
                    <a:pt x="281984" y="40592"/>
                  </a:lnTo>
                  <a:lnTo>
                    <a:pt x="282471" y="41338"/>
                  </a:lnTo>
                  <a:lnTo>
                    <a:pt x="289605" y="42123"/>
                  </a:lnTo>
                  <a:lnTo>
                    <a:pt x="292101" y="40442"/>
                  </a:lnTo>
                  <a:lnTo>
                    <a:pt x="296455" y="39996"/>
                  </a:lnTo>
                  <a:lnTo>
                    <a:pt x="300375" y="38582"/>
                  </a:lnTo>
                  <a:lnTo>
                    <a:pt x="302596" y="38597"/>
                  </a:lnTo>
                  <a:lnTo>
                    <a:pt x="305180" y="38949"/>
                  </a:lnTo>
                  <a:lnTo>
                    <a:pt x="306174" y="38778"/>
                  </a:lnTo>
                  <a:lnTo>
                    <a:pt x="306891" y="38160"/>
                  </a:lnTo>
                  <a:lnTo>
                    <a:pt x="313191" y="40596"/>
                  </a:lnTo>
                  <a:lnTo>
                    <a:pt x="316716" y="43382"/>
                  </a:lnTo>
                  <a:lnTo>
                    <a:pt x="318261" y="45440"/>
                  </a:lnTo>
                  <a:lnTo>
                    <a:pt x="325637" y="48380"/>
                  </a:lnTo>
                  <a:lnTo>
                    <a:pt x="327770" y="50025"/>
                  </a:lnTo>
                  <a:lnTo>
                    <a:pt x="329232" y="51837"/>
                  </a:lnTo>
                  <a:lnTo>
                    <a:pt x="330087" y="52032"/>
                  </a:lnTo>
                  <a:lnTo>
                    <a:pt x="330691" y="51503"/>
                  </a:lnTo>
                  <a:lnTo>
                    <a:pt x="333268" y="51658"/>
                  </a:lnTo>
                  <a:close/>
                </a:path>
              </a:pathLst>
            </a:custGeom>
            <a:solidFill>
              <a:srgbClr val="FFFEF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4" name="pg1573"/>
            <p:cNvSpPr/>
            <p:nvPr/>
          </p:nvSpPr>
          <p:spPr>
            <a:xfrm>
              <a:off x="4248402" y="2452247"/>
              <a:ext cx="1493" cy="2605"/>
            </a:xfrm>
            <a:custGeom>
              <a:avLst/>
              <a:pathLst>
                <a:path w="1493" h="2605">
                  <a:moveTo>
                    <a:pt x="1366" y="1331"/>
                  </a:moveTo>
                  <a:lnTo>
                    <a:pt x="1036" y="2605"/>
                  </a:lnTo>
                  <a:lnTo>
                    <a:pt x="455" y="2301"/>
                  </a:lnTo>
                  <a:lnTo>
                    <a:pt x="0" y="1454"/>
                  </a:lnTo>
                  <a:lnTo>
                    <a:pt x="151" y="787"/>
                  </a:lnTo>
                  <a:lnTo>
                    <a:pt x="833" y="424"/>
                  </a:lnTo>
                  <a:lnTo>
                    <a:pt x="1189" y="60"/>
                  </a:lnTo>
                  <a:lnTo>
                    <a:pt x="1493" y="0"/>
                  </a:lnTo>
                  <a:close/>
                </a:path>
              </a:pathLst>
            </a:custGeom>
            <a:solidFill>
              <a:srgbClr val="F5FAF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5" name="pg1574"/>
            <p:cNvSpPr/>
            <p:nvPr/>
          </p:nvSpPr>
          <p:spPr>
            <a:xfrm>
              <a:off x="4239662" y="2447608"/>
              <a:ext cx="3307" cy="7944"/>
            </a:xfrm>
            <a:custGeom>
              <a:avLst/>
              <a:pathLst>
                <a:path w="3307" h="7944">
                  <a:moveTo>
                    <a:pt x="3029" y="7674"/>
                  </a:moveTo>
                  <a:lnTo>
                    <a:pt x="2413" y="7944"/>
                  </a:lnTo>
                  <a:lnTo>
                    <a:pt x="1278" y="7900"/>
                  </a:lnTo>
                  <a:lnTo>
                    <a:pt x="630" y="7599"/>
                  </a:lnTo>
                  <a:lnTo>
                    <a:pt x="1024" y="5199"/>
                  </a:lnTo>
                  <a:lnTo>
                    <a:pt x="991" y="4650"/>
                  </a:lnTo>
                  <a:lnTo>
                    <a:pt x="663" y="4329"/>
                  </a:lnTo>
                  <a:lnTo>
                    <a:pt x="169" y="3351"/>
                  </a:lnTo>
                  <a:lnTo>
                    <a:pt x="0" y="1900"/>
                  </a:lnTo>
                  <a:lnTo>
                    <a:pt x="192" y="562"/>
                  </a:lnTo>
                  <a:lnTo>
                    <a:pt x="553" y="0"/>
                  </a:lnTo>
                  <a:lnTo>
                    <a:pt x="783" y="92"/>
                  </a:lnTo>
                  <a:lnTo>
                    <a:pt x="1477" y="2139"/>
                  </a:lnTo>
                  <a:lnTo>
                    <a:pt x="2093" y="2737"/>
                  </a:lnTo>
                  <a:lnTo>
                    <a:pt x="3307" y="3077"/>
                  </a:lnTo>
                  <a:lnTo>
                    <a:pt x="2698" y="5096"/>
                  </a:lnTo>
                  <a:lnTo>
                    <a:pt x="3146" y="7254"/>
                  </a:lnTo>
                  <a:close/>
                </a:path>
              </a:pathLst>
            </a:custGeom>
            <a:solidFill>
              <a:srgbClr val="F5FAF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6" name="pg1575"/>
            <p:cNvSpPr/>
            <p:nvPr/>
          </p:nvSpPr>
          <p:spPr>
            <a:xfrm>
              <a:off x="4054750" y="2287952"/>
              <a:ext cx="211766" cy="247714"/>
            </a:xfrm>
            <a:custGeom>
              <a:avLst/>
              <a:pathLst>
                <a:path w="211766" h="247714">
                  <a:moveTo>
                    <a:pt x="184740" y="97709"/>
                  </a:moveTo>
                  <a:lnTo>
                    <a:pt x="185138" y="97181"/>
                  </a:lnTo>
                  <a:lnTo>
                    <a:pt x="185841" y="96646"/>
                  </a:lnTo>
                  <a:lnTo>
                    <a:pt x="187001" y="97670"/>
                  </a:lnTo>
                  <a:lnTo>
                    <a:pt x="188021" y="98957"/>
                  </a:lnTo>
                  <a:lnTo>
                    <a:pt x="188264" y="99553"/>
                  </a:lnTo>
                  <a:lnTo>
                    <a:pt x="188217" y="100244"/>
                  </a:lnTo>
                  <a:lnTo>
                    <a:pt x="185794" y="102759"/>
                  </a:lnTo>
                  <a:lnTo>
                    <a:pt x="184291" y="103935"/>
                  </a:lnTo>
                  <a:lnTo>
                    <a:pt x="183628" y="104147"/>
                  </a:lnTo>
                  <a:lnTo>
                    <a:pt x="183446" y="104477"/>
                  </a:lnTo>
                  <a:lnTo>
                    <a:pt x="182970" y="107343"/>
                  </a:lnTo>
                  <a:lnTo>
                    <a:pt x="182037" y="107858"/>
                  </a:lnTo>
                  <a:lnTo>
                    <a:pt x="180842" y="108737"/>
                  </a:lnTo>
                  <a:lnTo>
                    <a:pt x="180003" y="110057"/>
                  </a:lnTo>
                  <a:lnTo>
                    <a:pt x="178671" y="113182"/>
                  </a:lnTo>
                  <a:lnTo>
                    <a:pt x="175290" y="117721"/>
                  </a:lnTo>
                  <a:lnTo>
                    <a:pt x="175241" y="118650"/>
                  </a:lnTo>
                  <a:lnTo>
                    <a:pt x="175536" y="119405"/>
                  </a:lnTo>
                  <a:lnTo>
                    <a:pt x="176636" y="119926"/>
                  </a:lnTo>
                  <a:lnTo>
                    <a:pt x="178089" y="121322"/>
                  </a:lnTo>
                  <a:lnTo>
                    <a:pt x="178874" y="122413"/>
                  </a:lnTo>
                  <a:lnTo>
                    <a:pt x="181027" y="121003"/>
                  </a:lnTo>
                  <a:lnTo>
                    <a:pt x="181557" y="121315"/>
                  </a:lnTo>
                  <a:lnTo>
                    <a:pt x="182119" y="122771"/>
                  </a:lnTo>
                  <a:lnTo>
                    <a:pt x="182712" y="126850"/>
                  </a:lnTo>
                  <a:lnTo>
                    <a:pt x="183675" y="127961"/>
                  </a:lnTo>
                  <a:lnTo>
                    <a:pt x="184935" y="128815"/>
                  </a:lnTo>
                  <a:lnTo>
                    <a:pt x="185717" y="129093"/>
                  </a:lnTo>
                  <a:lnTo>
                    <a:pt x="186763" y="130096"/>
                  </a:lnTo>
                  <a:lnTo>
                    <a:pt x="188154" y="130471"/>
                  </a:lnTo>
                  <a:lnTo>
                    <a:pt x="189084" y="130100"/>
                  </a:lnTo>
                  <a:lnTo>
                    <a:pt x="190247" y="130960"/>
                  </a:lnTo>
                  <a:lnTo>
                    <a:pt x="190436" y="130587"/>
                  </a:lnTo>
                  <a:lnTo>
                    <a:pt x="190591" y="124504"/>
                  </a:lnTo>
                  <a:lnTo>
                    <a:pt x="191567" y="125521"/>
                  </a:lnTo>
                  <a:lnTo>
                    <a:pt x="192129" y="125504"/>
                  </a:lnTo>
                  <a:lnTo>
                    <a:pt x="192622" y="124759"/>
                  </a:lnTo>
                  <a:lnTo>
                    <a:pt x="192878" y="123749"/>
                  </a:lnTo>
                  <a:lnTo>
                    <a:pt x="193043" y="121739"/>
                  </a:lnTo>
                  <a:lnTo>
                    <a:pt x="192828" y="119735"/>
                  </a:lnTo>
                  <a:lnTo>
                    <a:pt x="193263" y="118822"/>
                  </a:lnTo>
                  <a:lnTo>
                    <a:pt x="193602" y="118614"/>
                  </a:lnTo>
                  <a:lnTo>
                    <a:pt x="193852" y="118856"/>
                  </a:lnTo>
                  <a:lnTo>
                    <a:pt x="194001" y="119372"/>
                  </a:lnTo>
                  <a:lnTo>
                    <a:pt x="194043" y="121191"/>
                  </a:lnTo>
                  <a:lnTo>
                    <a:pt x="194747" y="121959"/>
                  </a:lnTo>
                  <a:lnTo>
                    <a:pt x="195176" y="122399"/>
                  </a:lnTo>
                  <a:lnTo>
                    <a:pt x="195587" y="123938"/>
                  </a:lnTo>
                  <a:lnTo>
                    <a:pt x="195984" y="125405"/>
                  </a:lnTo>
                  <a:lnTo>
                    <a:pt x="196239" y="128844"/>
                  </a:lnTo>
                  <a:lnTo>
                    <a:pt x="197224" y="129079"/>
                  </a:lnTo>
                  <a:lnTo>
                    <a:pt x="198384" y="129738"/>
                  </a:lnTo>
                  <a:lnTo>
                    <a:pt x="199161" y="129093"/>
                  </a:lnTo>
                  <a:lnTo>
                    <a:pt x="199763" y="129473"/>
                  </a:lnTo>
                  <a:lnTo>
                    <a:pt x="199970" y="131106"/>
                  </a:lnTo>
                  <a:lnTo>
                    <a:pt x="199966" y="132631"/>
                  </a:lnTo>
                  <a:lnTo>
                    <a:pt x="200048" y="133840"/>
                  </a:lnTo>
                  <a:lnTo>
                    <a:pt x="200366" y="134185"/>
                  </a:lnTo>
                  <a:lnTo>
                    <a:pt x="201376" y="133426"/>
                  </a:lnTo>
                  <a:lnTo>
                    <a:pt x="202229" y="133322"/>
                  </a:lnTo>
                  <a:lnTo>
                    <a:pt x="203010" y="134047"/>
                  </a:lnTo>
                  <a:lnTo>
                    <a:pt x="203980" y="135147"/>
                  </a:lnTo>
                  <a:lnTo>
                    <a:pt x="205392" y="138040"/>
                  </a:lnTo>
                  <a:lnTo>
                    <a:pt x="205860" y="138450"/>
                  </a:lnTo>
                  <a:lnTo>
                    <a:pt x="207990" y="138680"/>
                  </a:lnTo>
                  <a:lnTo>
                    <a:pt x="208430" y="139265"/>
                  </a:lnTo>
                  <a:lnTo>
                    <a:pt x="209163" y="139262"/>
                  </a:lnTo>
                  <a:lnTo>
                    <a:pt x="209953" y="138740"/>
                  </a:lnTo>
                  <a:lnTo>
                    <a:pt x="211707" y="139674"/>
                  </a:lnTo>
                  <a:lnTo>
                    <a:pt x="211766" y="140202"/>
                  </a:lnTo>
                  <a:lnTo>
                    <a:pt x="211470" y="140929"/>
                  </a:lnTo>
                  <a:lnTo>
                    <a:pt x="207286" y="144937"/>
                  </a:lnTo>
                  <a:lnTo>
                    <a:pt x="206977" y="146169"/>
                  </a:lnTo>
                  <a:lnTo>
                    <a:pt x="206123" y="147738"/>
                  </a:lnTo>
                  <a:lnTo>
                    <a:pt x="205191" y="148629"/>
                  </a:lnTo>
                  <a:lnTo>
                    <a:pt x="204739" y="148661"/>
                  </a:lnTo>
                  <a:lnTo>
                    <a:pt x="202698" y="147074"/>
                  </a:lnTo>
                  <a:lnTo>
                    <a:pt x="202458" y="147456"/>
                  </a:lnTo>
                  <a:lnTo>
                    <a:pt x="202291" y="148097"/>
                  </a:lnTo>
                  <a:lnTo>
                    <a:pt x="202299" y="148798"/>
                  </a:lnTo>
                  <a:lnTo>
                    <a:pt x="202746" y="150472"/>
                  </a:lnTo>
                  <a:lnTo>
                    <a:pt x="202540" y="151526"/>
                  </a:lnTo>
                  <a:lnTo>
                    <a:pt x="202151" y="152287"/>
                  </a:lnTo>
                  <a:lnTo>
                    <a:pt x="200871" y="151620"/>
                  </a:lnTo>
                  <a:lnTo>
                    <a:pt x="200632" y="151195"/>
                  </a:lnTo>
                  <a:lnTo>
                    <a:pt x="200610" y="150728"/>
                  </a:lnTo>
                  <a:lnTo>
                    <a:pt x="200117" y="150727"/>
                  </a:lnTo>
                  <a:lnTo>
                    <a:pt x="199356" y="151195"/>
                  </a:lnTo>
                  <a:lnTo>
                    <a:pt x="197892" y="154087"/>
                  </a:lnTo>
                  <a:lnTo>
                    <a:pt x="197380" y="155601"/>
                  </a:lnTo>
                  <a:lnTo>
                    <a:pt x="197190" y="156514"/>
                  </a:lnTo>
                  <a:lnTo>
                    <a:pt x="196536" y="157035"/>
                  </a:lnTo>
                  <a:lnTo>
                    <a:pt x="195829" y="157231"/>
                  </a:lnTo>
                  <a:lnTo>
                    <a:pt x="194931" y="158599"/>
                  </a:lnTo>
                  <a:lnTo>
                    <a:pt x="193942" y="159654"/>
                  </a:lnTo>
                  <a:lnTo>
                    <a:pt x="193625" y="158878"/>
                  </a:lnTo>
                  <a:lnTo>
                    <a:pt x="193429" y="158009"/>
                  </a:lnTo>
                  <a:lnTo>
                    <a:pt x="193169" y="157739"/>
                  </a:lnTo>
                  <a:lnTo>
                    <a:pt x="192560" y="157943"/>
                  </a:lnTo>
                  <a:lnTo>
                    <a:pt x="191819" y="157980"/>
                  </a:lnTo>
                  <a:lnTo>
                    <a:pt x="191041" y="157005"/>
                  </a:lnTo>
                  <a:lnTo>
                    <a:pt x="190039" y="156024"/>
                  </a:lnTo>
                  <a:lnTo>
                    <a:pt x="189157" y="155677"/>
                  </a:lnTo>
                  <a:lnTo>
                    <a:pt x="186563" y="156140"/>
                  </a:lnTo>
                  <a:lnTo>
                    <a:pt x="185281" y="156624"/>
                  </a:lnTo>
                  <a:lnTo>
                    <a:pt x="184879" y="157097"/>
                  </a:lnTo>
                  <a:lnTo>
                    <a:pt x="184156" y="157224"/>
                  </a:lnTo>
                  <a:lnTo>
                    <a:pt x="181116" y="158211"/>
                  </a:lnTo>
                  <a:lnTo>
                    <a:pt x="180495" y="157827"/>
                  </a:lnTo>
                  <a:lnTo>
                    <a:pt x="180039" y="156262"/>
                  </a:lnTo>
                  <a:lnTo>
                    <a:pt x="179641" y="154566"/>
                  </a:lnTo>
                  <a:lnTo>
                    <a:pt x="178856" y="153950"/>
                  </a:lnTo>
                  <a:lnTo>
                    <a:pt x="177971" y="153477"/>
                  </a:lnTo>
                  <a:lnTo>
                    <a:pt x="177642" y="152805"/>
                  </a:lnTo>
                  <a:lnTo>
                    <a:pt x="177619" y="151981"/>
                  </a:lnTo>
                  <a:lnTo>
                    <a:pt x="177711" y="151176"/>
                  </a:lnTo>
                  <a:lnTo>
                    <a:pt x="177778" y="150754"/>
                  </a:lnTo>
                  <a:lnTo>
                    <a:pt x="179829" y="147525"/>
                  </a:lnTo>
                  <a:lnTo>
                    <a:pt x="181674" y="144618"/>
                  </a:lnTo>
                  <a:lnTo>
                    <a:pt x="181843" y="144384"/>
                  </a:lnTo>
                  <a:lnTo>
                    <a:pt x="182011" y="143832"/>
                  </a:lnTo>
                  <a:lnTo>
                    <a:pt x="182325" y="142828"/>
                  </a:lnTo>
                  <a:lnTo>
                    <a:pt x="182324" y="142301"/>
                  </a:lnTo>
                  <a:lnTo>
                    <a:pt x="180944" y="141150"/>
                  </a:lnTo>
                  <a:lnTo>
                    <a:pt x="180890" y="140617"/>
                  </a:lnTo>
                  <a:lnTo>
                    <a:pt x="181168" y="140070"/>
                  </a:lnTo>
                  <a:lnTo>
                    <a:pt x="181168" y="139345"/>
                  </a:lnTo>
                  <a:lnTo>
                    <a:pt x="180192" y="137222"/>
                  </a:lnTo>
                  <a:lnTo>
                    <a:pt x="178505" y="133914"/>
                  </a:lnTo>
                  <a:lnTo>
                    <a:pt x="178017" y="133569"/>
                  </a:lnTo>
                  <a:lnTo>
                    <a:pt x="177656" y="133790"/>
                  </a:lnTo>
                  <a:lnTo>
                    <a:pt x="176993" y="136993"/>
                  </a:lnTo>
                  <a:lnTo>
                    <a:pt x="176661" y="137806"/>
                  </a:lnTo>
                  <a:lnTo>
                    <a:pt x="174739" y="139913"/>
                  </a:lnTo>
                  <a:lnTo>
                    <a:pt x="173127" y="141360"/>
                  </a:lnTo>
                  <a:lnTo>
                    <a:pt x="170259" y="143936"/>
                  </a:lnTo>
                  <a:lnTo>
                    <a:pt x="169514" y="144742"/>
                  </a:lnTo>
                  <a:lnTo>
                    <a:pt x="168995" y="144595"/>
                  </a:lnTo>
                  <a:lnTo>
                    <a:pt x="168472" y="144090"/>
                  </a:lnTo>
                  <a:lnTo>
                    <a:pt x="166865" y="141489"/>
                  </a:lnTo>
                  <a:lnTo>
                    <a:pt x="165824" y="140600"/>
                  </a:lnTo>
                  <a:lnTo>
                    <a:pt x="165125" y="141480"/>
                  </a:lnTo>
                  <a:lnTo>
                    <a:pt x="164535" y="142764"/>
                  </a:lnTo>
                  <a:lnTo>
                    <a:pt x="164591" y="145399"/>
                  </a:lnTo>
                  <a:lnTo>
                    <a:pt x="163925" y="146791"/>
                  </a:lnTo>
                  <a:lnTo>
                    <a:pt x="163262" y="147414"/>
                  </a:lnTo>
                  <a:lnTo>
                    <a:pt x="164471" y="154481"/>
                  </a:lnTo>
                  <a:lnTo>
                    <a:pt x="164350" y="155392"/>
                  </a:lnTo>
                  <a:lnTo>
                    <a:pt x="163426" y="155641"/>
                  </a:lnTo>
                  <a:lnTo>
                    <a:pt x="164109" y="158302"/>
                  </a:lnTo>
                  <a:lnTo>
                    <a:pt x="163535" y="158612"/>
                  </a:lnTo>
                  <a:lnTo>
                    <a:pt x="162079" y="157987"/>
                  </a:lnTo>
                  <a:lnTo>
                    <a:pt x="160122" y="157578"/>
                  </a:lnTo>
                  <a:lnTo>
                    <a:pt x="156430" y="158758"/>
                  </a:lnTo>
                  <a:lnTo>
                    <a:pt x="156160" y="159218"/>
                  </a:lnTo>
                  <a:lnTo>
                    <a:pt x="156058" y="159804"/>
                  </a:lnTo>
                  <a:lnTo>
                    <a:pt x="156272" y="160338"/>
                  </a:lnTo>
                  <a:lnTo>
                    <a:pt x="158059" y="160400"/>
                  </a:lnTo>
                  <a:lnTo>
                    <a:pt x="159815" y="160127"/>
                  </a:lnTo>
                  <a:lnTo>
                    <a:pt x="160298" y="160622"/>
                  </a:lnTo>
                  <a:lnTo>
                    <a:pt x="160373" y="161498"/>
                  </a:lnTo>
                  <a:lnTo>
                    <a:pt x="160170" y="162047"/>
                  </a:lnTo>
                  <a:lnTo>
                    <a:pt x="159588" y="162140"/>
                  </a:lnTo>
                  <a:lnTo>
                    <a:pt x="158307" y="162668"/>
                  </a:lnTo>
                  <a:lnTo>
                    <a:pt x="158160" y="163225"/>
                  </a:lnTo>
                  <a:lnTo>
                    <a:pt x="158119" y="163761"/>
                  </a:lnTo>
                  <a:lnTo>
                    <a:pt x="158551" y="165314"/>
                  </a:lnTo>
                  <a:lnTo>
                    <a:pt x="159037" y="166302"/>
                  </a:lnTo>
                  <a:lnTo>
                    <a:pt x="159098" y="166890"/>
                  </a:lnTo>
                  <a:lnTo>
                    <a:pt x="158894" y="167377"/>
                  </a:lnTo>
                  <a:lnTo>
                    <a:pt x="158649" y="167573"/>
                  </a:lnTo>
                  <a:lnTo>
                    <a:pt x="158220" y="166841"/>
                  </a:lnTo>
                  <a:lnTo>
                    <a:pt x="157976" y="166986"/>
                  </a:lnTo>
                  <a:lnTo>
                    <a:pt x="157854" y="167647"/>
                  </a:lnTo>
                  <a:lnTo>
                    <a:pt x="157733" y="168423"/>
                  </a:lnTo>
                  <a:lnTo>
                    <a:pt x="157450" y="168995"/>
                  </a:lnTo>
                  <a:lnTo>
                    <a:pt x="156854" y="168697"/>
                  </a:lnTo>
                  <a:lnTo>
                    <a:pt x="156262" y="168917"/>
                  </a:lnTo>
                  <a:lnTo>
                    <a:pt x="155909" y="171742"/>
                  </a:lnTo>
                  <a:lnTo>
                    <a:pt x="155610" y="174942"/>
                  </a:lnTo>
                  <a:lnTo>
                    <a:pt x="154633" y="177075"/>
                  </a:lnTo>
                  <a:lnTo>
                    <a:pt x="154094" y="177845"/>
                  </a:lnTo>
                  <a:lnTo>
                    <a:pt x="153301" y="178077"/>
                  </a:lnTo>
                  <a:lnTo>
                    <a:pt x="152117" y="177816"/>
                  </a:lnTo>
                  <a:lnTo>
                    <a:pt x="151400" y="177503"/>
                  </a:lnTo>
                  <a:lnTo>
                    <a:pt x="149329" y="177034"/>
                  </a:lnTo>
                  <a:lnTo>
                    <a:pt x="147249" y="176158"/>
                  </a:lnTo>
                  <a:lnTo>
                    <a:pt x="144910" y="175343"/>
                  </a:lnTo>
                  <a:lnTo>
                    <a:pt x="142732" y="177227"/>
                  </a:lnTo>
                  <a:lnTo>
                    <a:pt x="142105" y="178376"/>
                  </a:lnTo>
                  <a:lnTo>
                    <a:pt x="141709" y="179449"/>
                  </a:lnTo>
                  <a:lnTo>
                    <a:pt x="141296" y="179947"/>
                  </a:lnTo>
                  <a:lnTo>
                    <a:pt x="140352" y="186551"/>
                  </a:lnTo>
                  <a:lnTo>
                    <a:pt x="140451" y="187301"/>
                  </a:lnTo>
                  <a:lnTo>
                    <a:pt x="140978" y="187893"/>
                  </a:lnTo>
                  <a:lnTo>
                    <a:pt x="143645" y="189263"/>
                  </a:lnTo>
                  <a:lnTo>
                    <a:pt x="144038" y="189832"/>
                  </a:lnTo>
                  <a:lnTo>
                    <a:pt x="144272" y="190478"/>
                  </a:lnTo>
                  <a:lnTo>
                    <a:pt x="144386" y="193453"/>
                  </a:lnTo>
                  <a:lnTo>
                    <a:pt x="144607" y="193863"/>
                  </a:lnTo>
                  <a:lnTo>
                    <a:pt x="145521" y="194230"/>
                  </a:lnTo>
                  <a:lnTo>
                    <a:pt x="146843" y="194206"/>
                  </a:lnTo>
                  <a:lnTo>
                    <a:pt x="147878" y="193914"/>
                  </a:lnTo>
                  <a:lnTo>
                    <a:pt x="148925" y="194189"/>
                  </a:lnTo>
                  <a:lnTo>
                    <a:pt x="149655" y="194827"/>
                  </a:lnTo>
                  <a:lnTo>
                    <a:pt x="150013" y="195843"/>
                  </a:lnTo>
                  <a:lnTo>
                    <a:pt x="150210" y="196936"/>
                  </a:lnTo>
                  <a:lnTo>
                    <a:pt x="148968" y="203477"/>
                  </a:lnTo>
                  <a:lnTo>
                    <a:pt x="149068" y="205852"/>
                  </a:lnTo>
                  <a:lnTo>
                    <a:pt x="149453" y="209261"/>
                  </a:lnTo>
                  <a:lnTo>
                    <a:pt x="150156" y="211933"/>
                  </a:lnTo>
                  <a:lnTo>
                    <a:pt x="151479" y="214550"/>
                  </a:lnTo>
                  <a:lnTo>
                    <a:pt x="152488" y="216227"/>
                  </a:lnTo>
                  <a:lnTo>
                    <a:pt x="152700" y="217018"/>
                  </a:lnTo>
                  <a:lnTo>
                    <a:pt x="152752" y="218244"/>
                  </a:lnTo>
                  <a:lnTo>
                    <a:pt x="152588" y="219802"/>
                  </a:lnTo>
                  <a:lnTo>
                    <a:pt x="152006" y="222281"/>
                  </a:lnTo>
                  <a:lnTo>
                    <a:pt x="151296" y="224445"/>
                  </a:lnTo>
                  <a:lnTo>
                    <a:pt x="150525" y="225369"/>
                  </a:lnTo>
                  <a:lnTo>
                    <a:pt x="149458" y="228116"/>
                  </a:lnTo>
                  <a:lnTo>
                    <a:pt x="148512" y="231499"/>
                  </a:lnTo>
                  <a:lnTo>
                    <a:pt x="146694" y="235939"/>
                  </a:lnTo>
                  <a:lnTo>
                    <a:pt x="146087" y="238412"/>
                  </a:lnTo>
                  <a:lnTo>
                    <a:pt x="145885" y="245564"/>
                  </a:lnTo>
                  <a:lnTo>
                    <a:pt x="145403" y="247714"/>
                  </a:lnTo>
                  <a:lnTo>
                    <a:pt x="145329" y="246898"/>
                  </a:lnTo>
                  <a:lnTo>
                    <a:pt x="144675" y="246088"/>
                  </a:lnTo>
                  <a:lnTo>
                    <a:pt x="143533" y="246228"/>
                  </a:lnTo>
                  <a:lnTo>
                    <a:pt x="142781" y="245839"/>
                  </a:lnTo>
                  <a:lnTo>
                    <a:pt x="142421" y="244923"/>
                  </a:lnTo>
                  <a:lnTo>
                    <a:pt x="141488" y="245179"/>
                  </a:lnTo>
                  <a:lnTo>
                    <a:pt x="139983" y="246610"/>
                  </a:lnTo>
                  <a:lnTo>
                    <a:pt x="138450" y="245852"/>
                  </a:lnTo>
                  <a:lnTo>
                    <a:pt x="136887" y="242909"/>
                  </a:lnTo>
                  <a:lnTo>
                    <a:pt x="133912" y="241831"/>
                  </a:lnTo>
                  <a:lnTo>
                    <a:pt x="130142" y="242505"/>
                  </a:lnTo>
                  <a:lnTo>
                    <a:pt x="129999" y="239249"/>
                  </a:lnTo>
                  <a:lnTo>
                    <a:pt x="130007" y="235098"/>
                  </a:lnTo>
                  <a:lnTo>
                    <a:pt x="130183" y="229585"/>
                  </a:lnTo>
                  <a:lnTo>
                    <a:pt x="131463" y="225262"/>
                  </a:lnTo>
                  <a:lnTo>
                    <a:pt x="131427" y="224440"/>
                  </a:lnTo>
                  <a:lnTo>
                    <a:pt x="131179" y="223646"/>
                  </a:lnTo>
                  <a:lnTo>
                    <a:pt x="130787" y="222935"/>
                  </a:lnTo>
                  <a:lnTo>
                    <a:pt x="128507" y="221749"/>
                  </a:lnTo>
                  <a:lnTo>
                    <a:pt x="127836" y="221121"/>
                  </a:lnTo>
                  <a:lnTo>
                    <a:pt x="126951" y="219765"/>
                  </a:lnTo>
                  <a:lnTo>
                    <a:pt x="125834" y="218328"/>
                  </a:lnTo>
                  <a:lnTo>
                    <a:pt x="124868" y="217339"/>
                  </a:lnTo>
                  <a:lnTo>
                    <a:pt x="123342" y="216037"/>
                  </a:lnTo>
                  <a:lnTo>
                    <a:pt x="121935" y="215312"/>
                  </a:lnTo>
                  <a:lnTo>
                    <a:pt x="121109" y="215865"/>
                  </a:lnTo>
                  <a:lnTo>
                    <a:pt x="120348" y="216565"/>
                  </a:lnTo>
                  <a:lnTo>
                    <a:pt x="119637" y="216583"/>
                  </a:lnTo>
                  <a:lnTo>
                    <a:pt x="118921" y="216204"/>
                  </a:lnTo>
                  <a:lnTo>
                    <a:pt x="116289" y="212946"/>
                  </a:lnTo>
                  <a:lnTo>
                    <a:pt x="112304" y="207313"/>
                  </a:lnTo>
                  <a:lnTo>
                    <a:pt x="109145" y="203383"/>
                  </a:lnTo>
                  <a:lnTo>
                    <a:pt x="107162" y="201504"/>
                  </a:lnTo>
                  <a:lnTo>
                    <a:pt x="106692" y="200901"/>
                  </a:lnTo>
                  <a:lnTo>
                    <a:pt x="105578" y="199135"/>
                  </a:lnTo>
                  <a:lnTo>
                    <a:pt x="102843" y="194375"/>
                  </a:lnTo>
                  <a:lnTo>
                    <a:pt x="101027" y="195075"/>
                  </a:lnTo>
                  <a:lnTo>
                    <a:pt x="98432" y="191980"/>
                  </a:lnTo>
                  <a:lnTo>
                    <a:pt x="96102" y="188960"/>
                  </a:lnTo>
                  <a:lnTo>
                    <a:pt x="95573" y="188145"/>
                  </a:lnTo>
                  <a:lnTo>
                    <a:pt x="92923" y="182562"/>
                  </a:lnTo>
                  <a:lnTo>
                    <a:pt x="90280" y="178944"/>
                  </a:lnTo>
                  <a:lnTo>
                    <a:pt x="87395" y="174995"/>
                  </a:lnTo>
                  <a:lnTo>
                    <a:pt x="85529" y="172524"/>
                  </a:lnTo>
                  <a:lnTo>
                    <a:pt x="82368" y="168337"/>
                  </a:lnTo>
                  <a:lnTo>
                    <a:pt x="80823" y="165807"/>
                  </a:lnTo>
                  <a:lnTo>
                    <a:pt x="80301" y="164875"/>
                  </a:lnTo>
                  <a:lnTo>
                    <a:pt x="79788" y="163085"/>
                  </a:lnTo>
                  <a:lnTo>
                    <a:pt x="78966" y="154343"/>
                  </a:lnTo>
                  <a:lnTo>
                    <a:pt x="78016" y="150342"/>
                  </a:lnTo>
                  <a:lnTo>
                    <a:pt x="76664" y="148163"/>
                  </a:lnTo>
                  <a:lnTo>
                    <a:pt x="75511" y="143965"/>
                  </a:lnTo>
                  <a:lnTo>
                    <a:pt x="74555" y="137744"/>
                  </a:lnTo>
                  <a:lnTo>
                    <a:pt x="73765" y="133702"/>
                  </a:lnTo>
                  <a:lnTo>
                    <a:pt x="73139" y="131838"/>
                  </a:lnTo>
                  <a:lnTo>
                    <a:pt x="71869" y="129777"/>
                  </a:lnTo>
                  <a:lnTo>
                    <a:pt x="69952" y="127519"/>
                  </a:lnTo>
                  <a:lnTo>
                    <a:pt x="68131" y="126449"/>
                  </a:lnTo>
                  <a:lnTo>
                    <a:pt x="67473" y="126492"/>
                  </a:lnTo>
                  <a:lnTo>
                    <a:pt x="67149" y="126772"/>
                  </a:lnTo>
                  <a:lnTo>
                    <a:pt x="66780" y="127156"/>
                  </a:lnTo>
                  <a:lnTo>
                    <a:pt x="66057" y="128841"/>
                  </a:lnTo>
                  <a:lnTo>
                    <a:pt x="64990" y="129015"/>
                  </a:lnTo>
                  <a:lnTo>
                    <a:pt x="64211" y="128975"/>
                  </a:lnTo>
                  <a:lnTo>
                    <a:pt x="63478" y="128375"/>
                  </a:lnTo>
                  <a:lnTo>
                    <a:pt x="61174" y="127839"/>
                  </a:lnTo>
                  <a:lnTo>
                    <a:pt x="60360" y="127258"/>
                  </a:lnTo>
                  <a:lnTo>
                    <a:pt x="58974" y="127345"/>
                  </a:lnTo>
                  <a:lnTo>
                    <a:pt x="55996" y="128219"/>
                  </a:lnTo>
                  <a:lnTo>
                    <a:pt x="55273" y="128057"/>
                  </a:lnTo>
                  <a:lnTo>
                    <a:pt x="52127" y="124294"/>
                  </a:lnTo>
                  <a:lnTo>
                    <a:pt x="50765" y="122804"/>
                  </a:lnTo>
                  <a:lnTo>
                    <a:pt x="50490" y="121979"/>
                  </a:lnTo>
                  <a:lnTo>
                    <a:pt x="50507" y="120534"/>
                  </a:lnTo>
                  <a:lnTo>
                    <a:pt x="50967" y="118496"/>
                  </a:lnTo>
                  <a:lnTo>
                    <a:pt x="51362" y="117050"/>
                  </a:lnTo>
                  <a:lnTo>
                    <a:pt x="51189" y="115548"/>
                  </a:lnTo>
                  <a:lnTo>
                    <a:pt x="50592" y="113906"/>
                  </a:lnTo>
                  <a:lnTo>
                    <a:pt x="50592" y="112159"/>
                  </a:lnTo>
                  <a:lnTo>
                    <a:pt x="50999" y="111183"/>
                  </a:lnTo>
                  <a:lnTo>
                    <a:pt x="51835" y="111491"/>
                  </a:lnTo>
                  <a:lnTo>
                    <a:pt x="52136" y="110875"/>
                  </a:lnTo>
                  <a:lnTo>
                    <a:pt x="52029" y="109950"/>
                  </a:lnTo>
                  <a:lnTo>
                    <a:pt x="51578" y="109282"/>
                  </a:lnTo>
                  <a:lnTo>
                    <a:pt x="50978" y="107793"/>
                  </a:lnTo>
                  <a:lnTo>
                    <a:pt x="49197" y="106405"/>
                  </a:lnTo>
                  <a:lnTo>
                    <a:pt x="48941" y="105839"/>
                  </a:lnTo>
                  <a:lnTo>
                    <a:pt x="49033" y="105193"/>
                  </a:lnTo>
                  <a:lnTo>
                    <a:pt x="49339" y="104502"/>
                  </a:lnTo>
                  <a:lnTo>
                    <a:pt x="49402" y="103046"/>
                  </a:lnTo>
                  <a:lnTo>
                    <a:pt x="49432" y="101165"/>
                  </a:lnTo>
                  <a:lnTo>
                    <a:pt x="49668" y="100189"/>
                  </a:lnTo>
                  <a:lnTo>
                    <a:pt x="49734" y="99419"/>
                  </a:lnTo>
                  <a:lnTo>
                    <a:pt x="49476" y="98801"/>
                  </a:lnTo>
                  <a:lnTo>
                    <a:pt x="48876" y="98083"/>
                  </a:lnTo>
                  <a:lnTo>
                    <a:pt x="47910" y="96335"/>
                  </a:lnTo>
                  <a:lnTo>
                    <a:pt x="46729" y="96147"/>
                  </a:lnTo>
                  <a:lnTo>
                    <a:pt x="42885" y="96207"/>
                  </a:lnTo>
                  <a:lnTo>
                    <a:pt x="41691" y="95504"/>
                  </a:lnTo>
                  <a:lnTo>
                    <a:pt x="40732" y="94533"/>
                  </a:lnTo>
                  <a:lnTo>
                    <a:pt x="39776" y="90824"/>
                  </a:lnTo>
                  <a:lnTo>
                    <a:pt x="39288" y="89945"/>
                  </a:lnTo>
                  <a:lnTo>
                    <a:pt x="38839" y="89580"/>
                  </a:lnTo>
                  <a:lnTo>
                    <a:pt x="37761" y="89452"/>
                  </a:lnTo>
                  <a:lnTo>
                    <a:pt x="36466" y="89092"/>
                  </a:lnTo>
                  <a:lnTo>
                    <a:pt x="35801" y="88466"/>
                  </a:lnTo>
                  <a:lnTo>
                    <a:pt x="33987" y="85077"/>
                  </a:lnTo>
                  <a:lnTo>
                    <a:pt x="32248" y="82054"/>
                  </a:lnTo>
                  <a:lnTo>
                    <a:pt x="31548" y="84907"/>
                  </a:lnTo>
                  <a:lnTo>
                    <a:pt x="30867" y="85471"/>
                  </a:lnTo>
                  <a:lnTo>
                    <a:pt x="29337" y="85208"/>
                  </a:lnTo>
                  <a:lnTo>
                    <a:pt x="28183" y="84725"/>
                  </a:lnTo>
                  <a:lnTo>
                    <a:pt x="27527" y="85368"/>
                  </a:lnTo>
                  <a:lnTo>
                    <a:pt x="26849" y="86498"/>
                  </a:lnTo>
                  <a:lnTo>
                    <a:pt x="26978" y="87240"/>
                  </a:lnTo>
                  <a:lnTo>
                    <a:pt x="27498" y="88026"/>
                  </a:lnTo>
                  <a:lnTo>
                    <a:pt x="28541" y="89476"/>
                  </a:lnTo>
                  <a:lnTo>
                    <a:pt x="30139" y="93040"/>
                  </a:lnTo>
                  <a:lnTo>
                    <a:pt x="30865" y="95007"/>
                  </a:lnTo>
                  <a:lnTo>
                    <a:pt x="30974" y="95695"/>
                  </a:lnTo>
                  <a:lnTo>
                    <a:pt x="30833" y="96211"/>
                  </a:lnTo>
                  <a:lnTo>
                    <a:pt x="30619" y="96435"/>
                  </a:lnTo>
                  <a:lnTo>
                    <a:pt x="30303" y="96426"/>
                  </a:lnTo>
                  <a:lnTo>
                    <a:pt x="29879" y="96415"/>
                  </a:lnTo>
                  <a:lnTo>
                    <a:pt x="29633" y="95825"/>
                  </a:lnTo>
                  <a:lnTo>
                    <a:pt x="29551" y="94810"/>
                  </a:lnTo>
                  <a:lnTo>
                    <a:pt x="29017" y="93269"/>
                  </a:lnTo>
                  <a:lnTo>
                    <a:pt x="28470" y="92385"/>
                  </a:lnTo>
                  <a:lnTo>
                    <a:pt x="27868" y="91828"/>
                  </a:lnTo>
                  <a:lnTo>
                    <a:pt x="27023" y="91418"/>
                  </a:lnTo>
                  <a:lnTo>
                    <a:pt x="25911" y="90681"/>
                  </a:lnTo>
                  <a:lnTo>
                    <a:pt x="25336" y="90648"/>
                  </a:lnTo>
                  <a:lnTo>
                    <a:pt x="24776" y="91500"/>
                  </a:lnTo>
                  <a:lnTo>
                    <a:pt x="24309" y="92646"/>
                  </a:lnTo>
                  <a:lnTo>
                    <a:pt x="24034" y="95152"/>
                  </a:lnTo>
                  <a:lnTo>
                    <a:pt x="23202" y="98230"/>
                  </a:lnTo>
                  <a:lnTo>
                    <a:pt x="22687" y="99448"/>
                  </a:lnTo>
                  <a:lnTo>
                    <a:pt x="21106" y="100188"/>
                  </a:lnTo>
                  <a:lnTo>
                    <a:pt x="17350" y="100439"/>
                  </a:lnTo>
                  <a:lnTo>
                    <a:pt x="16226" y="101400"/>
                  </a:lnTo>
                  <a:lnTo>
                    <a:pt x="15463" y="102561"/>
                  </a:lnTo>
                  <a:lnTo>
                    <a:pt x="14041" y="106324"/>
                  </a:lnTo>
                  <a:lnTo>
                    <a:pt x="13055" y="107574"/>
                  </a:lnTo>
                  <a:lnTo>
                    <a:pt x="12196" y="109296"/>
                  </a:lnTo>
                  <a:lnTo>
                    <a:pt x="12453" y="114828"/>
                  </a:lnTo>
                  <a:lnTo>
                    <a:pt x="12863" y="121292"/>
                  </a:lnTo>
                  <a:lnTo>
                    <a:pt x="13585" y="123082"/>
                  </a:lnTo>
                  <a:lnTo>
                    <a:pt x="14044" y="123621"/>
                  </a:lnTo>
                  <a:lnTo>
                    <a:pt x="14106" y="124256"/>
                  </a:lnTo>
                  <a:lnTo>
                    <a:pt x="13809" y="124817"/>
                  </a:lnTo>
                  <a:lnTo>
                    <a:pt x="13432" y="125527"/>
                  </a:lnTo>
                  <a:lnTo>
                    <a:pt x="12861" y="126821"/>
                  </a:lnTo>
                  <a:lnTo>
                    <a:pt x="12218" y="126772"/>
                  </a:lnTo>
                  <a:lnTo>
                    <a:pt x="10922" y="126447"/>
                  </a:lnTo>
                  <a:lnTo>
                    <a:pt x="9846" y="126097"/>
                  </a:lnTo>
                  <a:lnTo>
                    <a:pt x="6221" y="125723"/>
                  </a:lnTo>
                  <a:lnTo>
                    <a:pt x="3286" y="125421"/>
                  </a:lnTo>
                  <a:lnTo>
                    <a:pt x="21" y="125085"/>
                  </a:lnTo>
                  <a:lnTo>
                    <a:pt x="20" y="118302"/>
                  </a:lnTo>
                  <a:lnTo>
                    <a:pt x="18" y="111518"/>
                  </a:lnTo>
                  <a:lnTo>
                    <a:pt x="16" y="104736"/>
                  </a:lnTo>
                  <a:lnTo>
                    <a:pt x="15" y="97953"/>
                  </a:lnTo>
                  <a:lnTo>
                    <a:pt x="14" y="91170"/>
                  </a:lnTo>
                  <a:lnTo>
                    <a:pt x="13" y="84387"/>
                  </a:lnTo>
                  <a:lnTo>
                    <a:pt x="12" y="77605"/>
                  </a:lnTo>
                  <a:lnTo>
                    <a:pt x="10" y="70822"/>
                  </a:lnTo>
                  <a:lnTo>
                    <a:pt x="9" y="64041"/>
                  </a:lnTo>
                  <a:lnTo>
                    <a:pt x="8" y="57258"/>
                  </a:lnTo>
                  <a:lnTo>
                    <a:pt x="7" y="50474"/>
                  </a:lnTo>
                  <a:lnTo>
                    <a:pt x="6" y="43691"/>
                  </a:lnTo>
                  <a:lnTo>
                    <a:pt x="4" y="36908"/>
                  </a:lnTo>
                  <a:lnTo>
                    <a:pt x="3" y="30126"/>
                  </a:lnTo>
                  <a:lnTo>
                    <a:pt x="1" y="23343"/>
                  </a:lnTo>
                  <a:lnTo>
                    <a:pt x="0" y="16560"/>
                  </a:lnTo>
                  <a:lnTo>
                    <a:pt x="1540" y="15719"/>
                  </a:lnTo>
                  <a:lnTo>
                    <a:pt x="3482" y="14657"/>
                  </a:lnTo>
                  <a:lnTo>
                    <a:pt x="5349" y="13638"/>
                  </a:lnTo>
                  <a:lnTo>
                    <a:pt x="7565" y="12428"/>
                  </a:lnTo>
                  <a:lnTo>
                    <a:pt x="10071" y="11060"/>
                  </a:lnTo>
                  <a:lnTo>
                    <a:pt x="12208" y="9891"/>
                  </a:lnTo>
                  <a:lnTo>
                    <a:pt x="14758" y="8499"/>
                  </a:lnTo>
                  <a:lnTo>
                    <a:pt x="16703" y="7437"/>
                  </a:lnTo>
                  <a:lnTo>
                    <a:pt x="18530" y="6439"/>
                  </a:lnTo>
                  <a:lnTo>
                    <a:pt x="20866" y="5257"/>
                  </a:lnTo>
                  <a:lnTo>
                    <a:pt x="24498" y="3418"/>
                  </a:lnTo>
                  <a:lnTo>
                    <a:pt x="26524" y="2393"/>
                  </a:lnTo>
                  <a:lnTo>
                    <a:pt x="28571" y="1357"/>
                  </a:lnTo>
                  <a:lnTo>
                    <a:pt x="30525" y="367"/>
                  </a:lnTo>
                  <a:lnTo>
                    <a:pt x="31831" y="0"/>
                  </a:lnTo>
                  <a:lnTo>
                    <a:pt x="33234" y="1412"/>
                  </a:lnTo>
                  <a:lnTo>
                    <a:pt x="34938" y="3355"/>
                  </a:lnTo>
                  <a:lnTo>
                    <a:pt x="36642" y="5300"/>
                  </a:lnTo>
                  <a:lnTo>
                    <a:pt x="38348" y="7244"/>
                  </a:lnTo>
                  <a:lnTo>
                    <a:pt x="40052" y="9187"/>
                  </a:lnTo>
                  <a:lnTo>
                    <a:pt x="41756" y="11132"/>
                  </a:lnTo>
                  <a:lnTo>
                    <a:pt x="43462" y="13076"/>
                  </a:lnTo>
                  <a:lnTo>
                    <a:pt x="45166" y="15019"/>
                  </a:lnTo>
                  <a:lnTo>
                    <a:pt x="46870" y="16963"/>
                  </a:lnTo>
                  <a:lnTo>
                    <a:pt x="48575" y="18905"/>
                  </a:lnTo>
                  <a:lnTo>
                    <a:pt x="50279" y="20850"/>
                  </a:lnTo>
                  <a:lnTo>
                    <a:pt x="51985" y="22793"/>
                  </a:lnTo>
                  <a:lnTo>
                    <a:pt x="53690" y="24737"/>
                  </a:lnTo>
                  <a:lnTo>
                    <a:pt x="55394" y="26680"/>
                  </a:lnTo>
                  <a:lnTo>
                    <a:pt x="57099" y="28625"/>
                  </a:lnTo>
                  <a:lnTo>
                    <a:pt x="58804" y="30569"/>
                  </a:lnTo>
                  <a:lnTo>
                    <a:pt x="60508" y="32512"/>
                  </a:lnTo>
                  <a:lnTo>
                    <a:pt x="62096" y="34323"/>
                  </a:lnTo>
                  <a:lnTo>
                    <a:pt x="62805" y="35665"/>
                  </a:lnTo>
                  <a:lnTo>
                    <a:pt x="63196" y="38624"/>
                  </a:lnTo>
                  <a:lnTo>
                    <a:pt x="63982" y="40977"/>
                  </a:lnTo>
                  <a:lnTo>
                    <a:pt x="65349" y="43528"/>
                  </a:lnTo>
                  <a:lnTo>
                    <a:pt x="66750" y="46138"/>
                  </a:lnTo>
                  <a:lnTo>
                    <a:pt x="68488" y="49588"/>
                  </a:lnTo>
                  <a:lnTo>
                    <a:pt x="69694" y="51982"/>
                  </a:lnTo>
                  <a:lnTo>
                    <a:pt x="70923" y="54423"/>
                  </a:lnTo>
                  <a:lnTo>
                    <a:pt x="72951" y="58451"/>
                  </a:lnTo>
                  <a:lnTo>
                    <a:pt x="74218" y="60966"/>
                  </a:lnTo>
                  <a:lnTo>
                    <a:pt x="75227" y="61048"/>
                  </a:lnTo>
                  <a:lnTo>
                    <a:pt x="77274" y="60451"/>
                  </a:lnTo>
                  <a:lnTo>
                    <a:pt x="80007" y="59652"/>
                  </a:lnTo>
                  <a:lnTo>
                    <a:pt x="82168" y="59020"/>
                  </a:lnTo>
                  <a:lnTo>
                    <a:pt x="84780" y="58255"/>
                  </a:lnTo>
                  <a:lnTo>
                    <a:pt x="87266" y="57528"/>
                  </a:lnTo>
                  <a:lnTo>
                    <a:pt x="89233" y="56952"/>
                  </a:lnTo>
                  <a:lnTo>
                    <a:pt x="92167" y="57388"/>
                  </a:lnTo>
                  <a:lnTo>
                    <a:pt x="95065" y="57819"/>
                  </a:lnTo>
                  <a:lnTo>
                    <a:pt x="97144" y="58129"/>
                  </a:lnTo>
                  <a:lnTo>
                    <a:pt x="99182" y="58434"/>
                  </a:lnTo>
                  <a:lnTo>
                    <a:pt x="101595" y="58792"/>
                  </a:lnTo>
                  <a:lnTo>
                    <a:pt x="102944" y="58992"/>
                  </a:lnTo>
                  <a:lnTo>
                    <a:pt x="104487" y="59222"/>
                  </a:lnTo>
                  <a:lnTo>
                    <a:pt x="105140" y="58617"/>
                  </a:lnTo>
                  <a:lnTo>
                    <a:pt x="106473" y="57381"/>
                  </a:lnTo>
                  <a:lnTo>
                    <a:pt x="107731" y="56213"/>
                  </a:lnTo>
                  <a:lnTo>
                    <a:pt x="109036" y="55003"/>
                  </a:lnTo>
                  <a:lnTo>
                    <a:pt x="110191" y="54390"/>
                  </a:lnTo>
                  <a:lnTo>
                    <a:pt x="111396" y="56329"/>
                  </a:lnTo>
                  <a:lnTo>
                    <a:pt x="112405" y="58557"/>
                  </a:lnTo>
                  <a:lnTo>
                    <a:pt x="113467" y="60905"/>
                  </a:lnTo>
                  <a:lnTo>
                    <a:pt x="114696" y="63171"/>
                  </a:lnTo>
                  <a:lnTo>
                    <a:pt x="115880" y="64515"/>
                  </a:lnTo>
                  <a:lnTo>
                    <a:pt x="117481" y="66332"/>
                  </a:lnTo>
                  <a:lnTo>
                    <a:pt x="118400" y="69446"/>
                  </a:lnTo>
                  <a:lnTo>
                    <a:pt x="119628" y="73599"/>
                  </a:lnTo>
                  <a:lnTo>
                    <a:pt x="120436" y="76332"/>
                  </a:lnTo>
                  <a:lnTo>
                    <a:pt x="121267" y="79144"/>
                  </a:lnTo>
                  <a:lnTo>
                    <a:pt x="122477" y="78035"/>
                  </a:lnTo>
                  <a:lnTo>
                    <a:pt x="123768" y="76850"/>
                  </a:lnTo>
                  <a:lnTo>
                    <a:pt x="124935" y="75780"/>
                  </a:lnTo>
                  <a:lnTo>
                    <a:pt x="124794" y="79250"/>
                  </a:lnTo>
                  <a:lnTo>
                    <a:pt x="124667" y="82404"/>
                  </a:lnTo>
                  <a:lnTo>
                    <a:pt x="124471" y="87175"/>
                  </a:lnTo>
                  <a:lnTo>
                    <a:pt x="124312" y="91088"/>
                  </a:lnTo>
                  <a:lnTo>
                    <a:pt x="123889" y="95755"/>
                  </a:lnTo>
                  <a:lnTo>
                    <a:pt x="123860" y="99311"/>
                  </a:lnTo>
                  <a:lnTo>
                    <a:pt x="123836" y="102434"/>
                  </a:lnTo>
                  <a:lnTo>
                    <a:pt x="123816" y="104913"/>
                  </a:lnTo>
                  <a:lnTo>
                    <a:pt x="126081" y="105024"/>
                  </a:lnTo>
                  <a:lnTo>
                    <a:pt x="127755" y="105106"/>
                  </a:lnTo>
                  <a:lnTo>
                    <a:pt x="129851" y="105209"/>
                  </a:lnTo>
                  <a:lnTo>
                    <a:pt x="130053" y="108325"/>
                  </a:lnTo>
                  <a:lnTo>
                    <a:pt x="130335" y="112703"/>
                  </a:lnTo>
                  <a:lnTo>
                    <a:pt x="130763" y="116671"/>
                  </a:lnTo>
                  <a:lnTo>
                    <a:pt x="131122" y="119999"/>
                  </a:lnTo>
                  <a:lnTo>
                    <a:pt x="131661" y="124305"/>
                  </a:lnTo>
                  <a:lnTo>
                    <a:pt x="131949" y="126606"/>
                  </a:lnTo>
                  <a:lnTo>
                    <a:pt x="132455" y="129313"/>
                  </a:lnTo>
                  <a:lnTo>
                    <a:pt x="132950" y="129965"/>
                  </a:lnTo>
                  <a:lnTo>
                    <a:pt x="133745" y="130399"/>
                  </a:lnTo>
                  <a:lnTo>
                    <a:pt x="136515" y="130076"/>
                  </a:lnTo>
                  <a:lnTo>
                    <a:pt x="138814" y="129809"/>
                  </a:lnTo>
                  <a:lnTo>
                    <a:pt x="140623" y="129597"/>
                  </a:lnTo>
                  <a:lnTo>
                    <a:pt x="142553" y="129372"/>
                  </a:lnTo>
                  <a:lnTo>
                    <a:pt x="145108" y="129073"/>
                  </a:lnTo>
                  <a:lnTo>
                    <a:pt x="145972" y="129763"/>
                  </a:lnTo>
                  <a:lnTo>
                    <a:pt x="146720" y="129280"/>
                  </a:lnTo>
                  <a:lnTo>
                    <a:pt x="147584" y="128798"/>
                  </a:lnTo>
                  <a:lnTo>
                    <a:pt x="148271" y="130764"/>
                  </a:lnTo>
                  <a:lnTo>
                    <a:pt x="148621" y="131763"/>
                  </a:lnTo>
                  <a:lnTo>
                    <a:pt x="149110" y="132796"/>
                  </a:lnTo>
                  <a:lnTo>
                    <a:pt x="149773" y="133761"/>
                  </a:lnTo>
                  <a:lnTo>
                    <a:pt x="149492" y="135781"/>
                  </a:lnTo>
                  <a:lnTo>
                    <a:pt x="149081" y="138726"/>
                  </a:lnTo>
                  <a:lnTo>
                    <a:pt x="148965" y="140242"/>
                  </a:lnTo>
                  <a:lnTo>
                    <a:pt x="149763" y="141874"/>
                  </a:lnTo>
                  <a:lnTo>
                    <a:pt x="150355" y="142828"/>
                  </a:lnTo>
                  <a:lnTo>
                    <a:pt x="151979" y="144768"/>
                  </a:lnTo>
                  <a:lnTo>
                    <a:pt x="153499" y="145852"/>
                  </a:lnTo>
                  <a:lnTo>
                    <a:pt x="154494" y="146171"/>
                  </a:lnTo>
                  <a:lnTo>
                    <a:pt x="155444" y="145756"/>
                  </a:lnTo>
                  <a:lnTo>
                    <a:pt x="155790" y="144654"/>
                  </a:lnTo>
                  <a:lnTo>
                    <a:pt x="155703" y="143138"/>
                  </a:lnTo>
                  <a:lnTo>
                    <a:pt x="155245" y="141546"/>
                  </a:lnTo>
                  <a:lnTo>
                    <a:pt x="155279" y="139650"/>
                  </a:lnTo>
                  <a:lnTo>
                    <a:pt x="155585" y="138262"/>
                  </a:lnTo>
                  <a:lnTo>
                    <a:pt x="156556" y="135743"/>
                  </a:lnTo>
                  <a:lnTo>
                    <a:pt x="157473" y="133368"/>
                  </a:lnTo>
                  <a:lnTo>
                    <a:pt x="158881" y="130947"/>
                  </a:lnTo>
                  <a:lnTo>
                    <a:pt x="160556" y="128548"/>
                  </a:lnTo>
                  <a:lnTo>
                    <a:pt x="161253" y="126802"/>
                  </a:lnTo>
                  <a:lnTo>
                    <a:pt x="161519" y="123764"/>
                  </a:lnTo>
                  <a:lnTo>
                    <a:pt x="162613" y="122041"/>
                  </a:lnTo>
                  <a:lnTo>
                    <a:pt x="163794" y="121006"/>
                  </a:lnTo>
                  <a:lnTo>
                    <a:pt x="165263" y="120110"/>
                  </a:lnTo>
                  <a:lnTo>
                    <a:pt x="165665" y="118594"/>
                  </a:lnTo>
                  <a:lnTo>
                    <a:pt x="167691" y="116018"/>
                  </a:lnTo>
                  <a:lnTo>
                    <a:pt x="168909" y="114746"/>
                  </a:lnTo>
                  <a:lnTo>
                    <a:pt x="170442" y="114001"/>
                  </a:lnTo>
                  <a:lnTo>
                    <a:pt x="172563" y="112325"/>
                  </a:lnTo>
                  <a:lnTo>
                    <a:pt x="174237" y="110361"/>
                  </a:lnTo>
                  <a:lnTo>
                    <a:pt x="175844" y="106653"/>
                  </a:lnTo>
                  <a:lnTo>
                    <a:pt x="177116" y="104231"/>
                  </a:lnTo>
                  <a:lnTo>
                    <a:pt x="178191" y="102736"/>
                  </a:lnTo>
                  <a:lnTo>
                    <a:pt x="179092" y="102685"/>
                  </a:lnTo>
                  <a:lnTo>
                    <a:pt x="179722" y="103892"/>
                  </a:lnTo>
                  <a:lnTo>
                    <a:pt x="180267" y="103993"/>
                  </a:lnTo>
                  <a:lnTo>
                    <a:pt x="180625" y="103440"/>
                  </a:lnTo>
                  <a:lnTo>
                    <a:pt x="181232" y="101882"/>
                  </a:lnTo>
                  <a:lnTo>
                    <a:pt x="181883" y="100074"/>
                  </a:lnTo>
                  <a:lnTo>
                    <a:pt x="182491" y="99319"/>
                  </a:lnTo>
                  <a:lnTo>
                    <a:pt x="183674" y="98934"/>
                  </a:lnTo>
                  <a:close/>
                </a:path>
              </a:pathLst>
            </a:custGeom>
            <a:solidFill>
              <a:srgbClr val="F5FAF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7" name="pg1576"/>
            <p:cNvSpPr/>
            <p:nvPr/>
          </p:nvSpPr>
          <p:spPr>
            <a:xfrm>
              <a:off x="4234595" y="2421826"/>
              <a:ext cx="1265" cy="2670"/>
            </a:xfrm>
            <a:custGeom>
              <a:avLst/>
              <a:pathLst>
                <a:path w="1265" h="2670">
                  <a:moveTo>
                    <a:pt x="1265" y="2605"/>
                  </a:moveTo>
                  <a:lnTo>
                    <a:pt x="1224" y="1890"/>
                  </a:lnTo>
                  <a:lnTo>
                    <a:pt x="843" y="683"/>
                  </a:lnTo>
                  <a:lnTo>
                    <a:pt x="272" y="0"/>
                  </a:lnTo>
                  <a:lnTo>
                    <a:pt x="0" y="292"/>
                  </a:lnTo>
                  <a:lnTo>
                    <a:pt x="231" y="1269"/>
                  </a:lnTo>
                  <a:lnTo>
                    <a:pt x="897" y="2670"/>
                  </a:lnTo>
                  <a:close/>
                </a:path>
              </a:pathLst>
            </a:custGeom>
            <a:solidFill>
              <a:srgbClr val="F5FAF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8" name="pg1577"/>
            <p:cNvSpPr/>
            <p:nvPr/>
          </p:nvSpPr>
          <p:spPr>
            <a:xfrm>
              <a:off x="3517374" y="2395782"/>
              <a:ext cx="133" cy="161"/>
            </a:xfrm>
            <a:custGeom>
              <a:avLst/>
              <a:pathLst>
                <a:path w="133" h="161">
                  <a:moveTo>
                    <a:pt x="0" y="161"/>
                  </a:moveTo>
                  <a:lnTo>
                    <a:pt x="133" y="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9" name="pg1578"/>
            <p:cNvSpPr/>
            <p:nvPr/>
          </p:nvSpPr>
          <p:spPr>
            <a:xfrm>
              <a:off x="2606959" y="3257861"/>
              <a:ext cx="447" cy="903"/>
            </a:xfrm>
            <a:custGeom>
              <a:avLst/>
              <a:pathLst>
                <a:path w="447" h="903">
                  <a:moveTo>
                    <a:pt x="0" y="901"/>
                  </a:moveTo>
                  <a:lnTo>
                    <a:pt x="140" y="829"/>
                  </a:lnTo>
                  <a:lnTo>
                    <a:pt x="206" y="634"/>
                  </a:lnTo>
                  <a:lnTo>
                    <a:pt x="182" y="373"/>
                  </a:lnTo>
                  <a:lnTo>
                    <a:pt x="188" y="85"/>
                  </a:lnTo>
                  <a:lnTo>
                    <a:pt x="423" y="0"/>
                  </a:lnTo>
                  <a:lnTo>
                    <a:pt x="447" y="269"/>
                  </a:lnTo>
                  <a:lnTo>
                    <a:pt x="382" y="477"/>
                  </a:lnTo>
                  <a:lnTo>
                    <a:pt x="310" y="644"/>
                  </a:lnTo>
                  <a:lnTo>
                    <a:pt x="275" y="903"/>
                  </a:lnTo>
                  <a:close/>
                </a:path>
              </a:pathLst>
            </a:custGeom>
            <a:solidFill>
              <a:srgbClr val="FAFCF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0" name="pg1579"/>
            <p:cNvSpPr/>
            <p:nvPr/>
          </p:nvSpPr>
          <p:spPr>
            <a:xfrm>
              <a:off x="2607874" y="3248654"/>
              <a:ext cx="1026" cy="1979"/>
            </a:xfrm>
            <a:custGeom>
              <a:avLst/>
              <a:pathLst>
                <a:path w="1026" h="1979">
                  <a:moveTo>
                    <a:pt x="626" y="1437"/>
                  </a:moveTo>
                  <a:lnTo>
                    <a:pt x="521" y="1760"/>
                  </a:lnTo>
                  <a:lnTo>
                    <a:pt x="428" y="1979"/>
                  </a:lnTo>
                  <a:lnTo>
                    <a:pt x="366" y="1761"/>
                  </a:lnTo>
                  <a:lnTo>
                    <a:pt x="143" y="1568"/>
                  </a:lnTo>
                  <a:lnTo>
                    <a:pt x="0" y="1577"/>
                  </a:lnTo>
                  <a:lnTo>
                    <a:pt x="0" y="1356"/>
                  </a:lnTo>
                  <a:lnTo>
                    <a:pt x="183" y="1491"/>
                  </a:lnTo>
                  <a:lnTo>
                    <a:pt x="463" y="1359"/>
                  </a:lnTo>
                  <a:lnTo>
                    <a:pt x="465" y="1119"/>
                  </a:lnTo>
                  <a:lnTo>
                    <a:pt x="382" y="903"/>
                  </a:lnTo>
                  <a:lnTo>
                    <a:pt x="344" y="751"/>
                  </a:lnTo>
                  <a:lnTo>
                    <a:pt x="448" y="517"/>
                  </a:lnTo>
                  <a:lnTo>
                    <a:pt x="791" y="0"/>
                  </a:lnTo>
                  <a:lnTo>
                    <a:pt x="1026" y="147"/>
                  </a:lnTo>
                  <a:lnTo>
                    <a:pt x="850" y="548"/>
                  </a:lnTo>
                  <a:close/>
                </a:path>
              </a:pathLst>
            </a:custGeom>
            <a:solidFill>
              <a:srgbClr val="FAFCF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1" name="pg1580"/>
            <p:cNvSpPr/>
            <p:nvPr/>
          </p:nvSpPr>
          <p:spPr>
            <a:xfrm>
              <a:off x="2607870" y="3239332"/>
              <a:ext cx="1891" cy="6396"/>
            </a:xfrm>
            <a:custGeom>
              <a:avLst/>
              <a:pathLst>
                <a:path w="1891" h="6396">
                  <a:moveTo>
                    <a:pt x="1268" y="5928"/>
                  </a:moveTo>
                  <a:lnTo>
                    <a:pt x="905" y="6396"/>
                  </a:lnTo>
                  <a:lnTo>
                    <a:pt x="0" y="4407"/>
                  </a:lnTo>
                  <a:lnTo>
                    <a:pt x="109" y="2099"/>
                  </a:lnTo>
                  <a:lnTo>
                    <a:pt x="656" y="829"/>
                  </a:lnTo>
                  <a:lnTo>
                    <a:pt x="1174" y="82"/>
                  </a:lnTo>
                  <a:lnTo>
                    <a:pt x="1706" y="0"/>
                  </a:lnTo>
                  <a:lnTo>
                    <a:pt x="1891" y="1911"/>
                  </a:lnTo>
                  <a:lnTo>
                    <a:pt x="1761" y="4605"/>
                  </a:lnTo>
                  <a:close/>
                </a:path>
              </a:pathLst>
            </a:custGeom>
            <a:solidFill>
              <a:srgbClr val="FAFCF9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2" name="pg1581"/>
            <p:cNvSpPr/>
            <p:nvPr/>
          </p:nvSpPr>
          <p:spPr>
            <a:xfrm>
              <a:off x="2610438" y="3366051"/>
              <a:ext cx="2715" cy="6598"/>
            </a:xfrm>
            <a:custGeom>
              <a:avLst/>
              <a:pathLst>
                <a:path w="2715" h="6598">
                  <a:moveTo>
                    <a:pt x="879" y="5997"/>
                  </a:moveTo>
                  <a:lnTo>
                    <a:pt x="113" y="6598"/>
                  </a:lnTo>
                  <a:lnTo>
                    <a:pt x="0" y="3634"/>
                  </a:lnTo>
                  <a:lnTo>
                    <a:pt x="230" y="2835"/>
                  </a:lnTo>
                  <a:lnTo>
                    <a:pt x="1535" y="451"/>
                  </a:lnTo>
                  <a:lnTo>
                    <a:pt x="1892" y="0"/>
                  </a:lnTo>
                  <a:lnTo>
                    <a:pt x="2154" y="500"/>
                  </a:lnTo>
                  <a:lnTo>
                    <a:pt x="2089" y="1135"/>
                  </a:lnTo>
                  <a:lnTo>
                    <a:pt x="2715" y="2204"/>
                  </a:lnTo>
                  <a:lnTo>
                    <a:pt x="2563" y="3566"/>
                  </a:lnTo>
                  <a:lnTo>
                    <a:pt x="1885" y="5054"/>
                  </a:lnTo>
                  <a:close/>
                </a:path>
              </a:pathLst>
            </a:custGeom>
            <a:solidFill>
              <a:srgbClr val="FFF7F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3" name="pg1582"/>
            <p:cNvSpPr/>
            <p:nvPr/>
          </p:nvSpPr>
          <p:spPr>
            <a:xfrm>
              <a:off x="2612015" y="3361676"/>
              <a:ext cx="2536" cy="3332"/>
            </a:xfrm>
            <a:custGeom>
              <a:avLst/>
              <a:pathLst>
                <a:path w="2536" h="3332">
                  <a:moveTo>
                    <a:pt x="1483" y="2363"/>
                  </a:moveTo>
                  <a:lnTo>
                    <a:pt x="0" y="3332"/>
                  </a:lnTo>
                  <a:lnTo>
                    <a:pt x="24" y="2542"/>
                  </a:lnTo>
                  <a:lnTo>
                    <a:pt x="421" y="1171"/>
                  </a:lnTo>
                  <a:lnTo>
                    <a:pt x="1191" y="784"/>
                  </a:lnTo>
                  <a:lnTo>
                    <a:pt x="1481" y="315"/>
                  </a:lnTo>
                  <a:lnTo>
                    <a:pt x="1972" y="0"/>
                  </a:lnTo>
                  <a:lnTo>
                    <a:pt x="2252" y="56"/>
                  </a:lnTo>
                  <a:lnTo>
                    <a:pt x="2536" y="444"/>
                  </a:lnTo>
                  <a:lnTo>
                    <a:pt x="1863" y="1216"/>
                  </a:lnTo>
                  <a:close/>
                </a:path>
              </a:pathLst>
            </a:custGeom>
            <a:solidFill>
              <a:srgbClr val="FFF7F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4" name="pg1583"/>
            <p:cNvSpPr/>
            <p:nvPr/>
          </p:nvSpPr>
          <p:spPr>
            <a:xfrm>
              <a:off x="2556816" y="3309804"/>
              <a:ext cx="2494" cy="2654"/>
            </a:xfrm>
            <a:custGeom>
              <a:avLst/>
              <a:pathLst>
                <a:path w="2494" h="2654">
                  <a:moveTo>
                    <a:pt x="2494" y="1991"/>
                  </a:moveTo>
                  <a:lnTo>
                    <a:pt x="1829" y="2654"/>
                  </a:lnTo>
                  <a:lnTo>
                    <a:pt x="609" y="1991"/>
                  </a:lnTo>
                  <a:lnTo>
                    <a:pt x="0" y="1061"/>
                  </a:lnTo>
                  <a:lnTo>
                    <a:pt x="388" y="0"/>
                  </a:lnTo>
                  <a:lnTo>
                    <a:pt x="1385" y="0"/>
                  </a:lnTo>
                  <a:lnTo>
                    <a:pt x="2320" y="1288"/>
                  </a:lnTo>
                  <a:close/>
                </a:path>
              </a:pathLst>
            </a:custGeom>
            <a:solidFill>
              <a:srgbClr val="FFF7F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5" name="pg1584"/>
            <p:cNvSpPr/>
            <p:nvPr/>
          </p:nvSpPr>
          <p:spPr>
            <a:xfrm>
              <a:off x="2569307" y="3304089"/>
              <a:ext cx="7219" cy="8452"/>
            </a:xfrm>
            <a:custGeom>
              <a:avLst/>
              <a:pathLst>
                <a:path w="7219" h="8452">
                  <a:moveTo>
                    <a:pt x="6823" y="1070"/>
                  </a:moveTo>
                  <a:lnTo>
                    <a:pt x="7219" y="4931"/>
                  </a:lnTo>
                  <a:lnTo>
                    <a:pt x="7098" y="5655"/>
                  </a:lnTo>
                  <a:lnTo>
                    <a:pt x="5981" y="8264"/>
                  </a:lnTo>
                  <a:lnTo>
                    <a:pt x="5044" y="8452"/>
                  </a:lnTo>
                  <a:lnTo>
                    <a:pt x="4290" y="8359"/>
                  </a:lnTo>
                  <a:lnTo>
                    <a:pt x="3716" y="7854"/>
                  </a:lnTo>
                  <a:lnTo>
                    <a:pt x="2979" y="6159"/>
                  </a:lnTo>
                  <a:lnTo>
                    <a:pt x="2263" y="6667"/>
                  </a:lnTo>
                  <a:lnTo>
                    <a:pt x="491" y="6078"/>
                  </a:lnTo>
                  <a:lnTo>
                    <a:pt x="0" y="5485"/>
                  </a:lnTo>
                  <a:lnTo>
                    <a:pt x="662" y="3407"/>
                  </a:lnTo>
                  <a:lnTo>
                    <a:pt x="1882" y="2568"/>
                  </a:lnTo>
                  <a:lnTo>
                    <a:pt x="2328" y="2396"/>
                  </a:lnTo>
                  <a:lnTo>
                    <a:pt x="2684" y="3671"/>
                  </a:lnTo>
                  <a:lnTo>
                    <a:pt x="3573" y="4774"/>
                  </a:lnTo>
                  <a:lnTo>
                    <a:pt x="4615" y="4886"/>
                  </a:lnTo>
                  <a:lnTo>
                    <a:pt x="4874" y="2918"/>
                  </a:lnTo>
                  <a:lnTo>
                    <a:pt x="6283" y="0"/>
                  </a:lnTo>
                  <a:close/>
                </a:path>
              </a:pathLst>
            </a:custGeom>
            <a:solidFill>
              <a:srgbClr val="FFF7F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6" name="pg1585"/>
            <p:cNvSpPr/>
            <p:nvPr/>
          </p:nvSpPr>
          <p:spPr>
            <a:xfrm>
              <a:off x="2458695" y="3274225"/>
              <a:ext cx="167047" cy="339515"/>
            </a:xfrm>
            <a:custGeom>
              <a:avLst/>
              <a:pathLst>
                <a:path w="167047" h="339515">
                  <a:moveTo>
                    <a:pt x="164720" y="107220"/>
                  </a:moveTo>
                  <a:lnTo>
                    <a:pt x="167014" y="114411"/>
                  </a:lnTo>
                  <a:lnTo>
                    <a:pt x="167047" y="115203"/>
                  </a:lnTo>
                  <a:lnTo>
                    <a:pt x="166798" y="116104"/>
                  </a:lnTo>
                  <a:lnTo>
                    <a:pt x="165370" y="117790"/>
                  </a:lnTo>
                  <a:lnTo>
                    <a:pt x="165051" y="118665"/>
                  </a:lnTo>
                  <a:lnTo>
                    <a:pt x="164536" y="121869"/>
                  </a:lnTo>
                  <a:lnTo>
                    <a:pt x="162737" y="123628"/>
                  </a:lnTo>
                  <a:lnTo>
                    <a:pt x="161494" y="125833"/>
                  </a:lnTo>
                  <a:lnTo>
                    <a:pt x="160657" y="127766"/>
                  </a:lnTo>
                  <a:lnTo>
                    <a:pt x="160239" y="128545"/>
                  </a:lnTo>
                  <a:lnTo>
                    <a:pt x="158598" y="128972"/>
                  </a:lnTo>
                  <a:lnTo>
                    <a:pt x="158071" y="130188"/>
                  </a:lnTo>
                  <a:lnTo>
                    <a:pt x="157407" y="133843"/>
                  </a:lnTo>
                  <a:lnTo>
                    <a:pt x="156922" y="135371"/>
                  </a:lnTo>
                  <a:lnTo>
                    <a:pt x="156068" y="137164"/>
                  </a:lnTo>
                  <a:lnTo>
                    <a:pt x="156061" y="138265"/>
                  </a:lnTo>
                  <a:lnTo>
                    <a:pt x="157239" y="142265"/>
                  </a:lnTo>
                  <a:lnTo>
                    <a:pt x="157451" y="143520"/>
                  </a:lnTo>
                  <a:lnTo>
                    <a:pt x="157086" y="145419"/>
                  </a:lnTo>
                  <a:lnTo>
                    <a:pt x="157121" y="146764"/>
                  </a:lnTo>
                  <a:lnTo>
                    <a:pt x="157740" y="148385"/>
                  </a:lnTo>
                  <a:lnTo>
                    <a:pt x="158480" y="148755"/>
                  </a:lnTo>
                  <a:lnTo>
                    <a:pt x="159199" y="148079"/>
                  </a:lnTo>
                  <a:lnTo>
                    <a:pt x="160094" y="148139"/>
                  </a:lnTo>
                  <a:lnTo>
                    <a:pt x="160678" y="148569"/>
                  </a:lnTo>
                  <a:lnTo>
                    <a:pt x="160920" y="149042"/>
                  </a:lnTo>
                  <a:lnTo>
                    <a:pt x="160962" y="150281"/>
                  </a:lnTo>
                  <a:lnTo>
                    <a:pt x="160591" y="152916"/>
                  </a:lnTo>
                  <a:lnTo>
                    <a:pt x="160062" y="154615"/>
                  </a:lnTo>
                  <a:lnTo>
                    <a:pt x="157704" y="157224"/>
                  </a:lnTo>
                  <a:lnTo>
                    <a:pt x="156656" y="158735"/>
                  </a:lnTo>
                  <a:lnTo>
                    <a:pt x="156077" y="159847"/>
                  </a:lnTo>
                  <a:lnTo>
                    <a:pt x="154807" y="159251"/>
                  </a:lnTo>
                  <a:lnTo>
                    <a:pt x="154159" y="159297"/>
                  </a:lnTo>
                  <a:lnTo>
                    <a:pt x="153663" y="160157"/>
                  </a:lnTo>
                  <a:lnTo>
                    <a:pt x="153361" y="160898"/>
                  </a:lnTo>
                  <a:lnTo>
                    <a:pt x="152509" y="161079"/>
                  </a:lnTo>
                  <a:lnTo>
                    <a:pt x="151303" y="161529"/>
                  </a:lnTo>
                  <a:lnTo>
                    <a:pt x="150800" y="162027"/>
                  </a:lnTo>
                  <a:lnTo>
                    <a:pt x="150409" y="163316"/>
                  </a:lnTo>
                  <a:lnTo>
                    <a:pt x="150084" y="165164"/>
                  </a:lnTo>
                  <a:lnTo>
                    <a:pt x="150355" y="167380"/>
                  </a:lnTo>
                  <a:lnTo>
                    <a:pt x="150733" y="169355"/>
                  </a:lnTo>
                  <a:lnTo>
                    <a:pt x="150717" y="171170"/>
                  </a:lnTo>
                  <a:lnTo>
                    <a:pt x="151008" y="176217"/>
                  </a:lnTo>
                  <a:lnTo>
                    <a:pt x="150628" y="177396"/>
                  </a:lnTo>
                  <a:lnTo>
                    <a:pt x="149820" y="178732"/>
                  </a:lnTo>
                  <a:lnTo>
                    <a:pt x="148856" y="181087"/>
                  </a:lnTo>
                  <a:lnTo>
                    <a:pt x="147774" y="184359"/>
                  </a:lnTo>
                  <a:lnTo>
                    <a:pt x="147947" y="185299"/>
                  </a:lnTo>
                  <a:lnTo>
                    <a:pt x="150533" y="192176"/>
                  </a:lnTo>
                  <a:lnTo>
                    <a:pt x="153164" y="199174"/>
                  </a:lnTo>
                  <a:lnTo>
                    <a:pt x="155778" y="206129"/>
                  </a:lnTo>
                  <a:lnTo>
                    <a:pt x="156151" y="206439"/>
                  </a:lnTo>
                  <a:lnTo>
                    <a:pt x="156644" y="207242"/>
                  </a:lnTo>
                  <a:lnTo>
                    <a:pt x="157100" y="209677"/>
                  </a:lnTo>
                  <a:lnTo>
                    <a:pt x="157477" y="212259"/>
                  </a:lnTo>
                  <a:lnTo>
                    <a:pt x="157485" y="213595"/>
                  </a:lnTo>
                  <a:lnTo>
                    <a:pt x="157192" y="215275"/>
                  </a:lnTo>
                  <a:lnTo>
                    <a:pt x="156556" y="217208"/>
                  </a:lnTo>
                  <a:lnTo>
                    <a:pt x="155783" y="218774"/>
                  </a:lnTo>
                  <a:lnTo>
                    <a:pt x="154652" y="220101"/>
                  </a:lnTo>
                  <a:lnTo>
                    <a:pt x="153753" y="221353"/>
                  </a:lnTo>
                  <a:lnTo>
                    <a:pt x="153011" y="224666"/>
                  </a:lnTo>
                  <a:lnTo>
                    <a:pt x="152561" y="225832"/>
                  </a:lnTo>
                  <a:lnTo>
                    <a:pt x="152149" y="226302"/>
                  </a:lnTo>
                  <a:lnTo>
                    <a:pt x="151332" y="226735"/>
                  </a:lnTo>
                  <a:lnTo>
                    <a:pt x="150012" y="226635"/>
                  </a:lnTo>
                  <a:lnTo>
                    <a:pt x="149140" y="226374"/>
                  </a:lnTo>
                  <a:lnTo>
                    <a:pt x="148061" y="228853"/>
                  </a:lnTo>
                  <a:lnTo>
                    <a:pt x="146681" y="229762"/>
                  </a:lnTo>
                  <a:lnTo>
                    <a:pt x="145757" y="233144"/>
                  </a:lnTo>
                  <a:lnTo>
                    <a:pt x="142467" y="235826"/>
                  </a:lnTo>
                  <a:lnTo>
                    <a:pt x="139250" y="237915"/>
                  </a:lnTo>
                  <a:lnTo>
                    <a:pt x="138367" y="238741"/>
                  </a:lnTo>
                  <a:lnTo>
                    <a:pt x="135189" y="237017"/>
                  </a:lnTo>
                  <a:lnTo>
                    <a:pt x="134425" y="237555"/>
                  </a:lnTo>
                  <a:lnTo>
                    <a:pt x="133544" y="239156"/>
                  </a:lnTo>
                  <a:lnTo>
                    <a:pt x="132732" y="240399"/>
                  </a:lnTo>
                  <a:lnTo>
                    <a:pt x="132046" y="240476"/>
                  </a:lnTo>
                  <a:lnTo>
                    <a:pt x="131469" y="241119"/>
                  </a:lnTo>
                  <a:lnTo>
                    <a:pt x="131126" y="243411"/>
                  </a:lnTo>
                  <a:lnTo>
                    <a:pt x="130821" y="251312"/>
                  </a:lnTo>
                  <a:lnTo>
                    <a:pt x="129682" y="253661"/>
                  </a:lnTo>
                  <a:lnTo>
                    <a:pt x="128303" y="253647"/>
                  </a:lnTo>
                  <a:lnTo>
                    <a:pt x="127358" y="250912"/>
                  </a:lnTo>
                  <a:lnTo>
                    <a:pt x="126236" y="248845"/>
                  </a:lnTo>
                  <a:lnTo>
                    <a:pt x="124280" y="243945"/>
                  </a:lnTo>
                  <a:lnTo>
                    <a:pt x="123738" y="243306"/>
                  </a:lnTo>
                  <a:lnTo>
                    <a:pt x="123230" y="243336"/>
                  </a:lnTo>
                  <a:lnTo>
                    <a:pt x="121416" y="244789"/>
                  </a:lnTo>
                  <a:lnTo>
                    <a:pt x="120554" y="244159"/>
                  </a:lnTo>
                  <a:lnTo>
                    <a:pt x="119860" y="243397"/>
                  </a:lnTo>
                  <a:lnTo>
                    <a:pt x="118699" y="243641"/>
                  </a:lnTo>
                  <a:lnTo>
                    <a:pt x="116630" y="243697"/>
                  </a:lnTo>
                  <a:lnTo>
                    <a:pt x="115312" y="243743"/>
                  </a:lnTo>
                  <a:lnTo>
                    <a:pt x="114671" y="242404"/>
                  </a:lnTo>
                  <a:lnTo>
                    <a:pt x="114075" y="239669"/>
                  </a:lnTo>
                  <a:lnTo>
                    <a:pt x="113673" y="238689"/>
                  </a:lnTo>
                  <a:lnTo>
                    <a:pt x="113202" y="237900"/>
                  </a:lnTo>
                  <a:lnTo>
                    <a:pt x="112422" y="237501"/>
                  </a:lnTo>
                  <a:lnTo>
                    <a:pt x="109092" y="237511"/>
                  </a:lnTo>
                  <a:lnTo>
                    <a:pt x="108465" y="237514"/>
                  </a:lnTo>
                  <a:lnTo>
                    <a:pt x="108004" y="236988"/>
                  </a:lnTo>
                  <a:lnTo>
                    <a:pt x="107364" y="234642"/>
                  </a:lnTo>
                  <a:lnTo>
                    <a:pt x="106664" y="233539"/>
                  </a:lnTo>
                  <a:lnTo>
                    <a:pt x="105845" y="233492"/>
                  </a:lnTo>
                  <a:lnTo>
                    <a:pt x="105484" y="234785"/>
                  </a:lnTo>
                  <a:lnTo>
                    <a:pt x="106907" y="239009"/>
                  </a:lnTo>
                  <a:lnTo>
                    <a:pt x="107322" y="241299"/>
                  </a:lnTo>
                  <a:lnTo>
                    <a:pt x="108569" y="244609"/>
                  </a:lnTo>
                  <a:lnTo>
                    <a:pt x="112180" y="251615"/>
                  </a:lnTo>
                  <a:lnTo>
                    <a:pt x="112849" y="253840"/>
                  </a:lnTo>
                  <a:lnTo>
                    <a:pt x="112775" y="256682"/>
                  </a:lnTo>
                  <a:lnTo>
                    <a:pt x="112754" y="261032"/>
                  </a:lnTo>
                  <a:lnTo>
                    <a:pt x="112876" y="265149"/>
                  </a:lnTo>
                  <a:lnTo>
                    <a:pt x="113805" y="271053"/>
                  </a:lnTo>
                  <a:lnTo>
                    <a:pt x="115111" y="277062"/>
                  </a:lnTo>
                  <a:lnTo>
                    <a:pt x="115465" y="280893"/>
                  </a:lnTo>
                  <a:lnTo>
                    <a:pt x="115222" y="283724"/>
                  </a:lnTo>
                  <a:lnTo>
                    <a:pt x="114974" y="285230"/>
                  </a:lnTo>
                  <a:lnTo>
                    <a:pt x="115002" y="285901"/>
                  </a:lnTo>
                  <a:lnTo>
                    <a:pt x="115270" y="286507"/>
                  </a:lnTo>
                  <a:lnTo>
                    <a:pt x="116513" y="287377"/>
                  </a:lnTo>
                  <a:lnTo>
                    <a:pt x="119124" y="287921"/>
                  </a:lnTo>
                  <a:lnTo>
                    <a:pt x="120703" y="287924"/>
                  </a:lnTo>
                  <a:lnTo>
                    <a:pt x="123113" y="288574"/>
                  </a:lnTo>
                  <a:lnTo>
                    <a:pt x="123291" y="290687"/>
                  </a:lnTo>
                  <a:lnTo>
                    <a:pt x="123055" y="294171"/>
                  </a:lnTo>
                  <a:lnTo>
                    <a:pt x="122579" y="296149"/>
                  </a:lnTo>
                  <a:lnTo>
                    <a:pt x="122192" y="296726"/>
                  </a:lnTo>
                  <a:lnTo>
                    <a:pt x="120880" y="297185"/>
                  </a:lnTo>
                  <a:lnTo>
                    <a:pt x="119499" y="299324"/>
                  </a:lnTo>
                  <a:lnTo>
                    <a:pt x="117496" y="301434"/>
                  </a:lnTo>
                  <a:lnTo>
                    <a:pt x="116352" y="301721"/>
                  </a:lnTo>
                  <a:lnTo>
                    <a:pt x="115876" y="302134"/>
                  </a:lnTo>
                  <a:lnTo>
                    <a:pt x="115472" y="302768"/>
                  </a:lnTo>
                  <a:lnTo>
                    <a:pt x="115139" y="303570"/>
                  </a:lnTo>
                  <a:lnTo>
                    <a:pt x="114750" y="307527"/>
                  </a:lnTo>
                  <a:lnTo>
                    <a:pt x="114160" y="311996"/>
                  </a:lnTo>
                  <a:lnTo>
                    <a:pt x="113047" y="314649"/>
                  </a:lnTo>
                  <a:lnTo>
                    <a:pt x="111823" y="316842"/>
                  </a:lnTo>
                  <a:lnTo>
                    <a:pt x="110578" y="317090"/>
                  </a:lnTo>
                  <a:lnTo>
                    <a:pt x="109579" y="316916"/>
                  </a:lnTo>
                  <a:lnTo>
                    <a:pt x="109083" y="317559"/>
                  </a:lnTo>
                  <a:lnTo>
                    <a:pt x="108366" y="319366"/>
                  </a:lnTo>
                  <a:lnTo>
                    <a:pt x="107341" y="321612"/>
                  </a:lnTo>
                  <a:lnTo>
                    <a:pt x="106550" y="322810"/>
                  </a:lnTo>
                  <a:lnTo>
                    <a:pt x="105483" y="322697"/>
                  </a:lnTo>
                  <a:lnTo>
                    <a:pt x="104346" y="323802"/>
                  </a:lnTo>
                  <a:lnTo>
                    <a:pt x="102909" y="325613"/>
                  </a:lnTo>
                  <a:lnTo>
                    <a:pt x="101957" y="327101"/>
                  </a:lnTo>
                  <a:lnTo>
                    <a:pt x="101144" y="329639"/>
                  </a:lnTo>
                  <a:lnTo>
                    <a:pt x="99980" y="332308"/>
                  </a:lnTo>
                  <a:lnTo>
                    <a:pt x="98784" y="334176"/>
                  </a:lnTo>
                  <a:lnTo>
                    <a:pt x="98212" y="336486"/>
                  </a:lnTo>
                  <a:lnTo>
                    <a:pt x="97395" y="339418"/>
                  </a:lnTo>
                  <a:lnTo>
                    <a:pt x="96375" y="339515"/>
                  </a:lnTo>
                  <a:lnTo>
                    <a:pt x="96294" y="337756"/>
                  </a:lnTo>
                  <a:lnTo>
                    <a:pt x="96783" y="334922"/>
                  </a:lnTo>
                  <a:lnTo>
                    <a:pt x="96252" y="332480"/>
                  </a:lnTo>
                  <a:lnTo>
                    <a:pt x="95282" y="331171"/>
                  </a:lnTo>
                  <a:lnTo>
                    <a:pt x="94828" y="330784"/>
                  </a:lnTo>
                  <a:lnTo>
                    <a:pt x="94376" y="330944"/>
                  </a:lnTo>
                  <a:lnTo>
                    <a:pt x="93225" y="332149"/>
                  </a:lnTo>
                  <a:lnTo>
                    <a:pt x="91812" y="334339"/>
                  </a:lnTo>
                  <a:lnTo>
                    <a:pt x="90942" y="335916"/>
                  </a:lnTo>
                  <a:lnTo>
                    <a:pt x="90156" y="336638"/>
                  </a:lnTo>
                  <a:lnTo>
                    <a:pt x="88538" y="337290"/>
                  </a:lnTo>
                  <a:lnTo>
                    <a:pt x="87175" y="337625"/>
                  </a:lnTo>
                  <a:lnTo>
                    <a:pt x="86614" y="337175"/>
                  </a:lnTo>
                  <a:lnTo>
                    <a:pt x="85600" y="335564"/>
                  </a:lnTo>
                  <a:lnTo>
                    <a:pt x="83258" y="330527"/>
                  </a:lnTo>
                  <a:lnTo>
                    <a:pt x="80087" y="323704"/>
                  </a:lnTo>
                  <a:lnTo>
                    <a:pt x="79847" y="321729"/>
                  </a:lnTo>
                  <a:lnTo>
                    <a:pt x="79983" y="319709"/>
                  </a:lnTo>
                  <a:lnTo>
                    <a:pt x="79408" y="316761"/>
                  </a:lnTo>
                  <a:lnTo>
                    <a:pt x="79071" y="313623"/>
                  </a:lnTo>
                  <a:lnTo>
                    <a:pt x="78785" y="312543"/>
                  </a:lnTo>
                  <a:lnTo>
                    <a:pt x="78704" y="310197"/>
                  </a:lnTo>
                  <a:lnTo>
                    <a:pt x="78016" y="305971"/>
                  </a:lnTo>
                  <a:lnTo>
                    <a:pt x="77452" y="302509"/>
                  </a:lnTo>
                  <a:lnTo>
                    <a:pt x="76935" y="300750"/>
                  </a:lnTo>
                  <a:lnTo>
                    <a:pt x="77153" y="299251"/>
                  </a:lnTo>
                  <a:lnTo>
                    <a:pt x="76935" y="297754"/>
                  </a:lnTo>
                  <a:lnTo>
                    <a:pt x="76515" y="296533"/>
                  </a:lnTo>
                  <a:lnTo>
                    <a:pt x="75901" y="292606"/>
                  </a:lnTo>
                  <a:lnTo>
                    <a:pt x="76119" y="290913"/>
                  </a:lnTo>
                  <a:lnTo>
                    <a:pt x="75956" y="289218"/>
                  </a:lnTo>
                  <a:lnTo>
                    <a:pt x="75439" y="288056"/>
                  </a:lnTo>
                  <a:lnTo>
                    <a:pt x="74704" y="286808"/>
                  </a:lnTo>
                  <a:lnTo>
                    <a:pt x="73725" y="284201"/>
                  </a:lnTo>
                  <a:lnTo>
                    <a:pt x="72555" y="281727"/>
                  </a:lnTo>
                  <a:lnTo>
                    <a:pt x="71956" y="280749"/>
                  </a:lnTo>
                  <a:lnTo>
                    <a:pt x="71548" y="280359"/>
                  </a:lnTo>
                  <a:lnTo>
                    <a:pt x="71194" y="278013"/>
                  </a:lnTo>
                  <a:lnTo>
                    <a:pt x="70923" y="277296"/>
                  </a:lnTo>
                  <a:lnTo>
                    <a:pt x="70324" y="277101"/>
                  </a:lnTo>
                  <a:lnTo>
                    <a:pt x="69100" y="276123"/>
                  </a:lnTo>
                  <a:lnTo>
                    <a:pt x="67956" y="277296"/>
                  </a:lnTo>
                  <a:lnTo>
                    <a:pt x="67930" y="275472"/>
                  </a:lnTo>
                  <a:lnTo>
                    <a:pt x="68256" y="274364"/>
                  </a:lnTo>
                  <a:lnTo>
                    <a:pt x="72204" y="265664"/>
                  </a:lnTo>
                  <a:lnTo>
                    <a:pt x="74194" y="261663"/>
                  </a:lnTo>
                  <a:lnTo>
                    <a:pt x="74408" y="261073"/>
                  </a:lnTo>
                  <a:lnTo>
                    <a:pt x="74582" y="260146"/>
                  </a:lnTo>
                  <a:lnTo>
                    <a:pt x="74718" y="258909"/>
                  </a:lnTo>
                  <a:lnTo>
                    <a:pt x="74267" y="257493"/>
                  </a:lnTo>
                  <a:lnTo>
                    <a:pt x="72404" y="250775"/>
                  </a:lnTo>
                  <a:lnTo>
                    <a:pt x="71757" y="249513"/>
                  </a:lnTo>
                  <a:lnTo>
                    <a:pt x="71122" y="248480"/>
                  </a:lnTo>
                  <a:lnTo>
                    <a:pt x="70393" y="245659"/>
                  </a:lnTo>
                  <a:lnTo>
                    <a:pt x="69521" y="239091"/>
                  </a:lnTo>
                  <a:lnTo>
                    <a:pt x="68893" y="235790"/>
                  </a:lnTo>
                  <a:lnTo>
                    <a:pt x="68702" y="233259"/>
                  </a:lnTo>
                  <a:lnTo>
                    <a:pt x="68742" y="230398"/>
                  </a:lnTo>
                  <a:lnTo>
                    <a:pt x="68509" y="228201"/>
                  </a:lnTo>
                  <a:lnTo>
                    <a:pt x="68004" y="226670"/>
                  </a:lnTo>
                  <a:lnTo>
                    <a:pt x="68004" y="221984"/>
                  </a:lnTo>
                  <a:lnTo>
                    <a:pt x="68509" y="214143"/>
                  </a:lnTo>
                  <a:lnTo>
                    <a:pt x="68634" y="208183"/>
                  </a:lnTo>
                  <a:lnTo>
                    <a:pt x="68378" y="204107"/>
                  </a:lnTo>
                  <a:lnTo>
                    <a:pt x="68828" y="201004"/>
                  </a:lnTo>
                  <a:lnTo>
                    <a:pt x="69986" y="198876"/>
                  </a:lnTo>
                  <a:lnTo>
                    <a:pt x="70632" y="195587"/>
                  </a:lnTo>
                  <a:lnTo>
                    <a:pt x="70767" y="191138"/>
                  </a:lnTo>
                  <a:lnTo>
                    <a:pt x="71460" y="187482"/>
                  </a:lnTo>
                  <a:lnTo>
                    <a:pt x="72710" y="184619"/>
                  </a:lnTo>
                  <a:lnTo>
                    <a:pt x="73136" y="181795"/>
                  </a:lnTo>
                  <a:lnTo>
                    <a:pt x="72738" y="179011"/>
                  </a:lnTo>
                  <a:lnTo>
                    <a:pt x="72610" y="177223"/>
                  </a:lnTo>
                  <a:lnTo>
                    <a:pt x="71548" y="175405"/>
                  </a:lnTo>
                  <a:lnTo>
                    <a:pt x="69585" y="174130"/>
                  </a:lnTo>
                  <a:lnTo>
                    <a:pt x="67955" y="173984"/>
                  </a:lnTo>
                  <a:lnTo>
                    <a:pt x="66972" y="175401"/>
                  </a:lnTo>
                  <a:lnTo>
                    <a:pt x="64452" y="176714"/>
                  </a:lnTo>
                  <a:lnTo>
                    <a:pt x="60396" y="177924"/>
                  </a:lnTo>
                  <a:lnTo>
                    <a:pt x="57130" y="177917"/>
                  </a:lnTo>
                  <a:lnTo>
                    <a:pt x="54653" y="176694"/>
                  </a:lnTo>
                  <a:lnTo>
                    <a:pt x="52768" y="177102"/>
                  </a:lnTo>
                  <a:lnTo>
                    <a:pt x="51477" y="179142"/>
                  </a:lnTo>
                  <a:lnTo>
                    <a:pt x="50569" y="179604"/>
                  </a:lnTo>
                  <a:lnTo>
                    <a:pt x="50042" y="178484"/>
                  </a:lnTo>
                  <a:lnTo>
                    <a:pt x="49471" y="178177"/>
                  </a:lnTo>
                  <a:lnTo>
                    <a:pt x="48607" y="178887"/>
                  </a:lnTo>
                  <a:lnTo>
                    <a:pt x="48457" y="178563"/>
                  </a:lnTo>
                  <a:lnTo>
                    <a:pt x="46538" y="173050"/>
                  </a:lnTo>
                  <a:lnTo>
                    <a:pt x="44759" y="167941"/>
                  </a:lnTo>
                  <a:lnTo>
                    <a:pt x="42720" y="161858"/>
                  </a:lnTo>
                  <a:lnTo>
                    <a:pt x="40365" y="154835"/>
                  </a:lnTo>
                  <a:lnTo>
                    <a:pt x="39944" y="154372"/>
                  </a:lnTo>
                  <a:lnTo>
                    <a:pt x="39216" y="154418"/>
                  </a:lnTo>
                  <a:lnTo>
                    <a:pt x="38254" y="154539"/>
                  </a:lnTo>
                  <a:lnTo>
                    <a:pt x="36756" y="153810"/>
                  </a:lnTo>
                  <a:lnTo>
                    <a:pt x="35730" y="152790"/>
                  </a:lnTo>
                  <a:lnTo>
                    <a:pt x="34929" y="151803"/>
                  </a:lnTo>
                  <a:lnTo>
                    <a:pt x="33454" y="150555"/>
                  </a:lnTo>
                  <a:lnTo>
                    <a:pt x="32442" y="150340"/>
                  </a:lnTo>
                  <a:lnTo>
                    <a:pt x="31534" y="150708"/>
                  </a:lnTo>
                  <a:lnTo>
                    <a:pt x="29034" y="153165"/>
                  </a:lnTo>
                  <a:lnTo>
                    <a:pt x="27611" y="153393"/>
                  </a:lnTo>
                  <a:lnTo>
                    <a:pt x="26510" y="153438"/>
                  </a:lnTo>
                  <a:lnTo>
                    <a:pt x="23557" y="152222"/>
                  </a:lnTo>
                  <a:lnTo>
                    <a:pt x="21536" y="152028"/>
                  </a:lnTo>
                  <a:lnTo>
                    <a:pt x="19187" y="152829"/>
                  </a:lnTo>
                  <a:lnTo>
                    <a:pt x="18183" y="153287"/>
                  </a:lnTo>
                  <a:lnTo>
                    <a:pt x="16776" y="152037"/>
                  </a:lnTo>
                  <a:lnTo>
                    <a:pt x="15818" y="150138"/>
                  </a:lnTo>
                  <a:lnTo>
                    <a:pt x="14925" y="145622"/>
                  </a:lnTo>
                  <a:lnTo>
                    <a:pt x="14295" y="142060"/>
                  </a:lnTo>
                  <a:lnTo>
                    <a:pt x="13202" y="141343"/>
                  </a:lnTo>
                  <a:lnTo>
                    <a:pt x="11989" y="140735"/>
                  </a:lnTo>
                  <a:lnTo>
                    <a:pt x="11392" y="139560"/>
                  </a:lnTo>
                  <a:lnTo>
                    <a:pt x="11034" y="137509"/>
                  </a:lnTo>
                  <a:lnTo>
                    <a:pt x="10948" y="134880"/>
                  </a:lnTo>
                  <a:lnTo>
                    <a:pt x="11072" y="130604"/>
                  </a:lnTo>
                  <a:lnTo>
                    <a:pt x="11187" y="129070"/>
                  </a:lnTo>
                  <a:lnTo>
                    <a:pt x="11354" y="124453"/>
                  </a:lnTo>
                  <a:lnTo>
                    <a:pt x="12025" y="122042"/>
                  </a:lnTo>
                  <a:lnTo>
                    <a:pt x="12445" y="120872"/>
                  </a:lnTo>
                  <a:lnTo>
                    <a:pt x="12365" y="118937"/>
                  </a:lnTo>
                  <a:lnTo>
                    <a:pt x="12042" y="114970"/>
                  </a:lnTo>
                  <a:lnTo>
                    <a:pt x="11718" y="112165"/>
                  </a:lnTo>
                  <a:lnTo>
                    <a:pt x="10371" y="108982"/>
                  </a:lnTo>
                  <a:lnTo>
                    <a:pt x="8647" y="104907"/>
                  </a:lnTo>
                  <a:lnTo>
                    <a:pt x="7905" y="98386"/>
                  </a:lnTo>
                  <a:lnTo>
                    <a:pt x="7031" y="90682"/>
                  </a:lnTo>
                  <a:lnTo>
                    <a:pt x="6343" y="89909"/>
                  </a:lnTo>
                  <a:lnTo>
                    <a:pt x="5698" y="90296"/>
                  </a:lnTo>
                  <a:lnTo>
                    <a:pt x="5010" y="89909"/>
                  </a:lnTo>
                  <a:lnTo>
                    <a:pt x="4404" y="86813"/>
                  </a:lnTo>
                  <a:lnTo>
                    <a:pt x="3798" y="86233"/>
                  </a:lnTo>
                  <a:lnTo>
                    <a:pt x="2831" y="87319"/>
                  </a:lnTo>
                  <a:lnTo>
                    <a:pt x="2135" y="88166"/>
                  </a:lnTo>
                  <a:lnTo>
                    <a:pt x="363" y="88941"/>
                  </a:lnTo>
                  <a:lnTo>
                    <a:pt x="0" y="88166"/>
                  </a:lnTo>
                  <a:lnTo>
                    <a:pt x="121" y="87199"/>
                  </a:lnTo>
                  <a:lnTo>
                    <a:pt x="870" y="84387"/>
                  </a:lnTo>
                  <a:lnTo>
                    <a:pt x="1751" y="80795"/>
                  </a:lnTo>
                  <a:lnTo>
                    <a:pt x="2775" y="77514"/>
                  </a:lnTo>
                  <a:lnTo>
                    <a:pt x="3728" y="74158"/>
                  </a:lnTo>
                  <a:lnTo>
                    <a:pt x="4438" y="70584"/>
                  </a:lnTo>
                  <a:lnTo>
                    <a:pt x="4921" y="63475"/>
                  </a:lnTo>
                  <a:lnTo>
                    <a:pt x="5254" y="58569"/>
                  </a:lnTo>
                  <a:lnTo>
                    <a:pt x="6131" y="49838"/>
                  </a:lnTo>
                  <a:lnTo>
                    <a:pt x="7737" y="42866"/>
                  </a:lnTo>
                  <a:lnTo>
                    <a:pt x="8343" y="39656"/>
                  </a:lnTo>
                  <a:lnTo>
                    <a:pt x="9797" y="35480"/>
                  </a:lnTo>
                  <a:lnTo>
                    <a:pt x="10466" y="33212"/>
                  </a:lnTo>
                  <a:lnTo>
                    <a:pt x="11354" y="31429"/>
                  </a:lnTo>
                  <a:lnTo>
                    <a:pt x="13792" y="29000"/>
                  </a:lnTo>
                  <a:lnTo>
                    <a:pt x="16706" y="17018"/>
                  </a:lnTo>
                  <a:lnTo>
                    <a:pt x="17375" y="15113"/>
                  </a:lnTo>
                  <a:lnTo>
                    <a:pt x="20320" y="13327"/>
                  </a:lnTo>
                  <a:lnTo>
                    <a:pt x="22583" y="11932"/>
                  </a:lnTo>
                  <a:lnTo>
                    <a:pt x="24260" y="10470"/>
                  </a:lnTo>
                  <a:lnTo>
                    <a:pt x="24810" y="9695"/>
                  </a:lnTo>
                  <a:lnTo>
                    <a:pt x="25253" y="9336"/>
                  </a:lnTo>
                  <a:lnTo>
                    <a:pt x="24886" y="10724"/>
                  </a:lnTo>
                  <a:lnTo>
                    <a:pt x="24083" y="12490"/>
                  </a:lnTo>
                  <a:lnTo>
                    <a:pt x="23172" y="13566"/>
                  </a:lnTo>
                  <a:lnTo>
                    <a:pt x="18479" y="16267"/>
                  </a:lnTo>
                  <a:lnTo>
                    <a:pt x="17999" y="16840"/>
                  </a:lnTo>
                  <a:lnTo>
                    <a:pt x="17390" y="17964"/>
                  </a:lnTo>
                  <a:lnTo>
                    <a:pt x="17386" y="20538"/>
                  </a:lnTo>
                  <a:lnTo>
                    <a:pt x="17513" y="22558"/>
                  </a:lnTo>
                  <a:lnTo>
                    <a:pt x="18893" y="29181"/>
                  </a:lnTo>
                  <a:lnTo>
                    <a:pt x="19432" y="30814"/>
                  </a:lnTo>
                  <a:lnTo>
                    <a:pt x="21281" y="34405"/>
                  </a:lnTo>
                  <a:lnTo>
                    <a:pt x="20860" y="34901"/>
                  </a:lnTo>
                  <a:lnTo>
                    <a:pt x="20179" y="34962"/>
                  </a:lnTo>
                  <a:lnTo>
                    <a:pt x="20678" y="39666"/>
                  </a:lnTo>
                  <a:lnTo>
                    <a:pt x="21814" y="42895"/>
                  </a:lnTo>
                  <a:lnTo>
                    <a:pt x="21864" y="44929"/>
                  </a:lnTo>
                  <a:lnTo>
                    <a:pt x="20994" y="51241"/>
                  </a:lnTo>
                  <a:lnTo>
                    <a:pt x="19406" y="55017"/>
                  </a:lnTo>
                  <a:lnTo>
                    <a:pt x="18280" y="59412"/>
                  </a:lnTo>
                  <a:lnTo>
                    <a:pt x="17405" y="61161"/>
                  </a:lnTo>
                  <a:lnTo>
                    <a:pt x="15466" y="69803"/>
                  </a:lnTo>
                  <a:lnTo>
                    <a:pt x="16941" y="74947"/>
                  </a:lnTo>
                  <a:lnTo>
                    <a:pt x="17151" y="77556"/>
                  </a:lnTo>
                  <a:lnTo>
                    <a:pt x="18425" y="81267"/>
                  </a:lnTo>
                  <a:lnTo>
                    <a:pt x="19256" y="82484"/>
                  </a:lnTo>
                  <a:lnTo>
                    <a:pt x="19811" y="83982"/>
                  </a:lnTo>
                  <a:lnTo>
                    <a:pt x="19556" y="86516"/>
                  </a:lnTo>
                  <a:lnTo>
                    <a:pt x="20065" y="89947"/>
                  </a:lnTo>
                  <a:lnTo>
                    <a:pt x="20724" y="91760"/>
                  </a:lnTo>
                  <a:lnTo>
                    <a:pt x="21553" y="92486"/>
                  </a:lnTo>
                  <a:lnTo>
                    <a:pt x="22576" y="92476"/>
                  </a:lnTo>
                  <a:lnTo>
                    <a:pt x="25521" y="90190"/>
                  </a:lnTo>
                  <a:lnTo>
                    <a:pt x="26219" y="89162"/>
                  </a:lnTo>
                  <a:lnTo>
                    <a:pt x="26664" y="87329"/>
                  </a:lnTo>
                  <a:lnTo>
                    <a:pt x="28139" y="83613"/>
                  </a:lnTo>
                  <a:lnTo>
                    <a:pt x="28230" y="78809"/>
                  </a:lnTo>
                  <a:lnTo>
                    <a:pt x="28548" y="73047"/>
                  </a:lnTo>
                  <a:lnTo>
                    <a:pt x="28189" y="69282"/>
                  </a:lnTo>
                  <a:lnTo>
                    <a:pt x="26641" y="63922"/>
                  </a:lnTo>
                  <a:lnTo>
                    <a:pt x="25963" y="60110"/>
                  </a:lnTo>
                  <a:lnTo>
                    <a:pt x="24427" y="56560"/>
                  </a:lnTo>
                  <a:lnTo>
                    <a:pt x="23487" y="50488"/>
                  </a:lnTo>
                  <a:lnTo>
                    <a:pt x="23099" y="48598"/>
                  </a:lnTo>
                  <a:lnTo>
                    <a:pt x="22808" y="45979"/>
                  </a:lnTo>
                  <a:lnTo>
                    <a:pt x="22478" y="41344"/>
                  </a:lnTo>
                  <a:lnTo>
                    <a:pt x="23508" y="39661"/>
                  </a:lnTo>
                  <a:lnTo>
                    <a:pt x="23404" y="35864"/>
                  </a:lnTo>
                  <a:lnTo>
                    <a:pt x="25936" y="34819"/>
                  </a:lnTo>
                  <a:lnTo>
                    <a:pt x="31413" y="28645"/>
                  </a:lnTo>
                  <a:lnTo>
                    <a:pt x="34805" y="27081"/>
                  </a:lnTo>
                  <a:lnTo>
                    <a:pt x="38669" y="23783"/>
                  </a:lnTo>
                  <a:lnTo>
                    <a:pt x="39564" y="22156"/>
                  </a:lnTo>
                  <a:lnTo>
                    <a:pt x="40340" y="19446"/>
                  </a:lnTo>
                  <a:lnTo>
                    <a:pt x="40939" y="19134"/>
                  </a:lnTo>
                  <a:lnTo>
                    <a:pt x="42953" y="21675"/>
                  </a:lnTo>
                  <a:lnTo>
                    <a:pt x="43947" y="20792"/>
                  </a:lnTo>
                  <a:lnTo>
                    <a:pt x="44340" y="18810"/>
                  </a:lnTo>
                  <a:lnTo>
                    <a:pt x="43792" y="14946"/>
                  </a:lnTo>
                  <a:lnTo>
                    <a:pt x="42637" y="14944"/>
                  </a:lnTo>
                  <a:lnTo>
                    <a:pt x="39162" y="16348"/>
                  </a:lnTo>
                  <a:lnTo>
                    <a:pt x="38822" y="14686"/>
                  </a:lnTo>
                  <a:lnTo>
                    <a:pt x="38823" y="13232"/>
                  </a:lnTo>
                  <a:lnTo>
                    <a:pt x="38002" y="8623"/>
                  </a:lnTo>
                  <a:lnTo>
                    <a:pt x="38513" y="5152"/>
                  </a:lnTo>
                  <a:lnTo>
                    <a:pt x="39036" y="2348"/>
                  </a:lnTo>
                  <a:lnTo>
                    <a:pt x="40032" y="1219"/>
                  </a:lnTo>
                  <a:lnTo>
                    <a:pt x="41489" y="0"/>
                  </a:lnTo>
                  <a:lnTo>
                    <a:pt x="42595" y="1869"/>
                  </a:lnTo>
                  <a:lnTo>
                    <a:pt x="43264" y="3654"/>
                  </a:lnTo>
                  <a:lnTo>
                    <a:pt x="43628" y="5386"/>
                  </a:lnTo>
                  <a:lnTo>
                    <a:pt x="43876" y="10076"/>
                  </a:lnTo>
                  <a:lnTo>
                    <a:pt x="44470" y="14829"/>
                  </a:lnTo>
                  <a:lnTo>
                    <a:pt x="45093" y="18133"/>
                  </a:lnTo>
                  <a:lnTo>
                    <a:pt x="46084" y="20623"/>
                  </a:lnTo>
                  <a:lnTo>
                    <a:pt x="46846" y="20460"/>
                  </a:lnTo>
                  <a:lnTo>
                    <a:pt x="47390" y="20045"/>
                  </a:lnTo>
                  <a:lnTo>
                    <a:pt x="51008" y="19485"/>
                  </a:lnTo>
                  <a:lnTo>
                    <a:pt x="53204" y="21182"/>
                  </a:lnTo>
                  <a:lnTo>
                    <a:pt x="56000" y="22047"/>
                  </a:lnTo>
                  <a:lnTo>
                    <a:pt x="58614" y="25663"/>
                  </a:lnTo>
                  <a:lnTo>
                    <a:pt x="61298" y="30048"/>
                  </a:lnTo>
                  <a:lnTo>
                    <a:pt x="61983" y="33244"/>
                  </a:lnTo>
                  <a:lnTo>
                    <a:pt x="62210" y="36302"/>
                  </a:lnTo>
                  <a:lnTo>
                    <a:pt x="62860" y="38350"/>
                  </a:lnTo>
                  <a:lnTo>
                    <a:pt x="62211" y="40456"/>
                  </a:lnTo>
                  <a:lnTo>
                    <a:pt x="62561" y="43984"/>
                  </a:lnTo>
                  <a:lnTo>
                    <a:pt x="63329" y="47536"/>
                  </a:lnTo>
                  <a:lnTo>
                    <a:pt x="64491" y="49794"/>
                  </a:lnTo>
                  <a:lnTo>
                    <a:pt x="67802" y="50405"/>
                  </a:lnTo>
                  <a:lnTo>
                    <a:pt x="71384" y="48878"/>
                  </a:lnTo>
                  <a:lnTo>
                    <a:pt x="76912" y="47499"/>
                  </a:lnTo>
                  <a:lnTo>
                    <a:pt x="78692" y="46310"/>
                  </a:lnTo>
                  <a:lnTo>
                    <a:pt x="87847" y="45672"/>
                  </a:lnTo>
                  <a:lnTo>
                    <a:pt x="89591" y="47375"/>
                  </a:lnTo>
                  <a:lnTo>
                    <a:pt x="89760" y="49074"/>
                  </a:lnTo>
                  <a:lnTo>
                    <a:pt x="89781" y="50379"/>
                  </a:lnTo>
                  <a:lnTo>
                    <a:pt x="92726" y="56737"/>
                  </a:lnTo>
                  <a:lnTo>
                    <a:pt x="95144" y="57603"/>
                  </a:lnTo>
                  <a:lnTo>
                    <a:pt x="97198" y="59643"/>
                  </a:lnTo>
                  <a:lnTo>
                    <a:pt x="99321" y="60738"/>
                  </a:lnTo>
                  <a:lnTo>
                    <a:pt x="101644" y="62283"/>
                  </a:lnTo>
                  <a:lnTo>
                    <a:pt x="102950" y="62089"/>
                  </a:lnTo>
                  <a:lnTo>
                    <a:pt x="103928" y="61546"/>
                  </a:lnTo>
                  <a:lnTo>
                    <a:pt x="105082" y="61455"/>
                  </a:lnTo>
                  <a:lnTo>
                    <a:pt x="113253" y="50826"/>
                  </a:lnTo>
                  <a:lnTo>
                    <a:pt x="117629" y="51100"/>
                  </a:lnTo>
                  <a:lnTo>
                    <a:pt x="118303" y="50409"/>
                  </a:lnTo>
                  <a:lnTo>
                    <a:pt x="118885" y="49478"/>
                  </a:lnTo>
                  <a:lnTo>
                    <a:pt x="117271" y="47861"/>
                  </a:lnTo>
                  <a:lnTo>
                    <a:pt x="113628" y="47238"/>
                  </a:lnTo>
                  <a:lnTo>
                    <a:pt x="112523" y="48321"/>
                  </a:lnTo>
                  <a:lnTo>
                    <a:pt x="111897" y="45586"/>
                  </a:lnTo>
                  <a:lnTo>
                    <a:pt x="113085" y="45659"/>
                  </a:lnTo>
                  <a:lnTo>
                    <a:pt x="117139" y="44740"/>
                  </a:lnTo>
                  <a:lnTo>
                    <a:pt x="121787" y="45346"/>
                  </a:lnTo>
                  <a:lnTo>
                    <a:pt x="125573" y="43398"/>
                  </a:lnTo>
                  <a:lnTo>
                    <a:pt x="127479" y="43075"/>
                  </a:lnTo>
                  <a:lnTo>
                    <a:pt x="128574" y="43460"/>
                  </a:lnTo>
                  <a:lnTo>
                    <a:pt x="131590" y="42198"/>
                  </a:lnTo>
                  <a:lnTo>
                    <a:pt x="137267" y="43682"/>
                  </a:lnTo>
                  <a:lnTo>
                    <a:pt x="141744" y="42457"/>
                  </a:lnTo>
                  <a:lnTo>
                    <a:pt x="141227" y="44218"/>
                  </a:lnTo>
                  <a:lnTo>
                    <a:pt x="139758" y="45284"/>
                  </a:lnTo>
                  <a:lnTo>
                    <a:pt x="137382" y="45620"/>
                  </a:lnTo>
                  <a:lnTo>
                    <a:pt x="135568" y="48194"/>
                  </a:lnTo>
                  <a:lnTo>
                    <a:pt x="131698" y="47718"/>
                  </a:lnTo>
                  <a:lnTo>
                    <a:pt x="128983" y="48649"/>
                  </a:lnTo>
                  <a:lnTo>
                    <a:pt x="129854" y="49366"/>
                  </a:lnTo>
                  <a:lnTo>
                    <a:pt x="129854" y="52005"/>
                  </a:lnTo>
                  <a:lnTo>
                    <a:pt x="130225" y="52537"/>
                  </a:lnTo>
                  <a:lnTo>
                    <a:pt x="130616" y="52557"/>
                  </a:lnTo>
                  <a:lnTo>
                    <a:pt x="131541" y="54512"/>
                  </a:lnTo>
                  <a:lnTo>
                    <a:pt x="131793" y="55791"/>
                  </a:lnTo>
                  <a:lnTo>
                    <a:pt x="132092" y="58486"/>
                  </a:lnTo>
                  <a:lnTo>
                    <a:pt x="131684" y="61396"/>
                  </a:lnTo>
                  <a:lnTo>
                    <a:pt x="131118" y="62695"/>
                  </a:lnTo>
                  <a:lnTo>
                    <a:pt x="132221" y="62266"/>
                  </a:lnTo>
                  <a:lnTo>
                    <a:pt x="132847" y="60898"/>
                  </a:lnTo>
                  <a:lnTo>
                    <a:pt x="132755" y="59525"/>
                  </a:lnTo>
                  <a:lnTo>
                    <a:pt x="132847" y="57933"/>
                  </a:lnTo>
                  <a:lnTo>
                    <a:pt x="133465" y="58431"/>
                  </a:lnTo>
                  <a:lnTo>
                    <a:pt x="133900" y="59150"/>
                  </a:lnTo>
                  <a:lnTo>
                    <a:pt x="135309" y="66765"/>
                  </a:lnTo>
                  <a:lnTo>
                    <a:pt x="136303" y="70764"/>
                  </a:lnTo>
                  <a:lnTo>
                    <a:pt x="136557" y="70613"/>
                  </a:lnTo>
                  <a:lnTo>
                    <a:pt x="136793" y="70471"/>
                  </a:lnTo>
                  <a:lnTo>
                    <a:pt x="137088" y="69705"/>
                  </a:lnTo>
                  <a:lnTo>
                    <a:pt x="137528" y="67824"/>
                  </a:lnTo>
                  <a:lnTo>
                    <a:pt x="137907" y="69017"/>
                  </a:lnTo>
                  <a:lnTo>
                    <a:pt x="138134" y="69474"/>
                  </a:lnTo>
                  <a:lnTo>
                    <a:pt x="138364" y="69620"/>
                  </a:lnTo>
                  <a:lnTo>
                    <a:pt x="138155" y="67915"/>
                  </a:lnTo>
                  <a:lnTo>
                    <a:pt x="138437" y="65730"/>
                  </a:lnTo>
                  <a:lnTo>
                    <a:pt x="138340" y="64967"/>
                  </a:lnTo>
                  <a:lnTo>
                    <a:pt x="138780" y="64801"/>
                  </a:lnTo>
                  <a:lnTo>
                    <a:pt x="139305" y="65091"/>
                  </a:lnTo>
                  <a:lnTo>
                    <a:pt x="140053" y="65693"/>
                  </a:lnTo>
                  <a:lnTo>
                    <a:pt x="141384" y="68197"/>
                  </a:lnTo>
                  <a:lnTo>
                    <a:pt x="142265" y="70793"/>
                  </a:lnTo>
                  <a:lnTo>
                    <a:pt x="142340" y="72242"/>
                  </a:lnTo>
                  <a:lnTo>
                    <a:pt x="142658" y="73055"/>
                  </a:lnTo>
                  <a:lnTo>
                    <a:pt x="143234" y="73912"/>
                  </a:lnTo>
                  <a:lnTo>
                    <a:pt x="143515" y="75251"/>
                  </a:lnTo>
                  <a:lnTo>
                    <a:pt x="143567" y="73145"/>
                  </a:lnTo>
                  <a:lnTo>
                    <a:pt x="143228" y="71610"/>
                  </a:lnTo>
                  <a:lnTo>
                    <a:pt x="143145" y="69855"/>
                  </a:lnTo>
                  <a:lnTo>
                    <a:pt x="144879" y="69777"/>
                  </a:lnTo>
                  <a:lnTo>
                    <a:pt x="145330" y="67470"/>
                  </a:lnTo>
                  <a:lnTo>
                    <a:pt x="146275" y="68860"/>
                  </a:lnTo>
                  <a:lnTo>
                    <a:pt x="148779" y="75197"/>
                  </a:lnTo>
                  <a:lnTo>
                    <a:pt x="149704" y="76244"/>
                  </a:lnTo>
                  <a:lnTo>
                    <a:pt x="152431" y="77460"/>
                  </a:lnTo>
                  <a:lnTo>
                    <a:pt x="154150" y="80508"/>
                  </a:lnTo>
                  <a:lnTo>
                    <a:pt x="155157" y="83243"/>
                  </a:lnTo>
                  <a:lnTo>
                    <a:pt x="154559" y="86112"/>
                  </a:lnTo>
                  <a:lnTo>
                    <a:pt x="152954" y="87544"/>
                  </a:lnTo>
                  <a:lnTo>
                    <a:pt x="152311" y="89335"/>
                  </a:lnTo>
                  <a:lnTo>
                    <a:pt x="151941" y="91092"/>
                  </a:lnTo>
                  <a:lnTo>
                    <a:pt x="151935" y="92861"/>
                  </a:lnTo>
                  <a:lnTo>
                    <a:pt x="151449" y="94914"/>
                  </a:lnTo>
                  <a:lnTo>
                    <a:pt x="151377" y="95637"/>
                  </a:lnTo>
                  <a:lnTo>
                    <a:pt x="151086" y="98531"/>
                  </a:lnTo>
                  <a:lnTo>
                    <a:pt x="150426" y="102017"/>
                  </a:lnTo>
                  <a:lnTo>
                    <a:pt x="149545" y="105712"/>
                  </a:lnTo>
                  <a:lnTo>
                    <a:pt x="144962" y="105797"/>
                  </a:lnTo>
                  <a:lnTo>
                    <a:pt x="146094" y="107314"/>
                  </a:lnTo>
                  <a:lnTo>
                    <a:pt x="147135" y="108421"/>
                  </a:lnTo>
                  <a:lnTo>
                    <a:pt x="148845" y="111325"/>
                  </a:lnTo>
                  <a:lnTo>
                    <a:pt x="150205" y="109044"/>
                  </a:lnTo>
                  <a:lnTo>
                    <a:pt x="152152" y="108881"/>
                  </a:lnTo>
                  <a:lnTo>
                    <a:pt x="154259" y="106349"/>
                  </a:lnTo>
                  <a:lnTo>
                    <a:pt x="155052" y="105955"/>
                  </a:lnTo>
                  <a:lnTo>
                    <a:pt x="158995" y="107281"/>
                  </a:lnTo>
                  <a:lnTo>
                    <a:pt x="159945" y="105419"/>
                  </a:lnTo>
                  <a:lnTo>
                    <a:pt x="160738" y="104873"/>
                  </a:lnTo>
                  <a:lnTo>
                    <a:pt x="162869" y="105220"/>
                  </a:lnTo>
                  <a:close/>
                </a:path>
              </a:pathLst>
            </a:custGeom>
            <a:solidFill>
              <a:srgbClr val="FFF7F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7" name="pg1586"/>
            <p:cNvSpPr/>
            <p:nvPr/>
          </p:nvSpPr>
          <p:spPr>
            <a:xfrm>
              <a:off x="2565695" y="3089000"/>
              <a:ext cx="1850" cy="1393"/>
            </a:xfrm>
            <a:custGeom>
              <a:avLst/>
              <a:pathLst>
                <a:path w="1850" h="1393">
                  <a:moveTo>
                    <a:pt x="1252" y="1284"/>
                  </a:moveTo>
                  <a:lnTo>
                    <a:pt x="287" y="1393"/>
                  </a:lnTo>
                  <a:lnTo>
                    <a:pt x="0" y="1022"/>
                  </a:lnTo>
                  <a:lnTo>
                    <a:pt x="544" y="111"/>
                  </a:lnTo>
                  <a:lnTo>
                    <a:pt x="1554" y="0"/>
                  </a:lnTo>
                  <a:lnTo>
                    <a:pt x="1850" y="240"/>
                  </a:lnTo>
                  <a:close/>
                </a:path>
              </a:pathLst>
            </a:custGeom>
            <a:solidFill>
              <a:srgbClr val="FFFEF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8" name="pg1587"/>
            <p:cNvSpPr/>
            <p:nvPr/>
          </p:nvSpPr>
          <p:spPr>
            <a:xfrm>
              <a:off x="2568796" y="3086896"/>
              <a:ext cx="1469" cy="1774"/>
            </a:xfrm>
            <a:custGeom>
              <a:avLst/>
              <a:pathLst>
                <a:path w="1469" h="1774">
                  <a:moveTo>
                    <a:pt x="598" y="1562"/>
                  </a:moveTo>
                  <a:lnTo>
                    <a:pt x="278" y="1774"/>
                  </a:lnTo>
                  <a:lnTo>
                    <a:pt x="70" y="1728"/>
                  </a:lnTo>
                  <a:lnTo>
                    <a:pt x="0" y="1302"/>
                  </a:lnTo>
                  <a:lnTo>
                    <a:pt x="218" y="129"/>
                  </a:lnTo>
                  <a:lnTo>
                    <a:pt x="1469" y="0"/>
                  </a:lnTo>
                  <a:close/>
                </a:path>
              </a:pathLst>
            </a:custGeom>
            <a:solidFill>
              <a:srgbClr val="FFFEF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9" name="pg1588"/>
            <p:cNvSpPr/>
            <p:nvPr/>
          </p:nvSpPr>
          <p:spPr>
            <a:xfrm>
              <a:off x="2569195" y="3079946"/>
              <a:ext cx="1593" cy="1328"/>
            </a:xfrm>
            <a:custGeom>
              <a:avLst/>
              <a:pathLst>
                <a:path w="1593" h="1328">
                  <a:moveTo>
                    <a:pt x="1524" y="357"/>
                  </a:moveTo>
                  <a:lnTo>
                    <a:pt x="1593" y="1328"/>
                  </a:lnTo>
                  <a:lnTo>
                    <a:pt x="888" y="649"/>
                  </a:lnTo>
                  <a:lnTo>
                    <a:pt x="345" y="593"/>
                  </a:lnTo>
                  <a:lnTo>
                    <a:pt x="122" y="416"/>
                  </a:lnTo>
                  <a:lnTo>
                    <a:pt x="0" y="44"/>
                  </a:lnTo>
                  <a:lnTo>
                    <a:pt x="1089" y="0"/>
                  </a:lnTo>
                  <a:close/>
                </a:path>
              </a:pathLst>
            </a:custGeom>
            <a:solidFill>
              <a:srgbClr val="FFFEF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0" name="pg1589"/>
            <p:cNvSpPr/>
            <p:nvPr/>
          </p:nvSpPr>
          <p:spPr>
            <a:xfrm>
              <a:off x="2563301" y="3108264"/>
              <a:ext cx="3808" cy="2737"/>
            </a:xfrm>
            <a:custGeom>
              <a:avLst/>
              <a:pathLst>
                <a:path w="3808" h="2737">
                  <a:moveTo>
                    <a:pt x="1523" y="0"/>
                  </a:moveTo>
                  <a:lnTo>
                    <a:pt x="2557" y="1304"/>
                  </a:lnTo>
                  <a:lnTo>
                    <a:pt x="3808" y="1304"/>
                  </a:lnTo>
                  <a:lnTo>
                    <a:pt x="2502" y="2607"/>
                  </a:lnTo>
                  <a:lnTo>
                    <a:pt x="0" y="2737"/>
                  </a:lnTo>
                  <a:lnTo>
                    <a:pt x="54" y="652"/>
                  </a:lnTo>
                  <a:close/>
                </a:path>
              </a:pathLst>
            </a:custGeom>
            <a:solidFill>
              <a:srgbClr val="FFFEF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1" name="pg1590"/>
            <p:cNvSpPr/>
            <p:nvPr/>
          </p:nvSpPr>
          <p:spPr>
            <a:xfrm>
              <a:off x="2564552" y="3091196"/>
              <a:ext cx="1578" cy="1302"/>
            </a:xfrm>
            <a:custGeom>
              <a:avLst/>
              <a:pathLst>
                <a:path w="1578" h="1302">
                  <a:moveTo>
                    <a:pt x="1578" y="520"/>
                  </a:moveTo>
                  <a:lnTo>
                    <a:pt x="761" y="1302"/>
                  </a:lnTo>
                  <a:lnTo>
                    <a:pt x="210" y="1193"/>
                  </a:lnTo>
                  <a:lnTo>
                    <a:pt x="0" y="911"/>
                  </a:lnTo>
                  <a:lnTo>
                    <a:pt x="435" y="0"/>
                  </a:lnTo>
                  <a:close/>
                </a:path>
              </a:pathLst>
            </a:custGeom>
            <a:solidFill>
              <a:srgbClr val="FFFEF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2" name="pg1591"/>
            <p:cNvSpPr/>
            <p:nvPr/>
          </p:nvSpPr>
          <p:spPr>
            <a:xfrm>
              <a:off x="2561641" y="3090805"/>
              <a:ext cx="2204" cy="1888"/>
            </a:xfrm>
            <a:custGeom>
              <a:avLst/>
              <a:pathLst>
                <a:path w="2204" h="1888">
                  <a:moveTo>
                    <a:pt x="2204" y="1628"/>
                  </a:moveTo>
                  <a:lnTo>
                    <a:pt x="1279" y="1888"/>
                  </a:lnTo>
                  <a:lnTo>
                    <a:pt x="0" y="520"/>
                  </a:lnTo>
                  <a:lnTo>
                    <a:pt x="1006" y="0"/>
                  </a:lnTo>
                  <a:lnTo>
                    <a:pt x="1659" y="324"/>
                  </a:lnTo>
                  <a:close/>
                </a:path>
              </a:pathLst>
            </a:custGeom>
            <a:solidFill>
              <a:srgbClr val="FFFEF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3" name="pg1592"/>
            <p:cNvSpPr/>
            <p:nvPr/>
          </p:nvSpPr>
          <p:spPr>
            <a:xfrm>
              <a:off x="4679050" y="3375032"/>
              <a:ext cx="1118" cy="2536"/>
            </a:xfrm>
            <a:custGeom>
              <a:avLst/>
              <a:pathLst>
                <a:path w="1118" h="2536">
                  <a:moveTo>
                    <a:pt x="610" y="2468"/>
                  </a:moveTo>
                  <a:lnTo>
                    <a:pt x="262" y="2536"/>
                  </a:lnTo>
                  <a:lnTo>
                    <a:pt x="0" y="1933"/>
                  </a:lnTo>
                  <a:lnTo>
                    <a:pt x="1118" y="0"/>
                  </a:lnTo>
                  <a:lnTo>
                    <a:pt x="1006" y="1281"/>
                  </a:lnTo>
                  <a:lnTo>
                    <a:pt x="1043" y="1927"/>
                  </a:lnTo>
                  <a:close/>
                </a:path>
              </a:pathLst>
            </a:custGeom>
            <a:solidFill>
              <a:srgbClr val="E0EDD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4" name="pg1593"/>
            <p:cNvSpPr/>
            <p:nvPr/>
          </p:nvSpPr>
          <p:spPr>
            <a:xfrm>
              <a:off x="4645505" y="3325922"/>
              <a:ext cx="2881" cy="11795"/>
            </a:xfrm>
            <a:custGeom>
              <a:avLst/>
              <a:pathLst>
                <a:path w="2881" h="11795">
                  <a:moveTo>
                    <a:pt x="2646" y="1109"/>
                  </a:moveTo>
                  <a:lnTo>
                    <a:pt x="2881" y="2578"/>
                  </a:lnTo>
                  <a:lnTo>
                    <a:pt x="2792" y="6013"/>
                  </a:lnTo>
                  <a:lnTo>
                    <a:pt x="2311" y="9385"/>
                  </a:lnTo>
                  <a:lnTo>
                    <a:pt x="2453" y="10854"/>
                  </a:lnTo>
                  <a:lnTo>
                    <a:pt x="2084" y="11795"/>
                  </a:lnTo>
                  <a:lnTo>
                    <a:pt x="1266" y="5479"/>
                  </a:lnTo>
                  <a:lnTo>
                    <a:pt x="227" y="2747"/>
                  </a:lnTo>
                  <a:lnTo>
                    <a:pt x="0" y="1692"/>
                  </a:lnTo>
                  <a:lnTo>
                    <a:pt x="603" y="1768"/>
                  </a:lnTo>
                  <a:lnTo>
                    <a:pt x="1682" y="41"/>
                  </a:lnTo>
                  <a:lnTo>
                    <a:pt x="2199" y="0"/>
                  </a:lnTo>
                  <a:close/>
                </a:path>
              </a:pathLst>
            </a:custGeom>
            <a:solidFill>
              <a:srgbClr val="E0EDD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5" name="pg1594"/>
            <p:cNvSpPr/>
            <p:nvPr/>
          </p:nvSpPr>
          <p:spPr>
            <a:xfrm>
              <a:off x="4685343" y="3325395"/>
              <a:ext cx="1443" cy="3239"/>
            </a:xfrm>
            <a:custGeom>
              <a:avLst/>
              <a:pathLst>
                <a:path w="1443" h="3239">
                  <a:moveTo>
                    <a:pt x="1107" y="1448"/>
                  </a:moveTo>
                  <a:lnTo>
                    <a:pt x="72" y="3239"/>
                  </a:lnTo>
                  <a:lnTo>
                    <a:pt x="0" y="1734"/>
                  </a:lnTo>
                  <a:lnTo>
                    <a:pt x="900" y="764"/>
                  </a:lnTo>
                  <a:lnTo>
                    <a:pt x="1217" y="0"/>
                  </a:lnTo>
                  <a:lnTo>
                    <a:pt x="1443" y="14"/>
                  </a:lnTo>
                  <a:close/>
                </a:path>
              </a:pathLst>
            </a:custGeom>
            <a:solidFill>
              <a:srgbClr val="E0EDD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6" name="pg1595"/>
            <p:cNvSpPr/>
            <p:nvPr/>
          </p:nvSpPr>
          <p:spPr>
            <a:xfrm>
              <a:off x="4683278" y="3017469"/>
              <a:ext cx="1897" cy="3663"/>
            </a:xfrm>
            <a:custGeom>
              <a:avLst/>
              <a:pathLst>
                <a:path w="1897" h="3663">
                  <a:moveTo>
                    <a:pt x="1489" y="3546"/>
                  </a:moveTo>
                  <a:lnTo>
                    <a:pt x="979" y="3663"/>
                  </a:lnTo>
                  <a:lnTo>
                    <a:pt x="0" y="1265"/>
                  </a:lnTo>
                  <a:lnTo>
                    <a:pt x="527" y="0"/>
                  </a:lnTo>
                  <a:lnTo>
                    <a:pt x="1642" y="893"/>
                  </a:lnTo>
                  <a:lnTo>
                    <a:pt x="1897" y="1470"/>
                  </a:lnTo>
                  <a:lnTo>
                    <a:pt x="1891" y="1988"/>
                  </a:lnTo>
                  <a:lnTo>
                    <a:pt x="1624" y="3132"/>
                  </a:lnTo>
                  <a:close/>
                </a:path>
              </a:pathLst>
            </a:custGeom>
            <a:solidFill>
              <a:srgbClr val="E0EDD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7" name="pg1596"/>
            <p:cNvSpPr/>
            <p:nvPr/>
          </p:nvSpPr>
          <p:spPr>
            <a:xfrm>
              <a:off x="4681536" y="3015670"/>
              <a:ext cx="1186" cy="3887"/>
            </a:xfrm>
            <a:custGeom>
              <a:avLst/>
              <a:pathLst>
                <a:path w="1186" h="3887">
                  <a:moveTo>
                    <a:pt x="1186" y="3315"/>
                  </a:moveTo>
                  <a:lnTo>
                    <a:pt x="1044" y="3887"/>
                  </a:lnTo>
                  <a:lnTo>
                    <a:pt x="415" y="2487"/>
                  </a:lnTo>
                  <a:lnTo>
                    <a:pt x="0" y="1882"/>
                  </a:lnTo>
                  <a:lnTo>
                    <a:pt x="319" y="0"/>
                  </a:lnTo>
                  <a:lnTo>
                    <a:pt x="1056" y="2058"/>
                  </a:lnTo>
                  <a:close/>
                </a:path>
              </a:pathLst>
            </a:custGeom>
            <a:solidFill>
              <a:srgbClr val="E0EDD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8" name="pg1597"/>
            <p:cNvSpPr/>
            <p:nvPr/>
          </p:nvSpPr>
          <p:spPr>
            <a:xfrm>
              <a:off x="4689307" y="3012534"/>
              <a:ext cx="1876" cy="3944"/>
            </a:xfrm>
            <a:custGeom>
              <a:avLst/>
              <a:pathLst>
                <a:path w="1876" h="3944">
                  <a:moveTo>
                    <a:pt x="1506" y="3174"/>
                  </a:moveTo>
                  <a:lnTo>
                    <a:pt x="818" y="3944"/>
                  </a:lnTo>
                  <a:lnTo>
                    <a:pt x="0" y="3858"/>
                  </a:lnTo>
                  <a:lnTo>
                    <a:pt x="979" y="2413"/>
                  </a:lnTo>
                  <a:lnTo>
                    <a:pt x="1477" y="626"/>
                  </a:lnTo>
                  <a:lnTo>
                    <a:pt x="1876" y="0"/>
                  </a:lnTo>
                  <a:lnTo>
                    <a:pt x="1873" y="1561"/>
                  </a:lnTo>
                  <a:close/>
                </a:path>
              </a:pathLst>
            </a:custGeom>
            <a:solidFill>
              <a:srgbClr val="E0EDD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9" name="pg1598"/>
            <p:cNvSpPr/>
            <p:nvPr/>
          </p:nvSpPr>
          <p:spPr>
            <a:xfrm>
              <a:off x="4689360" y="3005593"/>
              <a:ext cx="2458" cy="5238"/>
            </a:xfrm>
            <a:custGeom>
              <a:avLst/>
              <a:pathLst>
                <a:path w="2458" h="5238">
                  <a:moveTo>
                    <a:pt x="2458" y="1540"/>
                  </a:moveTo>
                  <a:lnTo>
                    <a:pt x="680" y="5238"/>
                  </a:lnTo>
                  <a:lnTo>
                    <a:pt x="0" y="5179"/>
                  </a:lnTo>
                  <a:lnTo>
                    <a:pt x="604" y="994"/>
                  </a:lnTo>
                  <a:lnTo>
                    <a:pt x="897" y="0"/>
                  </a:lnTo>
                  <a:lnTo>
                    <a:pt x="1964" y="1434"/>
                  </a:lnTo>
                  <a:close/>
                </a:path>
              </a:pathLst>
            </a:custGeom>
            <a:solidFill>
              <a:srgbClr val="E0EDD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0" name="pg1599"/>
            <p:cNvSpPr/>
            <p:nvPr/>
          </p:nvSpPr>
          <p:spPr>
            <a:xfrm>
              <a:off x="4624255" y="2944241"/>
              <a:ext cx="90296" cy="436201"/>
            </a:xfrm>
            <a:custGeom>
              <a:avLst/>
              <a:pathLst>
                <a:path w="90296" h="436201">
                  <a:moveTo>
                    <a:pt x="72128" y="54289"/>
                  </a:moveTo>
                  <a:lnTo>
                    <a:pt x="71550" y="54556"/>
                  </a:lnTo>
                  <a:lnTo>
                    <a:pt x="70110" y="54609"/>
                  </a:lnTo>
                  <a:lnTo>
                    <a:pt x="68853" y="57306"/>
                  </a:lnTo>
                  <a:lnTo>
                    <a:pt x="67983" y="58422"/>
                  </a:lnTo>
                  <a:lnTo>
                    <a:pt x="66629" y="59363"/>
                  </a:lnTo>
                  <a:lnTo>
                    <a:pt x="65185" y="60882"/>
                  </a:lnTo>
                  <a:lnTo>
                    <a:pt x="64768" y="63562"/>
                  </a:lnTo>
                  <a:lnTo>
                    <a:pt x="64733" y="65502"/>
                  </a:lnTo>
                  <a:lnTo>
                    <a:pt x="64498" y="67668"/>
                  </a:lnTo>
                  <a:lnTo>
                    <a:pt x="62159" y="70813"/>
                  </a:lnTo>
                  <a:lnTo>
                    <a:pt x="61505" y="70493"/>
                  </a:lnTo>
                  <a:lnTo>
                    <a:pt x="61054" y="69320"/>
                  </a:lnTo>
                  <a:lnTo>
                    <a:pt x="60363" y="69558"/>
                  </a:lnTo>
                  <a:lnTo>
                    <a:pt x="59897" y="70144"/>
                  </a:lnTo>
                  <a:lnTo>
                    <a:pt x="59341" y="70064"/>
                  </a:lnTo>
                  <a:lnTo>
                    <a:pt x="58722" y="70776"/>
                  </a:lnTo>
                  <a:lnTo>
                    <a:pt x="57912" y="70554"/>
                  </a:lnTo>
                  <a:lnTo>
                    <a:pt x="57168" y="69561"/>
                  </a:lnTo>
                  <a:lnTo>
                    <a:pt x="56735" y="69301"/>
                  </a:lnTo>
                  <a:lnTo>
                    <a:pt x="56219" y="69290"/>
                  </a:lnTo>
                  <a:lnTo>
                    <a:pt x="56122" y="70466"/>
                  </a:lnTo>
                  <a:lnTo>
                    <a:pt x="56884" y="75026"/>
                  </a:lnTo>
                  <a:lnTo>
                    <a:pt x="57083" y="77127"/>
                  </a:lnTo>
                  <a:lnTo>
                    <a:pt x="54583" y="83288"/>
                  </a:lnTo>
                  <a:lnTo>
                    <a:pt x="54855" y="87259"/>
                  </a:lnTo>
                  <a:lnTo>
                    <a:pt x="54178" y="90312"/>
                  </a:lnTo>
                  <a:lnTo>
                    <a:pt x="52667" y="92763"/>
                  </a:lnTo>
                  <a:lnTo>
                    <a:pt x="49831" y="99083"/>
                  </a:lnTo>
                  <a:lnTo>
                    <a:pt x="48554" y="99221"/>
                  </a:lnTo>
                  <a:lnTo>
                    <a:pt x="47590" y="100648"/>
                  </a:lnTo>
                  <a:lnTo>
                    <a:pt x="45491" y="111038"/>
                  </a:lnTo>
                  <a:lnTo>
                    <a:pt x="45468" y="114597"/>
                  </a:lnTo>
                  <a:lnTo>
                    <a:pt x="45137" y="117202"/>
                  </a:lnTo>
                  <a:lnTo>
                    <a:pt x="45209" y="119703"/>
                  </a:lnTo>
                  <a:lnTo>
                    <a:pt x="44287" y="124621"/>
                  </a:lnTo>
                  <a:lnTo>
                    <a:pt x="43332" y="126707"/>
                  </a:lnTo>
                  <a:lnTo>
                    <a:pt x="43119" y="129392"/>
                  </a:lnTo>
                  <a:lnTo>
                    <a:pt x="44480" y="134918"/>
                  </a:lnTo>
                  <a:lnTo>
                    <a:pt x="44630" y="135893"/>
                  </a:lnTo>
                  <a:lnTo>
                    <a:pt x="45419" y="138861"/>
                  </a:lnTo>
                  <a:lnTo>
                    <a:pt x="45803" y="140979"/>
                  </a:lnTo>
                  <a:lnTo>
                    <a:pt x="46408" y="143097"/>
                  </a:lnTo>
                  <a:lnTo>
                    <a:pt x="48596" y="148597"/>
                  </a:lnTo>
                  <a:lnTo>
                    <a:pt x="49570" y="150280"/>
                  </a:lnTo>
                  <a:lnTo>
                    <a:pt x="50742" y="151424"/>
                  </a:lnTo>
                  <a:lnTo>
                    <a:pt x="52869" y="156374"/>
                  </a:lnTo>
                  <a:lnTo>
                    <a:pt x="53944" y="159528"/>
                  </a:lnTo>
                  <a:lnTo>
                    <a:pt x="53455" y="161678"/>
                  </a:lnTo>
                  <a:lnTo>
                    <a:pt x="53696" y="166232"/>
                  </a:lnTo>
                  <a:lnTo>
                    <a:pt x="52177" y="164888"/>
                  </a:lnTo>
                  <a:lnTo>
                    <a:pt x="52358" y="165425"/>
                  </a:lnTo>
                  <a:lnTo>
                    <a:pt x="54163" y="167910"/>
                  </a:lnTo>
                  <a:lnTo>
                    <a:pt x="56865" y="176645"/>
                  </a:lnTo>
                  <a:lnTo>
                    <a:pt x="59215" y="180953"/>
                  </a:lnTo>
                  <a:lnTo>
                    <a:pt x="61606" y="185854"/>
                  </a:lnTo>
                  <a:lnTo>
                    <a:pt x="62352" y="190510"/>
                  </a:lnTo>
                  <a:lnTo>
                    <a:pt x="64508" y="193589"/>
                  </a:lnTo>
                  <a:lnTo>
                    <a:pt x="66904" y="198056"/>
                  </a:lnTo>
                  <a:lnTo>
                    <a:pt x="66800" y="199059"/>
                  </a:lnTo>
                  <a:lnTo>
                    <a:pt x="67449" y="200258"/>
                  </a:lnTo>
                  <a:lnTo>
                    <a:pt x="69062" y="202628"/>
                  </a:lnTo>
                  <a:lnTo>
                    <a:pt x="70036" y="205133"/>
                  </a:lnTo>
                  <a:lnTo>
                    <a:pt x="70415" y="207515"/>
                  </a:lnTo>
                  <a:lnTo>
                    <a:pt x="71010" y="207895"/>
                  </a:lnTo>
                  <a:lnTo>
                    <a:pt x="71680" y="207310"/>
                  </a:lnTo>
                  <a:lnTo>
                    <a:pt x="72351" y="207082"/>
                  </a:lnTo>
                  <a:lnTo>
                    <a:pt x="72829" y="207260"/>
                  </a:lnTo>
                  <a:lnTo>
                    <a:pt x="73552" y="209871"/>
                  </a:lnTo>
                  <a:lnTo>
                    <a:pt x="74560" y="212207"/>
                  </a:lnTo>
                  <a:lnTo>
                    <a:pt x="75045" y="214353"/>
                  </a:lnTo>
                  <a:lnTo>
                    <a:pt x="75438" y="214066"/>
                  </a:lnTo>
                  <a:lnTo>
                    <a:pt x="75765" y="214390"/>
                  </a:lnTo>
                  <a:lnTo>
                    <a:pt x="75847" y="216185"/>
                  </a:lnTo>
                  <a:lnTo>
                    <a:pt x="75996" y="217367"/>
                  </a:lnTo>
                  <a:lnTo>
                    <a:pt x="77344" y="220812"/>
                  </a:lnTo>
                  <a:lnTo>
                    <a:pt x="77987" y="224056"/>
                  </a:lnTo>
                  <a:lnTo>
                    <a:pt x="79596" y="229315"/>
                  </a:lnTo>
                  <a:lnTo>
                    <a:pt x="80786" y="232303"/>
                  </a:lnTo>
                  <a:lnTo>
                    <a:pt x="81632" y="233987"/>
                  </a:lnTo>
                  <a:lnTo>
                    <a:pt x="82600" y="235425"/>
                  </a:lnTo>
                  <a:lnTo>
                    <a:pt x="83550" y="241259"/>
                  </a:lnTo>
                  <a:lnTo>
                    <a:pt x="84065" y="246549"/>
                  </a:lnTo>
                  <a:lnTo>
                    <a:pt x="85083" y="252419"/>
                  </a:lnTo>
                  <a:lnTo>
                    <a:pt x="85853" y="254980"/>
                  </a:lnTo>
                  <a:lnTo>
                    <a:pt x="85879" y="259813"/>
                  </a:lnTo>
                  <a:lnTo>
                    <a:pt x="86500" y="264791"/>
                  </a:lnTo>
                  <a:lnTo>
                    <a:pt x="87168" y="268150"/>
                  </a:lnTo>
                  <a:lnTo>
                    <a:pt x="87364" y="271582"/>
                  </a:lnTo>
                  <a:lnTo>
                    <a:pt x="87569" y="273285"/>
                  </a:lnTo>
                  <a:lnTo>
                    <a:pt x="87824" y="274563"/>
                  </a:lnTo>
                  <a:lnTo>
                    <a:pt x="88549" y="280384"/>
                  </a:lnTo>
                  <a:lnTo>
                    <a:pt x="88361" y="283085"/>
                  </a:lnTo>
                  <a:lnTo>
                    <a:pt x="87854" y="280434"/>
                  </a:lnTo>
                  <a:lnTo>
                    <a:pt x="87916" y="288241"/>
                  </a:lnTo>
                  <a:lnTo>
                    <a:pt x="88361" y="292371"/>
                  </a:lnTo>
                  <a:lnTo>
                    <a:pt x="88160" y="297436"/>
                  </a:lnTo>
                  <a:lnTo>
                    <a:pt x="88626" y="299214"/>
                  </a:lnTo>
                  <a:lnTo>
                    <a:pt x="89455" y="304938"/>
                  </a:lnTo>
                  <a:lnTo>
                    <a:pt x="90037" y="306992"/>
                  </a:lnTo>
                  <a:lnTo>
                    <a:pt x="89989" y="313993"/>
                  </a:lnTo>
                  <a:lnTo>
                    <a:pt x="90296" y="317522"/>
                  </a:lnTo>
                  <a:lnTo>
                    <a:pt x="89513" y="315420"/>
                  </a:lnTo>
                  <a:lnTo>
                    <a:pt x="88946" y="313022"/>
                  </a:lnTo>
                  <a:lnTo>
                    <a:pt x="88187" y="314289"/>
                  </a:lnTo>
                  <a:lnTo>
                    <a:pt x="87507" y="316157"/>
                  </a:lnTo>
                  <a:lnTo>
                    <a:pt x="88565" y="323681"/>
                  </a:lnTo>
                  <a:lnTo>
                    <a:pt x="87358" y="322966"/>
                  </a:lnTo>
                  <a:lnTo>
                    <a:pt x="87468" y="333086"/>
                  </a:lnTo>
                  <a:lnTo>
                    <a:pt x="87968" y="335450"/>
                  </a:lnTo>
                  <a:lnTo>
                    <a:pt x="88004" y="336583"/>
                  </a:lnTo>
                  <a:lnTo>
                    <a:pt x="87857" y="337938"/>
                  </a:lnTo>
                  <a:lnTo>
                    <a:pt x="87523" y="336456"/>
                  </a:lnTo>
                  <a:lnTo>
                    <a:pt x="87453" y="334931"/>
                  </a:lnTo>
                  <a:lnTo>
                    <a:pt x="87263" y="335269"/>
                  </a:lnTo>
                  <a:lnTo>
                    <a:pt x="87272" y="336054"/>
                  </a:lnTo>
                  <a:lnTo>
                    <a:pt x="86870" y="337840"/>
                  </a:lnTo>
                  <a:lnTo>
                    <a:pt x="86749" y="340053"/>
                  </a:lnTo>
                  <a:lnTo>
                    <a:pt x="87183" y="341934"/>
                  </a:lnTo>
                  <a:lnTo>
                    <a:pt x="87257" y="343370"/>
                  </a:lnTo>
                  <a:lnTo>
                    <a:pt x="86943" y="345146"/>
                  </a:lnTo>
                  <a:lnTo>
                    <a:pt x="86441" y="347028"/>
                  </a:lnTo>
                  <a:lnTo>
                    <a:pt x="85295" y="347276"/>
                  </a:lnTo>
                  <a:lnTo>
                    <a:pt x="85033" y="350949"/>
                  </a:lnTo>
                  <a:lnTo>
                    <a:pt x="84642" y="354849"/>
                  </a:lnTo>
                  <a:lnTo>
                    <a:pt x="82594" y="355468"/>
                  </a:lnTo>
                  <a:lnTo>
                    <a:pt x="81107" y="358901"/>
                  </a:lnTo>
                  <a:lnTo>
                    <a:pt x="79268" y="360180"/>
                  </a:lnTo>
                  <a:lnTo>
                    <a:pt x="77631" y="363585"/>
                  </a:lnTo>
                  <a:lnTo>
                    <a:pt x="75818" y="366731"/>
                  </a:lnTo>
                  <a:lnTo>
                    <a:pt x="74640" y="367148"/>
                  </a:lnTo>
                  <a:lnTo>
                    <a:pt x="73637" y="367825"/>
                  </a:lnTo>
                  <a:lnTo>
                    <a:pt x="72483" y="373052"/>
                  </a:lnTo>
                  <a:lnTo>
                    <a:pt x="70555" y="373651"/>
                  </a:lnTo>
                  <a:lnTo>
                    <a:pt x="67091" y="377924"/>
                  </a:lnTo>
                  <a:lnTo>
                    <a:pt x="65930" y="379982"/>
                  </a:lnTo>
                  <a:lnTo>
                    <a:pt x="64870" y="380785"/>
                  </a:lnTo>
                  <a:lnTo>
                    <a:pt x="63353" y="382566"/>
                  </a:lnTo>
                  <a:lnTo>
                    <a:pt x="63027" y="381931"/>
                  </a:lnTo>
                  <a:lnTo>
                    <a:pt x="62522" y="380403"/>
                  </a:lnTo>
                  <a:lnTo>
                    <a:pt x="61209" y="379612"/>
                  </a:lnTo>
                  <a:lnTo>
                    <a:pt x="60567" y="377900"/>
                  </a:lnTo>
                  <a:lnTo>
                    <a:pt x="60381" y="375694"/>
                  </a:lnTo>
                  <a:lnTo>
                    <a:pt x="60208" y="374819"/>
                  </a:lnTo>
                  <a:lnTo>
                    <a:pt x="59925" y="376067"/>
                  </a:lnTo>
                  <a:lnTo>
                    <a:pt x="59708" y="381315"/>
                  </a:lnTo>
                  <a:lnTo>
                    <a:pt x="59478" y="382508"/>
                  </a:lnTo>
                  <a:lnTo>
                    <a:pt x="58917" y="383026"/>
                  </a:lnTo>
                  <a:lnTo>
                    <a:pt x="57815" y="381534"/>
                  </a:lnTo>
                  <a:lnTo>
                    <a:pt x="56761" y="378510"/>
                  </a:lnTo>
                  <a:lnTo>
                    <a:pt x="55262" y="380599"/>
                  </a:lnTo>
                  <a:lnTo>
                    <a:pt x="55721" y="380856"/>
                  </a:lnTo>
                  <a:lnTo>
                    <a:pt x="56405" y="380684"/>
                  </a:lnTo>
                  <a:lnTo>
                    <a:pt x="56933" y="381207"/>
                  </a:lnTo>
                  <a:lnTo>
                    <a:pt x="57381" y="383224"/>
                  </a:lnTo>
                  <a:lnTo>
                    <a:pt x="57365" y="384322"/>
                  </a:lnTo>
                  <a:lnTo>
                    <a:pt x="57133" y="385597"/>
                  </a:lnTo>
                  <a:lnTo>
                    <a:pt x="55728" y="385801"/>
                  </a:lnTo>
                  <a:lnTo>
                    <a:pt x="53854" y="385352"/>
                  </a:lnTo>
                  <a:lnTo>
                    <a:pt x="53513" y="385524"/>
                  </a:lnTo>
                  <a:lnTo>
                    <a:pt x="55220" y="387490"/>
                  </a:lnTo>
                  <a:lnTo>
                    <a:pt x="56782" y="388626"/>
                  </a:lnTo>
                  <a:lnTo>
                    <a:pt x="57476" y="389871"/>
                  </a:lnTo>
                  <a:lnTo>
                    <a:pt x="57476" y="390897"/>
                  </a:lnTo>
                  <a:lnTo>
                    <a:pt x="56599" y="392559"/>
                  </a:lnTo>
                  <a:lnTo>
                    <a:pt x="55920" y="394592"/>
                  </a:lnTo>
                  <a:lnTo>
                    <a:pt x="55907" y="395853"/>
                  </a:lnTo>
                  <a:lnTo>
                    <a:pt x="55891" y="397261"/>
                  </a:lnTo>
                  <a:lnTo>
                    <a:pt x="55136" y="398479"/>
                  </a:lnTo>
                  <a:lnTo>
                    <a:pt x="54663" y="398236"/>
                  </a:lnTo>
                  <a:lnTo>
                    <a:pt x="53328" y="396121"/>
                  </a:lnTo>
                  <a:lnTo>
                    <a:pt x="49470" y="387787"/>
                  </a:lnTo>
                  <a:lnTo>
                    <a:pt x="50052" y="390139"/>
                  </a:lnTo>
                  <a:lnTo>
                    <a:pt x="54048" y="399620"/>
                  </a:lnTo>
                  <a:lnTo>
                    <a:pt x="54750" y="402741"/>
                  </a:lnTo>
                  <a:lnTo>
                    <a:pt x="54850" y="404943"/>
                  </a:lnTo>
                  <a:lnTo>
                    <a:pt x="54439" y="406052"/>
                  </a:lnTo>
                  <a:lnTo>
                    <a:pt x="53760" y="407356"/>
                  </a:lnTo>
                  <a:lnTo>
                    <a:pt x="52451" y="407455"/>
                  </a:lnTo>
                  <a:lnTo>
                    <a:pt x="50304" y="403928"/>
                  </a:lnTo>
                  <a:lnTo>
                    <a:pt x="46869" y="395469"/>
                  </a:lnTo>
                  <a:lnTo>
                    <a:pt x="45700" y="394316"/>
                  </a:lnTo>
                  <a:lnTo>
                    <a:pt x="49174" y="403983"/>
                  </a:lnTo>
                  <a:lnTo>
                    <a:pt x="49743" y="406331"/>
                  </a:lnTo>
                  <a:lnTo>
                    <a:pt x="50330" y="409043"/>
                  </a:lnTo>
                  <a:lnTo>
                    <a:pt x="50163" y="410655"/>
                  </a:lnTo>
                  <a:lnTo>
                    <a:pt x="49864" y="412164"/>
                  </a:lnTo>
                  <a:lnTo>
                    <a:pt x="41628" y="421133"/>
                  </a:lnTo>
                  <a:lnTo>
                    <a:pt x="40399" y="424998"/>
                  </a:lnTo>
                  <a:lnTo>
                    <a:pt x="39423" y="429764"/>
                  </a:lnTo>
                  <a:lnTo>
                    <a:pt x="37806" y="432417"/>
                  </a:lnTo>
                  <a:lnTo>
                    <a:pt x="36857" y="434844"/>
                  </a:lnTo>
                  <a:lnTo>
                    <a:pt x="34112" y="436201"/>
                  </a:lnTo>
                  <a:lnTo>
                    <a:pt x="32613" y="435776"/>
                  </a:lnTo>
                  <a:lnTo>
                    <a:pt x="34167" y="431374"/>
                  </a:lnTo>
                  <a:lnTo>
                    <a:pt x="33207" y="429742"/>
                  </a:lnTo>
                  <a:lnTo>
                    <a:pt x="33159" y="418406"/>
                  </a:lnTo>
                  <a:lnTo>
                    <a:pt x="33536" y="405976"/>
                  </a:lnTo>
                  <a:lnTo>
                    <a:pt x="34252" y="399767"/>
                  </a:lnTo>
                  <a:lnTo>
                    <a:pt x="35287" y="398219"/>
                  </a:lnTo>
                  <a:lnTo>
                    <a:pt x="36589" y="397264"/>
                  </a:lnTo>
                  <a:lnTo>
                    <a:pt x="36618" y="395955"/>
                  </a:lnTo>
                  <a:lnTo>
                    <a:pt x="36489" y="394465"/>
                  </a:lnTo>
                  <a:lnTo>
                    <a:pt x="35790" y="392345"/>
                  </a:lnTo>
                  <a:lnTo>
                    <a:pt x="35025" y="391366"/>
                  </a:lnTo>
                  <a:lnTo>
                    <a:pt x="33882" y="390946"/>
                  </a:lnTo>
                  <a:lnTo>
                    <a:pt x="33002" y="388347"/>
                  </a:lnTo>
                  <a:lnTo>
                    <a:pt x="32332" y="388454"/>
                  </a:lnTo>
                  <a:lnTo>
                    <a:pt x="31294" y="389317"/>
                  </a:lnTo>
                  <a:lnTo>
                    <a:pt x="30667" y="388202"/>
                  </a:lnTo>
                  <a:lnTo>
                    <a:pt x="30437" y="386451"/>
                  </a:lnTo>
                  <a:lnTo>
                    <a:pt x="29475" y="384291"/>
                  </a:lnTo>
                  <a:lnTo>
                    <a:pt x="28368" y="382186"/>
                  </a:lnTo>
                  <a:lnTo>
                    <a:pt x="28869" y="381857"/>
                  </a:lnTo>
                  <a:lnTo>
                    <a:pt x="29450" y="380647"/>
                  </a:lnTo>
                  <a:lnTo>
                    <a:pt x="30069" y="379092"/>
                  </a:lnTo>
                  <a:lnTo>
                    <a:pt x="31617" y="378877"/>
                  </a:lnTo>
                  <a:lnTo>
                    <a:pt x="33169" y="378949"/>
                  </a:lnTo>
                  <a:lnTo>
                    <a:pt x="33603" y="378545"/>
                  </a:lnTo>
                  <a:lnTo>
                    <a:pt x="34228" y="376897"/>
                  </a:lnTo>
                  <a:lnTo>
                    <a:pt x="35248" y="374779"/>
                  </a:lnTo>
                  <a:lnTo>
                    <a:pt x="36019" y="373604"/>
                  </a:lnTo>
                  <a:lnTo>
                    <a:pt x="36201" y="372655"/>
                  </a:lnTo>
                  <a:lnTo>
                    <a:pt x="35892" y="370422"/>
                  </a:lnTo>
                  <a:lnTo>
                    <a:pt x="35721" y="368132"/>
                  </a:lnTo>
                  <a:lnTo>
                    <a:pt x="36010" y="367408"/>
                  </a:lnTo>
                  <a:lnTo>
                    <a:pt x="37414" y="367816"/>
                  </a:lnTo>
                  <a:lnTo>
                    <a:pt x="38954" y="368882"/>
                  </a:lnTo>
                  <a:lnTo>
                    <a:pt x="39329" y="369364"/>
                  </a:lnTo>
                  <a:lnTo>
                    <a:pt x="40216" y="366559"/>
                  </a:lnTo>
                  <a:lnTo>
                    <a:pt x="40453" y="366219"/>
                  </a:lnTo>
                  <a:lnTo>
                    <a:pt x="41033" y="366224"/>
                  </a:lnTo>
                  <a:lnTo>
                    <a:pt x="42561" y="365708"/>
                  </a:lnTo>
                  <a:lnTo>
                    <a:pt x="44057" y="364965"/>
                  </a:lnTo>
                  <a:lnTo>
                    <a:pt x="44764" y="365085"/>
                  </a:lnTo>
                  <a:lnTo>
                    <a:pt x="45451" y="366973"/>
                  </a:lnTo>
                  <a:lnTo>
                    <a:pt x="45976" y="368820"/>
                  </a:lnTo>
                  <a:lnTo>
                    <a:pt x="46246" y="368970"/>
                  </a:lnTo>
                  <a:lnTo>
                    <a:pt x="47023" y="368182"/>
                  </a:lnTo>
                  <a:lnTo>
                    <a:pt x="47664" y="369168"/>
                  </a:lnTo>
                  <a:lnTo>
                    <a:pt x="49006" y="370779"/>
                  </a:lnTo>
                  <a:lnTo>
                    <a:pt x="49809" y="370849"/>
                  </a:lnTo>
                  <a:lnTo>
                    <a:pt x="49409" y="367094"/>
                  </a:lnTo>
                  <a:lnTo>
                    <a:pt x="49859" y="364425"/>
                  </a:lnTo>
                  <a:lnTo>
                    <a:pt x="49772" y="363692"/>
                  </a:lnTo>
                  <a:lnTo>
                    <a:pt x="49014" y="362464"/>
                  </a:lnTo>
                  <a:lnTo>
                    <a:pt x="46449" y="357554"/>
                  </a:lnTo>
                  <a:lnTo>
                    <a:pt x="46010" y="356093"/>
                  </a:lnTo>
                  <a:lnTo>
                    <a:pt x="46070" y="353784"/>
                  </a:lnTo>
                  <a:lnTo>
                    <a:pt x="45985" y="350397"/>
                  </a:lnTo>
                  <a:lnTo>
                    <a:pt x="45754" y="348267"/>
                  </a:lnTo>
                  <a:lnTo>
                    <a:pt x="45793" y="347020"/>
                  </a:lnTo>
                  <a:lnTo>
                    <a:pt x="45953" y="346025"/>
                  </a:lnTo>
                  <a:lnTo>
                    <a:pt x="46427" y="345630"/>
                  </a:lnTo>
                  <a:lnTo>
                    <a:pt x="46880" y="345495"/>
                  </a:lnTo>
                  <a:lnTo>
                    <a:pt x="47246" y="344622"/>
                  </a:lnTo>
                  <a:lnTo>
                    <a:pt x="47861" y="342390"/>
                  </a:lnTo>
                  <a:lnTo>
                    <a:pt x="49056" y="342590"/>
                  </a:lnTo>
                  <a:lnTo>
                    <a:pt x="50737" y="343858"/>
                  </a:lnTo>
                  <a:lnTo>
                    <a:pt x="51980" y="344641"/>
                  </a:lnTo>
                  <a:lnTo>
                    <a:pt x="52712" y="344488"/>
                  </a:lnTo>
                  <a:lnTo>
                    <a:pt x="52876" y="344169"/>
                  </a:lnTo>
                  <a:lnTo>
                    <a:pt x="52855" y="342970"/>
                  </a:lnTo>
                  <a:lnTo>
                    <a:pt x="52941" y="337848"/>
                  </a:lnTo>
                  <a:lnTo>
                    <a:pt x="52893" y="336763"/>
                  </a:lnTo>
                  <a:lnTo>
                    <a:pt x="53951" y="336258"/>
                  </a:lnTo>
                  <a:lnTo>
                    <a:pt x="55572" y="336150"/>
                  </a:lnTo>
                  <a:lnTo>
                    <a:pt x="56425" y="335852"/>
                  </a:lnTo>
                  <a:lnTo>
                    <a:pt x="57222" y="333693"/>
                  </a:lnTo>
                  <a:lnTo>
                    <a:pt x="59270" y="332950"/>
                  </a:lnTo>
                  <a:lnTo>
                    <a:pt x="60751" y="330043"/>
                  </a:lnTo>
                  <a:lnTo>
                    <a:pt x="62088" y="327053"/>
                  </a:lnTo>
                  <a:lnTo>
                    <a:pt x="62743" y="326257"/>
                  </a:lnTo>
                  <a:lnTo>
                    <a:pt x="63577" y="325737"/>
                  </a:lnTo>
                  <a:lnTo>
                    <a:pt x="64199" y="325812"/>
                  </a:lnTo>
                  <a:lnTo>
                    <a:pt x="64980" y="327542"/>
                  </a:lnTo>
                  <a:lnTo>
                    <a:pt x="65629" y="326502"/>
                  </a:lnTo>
                  <a:lnTo>
                    <a:pt x="66375" y="324468"/>
                  </a:lnTo>
                  <a:lnTo>
                    <a:pt x="66766" y="322481"/>
                  </a:lnTo>
                  <a:lnTo>
                    <a:pt x="66980" y="319284"/>
                  </a:lnTo>
                  <a:lnTo>
                    <a:pt x="66833" y="314381"/>
                  </a:lnTo>
                  <a:lnTo>
                    <a:pt x="66438" y="310544"/>
                  </a:lnTo>
                  <a:lnTo>
                    <a:pt x="66068" y="307667"/>
                  </a:lnTo>
                  <a:lnTo>
                    <a:pt x="65992" y="304793"/>
                  </a:lnTo>
                  <a:lnTo>
                    <a:pt x="66857" y="299029"/>
                  </a:lnTo>
                  <a:lnTo>
                    <a:pt x="67597" y="292754"/>
                  </a:lnTo>
                  <a:lnTo>
                    <a:pt x="67455" y="290276"/>
                  </a:lnTo>
                  <a:lnTo>
                    <a:pt x="66649" y="286360"/>
                  </a:lnTo>
                  <a:lnTo>
                    <a:pt x="65831" y="281590"/>
                  </a:lnTo>
                  <a:lnTo>
                    <a:pt x="64932" y="276348"/>
                  </a:lnTo>
                  <a:lnTo>
                    <a:pt x="64594" y="275566"/>
                  </a:lnTo>
                  <a:lnTo>
                    <a:pt x="64353" y="274106"/>
                  </a:lnTo>
                  <a:lnTo>
                    <a:pt x="64216" y="272400"/>
                  </a:lnTo>
                  <a:lnTo>
                    <a:pt x="64573" y="267045"/>
                  </a:lnTo>
                  <a:lnTo>
                    <a:pt x="64623" y="265247"/>
                  </a:lnTo>
                  <a:lnTo>
                    <a:pt x="65660" y="262809"/>
                  </a:lnTo>
                  <a:lnTo>
                    <a:pt x="66212" y="260015"/>
                  </a:lnTo>
                  <a:lnTo>
                    <a:pt x="66731" y="256936"/>
                  </a:lnTo>
                  <a:lnTo>
                    <a:pt x="66536" y="255307"/>
                  </a:lnTo>
                  <a:lnTo>
                    <a:pt x="66466" y="251989"/>
                  </a:lnTo>
                  <a:lnTo>
                    <a:pt x="66598" y="250380"/>
                  </a:lnTo>
                  <a:lnTo>
                    <a:pt x="66354" y="249077"/>
                  </a:lnTo>
                  <a:lnTo>
                    <a:pt x="66054" y="247187"/>
                  </a:lnTo>
                  <a:lnTo>
                    <a:pt x="66250" y="245959"/>
                  </a:lnTo>
                  <a:lnTo>
                    <a:pt x="66978" y="244907"/>
                  </a:lnTo>
                  <a:lnTo>
                    <a:pt x="67402" y="243092"/>
                  </a:lnTo>
                  <a:lnTo>
                    <a:pt x="67946" y="240983"/>
                  </a:lnTo>
                  <a:lnTo>
                    <a:pt x="68185" y="239051"/>
                  </a:lnTo>
                  <a:lnTo>
                    <a:pt x="67797" y="237436"/>
                  </a:lnTo>
                  <a:lnTo>
                    <a:pt x="67089" y="235021"/>
                  </a:lnTo>
                  <a:lnTo>
                    <a:pt x="65797" y="232828"/>
                  </a:lnTo>
                  <a:lnTo>
                    <a:pt x="64306" y="230030"/>
                  </a:lnTo>
                  <a:lnTo>
                    <a:pt x="63574" y="228311"/>
                  </a:lnTo>
                  <a:lnTo>
                    <a:pt x="62996" y="226556"/>
                  </a:lnTo>
                  <a:lnTo>
                    <a:pt x="62465" y="224512"/>
                  </a:lnTo>
                  <a:lnTo>
                    <a:pt x="62173" y="222880"/>
                  </a:lnTo>
                  <a:lnTo>
                    <a:pt x="62457" y="221812"/>
                  </a:lnTo>
                  <a:lnTo>
                    <a:pt x="64576" y="219356"/>
                  </a:lnTo>
                  <a:lnTo>
                    <a:pt x="64963" y="218472"/>
                  </a:lnTo>
                  <a:lnTo>
                    <a:pt x="65187" y="217107"/>
                  </a:lnTo>
                  <a:lnTo>
                    <a:pt x="65017" y="215772"/>
                  </a:lnTo>
                  <a:lnTo>
                    <a:pt x="64446" y="215052"/>
                  </a:lnTo>
                  <a:lnTo>
                    <a:pt x="63785" y="214560"/>
                  </a:lnTo>
                  <a:lnTo>
                    <a:pt x="62808" y="213015"/>
                  </a:lnTo>
                  <a:lnTo>
                    <a:pt x="60986" y="208775"/>
                  </a:lnTo>
                  <a:lnTo>
                    <a:pt x="60150" y="207830"/>
                  </a:lnTo>
                  <a:lnTo>
                    <a:pt x="59270" y="206609"/>
                  </a:lnTo>
                  <a:lnTo>
                    <a:pt x="58803" y="205326"/>
                  </a:lnTo>
                  <a:lnTo>
                    <a:pt x="58288" y="201807"/>
                  </a:lnTo>
                  <a:lnTo>
                    <a:pt x="58058" y="201493"/>
                  </a:lnTo>
                  <a:lnTo>
                    <a:pt x="57554" y="202555"/>
                  </a:lnTo>
                  <a:lnTo>
                    <a:pt x="56912" y="203671"/>
                  </a:lnTo>
                  <a:lnTo>
                    <a:pt x="56376" y="203481"/>
                  </a:lnTo>
                  <a:lnTo>
                    <a:pt x="55887" y="202487"/>
                  </a:lnTo>
                  <a:lnTo>
                    <a:pt x="55653" y="201148"/>
                  </a:lnTo>
                  <a:lnTo>
                    <a:pt x="55112" y="199311"/>
                  </a:lnTo>
                  <a:lnTo>
                    <a:pt x="54526" y="197815"/>
                  </a:lnTo>
                  <a:lnTo>
                    <a:pt x="54372" y="192782"/>
                  </a:lnTo>
                  <a:lnTo>
                    <a:pt x="54277" y="191141"/>
                  </a:lnTo>
                  <a:lnTo>
                    <a:pt x="53984" y="188851"/>
                  </a:lnTo>
                  <a:lnTo>
                    <a:pt x="53528" y="188031"/>
                  </a:lnTo>
                  <a:lnTo>
                    <a:pt x="53043" y="187420"/>
                  </a:lnTo>
                  <a:lnTo>
                    <a:pt x="51900" y="183248"/>
                  </a:lnTo>
                  <a:lnTo>
                    <a:pt x="51112" y="181088"/>
                  </a:lnTo>
                  <a:lnTo>
                    <a:pt x="47863" y="175223"/>
                  </a:lnTo>
                  <a:lnTo>
                    <a:pt x="47460" y="174287"/>
                  </a:lnTo>
                  <a:lnTo>
                    <a:pt x="46586" y="171873"/>
                  </a:lnTo>
                  <a:lnTo>
                    <a:pt x="45065" y="168452"/>
                  </a:lnTo>
                  <a:lnTo>
                    <a:pt x="43978" y="165692"/>
                  </a:lnTo>
                  <a:lnTo>
                    <a:pt x="43186" y="162838"/>
                  </a:lnTo>
                  <a:lnTo>
                    <a:pt x="42821" y="160361"/>
                  </a:lnTo>
                  <a:lnTo>
                    <a:pt x="42708" y="158427"/>
                  </a:lnTo>
                  <a:lnTo>
                    <a:pt x="41845" y="155657"/>
                  </a:lnTo>
                  <a:lnTo>
                    <a:pt x="41101" y="153386"/>
                  </a:lnTo>
                  <a:lnTo>
                    <a:pt x="40382" y="152649"/>
                  </a:lnTo>
                  <a:lnTo>
                    <a:pt x="39562" y="152342"/>
                  </a:lnTo>
                  <a:lnTo>
                    <a:pt x="38818" y="150991"/>
                  </a:lnTo>
                  <a:lnTo>
                    <a:pt x="37461" y="147937"/>
                  </a:lnTo>
                  <a:lnTo>
                    <a:pt x="36860" y="145970"/>
                  </a:lnTo>
                  <a:lnTo>
                    <a:pt x="36506" y="144646"/>
                  </a:lnTo>
                  <a:lnTo>
                    <a:pt x="36520" y="143282"/>
                  </a:lnTo>
                  <a:lnTo>
                    <a:pt x="36847" y="141013"/>
                  </a:lnTo>
                  <a:lnTo>
                    <a:pt x="37241" y="139720"/>
                  </a:lnTo>
                  <a:lnTo>
                    <a:pt x="37254" y="138710"/>
                  </a:lnTo>
                  <a:lnTo>
                    <a:pt x="36867" y="137886"/>
                  </a:lnTo>
                  <a:lnTo>
                    <a:pt x="35362" y="136424"/>
                  </a:lnTo>
                  <a:lnTo>
                    <a:pt x="31948" y="134205"/>
                  </a:lnTo>
                  <a:lnTo>
                    <a:pt x="30674" y="132514"/>
                  </a:lnTo>
                  <a:lnTo>
                    <a:pt x="29498" y="130344"/>
                  </a:lnTo>
                  <a:lnTo>
                    <a:pt x="28608" y="128874"/>
                  </a:lnTo>
                  <a:lnTo>
                    <a:pt x="24447" y="122618"/>
                  </a:lnTo>
                  <a:lnTo>
                    <a:pt x="23185" y="121573"/>
                  </a:lnTo>
                  <a:lnTo>
                    <a:pt x="22099" y="120462"/>
                  </a:lnTo>
                  <a:lnTo>
                    <a:pt x="21769" y="119385"/>
                  </a:lnTo>
                  <a:lnTo>
                    <a:pt x="21828" y="118350"/>
                  </a:lnTo>
                  <a:lnTo>
                    <a:pt x="22268" y="117580"/>
                  </a:lnTo>
                  <a:lnTo>
                    <a:pt x="23446" y="115972"/>
                  </a:lnTo>
                  <a:lnTo>
                    <a:pt x="23883" y="114137"/>
                  </a:lnTo>
                  <a:lnTo>
                    <a:pt x="23743" y="111726"/>
                  </a:lnTo>
                  <a:lnTo>
                    <a:pt x="23273" y="109293"/>
                  </a:lnTo>
                  <a:lnTo>
                    <a:pt x="23502" y="108446"/>
                  </a:lnTo>
                  <a:lnTo>
                    <a:pt x="23881" y="108350"/>
                  </a:lnTo>
                  <a:lnTo>
                    <a:pt x="24676" y="108278"/>
                  </a:lnTo>
                  <a:lnTo>
                    <a:pt x="26313" y="108141"/>
                  </a:lnTo>
                  <a:lnTo>
                    <a:pt x="29848" y="110355"/>
                  </a:lnTo>
                  <a:lnTo>
                    <a:pt x="30361" y="110113"/>
                  </a:lnTo>
                  <a:lnTo>
                    <a:pt x="32277" y="106095"/>
                  </a:lnTo>
                  <a:lnTo>
                    <a:pt x="33000" y="103690"/>
                  </a:lnTo>
                  <a:lnTo>
                    <a:pt x="33165" y="101684"/>
                  </a:lnTo>
                  <a:lnTo>
                    <a:pt x="33544" y="100409"/>
                  </a:lnTo>
                  <a:lnTo>
                    <a:pt x="34557" y="98312"/>
                  </a:lnTo>
                  <a:lnTo>
                    <a:pt x="34573" y="96400"/>
                  </a:lnTo>
                  <a:lnTo>
                    <a:pt x="34073" y="93851"/>
                  </a:lnTo>
                  <a:lnTo>
                    <a:pt x="33569" y="92865"/>
                  </a:lnTo>
                  <a:lnTo>
                    <a:pt x="33135" y="92440"/>
                  </a:lnTo>
                  <a:lnTo>
                    <a:pt x="31729" y="92780"/>
                  </a:lnTo>
                  <a:lnTo>
                    <a:pt x="31460" y="92208"/>
                  </a:lnTo>
                  <a:lnTo>
                    <a:pt x="31274" y="90307"/>
                  </a:lnTo>
                  <a:lnTo>
                    <a:pt x="31207" y="89140"/>
                  </a:lnTo>
                  <a:lnTo>
                    <a:pt x="30743" y="87781"/>
                  </a:lnTo>
                  <a:lnTo>
                    <a:pt x="29229" y="86624"/>
                  </a:lnTo>
                  <a:lnTo>
                    <a:pt x="27946" y="86296"/>
                  </a:lnTo>
                  <a:lnTo>
                    <a:pt x="27645" y="85804"/>
                  </a:lnTo>
                  <a:lnTo>
                    <a:pt x="28139" y="84494"/>
                  </a:lnTo>
                  <a:lnTo>
                    <a:pt x="29012" y="83199"/>
                  </a:lnTo>
                  <a:lnTo>
                    <a:pt x="29680" y="82451"/>
                  </a:lnTo>
                  <a:lnTo>
                    <a:pt x="30204" y="81111"/>
                  </a:lnTo>
                  <a:lnTo>
                    <a:pt x="30303" y="79739"/>
                  </a:lnTo>
                  <a:lnTo>
                    <a:pt x="29651" y="78518"/>
                  </a:lnTo>
                  <a:lnTo>
                    <a:pt x="28800" y="77166"/>
                  </a:lnTo>
                  <a:lnTo>
                    <a:pt x="27421" y="74585"/>
                  </a:lnTo>
                  <a:lnTo>
                    <a:pt x="25517" y="71841"/>
                  </a:lnTo>
                  <a:lnTo>
                    <a:pt x="24357" y="70909"/>
                  </a:lnTo>
                  <a:lnTo>
                    <a:pt x="23749" y="71035"/>
                  </a:lnTo>
                  <a:lnTo>
                    <a:pt x="21651" y="73393"/>
                  </a:lnTo>
                  <a:lnTo>
                    <a:pt x="20522" y="74927"/>
                  </a:lnTo>
                  <a:lnTo>
                    <a:pt x="19583" y="77662"/>
                  </a:lnTo>
                  <a:lnTo>
                    <a:pt x="18603" y="78250"/>
                  </a:lnTo>
                  <a:lnTo>
                    <a:pt x="17611" y="77045"/>
                  </a:lnTo>
                  <a:lnTo>
                    <a:pt x="16487" y="75804"/>
                  </a:lnTo>
                  <a:lnTo>
                    <a:pt x="13367" y="74008"/>
                  </a:lnTo>
                  <a:lnTo>
                    <a:pt x="12056" y="72500"/>
                  </a:lnTo>
                  <a:lnTo>
                    <a:pt x="9333" y="63312"/>
                  </a:lnTo>
                  <a:lnTo>
                    <a:pt x="8930" y="61441"/>
                  </a:lnTo>
                  <a:lnTo>
                    <a:pt x="9191" y="59326"/>
                  </a:lnTo>
                  <a:lnTo>
                    <a:pt x="9378" y="56299"/>
                  </a:lnTo>
                  <a:lnTo>
                    <a:pt x="9651" y="54336"/>
                  </a:lnTo>
                  <a:lnTo>
                    <a:pt x="10133" y="52462"/>
                  </a:lnTo>
                  <a:lnTo>
                    <a:pt x="10263" y="50794"/>
                  </a:lnTo>
                  <a:lnTo>
                    <a:pt x="10145" y="49165"/>
                  </a:lnTo>
                  <a:lnTo>
                    <a:pt x="9751" y="48232"/>
                  </a:lnTo>
                  <a:lnTo>
                    <a:pt x="9239" y="47956"/>
                  </a:lnTo>
                  <a:lnTo>
                    <a:pt x="8857" y="47587"/>
                  </a:lnTo>
                  <a:lnTo>
                    <a:pt x="8495" y="45441"/>
                  </a:lnTo>
                  <a:lnTo>
                    <a:pt x="8277" y="45720"/>
                  </a:lnTo>
                  <a:lnTo>
                    <a:pt x="7942" y="48328"/>
                  </a:lnTo>
                  <a:lnTo>
                    <a:pt x="7541" y="49266"/>
                  </a:lnTo>
                  <a:lnTo>
                    <a:pt x="7007" y="49734"/>
                  </a:lnTo>
                  <a:lnTo>
                    <a:pt x="6596" y="49322"/>
                  </a:lnTo>
                  <a:lnTo>
                    <a:pt x="6334" y="48276"/>
                  </a:lnTo>
                  <a:lnTo>
                    <a:pt x="6216" y="46506"/>
                  </a:lnTo>
                  <a:lnTo>
                    <a:pt x="5950" y="44130"/>
                  </a:lnTo>
                  <a:lnTo>
                    <a:pt x="5615" y="42577"/>
                  </a:lnTo>
                  <a:lnTo>
                    <a:pt x="4443" y="40997"/>
                  </a:lnTo>
                  <a:lnTo>
                    <a:pt x="3889" y="38947"/>
                  </a:lnTo>
                  <a:lnTo>
                    <a:pt x="2146" y="34484"/>
                  </a:lnTo>
                  <a:lnTo>
                    <a:pt x="685" y="31356"/>
                  </a:lnTo>
                  <a:lnTo>
                    <a:pt x="0" y="28544"/>
                  </a:lnTo>
                  <a:lnTo>
                    <a:pt x="598" y="27497"/>
                  </a:lnTo>
                  <a:lnTo>
                    <a:pt x="1352" y="25979"/>
                  </a:lnTo>
                  <a:lnTo>
                    <a:pt x="2157" y="23616"/>
                  </a:lnTo>
                  <a:lnTo>
                    <a:pt x="3064" y="20642"/>
                  </a:lnTo>
                  <a:lnTo>
                    <a:pt x="3442" y="18828"/>
                  </a:lnTo>
                  <a:lnTo>
                    <a:pt x="3707" y="18095"/>
                  </a:lnTo>
                  <a:lnTo>
                    <a:pt x="4238" y="17560"/>
                  </a:lnTo>
                  <a:lnTo>
                    <a:pt x="4809" y="17853"/>
                  </a:lnTo>
                  <a:lnTo>
                    <a:pt x="5813" y="19053"/>
                  </a:lnTo>
                  <a:lnTo>
                    <a:pt x="7324" y="20587"/>
                  </a:lnTo>
                  <a:lnTo>
                    <a:pt x="8670" y="22399"/>
                  </a:lnTo>
                  <a:lnTo>
                    <a:pt x="9215" y="24225"/>
                  </a:lnTo>
                  <a:lnTo>
                    <a:pt x="9967" y="25975"/>
                  </a:lnTo>
                  <a:lnTo>
                    <a:pt x="10544" y="26504"/>
                  </a:lnTo>
                  <a:lnTo>
                    <a:pt x="10833" y="26364"/>
                  </a:lnTo>
                  <a:lnTo>
                    <a:pt x="11703" y="25048"/>
                  </a:lnTo>
                  <a:lnTo>
                    <a:pt x="12449" y="23727"/>
                  </a:lnTo>
                  <a:lnTo>
                    <a:pt x="12465" y="22228"/>
                  </a:lnTo>
                  <a:lnTo>
                    <a:pt x="13153" y="20882"/>
                  </a:lnTo>
                  <a:lnTo>
                    <a:pt x="14053" y="18665"/>
                  </a:lnTo>
                  <a:lnTo>
                    <a:pt x="14476" y="17162"/>
                  </a:lnTo>
                  <a:lnTo>
                    <a:pt x="14798" y="17003"/>
                  </a:lnTo>
                  <a:lnTo>
                    <a:pt x="15160" y="17449"/>
                  </a:lnTo>
                  <a:lnTo>
                    <a:pt x="16579" y="22096"/>
                  </a:lnTo>
                  <a:lnTo>
                    <a:pt x="16850" y="22375"/>
                  </a:lnTo>
                  <a:lnTo>
                    <a:pt x="17250" y="21678"/>
                  </a:lnTo>
                  <a:lnTo>
                    <a:pt x="17809" y="18048"/>
                  </a:lnTo>
                  <a:lnTo>
                    <a:pt x="18420" y="16641"/>
                  </a:lnTo>
                  <a:lnTo>
                    <a:pt x="18631" y="16996"/>
                  </a:lnTo>
                  <a:lnTo>
                    <a:pt x="22058" y="23845"/>
                  </a:lnTo>
                  <a:lnTo>
                    <a:pt x="22385" y="23790"/>
                  </a:lnTo>
                  <a:lnTo>
                    <a:pt x="22753" y="23483"/>
                  </a:lnTo>
                  <a:lnTo>
                    <a:pt x="22993" y="22430"/>
                  </a:lnTo>
                  <a:lnTo>
                    <a:pt x="23263" y="20059"/>
                  </a:lnTo>
                  <a:lnTo>
                    <a:pt x="23772" y="17520"/>
                  </a:lnTo>
                  <a:lnTo>
                    <a:pt x="24872" y="16106"/>
                  </a:lnTo>
                  <a:lnTo>
                    <a:pt x="25729" y="15832"/>
                  </a:lnTo>
                  <a:lnTo>
                    <a:pt x="26047" y="17041"/>
                  </a:lnTo>
                  <a:lnTo>
                    <a:pt x="26788" y="18710"/>
                  </a:lnTo>
                  <a:lnTo>
                    <a:pt x="27694" y="18945"/>
                  </a:lnTo>
                  <a:lnTo>
                    <a:pt x="29608" y="15989"/>
                  </a:lnTo>
                  <a:lnTo>
                    <a:pt x="30233" y="15518"/>
                  </a:lnTo>
                  <a:lnTo>
                    <a:pt x="30902" y="15572"/>
                  </a:lnTo>
                  <a:lnTo>
                    <a:pt x="31588" y="15454"/>
                  </a:lnTo>
                  <a:lnTo>
                    <a:pt x="32238" y="14322"/>
                  </a:lnTo>
                  <a:lnTo>
                    <a:pt x="32925" y="12826"/>
                  </a:lnTo>
                  <a:lnTo>
                    <a:pt x="33160" y="9881"/>
                  </a:lnTo>
                  <a:lnTo>
                    <a:pt x="33306" y="7240"/>
                  </a:lnTo>
                  <a:lnTo>
                    <a:pt x="33777" y="6171"/>
                  </a:lnTo>
                  <a:lnTo>
                    <a:pt x="34338" y="5456"/>
                  </a:lnTo>
                  <a:lnTo>
                    <a:pt x="35393" y="4458"/>
                  </a:lnTo>
                  <a:lnTo>
                    <a:pt x="37779" y="1895"/>
                  </a:lnTo>
                  <a:lnTo>
                    <a:pt x="38393" y="682"/>
                  </a:lnTo>
                  <a:lnTo>
                    <a:pt x="38845" y="0"/>
                  </a:lnTo>
                  <a:lnTo>
                    <a:pt x="39771" y="1109"/>
                  </a:lnTo>
                  <a:lnTo>
                    <a:pt x="40878" y="3246"/>
                  </a:lnTo>
                  <a:lnTo>
                    <a:pt x="41549" y="4856"/>
                  </a:lnTo>
                  <a:lnTo>
                    <a:pt x="41997" y="6596"/>
                  </a:lnTo>
                  <a:lnTo>
                    <a:pt x="42210" y="8053"/>
                  </a:lnTo>
                  <a:lnTo>
                    <a:pt x="43976" y="9316"/>
                  </a:lnTo>
                  <a:lnTo>
                    <a:pt x="45100" y="11106"/>
                  </a:lnTo>
                  <a:lnTo>
                    <a:pt x="45848" y="12481"/>
                  </a:lnTo>
                  <a:lnTo>
                    <a:pt x="46585" y="12418"/>
                  </a:lnTo>
                  <a:lnTo>
                    <a:pt x="47321" y="12049"/>
                  </a:lnTo>
                  <a:lnTo>
                    <a:pt x="47798" y="10946"/>
                  </a:lnTo>
                  <a:lnTo>
                    <a:pt x="48631" y="10923"/>
                  </a:lnTo>
                  <a:lnTo>
                    <a:pt x="49618" y="11085"/>
                  </a:lnTo>
                  <a:lnTo>
                    <a:pt x="50056" y="11526"/>
                  </a:lnTo>
                  <a:lnTo>
                    <a:pt x="50864" y="14058"/>
                  </a:lnTo>
                  <a:lnTo>
                    <a:pt x="51229" y="14412"/>
                  </a:lnTo>
                  <a:lnTo>
                    <a:pt x="51958" y="14234"/>
                  </a:lnTo>
                  <a:lnTo>
                    <a:pt x="53350" y="13336"/>
                  </a:lnTo>
                  <a:lnTo>
                    <a:pt x="54472" y="12908"/>
                  </a:lnTo>
                  <a:lnTo>
                    <a:pt x="55487" y="13916"/>
                  </a:lnTo>
                  <a:lnTo>
                    <a:pt x="57415" y="16733"/>
                  </a:lnTo>
                  <a:lnTo>
                    <a:pt x="56872" y="18742"/>
                  </a:lnTo>
                  <a:lnTo>
                    <a:pt x="56443" y="20905"/>
                  </a:lnTo>
                  <a:lnTo>
                    <a:pt x="55599" y="22433"/>
                  </a:lnTo>
                  <a:lnTo>
                    <a:pt x="54973" y="22811"/>
                  </a:lnTo>
                  <a:lnTo>
                    <a:pt x="54578" y="24934"/>
                  </a:lnTo>
                  <a:lnTo>
                    <a:pt x="54404" y="28065"/>
                  </a:lnTo>
                  <a:lnTo>
                    <a:pt x="54618" y="29652"/>
                  </a:lnTo>
                  <a:lnTo>
                    <a:pt x="55106" y="30160"/>
                  </a:lnTo>
                  <a:lnTo>
                    <a:pt x="55641" y="31221"/>
                  </a:lnTo>
                  <a:lnTo>
                    <a:pt x="55859" y="32615"/>
                  </a:lnTo>
                  <a:lnTo>
                    <a:pt x="55931" y="35717"/>
                  </a:lnTo>
                  <a:lnTo>
                    <a:pt x="55902" y="39211"/>
                  </a:lnTo>
                  <a:lnTo>
                    <a:pt x="55975" y="40373"/>
                  </a:lnTo>
                  <a:lnTo>
                    <a:pt x="56395" y="40158"/>
                  </a:lnTo>
                  <a:lnTo>
                    <a:pt x="56788" y="39739"/>
                  </a:lnTo>
                  <a:lnTo>
                    <a:pt x="57586" y="40282"/>
                  </a:lnTo>
                  <a:lnTo>
                    <a:pt x="58577" y="41189"/>
                  </a:lnTo>
                  <a:lnTo>
                    <a:pt x="59203" y="42110"/>
                  </a:lnTo>
                  <a:lnTo>
                    <a:pt x="59768" y="41997"/>
                  </a:lnTo>
                  <a:lnTo>
                    <a:pt x="60205" y="42899"/>
                  </a:lnTo>
                  <a:lnTo>
                    <a:pt x="60371" y="44629"/>
                  </a:lnTo>
                  <a:lnTo>
                    <a:pt x="60886" y="45831"/>
                  </a:lnTo>
                  <a:lnTo>
                    <a:pt x="62329" y="48109"/>
                  </a:lnTo>
                  <a:lnTo>
                    <a:pt x="63483" y="48300"/>
                  </a:lnTo>
                  <a:lnTo>
                    <a:pt x="64459" y="51306"/>
                  </a:lnTo>
                  <a:lnTo>
                    <a:pt x="65475" y="50319"/>
                  </a:lnTo>
                  <a:lnTo>
                    <a:pt x="65943" y="51618"/>
                  </a:lnTo>
                  <a:lnTo>
                    <a:pt x="68036" y="51158"/>
                  </a:lnTo>
                  <a:lnTo>
                    <a:pt x="69495" y="49943"/>
                  </a:lnTo>
                  <a:lnTo>
                    <a:pt x="70023" y="50234"/>
                  </a:lnTo>
                  <a:lnTo>
                    <a:pt x="71335" y="52739"/>
                  </a:lnTo>
                  <a:close/>
                </a:path>
              </a:pathLst>
            </a:custGeom>
            <a:solidFill>
              <a:srgbClr val="E0EDD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1" name="pg1600"/>
            <p:cNvSpPr/>
            <p:nvPr/>
          </p:nvSpPr>
          <p:spPr>
            <a:xfrm>
              <a:off x="5458550" y="4229327"/>
              <a:ext cx="1959" cy="2868"/>
            </a:xfrm>
            <a:custGeom>
              <a:avLst/>
              <a:pathLst>
                <a:path w="1959" h="2868">
                  <a:moveTo>
                    <a:pt x="1959" y="1237"/>
                  </a:moveTo>
                  <a:lnTo>
                    <a:pt x="1525" y="2868"/>
                  </a:lnTo>
                  <a:lnTo>
                    <a:pt x="857" y="2848"/>
                  </a:lnTo>
                  <a:lnTo>
                    <a:pt x="0" y="1696"/>
                  </a:lnTo>
                  <a:lnTo>
                    <a:pt x="162" y="253"/>
                  </a:lnTo>
                  <a:lnTo>
                    <a:pt x="1135" y="0"/>
                  </a:lnTo>
                  <a:lnTo>
                    <a:pt x="1417" y="9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2" name="pg1601"/>
            <p:cNvSpPr/>
            <p:nvPr/>
          </p:nvSpPr>
          <p:spPr>
            <a:xfrm>
              <a:off x="5452134" y="4205010"/>
              <a:ext cx="3378" cy="9664"/>
            </a:xfrm>
            <a:custGeom>
              <a:avLst/>
              <a:pathLst>
                <a:path w="3378" h="9664">
                  <a:moveTo>
                    <a:pt x="3378" y="6452"/>
                  </a:moveTo>
                  <a:lnTo>
                    <a:pt x="2727" y="9664"/>
                  </a:lnTo>
                  <a:lnTo>
                    <a:pt x="1601" y="8916"/>
                  </a:lnTo>
                  <a:lnTo>
                    <a:pt x="548" y="6596"/>
                  </a:lnTo>
                  <a:lnTo>
                    <a:pt x="0" y="4567"/>
                  </a:lnTo>
                  <a:lnTo>
                    <a:pt x="369" y="678"/>
                  </a:lnTo>
                  <a:lnTo>
                    <a:pt x="908" y="0"/>
                  </a:lnTo>
                  <a:lnTo>
                    <a:pt x="1471" y="222"/>
                  </a:lnTo>
                  <a:lnTo>
                    <a:pt x="1758" y="401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3" name="pg1602"/>
            <p:cNvSpPr/>
            <p:nvPr/>
          </p:nvSpPr>
          <p:spPr>
            <a:xfrm>
              <a:off x="5449288" y="4184199"/>
              <a:ext cx="4287" cy="10965"/>
            </a:xfrm>
            <a:custGeom>
              <a:avLst/>
              <a:pathLst>
                <a:path w="4287" h="10965">
                  <a:moveTo>
                    <a:pt x="4287" y="9537"/>
                  </a:moveTo>
                  <a:lnTo>
                    <a:pt x="3718" y="10965"/>
                  </a:lnTo>
                  <a:lnTo>
                    <a:pt x="3222" y="10809"/>
                  </a:lnTo>
                  <a:lnTo>
                    <a:pt x="0" y="7499"/>
                  </a:lnTo>
                  <a:lnTo>
                    <a:pt x="135" y="6137"/>
                  </a:lnTo>
                  <a:lnTo>
                    <a:pt x="2" y="2663"/>
                  </a:lnTo>
                  <a:lnTo>
                    <a:pt x="356" y="776"/>
                  </a:lnTo>
                  <a:lnTo>
                    <a:pt x="1246" y="0"/>
                  </a:lnTo>
                  <a:lnTo>
                    <a:pt x="1936" y="401"/>
                  </a:lnTo>
                  <a:lnTo>
                    <a:pt x="2358" y="3179"/>
                  </a:lnTo>
                  <a:lnTo>
                    <a:pt x="3317" y="4311"/>
                  </a:lnTo>
                  <a:lnTo>
                    <a:pt x="2643" y="5266"/>
                  </a:lnTo>
                  <a:lnTo>
                    <a:pt x="3816" y="73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4" name="pg1603"/>
            <p:cNvSpPr/>
            <p:nvPr/>
          </p:nvSpPr>
          <p:spPr>
            <a:xfrm>
              <a:off x="5439062" y="4152425"/>
              <a:ext cx="5266" cy="7831"/>
            </a:xfrm>
            <a:custGeom>
              <a:avLst/>
              <a:pathLst>
                <a:path w="5266" h="7831">
                  <a:moveTo>
                    <a:pt x="3548" y="0"/>
                  </a:moveTo>
                  <a:lnTo>
                    <a:pt x="4778" y="4210"/>
                  </a:lnTo>
                  <a:lnTo>
                    <a:pt x="5266" y="4541"/>
                  </a:lnTo>
                  <a:lnTo>
                    <a:pt x="4521" y="7560"/>
                  </a:lnTo>
                  <a:lnTo>
                    <a:pt x="2976" y="7831"/>
                  </a:lnTo>
                  <a:lnTo>
                    <a:pt x="1153" y="7049"/>
                  </a:lnTo>
                  <a:lnTo>
                    <a:pt x="1822" y="6013"/>
                  </a:lnTo>
                  <a:lnTo>
                    <a:pt x="1476" y="4842"/>
                  </a:lnTo>
                  <a:lnTo>
                    <a:pt x="925" y="4605"/>
                  </a:lnTo>
                  <a:lnTo>
                    <a:pt x="293" y="5165"/>
                  </a:lnTo>
                  <a:lnTo>
                    <a:pt x="0" y="4974"/>
                  </a:lnTo>
                  <a:lnTo>
                    <a:pt x="403" y="3032"/>
                  </a:lnTo>
                  <a:lnTo>
                    <a:pt x="1418" y="297"/>
                  </a:lnTo>
                  <a:lnTo>
                    <a:pt x="1718" y="80"/>
                  </a:lnTo>
                  <a:lnTo>
                    <a:pt x="1990" y="51"/>
                  </a:lnTo>
                  <a:lnTo>
                    <a:pt x="2255" y="29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5" name="pg1604"/>
            <p:cNvSpPr/>
            <p:nvPr/>
          </p:nvSpPr>
          <p:spPr>
            <a:xfrm>
              <a:off x="5438644" y="4124402"/>
              <a:ext cx="4346" cy="7127"/>
            </a:xfrm>
            <a:custGeom>
              <a:avLst/>
              <a:pathLst>
                <a:path w="4346" h="7127">
                  <a:moveTo>
                    <a:pt x="3979" y="5465"/>
                  </a:moveTo>
                  <a:lnTo>
                    <a:pt x="4346" y="5904"/>
                  </a:lnTo>
                  <a:lnTo>
                    <a:pt x="4144" y="7127"/>
                  </a:lnTo>
                  <a:lnTo>
                    <a:pt x="2448" y="5730"/>
                  </a:lnTo>
                  <a:lnTo>
                    <a:pt x="1085" y="6273"/>
                  </a:lnTo>
                  <a:lnTo>
                    <a:pt x="704" y="6209"/>
                  </a:lnTo>
                  <a:lnTo>
                    <a:pt x="298" y="5078"/>
                  </a:lnTo>
                  <a:lnTo>
                    <a:pt x="0" y="2842"/>
                  </a:lnTo>
                  <a:lnTo>
                    <a:pt x="136" y="1272"/>
                  </a:lnTo>
                  <a:lnTo>
                    <a:pt x="709" y="178"/>
                  </a:lnTo>
                  <a:lnTo>
                    <a:pt x="924" y="0"/>
                  </a:lnTo>
                  <a:lnTo>
                    <a:pt x="1350" y="1353"/>
                  </a:lnTo>
                  <a:lnTo>
                    <a:pt x="1741" y="2273"/>
                  </a:lnTo>
                  <a:lnTo>
                    <a:pt x="2119" y="2669"/>
                  </a:lnTo>
                  <a:lnTo>
                    <a:pt x="2982" y="487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6" name="pg1605"/>
            <p:cNvSpPr/>
            <p:nvPr/>
          </p:nvSpPr>
          <p:spPr>
            <a:xfrm>
              <a:off x="5436234" y="4109267"/>
              <a:ext cx="4552" cy="7834"/>
            </a:xfrm>
            <a:custGeom>
              <a:avLst/>
              <a:pathLst>
                <a:path w="4552" h="7834">
                  <a:moveTo>
                    <a:pt x="4537" y="7531"/>
                  </a:moveTo>
                  <a:lnTo>
                    <a:pt x="3127" y="7834"/>
                  </a:lnTo>
                  <a:lnTo>
                    <a:pt x="1143" y="6914"/>
                  </a:lnTo>
                  <a:lnTo>
                    <a:pt x="345" y="5632"/>
                  </a:lnTo>
                  <a:lnTo>
                    <a:pt x="0" y="4345"/>
                  </a:lnTo>
                  <a:lnTo>
                    <a:pt x="685" y="3393"/>
                  </a:lnTo>
                  <a:lnTo>
                    <a:pt x="1669" y="2943"/>
                  </a:lnTo>
                  <a:lnTo>
                    <a:pt x="2898" y="0"/>
                  </a:lnTo>
                  <a:lnTo>
                    <a:pt x="3323" y="1128"/>
                  </a:lnTo>
                  <a:lnTo>
                    <a:pt x="3781" y="4423"/>
                  </a:lnTo>
                  <a:lnTo>
                    <a:pt x="4277" y="5416"/>
                  </a:lnTo>
                  <a:lnTo>
                    <a:pt x="4552" y="641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7" name="pg1606"/>
            <p:cNvSpPr/>
            <p:nvPr/>
          </p:nvSpPr>
          <p:spPr>
            <a:xfrm>
              <a:off x="5426639" y="4103213"/>
              <a:ext cx="8454" cy="20612"/>
            </a:xfrm>
            <a:custGeom>
              <a:avLst/>
              <a:pathLst>
                <a:path w="8454" h="20612">
                  <a:moveTo>
                    <a:pt x="3221" y="6475"/>
                  </a:moveTo>
                  <a:lnTo>
                    <a:pt x="3789" y="7116"/>
                  </a:lnTo>
                  <a:lnTo>
                    <a:pt x="4099" y="7116"/>
                  </a:lnTo>
                  <a:lnTo>
                    <a:pt x="4285" y="8553"/>
                  </a:lnTo>
                  <a:lnTo>
                    <a:pt x="6053" y="11421"/>
                  </a:lnTo>
                  <a:lnTo>
                    <a:pt x="6538" y="11340"/>
                  </a:lnTo>
                  <a:lnTo>
                    <a:pt x="6947" y="12910"/>
                  </a:lnTo>
                  <a:lnTo>
                    <a:pt x="7706" y="13703"/>
                  </a:lnTo>
                  <a:lnTo>
                    <a:pt x="7911" y="15302"/>
                  </a:lnTo>
                  <a:lnTo>
                    <a:pt x="8454" y="16930"/>
                  </a:lnTo>
                  <a:lnTo>
                    <a:pt x="7506" y="18901"/>
                  </a:lnTo>
                  <a:lnTo>
                    <a:pt x="5675" y="18375"/>
                  </a:lnTo>
                  <a:lnTo>
                    <a:pt x="4626" y="20612"/>
                  </a:lnTo>
                  <a:lnTo>
                    <a:pt x="3675" y="20040"/>
                  </a:lnTo>
                  <a:lnTo>
                    <a:pt x="3512" y="18866"/>
                  </a:lnTo>
                  <a:lnTo>
                    <a:pt x="3645" y="18473"/>
                  </a:lnTo>
                  <a:lnTo>
                    <a:pt x="3078" y="15478"/>
                  </a:lnTo>
                  <a:lnTo>
                    <a:pt x="2823" y="10902"/>
                  </a:lnTo>
                  <a:lnTo>
                    <a:pt x="2440" y="8206"/>
                  </a:lnTo>
                  <a:lnTo>
                    <a:pt x="2025" y="7055"/>
                  </a:lnTo>
                  <a:lnTo>
                    <a:pt x="1167" y="8062"/>
                  </a:lnTo>
                  <a:lnTo>
                    <a:pt x="821" y="8229"/>
                  </a:lnTo>
                  <a:lnTo>
                    <a:pt x="0" y="6019"/>
                  </a:lnTo>
                  <a:lnTo>
                    <a:pt x="389" y="1529"/>
                  </a:lnTo>
                  <a:lnTo>
                    <a:pt x="592" y="245"/>
                  </a:lnTo>
                  <a:lnTo>
                    <a:pt x="1261" y="0"/>
                  </a:lnTo>
                  <a:lnTo>
                    <a:pt x="2273" y="118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8" name="pg1607"/>
            <p:cNvSpPr/>
            <p:nvPr/>
          </p:nvSpPr>
          <p:spPr>
            <a:xfrm>
              <a:off x="5425939" y="4095702"/>
              <a:ext cx="1723" cy="3768"/>
            </a:xfrm>
            <a:custGeom>
              <a:avLst/>
              <a:pathLst>
                <a:path w="1723" h="3768">
                  <a:moveTo>
                    <a:pt x="1532" y="3001"/>
                  </a:moveTo>
                  <a:lnTo>
                    <a:pt x="1308" y="3768"/>
                  </a:lnTo>
                  <a:lnTo>
                    <a:pt x="0" y="1852"/>
                  </a:lnTo>
                  <a:lnTo>
                    <a:pt x="300" y="0"/>
                  </a:lnTo>
                  <a:lnTo>
                    <a:pt x="1723" y="66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9" name="pg1608"/>
            <p:cNvSpPr/>
            <p:nvPr/>
          </p:nvSpPr>
          <p:spPr>
            <a:xfrm>
              <a:off x="5438626" y="4090952"/>
              <a:ext cx="1788" cy="15065"/>
            </a:xfrm>
            <a:custGeom>
              <a:avLst/>
              <a:pathLst>
                <a:path w="1788" h="15065">
                  <a:moveTo>
                    <a:pt x="1111" y="15028"/>
                  </a:moveTo>
                  <a:lnTo>
                    <a:pt x="905" y="15065"/>
                  </a:lnTo>
                  <a:lnTo>
                    <a:pt x="696" y="13706"/>
                  </a:lnTo>
                  <a:lnTo>
                    <a:pt x="0" y="6472"/>
                  </a:lnTo>
                  <a:lnTo>
                    <a:pt x="458" y="0"/>
                  </a:lnTo>
                  <a:lnTo>
                    <a:pt x="748" y="1370"/>
                  </a:lnTo>
                  <a:lnTo>
                    <a:pt x="1788" y="12719"/>
                  </a:lnTo>
                  <a:lnTo>
                    <a:pt x="1647" y="1457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0" name="pg1609"/>
            <p:cNvSpPr/>
            <p:nvPr/>
          </p:nvSpPr>
          <p:spPr>
            <a:xfrm>
              <a:off x="5433090" y="4085674"/>
              <a:ext cx="4051" cy="5869"/>
            </a:xfrm>
            <a:custGeom>
              <a:avLst/>
              <a:pathLst>
                <a:path w="4051" h="5869">
                  <a:moveTo>
                    <a:pt x="2925" y="4513"/>
                  </a:moveTo>
                  <a:lnTo>
                    <a:pt x="2097" y="5869"/>
                  </a:lnTo>
                  <a:lnTo>
                    <a:pt x="567" y="5739"/>
                  </a:lnTo>
                  <a:lnTo>
                    <a:pt x="0" y="4974"/>
                  </a:lnTo>
                  <a:lnTo>
                    <a:pt x="1876" y="851"/>
                  </a:lnTo>
                  <a:lnTo>
                    <a:pt x="4051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1" name="pg1610"/>
            <p:cNvSpPr/>
            <p:nvPr/>
          </p:nvSpPr>
          <p:spPr>
            <a:xfrm>
              <a:off x="5438396" y="4076905"/>
              <a:ext cx="1048" cy="11943"/>
            </a:xfrm>
            <a:custGeom>
              <a:avLst/>
              <a:pathLst>
                <a:path w="1048" h="11943">
                  <a:moveTo>
                    <a:pt x="1048" y="10114"/>
                  </a:moveTo>
                  <a:lnTo>
                    <a:pt x="835" y="11943"/>
                  </a:lnTo>
                  <a:lnTo>
                    <a:pt x="324" y="9825"/>
                  </a:lnTo>
                  <a:lnTo>
                    <a:pt x="0" y="891"/>
                  </a:lnTo>
                  <a:lnTo>
                    <a:pt x="132" y="63"/>
                  </a:lnTo>
                  <a:lnTo>
                    <a:pt x="397" y="0"/>
                  </a:lnTo>
                  <a:lnTo>
                    <a:pt x="1020" y="621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2" name="pg1611"/>
            <p:cNvSpPr/>
            <p:nvPr/>
          </p:nvSpPr>
          <p:spPr>
            <a:xfrm>
              <a:off x="5418922" y="4066565"/>
              <a:ext cx="8325" cy="29499"/>
            </a:xfrm>
            <a:custGeom>
              <a:avLst/>
              <a:pathLst>
                <a:path w="8325" h="29499">
                  <a:moveTo>
                    <a:pt x="2711" y="5624"/>
                  </a:moveTo>
                  <a:lnTo>
                    <a:pt x="3505" y="15392"/>
                  </a:lnTo>
                  <a:lnTo>
                    <a:pt x="4430" y="15371"/>
                  </a:lnTo>
                  <a:lnTo>
                    <a:pt x="4903" y="14852"/>
                  </a:lnTo>
                  <a:lnTo>
                    <a:pt x="5448" y="12564"/>
                  </a:lnTo>
                  <a:lnTo>
                    <a:pt x="5691" y="8968"/>
                  </a:lnTo>
                  <a:lnTo>
                    <a:pt x="6175" y="8454"/>
                  </a:lnTo>
                  <a:lnTo>
                    <a:pt x="6780" y="8838"/>
                  </a:lnTo>
                  <a:lnTo>
                    <a:pt x="6518" y="9984"/>
                  </a:lnTo>
                  <a:lnTo>
                    <a:pt x="6694" y="12861"/>
                  </a:lnTo>
                  <a:lnTo>
                    <a:pt x="7161" y="14451"/>
                  </a:lnTo>
                  <a:lnTo>
                    <a:pt x="7472" y="14739"/>
                  </a:lnTo>
                  <a:lnTo>
                    <a:pt x="8094" y="22257"/>
                  </a:lnTo>
                  <a:lnTo>
                    <a:pt x="8325" y="23832"/>
                  </a:lnTo>
                  <a:lnTo>
                    <a:pt x="8311" y="25093"/>
                  </a:lnTo>
                  <a:lnTo>
                    <a:pt x="7007" y="27904"/>
                  </a:lnTo>
                  <a:lnTo>
                    <a:pt x="5066" y="27820"/>
                  </a:lnTo>
                  <a:lnTo>
                    <a:pt x="3698" y="29499"/>
                  </a:lnTo>
                  <a:lnTo>
                    <a:pt x="2865" y="29390"/>
                  </a:lnTo>
                  <a:lnTo>
                    <a:pt x="2874" y="27488"/>
                  </a:lnTo>
                  <a:lnTo>
                    <a:pt x="2132" y="25976"/>
                  </a:lnTo>
                  <a:lnTo>
                    <a:pt x="1295" y="22738"/>
                  </a:lnTo>
                  <a:lnTo>
                    <a:pt x="1502" y="16990"/>
                  </a:lnTo>
                  <a:lnTo>
                    <a:pt x="14" y="6310"/>
                  </a:lnTo>
                  <a:lnTo>
                    <a:pt x="0" y="3641"/>
                  </a:lnTo>
                  <a:lnTo>
                    <a:pt x="509" y="155"/>
                  </a:lnTo>
                  <a:lnTo>
                    <a:pt x="1008" y="0"/>
                  </a:lnTo>
                  <a:lnTo>
                    <a:pt x="1684" y="291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3" name="pg1612"/>
            <p:cNvSpPr/>
            <p:nvPr/>
          </p:nvSpPr>
          <p:spPr>
            <a:xfrm>
              <a:off x="5429749" y="4051958"/>
              <a:ext cx="2411" cy="5006"/>
            </a:xfrm>
            <a:custGeom>
              <a:avLst/>
              <a:pathLst>
                <a:path w="2411" h="5006">
                  <a:moveTo>
                    <a:pt x="2238" y="3508"/>
                  </a:moveTo>
                  <a:lnTo>
                    <a:pt x="1724" y="5006"/>
                  </a:lnTo>
                  <a:lnTo>
                    <a:pt x="330" y="4513"/>
                  </a:lnTo>
                  <a:lnTo>
                    <a:pt x="0" y="4117"/>
                  </a:lnTo>
                  <a:lnTo>
                    <a:pt x="89" y="1633"/>
                  </a:lnTo>
                  <a:lnTo>
                    <a:pt x="438" y="776"/>
                  </a:lnTo>
                  <a:lnTo>
                    <a:pt x="1270" y="0"/>
                  </a:lnTo>
                  <a:lnTo>
                    <a:pt x="2411" y="122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4" name="pg1613"/>
            <p:cNvSpPr/>
            <p:nvPr/>
          </p:nvSpPr>
          <p:spPr>
            <a:xfrm>
              <a:off x="5429605" y="4039172"/>
              <a:ext cx="1995" cy="6134"/>
            </a:xfrm>
            <a:custGeom>
              <a:avLst/>
              <a:pathLst>
                <a:path w="1995" h="6134">
                  <a:moveTo>
                    <a:pt x="1197" y="5843"/>
                  </a:moveTo>
                  <a:lnTo>
                    <a:pt x="1016" y="6134"/>
                  </a:lnTo>
                  <a:lnTo>
                    <a:pt x="731" y="5906"/>
                  </a:lnTo>
                  <a:lnTo>
                    <a:pt x="0" y="2331"/>
                  </a:lnTo>
                  <a:lnTo>
                    <a:pt x="185" y="1139"/>
                  </a:lnTo>
                  <a:lnTo>
                    <a:pt x="1101" y="0"/>
                  </a:lnTo>
                  <a:lnTo>
                    <a:pt x="1918" y="1985"/>
                  </a:lnTo>
                  <a:lnTo>
                    <a:pt x="1995" y="3087"/>
                  </a:lnTo>
                  <a:lnTo>
                    <a:pt x="1989" y="4025"/>
                  </a:lnTo>
                  <a:lnTo>
                    <a:pt x="1864" y="4836"/>
                  </a:lnTo>
                  <a:lnTo>
                    <a:pt x="1318" y="517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5" name="pg1614"/>
            <p:cNvSpPr/>
            <p:nvPr/>
          </p:nvSpPr>
          <p:spPr>
            <a:xfrm>
              <a:off x="1165134" y="4054601"/>
              <a:ext cx="1860" cy="2755"/>
            </a:xfrm>
            <a:custGeom>
              <a:avLst/>
              <a:pathLst>
                <a:path w="1860" h="2755">
                  <a:moveTo>
                    <a:pt x="1822" y="2562"/>
                  </a:moveTo>
                  <a:lnTo>
                    <a:pt x="1123" y="2755"/>
                  </a:lnTo>
                  <a:lnTo>
                    <a:pt x="441" y="2371"/>
                  </a:lnTo>
                  <a:lnTo>
                    <a:pt x="0" y="704"/>
                  </a:lnTo>
                  <a:lnTo>
                    <a:pt x="202" y="0"/>
                  </a:lnTo>
                  <a:lnTo>
                    <a:pt x="643" y="323"/>
                  </a:lnTo>
                  <a:lnTo>
                    <a:pt x="1102" y="1552"/>
                  </a:lnTo>
                  <a:lnTo>
                    <a:pt x="1860" y="2115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6" name="pg1615"/>
            <p:cNvSpPr/>
            <p:nvPr/>
          </p:nvSpPr>
          <p:spPr>
            <a:xfrm>
              <a:off x="1189802" y="4024758"/>
              <a:ext cx="830" cy="3523"/>
            </a:xfrm>
            <a:custGeom>
              <a:avLst/>
              <a:pathLst>
                <a:path w="830" h="3523">
                  <a:moveTo>
                    <a:pt x="428" y="3283"/>
                  </a:moveTo>
                  <a:lnTo>
                    <a:pt x="227" y="3523"/>
                  </a:lnTo>
                  <a:lnTo>
                    <a:pt x="0" y="2363"/>
                  </a:lnTo>
                  <a:lnTo>
                    <a:pt x="298" y="617"/>
                  </a:lnTo>
                  <a:lnTo>
                    <a:pt x="585" y="0"/>
                  </a:lnTo>
                  <a:lnTo>
                    <a:pt x="830" y="1373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7" name="pg1616"/>
            <p:cNvSpPr/>
            <p:nvPr/>
          </p:nvSpPr>
          <p:spPr>
            <a:xfrm>
              <a:off x="1241005" y="4042057"/>
              <a:ext cx="7358" cy="7095"/>
            </a:xfrm>
            <a:custGeom>
              <a:avLst/>
              <a:pathLst>
                <a:path w="7358" h="7095">
                  <a:moveTo>
                    <a:pt x="7302" y="7072"/>
                  </a:moveTo>
                  <a:lnTo>
                    <a:pt x="3920" y="7095"/>
                  </a:lnTo>
                  <a:lnTo>
                    <a:pt x="2247" y="5759"/>
                  </a:lnTo>
                  <a:lnTo>
                    <a:pt x="1653" y="5748"/>
                  </a:lnTo>
                  <a:lnTo>
                    <a:pt x="219" y="2946"/>
                  </a:lnTo>
                  <a:lnTo>
                    <a:pt x="0" y="1477"/>
                  </a:lnTo>
                  <a:lnTo>
                    <a:pt x="753" y="510"/>
                  </a:lnTo>
                  <a:lnTo>
                    <a:pt x="2316" y="0"/>
                  </a:lnTo>
                  <a:lnTo>
                    <a:pt x="5454" y="2129"/>
                  </a:lnTo>
                  <a:lnTo>
                    <a:pt x="5928" y="4016"/>
                  </a:lnTo>
                  <a:lnTo>
                    <a:pt x="6651" y="4218"/>
                  </a:lnTo>
                  <a:lnTo>
                    <a:pt x="7212" y="5038"/>
                  </a:lnTo>
                  <a:lnTo>
                    <a:pt x="7358" y="636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8" name="pg1617"/>
            <p:cNvSpPr/>
            <p:nvPr/>
          </p:nvSpPr>
          <p:spPr>
            <a:xfrm>
              <a:off x="1231965" y="4031955"/>
              <a:ext cx="7424" cy="10018"/>
            </a:xfrm>
            <a:custGeom>
              <a:avLst/>
              <a:pathLst>
                <a:path w="7424" h="10018">
                  <a:moveTo>
                    <a:pt x="5491" y="0"/>
                  </a:moveTo>
                  <a:lnTo>
                    <a:pt x="6872" y="2787"/>
                  </a:lnTo>
                  <a:lnTo>
                    <a:pt x="7424" y="6484"/>
                  </a:lnTo>
                  <a:lnTo>
                    <a:pt x="6830" y="10018"/>
                  </a:lnTo>
                  <a:lnTo>
                    <a:pt x="5524" y="9144"/>
                  </a:lnTo>
                  <a:lnTo>
                    <a:pt x="3627" y="9897"/>
                  </a:lnTo>
                  <a:lnTo>
                    <a:pt x="2996" y="9646"/>
                  </a:lnTo>
                  <a:lnTo>
                    <a:pt x="1477" y="5306"/>
                  </a:lnTo>
                  <a:lnTo>
                    <a:pt x="424" y="3353"/>
                  </a:lnTo>
                  <a:lnTo>
                    <a:pt x="0" y="1523"/>
                  </a:lnTo>
                  <a:lnTo>
                    <a:pt x="1343" y="1731"/>
                  </a:lnTo>
                  <a:lnTo>
                    <a:pt x="3302" y="51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9" name="pg1618"/>
            <p:cNvSpPr/>
            <p:nvPr/>
          </p:nvSpPr>
          <p:spPr>
            <a:xfrm>
              <a:off x="4021928" y="3258331"/>
              <a:ext cx="14749" cy="11724"/>
            </a:xfrm>
            <a:custGeom>
              <a:avLst/>
              <a:pathLst>
                <a:path w="14749" h="11724">
                  <a:moveTo>
                    <a:pt x="5520" y="2333"/>
                  </a:moveTo>
                  <a:lnTo>
                    <a:pt x="6280" y="2687"/>
                  </a:lnTo>
                  <a:lnTo>
                    <a:pt x="7437" y="1664"/>
                  </a:lnTo>
                  <a:lnTo>
                    <a:pt x="10755" y="1529"/>
                  </a:lnTo>
                  <a:lnTo>
                    <a:pt x="14749" y="4816"/>
                  </a:lnTo>
                  <a:lnTo>
                    <a:pt x="13995" y="5683"/>
                  </a:lnTo>
                  <a:lnTo>
                    <a:pt x="13548" y="6869"/>
                  </a:lnTo>
                  <a:lnTo>
                    <a:pt x="11790" y="7952"/>
                  </a:lnTo>
                  <a:lnTo>
                    <a:pt x="10040" y="10493"/>
                  </a:lnTo>
                  <a:lnTo>
                    <a:pt x="4973" y="11724"/>
                  </a:lnTo>
                  <a:lnTo>
                    <a:pt x="3486" y="11036"/>
                  </a:lnTo>
                  <a:lnTo>
                    <a:pt x="2265" y="8581"/>
                  </a:lnTo>
                  <a:lnTo>
                    <a:pt x="0" y="5396"/>
                  </a:lnTo>
                  <a:lnTo>
                    <a:pt x="896" y="3366"/>
                  </a:lnTo>
                  <a:lnTo>
                    <a:pt x="1086" y="2435"/>
                  </a:lnTo>
                  <a:lnTo>
                    <a:pt x="1420" y="1542"/>
                  </a:lnTo>
                  <a:lnTo>
                    <a:pt x="2704" y="0"/>
                  </a:lnTo>
                  <a:lnTo>
                    <a:pt x="3981" y="248"/>
                  </a:lnTo>
                  <a:close/>
                </a:path>
              </a:pathLst>
            </a:custGeom>
            <a:solidFill>
              <a:srgbClr val="E5F0E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0" name="pg1619"/>
            <p:cNvSpPr/>
            <p:nvPr/>
          </p:nvSpPr>
          <p:spPr>
            <a:xfrm>
              <a:off x="3890804" y="3227201"/>
              <a:ext cx="1288" cy="2826"/>
            </a:xfrm>
            <a:custGeom>
              <a:avLst/>
              <a:pathLst>
                <a:path w="1288" h="2826">
                  <a:moveTo>
                    <a:pt x="815" y="1920"/>
                  </a:moveTo>
                  <a:lnTo>
                    <a:pt x="0" y="2826"/>
                  </a:lnTo>
                  <a:lnTo>
                    <a:pt x="557" y="481"/>
                  </a:lnTo>
                  <a:lnTo>
                    <a:pt x="1129" y="0"/>
                  </a:lnTo>
                  <a:lnTo>
                    <a:pt x="1288" y="93"/>
                  </a:lnTo>
                  <a:close/>
                </a:path>
              </a:pathLst>
            </a:custGeom>
            <a:solidFill>
              <a:srgbClr val="E5F0E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1" name="pg1620"/>
            <p:cNvSpPr/>
            <p:nvPr/>
          </p:nvSpPr>
          <p:spPr>
            <a:xfrm>
              <a:off x="3890857" y="3218389"/>
              <a:ext cx="1287" cy="3464"/>
            </a:xfrm>
            <a:custGeom>
              <a:avLst/>
              <a:pathLst>
                <a:path w="1287" h="3464">
                  <a:moveTo>
                    <a:pt x="1152" y="2836"/>
                  </a:moveTo>
                  <a:lnTo>
                    <a:pt x="989" y="3464"/>
                  </a:lnTo>
                  <a:lnTo>
                    <a:pt x="765" y="3327"/>
                  </a:lnTo>
                  <a:lnTo>
                    <a:pt x="0" y="1760"/>
                  </a:lnTo>
                  <a:lnTo>
                    <a:pt x="839" y="0"/>
                  </a:lnTo>
                  <a:lnTo>
                    <a:pt x="1287" y="1631"/>
                  </a:lnTo>
                  <a:close/>
                </a:path>
              </a:pathLst>
            </a:custGeom>
            <a:solidFill>
              <a:srgbClr val="E5F0E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2" name="pg1621"/>
            <p:cNvSpPr/>
            <p:nvPr/>
          </p:nvSpPr>
          <p:spPr>
            <a:xfrm>
              <a:off x="3889068" y="3178054"/>
              <a:ext cx="931" cy="4471"/>
            </a:xfrm>
            <a:custGeom>
              <a:avLst/>
              <a:pathLst>
                <a:path w="931" h="4471">
                  <a:moveTo>
                    <a:pt x="508" y="3814"/>
                  </a:moveTo>
                  <a:lnTo>
                    <a:pt x="119" y="4471"/>
                  </a:lnTo>
                  <a:lnTo>
                    <a:pt x="0" y="3322"/>
                  </a:lnTo>
                  <a:lnTo>
                    <a:pt x="255" y="744"/>
                  </a:lnTo>
                  <a:lnTo>
                    <a:pt x="657" y="0"/>
                  </a:lnTo>
                  <a:lnTo>
                    <a:pt x="931" y="1907"/>
                  </a:lnTo>
                  <a:lnTo>
                    <a:pt x="758" y="2962"/>
                  </a:lnTo>
                  <a:close/>
                </a:path>
              </a:pathLst>
            </a:custGeom>
            <a:solidFill>
              <a:srgbClr val="E5F0E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3" name="pg1622"/>
            <p:cNvSpPr/>
            <p:nvPr/>
          </p:nvSpPr>
          <p:spPr>
            <a:xfrm>
              <a:off x="3890410" y="3072752"/>
              <a:ext cx="128677" cy="188773"/>
            </a:xfrm>
            <a:custGeom>
              <a:avLst/>
              <a:pathLst>
                <a:path w="128677" h="188773">
                  <a:moveTo>
                    <a:pt x="128677" y="69373"/>
                  </a:moveTo>
                  <a:lnTo>
                    <a:pt x="122455" y="74634"/>
                  </a:lnTo>
                  <a:lnTo>
                    <a:pt x="120814" y="76971"/>
                  </a:lnTo>
                  <a:lnTo>
                    <a:pt x="119325" y="79858"/>
                  </a:lnTo>
                  <a:lnTo>
                    <a:pt x="118209" y="83468"/>
                  </a:lnTo>
                  <a:lnTo>
                    <a:pt x="117428" y="89808"/>
                  </a:lnTo>
                  <a:lnTo>
                    <a:pt x="118021" y="95607"/>
                  </a:lnTo>
                  <a:lnTo>
                    <a:pt x="117964" y="98712"/>
                  </a:lnTo>
                  <a:lnTo>
                    <a:pt x="116358" y="100768"/>
                  </a:lnTo>
                  <a:lnTo>
                    <a:pt x="114859" y="102252"/>
                  </a:lnTo>
                  <a:lnTo>
                    <a:pt x="113192" y="104510"/>
                  </a:lnTo>
                  <a:lnTo>
                    <a:pt x="112179" y="105076"/>
                  </a:lnTo>
                  <a:lnTo>
                    <a:pt x="111351" y="106880"/>
                  </a:lnTo>
                  <a:lnTo>
                    <a:pt x="110390" y="108129"/>
                  </a:lnTo>
                  <a:lnTo>
                    <a:pt x="106920" y="111396"/>
                  </a:lnTo>
                  <a:lnTo>
                    <a:pt x="103127" y="113922"/>
                  </a:lnTo>
                  <a:lnTo>
                    <a:pt x="97104" y="116953"/>
                  </a:lnTo>
                  <a:lnTo>
                    <a:pt x="94779" y="120233"/>
                  </a:lnTo>
                  <a:lnTo>
                    <a:pt x="92660" y="122484"/>
                  </a:lnTo>
                  <a:lnTo>
                    <a:pt x="89445" y="123160"/>
                  </a:lnTo>
                  <a:lnTo>
                    <a:pt x="85031" y="126284"/>
                  </a:lnTo>
                  <a:lnTo>
                    <a:pt x="82579" y="128785"/>
                  </a:lnTo>
                  <a:lnTo>
                    <a:pt x="79531" y="132855"/>
                  </a:lnTo>
                  <a:lnTo>
                    <a:pt x="78854" y="134143"/>
                  </a:lnTo>
                  <a:lnTo>
                    <a:pt x="78319" y="137140"/>
                  </a:lnTo>
                  <a:lnTo>
                    <a:pt x="77381" y="139727"/>
                  </a:lnTo>
                  <a:lnTo>
                    <a:pt x="75546" y="143970"/>
                  </a:lnTo>
                  <a:lnTo>
                    <a:pt x="74169" y="146149"/>
                  </a:lnTo>
                  <a:lnTo>
                    <a:pt x="73248" y="146264"/>
                  </a:lnTo>
                  <a:lnTo>
                    <a:pt x="71462" y="147456"/>
                  </a:lnTo>
                  <a:lnTo>
                    <a:pt x="69350" y="147700"/>
                  </a:lnTo>
                  <a:lnTo>
                    <a:pt x="65797" y="146210"/>
                  </a:lnTo>
                  <a:lnTo>
                    <a:pt x="64885" y="147251"/>
                  </a:lnTo>
                  <a:lnTo>
                    <a:pt x="64133" y="148903"/>
                  </a:lnTo>
                  <a:lnTo>
                    <a:pt x="61397" y="151814"/>
                  </a:lnTo>
                  <a:lnTo>
                    <a:pt x="58612" y="157630"/>
                  </a:lnTo>
                  <a:lnTo>
                    <a:pt x="56575" y="159173"/>
                  </a:lnTo>
                  <a:lnTo>
                    <a:pt x="53281" y="161003"/>
                  </a:lnTo>
                  <a:lnTo>
                    <a:pt x="50976" y="163422"/>
                  </a:lnTo>
                  <a:lnTo>
                    <a:pt x="49429" y="164394"/>
                  </a:lnTo>
                  <a:lnTo>
                    <a:pt x="47435" y="164900"/>
                  </a:lnTo>
                  <a:lnTo>
                    <a:pt x="43748" y="164656"/>
                  </a:lnTo>
                  <a:lnTo>
                    <a:pt x="40251" y="165529"/>
                  </a:lnTo>
                  <a:lnTo>
                    <a:pt x="37013" y="167171"/>
                  </a:lnTo>
                  <a:lnTo>
                    <a:pt x="35491" y="170280"/>
                  </a:lnTo>
                  <a:lnTo>
                    <a:pt x="33758" y="175199"/>
                  </a:lnTo>
                  <a:lnTo>
                    <a:pt x="30924" y="177230"/>
                  </a:lnTo>
                  <a:lnTo>
                    <a:pt x="30256" y="178995"/>
                  </a:lnTo>
                  <a:lnTo>
                    <a:pt x="29379" y="182621"/>
                  </a:lnTo>
                  <a:lnTo>
                    <a:pt x="27542" y="183557"/>
                  </a:lnTo>
                  <a:lnTo>
                    <a:pt x="25882" y="184160"/>
                  </a:lnTo>
                  <a:lnTo>
                    <a:pt x="24185" y="182580"/>
                  </a:lnTo>
                  <a:lnTo>
                    <a:pt x="20986" y="186956"/>
                  </a:lnTo>
                  <a:lnTo>
                    <a:pt x="19774" y="187681"/>
                  </a:lnTo>
                  <a:lnTo>
                    <a:pt x="17938" y="187857"/>
                  </a:lnTo>
                  <a:lnTo>
                    <a:pt x="16634" y="188773"/>
                  </a:lnTo>
                  <a:lnTo>
                    <a:pt x="15695" y="188512"/>
                  </a:lnTo>
                  <a:lnTo>
                    <a:pt x="14530" y="186801"/>
                  </a:lnTo>
                  <a:lnTo>
                    <a:pt x="12050" y="184730"/>
                  </a:lnTo>
                  <a:lnTo>
                    <a:pt x="10239" y="186079"/>
                  </a:lnTo>
                  <a:lnTo>
                    <a:pt x="10087" y="181937"/>
                  </a:lnTo>
                  <a:lnTo>
                    <a:pt x="7084" y="169288"/>
                  </a:lnTo>
                  <a:lnTo>
                    <a:pt x="7709" y="158273"/>
                  </a:lnTo>
                  <a:lnTo>
                    <a:pt x="7707" y="156716"/>
                  </a:lnTo>
                  <a:lnTo>
                    <a:pt x="7111" y="151799"/>
                  </a:lnTo>
                  <a:lnTo>
                    <a:pt x="5321" y="147306"/>
                  </a:lnTo>
                  <a:lnTo>
                    <a:pt x="5374" y="141613"/>
                  </a:lnTo>
                  <a:lnTo>
                    <a:pt x="4775" y="137538"/>
                  </a:lnTo>
                  <a:lnTo>
                    <a:pt x="4299" y="133355"/>
                  </a:lnTo>
                  <a:lnTo>
                    <a:pt x="4453" y="132242"/>
                  </a:lnTo>
                  <a:lnTo>
                    <a:pt x="4482" y="131234"/>
                  </a:lnTo>
                  <a:lnTo>
                    <a:pt x="3568" y="124785"/>
                  </a:lnTo>
                  <a:lnTo>
                    <a:pt x="3262" y="123478"/>
                  </a:lnTo>
                  <a:lnTo>
                    <a:pt x="3148" y="122127"/>
                  </a:lnTo>
                  <a:lnTo>
                    <a:pt x="3448" y="121094"/>
                  </a:lnTo>
                  <a:lnTo>
                    <a:pt x="3438" y="119897"/>
                  </a:lnTo>
                  <a:lnTo>
                    <a:pt x="2952" y="117917"/>
                  </a:lnTo>
                  <a:lnTo>
                    <a:pt x="2441" y="114153"/>
                  </a:lnTo>
                  <a:lnTo>
                    <a:pt x="0" y="111202"/>
                  </a:lnTo>
                  <a:lnTo>
                    <a:pt x="494" y="108439"/>
                  </a:lnTo>
                  <a:lnTo>
                    <a:pt x="970" y="109407"/>
                  </a:lnTo>
                  <a:lnTo>
                    <a:pt x="1612" y="110230"/>
                  </a:lnTo>
                  <a:lnTo>
                    <a:pt x="1742" y="108441"/>
                  </a:lnTo>
                  <a:lnTo>
                    <a:pt x="1753" y="107100"/>
                  </a:lnTo>
                  <a:lnTo>
                    <a:pt x="732" y="98738"/>
                  </a:lnTo>
                  <a:lnTo>
                    <a:pt x="2243" y="87586"/>
                  </a:lnTo>
                  <a:lnTo>
                    <a:pt x="1746" y="77547"/>
                  </a:lnTo>
                  <a:lnTo>
                    <a:pt x="4053" y="73490"/>
                  </a:lnTo>
                  <a:lnTo>
                    <a:pt x="4637" y="72269"/>
                  </a:lnTo>
                  <a:lnTo>
                    <a:pt x="4972" y="71199"/>
                  </a:lnTo>
                  <a:lnTo>
                    <a:pt x="5515" y="68907"/>
                  </a:lnTo>
                  <a:lnTo>
                    <a:pt x="6259" y="68161"/>
                  </a:lnTo>
                  <a:lnTo>
                    <a:pt x="6521" y="65750"/>
                  </a:lnTo>
                  <a:lnTo>
                    <a:pt x="6498" y="64544"/>
                  </a:lnTo>
                  <a:lnTo>
                    <a:pt x="6019" y="63511"/>
                  </a:lnTo>
                  <a:lnTo>
                    <a:pt x="5660" y="60698"/>
                  </a:lnTo>
                  <a:lnTo>
                    <a:pt x="5779" y="57138"/>
                  </a:lnTo>
                  <a:lnTo>
                    <a:pt x="5899" y="55645"/>
                  </a:lnTo>
                  <a:lnTo>
                    <a:pt x="6146" y="52925"/>
                  </a:lnTo>
                  <a:lnTo>
                    <a:pt x="6954" y="51914"/>
                  </a:lnTo>
                  <a:lnTo>
                    <a:pt x="7146" y="51110"/>
                  </a:lnTo>
                  <a:lnTo>
                    <a:pt x="6521" y="49389"/>
                  </a:lnTo>
                  <a:lnTo>
                    <a:pt x="6578" y="48364"/>
                  </a:lnTo>
                  <a:lnTo>
                    <a:pt x="7950" y="45486"/>
                  </a:lnTo>
                  <a:lnTo>
                    <a:pt x="8493" y="44622"/>
                  </a:lnTo>
                  <a:lnTo>
                    <a:pt x="9380" y="43729"/>
                  </a:lnTo>
                  <a:lnTo>
                    <a:pt x="10074" y="43739"/>
                  </a:lnTo>
                  <a:lnTo>
                    <a:pt x="10876" y="44247"/>
                  </a:lnTo>
                  <a:lnTo>
                    <a:pt x="11592" y="45053"/>
                  </a:lnTo>
                  <a:lnTo>
                    <a:pt x="12285" y="46518"/>
                  </a:lnTo>
                  <a:lnTo>
                    <a:pt x="13020" y="48183"/>
                  </a:lnTo>
                  <a:lnTo>
                    <a:pt x="14147" y="48815"/>
                  </a:lnTo>
                  <a:lnTo>
                    <a:pt x="14913" y="48653"/>
                  </a:lnTo>
                  <a:lnTo>
                    <a:pt x="15538" y="49389"/>
                  </a:lnTo>
                  <a:lnTo>
                    <a:pt x="16064" y="48986"/>
                  </a:lnTo>
                  <a:lnTo>
                    <a:pt x="16663" y="48125"/>
                  </a:lnTo>
                  <a:lnTo>
                    <a:pt x="17622" y="48183"/>
                  </a:lnTo>
                  <a:lnTo>
                    <a:pt x="18486" y="47207"/>
                  </a:lnTo>
                  <a:lnTo>
                    <a:pt x="20939" y="46740"/>
                  </a:lnTo>
                  <a:lnTo>
                    <a:pt x="23305" y="47036"/>
                  </a:lnTo>
                  <a:lnTo>
                    <a:pt x="25777" y="46228"/>
                  </a:lnTo>
                  <a:lnTo>
                    <a:pt x="28241" y="46290"/>
                  </a:lnTo>
                  <a:lnTo>
                    <a:pt x="30728" y="46353"/>
                  </a:lnTo>
                  <a:lnTo>
                    <a:pt x="31280" y="46473"/>
                  </a:lnTo>
                  <a:lnTo>
                    <a:pt x="31821" y="46981"/>
                  </a:lnTo>
                  <a:lnTo>
                    <a:pt x="33918" y="49535"/>
                  </a:lnTo>
                  <a:lnTo>
                    <a:pt x="35508" y="50058"/>
                  </a:lnTo>
                  <a:lnTo>
                    <a:pt x="38705" y="50757"/>
                  </a:lnTo>
                  <a:lnTo>
                    <a:pt x="42115" y="51503"/>
                  </a:lnTo>
                  <a:lnTo>
                    <a:pt x="45071" y="52149"/>
                  </a:lnTo>
                  <a:lnTo>
                    <a:pt x="47578" y="51547"/>
                  </a:lnTo>
                  <a:lnTo>
                    <a:pt x="49658" y="51048"/>
                  </a:lnTo>
                  <a:lnTo>
                    <a:pt x="50220" y="51136"/>
                  </a:lnTo>
                  <a:lnTo>
                    <a:pt x="50848" y="52716"/>
                  </a:lnTo>
                  <a:lnTo>
                    <a:pt x="52100" y="56649"/>
                  </a:lnTo>
                  <a:lnTo>
                    <a:pt x="53281" y="60359"/>
                  </a:lnTo>
                  <a:lnTo>
                    <a:pt x="55353" y="60559"/>
                  </a:lnTo>
                  <a:lnTo>
                    <a:pt x="56682" y="59163"/>
                  </a:lnTo>
                  <a:lnTo>
                    <a:pt x="58142" y="57199"/>
                  </a:lnTo>
                  <a:lnTo>
                    <a:pt x="59033" y="55678"/>
                  </a:lnTo>
                  <a:lnTo>
                    <a:pt x="60065" y="49643"/>
                  </a:lnTo>
                  <a:lnTo>
                    <a:pt x="60733" y="45736"/>
                  </a:lnTo>
                  <a:lnTo>
                    <a:pt x="62265" y="41348"/>
                  </a:lnTo>
                  <a:lnTo>
                    <a:pt x="63550" y="37676"/>
                  </a:lnTo>
                  <a:lnTo>
                    <a:pt x="65249" y="32808"/>
                  </a:lnTo>
                  <a:lnTo>
                    <a:pt x="66189" y="30116"/>
                  </a:lnTo>
                  <a:lnTo>
                    <a:pt x="68046" y="24797"/>
                  </a:lnTo>
                  <a:lnTo>
                    <a:pt x="69818" y="22725"/>
                  </a:lnTo>
                  <a:lnTo>
                    <a:pt x="73238" y="18726"/>
                  </a:lnTo>
                  <a:lnTo>
                    <a:pt x="76593" y="14801"/>
                  </a:lnTo>
                  <a:lnTo>
                    <a:pt x="78779" y="12243"/>
                  </a:lnTo>
                  <a:lnTo>
                    <a:pt x="80635" y="11075"/>
                  </a:lnTo>
                  <a:lnTo>
                    <a:pt x="83754" y="10070"/>
                  </a:lnTo>
                  <a:lnTo>
                    <a:pt x="87418" y="8889"/>
                  </a:lnTo>
                  <a:lnTo>
                    <a:pt x="91082" y="7709"/>
                  </a:lnTo>
                  <a:lnTo>
                    <a:pt x="94985" y="6452"/>
                  </a:lnTo>
                  <a:lnTo>
                    <a:pt x="99340" y="5048"/>
                  </a:lnTo>
                  <a:lnTo>
                    <a:pt x="102324" y="4086"/>
                  </a:lnTo>
                  <a:lnTo>
                    <a:pt x="106129" y="2859"/>
                  </a:lnTo>
                  <a:lnTo>
                    <a:pt x="109295" y="1839"/>
                  </a:lnTo>
                  <a:lnTo>
                    <a:pt x="112109" y="933"/>
                  </a:lnTo>
                  <a:lnTo>
                    <a:pt x="115004" y="0"/>
                  </a:lnTo>
                  <a:lnTo>
                    <a:pt x="115550" y="2950"/>
                  </a:lnTo>
                  <a:lnTo>
                    <a:pt x="116097" y="5902"/>
                  </a:lnTo>
                  <a:lnTo>
                    <a:pt x="116643" y="8854"/>
                  </a:lnTo>
                  <a:lnTo>
                    <a:pt x="117189" y="11806"/>
                  </a:lnTo>
                  <a:lnTo>
                    <a:pt x="117736" y="14758"/>
                  </a:lnTo>
                  <a:lnTo>
                    <a:pt x="118282" y="17709"/>
                  </a:lnTo>
                  <a:lnTo>
                    <a:pt x="118828" y="20661"/>
                  </a:lnTo>
                  <a:lnTo>
                    <a:pt x="119374" y="23611"/>
                  </a:lnTo>
                  <a:lnTo>
                    <a:pt x="119921" y="26563"/>
                  </a:lnTo>
                  <a:lnTo>
                    <a:pt x="120467" y="29514"/>
                  </a:lnTo>
                  <a:lnTo>
                    <a:pt x="121013" y="32466"/>
                  </a:lnTo>
                  <a:lnTo>
                    <a:pt x="121560" y="35418"/>
                  </a:lnTo>
                  <a:lnTo>
                    <a:pt x="122106" y="38370"/>
                  </a:lnTo>
                  <a:lnTo>
                    <a:pt x="122652" y="41321"/>
                  </a:lnTo>
                  <a:lnTo>
                    <a:pt x="123199" y="44273"/>
                  </a:lnTo>
                  <a:lnTo>
                    <a:pt x="123745" y="47225"/>
                  </a:lnTo>
                  <a:lnTo>
                    <a:pt x="124279" y="50107"/>
                  </a:lnTo>
                  <a:lnTo>
                    <a:pt x="125159" y="51067"/>
                  </a:lnTo>
                  <a:lnTo>
                    <a:pt x="125682" y="53792"/>
                  </a:lnTo>
                  <a:lnTo>
                    <a:pt x="126432" y="57688"/>
                  </a:lnTo>
                  <a:lnTo>
                    <a:pt x="127180" y="61582"/>
                  </a:lnTo>
                  <a:lnTo>
                    <a:pt x="127929" y="65478"/>
                  </a:lnTo>
                  <a:close/>
                </a:path>
              </a:pathLst>
            </a:custGeom>
            <a:solidFill>
              <a:srgbClr val="E5F0E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4" name="pg1623"/>
            <p:cNvSpPr/>
            <p:nvPr/>
          </p:nvSpPr>
          <p:spPr>
            <a:xfrm>
              <a:off x="3827875" y="5017675"/>
              <a:ext cx="3673" cy="4103"/>
            </a:xfrm>
            <a:custGeom>
              <a:avLst/>
              <a:pathLst>
                <a:path w="3673" h="4103">
                  <a:moveTo>
                    <a:pt x="3293" y="3552"/>
                  </a:moveTo>
                  <a:lnTo>
                    <a:pt x="2763" y="4103"/>
                  </a:lnTo>
                  <a:lnTo>
                    <a:pt x="268" y="3618"/>
                  </a:lnTo>
                  <a:lnTo>
                    <a:pt x="0" y="2481"/>
                  </a:lnTo>
                  <a:lnTo>
                    <a:pt x="736" y="735"/>
                  </a:lnTo>
                  <a:lnTo>
                    <a:pt x="1170" y="0"/>
                  </a:lnTo>
                  <a:lnTo>
                    <a:pt x="2461" y="398"/>
                  </a:lnTo>
                  <a:lnTo>
                    <a:pt x="3489" y="1815"/>
                  </a:lnTo>
                  <a:lnTo>
                    <a:pt x="3673" y="2294"/>
                  </a:lnTo>
                  <a:close/>
                </a:path>
              </a:pathLst>
            </a:custGeom>
            <a:solidFill>
              <a:srgbClr val="C5DEB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5" name="pg1624"/>
            <p:cNvSpPr/>
            <p:nvPr/>
          </p:nvSpPr>
          <p:spPr>
            <a:xfrm>
              <a:off x="3566980" y="4288472"/>
              <a:ext cx="202849" cy="373483"/>
            </a:xfrm>
            <a:custGeom>
              <a:avLst/>
              <a:pathLst>
                <a:path w="202849" h="373483">
                  <a:moveTo>
                    <a:pt x="183127" y="7557"/>
                  </a:moveTo>
                  <a:lnTo>
                    <a:pt x="183192" y="9112"/>
                  </a:lnTo>
                  <a:lnTo>
                    <a:pt x="183278" y="9819"/>
                  </a:lnTo>
                  <a:lnTo>
                    <a:pt x="183869" y="13926"/>
                  </a:lnTo>
                  <a:lnTo>
                    <a:pt x="184749" y="20058"/>
                  </a:lnTo>
                  <a:lnTo>
                    <a:pt x="185333" y="25719"/>
                  </a:lnTo>
                  <a:lnTo>
                    <a:pt x="186136" y="33485"/>
                  </a:lnTo>
                  <a:lnTo>
                    <a:pt x="186110" y="37807"/>
                  </a:lnTo>
                  <a:lnTo>
                    <a:pt x="186307" y="39478"/>
                  </a:lnTo>
                  <a:lnTo>
                    <a:pt x="187028" y="41564"/>
                  </a:lnTo>
                  <a:lnTo>
                    <a:pt x="187911" y="45148"/>
                  </a:lnTo>
                  <a:lnTo>
                    <a:pt x="188212" y="47183"/>
                  </a:lnTo>
                  <a:lnTo>
                    <a:pt x="188508" y="48703"/>
                  </a:lnTo>
                  <a:lnTo>
                    <a:pt x="189441" y="51589"/>
                  </a:lnTo>
                  <a:lnTo>
                    <a:pt x="190165" y="55964"/>
                  </a:lnTo>
                  <a:lnTo>
                    <a:pt x="190779" y="61755"/>
                  </a:lnTo>
                  <a:lnTo>
                    <a:pt x="191304" y="64534"/>
                  </a:lnTo>
                  <a:lnTo>
                    <a:pt x="191502" y="65899"/>
                  </a:lnTo>
                  <a:lnTo>
                    <a:pt x="191739" y="68386"/>
                  </a:lnTo>
                  <a:lnTo>
                    <a:pt x="191707" y="73636"/>
                  </a:lnTo>
                  <a:lnTo>
                    <a:pt x="191721" y="79716"/>
                  </a:lnTo>
                  <a:lnTo>
                    <a:pt x="191738" y="86505"/>
                  </a:lnTo>
                  <a:lnTo>
                    <a:pt x="191754" y="92109"/>
                  </a:lnTo>
                  <a:lnTo>
                    <a:pt x="191660" y="94946"/>
                  </a:lnTo>
                  <a:lnTo>
                    <a:pt x="191723" y="102997"/>
                  </a:lnTo>
                  <a:lnTo>
                    <a:pt x="190930" y="107193"/>
                  </a:lnTo>
                  <a:lnTo>
                    <a:pt x="191029" y="110485"/>
                  </a:lnTo>
                  <a:lnTo>
                    <a:pt x="191275" y="112621"/>
                  </a:lnTo>
                  <a:lnTo>
                    <a:pt x="190947" y="112950"/>
                  </a:lnTo>
                  <a:lnTo>
                    <a:pt x="190328" y="113330"/>
                  </a:lnTo>
                  <a:lnTo>
                    <a:pt x="187477" y="109951"/>
                  </a:lnTo>
                  <a:lnTo>
                    <a:pt x="184697" y="106385"/>
                  </a:lnTo>
                  <a:lnTo>
                    <a:pt x="184295" y="106278"/>
                  </a:lnTo>
                  <a:lnTo>
                    <a:pt x="183710" y="106650"/>
                  </a:lnTo>
                  <a:lnTo>
                    <a:pt x="182132" y="109244"/>
                  </a:lnTo>
                  <a:lnTo>
                    <a:pt x="180661" y="113302"/>
                  </a:lnTo>
                  <a:lnTo>
                    <a:pt x="179985" y="116761"/>
                  </a:lnTo>
                  <a:lnTo>
                    <a:pt x="178898" y="120337"/>
                  </a:lnTo>
                  <a:lnTo>
                    <a:pt x="177147" y="126091"/>
                  </a:lnTo>
                  <a:lnTo>
                    <a:pt x="176971" y="127332"/>
                  </a:lnTo>
                  <a:lnTo>
                    <a:pt x="176952" y="132006"/>
                  </a:lnTo>
                  <a:lnTo>
                    <a:pt x="177036" y="136456"/>
                  </a:lnTo>
                  <a:lnTo>
                    <a:pt x="177189" y="137077"/>
                  </a:lnTo>
                  <a:lnTo>
                    <a:pt x="178134" y="137287"/>
                  </a:lnTo>
                  <a:lnTo>
                    <a:pt x="178810" y="140935"/>
                  </a:lnTo>
                  <a:lnTo>
                    <a:pt x="180356" y="146740"/>
                  </a:lnTo>
                  <a:lnTo>
                    <a:pt x="182955" y="150466"/>
                  </a:lnTo>
                  <a:lnTo>
                    <a:pt x="185368" y="152154"/>
                  </a:lnTo>
                  <a:lnTo>
                    <a:pt x="188737" y="152581"/>
                  </a:lnTo>
                  <a:lnTo>
                    <a:pt x="191400" y="152460"/>
                  </a:lnTo>
                  <a:lnTo>
                    <a:pt x="191249" y="148553"/>
                  </a:lnTo>
                  <a:lnTo>
                    <a:pt x="191509" y="142259"/>
                  </a:lnTo>
                  <a:lnTo>
                    <a:pt x="191849" y="138029"/>
                  </a:lnTo>
                  <a:lnTo>
                    <a:pt x="192220" y="137841"/>
                  </a:lnTo>
                  <a:lnTo>
                    <a:pt x="192921" y="138245"/>
                  </a:lnTo>
                  <a:lnTo>
                    <a:pt x="193307" y="138678"/>
                  </a:lnTo>
                  <a:lnTo>
                    <a:pt x="194377" y="138502"/>
                  </a:lnTo>
                  <a:lnTo>
                    <a:pt x="196276" y="139333"/>
                  </a:lnTo>
                  <a:lnTo>
                    <a:pt x="197809" y="139241"/>
                  </a:lnTo>
                  <a:lnTo>
                    <a:pt x="199179" y="139160"/>
                  </a:lnTo>
                  <a:lnTo>
                    <a:pt x="201496" y="139019"/>
                  </a:lnTo>
                  <a:lnTo>
                    <a:pt x="202849" y="138969"/>
                  </a:lnTo>
                  <a:lnTo>
                    <a:pt x="202392" y="145791"/>
                  </a:lnTo>
                  <a:lnTo>
                    <a:pt x="200624" y="156471"/>
                  </a:lnTo>
                  <a:lnTo>
                    <a:pt x="200021" y="161368"/>
                  </a:lnTo>
                  <a:lnTo>
                    <a:pt x="198513" y="178872"/>
                  </a:lnTo>
                  <a:lnTo>
                    <a:pt x="196544" y="187694"/>
                  </a:lnTo>
                  <a:lnTo>
                    <a:pt x="195440" y="191335"/>
                  </a:lnTo>
                  <a:lnTo>
                    <a:pt x="192250" y="197779"/>
                  </a:lnTo>
                  <a:lnTo>
                    <a:pt x="191363" y="199086"/>
                  </a:lnTo>
                  <a:lnTo>
                    <a:pt x="190575" y="199923"/>
                  </a:lnTo>
                  <a:lnTo>
                    <a:pt x="189177" y="200662"/>
                  </a:lnTo>
                  <a:lnTo>
                    <a:pt x="183710" y="213693"/>
                  </a:lnTo>
                  <a:lnTo>
                    <a:pt x="181671" y="219978"/>
                  </a:lnTo>
                  <a:lnTo>
                    <a:pt x="179862" y="229140"/>
                  </a:lnTo>
                  <a:lnTo>
                    <a:pt x="178064" y="234170"/>
                  </a:lnTo>
                  <a:lnTo>
                    <a:pt x="175423" y="244899"/>
                  </a:lnTo>
                  <a:lnTo>
                    <a:pt x="173062" y="253183"/>
                  </a:lnTo>
                  <a:lnTo>
                    <a:pt x="170796" y="260735"/>
                  </a:lnTo>
                  <a:lnTo>
                    <a:pt x="166879" y="271135"/>
                  </a:lnTo>
                  <a:lnTo>
                    <a:pt x="165140" y="274142"/>
                  </a:lnTo>
                  <a:lnTo>
                    <a:pt x="163966" y="275518"/>
                  </a:lnTo>
                  <a:lnTo>
                    <a:pt x="160853" y="281555"/>
                  </a:lnTo>
                  <a:lnTo>
                    <a:pt x="156472" y="291260"/>
                  </a:lnTo>
                  <a:lnTo>
                    <a:pt x="153117" y="299862"/>
                  </a:lnTo>
                  <a:lnTo>
                    <a:pt x="148100" y="309624"/>
                  </a:lnTo>
                  <a:lnTo>
                    <a:pt x="145196" y="313898"/>
                  </a:lnTo>
                  <a:lnTo>
                    <a:pt x="140835" y="322309"/>
                  </a:lnTo>
                  <a:lnTo>
                    <a:pt x="139619" y="323553"/>
                  </a:lnTo>
                  <a:lnTo>
                    <a:pt x="134704" y="331370"/>
                  </a:lnTo>
                  <a:lnTo>
                    <a:pt x="131170" y="336117"/>
                  </a:lnTo>
                  <a:lnTo>
                    <a:pt x="125448" y="341620"/>
                  </a:lnTo>
                  <a:lnTo>
                    <a:pt x="123175" y="343161"/>
                  </a:lnTo>
                  <a:lnTo>
                    <a:pt x="117746" y="341735"/>
                  </a:lnTo>
                  <a:lnTo>
                    <a:pt x="115479" y="342497"/>
                  </a:lnTo>
                  <a:lnTo>
                    <a:pt x="113586" y="345821"/>
                  </a:lnTo>
                  <a:lnTo>
                    <a:pt x="113410" y="350594"/>
                  </a:lnTo>
                  <a:lnTo>
                    <a:pt x="112621" y="351310"/>
                  </a:lnTo>
                  <a:lnTo>
                    <a:pt x="111424" y="351096"/>
                  </a:lnTo>
                  <a:lnTo>
                    <a:pt x="107629" y="349105"/>
                  </a:lnTo>
                  <a:lnTo>
                    <a:pt x="105571" y="349486"/>
                  </a:lnTo>
                  <a:lnTo>
                    <a:pt x="104370" y="352031"/>
                  </a:lnTo>
                  <a:lnTo>
                    <a:pt x="103402" y="355257"/>
                  </a:lnTo>
                  <a:lnTo>
                    <a:pt x="100544" y="355422"/>
                  </a:lnTo>
                  <a:lnTo>
                    <a:pt x="95454" y="352083"/>
                  </a:lnTo>
                  <a:lnTo>
                    <a:pt x="89467" y="350052"/>
                  </a:lnTo>
                  <a:lnTo>
                    <a:pt x="88081" y="349827"/>
                  </a:lnTo>
                  <a:lnTo>
                    <a:pt x="85179" y="352303"/>
                  </a:lnTo>
                  <a:lnTo>
                    <a:pt x="84165" y="352663"/>
                  </a:lnTo>
                  <a:lnTo>
                    <a:pt x="79937" y="352132"/>
                  </a:lnTo>
                  <a:lnTo>
                    <a:pt x="77592" y="350568"/>
                  </a:lnTo>
                  <a:lnTo>
                    <a:pt x="75350" y="350563"/>
                  </a:lnTo>
                  <a:lnTo>
                    <a:pt x="73630" y="351855"/>
                  </a:lnTo>
                  <a:lnTo>
                    <a:pt x="71545" y="352308"/>
                  </a:lnTo>
                  <a:lnTo>
                    <a:pt x="65912" y="361277"/>
                  </a:lnTo>
                  <a:lnTo>
                    <a:pt x="63002" y="361288"/>
                  </a:lnTo>
                  <a:lnTo>
                    <a:pt x="60492" y="362327"/>
                  </a:lnTo>
                  <a:lnTo>
                    <a:pt x="59247" y="362293"/>
                  </a:lnTo>
                  <a:lnTo>
                    <a:pt x="56918" y="361040"/>
                  </a:lnTo>
                  <a:lnTo>
                    <a:pt x="56050" y="361124"/>
                  </a:lnTo>
                  <a:lnTo>
                    <a:pt x="54725" y="361687"/>
                  </a:lnTo>
                  <a:lnTo>
                    <a:pt x="53397" y="363265"/>
                  </a:lnTo>
                  <a:lnTo>
                    <a:pt x="50375" y="363949"/>
                  </a:lnTo>
                  <a:lnTo>
                    <a:pt x="49200" y="365294"/>
                  </a:lnTo>
                  <a:lnTo>
                    <a:pt x="44090" y="373483"/>
                  </a:lnTo>
                  <a:lnTo>
                    <a:pt x="42926" y="373157"/>
                  </a:lnTo>
                  <a:lnTo>
                    <a:pt x="41985" y="372623"/>
                  </a:lnTo>
                  <a:lnTo>
                    <a:pt x="39331" y="372525"/>
                  </a:lnTo>
                  <a:lnTo>
                    <a:pt x="36327" y="368162"/>
                  </a:lnTo>
                  <a:lnTo>
                    <a:pt x="35176" y="368439"/>
                  </a:lnTo>
                  <a:lnTo>
                    <a:pt x="35485" y="367132"/>
                  </a:lnTo>
                  <a:lnTo>
                    <a:pt x="35578" y="364815"/>
                  </a:lnTo>
                  <a:lnTo>
                    <a:pt x="34944" y="363179"/>
                  </a:lnTo>
                  <a:lnTo>
                    <a:pt x="34515" y="362449"/>
                  </a:lnTo>
                  <a:lnTo>
                    <a:pt x="33336" y="362584"/>
                  </a:lnTo>
                  <a:lnTo>
                    <a:pt x="32710" y="360610"/>
                  </a:lnTo>
                  <a:lnTo>
                    <a:pt x="30906" y="360423"/>
                  </a:lnTo>
                  <a:lnTo>
                    <a:pt x="30281" y="360922"/>
                  </a:lnTo>
                  <a:lnTo>
                    <a:pt x="29415" y="361023"/>
                  </a:lnTo>
                  <a:lnTo>
                    <a:pt x="29338" y="359026"/>
                  </a:lnTo>
                  <a:lnTo>
                    <a:pt x="29407" y="357768"/>
                  </a:lnTo>
                  <a:lnTo>
                    <a:pt x="29354" y="355835"/>
                  </a:lnTo>
                  <a:lnTo>
                    <a:pt x="29137" y="353463"/>
                  </a:lnTo>
                  <a:lnTo>
                    <a:pt x="28438" y="352707"/>
                  </a:lnTo>
                  <a:lnTo>
                    <a:pt x="27901" y="352389"/>
                  </a:lnTo>
                  <a:lnTo>
                    <a:pt x="26624" y="352551"/>
                  </a:lnTo>
                  <a:lnTo>
                    <a:pt x="25744" y="352805"/>
                  </a:lnTo>
                  <a:lnTo>
                    <a:pt x="25331" y="353494"/>
                  </a:lnTo>
                  <a:lnTo>
                    <a:pt x="24859" y="355231"/>
                  </a:lnTo>
                  <a:lnTo>
                    <a:pt x="24853" y="360515"/>
                  </a:lnTo>
                  <a:lnTo>
                    <a:pt x="24220" y="359000"/>
                  </a:lnTo>
                  <a:lnTo>
                    <a:pt x="23501" y="355835"/>
                  </a:lnTo>
                  <a:lnTo>
                    <a:pt x="23270" y="352458"/>
                  </a:lnTo>
                  <a:lnTo>
                    <a:pt x="23530" y="348465"/>
                  </a:lnTo>
                  <a:lnTo>
                    <a:pt x="24895" y="346950"/>
                  </a:lnTo>
                  <a:lnTo>
                    <a:pt x="24789" y="344252"/>
                  </a:lnTo>
                  <a:lnTo>
                    <a:pt x="24500" y="341911"/>
                  </a:lnTo>
                  <a:lnTo>
                    <a:pt x="22975" y="335918"/>
                  </a:lnTo>
                  <a:lnTo>
                    <a:pt x="22380" y="333177"/>
                  </a:lnTo>
                  <a:lnTo>
                    <a:pt x="21086" y="331318"/>
                  </a:lnTo>
                  <a:lnTo>
                    <a:pt x="20079" y="326843"/>
                  </a:lnTo>
                  <a:lnTo>
                    <a:pt x="19065" y="325218"/>
                  </a:lnTo>
                  <a:lnTo>
                    <a:pt x="18643" y="322087"/>
                  </a:lnTo>
                  <a:lnTo>
                    <a:pt x="17654" y="319579"/>
                  </a:lnTo>
                  <a:lnTo>
                    <a:pt x="17319" y="315617"/>
                  </a:lnTo>
                  <a:lnTo>
                    <a:pt x="17865" y="313343"/>
                  </a:lnTo>
                  <a:lnTo>
                    <a:pt x="18727" y="312106"/>
                  </a:lnTo>
                  <a:lnTo>
                    <a:pt x="19607" y="314071"/>
                  </a:lnTo>
                  <a:lnTo>
                    <a:pt x="20699" y="313303"/>
                  </a:lnTo>
                  <a:lnTo>
                    <a:pt x="22252" y="310438"/>
                  </a:lnTo>
                  <a:lnTo>
                    <a:pt x="23170" y="306089"/>
                  </a:lnTo>
                  <a:lnTo>
                    <a:pt x="23227" y="299132"/>
                  </a:lnTo>
                  <a:lnTo>
                    <a:pt x="22991" y="294786"/>
                  </a:lnTo>
                  <a:lnTo>
                    <a:pt x="21758" y="283558"/>
                  </a:lnTo>
                  <a:lnTo>
                    <a:pt x="21176" y="280978"/>
                  </a:lnTo>
                  <a:lnTo>
                    <a:pt x="18398" y="272941"/>
                  </a:lnTo>
                  <a:lnTo>
                    <a:pt x="15176" y="262181"/>
                  </a:lnTo>
                  <a:lnTo>
                    <a:pt x="11099" y="245213"/>
                  </a:lnTo>
                  <a:lnTo>
                    <a:pt x="9150" y="235018"/>
                  </a:lnTo>
                  <a:lnTo>
                    <a:pt x="6200" y="214441"/>
                  </a:lnTo>
                  <a:lnTo>
                    <a:pt x="3601" y="202797"/>
                  </a:lnTo>
                  <a:lnTo>
                    <a:pt x="409" y="191927"/>
                  </a:lnTo>
                  <a:lnTo>
                    <a:pt x="0" y="191220"/>
                  </a:lnTo>
                  <a:lnTo>
                    <a:pt x="488" y="189898"/>
                  </a:lnTo>
                  <a:lnTo>
                    <a:pt x="2204" y="187388"/>
                  </a:lnTo>
                  <a:lnTo>
                    <a:pt x="2984" y="186710"/>
                  </a:lnTo>
                  <a:lnTo>
                    <a:pt x="3399" y="187021"/>
                  </a:lnTo>
                  <a:lnTo>
                    <a:pt x="3803" y="186332"/>
                  </a:lnTo>
                  <a:lnTo>
                    <a:pt x="4194" y="184635"/>
                  </a:lnTo>
                  <a:lnTo>
                    <a:pt x="4281" y="183042"/>
                  </a:lnTo>
                  <a:lnTo>
                    <a:pt x="4474" y="180788"/>
                  </a:lnTo>
                  <a:lnTo>
                    <a:pt x="4857" y="179441"/>
                  </a:lnTo>
                  <a:lnTo>
                    <a:pt x="5278" y="176751"/>
                  </a:lnTo>
                  <a:lnTo>
                    <a:pt x="5993" y="175029"/>
                  </a:lnTo>
                  <a:lnTo>
                    <a:pt x="7511" y="173889"/>
                  </a:lnTo>
                  <a:lnTo>
                    <a:pt x="8660" y="175401"/>
                  </a:lnTo>
                  <a:lnTo>
                    <a:pt x="9142" y="176887"/>
                  </a:lnTo>
                  <a:lnTo>
                    <a:pt x="9341" y="178846"/>
                  </a:lnTo>
                  <a:lnTo>
                    <a:pt x="9850" y="179793"/>
                  </a:lnTo>
                  <a:lnTo>
                    <a:pt x="10667" y="179726"/>
                  </a:lnTo>
                  <a:lnTo>
                    <a:pt x="11243" y="180933"/>
                  </a:lnTo>
                  <a:lnTo>
                    <a:pt x="11577" y="183408"/>
                  </a:lnTo>
                  <a:lnTo>
                    <a:pt x="11509" y="185203"/>
                  </a:lnTo>
                  <a:lnTo>
                    <a:pt x="11044" y="186317"/>
                  </a:lnTo>
                  <a:lnTo>
                    <a:pt x="11109" y="187780"/>
                  </a:lnTo>
                  <a:lnTo>
                    <a:pt x="11702" y="189598"/>
                  </a:lnTo>
                  <a:lnTo>
                    <a:pt x="11946" y="191324"/>
                  </a:lnTo>
                  <a:lnTo>
                    <a:pt x="12344" y="193601"/>
                  </a:lnTo>
                  <a:lnTo>
                    <a:pt x="14428" y="194928"/>
                  </a:lnTo>
                  <a:lnTo>
                    <a:pt x="15446" y="195675"/>
                  </a:lnTo>
                  <a:lnTo>
                    <a:pt x="17202" y="195929"/>
                  </a:lnTo>
                  <a:lnTo>
                    <a:pt x="18861" y="196945"/>
                  </a:lnTo>
                  <a:lnTo>
                    <a:pt x="20424" y="198728"/>
                  </a:lnTo>
                  <a:lnTo>
                    <a:pt x="22992" y="199158"/>
                  </a:lnTo>
                  <a:lnTo>
                    <a:pt x="26565" y="198244"/>
                  </a:lnTo>
                  <a:lnTo>
                    <a:pt x="29507" y="198653"/>
                  </a:lnTo>
                  <a:lnTo>
                    <a:pt x="31818" y="200391"/>
                  </a:lnTo>
                  <a:lnTo>
                    <a:pt x="33492" y="200711"/>
                  </a:lnTo>
                  <a:lnTo>
                    <a:pt x="34529" y="199614"/>
                  </a:lnTo>
                  <a:lnTo>
                    <a:pt x="34979" y="198027"/>
                  </a:lnTo>
                  <a:lnTo>
                    <a:pt x="34840" y="195952"/>
                  </a:lnTo>
                  <a:lnTo>
                    <a:pt x="35355" y="194639"/>
                  </a:lnTo>
                  <a:lnTo>
                    <a:pt x="36521" y="194082"/>
                  </a:lnTo>
                  <a:lnTo>
                    <a:pt x="37455" y="192521"/>
                  </a:lnTo>
                  <a:lnTo>
                    <a:pt x="38158" y="189950"/>
                  </a:lnTo>
                  <a:lnTo>
                    <a:pt x="39782" y="187861"/>
                  </a:lnTo>
                  <a:lnTo>
                    <a:pt x="42328" y="186251"/>
                  </a:lnTo>
                  <a:lnTo>
                    <a:pt x="43595" y="186306"/>
                  </a:lnTo>
                  <a:lnTo>
                    <a:pt x="43595" y="182142"/>
                  </a:lnTo>
                  <a:lnTo>
                    <a:pt x="43595" y="168998"/>
                  </a:lnTo>
                  <a:lnTo>
                    <a:pt x="43595" y="155853"/>
                  </a:lnTo>
                  <a:lnTo>
                    <a:pt x="43595" y="142712"/>
                  </a:lnTo>
                  <a:lnTo>
                    <a:pt x="43595" y="129568"/>
                  </a:lnTo>
                  <a:lnTo>
                    <a:pt x="43595" y="116424"/>
                  </a:lnTo>
                  <a:lnTo>
                    <a:pt x="43595" y="103283"/>
                  </a:lnTo>
                  <a:lnTo>
                    <a:pt x="43595" y="90138"/>
                  </a:lnTo>
                  <a:lnTo>
                    <a:pt x="43595" y="77727"/>
                  </a:lnTo>
                  <a:lnTo>
                    <a:pt x="44189" y="78622"/>
                  </a:lnTo>
                  <a:lnTo>
                    <a:pt x="48096" y="85207"/>
                  </a:lnTo>
                  <a:lnTo>
                    <a:pt x="49150" y="88670"/>
                  </a:lnTo>
                  <a:lnTo>
                    <a:pt x="49675" y="90863"/>
                  </a:lnTo>
                  <a:lnTo>
                    <a:pt x="51354" y="98839"/>
                  </a:lnTo>
                  <a:lnTo>
                    <a:pt x="52606" y="105989"/>
                  </a:lnTo>
                  <a:lnTo>
                    <a:pt x="53623" y="111380"/>
                  </a:lnTo>
                  <a:lnTo>
                    <a:pt x="53701" y="113844"/>
                  </a:lnTo>
                  <a:lnTo>
                    <a:pt x="53844" y="116254"/>
                  </a:lnTo>
                  <a:lnTo>
                    <a:pt x="53987" y="117437"/>
                  </a:lnTo>
                  <a:lnTo>
                    <a:pt x="53893" y="118747"/>
                  </a:lnTo>
                  <a:lnTo>
                    <a:pt x="53178" y="121679"/>
                  </a:lnTo>
                  <a:lnTo>
                    <a:pt x="52447" y="123924"/>
                  </a:lnTo>
                  <a:lnTo>
                    <a:pt x="51570" y="126988"/>
                  </a:lnTo>
                  <a:lnTo>
                    <a:pt x="51486" y="131037"/>
                  </a:lnTo>
                  <a:lnTo>
                    <a:pt x="51751" y="135804"/>
                  </a:lnTo>
                  <a:lnTo>
                    <a:pt x="52289" y="138176"/>
                  </a:lnTo>
                  <a:lnTo>
                    <a:pt x="52966" y="138955"/>
                  </a:lnTo>
                  <a:lnTo>
                    <a:pt x="54583" y="137772"/>
                  </a:lnTo>
                  <a:lnTo>
                    <a:pt x="55607" y="138136"/>
                  </a:lnTo>
                  <a:lnTo>
                    <a:pt x="57052" y="139042"/>
                  </a:lnTo>
                  <a:lnTo>
                    <a:pt x="61790" y="138482"/>
                  </a:lnTo>
                  <a:lnTo>
                    <a:pt x="62363" y="138773"/>
                  </a:lnTo>
                  <a:lnTo>
                    <a:pt x="64151" y="139114"/>
                  </a:lnTo>
                  <a:lnTo>
                    <a:pt x="64749" y="138721"/>
                  </a:lnTo>
                  <a:lnTo>
                    <a:pt x="65284" y="137714"/>
                  </a:lnTo>
                  <a:lnTo>
                    <a:pt x="65903" y="134855"/>
                  </a:lnTo>
                  <a:lnTo>
                    <a:pt x="66457" y="133917"/>
                  </a:lnTo>
                  <a:lnTo>
                    <a:pt x="67461" y="133432"/>
                  </a:lnTo>
                  <a:lnTo>
                    <a:pt x="68651" y="132661"/>
                  </a:lnTo>
                  <a:lnTo>
                    <a:pt x="69638" y="131017"/>
                  </a:lnTo>
                  <a:lnTo>
                    <a:pt x="71200" y="125364"/>
                  </a:lnTo>
                  <a:lnTo>
                    <a:pt x="74326" y="120345"/>
                  </a:lnTo>
                  <a:lnTo>
                    <a:pt x="75286" y="119145"/>
                  </a:lnTo>
                  <a:lnTo>
                    <a:pt x="75891" y="117795"/>
                  </a:lnTo>
                  <a:lnTo>
                    <a:pt x="76416" y="115977"/>
                  </a:lnTo>
                  <a:lnTo>
                    <a:pt x="77511" y="109657"/>
                  </a:lnTo>
                  <a:lnTo>
                    <a:pt x="78339" y="104391"/>
                  </a:lnTo>
                  <a:lnTo>
                    <a:pt x="78621" y="101909"/>
                  </a:lnTo>
                  <a:lnTo>
                    <a:pt x="79360" y="97855"/>
                  </a:lnTo>
                  <a:lnTo>
                    <a:pt x="80254" y="95266"/>
                  </a:lnTo>
                  <a:lnTo>
                    <a:pt x="81128" y="93901"/>
                  </a:lnTo>
                  <a:lnTo>
                    <a:pt x="81565" y="93552"/>
                  </a:lnTo>
                  <a:lnTo>
                    <a:pt x="82691" y="92854"/>
                  </a:lnTo>
                  <a:lnTo>
                    <a:pt x="84138" y="92202"/>
                  </a:lnTo>
                  <a:lnTo>
                    <a:pt x="85659" y="92935"/>
                  </a:lnTo>
                  <a:lnTo>
                    <a:pt x="87290" y="94502"/>
                  </a:lnTo>
                  <a:lnTo>
                    <a:pt x="89132" y="97148"/>
                  </a:lnTo>
                  <a:lnTo>
                    <a:pt x="91017" y="100417"/>
                  </a:lnTo>
                  <a:lnTo>
                    <a:pt x="91884" y="102079"/>
                  </a:lnTo>
                  <a:lnTo>
                    <a:pt x="92819" y="102824"/>
                  </a:lnTo>
                  <a:lnTo>
                    <a:pt x="94485" y="103084"/>
                  </a:lnTo>
                  <a:lnTo>
                    <a:pt x="95576" y="103026"/>
                  </a:lnTo>
                  <a:lnTo>
                    <a:pt x="97274" y="106275"/>
                  </a:lnTo>
                  <a:lnTo>
                    <a:pt x="98134" y="106480"/>
                  </a:lnTo>
                  <a:lnTo>
                    <a:pt x="100054" y="107464"/>
                  </a:lnTo>
                  <a:lnTo>
                    <a:pt x="102427" y="108477"/>
                  </a:lnTo>
                  <a:lnTo>
                    <a:pt x="103922" y="108361"/>
                  </a:lnTo>
                  <a:lnTo>
                    <a:pt x="105522" y="106604"/>
                  </a:lnTo>
                  <a:lnTo>
                    <a:pt x="106676" y="106529"/>
                  </a:lnTo>
                  <a:lnTo>
                    <a:pt x="108168" y="106670"/>
                  </a:lnTo>
                  <a:lnTo>
                    <a:pt x="109807" y="106189"/>
                  </a:lnTo>
                  <a:lnTo>
                    <a:pt x="111010" y="105435"/>
                  </a:lnTo>
                  <a:lnTo>
                    <a:pt x="111929" y="103909"/>
                  </a:lnTo>
                  <a:lnTo>
                    <a:pt x="112739" y="102238"/>
                  </a:lnTo>
                  <a:lnTo>
                    <a:pt x="113669" y="97263"/>
                  </a:lnTo>
                  <a:lnTo>
                    <a:pt x="114205" y="93258"/>
                  </a:lnTo>
                  <a:lnTo>
                    <a:pt x="115036" y="88652"/>
                  </a:lnTo>
                  <a:lnTo>
                    <a:pt x="116054" y="82411"/>
                  </a:lnTo>
                  <a:lnTo>
                    <a:pt x="116417" y="78059"/>
                  </a:lnTo>
                  <a:lnTo>
                    <a:pt x="116790" y="76862"/>
                  </a:lnTo>
                  <a:lnTo>
                    <a:pt x="118268" y="75531"/>
                  </a:lnTo>
                  <a:lnTo>
                    <a:pt x="119490" y="74617"/>
                  </a:lnTo>
                  <a:lnTo>
                    <a:pt x="122776" y="72905"/>
                  </a:lnTo>
                  <a:lnTo>
                    <a:pt x="123450" y="71994"/>
                  </a:lnTo>
                  <a:lnTo>
                    <a:pt x="124064" y="69942"/>
                  </a:lnTo>
                  <a:lnTo>
                    <a:pt x="125498" y="66462"/>
                  </a:lnTo>
                  <a:lnTo>
                    <a:pt x="127267" y="63556"/>
                  </a:lnTo>
                  <a:lnTo>
                    <a:pt x="128179" y="61891"/>
                  </a:lnTo>
                  <a:lnTo>
                    <a:pt x="129852" y="47786"/>
                  </a:lnTo>
                  <a:lnTo>
                    <a:pt x="130054" y="46046"/>
                  </a:lnTo>
                  <a:lnTo>
                    <a:pt x="131270" y="42303"/>
                  </a:lnTo>
                  <a:lnTo>
                    <a:pt x="132021" y="40722"/>
                  </a:lnTo>
                  <a:lnTo>
                    <a:pt x="132504" y="40693"/>
                  </a:lnTo>
                  <a:lnTo>
                    <a:pt x="133191" y="39706"/>
                  </a:lnTo>
                  <a:lnTo>
                    <a:pt x="134082" y="37761"/>
                  </a:lnTo>
                  <a:lnTo>
                    <a:pt x="135141" y="36561"/>
                  </a:lnTo>
                  <a:lnTo>
                    <a:pt x="136369" y="36110"/>
                  </a:lnTo>
                  <a:lnTo>
                    <a:pt x="137164" y="34818"/>
                  </a:lnTo>
                  <a:lnTo>
                    <a:pt x="137528" y="32691"/>
                  </a:lnTo>
                  <a:lnTo>
                    <a:pt x="138160" y="31658"/>
                  </a:lnTo>
                  <a:lnTo>
                    <a:pt x="139060" y="31716"/>
                  </a:lnTo>
                  <a:lnTo>
                    <a:pt x="139572" y="31040"/>
                  </a:lnTo>
                  <a:lnTo>
                    <a:pt x="139699" y="29626"/>
                  </a:lnTo>
                  <a:lnTo>
                    <a:pt x="140242" y="28417"/>
                  </a:lnTo>
                  <a:lnTo>
                    <a:pt x="141204" y="27410"/>
                  </a:lnTo>
                  <a:lnTo>
                    <a:pt x="141707" y="26218"/>
                  </a:lnTo>
                  <a:lnTo>
                    <a:pt x="141753" y="24842"/>
                  </a:lnTo>
                  <a:lnTo>
                    <a:pt x="142899" y="21495"/>
                  </a:lnTo>
                  <a:lnTo>
                    <a:pt x="145148" y="16174"/>
                  </a:lnTo>
                  <a:lnTo>
                    <a:pt x="147265" y="13210"/>
                  </a:lnTo>
                  <a:lnTo>
                    <a:pt x="149253" y="12607"/>
                  </a:lnTo>
                  <a:lnTo>
                    <a:pt x="151137" y="11499"/>
                  </a:lnTo>
                  <a:lnTo>
                    <a:pt x="152918" y="9886"/>
                  </a:lnTo>
                  <a:lnTo>
                    <a:pt x="154226" y="7352"/>
                  </a:lnTo>
                  <a:lnTo>
                    <a:pt x="155061" y="3904"/>
                  </a:lnTo>
                  <a:lnTo>
                    <a:pt x="156497" y="1979"/>
                  </a:lnTo>
                  <a:lnTo>
                    <a:pt x="159396" y="1408"/>
                  </a:lnTo>
                  <a:lnTo>
                    <a:pt x="159552" y="1373"/>
                  </a:lnTo>
                  <a:lnTo>
                    <a:pt x="163077" y="0"/>
                  </a:lnTo>
                  <a:lnTo>
                    <a:pt x="166029" y="1119"/>
                  </a:lnTo>
                  <a:lnTo>
                    <a:pt x="169584" y="4279"/>
                  </a:lnTo>
                  <a:lnTo>
                    <a:pt x="172912" y="5399"/>
                  </a:lnTo>
                  <a:lnTo>
                    <a:pt x="176015" y="4478"/>
                  </a:lnTo>
                  <a:lnTo>
                    <a:pt x="178539" y="4267"/>
                  </a:lnTo>
                  <a:lnTo>
                    <a:pt x="180480" y="4772"/>
                  </a:lnTo>
                  <a:lnTo>
                    <a:pt x="182008" y="5869"/>
                  </a:lnTo>
                  <a:close/>
                </a:path>
              </a:pathLst>
            </a:custGeom>
            <a:solidFill>
              <a:srgbClr val="C5DEB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6" name="pg1625"/>
            <p:cNvSpPr/>
            <p:nvPr/>
          </p:nvSpPr>
          <p:spPr>
            <a:xfrm>
              <a:off x="3697834" y="4478633"/>
              <a:ext cx="28862" cy="60887"/>
            </a:xfrm>
            <a:custGeom>
              <a:avLst/>
              <a:pathLst>
                <a:path w="28862" h="60887">
                  <a:moveTo>
                    <a:pt x="20794" y="44920"/>
                  </a:moveTo>
                  <a:lnTo>
                    <a:pt x="22820" y="43045"/>
                  </a:lnTo>
                  <a:lnTo>
                    <a:pt x="23736" y="41890"/>
                  </a:lnTo>
                  <a:lnTo>
                    <a:pt x="24398" y="40950"/>
                  </a:lnTo>
                  <a:lnTo>
                    <a:pt x="25250" y="39516"/>
                  </a:lnTo>
                  <a:lnTo>
                    <a:pt x="25546" y="36033"/>
                  </a:lnTo>
                  <a:lnTo>
                    <a:pt x="25795" y="33072"/>
                  </a:lnTo>
                  <a:lnTo>
                    <a:pt x="26448" y="31615"/>
                  </a:lnTo>
                  <a:lnTo>
                    <a:pt x="27116" y="30645"/>
                  </a:lnTo>
                  <a:lnTo>
                    <a:pt x="27663" y="29110"/>
                  </a:lnTo>
                  <a:lnTo>
                    <a:pt x="28345" y="25419"/>
                  </a:lnTo>
                  <a:lnTo>
                    <a:pt x="28812" y="21806"/>
                  </a:lnTo>
                  <a:lnTo>
                    <a:pt x="28862" y="20329"/>
                  </a:lnTo>
                  <a:lnTo>
                    <a:pt x="28617" y="18814"/>
                  </a:lnTo>
                  <a:lnTo>
                    <a:pt x="28186" y="17195"/>
                  </a:lnTo>
                  <a:lnTo>
                    <a:pt x="27759" y="15014"/>
                  </a:lnTo>
                  <a:lnTo>
                    <a:pt x="27246" y="14673"/>
                  </a:lnTo>
                  <a:lnTo>
                    <a:pt x="26237" y="13449"/>
                  </a:lnTo>
                  <a:lnTo>
                    <a:pt x="24756" y="10991"/>
                  </a:lnTo>
                  <a:lnTo>
                    <a:pt x="23469" y="8856"/>
                  </a:lnTo>
                  <a:lnTo>
                    <a:pt x="22267" y="5742"/>
                  </a:lnTo>
                  <a:lnTo>
                    <a:pt x="21773" y="5234"/>
                  </a:lnTo>
                  <a:lnTo>
                    <a:pt x="20607" y="3130"/>
                  </a:lnTo>
                  <a:lnTo>
                    <a:pt x="20106" y="1921"/>
                  </a:lnTo>
                  <a:lnTo>
                    <a:pt x="19754" y="476"/>
                  </a:lnTo>
                  <a:lnTo>
                    <a:pt x="19423" y="0"/>
                  </a:lnTo>
                  <a:lnTo>
                    <a:pt x="18900" y="366"/>
                  </a:lnTo>
                  <a:lnTo>
                    <a:pt x="17523" y="1007"/>
                  </a:lnTo>
                  <a:lnTo>
                    <a:pt x="14571" y="3531"/>
                  </a:lnTo>
                  <a:lnTo>
                    <a:pt x="12742" y="5857"/>
                  </a:lnTo>
                  <a:lnTo>
                    <a:pt x="11205" y="8616"/>
                  </a:lnTo>
                  <a:lnTo>
                    <a:pt x="9607" y="9672"/>
                  </a:lnTo>
                  <a:lnTo>
                    <a:pt x="8437" y="10587"/>
                  </a:lnTo>
                  <a:lnTo>
                    <a:pt x="7511" y="13747"/>
                  </a:lnTo>
                  <a:lnTo>
                    <a:pt x="6644" y="16687"/>
                  </a:lnTo>
                  <a:lnTo>
                    <a:pt x="5866" y="19336"/>
                  </a:lnTo>
                  <a:lnTo>
                    <a:pt x="5420" y="20531"/>
                  </a:lnTo>
                  <a:lnTo>
                    <a:pt x="5013" y="21304"/>
                  </a:lnTo>
                  <a:lnTo>
                    <a:pt x="4604" y="22998"/>
                  </a:lnTo>
                  <a:lnTo>
                    <a:pt x="3764" y="25812"/>
                  </a:lnTo>
                  <a:lnTo>
                    <a:pt x="2995" y="27705"/>
                  </a:lnTo>
                  <a:lnTo>
                    <a:pt x="1920" y="28735"/>
                  </a:lnTo>
                  <a:lnTo>
                    <a:pt x="536" y="30068"/>
                  </a:lnTo>
                  <a:lnTo>
                    <a:pt x="63" y="30844"/>
                  </a:lnTo>
                  <a:lnTo>
                    <a:pt x="0" y="31981"/>
                  </a:lnTo>
                  <a:lnTo>
                    <a:pt x="494" y="34630"/>
                  </a:lnTo>
                  <a:lnTo>
                    <a:pt x="971" y="37187"/>
                  </a:lnTo>
                  <a:lnTo>
                    <a:pt x="1749" y="40174"/>
                  </a:lnTo>
                  <a:lnTo>
                    <a:pt x="2319" y="42361"/>
                  </a:lnTo>
                  <a:lnTo>
                    <a:pt x="3219" y="45030"/>
                  </a:lnTo>
                  <a:lnTo>
                    <a:pt x="3746" y="46594"/>
                  </a:lnTo>
                  <a:lnTo>
                    <a:pt x="3676" y="49217"/>
                  </a:lnTo>
                  <a:lnTo>
                    <a:pt x="3853" y="50158"/>
                  </a:lnTo>
                  <a:lnTo>
                    <a:pt x="4155" y="51243"/>
                  </a:lnTo>
                  <a:lnTo>
                    <a:pt x="4403" y="51520"/>
                  </a:lnTo>
                  <a:lnTo>
                    <a:pt x="4685" y="51910"/>
                  </a:lnTo>
                  <a:lnTo>
                    <a:pt x="5432" y="52663"/>
                  </a:lnTo>
                  <a:lnTo>
                    <a:pt x="5611" y="53165"/>
                  </a:lnTo>
                  <a:lnTo>
                    <a:pt x="6136" y="54059"/>
                  </a:lnTo>
                  <a:lnTo>
                    <a:pt x="6637" y="55690"/>
                  </a:lnTo>
                  <a:lnTo>
                    <a:pt x="7587" y="57932"/>
                  </a:lnTo>
                  <a:lnTo>
                    <a:pt x="8654" y="59637"/>
                  </a:lnTo>
                  <a:lnTo>
                    <a:pt x="10490" y="60341"/>
                  </a:lnTo>
                  <a:lnTo>
                    <a:pt x="11925" y="60887"/>
                  </a:lnTo>
                  <a:lnTo>
                    <a:pt x="12402" y="60555"/>
                  </a:lnTo>
                  <a:lnTo>
                    <a:pt x="12890" y="59181"/>
                  </a:lnTo>
                  <a:lnTo>
                    <a:pt x="13289" y="57424"/>
                  </a:lnTo>
                  <a:lnTo>
                    <a:pt x="13417" y="55202"/>
                  </a:lnTo>
                  <a:lnTo>
                    <a:pt x="13875" y="54019"/>
                  </a:lnTo>
                  <a:lnTo>
                    <a:pt x="15593" y="48363"/>
                  </a:lnTo>
                  <a:lnTo>
                    <a:pt x="16539" y="46268"/>
                  </a:lnTo>
                  <a:lnTo>
                    <a:pt x="17119" y="46118"/>
                  </a:lnTo>
                  <a:lnTo>
                    <a:pt x="17866" y="45717"/>
                  </a:lnTo>
                  <a:lnTo>
                    <a:pt x="18817" y="45544"/>
                  </a:lnTo>
                  <a:lnTo>
                    <a:pt x="19529" y="45711"/>
                  </a:lnTo>
                  <a:lnTo>
                    <a:pt x="19683" y="45648"/>
                  </a:lnTo>
                  <a:close/>
                </a:path>
              </a:pathLst>
            </a:custGeom>
            <a:solidFill>
              <a:srgbClr val="C5DEB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7" name="pg1626"/>
            <p:cNvSpPr/>
            <p:nvPr/>
          </p:nvSpPr>
          <p:spPr>
            <a:xfrm>
              <a:off x="3635236" y="3876185"/>
              <a:ext cx="144161" cy="290994"/>
            </a:xfrm>
            <a:custGeom>
              <a:avLst/>
              <a:pathLst>
                <a:path w="144161" h="290994">
                  <a:moveTo>
                    <a:pt x="135010" y="35865"/>
                  </a:moveTo>
                  <a:lnTo>
                    <a:pt x="135052" y="36650"/>
                  </a:lnTo>
                  <a:lnTo>
                    <a:pt x="135394" y="38133"/>
                  </a:lnTo>
                  <a:lnTo>
                    <a:pt x="135750" y="39201"/>
                  </a:lnTo>
                  <a:lnTo>
                    <a:pt x="135777" y="40777"/>
                  </a:lnTo>
                  <a:lnTo>
                    <a:pt x="135948" y="42231"/>
                  </a:lnTo>
                  <a:lnTo>
                    <a:pt x="136464" y="42592"/>
                  </a:lnTo>
                  <a:lnTo>
                    <a:pt x="136892" y="42684"/>
                  </a:lnTo>
                  <a:lnTo>
                    <a:pt x="137287" y="41634"/>
                  </a:lnTo>
                  <a:lnTo>
                    <a:pt x="137825" y="41660"/>
                  </a:lnTo>
                  <a:lnTo>
                    <a:pt x="138413" y="42329"/>
                  </a:lnTo>
                  <a:lnTo>
                    <a:pt x="138622" y="44009"/>
                  </a:lnTo>
                  <a:lnTo>
                    <a:pt x="139083" y="46271"/>
                  </a:lnTo>
                  <a:lnTo>
                    <a:pt x="139829" y="47815"/>
                  </a:lnTo>
                  <a:lnTo>
                    <a:pt x="140329" y="49304"/>
                  </a:lnTo>
                  <a:lnTo>
                    <a:pt x="140158" y="52016"/>
                  </a:lnTo>
                  <a:lnTo>
                    <a:pt x="139842" y="54498"/>
                  </a:lnTo>
                  <a:lnTo>
                    <a:pt x="140854" y="56948"/>
                  </a:lnTo>
                  <a:lnTo>
                    <a:pt x="142169" y="59277"/>
                  </a:lnTo>
                  <a:lnTo>
                    <a:pt x="142524" y="60310"/>
                  </a:lnTo>
                  <a:lnTo>
                    <a:pt x="142632" y="63764"/>
                  </a:lnTo>
                  <a:lnTo>
                    <a:pt x="142830" y="64938"/>
                  </a:lnTo>
                  <a:lnTo>
                    <a:pt x="143725" y="67812"/>
                  </a:lnTo>
                  <a:lnTo>
                    <a:pt x="144161" y="69720"/>
                  </a:lnTo>
                  <a:lnTo>
                    <a:pt x="144131" y="70825"/>
                  </a:lnTo>
                  <a:lnTo>
                    <a:pt x="141733" y="76515"/>
                  </a:lnTo>
                  <a:lnTo>
                    <a:pt x="140972" y="77067"/>
                  </a:lnTo>
                  <a:lnTo>
                    <a:pt x="140254" y="77390"/>
                  </a:lnTo>
                  <a:lnTo>
                    <a:pt x="139611" y="78561"/>
                  </a:lnTo>
                  <a:lnTo>
                    <a:pt x="139223" y="79773"/>
                  </a:lnTo>
                  <a:lnTo>
                    <a:pt x="139364" y="80414"/>
                  </a:lnTo>
                  <a:lnTo>
                    <a:pt x="139617" y="82367"/>
                  </a:lnTo>
                  <a:lnTo>
                    <a:pt x="140177" y="85441"/>
                  </a:lnTo>
                  <a:lnTo>
                    <a:pt x="140684" y="87590"/>
                  </a:lnTo>
                  <a:lnTo>
                    <a:pt x="140261" y="90286"/>
                  </a:lnTo>
                  <a:lnTo>
                    <a:pt x="139309" y="94859"/>
                  </a:lnTo>
                  <a:lnTo>
                    <a:pt x="138869" y="95266"/>
                  </a:lnTo>
                  <a:lnTo>
                    <a:pt x="138791" y="98729"/>
                  </a:lnTo>
                  <a:lnTo>
                    <a:pt x="139083" y="99993"/>
                  </a:lnTo>
                  <a:lnTo>
                    <a:pt x="139555" y="100983"/>
                  </a:lnTo>
                  <a:lnTo>
                    <a:pt x="139748" y="103337"/>
                  </a:lnTo>
                  <a:lnTo>
                    <a:pt x="139762" y="106564"/>
                  </a:lnTo>
                  <a:lnTo>
                    <a:pt x="139712" y="109169"/>
                  </a:lnTo>
                  <a:lnTo>
                    <a:pt x="139112" y="115801"/>
                  </a:lnTo>
                  <a:lnTo>
                    <a:pt x="140195" y="121583"/>
                  </a:lnTo>
                  <a:lnTo>
                    <a:pt x="140564" y="122215"/>
                  </a:lnTo>
                  <a:lnTo>
                    <a:pt x="142062" y="122256"/>
                  </a:lnTo>
                  <a:lnTo>
                    <a:pt x="142320" y="122749"/>
                  </a:lnTo>
                  <a:lnTo>
                    <a:pt x="141960" y="124394"/>
                  </a:lnTo>
                  <a:lnTo>
                    <a:pt x="141312" y="126079"/>
                  </a:lnTo>
                  <a:lnTo>
                    <a:pt x="140908" y="126948"/>
                  </a:lnTo>
                  <a:lnTo>
                    <a:pt x="139002" y="128919"/>
                  </a:lnTo>
                  <a:lnTo>
                    <a:pt x="136264" y="131103"/>
                  </a:lnTo>
                  <a:lnTo>
                    <a:pt x="135692" y="133198"/>
                  </a:lnTo>
                  <a:lnTo>
                    <a:pt x="135327" y="136243"/>
                  </a:lnTo>
                  <a:lnTo>
                    <a:pt x="135634" y="138026"/>
                  </a:lnTo>
                  <a:lnTo>
                    <a:pt x="135998" y="139056"/>
                  </a:lnTo>
                  <a:lnTo>
                    <a:pt x="135880" y="141711"/>
                  </a:lnTo>
                  <a:lnTo>
                    <a:pt x="135641" y="144513"/>
                  </a:lnTo>
                  <a:lnTo>
                    <a:pt x="135722" y="146717"/>
                  </a:lnTo>
                  <a:lnTo>
                    <a:pt x="135598" y="148671"/>
                  </a:lnTo>
                  <a:lnTo>
                    <a:pt x="135240" y="149629"/>
                  </a:lnTo>
                  <a:lnTo>
                    <a:pt x="134760" y="152572"/>
                  </a:lnTo>
                  <a:lnTo>
                    <a:pt x="134170" y="155527"/>
                  </a:lnTo>
                  <a:lnTo>
                    <a:pt x="133703" y="156878"/>
                  </a:lnTo>
                  <a:lnTo>
                    <a:pt x="133016" y="158283"/>
                  </a:lnTo>
                  <a:lnTo>
                    <a:pt x="131931" y="159469"/>
                  </a:lnTo>
                  <a:lnTo>
                    <a:pt x="131951" y="160058"/>
                  </a:lnTo>
                  <a:lnTo>
                    <a:pt x="133182" y="161423"/>
                  </a:lnTo>
                  <a:lnTo>
                    <a:pt x="133499" y="162366"/>
                  </a:lnTo>
                  <a:lnTo>
                    <a:pt x="133613" y="163010"/>
                  </a:lnTo>
                  <a:lnTo>
                    <a:pt x="133349" y="163636"/>
                  </a:lnTo>
                  <a:lnTo>
                    <a:pt x="133100" y="164510"/>
                  </a:lnTo>
                  <a:lnTo>
                    <a:pt x="133666" y="165414"/>
                  </a:lnTo>
                  <a:lnTo>
                    <a:pt x="134359" y="166175"/>
                  </a:lnTo>
                  <a:lnTo>
                    <a:pt x="135014" y="168141"/>
                  </a:lnTo>
                  <a:lnTo>
                    <a:pt x="135598" y="170888"/>
                  </a:lnTo>
                  <a:lnTo>
                    <a:pt x="135766" y="171849"/>
                  </a:lnTo>
                  <a:lnTo>
                    <a:pt x="135900" y="172227"/>
                  </a:lnTo>
                  <a:lnTo>
                    <a:pt x="136112" y="172273"/>
                  </a:lnTo>
                  <a:lnTo>
                    <a:pt x="136521" y="171869"/>
                  </a:lnTo>
                  <a:lnTo>
                    <a:pt x="137276" y="170365"/>
                  </a:lnTo>
                  <a:lnTo>
                    <a:pt x="137825" y="169826"/>
                  </a:lnTo>
                  <a:lnTo>
                    <a:pt x="138487" y="171967"/>
                  </a:lnTo>
                  <a:lnTo>
                    <a:pt x="135839" y="174082"/>
                  </a:lnTo>
                  <a:lnTo>
                    <a:pt x="134449" y="175190"/>
                  </a:lnTo>
                  <a:lnTo>
                    <a:pt x="130485" y="178356"/>
                  </a:lnTo>
                  <a:lnTo>
                    <a:pt x="127025" y="181117"/>
                  </a:lnTo>
                  <a:lnTo>
                    <a:pt x="126125" y="181642"/>
                  </a:lnTo>
                  <a:lnTo>
                    <a:pt x="124330" y="182993"/>
                  </a:lnTo>
                  <a:lnTo>
                    <a:pt x="123437" y="183818"/>
                  </a:lnTo>
                  <a:lnTo>
                    <a:pt x="120313" y="186231"/>
                  </a:lnTo>
                  <a:lnTo>
                    <a:pt x="119006" y="187431"/>
                  </a:lnTo>
                  <a:lnTo>
                    <a:pt x="117956" y="188626"/>
                  </a:lnTo>
                  <a:lnTo>
                    <a:pt x="115372" y="190415"/>
                  </a:lnTo>
                  <a:lnTo>
                    <a:pt x="112933" y="192097"/>
                  </a:lnTo>
                  <a:lnTo>
                    <a:pt x="110271" y="193831"/>
                  </a:lnTo>
                  <a:lnTo>
                    <a:pt x="107287" y="195776"/>
                  </a:lnTo>
                  <a:lnTo>
                    <a:pt x="105613" y="197176"/>
                  </a:lnTo>
                  <a:lnTo>
                    <a:pt x="104483" y="198388"/>
                  </a:lnTo>
                  <a:lnTo>
                    <a:pt x="101839" y="200835"/>
                  </a:lnTo>
                  <a:lnTo>
                    <a:pt x="101715" y="201432"/>
                  </a:lnTo>
                  <a:lnTo>
                    <a:pt x="101755" y="203097"/>
                  </a:lnTo>
                  <a:lnTo>
                    <a:pt x="102090" y="206534"/>
                  </a:lnTo>
                  <a:lnTo>
                    <a:pt x="102750" y="209656"/>
                  </a:lnTo>
                  <a:lnTo>
                    <a:pt x="103304" y="211454"/>
                  </a:lnTo>
                  <a:lnTo>
                    <a:pt x="103666" y="216068"/>
                  </a:lnTo>
                  <a:lnTo>
                    <a:pt x="103866" y="220123"/>
                  </a:lnTo>
                  <a:lnTo>
                    <a:pt x="102072" y="220134"/>
                  </a:lnTo>
                  <a:lnTo>
                    <a:pt x="98916" y="220151"/>
                  </a:lnTo>
                  <a:lnTo>
                    <a:pt x="95642" y="220169"/>
                  </a:lnTo>
                  <a:lnTo>
                    <a:pt x="92652" y="221710"/>
                  </a:lnTo>
                  <a:lnTo>
                    <a:pt x="90191" y="224064"/>
                  </a:lnTo>
                  <a:lnTo>
                    <a:pt x="87263" y="227749"/>
                  </a:lnTo>
                  <a:lnTo>
                    <a:pt x="86306" y="229195"/>
                  </a:lnTo>
                  <a:lnTo>
                    <a:pt x="85566" y="230309"/>
                  </a:lnTo>
                  <a:lnTo>
                    <a:pt x="85103" y="231737"/>
                  </a:lnTo>
                  <a:lnTo>
                    <a:pt x="84871" y="234874"/>
                  </a:lnTo>
                  <a:lnTo>
                    <a:pt x="84871" y="239716"/>
                  </a:lnTo>
                  <a:lnTo>
                    <a:pt x="84574" y="243202"/>
                  </a:lnTo>
                  <a:lnTo>
                    <a:pt x="83685" y="246388"/>
                  </a:lnTo>
                  <a:lnTo>
                    <a:pt x="79232" y="250255"/>
                  </a:lnTo>
                  <a:lnTo>
                    <a:pt x="76320" y="253414"/>
                  </a:lnTo>
                  <a:lnTo>
                    <a:pt x="73462" y="257151"/>
                  </a:lnTo>
                  <a:lnTo>
                    <a:pt x="71294" y="262002"/>
                  </a:lnTo>
                  <a:lnTo>
                    <a:pt x="69816" y="267964"/>
                  </a:lnTo>
                  <a:lnTo>
                    <a:pt x="67362" y="275345"/>
                  </a:lnTo>
                  <a:lnTo>
                    <a:pt x="64868" y="281740"/>
                  </a:lnTo>
                  <a:lnTo>
                    <a:pt x="62216" y="288538"/>
                  </a:lnTo>
                  <a:lnTo>
                    <a:pt x="59243" y="290994"/>
                  </a:lnTo>
                  <a:lnTo>
                    <a:pt x="56746" y="290434"/>
                  </a:lnTo>
                  <a:lnTo>
                    <a:pt x="53733" y="287678"/>
                  </a:lnTo>
                  <a:lnTo>
                    <a:pt x="51341" y="287159"/>
                  </a:lnTo>
                  <a:lnTo>
                    <a:pt x="49568" y="288876"/>
                  </a:lnTo>
                  <a:lnTo>
                    <a:pt x="47932" y="288348"/>
                  </a:lnTo>
                  <a:lnTo>
                    <a:pt x="46430" y="285578"/>
                  </a:lnTo>
                  <a:lnTo>
                    <a:pt x="45172" y="284571"/>
                  </a:lnTo>
                  <a:lnTo>
                    <a:pt x="44154" y="285321"/>
                  </a:lnTo>
                  <a:lnTo>
                    <a:pt x="42854" y="285191"/>
                  </a:lnTo>
                  <a:lnTo>
                    <a:pt x="40473" y="283667"/>
                  </a:lnTo>
                  <a:lnTo>
                    <a:pt x="38417" y="278964"/>
                  </a:lnTo>
                  <a:lnTo>
                    <a:pt x="37301" y="277019"/>
                  </a:lnTo>
                  <a:lnTo>
                    <a:pt x="36445" y="276277"/>
                  </a:lnTo>
                  <a:lnTo>
                    <a:pt x="33983" y="275518"/>
                  </a:lnTo>
                  <a:lnTo>
                    <a:pt x="28332" y="274433"/>
                  </a:lnTo>
                  <a:lnTo>
                    <a:pt x="27742" y="274684"/>
                  </a:lnTo>
                  <a:lnTo>
                    <a:pt x="25395" y="275611"/>
                  </a:lnTo>
                  <a:lnTo>
                    <a:pt x="22462" y="276771"/>
                  </a:lnTo>
                  <a:lnTo>
                    <a:pt x="19941" y="277931"/>
                  </a:lnTo>
                  <a:lnTo>
                    <a:pt x="17297" y="279149"/>
                  </a:lnTo>
                  <a:lnTo>
                    <a:pt x="14841" y="274237"/>
                  </a:lnTo>
                  <a:lnTo>
                    <a:pt x="12055" y="268662"/>
                  </a:lnTo>
                  <a:lnTo>
                    <a:pt x="9169" y="262444"/>
                  </a:lnTo>
                  <a:lnTo>
                    <a:pt x="6997" y="257567"/>
                  </a:lnTo>
                  <a:lnTo>
                    <a:pt x="5930" y="254756"/>
                  </a:lnTo>
                  <a:lnTo>
                    <a:pt x="4024" y="251045"/>
                  </a:lnTo>
                  <a:lnTo>
                    <a:pt x="2653" y="249230"/>
                  </a:lnTo>
                  <a:lnTo>
                    <a:pt x="2119" y="248315"/>
                  </a:lnTo>
                  <a:lnTo>
                    <a:pt x="756" y="238435"/>
                  </a:lnTo>
                  <a:lnTo>
                    <a:pt x="10" y="229357"/>
                  </a:lnTo>
                  <a:lnTo>
                    <a:pt x="10" y="222518"/>
                  </a:lnTo>
                  <a:lnTo>
                    <a:pt x="9" y="213035"/>
                  </a:lnTo>
                  <a:lnTo>
                    <a:pt x="8" y="203553"/>
                  </a:lnTo>
                  <a:lnTo>
                    <a:pt x="7" y="194071"/>
                  </a:lnTo>
                  <a:lnTo>
                    <a:pt x="6" y="184589"/>
                  </a:lnTo>
                  <a:lnTo>
                    <a:pt x="4" y="175106"/>
                  </a:lnTo>
                  <a:lnTo>
                    <a:pt x="2" y="165624"/>
                  </a:lnTo>
                  <a:lnTo>
                    <a:pt x="2" y="156139"/>
                  </a:lnTo>
                  <a:lnTo>
                    <a:pt x="1" y="146657"/>
                  </a:lnTo>
                  <a:lnTo>
                    <a:pt x="0" y="142051"/>
                  </a:lnTo>
                  <a:lnTo>
                    <a:pt x="2846" y="142051"/>
                  </a:lnTo>
                  <a:lnTo>
                    <a:pt x="6072" y="142051"/>
                  </a:lnTo>
                  <a:lnTo>
                    <a:pt x="9445" y="142051"/>
                  </a:lnTo>
                  <a:lnTo>
                    <a:pt x="13112" y="142051"/>
                  </a:lnTo>
                  <a:lnTo>
                    <a:pt x="16779" y="142051"/>
                  </a:lnTo>
                  <a:lnTo>
                    <a:pt x="20446" y="142051"/>
                  </a:lnTo>
                  <a:lnTo>
                    <a:pt x="23004" y="142051"/>
                  </a:lnTo>
                  <a:lnTo>
                    <a:pt x="23674" y="141971"/>
                  </a:lnTo>
                  <a:lnTo>
                    <a:pt x="24483" y="141682"/>
                  </a:lnTo>
                  <a:lnTo>
                    <a:pt x="24545" y="140750"/>
                  </a:lnTo>
                  <a:lnTo>
                    <a:pt x="23489" y="136084"/>
                  </a:lnTo>
                  <a:lnTo>
                    <a:pt x="23539" y="134436"/>
                  </a:lnTo>
                  <a:lnTo>
                    <a:pt x="23821" y="131271"/>
                  </a:lnTo>
                  <a:lnTo>
                    <a:pt x="24257" y="128541"/>
                  </a:lnTo>
                  <a:lnTo>
                    <a:pt x="24832" y="124948"/>
                  </a:lnTo>
                  <a:lnTo>
                    <a:pt x="24896" y="122836"/>
                  </a:lnTo>
                  <a:lnTo>
                    <a:pt x="24432" y="115954"/>
                  </a:lnTo>
                  <a:lnTo>
                    <a:pt x="24474" y="112116"/>
                  </a:lnTo>
                  <a:lnTo>
                    <a:pt x="24612" y="108128"/>
                  </a:lnTo>
                  <a:lnTo>
                    <a:pt x="24741" y="104347"/>
                  </a:lnTo>
                  <a:lnTo>
                    <a:pt x="24582" y="101713"/>
                  </a:lnTo>
                  <a:lnTo>
                    <a:pt x="24777" y="100276"/>
                  </a:lnTo>
                  <a:lnTo>
                    <a:pt x="25120" y="98221"/>
                  </a:lnTo>
                  <a:lnTo>
                    <a:pt x="25301" y="95901"/>
                  </a:lnTo>
                  <a:lnTo>
                    <a:pt x="25515" y="94903"/>
                  </a:lnTo>
                  <a:lnTo>
                    <a:pt x="25450" y="93979"/>
                  </a:lnTo>
                  <a:lnTo>
                    <a:pt x="25255" y="92251"/>
                  </a:lnTo>
                  <a:lnTo>
                    <a:pt x="25064" y="88384"/>
                  </a:lnTo>
                  <a:lnTo>
                    <a:pt x="24795" y="83008"/>
                  </a:lnTo>
                  <a:lnTo>
                    <a:pt x="24526" y="79136"/>
                  </a:lnTo>
                  <a:lnTo>
                    <a:pt x="24973" y="79352"/>
                  </a:lnTo>
                  <a:lnTo>
                    <a:pt x="25907" y="79718"/>
                  </a:lnTo>
                  <a:lnTo>
                    <a:pt x="26360" y="81614"/>
                  </a:lnTo>
                  <a:lnTo>
                    <a:pt x="26624" y="83692"/>
                  </a:lnTo>
                  <a:lnTo>
                    <a:pt x="27250" y="83810"/>
                  </a:lnTo>
                  <a:lnTo>
                    <a:pt x="28887" y="85045"/>
                  </a:lnTo>
                  <a:lnTo>
                    <a:pt x="29452" y="86762"/>
                  </a:lnTo>
                  <a:lnTo>
                    <a:pt x="29830" y="90465"/>
                  </a:lnTo>
                  <a:lnTo>
                    <a:pt x="29603" y="92360"/>
                  </a:lnTo>
                  <a:lnTo>
                    <a:pt x="29075" y="93896"/>
                  </a:lnTo>
                  <a:lnTo>
                    <a:pt x="29603" y="95249"/>
                  </a:lnTo>
                  <a:lnTo>
                    <a:pt x="30697" y="96152"/>
                  </a:lnTo>
                  <a:lnTo>
                    <a:pt x="31338" y="95881"/>
                  </a:lnTo>
                  <a:lnTo>
                    <a:pt x="33186" y="93353"/>
                  </a:lnTo>
                  <a:lnTo>
                    <a:pt x="33924" y="92906"/>
                  </a:lnTo>
                  <a:lnTo>
                    <a:pt x="34890" y="92415"/>
                  </a:lnTo>
                  <a:lnTo>
                    <a:pt x="35760" y="91763"/>
                  </a:lnTo>
                  <a:lnTo>
                    <a:pt x="38217" y="90609"/>
                  </a:lnTo>
                  <a:lnTo>
                    <a:pt x="39560" y="90104"/>
                  </a:lnTo>
                  <a:lnTo>
                    <a:pt x="40315" y="89201"/>
                  </a:lnTo>
                  <a:lnTo>
                    <a:pt x="40843" y="89201"/>
                  </a:lnTo>
                  <a:lnTo>
                    <a:pt x="41220" y="89925"/>
                  </a:lnTo>
                  <a:lnTo>
                    <a:pt x="40880" y="92542"/>
                  </a:lnTo>
                  <a:lnTo>
                    <a:pt x="40767" y="94891"/>
                  </a:lnTo>
                  <a:lnTo>
                    <a:pt x="41237" y="99280"/>
                  </a:lnTo>
                  <a:lnTo>
                    <a:pt x="41591" y="101335"/>
                  </a:lnTo>
                  <a:lnTo>
                    <a:pt x="42380" y="102827"/>
                  </a:lnTo>
                  <a:lnTo>
                    <a:pt x="42955" y="103603"/>
                  </a:lnTo>
                  <a:lnTo>
                    <a:pt x="43596" y="105187"/>
                  </a:lnTo>
                  <a:lnTo>
                    <a:pt x="44916" y="104913"/>
                  </a:lnTo>
                  <a:lnTo>
                    <a:pt x="47828" y="107158"/>
                  </a:lnTo>
                  <a:lnTo>
                    <a:pt x="48713" y="108197"/>
                  </a:lnTo>
                  <a:lnTo>
                    <a:pt x="49940" y="109227"/>
                  </a:lnTo>
                  <a:lnTo>
                    <a:pt x="50808" y="109614"/>
                  </a:lnTo>
                  <a:lnTo>
                    <a:pt x="53810" y="110402"/>
                  </a:lnTo>
                  <a:lnTo>
                    <a:pt x="54921" y="110933"/>
                  </a:lnTo>
                  <a:lnTo>
                    <a:pt x="56978" y="111648"/>
                  </a:lnTo>
                  <a:lnTo>
                    <a:pt x="58623" y="111764"/>
                  </a:lnTo>
                  <a:lnTo>
                    <a:pt x="59787" y="111446"/>
                  </a:lnTo>
                  <a:lnTo>
                    <a:pt x="60607" y="110806"/>
                  </a:lnTo>
                  <a:lnTo>
                    <a:pt x="61106" y="110090"/>
                  </a:lnTo>
                  <a:lnTo>
                    <a:pt x="61337" y="109484"/>
                  </a:lnTo>
                  <a:lnTo>
                    <a:pt x="61673" y="107291"/>
                  </a:lnTo>
                  <a:lnTo>
                    <a:pt x="62288" y="102538"/>
                  </a:lnTo>
                  <a:lnTo>
                    <a:pt x="62528" y="101124"/>
                  </a:lnTo>
                  <a:lnTo>
                    <a:pt x="63136" y="100469"/>
                  </a:lnTo>
                  <a:lnTo>
                    <a:pt x="63923" y="100039"/>
                  </a:lnTo>
                  <a:lnTo>
                    <a:pt x="64382" y="100804"/>
                  </a:lnTo>
                  <a:lnTo>
                    <a:pt x="64897" y="106076"/>
                  </a:lnTo>
                  <a:lnTo>
                    <a:pt x="67186" y="110834"/>
                  </a:lnTo>
                  <a:lnTo>
                    <a:pt x="67969" y="114828"/>
                  </a:lnTo>
                  <a:lnTo>
                    <a:pt x="68541" y="118245"/>
                  </a:lnTo>
                  <a:lnTo>
                    <a:pt x="69040" y="119183"/>
                  </a:lnTo>
                  <a:lnTo>
                    <a:pt x="69910" y="120357"/>
                  </a:lnTo>
                  <a:lnTo>
                    <a:pt x="71298" y="120773"/>
                  </a:lnTo>
                  <a:lnTo>
                    <a:pt x="72539" y="120891"/>
                  </a:lnTo>
                  <a:lnTo>
                    <a:pt x="75148" y="123352"/>
                  </a:lnTo>
                  <a:lnTo>
                    <a:pt x="77227" y="125315"/>
                  </a:lnTo>
                  <a:lnTo>
                    <a:pt x="78713" y="126717"/>
                  </a:lnTo>
                  <a:lnTo>
                    <a:pt x="79394" y="127782"/>
                  </a:lnTo>
                  <a:lnTo>
                    <a:pt x="79870" y="129536"/>
                  </a:lnTo>
                  <a:lnTo>
                    <a:pt x="80153" y="130893"/>
                  </a:lnTo>
                  <a:lnTo>
                    <a:pt x="80607" y="134404"/>
                  </a:lnTo>
                  <a:lnTo>
                    <a:pt x="81096" y="137180"/>
                  </a:lnTo>
                  <a:lnTo>
                    <a:pt x="81893" y="137711"/>
                  </a:lnTo>
                  <a:lnTo>
                    <a:pt x="82603" y="137925"/>
                  </a:lnTo>
                  <a:lnTo>
                    <a:pt x="83308" y="139821"/>
                  </a:lnTo>
                  <a:lnTo>
                    <a:pt x="83839" y="141489"/>
                  </a:lnTo>
                  <a:lnTo>
                    <a:pt x="84896" y="145552"/>
                  </a:lnTo>
                  <a:lnTo>
                    <a:pt x="85672" y="148365"/>
                  </a:lnTo>
                  <a:lnTo>
                    <a:pt x="85926" y="151098"/>
                  </a:lnTo>
                  <a:lnTo>
                    <a:pt x="86814" y="152922"/>
                  </a:lnTo>
                  <a:lnTo>
                    <a:pt x="88016" y="153698"/>
                  </a:lnTo>
                  <a:lnTo>
                    <a:pt x="89129" y="153793"/>
                  </a:lnTo>
                  <a:lnTo>
                    <a:pt x="89769" y="152979"/>
                  </a:lnTo>
                  <a:lnTo>
                    <a:pt x="91350" y="151562"/>
                  </a:lnTo>
                  <a:lnTo>
                    <a:pt x="92579" y="149941"/>
                  </a:lnTo>
                  <a:lnTo>
                    <a:pt x="93477" y="149378"/>
                  </a:lnTo>
                  <a:lnTo>
                    <a:pt x="94007" y="149721"/>
                  </a:lnTo>
                  <a:lnTo>
                    <a:pt x="94416" y="150844"/>
                  </a:lnTo>
                  <a:lnTo>
                    <a:pt x="94630" y="153043"/>
                  </a:lnTo>
                  <a:lnTo>
                    <a:pt x="94681" y="154266"/>
                  </a:lnTo>
                  <a:lnTo>
                    <a:pt x="95556" y="155432"/>
                  </a:lnTo>
                  <a:lnTo>
                    <a:pt x="96204" y="154968"/>
                  </a:lnTo>
                  <a:lnTo>
                    <a:pt x="96453" y="153629"/>
                  </a:lnTo>
                  <a:lnTo>
                    <a:pt x="96467" y="152948"/>
                  </a:lnTo>
                  <a:lnTo>
                    <a:pt x="96465" y="146971"/>
                  </a:lnTo>
                  <a:lnTo>
                    <a:pt x="96462" y="141789"/>
                  </a:lnTo>
                  <a:lnTo>
                    <a:pt x="96459" y="136912"/>
                  </a:lnTo>
                  <a:lnTo>
                    <a:pt x="96456" y="130968"/>
                  </a:lnTo>
                  <a:lnTo>
                    <a:pt x="96455" y="125788"/>
                  </a:lnTo>
                  <a:lnTo>
                    <a:pt x="96453" y="121520"/>
                  </a:lnTo>
                  <a:lnTo>
                    <a:pt x="96450" y="117067"/>
                  </a:lnTo>
                  <a:lnTo>
                    <a:pt x="95889" y="117321"/>
                  </a:lnTo>
                  <a:lnTo>
                    <a:pt x="95178" y="118334"/>
                  </a:lnTo>
                  <a:lnTo>
                    <a:pt x="93546" y="118455"/>
                  </a:lnTo>
                  <a:lnTo>
                    <a:pt x="92910" y="119217"/>
                  </a:lnTo>
                  <a:lnTo>
                    <a:pt x="92710" y="120360"/>
                  </a:lnTo>
                  <a:lnTo>
                    <a:pt x="92836" y="121858"/>
                  </a:lnTo>
                  <a:lnTo>
                    <a:pt x="92869" y="123883"/>
                  </a:lnTo>
                  <a:lnTo>
                    <a:pt x="92630" y="124838"/>
                  </a:lnTo>
                  <a:lnTo>
                    <a:pt x="91914" y="125216"/>
                  </a:lnTo>
                  <a:lnTo>
                    <a:pt x="90880" y="124434"/>
                  </a:lnTo>
                  <a:lnTo>
                    <a:pt x="88998" y="123413"/>
                  </a:lnTo>
                  <a:lnTo>
                    <a:pt x="87433" y="122781"/>
                  </a:lnTo>
                  <a:lnTo>
                    <a:pt x="86311" y="120092"/>
                  </a:lnTo>
                  <a:lnTo>
                    <a:pt x="84788" y="116034"/>
                  </a:lnTo>
                  <a:lnTo>
                    <a:pt x="83793" y="113988"/>
                  </a:lnTo>
                  <a:lnTo>
                    <a:pt x="81389" y="109758"/>
                  </a:lnTo>
                  <a:lnTo>
                    <a:pt x="80982" y="108904"/>
                  </a:lnTo>
                  <a:lnTo>
                    <a:pt x="80253" y="106921"/>
                  </a:lnTo>
                  <a:lnTo>
                    <a:pt x="79627" y="103560"/>
                  </a:lnTo>
                  <a:lnTo>
                    <a:pt x="79321" y="101329"/>
                  </a:lnTo>
                  <a:lnTo>
                    <a:pt x="79030" y="99670"/>
                  </a:lnTo>
                  <a:lnTo>
                    <a:pt x="78707" y="97197"/>
                  </a:lnTo>
                  <a:lnTo>
                    <a:pt x="79286" y="93396"/>
                  </a:lnTo>
                  <a:lnTo>
                    <a:pt x="80102" y="86162"/>
                  </a:lnTo>
                  <a:lnTo>
                    <a:pt x="80690" y="80951"/>
                  </a:lnTo>
                  <a:lnTo>
                    <a:pt x="81015" y="77084"/>
                  </a:lnTo>
                  <a:lnTo>
                    <a:pt x="82182" y="73151"/>
                  </a:lnTo>
                  <a:lnTo>
                    <a:pt x="82264" y="69633"/>
                  </a:lnTo>
                  <a:lnTo>
                    <a:pt x="81794" y="65117"/>
                  </a:lnTo>
                  <a:lnTo>
                    <a:pt x="81915" y="62624"/>
                  </a:lnTo>
                  <a:lnTo>
                    <a:pt x="81993" y="56296"/>
                  </a:lnTo>
                  <a:lnTo>
                    <a:pt x="82059" y="50975"/>
                  </a:lnTo>
                  <a:lnTo>
                    <a:pt x="82074" y="48389"/>
                  </a:lnTo>
                  <a:lnTo>
                    <a:pt x="81754" y="43884"/>
                  </a:lnTo>
                  <a:lnTo>
                    <a:pt x="80969" y="38898"/>
                  </a:lnTo>
                  <a:lnTo>
                    <a:pt x="79237" y="31952"/>
                  </a:lnTo>
                  <a:lnTo>
                    <a:pt x="79243" y="30469"/>
                  </a:lnTo>
                  <a:lnTo>
                    <a:pt x="80275" y="28833"/>
                  </a:lnTo>
                  <a:lnTo>
                    <a:pt x="81906" y="25962"/>
                  </a:lnTo>
                  <a:lnTo>
                    <a:pt x="82705" y="24259"/>
                  </a:lnTo>
                  <a:lnTo>
                    <a:pt x="83662" y="21835"/>
                  </a:lnTo>
                  <a:lnTo>
                    <a:pt x="84091" y="20606"/>
                  </a:lnTo>
                  <a:lnTo>
                    <a:pt x="85029" y="17498"/>
                  </a:lnTo>
                  <a:lnTo>
                    <a:pt x="85624" y="14979"/>
                  </a:lnTo>
                  <a:lnTo>
                    <a:pt x="85830" y="11718"/>
                  </a:lnTo>
                  <a:lnTo>
                    <a:pt x="85382" y="8622"/>
                  </a:lnTo>
                  <a:lnTo>
                    <a:pt x="86296" y="8016"/>
                  </a:lnTo>
                  <a:lnTo>
                    <a:pt x="89299" y="6919"/>
                  </a:lnTo>
                  <a:lnTo>
                    <a:pt x="92608" y="5710"/>
                  </a:lnTo>
                  <a:lnTo>
                    <a:pt x="96093" y="4435"/>
                  </a:lnTo>
                  <a:lnTo>
                    <a:pt x="99612" y="3151"/>
                  </a:lnTo>
                  <a:lnTo>
                    <a:pt x="103020" y="1907"/>
                  </a:lnTo>
                  <a:lnTo>
                    <a:pt x="106110" y="779"/>
                  </a:lnTo>
                  <a:lnTo>
                    <a:pt x="108248" y="0"/>
                  </a:lnTo>
                  <a:lnTo>
                    <a:pt x="108563" y="2132"/>
                  </a:lnTo>
                  <a:lnTo>
                    <a:pt x="109229" y="5670"/>
                  </a:lnTo>
                  <a:lnTo>
                    <a:pt x="109985" y="8276"/>
                  </a:lnTo>
                  <a:lnTo>
                    <a:pt x="110928" y="10558"/>
                  </a:lnTo>
                  <a:lnTo>
                    <a:pt x="111730" y="11937"/>
                  </a:lnTo>
                  <a:lnTo>
                    <a:pt x="112261" y="12359"/>
                  </a:lnTo>
                  <a:lnTo>
                    <a:pt x="115644" y="12214"/>
                  </a:lnTo>
                  <a:lnTo>
                    <a:pt x="116861" y="13600"/>
                  </a:lnTo>
                  <a:lnTo>
                    <a:pt x="117918" y="15354"/>
                  </a:lnTo>
                  <a:lnTo>
                    <a:pt x="118182" y="18078"/>
                  </a:lnTo>
                  <a:lnTo>
                    <a:pt x="118880" y="19786"/>
                  </a:lnTo>
                  <a:lnTo>
                    <a:pt x="119631" y="21131"/>
                  </a:lnTo>
                  <a:lnTo>
                    <a:pt x="119956" y="21296"/>
                  </a:lnTo>
                  <a:lnTo>
                    <a:pt x="120508" y="20967"/>
                  </a:lnTo>
                  <a:lnTo>
                    <a:pt x="121413" y="20938"/>
                  </a:lnTo>
                  <a:lnTo>
                    <a:pt x="122253" y="21521"/>
                  </a:lnTo>
                  <a:lnTo>
                    <a:pt x="122654" y="22118"/>
                  </a:lnTo>
                  <a:lnTo>
                    <a:pt x="122694" y="24401"/>
                  </a:lnTo>
                  <a:lnTo>
                    <a:pt x="122949" y="25422"/>
                  </a:lnTo>
                  <a:lnTo>
                    <a:pt x="124094" y="25817"/>
                  </a:lnTo>
                  <a:lnTo>
                    <a:pt x="125259" y="25993"/>
                  </a:lnTo>
                  <a:lnTo>
                    <a:pt x="126384" y="27537"/>
                  </a:lnTo>
                  <a:lnTo>
                    <a:pt x="127599" y="27811"/>
                  </a:lnTo>
                  <a:lnTo>
                    <a:pt x="129004" y="28446"/>
                  </a:lnTo>
                  <a:lnTo>
                    <a:pt x="129669" y="30111"/>
                  </a:lnTo>
                  <a:lnTo>
                    <a:pt x="131165" y="31820"/>
                  </a:lnTo>
                  <a:lnTo>
                    <a:pt x="132995" y="33349"/>
                  </a:lnTo>
                  <a:lnTo>
                    <a:pt x="134311" y="35080"/>
                  </a:lnTo>
                  <a:close/>
                </a:path>
              </a:pathLst>
            </a:custGeom>
            <a:solidFill>
              <a:srgbClr val="ADD0A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8" name="pg1627"/>
            <p:cNvSpPr/>
            <p:nvPr/>
          </p:nvSpPr>
          <p:spPr>
            <a:xfrm>
              <a:off x="3675280" y="4096308"/>
              <a:ext cx="96037" cy="199721"/>
            </a:xfrm>
            <a:custGeom>
              <a:avLst/>
              <a:pathLst>
                <a:path w="96037" h="199721">
                  <a:moveTo>
                    <a:pt x="74827" y="199721"/>
                  </a:moveTo>
                  <a:lnTo>
                    <a:pt x="73708" y="198033"/>
                  </a:lnTo>
                  <a:lnTo>
                    <a:pt x="72180" y="196936"/>
                  </a:lnTo>
                  <a:lnTo>
                    <a:pt x="70239" y="196431"/>
                  </a:lnTo>
                  <a:lnTo>
                    <a:pt x="67715" y="196642"/>
                  </a:lnTo>
                  <a:lnTo>
                    <a:pt x="64612" y="197563"/>
                  </a:lnTo>
                  <a:lnTo>
                    <a:pt x="61284" y="196443"/>
                  </a:lnTo>
                  <a:lnTo>
                    <a:pt x="57729" y="193283"/>
                  </a:lnTo>
                  <a:lnTo>
                    <a:pt x="54777" y="192164"/>
                  </a:lnTo>
                  <a:lnTo>
                    <a:pt x="51252" y="193537"/>
                  </a:lnTo>
                  <a:lnTo>
                    <a:pt x="51096" y="193572"/>
                  </a:lnTo>
                  <a:lnTo>
                    <a:pt x="50484" y="192501"/>
                  </a:lnTo>
                  <a:lnTo>
                    <a:pt x="49521" y="190190"/>
                  </a:lnTo>
                  <a:lnTo>
                    <a:pt x="47913" y="189783"/>
                  </a:lnTo>
                  <a:lnTo>
                    <a:pt x="47476" y="189243"/>
                  </a:lnTo>
                  <a:lnTo>
                    <a:pt x="47117" y="188383"/>
                  </a:lnTo>
                  <a:lnTo>
                    <a:pt x="46882" y="187287"/>
                  </a:lnTo>
                  <a:lnTo>
                    <a:pt x="46790" y="186066"/>
                  </a:lnTo>
                  <a:lnTo>
                    <a:pt x="47055" y="182266"/>
                  </a:lnTo>
                  <a:lnTo>
                    <a:pt x="46910" y="181839"/>
                  </a:lnTo>
                  <a:lnTo>
                    <a:pt x="46480" y="181383"/>
                  </a:lnTo>
                  <a:lnTo>
                    <a:pt x="45599" y="180927"/>
                  </a:lnTo>
                  <a:lnTo>
                    <a:pt x="43482" y="179201"/>
                  </a:lnTo>
                  <a:lnTo>
                    <a:pt x="40820" y="177536"/>
                  </a:lnTo>
                  <a:lnTo>
                    <a:pt x="36496" y="175707"/>
                  </a:lnTo>
                  <a:lnTo>
                    <a:pt x="34817" y="175225"/>
                  </a:lnTo>
                  <a:lnTo>
                    <a:pt x="34428" y="174668"/>
                  </a:lnTo>
                  <a:lnTo>
                    <a:pt x="33941" y="173265"/>
                  </a:lnTo>
                  <a:lnTo>
                    <a:pt x="33112" y="168902"/>
                  </a:lnTo>
                  <a:lnTo>
                    <a:pt x="32331" y="166020"/>
                  </a:lnTo>
                  <a:lnTo>
                    <a:pt x="30472" y="161573"/>
                  </a:lnTo>
                  <a:lnTo>
                    <a:pt x="30175" y="160190"/>
                  </a:lnTo>
                  <a:lnTo>
                    <a:pt x="30268" y="156661"/>
                  </a:lnTo>
                  <a:lnTo>
                    <a:pt x="30406" y="153810"/>
                  </a:lnTo>
                  <a:lnTo>
                    <a:pt x="30606" y="151389"/>
                  </a:lnTo>
                  <a:lnTo>
                    <a:pt x="30515" y="149124"/>
                  </a:lnTo>
                  <a:lnTo>
                    <a:pt x="30489" y="146311"/>
                  </a:lnTo>
                  <a:lnTo>
                    <a:pt x="30548" y="144423"/>
                  </a:lnTo>
                  <a:lnTo>
                    <a:pt x="30297" y="143607"/>
                  </a:lnTo>
                  <a:lnTo>
                    <a:pt x="29622" y="143032"/>
                  </a:lnTo>
                  <a:lnTo>
                    <a:pt x="27701" y="142773"/>
                  </a:lnTo>
                  <a:lnTo>
                    <a:pt x="25379" y="142888"/>
                  </a:lnTo>
                  <a:lnTo>
                    <a:pt x="25303" y="140026"/>
                  </a:lnTo>
                  <a:lnTo>
                    <a:pt x="25083" y="135599"/>
                  </a:lnTo>
                  <a:lnTo>
                    <a:pt x="24648" y="133051"/>
                  </a:lnTo>
                  <a:lnTo>
                    <a:pt x="24114" y="131727"/>
                  </a:lnTo>
                  <a:lnTo>
                    <a:pt x="23047" y="130344"/>
                  </a:lnTo>
                  <a:lnTo>
                    <a:pt x="20887" y="128451"/>
                  </a:lnTo>
                  <a:lnTo>
                    <a:pt x="17944" y="125574"/>
                  </a:lnTo>
                  <a:lnTo>
                    <a:pt x="15431" y="121315"/>
                  </a:lnTo>
                  <a:lnTo>
                    <a:pt x="12549" y="116017"/>
                  </a:lnTo>
                  <a:lnTo>
                    <a:pt x="11649" y="115099"/>
                  </a:lnTo>
                  <a:lnTo>
                    <a:pt x="10586" y="110124"/>
                  </a:lnTo>
                  <a:lnTo>
                    <a:pt x="8966" y="101609"/>
                  </a:lnTo>
                  <a:lnTo>
                    <a:pt x="9071" y="98770"/>
                  </a:lnTo>
                  <a:lnTo>
                    <a:pt x="8827" y="97381"/>
                  </a:lnTo>
                  <a:lnTo>
                    <a:pt x="7254" y="93197"/>
                  </a:lnTo>
                  <a:lnTo>
                    <a:pt x="6906" y="91024"/>
                  </a:lnTo>
                  <a:lnTo>
                    <a:pt x="6629" y="88828"/>
                  </a:lnTo>
                  <a:lnTo>
                    <a:pt x="4124" y="82699"/>
                  </a:lnTo>
                  <a:lnTo>
                    <a:pt x="3272" y="80024"/>
                  </a:lnTo>
                  <a:lnTo>
                    <a:pt x="2624" y="76587"/>
                  </a:lnTo>
                  <a:lnTo>
                    <a:pt x="1978" y="73840"/>
                  </a:lnTo>
                  <a:lnTo>
                    <a:pt x="1434" y="72732"/>
                  </a:lnTo>
                  <a:lnTo>
                    <a:pt x="720" y="70862"/>
                  </a:lnTo>
                  <a:lnTo>
                    <a:pt x="225" y="68730"/>
                  </a:lnTo>
                  <a:lnTo>
                    <a:pt x="0" y="67140"/>
                  </a:lnTo>
                  <a:lnTo>
                    <a:pt x="185" y="65007"/>
                  </a:lnTo>
                  <a:lnTo>
                    <a:pt x="428" y="63544"/>
                  </a:lnTo>
                  <a:lnTo>
                    <a:pt x="2810" y="65068"/>
                  </a:lnTo>
                  <a:lnTo>
                    <a:pt x="4110" y="65198"/>
                  </a:lnTo>
                  <a:lnTo>
                    <a:pt x="5128" y="64448"/>
                  </a:lnTo>
                  <a:lnTo>
                    <a:pt x="6386" y="65455"/>
                  </a:lnTo>
                  <a:lnTo>
                    <a:pt x="7888" y="68225"/>
                  </a:lnTo>
                  <a:lnTo>
                    <a:pt x="9524" y="68753"/>
                  </a:lnTo>
                  <a:lnTo>
                    <a:pt x="11297" y="67036"/>
                  </a:lnTo>
                  <a:lnTo>
                    <a:pt x="13689" y="67555"/>
                  </a:lnTo>
                  <a:lnTo>
                    <a:pt x="16702" y="70311"/>
                  </a:lnTo>
                  <a:lnTo>
                    <a:pt x="19199" y="70871"/>
                  </a:lnTo>
                  <a:lnTo>
                    <a:pt x="22171" y="68415"/>
                  </a:lnTo>
                  <a:lnTo>
                    <a:pt x="24824" y="61617"/>
                  </a:lnTo>
                  <a:lnTo>
                    <a:pt x="27318" y="55222"/>
                  </a:lnTo>
                  <a:lnTo>
                    <a:pt x="29772" y="47841"/>
                  </a:lnTo>
                  <a:lnTo>
                    <a:pt x="31250" y="41879"/>
                  </a:lnTo>
                  <a:lnTo>
                    <a:pt x="33418" y="37028"/>
                  </a:lnTo>
                  <a:lnTo>
                    <a:pt x="36275" y="33291"/>
                  </a:lnTo>
                  <a:lnTo>
                    <a:pt x="39188" y="30131"/>
                  </a:lnTo>
                  <a:lnTo>
                    <a:pt x="43640" y="26270"/>
                  </a:lnTo>
                  <a:lnTo>
                    <a:pt x="44530" y="23079"/>
                  </a:lnTo>
                  <a:lnTo>
                    <a:pt x="44827" y="19593"/>
                  </a:lnTo>
                  <a:lnTo>
                    <a:pt x="44827" y="14751"/>
                  </a:lnTo>
                  <a:lnTo>
                    <a:pt x="45059" y="11614"/>
                  </a:lnTo>
                  <a:lnTo>
                    <a:pt x="45522" y="10186"/>
                  </a:lnTo>
                  <a:lnTo>
                    <a:pt x="46262" y="9072"/>
                  </a:lnTo>
                  <a:lnTo>
                    <a:pt x="47219" y="7626"/>
                  </a:lnTo>
                  <a:lnTo>
                    <a:pt x="50147" y="3941"/>
                  </a:lnTo>
                  <a:lnTo>
                    <a:pt x="52608" y="1587"/>
                  </a:lnTo>
                  <a:lnTo>
                    <a:pt x="55597" y="46"/>
                  </a:lnTo>
                  <a:lnTo>
                    <a:pt x="58872" y="28"/>
                  </a:lnTo>
                  <a:lnTo>
                    <a:pt x="62028" y="11"/>
                  </a:lnTo>
                  <a:lnTo>
                    <a:pt x="63822" y="0"/>
                  </a:lnTo>
                  <a:lnTo>
                    <a:pt x="63847" y="4660"/>
                  </a:lnTo>
                  <a:lnTo>
                    <a:pt x="63986" y="9903"/>
                  </a:lnTo>
                  <a:lnTo>
                    <a:pt x="64336" y="10408"/>
                  </a:lnTo>
                  <a:lnTo>
                    <a:pt x="66710" y="10523"/>
                  </a:lnTo>
                  <a:lnTo>
                    <a:pt x="70518" y="10893"/>
                  </a:lnTo>
                  <a:lnTo>
                    <a:pt x="74189" y="11245"/>
                  </a:lnTo>
                  <a:lnTo>
                    <a:pt x="76533" y="15048"/>
                  </a:lnTo>
                  <a:lnTo>
                    <a:pt x="77319" y="15856"/>
                  </a:lnTo>
                  <a:lnTo>
                    <a:pt x="79759" y="16875"/>
                  </a:lnTo>
                  <a:lnTo>
                    <a:pt x="82871" y="23217"/>
                  </a:lnTo>
                  <a:lnTo>
                    <a:pt x="86616" y="23806"/>
                  </a:lnTo>
                  <a:lnTo>
                    <a:pt x="89191" y="25786"/>
                  </a:lnTo>
                  <a:lnTo>
                    <a:pt x="91460" y="27964"/>
                  </a:lnTo>
                  <a:lnTo>
                    <a:pt x="92767" y="30570"/>
                  </a:lnTo>
                  <a:lnTo>
                    <a:pt x="93612" y="31162"/>
                  </a:lnTo>
                  <a:lnTo>
                    <a:pt x="94756" y="31355"/>
                  </a:lnTo>
                  <a:lnTo>
                    <a:pt x="95313" y="31594"/>
                  </a:lnTo>
                  <a:lnTo>
                    <a:pt x="95187" y="33476"/>
                  </a:lnTo>
                  <a:lnTo>
                    <a:pt x="94427" y="36656"/>
                  </a:lnTo>
                  <a:lnTo>
                    <a:pt x="94527" y="41212"/>
                  </a:lnTo>
                  <a:lnTo>
                    <a:pt x="95575" y="47529"/>
                  </a:lnTo>
                  <a:lnTo>
                    <a:pt x="95716" y="53023"/>
                  </a:lnTo>
                  <a:lnTo>
                    <a:pt x="95394" y="62713"/>
                  </a:lnTo>
                  <a:lnTo>
                    <a:pt x="95405" y="72095"/>
                  </a:lnTo>
                  <a:lnTo>
                    <a:pt x="95517" y="75445"/>
                  </a:lnTo>
                  <a:lnTo>
                    <a:pt x="95689" y="77667"/>
                  </a:lnTo>
                  <a:lnTo>
                    <a:pt x="95909" y="78882"/>
                  </a:lnTo>
                  <a:lnTo>
                    <a:pt x="95868" y="80270"/>
                  </a:lnTo>
                  <a:lnTo>
                    <a:pt x="95244" y="84203"/>
                  </a:lnTo>
                  <a:lnTo>
                    <a:pt x="94740" y="88347"/>
                  </a:lnTo>
                  <a:lnTo>
                    <a:pt x="94723" y="90006"/>
                  </a:lnTo>
                  <a:lnTo>
                    <a:pt x="94529" y="91172"/>
                  </a:lnTo>
                  <a:lnTo>
                    <a:pt x="94158" y="92210"/>
                  </a:lnTo>
                  <a:lnTo>
                    <a:pt x="92523" y="94124"/>
                  </a:lnTo>
                  <a:lnTo>
                    <a:pt x="92242" y="95307"/>
                  </a:lnTo>
                  <a:lnTo>
                    <a:pt x="92248" y="97448"/>
                  </a:lnTo>
                  <a:lnTo>
                    <a:pt x="92455" y="99249"/>
                  </a:lnTo>
                  <a:lnTo>
                    <a:pt x="93069" y="99912"/>
                  </a:lnTo>
                  <a:lnTo>
                    <a:pt x="93809" y="100931"/>
                  </a:lnTo>
                  <a:lnTo>
                    <a:pt x="94100" y="102278"/>
                  </a:lnTo>
                  <a:lnTo>
                    <a:pt x="94103" y="103698"/>
                  </a:lnTo>
                  <a:lnTo>
                    <a:pt x="93868" y="106327"/>
                  </a:lnTo>
                  <a:lnTo>
                    <a:pt x="93210" y="110681"/>
                  </a:lnTo>
                  <a:lnTo>
                    <a:pt x="93865" y="115688"/>
                  </a:lnTo>
                  <a:lnTo>
                    <a:pt x="94602" y="118934"/>
                  </a:lnTo>
                  <a:lnTo>
                    <a:pt x="95616" y="122697"/>
                  </a:lnTo>
                  <a:lnTo>
                    <a:pt x="96037" y="125014"/>
                  </a:lnTo>
                  <a:lnTo>
                    <a:pt x="96014" y="126679"/>
                  </a:lnTo>
                  <a:lnTo>
                    <a:pt x="95864" y="128295"/>
                  </a:lnTo>
                  <a:lnTo>
                    <a:pt x="94345" y="135160"/>
                  </a:lnTo>
                  <a:lnTo>
                    <a:pt x="93249" y="139425"/>
                  </a:lnTo>
                  <a:lnTo>
                    <a:pt x="91913" y="143993"/>
                  </a:lnTo>
                  <a:lnTo>
                    <a:pt x="90145" y="146859"/>
                  </a:lnTo>
                  <a:lnTo>
                    <a:pt x="89690" y="148238"/>
                  </a:lnTo>
                  <a:lnTo>
                    <a:pt x="89508" y="149811"/>
                  </a:lnTo>
                  <a:lnTo>
                    <a:pt x="89572" y="153236"/>
                  </a:lnTo>
                  <a:lnTo>
                    <a:pt x="89490" y="156817"/>
                  </a:lnTo>
                  <a:lnTo>
                    <a:pt x="87977" y="162326"/>
                  </a:lnTo>
                  <a:lnTo>
                    <a:pt x="88917" y="167070"/>
                  </a:lnTo>
                  <a:lnTo>
                    <a:pt x="88703" y="167506"/>
                  </a:lnTo>
                  <a:lnTo>
                    <a:pt x="88193" y="168187"/>
                  </a:lnTo>
                  <a:lnTo>
                    <a:pt x="86017" y="173522"/>
                  </a:lnTo>
                  <a:lnTo>
                    <a:pt x="83815" y="178918"/>
                  </a:lnTo>
                  <a:lnTo>
                    <a:pt x="82206" y="182863"/>
                  </a:lnTo>
                  <a:lnTo>
                    <a:pt x="80377" y="187350"/>
                  </a:lnTo>
                  <a:lnTo>
                    <a:pt x="78326" y="192377"/>
                  </a:lnTo>
                  <a:lnTo>
                    <a:pt x="76574" y="196671"/>
                  </a:lnTo>
                  <a:close/>
                </a:path>
              </a:pathLst>
            </a:custGeom>
            <a:solidFill>
              <a:srgbClr val="FFF5F1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9" name="pg1628"/>
            <p:cNvSpPr/>
            <p:nvPr/>
          </p:nvSpPr>
          <p:spPr>
            <a:xfrm>
              <a:off x="3425893" y="2066059"/>
              <a:ext cx="10562" cy="24017"/>
            </a:xfrm>
            <a:custGeom>
              <a:avLst/>
              <a:pathLst>
                <a:path w="10562" h="24017">
                  <a:moveTo>
                    <a:pt x="9638" y="18823"/>
                  </a:moveTo>
                  <a:lnTo>
                    <a:pt x="10562" y="17119"/>
                  </a:lnTo>
                  <a:lnTo>
                    <a:pt x="10527" y="14819"/>
                  </a:lnTo>
                  <a:lnTo>
                    <a:pt x="10135" y="13457"/>
                  </a:lnTo>
                  <a:lnTo>
                    <a:pt x="7889" y="12855"/>
                  </a:lnTo>
                  <a:lnTo>
                    <a:pt x="7466" y="12002"/>
                  </a:lnTo>
                  <a:lnTo>
                    <a:pt x="7391" y="11238"/>
                  </a:lnTo>
                  <a:lnTo>
                    <a:pt x="7452" y="9072"/>
                  </a:lnTo>
                  <a:lnTo>
                    <a:pt x="7542" y="8358"/>
                  </a:lnTo>
                  <a:lnTo>
                    <a:pt x="8057" y="7309"/>
                  </a:lnTo>
                  <a:lnTo>
                    <a:pt x="7931" y="6302"/>
                  </a:lnTo>
                  <a:lnTo>
                    <a:pt x="6579" y="6472"/>
                  </a:lnTo>
                  <a:lnTo>
                    <a:pt x="5440" y="6132"/>
                  </a:lnTo>
                  <a:lnTo>
                    <a:pt x="5014" y="5621"/>
                  </a:lnTo>
                  <a:lnTo>
                    <a:pt x="4923" y="4788"/>
                  </a:lnTo>
                  <a:lnTo>
                    <a:pt x="4740" y="672"/>
                  </a:lnTo>
                  <a:lnTo>
                    <a:pt x="4481" y="0"/>
                  </a:lnTo>
                  <a:lnTo>
                    <a:pt x="3145" y="1106"/>
                  </a:lnTo>
                  <a:lnTo>
                    <a:pt x="1706" y="2895"/>
                  </a:lnTo>
                  <a:lnTo>
                    <a:pt x="666" y="4174"/>
                  </a:lnTo>
                  <a:lnTo>
                    <a:pt x="986" y="5274"/>
                  </a:lnTo>
                  <a:lnTo>
                    <a:pt x="1277" y="6758"/>
                  </a:lnTo>
                  <a:lnTo>
                    <a:pt x="1860" y="8242"/>
                  </a:lnTo>
                  <a:lnTo>
                    <a:pt x="2880" y="9878"/>
                  </a:lnTo>
                  <a:lnTo>
                    <a:pt x="2808" y="11668"/>
                  </a:lnTo>
                  <a:lnTo>
                    <a:pt x="1529" y="12945"/>
                  </a:lnTo>
                  <a:lnTo>
                    <a:pt x="639" y="13030"/>
                  </a:lnTo>
                  <a:lnTo>
                    <a:pt x="566" y="14748"/>
                  </a:lnTo>
                  <a:lnTo>
                    <a:pt x="688" y="16083"/>
                  </a:lnTo>
                  <a:lnTo>
                    <a:pt x="678" y="18123"/>
                  </a:lnTo>
                  <a:lnTo>
                    <a:pt x="595" y="18733"/>
                  </a:lnTo>
                  <a:lnTo>
                    <a:pt x="273" y="19505"/>
                  </a:lnTo>
                  <a:lnTo>
                    <a:pt x="0" y="20695"/>
                  </a:lnTo>
                  <a:lnTo>
                    <a:pt x="319" y="21291"/>
                  </a:lnTo>
                  <a:lnTo>
                    <a:pt x="3726" y="22847"/>
                  </a:lnTo>
                  <a:lnTo>
                    <a:pt x="5938" y="24017"/>
                  </a:lnTo>
                  <a:close/>
                </a:path>
              </a:pathLst>
            </a:custGeom>
            <a:solidFill>
              <a:srgbClr val="E7F1E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0" name="pg1629"/>
            <p:cNvSpPr/>
            <p:nvPr/>
          </p:nvSpPr>
          <p:spPr>
            <a:xfrm>
              <a:off x="3427800" y="2080157"/>
              <a:ext cx="8213" cy="8567"/>
            </a:xfrm>
            <a:custGeom>
              <a:avLst/>
              <a:pathLst>
                <a:path w="8213" h="8567">
                  <a:moveTo>
                    <a:pt x="4079" y="8443"/>
                  </a:moveTo>
                  <a:lnTo>
                    <a:pt x="3157" y="8567"/>
                  </a:lnTo>
                  <a:lnTo>
                    <a:pt x="911" y="7501"/>
                  </a:lnTo>
                  <a:lnTo>
                    <a:pt x="189" y="6774"/>
                  </a:lnTo>
                  <a:lnTo>
                    <a:pt x="0" y="6170"/>
                  </a:lnTo>
                  <a:lnTo>
                    <a:pt x="2571" y="2874"/>
                  </a:lnTo>
                  <a:lnTo>
                    <a:pt x="4574" y="882"/>
                  </a:lnTo>
                  <a:lnTo>
                    <a:pt x="6040" y="0"/>
                  </a:lnTo>
                  <a:lnTo>
                    <a:pt x="6996" y="158"/>
                  </a:lnTo>
                  <a:lnTo>
                    <a:pt x="7760" y="679"/>
                  </a:lnTo>
                  <a:lnTo>
                    <a:pt x="8155" y="1540"/>
                  </a:lnTo>
                  <a:lnTo>
                    <a:pt x="8213" y="2522"/>
                  </a:lnTo>
                  <a:lnTo>
                    <a:pt x="7802" y="3599"/>
                  </a:lnTo>
                  <a:lnTo>
                    <a:pt x="7064" y="4686"/>
                  </a:lnTo>
                  <a:lnTo>
                    <a:pt x="5578" y="6254"/>
                  </a:lnTo>
                  <a:lnTo>
                    <a:pt x="4682" y="7776"/>
                  </a:lnTo>
                  <a:close/>
                </a:path>
              </a:pathLst>
            </a:custGeom>
            <a:solidFill>
              <a:srgbClr val="E7F1E4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1" name="pg1630"/>
            <p:cNvSpPr/>
            <p:nvPr/>
          </p:nvSpPr>
          <p:spPr>
            <a:xfrm>
              <a:off x="3517411" y="2395803"/>
              <a:ext cx="106" cy="209"/>
            </a:xfrm>
            <a:custGeom>
              <a:avLst/>
              <a:pathLst>
                <a:path w="106" h="209">
                  <a:moveTo>
                    <a:pt x="106" y="20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2" name="tx1631"/>
            <p:cNvSpPr/>
            <p:nvPr/>
          </p:nvSpPr>
          <p:spPr>
            <a:xfrm>
              <a:off x="6012382" y="3020754"/>
              <a:ext cx="380423" cy="1034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EAPC</a:t>
              </a:r>
            </a:p>
          </p:txBody>
        </p:sp>
        <p:pic>
          <p:nvPicPr>
            <p:cNvPr id="1633" name="pic163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12382" y="3208454"/>
              <a:ext cx="219455" cy="1097280"/>
            </a:xfrm>
            <a:prstGeom prst="rect">
              <a:avLst/>
            </a:prstGeom>
          </p:spPr>
        </p:pic>
        <p:sp>
          <p:nvSpPr>
            <p:cNvPr id="1634" name="pl1633"/>
            <p:cNvSpPr/>
            <p:nvPr/>
          </p:nvSpPr>
          <p:spPr>
            <a:xfrm>
              <a:off x="6187947" y="4262940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5" name="pl1634"/>
            <p:cNvSpPr/>
            <p:nvPr/>
          </p:nvSpPr>
          <p:spPr>
            <a:xfrm>
              <a:off x="6187947" y="3910456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6" name="pl1635"/>
            <p:cNvSpPr/>
            <p:nvPr/>
          </p:nvSpPr>
          <p:spPr>
            <a:xfrm>
              <a:off x="6187947" y="3557972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7" name="pl1636"/>
            <p:cNvSpPr/>
            <p:nvPr/>
          </p:nvSpPr>
          <p:spPr>
            <a:xfrm>
              <a:off x="6012382" y="4262940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8" name="pl1637"/>
            <p:cNvSpPr/>
            <p:nvPr/>
          </p:nvSpPr>
          <p:spPr>
            <a:xfrm>
              <a:off x="6012382" y="3910456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9" name="pl1638"/>
            <p:cNvSpPr/>
            <p:nvPr/>
          </p:nvSpPr>
          <p:spPr>
            <a:xfrm>
              <a:off x="6012382" y="3557972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0" name="tx1639"/>
            <p:cNvSpPr/>
            <p:nvPr/>
          </p:nvSpPr>
          <p:spPr>
            <a:xfrm>
              <a:off x="6301427" y="4221248"/>
              <a:ext cx="99372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-8</a:t>
              </a:r>
            </a:p>
          </p:txBody>
        </p:sp>
        <p:sp>
          <p:nvSpPr>
            <p:cNvPr id="1641" name="tx1640"/>
            <p:cNvSpPr/>
            <p:nvPr/>
          </p:nvSpPr>
          <p:spPr>
            <a:xfrm>
              <a:off x="6301427" y="3870456"/>
              <a:ext cx="99372" cy="8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-4</a:t>
              </a:r>
            </a:p>
          </p:txBody>
        </p:sp>
        <p:sp>
          <p:nvSpPr>
            <p:cNvPr id="1642" name="tx1641"/>
            <p:cNvSpPr/>
            <p:nvPr/>
          </p:nvSpPr>
          <p:spPr>
            <a:xfrm>
              <a:off x="6301427" y="3516281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2025-03-25T22:50:47Z</dcterms:modified>
  <cp:category/>
</cp:coreProperties>
</file>